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6" r:id="rId1"/>
  </p:sldMasterIdLst>
  <p:sldIdLst>
    <p:sldId id="323" r:id="rId2"/>
    <p:sldId id="307" r:id="rId3"/>
    <p:sldId id="308" r:id="rId4"/>
    <p:sldId id="310" r:id="rId5"/>
    <p:sldId id="311" r:id="rId6"/>
    <p:sldId id="312" r:id="rId7"/>
    <p:sldId id="313" r:id="rId8"/>
    <p:sldId id="326" r:id="rId9"/>
    <p:sldId id="324" r:id="rId10"/>
    <p:sldId id="325" r:id="rId11"/>
  </p:sldIdLst>
  <p:sldSz cx="12192000" cy="6858000"/>
  <p:notesSz cx="6858000" cy="9144000"/>
  <p:embeddedFontLst>
    <p:embeddedFont>
      <p:font typeface="Algerian" panose="04020705040A02060702" pitchFamily="82" charset="0"/>
      <p:regular r:id="rId12"/>
    </p:embeddedFont>
    <p:embeddedFont>
      <p:font typeface="Amasis MT Pro Medium" panose="02040604050005020304" pitchFamily="18" charset="0"/>
      <p:regular r:id="rId13"/>
    </p:embeddedFont>
    <p:embeddedFont>
      <p:font typeface="Brush Script MT" panose="03060802040406070304" pitchFamily="66" charset="0"/>
      <p:italic r:id="rId14"/>
    </p:embeddedFont>
    <p:embeddedFont>
      <p:font typeface="Share Tech" panose="020B0604020202020204" charset="0"/>
      <p:regular r:id="rId15"/>
    </p:embeddedFont>
  </p:embeddedFontLst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5D82"/>
    <a:srgbClr val="2B73CB"/>
    <a:srgbClr val="1F5391"/>
    <a:srgbClr val="4ADCF1"/>
    <a:srgbClr val="4D5AA5"/>
    <a:srgbClr val="163A67"/>
    <a:srgbClr val="101645"/>
    <a:srgbClr val="143660"/>
    <a:srgbClr val="112D4F"/>
    <a:srgbClr val="0E17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31" autoAdjust="0"/>
    <p:restoredTop sz="92679" autoAdjust="0"/>
  </p:normalViewPr>
  <p:slideViewPr>
    <p:cSldViewPr snapToGrid="0">
      <p:cViewPr varScale="1">
        <p:scale>
          <a:sx n="82" d="100"/>
          <a:sy n="82" d="100"/>
        </p:scale>
        <p:origin x="7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-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2768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-Slide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oup 82">
            <a:extLst>
              <a:ext uri="{FF2B5EF4-FFF2-40B4-BE49-F238E27FC236}">
                <a16:creationId xmlns:a16="http://schemas.microsoft.com/office/drawing/2014/main" id="{125C161D-3EB4-B27A-668D-75FBFB3F8290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59F96F3-BD79-F5D1-E86E-8966DC0AB2DA}"/>
                </a:ext>
              </a:extLst>
            </p:cNvPr>
            <p:cNvSpPr/>
            <p:nvPr userDrawn="1"/>
          </p:nvSpPr>
          <p:spPr>
            <a:xfrm>
              <a:off x="3999" y="100"/>
              <a:ext cx="12184003" cy="6857801"/>
            </a:xfrm>
            <a:custGeom>
              <a:avLst/>
              <a:gdLst>
                <a:gd name="connsiteX0" fmla="*/ 4519681 w 12184003"/>
                <a:gd name="connsiteY0" fmla="*/ 6701670 h 6857801"/>
                <a:gd name="connsiteX1" fmla="*/ 4565667 w 12184003"/>
                <a:gd name="connsiteY1" fmla="*/ 6747657 h 6857801"/>
                <a:gd name="connsiteX2" fmla="*/ 4552526 w 12184003"/>
                <a:gd name="connsiteY2" fmla="*/ 6780504 h 6857801"/>
                <a:gd name="connsiteX3" fmla="*/ 4530631 w 12184003"/>
                <a:gd name="connsiteY3" fmla="*/ 6789263 h 6857801"/>
                <a:gd name="connsiteX4" fmla="*/ 4530631 w 12184003"/>
                <a:gd name="connsiteY4" fmla="*/ 6857801 h 6857801"/>
                <a:gd name="connsiteX5" fmla="*/ 4508733 w 12184003"/>
                <a:gd name="connsiteY5" fmla="*/ 6857801 h 6857801"/>
                <a:gd name="connsiteX6" fmla="*/ 4508733 w 12184003"/>
                <a:gd name="connsiteY6" fmla="*/ 6789264 h 6857801"/>
                <a:gd name="connsiteX7" fmla="*/ 4486834 w 12184003"/>
                <a:gd name="connsiteY7" fmla="*/ 6780504 h 6857801"/>
                <a:gd name="connsiteX8" fmla="*/ 4473694 w 12184003"/>
                <a:gd name="connsiteY8" fmla="*/ 6747657 h 6857801"/>
                <a:gd name="connsiteX9" fmla="*/ 4519681 w 12184003"/>
                <a:gd name="connsiteY9" fmla="*/ 6701670 h 6857801"/>
                <a:gd name="connsiteX10" fmla="*/ 9438094 w 12184003"/>
                <a:gd name="connsiteY10" fmla="*/ 6688532 h 6857801"/>
                <a:gd name="connsiteX11" fmla="*/ 9438027 w 12184003"/>
                <a:gd name="connsiteY11" fmla="*/ 6725759 h 6857801"/>
                <a:gd name="connsiteX12" fmla="*/ 9656965 w 12184003"/>
                <a:gd name="connsiteY12" fmla="*/ 6725759 h 6857801"/>
                <a:gd name="connsiteX13" fmla="*/ 9619739 w 12184003"/>
                <a:gd name="connsiteY13" fmla="*/ 6688532 h 6857801"/>
                <a:gd name="connsiteX14" fmla="*/ 2485410 w 12184003"/>
                <a:gd name="connsiteY14" fmla="*/ 6688532 h 6857801"/>
                <a:gd name="connsiteX15" fmla="*/ 2448185 w 12184003"/>
                <a:gd name="connsiteY15" fmla="*/ 6725759 h 6857801"/>
                <a:gd name="connsiteX16" fmla="*/ 2667171 w 12184003"/>
                <a:gd name="connsiteY16" fmla="*/ 6725759 h 6857801"/>
                <a:gd name="connsiteX17" fmla="*/ 2667171 w 12184003"/>
                <a:gd name="connsiteY17" fmla="*/ 6688532 h 6857801"/>
                <a:gd name="connsiteX18" fmla="*/ 9028490 w 12184003"/>
                <a:gd name="connsiteY18" fmla="*/ 6668824 h 6857801"/>
                <a:gd name="connsiteX19" fmla="*/ 9028490 w 12184003"/>
                <a:gd name="connsiteY19" fmla="*/ 6710430 h 6857801"/>
                <a:gd name="connsiteX20" fmla="*/ 9106688 w 12184003"/>
                <a:gd name="connsiteY20" fmla="*/ 6788628 h 6857801"/>
                <a:gd name="connsiteX21" fmla="*/ 9129221 w 12184003"/>
                <a:gd name="connsiteY21" fmla="*/ 6779409 h 6857801"/>
                <a:gd name="connsiteX22" fmla="*/ 9145900 w 12184003"/>
                <a:gd name="connsiteY22" fmla="*/ 6786233 h 6857801"/>
                <a:gd name="connsiteX23" fmla="*/ 3076666 w 12184003"/>
                <a:gd name="connsiteY23" fmla="*/ 6668822 h 6857801"/>
                <a:gd name="connsiteX24" fmla="*/ 2959260 w 12184003"/>
                <a:gd name="connsiteY24" fmla="*/ 6786228 h 6857801"/>
                <a:gd name="connsiteX25" fmla="*/ 2975927 w 12184003"/>
                <a:gd name="connsiteY25" fmla="*/ 6779409 h 6857801"/>
                <a:gd name="connsiteX26" fmla="*/ 3000015 w 12184003"/>
                <a:gd name="connsiteY26" fmla="*/ 6789264 h 6857801"/>
                <a:gd name="connsiteX27" fmla="*/ 3000017 w 12184003"/>
                <a:gd name="connsiteY27" fmla="*/ 6789266 h 6857801"/>
                <a:gd name="connsiteX28" fmla="*/ 3076666 w 12184003"/>
                <a:gd name="connsiteY28" fmla="*/ 6712615 h 6857801"/>
                <a:gd name="connsiteX29" fmla="*/ 4887565 w 12184003"/>
                <a:gd name="connsiteY29" fmla="*/ 6603130 h 6857801"/>
                <a:gd name="connsiteX30" fmla="*/ 4920410 w 12184003"/>
                <a:gd name="connsiteY30" fmla="*/ 6635977 h 6857801"/>
                <a:gd name="connsiteX31" fmla="*/ 4911380 w 12184003"/>
                <a:gd name="connsiteY31" fmla="*/ 6658970 h 6857801"/>
                <a:gd name="connsiteX32" fmla="*/ 4896326 w 12184003"/>
                <a:gd name="connsiteY32" fmla="*/ 6665199 h 6857801"/>
                <a:gd name="connsiteX33" fmla="*/ 4896326 w 12184003"/>
                <a:gd name="connsiteY33" fmla="*/ 6857801 h 6857801"/>
                <a:gd name="connsiteX34" fmla="*/ 4878806 w 12184003"/>
                <a:gd name="connsiteY34" fmla="*/ 6857801 h 6857801"/>
                <a:gd name="connsiteX35" fmla="*/ 4878806 w 12184003"/>
                <a:gd name="connsiteY35" fmla="*/ 6665071 h 6857801"/>
                <a:gd name="connsiteX36" fmla="*/ 4864569 w 12184003"/>
                <a:gd name="connsiteY36" fmla="*/ 6658970 h 6857801"/>
                <a:gd name="connsiteX37" fmla="*/ 4854719 w 12184003"/>
                <a:gd name="connsiteY37" fmla="*/ 6635977 h 6857801"/>
                <a:gd name="connsiteX38" fmla="*/ 4887565 w 12184003"/>
                <a:gd name="connsiteY38" fmla="*/ 6603130 h 6857801"/>
                <a:gd name="connsiteX39" fmla="*/ 8945277 w 12184003"/>
                <a:gd name="connsiteY39" fmla="*/ 6585611 h 6857801"/>
                <a:gd name="connsiteX40" fmla="*/ 8945277 w 12184003"/>
                <a:gd name="connsiteY40" fmla="*/ 6627217 h 6857801"/>
                <a:gd name="connsiteX41" fmla="*/ 9006592 w 12184003"/>
                <a:gd name="connsiteY41" fmla="*/ 6688532 h 6857801"/>
                <a:gd name="connsiteX42" fmla="*/ 9006592 w 12184003"/>
                <a:gd name="connsiteY42" fmla="*/ 6646926 h 6857801"/>
                <a:gd name="connsiteX43" fmla="*/ 3162065 w 12184003"/>
                <a:gd name="connsiteY43" fmla="*/ 6583424 h 6857801"/>
                <a:gd name="connsiteX44" fmla="*/ 3098564 w 12184003"/>
                <a:gd name="connsiteY44" fmla="*/ 6646924 h 6857801"/>
                <a:gd name="connsiteX45" fmla="*/ 3098564 w 12184003"/>
                <a:gd name="connsiteY45" fmla="*/ 6690717 h 6857801"/>
                <a:gd name="connsiteX46" fmla="*/ 3162065 w 12184003"/>
                <a:gd name="connsiteY46" fmla="*/ 6627217 h 6857801"/>
                <a:gd name="connsiteX47" fmla="*/ 10316097 w 12184003"/>
                <a:gd name="connsiteY47" fmla="*/ 6432324 h 6857801"/>
                <a:gd name="connsiteX48" fmla="*/ 10548216 w 12184003"/>
                <a:gd name="connsiteY48" fmla="*/ 6664444 h 6857801"/>
                <a:gd name="connsiteX49" fmla="*/ 10594203 w 12184003"/>
                <a:gd name="connsiteY49" fmla="*/ 6664444 h 6857801"/>
                <a:gd name="connsiteX50" fmla="*/ 10362083 w 12184003"/>
                <a:gd name="connsiteY50" fmla="*/ 6432324 h 6857801"/>
                <a:gd name="connsiteX51" fmla="*/ 1743056 w 12184003"/>
                <a:gd name="connsiteY51" fmla="*/ 6432324 h 6857801"/>
                <a:gd name="connsiteX52" fmla="*/ 1510935 w 12184003"/>
                <a:gd name="connsiteY52" fmla="*/ 6664444 h 6857801"/>
                <a:gd name="connsiteX53" fmla="*/ 1556928 w 12184003"/>
                <a:gd name="connsiteY53" fmla="*/ 6664444 h 6857801"/>
                <a:gd name="connsiteX54" fmla="*/ 1789047 w 12184003"/>
                <a:gd name="connsiteY54" fmla="*/ 6432324 h 6857801"/>
                <a:gd name="connsiteX55" fmla="*/ 3109892 w 12184003"/>
                <a:gd name="connsiteY55" fmla="*/ 6429751 h 6857801"/>
                <a:gd name="connsiteX56" fmla="*/ 3098564 w 12184003"/>
                <a:gd name="connsiteY56" fmla="*/ 6434438 h 6857801"/>
                <a:gd name="connsiteX57" fmla="*/ 3098564 w 12184003"/>
                <a:gd name="connsiteY57" fmla="*/ 6441078 h 6857801"/>
                <a:gd name="connsiteX58" fmla="*/ 8997445 w 12184003"/>
                <a:gd name="connsiteY58" fmla="*/ 6429748 h 6857801"/>
                <a:gd name="connsiteX59" fmla="*/ 9006592 w 12184003"/>
                <a:gd name="connsiteY59" fmla="*/ 6438894 h 6857801"/>
                <a:gd name="connsiteX60" fmla="*/ 9006592 w 12184003"/>
                <a:gd name="connsiteY60" fmla="*/ 6433532 h 6857801"/>
                <a:gd name="connsiteX61" fmla="*/ 8945277 w 12184003"/>
                <a:gd name="connsiteY61" fmla="*/ 6402571 h 6857801"/>
                <a:gd name="connsiteX62" fmla="*/ 8945277 w 12184003"/>
                <a:gd name="connsiteY62" fmla="*/ 6552764 h 6857801"/>
                <a:gd name="connsiteX63" fmla="*/ 9006592 w 12184003"/>
                <a:gd name="connsiteY63" fmla="*/ 6614079 h 6857801"/>
                <a:gd name="connsiteX64" fmla="*/ 9006592 w 12184003"/>
                <a:gd name="connsiteY64" fmla="*/ 6463724 h 6857801"/>
                <a:gd name="connsiteX65" fmla="*/ 3162065 w 12184003"/>
                <a:gd name="connsiteY65" fmla="*/ 6401666 h 6857801"/>
                <a:gd name="connsiteX66" fmla="*/ 3098564 w 12184003"/>
                <a:gd name="connsiteY66" fmla="*/ 6465166 h 6857801"/>
                <a:gd name="connsiteX67" fmla="*/ 3098564 w 12184003"/>
                <a:gd name="connsiteY67" fmla="*/ 6614078 h 6857801"/>
                <a:gd name="connsiteX68" fmla="*/ 3162065 w 12184003"/>
                <a:gd name="connsiteY68" fmla="*/ 6550577 h 6857801"/>
                <a:gd name="connsiteX69" fmla="*/ 4756193 w 12184003"/>
                <a:gd name="connsiteY69" fmla="*/ 6388516 h 6857801"/>
                <a:gd name="connsiteX70" fmla="*/ 4743666 w 12184003"/>
                <a:gd name="connsiteY70" fmla="*/ 6401044 h 6857801"/>
                <a:gd name="connsiteX71" fmla="*/ 4751797 w 12184003"/>
                <a:gd name="connsiteY71" fmla="*/ 6421375 h 6857801"/>
                <a:gd name="connsiteX72" fmla="*/ 4738660 w 12184003"/>
                <a:gd name="connsiteY72" fmla="*/ 6454222 h 6857801"/>
                <a:gd name="connsiteX73" fmla="*/ 4718953 w 12184003"/>
                <a:gd name="connsiteY73" fmla="*/ 6462105 h 6857801"/>
                <a:gd name="connsiteX74" fmla="*/ 4718953 w 12184003"/>
                <a:gd name="connsiteY74" fmla="*/ 6765191 h 6857801"/>
                <a:gd name="connsiteX75" fmla="*/ 4756193 w 12184003"/>
                <a:gd name="connsiteY75" fmla="*/ 6727949 h 6857801"/>
                <a:gd name="connsiteX76" fmla="*/ 5835751 w 12184003"/>
                <a:gd name="connsiteY76" fmla="*/ 6375389 h 6857801"/>
                <a:gd name="connsiteX77" fmla="*/ 5868597 w 12184003"/>
                <a:gd name="connsiteY77" fmla="*/ 6408236 h 6857801"/>
                <a:gd name="connsiteX78" fmla="*/ 5858743 w 12184003"/>
                <a:gd name="connsiteY78" fmla="*/ 6431229 h 6857801"/>
                <a:gd name="connsiteX79" fmla="*/ 5848890 w 12184003"/>
                <a:gd name="connsiteY79" fmla="*/ 6435452 h 6857801"/>
                <a:gd name="connsiteX80" fmla="*/ 5848890 w 12184003"/>
                <a:gd name="connsiteY80" fmla="*/ 6857801 h 6857801"/>
                <a:gd name="connsiteX81" fmla="*/ 5833562 w 12184003"/>
                <a:gd name="connsiteY81" fmla="*/ 6857801 h 6857801"/>
                <a:gd name="connsiteX82" fmla="*/ 5833562 w 12184003"/>
                <a:gd name="connsiteY82" fmla="*/ 6474806 h 6857801"/>
                <a:gd name="connsiteX83" fmla="*/ 5820424 w 12184003"/>
                <a:gd name="connsiteY83" fmla="*/ 6480062 h 6857801"/>
                <a:gd name="connsiteX84" fmla="*/ 5820424 w 12184003"/>
                <a:gd name="connsiteY84" fmla="*/ 6857801 h 6857801"/>
                <a:gd name="connsiteX85" fmla="*/ 5798526 w 12184003"/>
                <a:gd name="connsiteY85" fmla="*/ 6857801 h 6857801"/>
                <a:gd name="connsiteX86" fmla="*/ 5798526 w 12184003"/>
                <a:gd name="connsiteY86" fmla="*/ 6485209 h 6857801"/>
                <a:gd name="connsiteX87" fmla="*/ 5770058 w 12184003"/>
                <a:gd name="connsiteY87" fmla="*/ 6473109 h 6857801"/>
                <a:gd name="connsiteX88" fmla="*/ 5756919 w 12184003"/>
                <a:gd name="connsiteY88" fmla="*/ 6441084 h 6857801"/>
                <a:gd name="connsiteX89" fmla="*/ 5802904 w 12184003"/>
                <a:gd name="connsiteY89" fmla="*/ 6395098 h 6857801"/>
                <a:gd name="connsiteX90" fmla="*/ 5807364 w 12184003"/>
                <a:gd name="connsiteY90" fmla="*/ 6396882 h 6857801"/>
                <a:gd name="connsiteX91" fmla="*/ 5811937 w 12184003"/>
                <a:gd name="connsiteY91" fmla="*/ 6385243 h 6857801"/>
                <a:gd name="connsiteX92" fmla="*/ 5835751 w 12184003"/>
                <a:gd name="connsiteY92" fmla="*/ 6375389 h 6857801"/>
                <a:gd name="connsiteX93" fmla="*/ 9438689 w 12184003"/>
                <a:gd name="connsiteY93" fmla="*/ 6355682 h 6857801"/>
                <a:gd name="connsiteX94" fmla="*/ 9438320 w 12184003"/>
                <a:gd name="connsiteY94" fmla="*/ 6561523 h 6857801"/>
                <a:gd name="connsiteX95" fmla="*/ 9750485 w 12184003"/>
                <a:gd name="connsiteY95" fmla="*/ 6561523 h 6857801"/>
                <a:gd name="connsiteX96" fmla="*/ 9545284 w 12184003"/>
                <a:gd name="connsiteY96" fmla="*/ 6355682 h 6857801"/>
                <a:gd name="connsiteX97" fmla="*/ 9247471 w 12184003"/>
                <a:gd name="connsiteY97" fmla="*/ 6355682 h 6857801"/>
                <a:gd name="connsiteX98" fmla="*/ 9247471 w 12184003"/>
                <a:gd name="connsiteY98" fmla="*/ 6404193 h 6857801"/>
                <a:gd name="connsiteX99" fmla="*/ 9394188 w 12184003"/>
                <a:gd name="connsiteY99" fmla="*/ 6550598 h 6857801"/>
                <a:gd name="connsiteX100" fmla="*/ 9394188 w 12184003"/>
                <a:gd name="connsiteY100" fmla="*/ 6355682 h 6857801"/>
                <a:gd name="connsiteX101" fmla="*/ 2713158 w 12184003"/>
                <a:gd name="connsiteY101" fmla="*/ 6355682 h 6857801"/>
                <a:gd name="connsiteX102" fmla="*/ 2713158 w 12184003"/>
                <a:gd name="connsiteY102" fmla="*/ 6548412 h 6857801"/>
                <a:gd name="connsiteX103" fmla="*/ 2857680 w 12184003"/>
                <a:gd name="connsiteY103" fmla="*/ 6404197 h 6857801"/>
                <a:gd name="connsiteX104" fmla="*/ 2857680 w 12184003"/>
                <a:gd name="connsiteY104" fmla="*/ 6355682 h 6857801"/>
                <a:gd name="connsiteX105" fmla="*/ 2562053 w 12184003"/>
                <a:gd name="connsiteY105" fmla="*/ 6355682 h 6857801"/>
                <a:gd name="connsiteX106" fmla="*/ 2356214 w 12184003"/>
                <a:gd name="connsiteY106" fmla="*/ 6561523 h 6857801"/>
                <a:gd name="connsiteX107" fmla="*/ 2667171 w 12184003"/>
                <a:gd name="connsiteY107" fmla="*/ 6561523 h 6857801"/>
                <a:gd name="connsiteX108" fmla="*/ 2667171 w 12184003"/>
                <a:gd name="connsiteY108" fmla="*/ 6355682 h 6857801"/>
                <a:gd name="connsiteX109" fmla="*/ 8945277 w 12184003"/>
                <a:gd name="connsiteY109" fmla="*/ 6349112 h 6857801"/>
                <a:gd name="connsiteX110" fmla="*/ 8945277 w 12184003"/>
                <a:gd name="connsiteY110" fmla="*/ 6377580 h 6857801"/>
                <a:gd name="connsiteX111" fmla="*/ 8976321 w 12184003"/>
                <a:gd name="connsiteY111" fmla="*/ 6408623 h 6857801"/>
                <a:gd name="connsiteX112" fmla="*/ 8969365 w 12184003"/>
                <a:gd name="connsiteY112" fmla="*/ 6391813 h 6857801"/>
                <a:gd name="connsiteX113" fmla="*/ 8974812 w 12184003"/>
                <a:gd name="connsiteY113" fmla="*/ 6378647 h 6857801"/>
                <a:gd name="connsiteX114" fmla="*/ 3162065 w 12184003"/>
                <a:gd name="connsiteY114" fmla="*/ 6346927 h 6857801"/>
                <a:gd name="connsiteX115" fmla="*/ 3131892 w 12184003"/>
                <a:gd name="connsiteY115" fmla="*/ 6377100 h 6857801"/>
                <a:gd name="connsiteX116" fmla="*/ 3137981 w 12184003"/>
                <a:gd name="connsiteY116" fmla="*/ 6391813 h 6857801"/>
                <a:gd name="connsiteX117" fmla="*/ 3131026 w 12184003"/>
                <a:gd name="connsiteY117" fmla="*/ 6408617 h 6857801"/>
                <a:gd name="connsiteX118" fmla="*/ 3162065 w 12184003"/>
                <a:gd name="connsiteY118" fmla="*/ 6377579 h 6857801"/>
                <a:gd name="connsiteX119" fmla="*/ 9798508 w 12184003"/>
                <a:gd name="connsiteY119" fmla="*/ 6298746 h 6857801"/>
                <a:gd name="connsiteX120" fmla="*/ 10127773 w 12184003"/>
                <a:gd name="connsiteY120" fmla="*/ 6629407 h 6857801"/>
                <a:gd name="connsiteX121" fmla="*/ 10250402 w 12184003"/>
                <a:gd name="connsiteY121" fmla="*/ 6629407 h 6857801"/>
                <a:gd name="connsiteX122" fmla="*/ 9940304 w 12184003"/>
                <a:gd name="connsiteY122" fmla="*/ 6319309 h 6857801"/>
                <a:gd name="connsiteX123" fmla="*/ 9931785 w 12184003"/>
                <a:gd name="connsiteY123" fmla="*/ 6322834 h 6857801"/>
                <a:gd name="connsiteX124" fmla="*/ 9900033 w 12184003"/>
                <a:gd name="connsiteY124" fmla="*/ 6309695 h 6857801"/>
                <a:gd name="connsiteX125" fmla="*/ 9895542 w 12184003"/>
                <a:gd name="connsiteY125" fmla="*/ 6298746 h 6857801"/>
                <a:gd name="connsiteX126" fmla="*/ 2209608 w 12184003"/>
                <a:gd name="connsiteY126" fmla="*/ 6298746 h 6857801"/>
                <a:gd name="connsiteX127" fmla="*/ 2205116 w 12184003"/>
                <a:gd name="connsiteY127" fmla="*/ 6309695 h 6857801"/>
                <a:gd name="connsiteX128" fmla="*/ 2173367 w 12184003"/>
                <a:gd name="connsiteY128" fmla="*/ 6322834 h 6857801"/>
                <a:gd name="connsiteX129" fmla="*/ 2164850 w 12184003"/>
                <a:gd name="connsiteY129" fmla="*/ 6319309 h 6857801"/>
                <a:gd name="connsiteX130" fmla="*/ 1854741 w 12184003"/>
                <a:gd name="connsiteY130" fmla="*/ 6629407 h 6857801"/>
                <a:gd name="connsiteX131" fmla="*/ 1977365 w 12184003"/>
                <a:gd name="connsiteY131" fmla="*/ 6629407 h 6857801"/>
                <a:gd name="connsiteX132" fmla="*/ 2308035 w 12184003"/>
                <a:gd name="connsiteY132" fmla="*/ 6298746 h 6857801"/>
                <a:gd name="connsiteX133" fmla="*/ 3144374 w 12184003"/>
                <a:gd name="connsiteY133" fmla="*/ 6182864 h 6857801"/>
                <a:gd name="connsiteX134" fmla="*/ 2892718 w 12184003"/>
                <a:gd name="connsiteY134" fmla="*/ 6434519 h 6857801"/>
                <a:gd name="connsiteX135" fmla="*/ 2892718 w 12184003"/>
                <a:gd name="connsiteY135" fmla="*/ 6476121 h 6857801"/>
                <a:gd name="connsiteX136" fmla="*/ 2713158 w 12184003"/>
                <a:gd name="connsiteY136" fmla="*/ 6655681 h 6857801"/>
                <a:gd name="connsiteX137" fmla="*/ 2713158 w 12184003"/>
                <a:gd name="connsiteY137" fmla="*/ 6725759 h 6857801"/>
                <a:gd name="connsiteX138" fmla="*/ 2813887 w 12184003"/>
                <a:gd name="connsiteY138" fmla="*/ 6725759 h 6857801"/>
                <a:gd name="connsiteX139" fmla="*/ 3076666 w 12184003"/>
                <a:gd name="connsiteY139" fmla="*/ 6462976 h 6857801"/>
                <a:gd name="connsiteX140" fmla="*/ 3076666 w 12184003"/>
                <a:gd name="connsiteY140" fmla="*/ 6429909 h 6857801"/>
                <a:gd name="connsiteX141" fmla="*/ 3061334 w 12184003"/>
                <a:gd name="connsiteY141" fmla="*/ 6423565 h 6857801"/>
                <a:gd name="connsiteX142" fmla="*/ 3061334 w 12184003"/>
                <a:gd name="connsiteY142" fmla="*/ 6360061 h 6857801"/>
                <a:gd name="connsiteX143" fmla="*/ 3093087 w 12184003"/>
                <a:gd name="connsiteY143" fmla="*/ 6346922 h 6857801"/>
                <a:gd name="connsiteX144" fmla="*/ 3118825 w 12184003"/>
                <a:gd name="connsiteY144" fmla="*/ 6357572 h 6857801"/>
                <a:gd name="connsiteX145" fmla="*/ 3162065 w 12184003"/>
                <a:gd name="connsiteY145" fmla="*/ 6314591 h 6857801"/>
                <a:gd name="connsiteX146" fmla="*/ 3162065 w 12184003"/>
                <a:gd name="connsiteY146" fmla="*/ 6225289 h 6857801"/>
                <a:gd name="connsiteX147" fmla="*/ 3148925 w 12184003"/>
                <a:gd name="connsiteY147" fmla="*/ 6219913 h 6857801"/>
                <a:gd name="connsiteX148" fmla="*/ 3139070 w 12184003"/>
                <a:gd name="connsiteY148" fmla="*/ 6195826 h 6857801"/>
                <a:gd name="connsiteX149" fmla="*/ 8959258 w 12184003"/>
                <a:gd name="connsiteY149" fmla="*/ 6179149 h 6857801"/>
                <a:gd name="connsiteX150" fmla="*/ 8966081 w 12184003"/>
                <a:gd name="connsiteY150" fmla="*/ 6195826 h 6857801"/>
                <a:gd name="connsiteX151" fmla="*/ 8956227 w 12184003"/>
                <a:gd name="connsiteY151" fmla="*/ 6219913 h 6857801"/>
                <a:gd name="connsiteX152" fmla="*/ 8945277 w 12184003"/>
                <a:gd name="connsiteY152" fmla="*/ 6224393 h 6857801"/>
                <a:gd name="connsiteX153" fmla="*/ 8945277 w 12184003"/>
                <a:gd name="connsiteY153" fmla="*/ 6316763 h 6857801"/>
                <a:gd name="connsiteX154" fmla="*/ 8986974 w 12184003"/>
                <a:gd name="connsiteY154" fmla="*/ 6358211 h 6857801"/>
                <a:gd name="connsiteX155" fmla="*/ 9014256 w 12184003"/>
                <a:gd name="connsiteY155" fmla="*/ 6346922 h 6857801"/>
                <a:gd name="connsiteX156" fmla="*/ 9046009 w 12184003"/>
                <a:gd name="connsiteY156" fmla="*/ 6360061 h 6857801"/>
                <a:gd name="connsiteX157" fmla="*/ 9046009 w 12184003"/>
                <a:gd name="connsiteY157" fmla="*/ 6423565 h 6857801"/>
                <a:gd name="connsiteX158" fmla="*/ 9028490 w 12184003"/>
                <a:gd name="connsiteY158" fmla="*/ 6430814 h 6857801"/>
                <a:gd name="connsiteX159" fmla="*/ 9028490 w 12184003"/>
                <a:gd name="connsiteY159" fmla="*/ 6460792 h 6857801"/>
                <a:gd name="connsiteX160" fmla="*/ 9293456 w 12184003"/>
                <a:gd name="connsiteY160" fmla="*/ 6725759 h 6857801"/>
                <a:gd name="connsiteX161" fmla="*/ 9394188 w 12184003"/>
                <a:gd name="connsiteY161" fmla="*/ 6725759 h 6857801"/>
                <a:gd name="connsiteX162" fmla="*/ 9394188 w 12184003"/>
                <a:gd name="connsiteY162" fmla="*/ 6657555 h 6857801"/>
                <a:gd name="connsiteX163" fmla="*/ 9214624 w 12184003"/>
                <a:gd name="connsiteY163" fmla="*/ 6476121 h 6857801"/>
                <a:gd name="connsiteX164" fmla="*/ 9214624 w 12184003"/>
                <a:gd name="connsiteY164" fmla="*/ 6434514 h 6857801"/>
                <a:gd name="connsiteX165" fmla="*/ 9439097 w 12184003"/>
                <a:gd name="connsiteY165" fmla="*/ 6127940 h 6857801"/>
                <a:gd name="connsiteX166" fmla="*/ 9438989 w 12184003"/>
                <a:gd name="connsiteY166" fmla="*/ 6188072 h 6857801"/>
                <a:gd name="connsiteX167" fmla="*/ 9527765 w 12184003"/>
                <a:gd name="connsiteY167" fmla="*/ 6276848 h 6857801"/>
                <a:gd name="connsiteX168" fmla="*/ 9752093 w 12184003"/>
                <a:gd name="connsiteY168" fmla="*/ 6275622 h 6857801"/>
                <a:gd name="connsiteX169" fmla="*/ 9619527 w 12184003"/>
                <a:gd name="connsiteY169" fmla="*/ 6143057 h 6857801"/>
                <a:gd name="connsiteX170" fmla="*/ 9610978 w 12184003"/>
                <a:gd name="connsiteY170" fmla="*/ 6146554 h 6857801"/>
                <a:gd name="connsiteX171" fmla="*/ 9586890 w 12184003"/>
                <a:gd name="connsiteY171" fmla="*/ 6136700 h 6857801"/>
                <a:gd name="connsiteX172" fmla="*/ 9583307 w 12184003"/>
                <a:gd name="connsiteY172" fmla="*/ 6127940 h 6857801"/>
                <a:gd name="connsiteX173" fmla="*/ 9378857 w 12184003"/>
                <a:gd name="connsiteY173" fmla="*/ 6127940 h 6857801"/>
                <a:gd name="connsiteX174" fmla="*/ 9394188 w 12184003"/>
                <a:gd name="connsiteY174" fmla="*/ 6143271 h 6857801"/>
                <a:gd name="connsiteX175" fmla="*/ 9394188 w 12184003"/>
                <a:gd name="connsiteY175" fmla="*/ 6127940 h 6857801"/>
                <a:gd name="connsiteX176" fmla="*/ 2713158 w 12184003"/>
                <a:gd name="connsiteY176" fmla="*/ 6127940 h 6857801"/>
                <a:gd name="connsiteX177" fmla="*/ 2713158 w 12184003"/>
                <a:gd name="connsiteY177" fmla="*/ 6142813 h 6857801"/>
                <a:gd name="connsiteX178" fmla="*/ 2727983 w 12184003"/>
                <a:gd name="connsiteY178" fmla="*/ 6127940 h 6857801"/>
                <a:gd name="connsiteX179" fmla="*/ 2521838 w 12184003"/>
                <a:gd name="connsiteY179" fmla="*/ 6127940 h 6857801"/>
                <a:gd name="connsiteX180" fmla="*/ 2518254 w 12184003"/>
                <a:gd name="connsiteY180" fmla="*/ 6136700 h 6857801"/>
                <a:gd name="connsiteX181" fmla="*/ 2494167 w 12184003"/>
                <a:gd name="connsiteY181" fmla="*/ 6146554 h 6857801"/>
                <a:gd name="connsiteX182" fmla="*/ 2487126 w 12184003"/>
                <a:gd name="connsiteY182" fmla="*/ 6143674 h 6857801"/>
                <a:gd name="connsiteX183" fmla="*/ 2354618 w 12184003"/>
                <a:gd name="connsiteY183" fmla="*/ 6275625 h 6857801"/>
                <a:gd name="connsiteX184" fmla="*/ 2579577 w 12184003"/>
                <a:gd name="connsiteY184" fmla="*/ 6276848 h 6857801"/>
                <a:gd name="connsiteX185" fmla="*/ 2667171 w 12184003"/>
                <a:gd name="connsiteY185" fmla="*/ 6188956 h 6857801"/>
                <a:gd name="connsiteX186" fmla="*/ 2667171 w 12184003"/>
                <a:gd name="connsiteY186" fmla="*/ 6127940 h 6857801"/>
                <a:gd name="connsiteX187" fmla="*/ 2857680 w 12184003"/>
                <a:gd name="connsiteY187" fmla="*/ 6070744 h 6857801"/>
                <a:gd name="connsiteX188" fmla="*/ 2800746 w 12184003"/>
                <a:gd name="connsiteY188" fmla="*/ 6127940 h 6857801"/>
                <a:gd name="connsiteX189" fmla="*/ 2759145 w 12184003"/>
                <a:gd name="connsiteY189" fmla="*/ 6127940 h 6857801"/>
                <a:gd name="connsiteX190" fmla="*/ 2713158 w 12184003"/>
                <a:gd name="connsiteY190" fmla="*/ 6173927 h 6857801"/>
                <a:gd name="connsiteX191" fmla="*/ 2713158 w 12184003"/>
                <a:gd name="connsiteY191" fmla="*/ 6322834 h 6857801"/>
                <a:gd name="connsiteX192" fmla="*/ 2857680 w 12184003"/>
                <a:gd name="connsiteY192" fmla="*/ 6322834 h 6857801"/>
                <a:gd name="connsiteX193" fmla="*/ 9247471 w 12184003"/>
                <a:gd name="connsiteY193" fmla="*/ 6068815 h 6857801"/>
                <a:gd name="connsiteX194" fmla="*/ 9247471 w 12184003"/>
                <a:gd name="connsiteY194" fmla="*/ 6322834 h 6857801"/>
                <a:gd name="connsiteX195" fmla="*/ 9394188 w 12184003"/>
                <a:gd name="connsiteY195" fmla="*/ 6322834 h 6857801"/>
                <a:gd name="connsiteX196" fmla="*/ 9394188 w 12184003"/>
                <a:gd name="connsiteY196" fmla="*/ 6175702 h 6857801"/>
                <a:gd name="connsiteX197" fmla="*/ 9346587 w 12184003"/>
                <a:gd name="connsiteY197" fmla="*/ 6127940 h 6857801"/>
                <a:gd name="connsiteX198" fmla="*/ 9306595 w 12184003"/>
                <a:gd name="connsiteY198" fmla="*/ 6127940 h 6857801"/>
                <a:gd name="connsiteX199" fmla="*/ 2857680 w 12184003"/>
                <a:gd name="connsiteY199" fmla="*/ 6029406 h 6857801"/>
                <a:gd name="connsiteX200" fmla="*/ 2776665 w 12184003"/>
                <a:gd name="connsiteY200" fmla="*/ 6110422 h 6857801"/>
                <a:gd name="connsiteX201" fmla="*/ 2794177 w 12184003"/>
                <a:gd name="connsiteY201" fmla="*/ 6110422 h 6857801"/>
                <a:gd name="connsiteX202" fmla="*/ 2857680 w 12184003"/>
                <a:gd name="connsiteY202" fmla="*/ 6046918 h 6857801"/>
                <a:gd name="connsiteX203" fmla="*/ 9247471 w 12184003"/>
                <a:gd name="connsiteY203" fmla="*/ 6028487 h 6857801"/>
                <a:gd name="connsiteX204" fmla="*/ 9247471 w 12184003"/>
                <a:gd name="connsiteY204" fmla="*/ 6045031 h 6857801"/>
                <a:gd name="connsiteX205" fmla="*/ 9313165 w 12184003"/>
                <a:gd name="connsiteY205" fmla="*/ 6110422 h 6857801"/>
                <a:gd name="connsiteX206" fmla="*/ 9329129 w 12184003"/>
                <a:gd name="connsiteY206" fmla="*/ 6110422 h 6857801"/>
                <a:gd name="connsiteX207" fmla="*/ 3442365 w 12184003"/>
                <a:gd name="connsiteY207" fmla="*/ 5946181 h 6857801"/>
                <a:gd name="connsiteX208" fmla="*/ 3202824 w 12184003"/>
                <a:gd name="connsiteY208" fmla="*/ 6185724 h 6857801"/>
                <a:gd name="connsiteX209" fmla="*/ 3206953 w 12184003"/>
                <a:gd name="connsiteY209" fmla="*/ 6195826 h 6857801"/>
                <a:gd name="connsiteX210" fmla="*/ 3197101 w 12184003"/>
                <a:gd name="connsiteY210" fmla="*/ 6219913 h 6857801"/>
                <a:gd name="connsiteX211" fmla="*/ 3179491 w 12184003"/>
                <a:gd name="connsiteY211" fmla="*/ 6227117 h 6857801"/>
                <a:gd name="connsiteX212" fmla="*/ 3179127 w 12184003"/>
                <a:gd name="connsiteY212" fmla="*/ 6297632 h 6857801"/>
                <a:gd name="connsiteX213" fmla="*/ 3442365 w 12184003"/>
                <a:gd name="connsiteY213" fmla="*/ 6035969 h 6857801"/>
                <a:gd name="connsiteX214" fmla="*/ 8662916 w 12184003"/>
                <a:gd name="connsiteY214" fmla="*/ 5944120 h 6857801"/>
                <a:gd name="connsiteX215" fmla="*/ 8662792 w 12184003"/>
                <a:gd name="connsiteY215" fmla="*/ 6035969 h 6857801"/>
                <a:gd name="connsiteX216" fmla="*/ 8927760 w 12184003"/>
                <a:gd name="connsiteY216" fmla="*/ 6299350 h 6857801"/>
                <a:gd name="connsiteX217" fmla="*/ 8927760 w 12184003"/>
                <a:gd name="connsiteY217" fmla="*/ 6227975 h 6857801"/>
                <a:gd name="connsiteX218" fmla="*/ 8908051 w 12184003"/>
                <a:gd name="connsiteY218" fmla="*/ 6219913 h 6857801"/>
                <a:gd name="connsiteX219" fmla="*/ 8898196 w 12184003"/>
                <a:gd name="connsiteY219" fmla="*/ 6195826 h 6857801"/>
                <a:gd name="connsiteX220" fmla="*/ 8902965 w 12184003"/>
                <a:gd name="connsiteY220" fmla="*/ 6184168 h 6857801"/>
                <a:gd name="connsiteX221" fmla="*/ 8165705 w 12184003"/>
                <a:gd name="connsiteY221" fmla="*/ 5917719 h 6857801"/>
                <a:gd name="connsiteX222" fmla="*/ 8238476 w 12184003"/>
                <a:gd name="connsiteY222" fmla="*/ 5990490 h 6857801"/>
                <a:gd name="connsiteX223" fmla="*/ 8339710 w 12184003"/>
                <a:gd name="connsiteY223" fmla="*/ 5990133 h 6857801"/>
                <a:gd name="connsiteX224" fmla="*/ 8347460 w 12184003"/>
                <a:gd name="connsiteY224" fmla="*/ 5970275 h 6857801"/>
                <a:gd name="connsiteX225" fmla="*/ 8410964 w 12184003"/>
                <a:gd name="connsiteY225" fmla="*/ 5970275 h 6857801"/>
                <a:gd name="connsiteX226" fmla="*/ 8424104 w 12184003"/>
                <a:gd name="connsiteY226" fmla="*/ 6002027 h 6857801"/>
                <a:gd name="connsiteX227" fmla="*/ 8415450 w 12184003"/>
                <a:gd name="connsiteY227" fmla="*/ 6022936 h 6857801"/>
                <a:gd name="connsiteX228" fmla="*/ 8927760 w 12184003"/>
                <a:gd name="connsiteY228" fmla="*/ 6535246 h 6857801"/>
                <a:gd name="connsiteX229" fmla="*/ 8927760 w 12184003"/>
                <a:gd name="connsiteY229" fmla="*/ 6385100 h 6857801"/>
                <a:gd name="connsiteX230" fmla="*/ 8478319 w 12184003"/>
                <a:gd name="connsiteY230" fmla="*/ 5936847 h 6857801"/>
                <a:gd name="connsiteX231" fmla="*/ 8463519 w 12184003"/>
                <a:gd name="connsiteY231" fmla="*/ 5942902 h 6857801"/>
                <a:gd name="connsiteX232" fmla="*/ 8439432 w 12184003"/>
                <a:gd name="connsiteY232" fmla="*/ 5933047 h 6857801"/>
                <a:gd name="connsiteX233" fmla="*/ 8433161 w 12184003"/>
                <a:gd name="connsiteY233" fmla="*/ 5917719 h 6857801"/>
                <a:gd name="connsiteX234" fmla="*/ 3674165 w 12184003"/>
                <a:gd name="connsiteY234" fmla="*/ 5917719 h 6857801"/>
                <a:gd name="connsiteX235" fmla="*/ 3667894 w 12184003"/>
                <a:gd name="connsiteY235" fmla="*/ 5933047 h 6857801"/>
                <a:gd name="connsiteX236" fmla="*/ 3643806 w 12184003"/>
                <a:gd name="connsiteY236" fmla="*/ 5942902 h 6857801"/>
                <a:gd name="connsiteX237" fmla="*/ 3627494 w 12184003"/>
                <a:gd name="connsiteY237" fmla="*/ 5936227 h 6857801"/>
                <a:gd name="connsiteX238" fmla="*/ 3178677 w 12184003"/>
                <a:gd name="connsiteY238" fmla="*/ 6385056 h 6857801"/>
                <a:gd name="connsiteX239" fmla="*/ 3177905 w 12184003"/>
                <a:gd name="connsiteY239" fmla="*/ 6534738 h 6857801"/>
                <a:gd name="connsiteX240" fmla="*/ 3691241 w 12184003"/>
                <a:gd name="connsiteY240" fmla="*/ 6021389 h 6857801"/>
                <a:gd name="connsiteX241" fmla="*/ 3683225 w 12184003"/>
                <a:gd name="connsiteY241" fmla="*/ 6002027 h 6857801"/>
                <a:gd name="connsiteX242" fmla="*/ 3696366 w 12184003"/>
                <a:gd name="connsiteY242" fmla="*/ 5970275 h 6857801"/>
                <a:gd name="connsiteX243" fmla="*/ 3759873 w 12184003"/>
                <a:gd name="connsiteY243" fmla="*/ 5970275 h 6857801"/>
                <a:gd name="connsiteX244" fmla="*/ 3767624 w 12184003"/>
                <a:gd name="connsiteY244" fmla="*/ 5990141 h 6857801"/>
                <a:gd name="connsiteX245" fmla="*/ 3866662 w 12184003"/>
                <a:gd name="connsiteY245" fmla="*/ 5990490 h 6857801"/>
                <a:gd name="connsiteX246" fmla="*/ 3939434 w 12184003"/>
                <a:gd name="connsiteY246" fmla="*/ 5917719 h 6857801"/>
                <a:gd name="connsiteX247" fmla="*/ 3431411 w 12184003"/>
                <a:gd name="connsiteY247" fmla="*/ 5895827 h 6857801"/>
                <a:gd name="connsiteX248" fmla="*/ 3160051 w 12184003"/>
                <a:gd name="connsiteY248" fmla="*/ 6167185 h 6857801"/>
                <a:gd name="connsiteX249" fmla="*/ 3173014 w 12184003"/>
                <a:gd name="connsiteY249" fmla="*/ 6161883 h 6857801"/>
                <a:gd name="connsiteX250" fmla="*/ 3193993 w 12184003"/>
                <a:gd name="connsiteY250" fmla="*/ 6170467 h 6857801"/>
                <a:gd name="connsiteX251" fmla="*/ 3431411 w 12184003"/>
                <a:gd name="connsiteY251" fmla="*/ 5933047 h 6857801"/>
                <a:gd name="connsiteX252" fmla="*/ 8673742 w 12184003"/>
                <a:gd name="connsiteY252" fmla="*/ 5893632 h 6857801"/>
                <a:gd name="connsiteX253" fmla="*/ 8673742 w 12184003"/>
                <a:gd name="connsiteY253" fmla="*/ 5933047 h 6857801"/>
                <a:gd name="connsiteX254" fmla="*/ 8912527 w 12184003"/>
                <a:gd name="connsiteY254" fmla="*/ 6169907 h 6857801"/>
                <a:gd name="connsiteX255" fmla="*/ 8932139 w 12184003"/>
                <a:gd name="connsiteY255" fmla="*/ 6161883 h 6857801"/>
                <a:gd name="connsiteX256" fmla="*/ 8948814 w 12184003"/>
                <a:gd name="connsiteY256" fmla="*/ 6168705 h 6857801"/>
                <a:gd name="connsiteX257" fmla="*/ 5826992 w 12184003"/>
                <a:gd name="connsiteY257" fmla="*/ 5865164 h 6857801"/>
                <a:gd name="connsiteX258" fmla="*/ 5826992 w 12184003"/>
                <a:gd name="connsiteY258" fmla="*/ 5902390 h 6857801"/>
                <a:gd name="connsiteX259" fmla="*/ 5717503 w 12184003"/>
                <a:gd name="connsiteY259" fmla="*/ 6011880 h 6857801"/>
                <a:gd name="connsiteX260" fmla="*/ 6045972 w 12184003"/>
                <a:gd name="connsiteY260" fmla="*/ 6340353 h 6857801"/>
                <a:gd name="connsiteX261" fmla="*/ 6045972 w 12184003"/>
                <a:gd name="connsiteY261" fmla="*/ 6084144 h 6857801"/>
                <a:gd name="connsiteX262" fmla="*/ 8673742 w 12184003"/>
                <a:gd name="connsiteY262" fmla="*/ 5821370 h 6857801"/>
                <a:gd name="connsiteX263" fmla="*/ 8673742 w 12184003"/>
                <a:gd name="connsiteY263" fmla="*/ 5831681 h 6857801"/>
                <a:gd name="connsiteX264" fmla="*/ 9214624 w 12184003"/>
                <a:gd name="connsiteY264" fmla="*/ 6371415 h 6857801"/>
                <a:gd name="connsiteX265" fmla="*/ 9214624 w 12184003"/>
                <a:gd name="connsiteY265" fmla="*/ 6355682 h 6857801"/>
                <a:gd name="connsiteX266" fmla="*/ 9208053 w 12184003"/>
                <a:gd name="connsiteY266" fmla="*/ 6355682 h 6857801"/>
                <a:gd name="connsiteX267" fmla="*/ 3431411 w 12184003"/>
                <a:gd name="connsiteY267" fmla="*/ 5821368 h 6857801"/>
                <a:gd name="connsiteX268" fmla="*/ 2897097 w 12184003"/>
                <a:gd name="connsiteY268" fmla="*/ 6355682 h 6857801"/>
                <a:gd name="connsiteX269" fmla="*/ 2892718 w 12184003"/>
                <a:gd name="connsiteY269" fmla="*/ 6355682 h 6857801"/>
                <a:gd name="connsiteX270" fmla="*/ 2892718 w 12184003"/>
                <a:gd name="connsiteY270" fmla="*/ 6369235 h 6857801"/>
                <a:gd name="connsiteX271" fmla="*/ 3431411 w 12184003"/>
                <a:gd name="connsiteY271" fmla="*/ 5831685 h 6857801"/>
                <a:gd name="connsiteX272" fmla="*/ 5754729 w 12184003"/>
                <a:gd name="connsiteY272" fmla="*/ 5792900 h 6857801"/>
                <a:gd name="connsiteX273" fmla="*/ 5626628 w 12184003"/>
                <a:gd name="connsiteY273" fmla="*/ 5921004 h 6857801"/>
                <a:gd name="connsiteX274" fmla="*/ 5693415 w 12184003"/>
                <a:gd name="connsiteY274" fmla="*/ 5987793 h 6857801"/>
                <a:gd name="connsiteX275" fmla="*/ 5794146 w 12184003"/>
                <a:gd name="connsiteY275" fmla="*/ 5887062 h 6857801"/>
                <a:gd name="connsiteX276" fmla="*/ 5794146 w 12184003"/>
                <a:gd name="connsiteY276" fmla="*/ 5832316 h 6857801"/>
                <a:gd name="connsiteX277" fmla="*/ 7701466 w 12184003"/>
                <a:gd name="connsiteY277" fmla="*/ 5771002 h 6857801"/>
                <a:gd name="connsiteX278" fmla="*/ 7701466 w 12184003"/>
                <a:gd name="connsiteY278" fmla="*/ 5933048 h 6857801"/>
                <a:gd name="connsiteX279" fmla="*/ 7760590 w 12184003"/>
                <a:gd name="connsiteY279" fmla="*/ 5992173 h 6857801"/>
                <a:gd name="connsiteX280" fmla="*/ 7922068 w 12184003"/>
                <a:gd name="connsiteY280" fmla="*/ 5991604 h 6857801"/>
                <a:gd name="connsiteX281" fmla="*/ 4403638 w 12184003"/>
                <a:gd name="connsiteY281" fmla="*/ 5771002 h 6857801"/>
                <a:gd name="connsiteX282" fmla="*/ 4183079 w 12184003"/>
                <a:gd name="connsiteY282" fmla="*/ 5991605 h 6857801"/>
                <a:gd name="connsiteX283" fmla="*/ 4344509 w 12184003"/>
                <a:gd name="connsiteY283" fmla="*/ 5992173 h 6857801"/>
                <a:gd name="connsiteX284" fmla="*/ 4403638 w 12184003"/>
                <a:gd name="connsiteY284" fmla="*/ 5933047 h 6857801"/>
                <a:gd name="connsiteX285" fmla="*/ 5826992 w 12184003"/>
                <a:gd name="connsiteY285" fmla="*/ 5742535 h 6857801"/>
                <a:gd name="connsiteX286" fmla="*/ 5826992 w 12184003"/>
                <a:gd name="connsiteY286" fmla="*/ 5816989 h 6857801"/>
                <a:gd name="connsiteX287" fmla="*/ 6081009 w 12184003"/>
                <a:gd name="connsiteY287" fmla="*/ 6071006 h 6857801"/>
                <a:gd name="connsiteX288" fmla="*/ 6081009 w 12184003"/>
                <a:gd name="connsiteY288" fmla="*/ 6375390 h 6857801"/>
                <a:gd name="connsiteX289" fmla="*/ 6087577 w 12184003"/>
                <a:gd name="connsiteY289" fmla="*/ 6381959 h 6857801"/>
                <a:gd name="connsiteX290" fmla="*/ 6087577 w 12184003"/>
                <a:gd name="connsiteY290" fmla="*/ 6003122 h 6857801"/>
                <a:gd name="connsiteX291" fmla="*/ 5931007 w 12184003"/>
                <a:gd name="connsiteY291" fmla="*/ 5846550 h 6857801"/>
                <a:gd name="connsiteX292" fmla="*/ 5915679 w 12184003"/>
                <a:gd name="connsiteY292" fmla="*/ 5839981 h 6857801"/>
                <a:gd name="connsiteX293" fmla="*/ 5909108 w 12184003"/>
                <a:gd name="connsiteY293" fmla="*/ 5824652 h 6857801"/>
                <a:gd name="connsiteX294" fmla="*/ 5791956 w 12184003"/>
                <a:gd name="connsiteY294" fmla="*/ 5707498 h 6857801"/>
                <a:gd name="connsiteX295" fmla="*/ 5791956 w 12184003"/>
                <a:gd name="connsiteY295" fmla="*/ 5755673 h 6857801"/>
                <a:gd name="connsiteX296" fmla="*/ 5778817 w 12184003"/>
                <a:gd name="connsiteY296" fmla="*/ 5768813 h 6857801"/>
                <a:gd name="connsiteX297" fmla="*/ 5794146 w 12184003"/>
                <a:gd name="connsiteY297" fmla="*/ 5784141 h 6857801"/>
                <a:gd name="connsiteX298" fmla="*/ 5794146 w 12184003"/>
                <a:gd name="connsiteY298" fmla="*/ 5709686 h 6857801"/>
                <a:gd name="connsiteX299" fmla="*/ 6731382 w 12184003"/>
                <a:gd name="connsiteY299" fmla="*/ 5696549 h 6857801"/>
                <a:gd name="connsiteX300" fmla="*/ 6731382 w 12184003"/>
                <a:gd name="connsiteY300" fmla="*/ 6007501 h 6857801"/>
                <a:gd name="connsiteX301" fmla="*/ 6845251 w 12184003"/>
                <a:gd name="connsiteY301" fmla="*/ 5893631 h 6857801"/>
                <a:gd name="connsiteX302" fmla="*/ 6845251 w 12184003"/>
                <a:gd name="connsiteY302" fmla="*/ 5810419 h 6857801"/>
                <a:gd name="connsiteX303" fmla="*/ 8900342 w 12184003"/>
                <a:gd name="connsiteY303" fmla="*/ 5680182 h 6857801"/>
                <a:gd name="connsiteX304" fmla="*/ 8887248 w 12184003"/>
                <a:gd name="connsiteY304" fmla="*/ 5685600 h 6857801"/>
                <a:gd name="connsiteX305" fmla="*/ 8885755 w 12184003"/>
                <a:gd name="connsiteY305" fmla="*/ 5684981 h 6857801"/>
                <a:gd name="connsiteX306" fmla="*/ 9214624 w 12184003"/>
                <a:gd name="connsiteY306" fmla="*/ 6012335 h 6857801"/>
                <a:gd name="connsiteX307" fmla="*/ 9214624 w 12184003"/>
                <a:gd name="connsiteY307" fmla="*/ 5995529 h 6857801"/>
                <a:gd name="connsiteX308" fmla="*/ 3206934 w 12184003"/>
                <a:gd name="connsiteY308" fmla="*/ 5680152 h 6857801"/>
                <a:gd name="connsiteX309" fmla="*/ 2892718 w 12184003"/>
                <a:gd name="connsiteY309" fmla="*/ 5994369 h 6857801"/>
                <a:gd name="connsiteX310" fmla="*/ 2892718 w 12184003"/>
                <a:gd name="connsiteY310" fmla="*/ 6011881 h 6857801"/>
                <a:gd name="connsiteX311" fmla="*/ 3219322 w 12184003"/>
                <a:gd name="connsiteY311" fmla="*/ 5685278 h 6857801"/>
                <a:gd name="connsiteX312" fmla="*/ 7725554 w 12184003"/>
                <a:gd name="connsiteY312" fmla="*/ 5643039 h 6857801"/>
                <a:gd name="connsiteX313" fmla="*/ 7725554 w 12184003"/>
                <a:gd name="connsiteY313" fmla="*/ 5762243 h 6857801"/>
                <a:gd name="connsiteX314" fmla="*/ 7954004 w 12184003"/>
                <a:gd name="connsiteY314" fmla="*/ 5991492 h 6857801"/>
                <a:gd name="connsiteX315" fmla="*/ 8214472 w 12184003"/>
                <a:gd name="connsiteY315" fmla="*/ 5990574 h 6857801"/>
                <a:gd name="connsiteX316" fmla="*/ 8141618 w 12184003"/>
                <a:gd name="connsiteY316" fmla="*/ 5917719 h 6857801"/>
                <a:gd name="connsiteX317" fmla="*/ 7999280 w 12184003"/>
                <a:gd name="connsiteY317" fmla="*/ 5917719 h 6857801"/>
                <a:gd name="connsiteX318" fmla="*/ 4381738 w 12184003"/>
                <a:gd name="connsiteY318" fmla="*/ 5641802 h 6857801"/>
                <a:gd name="connsiteX319" fmla="*/ 4105864 w 12184003"/>
                <a:gd name="connsiteY319" fmla="*/ 5917719 h 6857801"/>
                <a:gd name="connsiteX320" fmla="*/ 3963523 w 12184003"/>
                <a:gd name="connsiteY320" fmla="*/ 5917719 h 6857801"/>
                <a:gd name="connsiteX321" fmla="*/ 3890667 w 12184003"/>
                <a:gd name="connsiteY321" fmla="*/ 5990574 h 6857801"/>
                <a:gd name="connsiteX322" fmla="*/ 4152527 w 12184003"/>
                <a:gd name="connsiteY322" fmla="*/ 5991497 h 6857801"/>
                <a:gd name="connsiteX323" fmla="*/ 4381738 w 12184003"/>
                <a:gd name="connsiteY323" fmla="*/ 5762243 h 6857801"/>
                <a:gd name="connsiteX324" fmla="*/ 5301440 w 12184003"/>
                <a:gd name="connsiteY324" fmla="*/ 5626475 h 6857801"/>
                <a:gd name="connsiteX325" fmla="*/ 5301440 w 12184003"/>
                <a:gd name="connsiteY325" fmla="*/ 5843265 h 6857801"/>
                <a:gd name="connsiteX326" fmla="*/ 5239953 w 12184003"/>
                <a:gd name="connsiteY326" fmla="*/ 5904755 h 6857801"/>
                <a:gd name="connsiteX327" fmla="*/ 5241218 w 12184003"/>
                <a:gd name="connsiteY327" fmla="*/ 5905402 h 6857801"/>
                <a:gd name="connsiteX328" fmla="*/ 5251070 w 12184003"/>
                <a:gd name="connsiteY328" fmla="*/ 5928668 h 6857801"/>
                <a:gd name="connsiteX329" fmla="*/ 5242040 w 12184003"/>
                <a:gd name="connsiteY329" fmla="*/ 5951662 h 6857801"/>
                <a:gd name="connsiteX330" fmla="*/ 5226985 w 12184003"/>
                <a:gd name="connsiteY330" fmla="*/ 5957891 h 6857801"/>
                <a:gd name="connsiteX331" fmla="*/ 5226985 w 12184003"/>
                <a:gd name="connsiteY331" fmla="*/ 6180496 h 6857801"/>
                <a:gd name="connsiteX332" fmla="*/ 5448158 w 12184003"/>
                <a:gd name="connsiteY332" fmla="*/ 5959325 h 6857801"/>
                <a:gd name="connsiteX333" fmla="*/ 5448158 w 12184003"/>
                <a:gd name="connsiteY333" fmla="*/ 5788521 h 6857801"/>
                <a:gd name="connsiteX334" fmla="*/ 5310198 w 12184003"/>
                <a:gd name="connsiteY334" fmla="*/ 5650562 h 6857801"/>
                <a:gd name="connsiteX335" fmla="*/ 5310198 w 12184003"/>
                <a:gd name="connsiteY335" fmla="*/ 5635231 h 6857801"/>
                <a:gd name="connsiteX336" fmla="*/ 4780284 w 12184003"/>
                <a:gd name="connsiteY336" fmla="*/ 5620958 h 6857801"/>
                <a:gd name="connsiteX337" fmla="*/ 4780284 w 12184003"/>
                <a:gd name="connsiteY337" fmla="*/ 6331257 h 6857801"/>
                <a:gd name="connsiteX338" fmla="*/ 4955458 w 12184003"/>
                <a:gd name="connsiteY338" fmla="*/ 6155429 h 6857801"/>
                <a:gd name="connsiteX339" fmla="*/ 4955458 w 12184003"/>
                <a:gd name="connsiteY339" fmla="*/ 5834507 h 6857801"/>
                <a:gd name="connsiteX340" fmla="*/ 4933557 w 12184003"/>
                <a:gd name="connsiteY340" fmla="*/ 5825746 h 6857801"/>
                <a:gd name="connsiteX341" fmla="*/ 4920414 w 12184003"/>
                <a:gd name="connsiteY341" fmla="*/ 5792900 h 6857801"/>
                <a:gd name="connsiteX342" fmla="*/ 4929225 w 12184003"/>
                <a:gd name="connsiteY342" fmla="*/ 5770877 h 6857801"/>
                <a:gd name="connsiteX343" fmla="*/ 6624081 w 12184003"/>
                <a:gd name="connsiteY343" fmla="*/ 5619904 h 6857801"/>
                <a:gd name="connsiteX344" fmla="*/ 6624081 w 12184003"/>
                <a:gd name="connsiteY344" fmla="*/ 6009690 h 6857801"/>
                <a:gd name="connsiteX345" fmla="*/ 6523351 w 12184003"/>
                <a:gd name="connsiteY345" fmla="*/ 6111102 h 6857801"/>
                <a:gd name="connsiteX346" fmla="*/ 6523351 w 12184003"/>
                <a:gd name="connsiteY346" fmla="*/ 6215532 h 6857801"/>
                <a:gd name="connsiteX347" fmla="*/ 6709484 w 12184003"/>
                <a:gd name="connsiteY347" fmla="*/ 6029399 h 6857801"/>
                <a:gd name="connsiteX348" fmla="*/ 6709484 w 12184003"/>
                <a:gd name="connsiteY348" fmla="*/ 5705307 h 6857801"/>
                <a:gd name="connsiteX349" fmla="*/ 10484711 w 12184003"/>
                <a:gd name="connsiteY349" fmla="*/ 5606765 h 6857801"/>
                <a:gd name="connsiteX350" fmla="*/ 10539458 w 12184003"/>
                <a:gd name="connsiteY350" fmla="*/ 5661511 h 6857801"/>
                <a:gd name="connsiteX351" fmla="*/ 10640487 w 12184003"/>
                <a:gd name="connsiteY351" fmla="*/ 5661511 h 6857801"/>
                <a:gd name="connsiteX352" fmla="*/ 10644940 w 12184003"/>
                <a:gd name="connsiteY352" fmla="*/ 5650625 h 6857801"/>
                <a:gd name="connsiteX353" fmla="*/ 10600771 w 12184003"/>
                <a:gd name="connsiteY353" fmla="*/ 5606765 h 6857801"/>
                <a:gd name="connsiteX354" fmla="*/ 10386170 w 12184003"/>
                <a:gd name="connsiteY354" fmla="*/ 5606765 h 6857801"/>
                <a:gd name="connsiteX355" fmla="*/ 10833175 w 12184003"/>
                <a:gd name="connsiteY355" fmla="*/ 6053770 h 6857801"/>
                <a:gd name="connsiteX356" fmla="*/ 10852600 w 12184003"/>
                <a:gd name="connsiteY356" fmla="*/ 6045823 h 6857801"/>
                <a:gd name="connsiteX357" fmla="*/ 10876687 w 12184003"/>
                <a:gd name="connsiteY357" fmla="*/ 6055678 h 6857801"/>
                <a:gd name="connsiteX358" fmla="*/ 10876687 w 12184003"/>
                <a:gd name="connsiteY358" fmla="*/ 6103852 h 6857801"/>
                <a:gd name="connsiteX359" fmla="*/ 10856980 w 12184003"/>
                <a:gd name="connsiteY359" fmla="*/ 6111915 h 6857801"/>
                <a:gd name="connsiteX360" fmla="*/ 10856980 w 12184003"/>
                <a:gd name="connsiteY360" fmla="*/ 6265899 h 6857801"/>
                <a:gd name="connsiteX361" fmla="*/ 10913914 w 12184003"/>
                <a:gd name="connsiteY361" fmla="*/ 6322834 h 6857801"/>
                <a:gd name="connsiteX362" fmla="*/ 10913914 w 12184003"/>
                <a:gd name="connsiteY362" fmla="*/ 5953964 h 6857801"/>
                <a:gd name="connsiteX363" fmla="*/ 10889827 w 12184003"/>
                <a:gd name="connsiteY363" fmla="*/ 5943997 h 6857801"/>
                <a:gd name="connsiteX364" fmla="*/ 10876688 w 12184003"/>
                <a:gd name="connsiteY364" fmla="*/ 5912245 h 6857801"/>
                <a:gd name="connsiteX365" fmla="*/ 10883418 w 12184003"/>
                <a:gd name="connsiteY365" fmla="*/ 5895982 h 6857801"/>
                <a:gd name="connsiteX366" fmla="*/ 10685608 w 12184003"/>
                <a:gd name="connsiteY366" fmla="*/ 5698173 h 6857801"/>
                <a:gd name="connsiteX367" fmla="*/ 10670845 w 12184003"/>
                <a:gd name="connsiteY367" fmla="*/ 5704213 h 6857801"/>
                <a:gd name="connsiteX368" fmla="*/ 10646758 w 12184003"/>
                <a:gd name="connsiteY368" fmla="*/ 5694358 h 6857801"/>
                <a:gd name="connsiteX369" fmla="*/ 10640487 w 12184003"/>
                <a:gd name="connsiteY369" fmla="*/ 5679030 h 6857801"/>
                <a:gd name="connsiteX370" fmla="*/ 10532888 w 12184003"/>
                <a:gd name="connsiteY370" fmla="*/ 5679030 h 6857801"/>
                <a:gd name="connsiteX371" fmla="*/ 10460174 w 12184003"/>
                <a:gd name="connsiteY371" fmla="*/ 5606765 h 6857801"/>
                <a:gd name="connsiteX372" fmla="*/ 1646706 w 12184003"/>
                <a:gd name="connsiteY372" fmla="*/ 5606765 h 6857801"/>
                <a:gd name="connsiteX373" fmla="*/ 1574441 w 12184003"/>
                <a:gd name="connsiteY373" fmla="*/ 5679030 h 6857801"/>
                <a:gd name="connsiteX374" fmla="*/ 1464648 w 12184003"/>
                <a:gd name="connsiteY374" fmla="*/ 5679030 h 6857801"/>
                <a:gd name="connsiteX375" fmla="*/ 1458378 w 12184003"/>
                <a:gd name="connsiteY375" fmla="*/ 5694358 h 6857801"/>
                <a:gd name="connsiteX376" fmla="*/ 1434289 w 12184003"/>
                <a:gd name="connsiteY376" fmla="*/ 5704213 h 6857801"/>
                <a:gd name="connsiteX377" fmla="*/ 1419530 w 12184003"/>
                <a:gd name="connsiteY377" fmla="*/ 5698174 h 6857801"/>
                <a:gd name="connsiteX378" fmla="*/ 1223273 w 12184003"/>
                <a:gd name="connsiteY378" fmla="*/ 5894432 h 6857801"/>
                <a:gd name="connsiteX379" fmla="*/ 1230644 w 12184003"/>
                <a:gd name="connsiteY379" fmla="*/ 5912245 h 6857801"/>
                <a:gd name="connsiteX380" fmla="*/ 1217504 w 12184003"/>
                <a:gd name="connsiteY380" fmla="*/ 5943997 h 6857801"/>
                <a:gd name="connsiteX381" fmla="*/ 1191231 w 12184003"/>
                <a:gd name="connsiteY381" fmla="*/ 5954870 h 6857801"/>
                <a:gd name="connsiteX382" fmla="*/ 1191231 w 12184003"/>
                <a:gd name="connsiteY382" fmla="*/ 6325019 h 6857801"/>
                <a:gd name="connsiteX383" fmla="*/ 1250350 w 12184003"/>
                <a:gd name="connsiteY383" fmla="*/ 6265899 h 6857801"/>
                <a:gd name="connsiteX384" fmla="*/ 1250350 w 12184003"/>
                <a:gd name="connsiteY384" fmla="*/ 6112813 h 6857801"/>
                <a:gd name="connsiteX385" fmla="*/ 1228448 w 12184003"/>
                <a:gd name="connsiteY385" fmla="*/ 6103852 h 6857801"/>
                <a:gd name="connsiteX386" fmla="*/ 1228448 w 12184003"/>
                <a:gd name="connsiteY386" fmla="*/ 6055678 h 6857801"/>
                <a:gd name="connsiteX387" fmla="*/ 1252536 w 12184003"/>
                <a:gd name="connsiteY387" fmla="*/ 6045823 h 6857801"/>
                <a:gd name="connsiteX388" fmla="*/ 1273518 w 12184003"/>
                <a:gd name="connsiteY388" fmla="*/ 6054408 h 6857801"/>
                <a:gd name="connsiteX389" fmla="*/ 1721157 w 12184003"/>
                <a:gd name="connsiteY389" fmla="*/ 5606765 h 6857801"/>
                <a:gd name="connsiteX390" fmla="*/ 1504371 w 12184003"/>
                <a:gd name="connsiteY390" fmla="*/ 5606765 h 6857801"/>
                <a:gd name="connsiteX391" fmla="*/ 1460198 w 12184003"/>
                <a:gd name="connsiteY391" fmla="*/ 5650630 h 6857801"/>
                <a:gd name="connsiteX392" fmla="*/ 1464648 w 12184003"/>
                <a:gd name="connsiteY392" fmla="*/ 5661511 h 6857801"/>
                <a:gd name="connsiteX393" fmla="*/ 1565682 w 12184003"/>
                <a:gd name="connsiteY393" fmla="*/ 5661511 h 6857801"/>
                <a:gd name="connsiteX394" fmla="*/ 1620768 w 12184003"/>
                <a:gd name="connsiteY394" fmla="*/ 5606765 h 6857801"/>
                <a:gd name="connsiteX395" fmla="*/ 9440086 w 12184003"/>
                <a:gd name="connsiteY395" fmla="*/ 5574865 h 6857801"/>
                <a:gd name="connsiteX396" fmla="*/ 9439128 w 12184003"/>
                <a:gd name="connsiteY396" fmla="*/ 6110422 h 6857801"/>
                <a:gd name="connsiteX397" fmla="*/ 9577933 w 12184003"/>
                <a:gd name="connsiteY397" fmla="*/ 6110422 h 6857801"/>
                <a:gd name="connsiteX398" fmla="*/ 9586890 w 12184003"/>
                <a:gd name="connsiteY398" fmla="*/ 6088524 h 6857801"/>
                <a:gd name="connsiteX399" fmla="*/ 9635066 w 12184003"/>
                <a:gd name="connsiteY399" fmla="*/ 6088524 h 6857801"/>
                <a:gd name="connsiteX400" fmla="*/ 9644921 w 12184003"/>
                <a:gd name="connsiteY400" fmla="*/ 6112612 h 6857801"/>
                <a:gd name="connsiteX401" fmla="*/ 9635671 w 12184003"/>
                <a:gd name="connsiteY401" fmla="*/ 6135219 h 6857801"/>
                <a:gd name="connsiteX402" fmla="*/ 9775355 w 12184003"/>
                <a:gd name="connsiteY402" fmla="*/ 6275496 h 6857801"/>
                <a:gd name="connsiteX403" fmla="*/ 9887983 w 12184003"/>
                <a:gd name="connsiteY403" fmla="*/ 6274880 h 6857801"/>
                <a:gd name="connsiteX404" fmla="*/ 9890532 w 12184003"/>
                <a:gd name="connsiteY404" fmla="*/ 6268348 h 6857801"/>
                <a:gd name="connsiteX405" fmla="*/ 9753316 w 12184003"/>
                <a:gd name="connsiteY405" fmla="*/ 6130130 h 6857801"/>
                <a:gd name="connsiteX406" fmla="*/ 9753316 w 12184003"/>
                <a:gd name="connsiteY406" fmla="*/ 5926690 h 6857801"/>
                <a:gd name="connsiteX407" fmla="*/ 9735798 w 12184003"/>
                <a:gd name="connsiteY407" fmla="*/ 5919908 h 6857801"/>
                <a:gd name="connsiteX408" fmla="*/ 9721016 w 12184003"/>
                <a:gd name="connsiteY408" fmla="*/ 5886788 h 6857801"/>
                <a:gd name="connsiteX409" fmla="*/ 9730549 w 12184003"/>
                <a:gd name="connsiteY409" fmla="*/ 5864368 h 6857801"/>
                <a:gd name="connsiteX410" fmla="*/ 2667171 w 12184003"/>
                <a:gd name="connsiteY410" fmla="*/ 5573915 h 6857801"/>
                <a:gd name="connsiteX411" fmla="*/ 2377239 w 12184003"/>
                <a:gd name="connsiteY411" fmla="*/ 5863847 h 6857801"/>
                <a:gd name="connsiteX412" fmla="*/ 2380126 w 12184003"/>
                <a:gd name="connsiteY412" fmla="*/ 5868175 h 6857801"/>
                <a:gd name="connsiteX413" fmla="*/ 2369349 w 12184003"/>
                <a:gd name="connsiteY413" fmla="*/ 5919908 h 6857801"/>
                <a:gd name="connsiteX414" fmla="*/ 2354023 w 12184003"/>
                <a:gd name="connsiteY414" fmla="*/ 5925841 h 6857801"/>
                <a:gd name="connsiteX415" fmla="*/ 2354023 w 12184003"/>
                <a:gd name="connsiteY415" fmla="*/ 6130130 h 6857801"/>
                <a:gd name="connsiteX416" fmla="*/ 2214951 w 12184003"/>
                <a:gd name="connsiteY416" fmla="*/ 6269201 h 6857801"/>
                <a:gd name="connsiteX417" fmla="*/ 2217162 w 12184003"/>
                <a:gd name="connsiteY417" fmla="*/ 6274879 h 6857801"/>
                <a:gd name="connsiteX418" fmla="*/ 2331284 w 12184003"/>
                <a:gd name="connsiteY418" fmla="*/ 6275500 h 6857801"/>
                <a:gd name="connsiteX419" fmla="*/ 2470081 w 12184003"/>
                <a:gd name="connsiteY419" fmla="*/ 6136701 h 6857801"/>
                <a:gd name="connsiteX420" fmla="*/ 2470079 w 12184003"/>
                <a:gd name="connsiteY420" fmla="*/ 6136700 h 6857801"/>
                <a:gd name="connsiteX421" fmla="*/ 2470079 w 12184003"/>
                <a:gd name="connsiteY421" fmla="*/ 6088524 h 6857801"/>
                <a:gd name="connsiteX422" fmla="*/ 2518254 w 12184003"/>
                <a:gd name="connsiteY422" fmla="*/ 6088524 h 6857801"/>
                <a:gd name="connsiteX423" fmla="*/ 2527214 w 12184003"/>
                <a:gd name="connsiteY423" fmla="*/ 6110422 h 6857801"/>
                <a:gd name="connsiteX424" fmla="*/ 2667171 w 12184003"/>
                <a:gd name="connsiteY424" fmla="*/ 6110422 h 6857801"/>
                <a:gd name="connsiteX425" fmla="*/ 10285440 w 12184003"/>
                <a:gd name="connsiteY425" fmla="*/ 5530122 h 6857801"/>
                <a:gd name="connsiteX426" fmla="*/ 9975978 w 12184003"/>
                <a:gd name="connsiteY426" fmla="*/ 5531725 h 6857801"/>
                <a:gd name="connsiteX427" fmla="*/ 10002168 w 12184003"/>
                <a:gd name="connsiteY427" fmla="*/ 5557858 h 6857801"/>
                <a:gd name="connsiteX428" fmla="*/ 10021568 w 12184003"/>
                <a:gd name="connsiteY428" fmla="*/ 5549830 h 6857801"/>
                <a:gd name="connsiteX429" fmla="*/ 10053320 w 12184003"/>
                <a:gd name="connsiteY429" fmla="*/ 5562969 h 6857801"/>
                <a:gd name="connsiteX430" fmla="*/ 10061475 w 12184003"/>
                <a:gd name="connsiteY430" fmla="*/ 5582678 h 6857801"/>
                <a:gd name="connsiteX431" fmla="*/ 10337995 w 12184003"/>
                <a:gd name="connsiteY431" fmla="*/ 5582678 h 6857801"/>
                <a:gd name="connsiteX432" fmla="*/ 1819698 w 12184003"/>
                <a:gd name="connsiteY432" fmla="*/ 5530122 h 6857801"/>
                <a:gd name="connsiteX433" fmla="*/ 1767142 w 12184003"/>
                <a:gd name="connsiteY433" fmla="*/ 5582678 h 6857801"/>
                <a:gd name="connsiteX434" fmla="*/ 2043665 w 12184003"/>
                <a:gd name="connsiteY434" fmla="*/ 5582678 h 6857801"/>
                <a:gd name="connsiteX435" fmla="*/ 2051820 w 12184003"/>
                <a:gd name="connsiteY435" fmla="*/ 5562969 h 6857801"/>
                <a:gd name="connsiteX436" fmla="*/ 2083574 w 12184003"/>
                <a:gd name="connsiteY436" fmla="*/ 5549830 h 6857801"/>
                <a:gd name="connsiteX437" fmla="*/ 2104493 w 12184003"/>
                <a:gd name="connsiteY437" fmla="*/ 5558485 h 6857801"/>
                <a:gd name="connsiteX438" fmla="*/ 2131252 w 12184003"/>
                <a:gd name="connsiteY438" fmla="*/ 5531728 h 6857801"/>
                <a:gd name="connsiteX439" fmla="*/ 5572975 w 12184003"/>
                <a:gd name="connsiteY439" fmla="*/ 5488514 h 6857801"/>
                <a:gd name="connsiteX440" fmla="*/ 5572975 w 12184003"/>
                <a:gd name="connsiteY440" fmla="*/ 5562970 h 6857801"/>
                <a:gd name="connsiteX441" fmla="*/ 5745971 w 12184003"/>
                <a:gd name="connsiteY441" fmla="*/ 5735967 h 6857801"/>
                <a:gd name="connsiteX442" fmla="*/ 5745971 w 12184003"/>
                <a:gd name="connsiteY442" fmla="*/ 5661511 h 6857801"/>
                <a:gd name="connsiteX443" fmla="*/ 4962021 w 12184003"/>
                <a:gd name="connsiteY443" fmla="*/ 5405947 h 6857801"/>
                <a:gd name="connsiteX444" fmla="*/ 4780284 w 12184003"/>
                <a:gd name="connsiteY444" fmla="*/ 5588152 h 6857801"/>
                <a:gd name="connsiteX445" fmla="*/ 4780284 w 12184003"/>
                <a:gd name="connsiteY445" fmla="*/ 5590156 h 6857801"/>
                <a:gd name="connsiteX446" fmla="*/ 4944660 w 12184003"/>
                <a:gd name="connsiteY446" fmla="*/ 5755611 h 6857801"/>
                <a:gd name="connsiteX447" fmla="*/ 4966404 w 12184003"/>
                <a:gd name="connsiteY447" fmla="*/ 5746914 h 6857801"/>
                <a:gd name="connsiteX448" fmla="*/ 5012390 w 12184003"/>
                <a:gd name="connsiteY448" fmla="*/ 5792900 h 6857801"/>
                <a:gd name="connsiteX449" fmla="*/ 4999251 w 12184003"/>
                <a:gd name="connsiteY449" fmla="*/ 5825746 h 6857801"/>
                <a:gd name="connsiteX450" fmla="*/ 4977359 w 12184003"/>
                <a:gd name="connsiteY450" fmla="*/ 5834505 h 6857801"/>
                <a:gd name="connsiteX451" fmla="*/ 4977359 w 12184003"/>
                <a:gd name="connsiteY451" fmla="*/ 6133449 h 6857801"/>
                <a:gd name="connsiteX452" fmla="*/ 5188020 w 12184003"/>
                <a:gd name="connsiteY452" fmla="*/ 5921990 h 6857801"/>
                <a:gd name="connsiteX453" fmla="*/ 5190965 w 12184003"/>
                <a:gd name="connsiteY453" fmla="*/ 5914545 h 6857801"/>
                <a:gd name="connsiteX454" fmla="*/ 4962021 w 12184003"/>
                <a:gd name="connsiteY454" fmla="*/ 5685599 h 6857801"/>
                <a:gd name="connsiteX455" fmla="*/ 4622602 w 12184003"/>
                <a:gd name="connsiteY455" fmla="*/ 5400934 h 6857801"/>
                <a:gd name="connsiteX456" fmla="*/ 4421155 w 12184003"/>
                <a:gd name="connsiteY456" fmla="*/ 5602385 h 6857801"/>
                <a:gd name="connsiteX457" fmla="*/ 4421155 w 12184003"/>
                <a:gd name="connsiteY457" fmla="*/ 5915528 h 6857801"/>
                <a:gd name="connsiteX458" fmla="*/ 4748110 w 12184003"/>
                <a:gd name="connsiteY458" fmla="*/ 5588571 h 6857801"/>
                <a:gd name="connsiteX459" fmla="*/ 4622602 w 12184003"/>
                <a:gd name="connsiteY459" fmla="*/ 5462238 h 6857801"/>
                <a:gd name="connsiteX460" fmla="*/ 5465677 w 12184003"/>
                <a:gd name="connsiteY460" fmla="*/ 5381213 h 6857801"/>
                <a:gd name="connsiteX461" fmla="*/ 5465677 w 12184003"/>
                <a:gd name="connsiteY461" fmla="*/ 5760051 h 6857801"/>
                <a:gd name="connsiteX462" fmla="*/ 5594477 w 12184003"/>
                <a:gd name="connsiteY462" fmla="*/ 5888853 h 6857801"/>
                <a:gd name="connsiteX463" fmla="*/ 5722917 w 12184003"/>
                <a:gd name="connsiteY463" fmla="*/ 5761088 h 6857801"/>
                <a:gd name="connsiteX464" fmla="*/ 5537939 w 12184003"/>
                <a:gd name="connsiteY464" fmla="*/ 5576108 h 6857801"/>
                <a:gd name="connsiteX465" fmla="*/ 5537939 w 12184003"/>
                <a:gd name="connsiteY465" fmla="*/ 5453477 h 6857801"/>
                <a:gd name="connsiteX466" fmla="*/ 5301440 w 12184003"/>
                <a:gd name="connsiteY466" fmla="*/ 5354945 h 6857801"/>
                <a:gd name="connsiteX467" fmla="*/ 5301440 w 12184003"/>
                <a:gd name="connsiteY467" fmla="*/ 5595818 h 6857801"/>
                <a:gd name="connsiteX468" fmla="*/ 5310198 w 12184003"/>
                <a:gd name="connsiteY468" fmla="*/ 5604574 h 6857801"/>
                <a:gd name="connsiteX469" fmla="*/ 5310198 w 12184003"/>
                <a:gd name="connsiteY469" fmla="*/ 5364949 h 6857801"/>
                <a:gd name="connsiteX470" fmla="*/ 5304724 w 12184003"/>
                <a:gd name="connsiteY470" fmla="*/ 5362602 h 6857801"/>
                <a:gd name="connsiteX471" fmla="*/ 10150446 w 12184003"/>
                <a:gd name="connsiteY471" fmla="*/ 5326659 h 6857801"/>
                <a:gd name="connsiteX472" fmla="*/ 10136813 w 12184003"/>
                <a:gd name="connsiteY472" fmla="*/ 5326751 h 6857801"/>
                <a:gd name="connsiteX473" fmla="*/ 10278869 w 12184003"/>
                <a:gd name="connsiteY473" fmla="*/ 5468807 h 6857801"/>
                <a:gd name="connsiteX474" fmla="*/ 10321360 w 12184003"/>
                <a:gd name="connsiteY474" fmla="*/ 5468807 h 6857801"/>
                <a:gd name="connsiteX475" fmla="*/ 10200488 w 12184003"/>
                <a:gd name="connsiteY475" fmla="*/ 5348682 h 6857801"/>
                <a:gd name="connsiteX476" fmla="*/ 10182519 w 12184003"/>
                <a:gd name="connsiteY476" fmla="*/ 5356033 h 6857801"/>
                <a:gd name="connsiteX477" fmla="*/ 10158430 w 12184003"/>
                <a:gd name="connsiteY477" fmla="*/ 5346178 h 6857801"/>
                <a:gd name="connsiteX478" fmla="*/ 1954689 w 12184003"/>
                <a:gd name="connsiteY478" fmla="*/ 5326659 h 6857801"/>
                <a:gd name="connsiteX479" fmla="*/ 1946705 w 12184003"/>
                <a:gd name="connsiteY479" fmla="*/ 5346178 h 6857801"/>
                <a:gd name="connsiteX480" fmla="*/ 1922616 w 12184003"/>
                <a:gd name="connsiteY480" fmla="*/ 5356033 h 6857801"/>
                <a:gd name="connsiteX481" fmla="*/ 1904746 w 12184003"/>
                <a:gd name="connsiteY481" fmla="*/ 5348723 h 6857801"/>
                <a:gd name="connsiteX482" fmla="*/ 1784663 w 12184003"/>
                <a:gd name="connsiteY482" fmla="*/ 5468807 h 6857801"/>
                <a:gd name="connsiteX483" fmla="*/ 1826272 w 12184003"/>
                <a:gd name="connsiteY483" fmla="*/ 5468807 h 6857801"/>
                <a:gd name="connsiteX484" fmla="*/ 1968328 w 12184003"/>
                <a:gd name="connsiteY484" fmla="*/ 5326751 h 6857801"/>
                <a:gd name="connsiteX485" fmla="*/ 4744116 w 12184003"/>
                <a:gd name="connsiteY485" fmla="*/ 5309015 h 6857801"/>
                <a:gd name="connsiteX486" fmla="*/ 4725537 w 12184003"/>
                <a:gd name="connsiteY486" fmla="*/ 5316617 h 6857801"/>
                <a:gd name="connsiteX487" fmla="*/ 4712324 w 12184003"/>
                <a:gd name="connsiteY487" fmla="*/ 5311211 h 6857801"/>
                <a:gd name="connsiteX488" fmla="*/ 4644501 w 12184003"/>
                <a:gd name="connsiteY488" fmla="*/ 5379036 h 6857801"/>
                <a:gd name="connsiteX489" fmla="*/ 4644501 w 12184003"/>
                <a:gd name="connsiteY489" fmla="*/ 5453479 h 6857801"/>
                <a:gd name="connsiteX490" fmla="*/ 4756193 w 12184003"/>
                <a:gd name="connsiteY490" fmla="*/ 5565907 h 6857801"/>
                <a:gd name="connsiteX491" fmla="*/ 4756193 w 12184003"/>
                <a:gd name="connsiteY491" fmla="*/ 5314011 h 6857801"/>
                <a:gd name="connsiteX492" fmla="*/ 7362072 w 12184003"/>
                <a:gd name="connsiteY492" fmla="*/ 5308564 h 6857801"/>
                <a:gd name="connsiteX493" fmla="*/ 7348907 w 12184003"/>
                <a:gd name="connsiteY493" fmla="*/ 5314011 h 6857801"/>
                <a:gd name="connsiteX494" fmla="*/ 7348907 w 12184003"/>
                <a:gd name="connsiteY494" fmla="*/ 5580488 h 6857801"/>
                <a:gd name="connsiteX495" fmla="*/ 7683948 w 12184003"/>
                <a:gd name="connsiteY495" fmla="*/ 5915530 h 6857801"/>
                <a:gd name="connsiteX496" fmla="*/ 7683948 w 12184003"/>
                <a:gd name="connsiteY496" fmla="*/ 5601288 h 6857801"/>
                <a:gd name="connsiteX497" fmla="*/ 7394904 w 12184003"/>
                <a:gd name="connsiteY497" fmla="*/ 5311237 h 6857801"/>
                <a:gd name="connsiteX498" fmla="*/ 7381754 w 12184003"/>
                <a:gd name="connsiteY498" fmla="*/ 5316617 h 6857801"/>
                <a:gd name="connsiteX499" fmla="*/ 8673742 w 12184003"/>
                <a:gd name="connsiteY499" fmla="*/ 5276105 h 6857801"/>
                <a:gd name="connsiteX500" fmla="*/ 8673742 w 12184003"/>
                <a:gd name="connsiteY500" fmla="*/ 5773194 h 6857801"/>
                <a:gd name="connsiteX501" fmla="*/ 9214624 w 12184003"/>
                <a:gd name="connsiteY501" fmla="*/ 6314076 h 6857801"/>
                <a:gd name="connsiteX502" fmla="*/ 9214624 w 12184003"/>
                <a:gd name="connsiteY502" fmla="*/ 6035968 h 6857801"/>
                <a:gd name="connsiteX503" fmla="*/ 8848079 w 12184003"/>
                <a:gd name="connsiteY503" fmla="*/ 5669422 h 6857801"/>
                <a:gd name="connsiteX504" fmla="*/ 8837977 w 12184003"/>
                <a:gd name="connsiteY504" fmla="*/ 5673555 h 6857801"/>
                <a:gd name="connsiteX505" fmla="*/ 8813889 w 12184003"/>
                <a:gd name="connsiteY505" fmla="*/ 5663701 h 6857801"/>
                <a:gd name="connsiteX506" fmla="*/ 8813889 w 12184003"/>
                <a:gd name="connsiteY506" fmla="*/ 5615525 h 6857801"/>
                <a:gd name="connsiteX507" fmla="*/ 8837977 w 12184003"/>
                <a:gd name="connsiteY507" fmla="*/ 5605670 h 6857801"/>
                <a:gd name="connsiteX508" fmla="*/ 8854122 w 12184003"/>
                <a:gd name="connsiteY508" fmla="*/ 5612276 h 6857801"/>
                <a:gd name="connsiteX509" fmla="*/ 8855495 w 12184003"/>
                <a:gd name="connsiteY509" fmla="*/ 5608956 h 6857801"/>
                <a:gd name="connsiteX510" fmla="*/ 8919000 w 12184003"/>
                <a:gd name="connsiteY510" fmla="*/ 5608956 h 6857801"/>
                <a:gd name="connsiteX511" fmla="*/ 8932138 w 12184003"/>
                <a:gd name="connsiteY511" fmla="*/ 5640708 h 6857801"/>
                <a:gd name="connsiteX512" fmla="*/ 8920282 w 12184003"/>
                <a:gd name="connsiteY512" fmla="*/ 5669363 h 6857801"/>
                <a:gd name="connsiteX513" fmla="*/ 9214624 w 12184003"/>
                <a:gd name="connsiteY513" fmla="*/ 5963706 h 6857801"/>
                <a:gd name="connsiteX514" fmla="*/ 9214624 w 12184003"/>
                <a:gd name="connsiteY514" fmla="*/ 5569540 h 6857801"/>
                <a:gd name="connsiteX515" fmla="*/ 8921190 w 12184003"/>
                <a:gd name="connsiteY515" fmla="*/ 5276105 h 6857801"/>
                <a:gd name="connsiteX516" fmla="*/ 3183963 w 12184003"/>
                <a:gd name="connsiteY516" fmla="*/ 5276105 h 6857801"/>
                <a:gd name="connsiteX517" fmla="*/ 2892718 w 12184003"/>
                <a:gd name="connsiteY517" fmla="*/ 5569540 h 6857801"/>
                <a:gd name="connsiteX518" fmla="*/ 2892718 w 12184003"/>
                <a:gd name="connsiteY518" fmla="*/ 5962640 h 6857801"/>
                <a:gd name="connsiteX519" fmla="*/ 3186456 w 12184003"/>
                <a:gd name="connsiteY519" fmla="*/ 5667895 h 6857801"/>
                <a:gd name="connsiteX520" fmla="*/ 3175209 w 12184003"/>
                <a:gd name="connsiteY520" fmla="*/ 5640708 h 6857801"/>
                <a:gd name="connsiteX521" fmla="*/ 3188347 w 12184003"/>
                <a:gd name="connsiteY521" fmla="*/ 5608956 h 6857801"/>
                <a:gd name="connsiteX522" fmla="*/ 3251849 w 12184003"/>
                <a:gd name="connsiteY522" fmla="*/ 5608956 h 6857801"/>
                <a:gd name="connsiteX523" fmla="*/ 3252904 w 12184003"/>
                <a:gd name="connsiteY523" fmla="*/ 5611508 h 6857801"/>
                <a:gd name="connsiteX524" fmla="*/ 3267172 w 12184003"/>
                <a:gd name="connsiteY524" fmla="*/ 5605670 h 6857801"/>
                <a:gd name="connsiteX525" fmla="*/ 3291259 w 12184003"/>
                <a:gd name="connsiteY525" fmla="*/ 5615525 h 6857801"/>
                <a:gd name="connsiteX526" fmla="*/ 3291259 w 12184003"/>
                <a:gd name="connsiteY526" fmla="*/ 5663701 h 6857801"/>
                <a:gd name="connsiteX527" fmla="*/ 3267172 w 12184003"/>
                <a:gd name="connsiteY527" fmla="*/ 5673555 h 6857801"/>
                <a:gd name="connsiteX528" fmla="*/ 3257140 w 12184003"/>
                <a:gd name="connsiteY528" fmla="*/ 5669452 h 6857801"/>
                <a:gd name="connsiteX529" fmla="*/ 2892718 w 12184003"/>
                <a:gd name="connsiteY529" fmla="*/ 6035547 h 6857801"/>
                <a:gd name="connsiteX530" fmla="*/ 2892718 w 12184003"/>
                <a:gd name="connsiteY530" fmla="*/ 6314075 h 6857801"/>
                <a:gd name="connsiteX531" fmla="*/ 3431411 w 12184003"/>
                <a:gd name="connsiteY531" fmla="*/ 5775381 h 6857801"/>
                <a:gd name="connsiteX532" fmla="*/ 3431411 w 12184003"/>
                <a:gd name="connsiteY532" fmla="*/ 5276105 h 6857801"/>
                <a:gd name="connsiteX533" fmla="*/ 5093412 w 12184003"/>
                <a:gd name="connsiteY533" fmla="*/ 5274215 h 6857801"/>
                <a:gd name="connsiteX534" fmla="*/ 4979544 w 12184003"/>
                <a:gd name="connsiteY534" fmla="*/ 5388382 h 6857801"/>
                <a:gd name="connsiteX535" fmla="*/ 4979544 w 12184003"/>
                <a:gd name="connsiteY535" fmla="*/ 5679030 h 6857801"/>
                <a:gd name="connsiteX536" fmla="*/ 5202878 w 12184003"/>
                <a:gd name="connsiteY536" fmla="*/ 5900392 h 6857801"/>
                <a:gd name="connsiteX537" fmla="*/ 5214743 w 12184003"/>
                <a:gd name="connsiteY537" fmla="*/ 5895165 h 6857801"/>
                <a:gd name="connsiteX538" fmla="*/ 5277356 w 12184003"/>
                <a:gd name="connsiteY538" fmla="*/ 5832317 h 6857801"/>
                <a:gd name="connsiteX539" fmla="*/ 5277356 w 12184003"/>
                <a:gd name="connsiteY539" fmla="*/ 5602387 h 6857801"/>
                <a:gd name="connsiteX540" fmla="*/ 5093412 w 12184003"/>
                <a:gd name="connsiteY540" fmla="*/ 5418442 h 6857801"/>
                <a:gd name="connsiteX541" fmla="*/ 5445971 w 12184003"/>
                <a:gd name="connsiteY541" fmla="*/ 5254171 h 6857801"/>
                <a:gd name="connsiteX542" fmla="*/ 5445971 w 12184003"/>
                <a:gd name="connsiteY542" fmla="*/ 5298002 h 6857801"/>
                <a:gd name="connsiteX543" fmla="*/ 5448158 w 12184003"/>
                <a:gd name="connsiteY543" fmla="*/ 5300189 h 6857801"/>
                <a:gd name="connsiteX544" fmla="*/ 5448158 w 12184003"/>
                <a:gd name="connsiteY544" fmla="*/ 5256396 h 6857801"/>
                <a:gd name="connsiteX545" fmla="*/ 8461329 w 12184003"/>
                <a:gd name="connsiteY545" fmla="*/ 5252017 h 6857801"/>
                <a:gd name="connsiteX546" fmla="*/ 8461329 w 12184003"/>
                <a:gd name="connsiteY546" fmla="*/ 5560780 h 6857801"/>
                <a:gd name="connsiteX547" fmla="*/ 8640893 w 12184003"/>
                <a:gd name="connsiteY547" fmla="*/ 5740345 h 6857801"/>
                <a:gd name="connsiteX548" fmla="*/ 8640893 w 12184003"/>
                <a:gd name="connsiteY548" fmla="*/ 5276105 h 6857801"/>
                <a:gd name="connsiteX549" fmla="*/ 8485417 w 12184003"/>
                <a:gd name="connsiteY549" fmla="*/ 5276105 h 6857801"/>
                <a:gd name="connsiteX550" fmla="*/ 3646000 w 12184003"/>
                <a:gd name="connsiteY550" fmla="*/ 5249828 h 6857801"/>
                <a:gd name="connsiteX551" fmla="*/ 3619723 w 12184003"/>
                <a:gd name="connsiteY551" fmla="*/ 5276105 h 6857801"/>
                <a:gd name="connsiteX552" fmla="*/ 3464262 w 12184003"/>
                <a:gd name="connsiteY552" fmla="*/ 5276105 h 6857801"/>
                <a:gd name="connsiteX553" fmla="*/ 3464262 w 12184003"/>
                <a:gd name="connsiteY553" fmla="*/ 5742529 h 6857801"/>
                <a:gd name="connsiteX554" fmla="*/ 3646000 w 12184003"/>
                <a:gd name="connsiteY554" fmla="*/ 5560780 h 6857801"/>
                <a:gd name="connsiteX555" fmla="*/ 8374564 w 12184003"/>
                <a:gd name="connsiteY555" fmla="*/ 5165252 h 6857801"/>
                <a:gd name="connsiteX556" fmla="*/ 8374298 w 12184003"/>
                <a:gd name="connsiteY556" fmla="*/ 5283802 h 6857801"/>
                <a:gd name="connsiteX557" fmla="*/ 8379211 w 12184003"/>
                <a:gd name="connsiteY557" fmla="*/ 5295814 h 6857801"/>
                <a:gd name="connsiteX558" fmla="*/ 8374243 w 12184003"/>
                <a:gd name="connsiteY558" fmla="*/ 5307958 h 6857801"/>
                <a:gd name="connsiteX559" fmla="*/ 8373738 w 12184003"/>
                <a:gd name="connsiteY559" fmla="*/ 5532313 h 6857801"/>
                <a:gd name="connsiteX560" fmla="*/ 8640893 w 12184003"/>
                <a:gd name="connsiteY560" fmla="*/ 5798902 h 6857801"/>
                <a:gd name="connsiteX561" fmla="*/ 8640893 w 12184003"/>
                <a:gd name="connsiteY561" fmla="*/ 5788522 h 6857801"/>
                <a:gd name="connsiteX562" fmla="*/ 8426292 w 12184003"/>
                <a:gd name="connsiteY562" fmla="*/ 5573920 h 6857801"/>
                <a:gd name="connsiteX563" fmla="*/ 8426292 w 12184003"/>
                <a:gd name="connsiteY563" fmla="*/ 5216980 h 6857801"/>
                <a:gd name="connsiteX564" fmla="*/ 3731404 w 12184003"/>
                <a:gd name="connsiteY564" fmla="*/ 5164419 h 6857801"/>
                <a:gd name="connsiteX565" fmla="*/ 3678846 w 12184003"/>
                <a:gd name="connsiteY565" fmla="*/ 5216981 h 6857801"/>
                <a:gd name="connsiteX566" fmla="*/ 3678846 w 12184003"/>
                <a:gd name="connsiteY566" fmla="*/ 5573920 h 6857801"/>
                <a:gd name="connsiteX567" fmla="*/ 3464262 w 12184003"/>
                <a:gd name="connsiteY567" fmla="*/ 5788516 h 6857801"/>
                <a:gd name="connsiteX568" fmla="*/ 3464262 w 12184003"/>
                <a:gd name="connsiteY568" fmla="*/ 5798902 h 6857801"/>
                <a:gd name="connsiteX569" fmla="*/ 3731404 w 12184003"/>
                <a:gd name="connsiteY569" fmla="*/ 5532313 h 6857801"/>
                <a:gd name="connsiteX570" fmla="*/ 3731404 w 12184003"/>
                <a:gd name="connsiteY570" fmla="*/ 5309213 h 6857801"/>
                <a:gd name="connsiteX571" fmla="*/ 3725924 w 12184003"/>
                <a:gd name="connsiteY571" fmla="*/ 5295814 h 6857801"/>
                <a:gd name="connsiteX572" fmla="*/ 3731404 w 12184003"/>
                <a:gd name="connsiteY572" fmla="*/ 5282414 h 6857801"/>
                <a:gd name="connsiteX573" fmla="*/ 4622602 w 12184003"/>
                <a:gd name="connsiteY573" fmla="*/ 5162249 h 6857801"/>
                <a:gd name="connsiteX574" fmla="*/ 4438674 w 12184003"/>
                <a:gd name="connsiteY574" fmla="*/ 5346179 h 6857801"/>
                <a:gd name="connsiteX575" fmla="*/ 4438674 w 12184003"/>
                <a:gd name="connsiteY575" fmla="*/ 5394355 h 6857801"/>
                <a:gd name="connsiteX576" fmla="*/ 4421155 w 12184003"/>
                <a:gd name="connsiteY576" fmla="*/ 5401521 h 6857801"/>
                <a:gd name="connsiteX577" fmla="*/ 4421155 w 12184003"/>
                <a:gd name="connsiteY577" fmla="*/ 5578298 h 6857801"/>
                <a:gd name="connsiteX578" fmla="*/ 4622602 w 12184003"/>
                <a:gd name="connsiteY578" fmla="*/ 5376850 h 6857801"/>
                <a:gd name="connsiteX579" fmla="*/ 8673742 w 12184003"/>
                <a:gd name="connsiteY579" fmla="*/ 5146905 h 6857801"/>
                <a:gd name="connsiteX580" fmla="*/ 8673742 w 12184003"/>
                <a:gd name="connsiteY580" fmla="*/ 5243258 h 6857801"/>
                <a:gd name="connsiteX581" fmla="*/ 8934328 w 12184003"/>
                <a:gd name="connsiteY581" fmla="*/ 5243258 h 6857801"/>
                <a:gd name="connsiteX582" fmla="*/ 9247471 w 12184003"/>
                <a:gd name="connsiteY582" fmla="*/ 5556400 h 6857801"/>
                <a:gd name="connsiteX583" fmla="*/ 9247471 w 12184003"/>
                <a:gd name="connsiteY583" fmla="*/ 5996554 h 6857801"/>
                <a:gd name="connsiteX584" fmla="*/ 9361340 w 12184003"/>
                <a:gd name="connsiteY584" fmla="*/ 6110422 h 6857801"/>
                <a:gd name="connsiteX585" fmla="*/ 9394188 w 12184003"/>
                <a:gd name="connsiteY585" fmla="*/ 6110422 h 6857801"/>
                <a:gd name="connsiteX586" fmla="*/ 9394188 w 12184003"/>
                <a:gd name="connsiteY586" fmla="*/ 5543262 h 6857801"/>
                <a:gd name="connsiteX587" fmla="*/ 9113754 w 12184003"/>
                <a:gd name="connsiteY587" fmla="*/ 5262828 h 6857801"/>
                <a:gd name="connsiteX588" fmla="*/ 9104859 w 12184003"/>
                <a:gd name="connsiteY588" fmla="*/ 5266798 h 6857801"/>
                <a:gd name="connsiteX589" fmla="*/ 9070095 w 12184003"/>
                <a:gd name="connsiteY589" fmla="*/ 5252017 h 6857801"/>
                <a:gd name="connsiteX590" fmla="*/ 9056136 w 12184003"/>
                <a:gd name="connsiteY590" fmla="*/ 5218076 h 6857801"/>
                <a:gd name="connsiteX591" fmla="*/ 9058032 w 12184003"/>
                <a:gd name="connsiteY591" fmla="*/ 5207105 h 6857801"/>
                <a:gd name="connsiteX592" fmla="*/ 8997832 w 12184003"/>
                <a:gd name="connsiteY592" fmla="*/ 5146905 h 6857801"/>
                <a:gd name="connsiteX593" fmla="*/ 8461329 w 12184003"/>
                <a:gd name="connsiteY593" fmla="*/ 5146905 h 6857801"/>
                <a:gd name="connsiteX594" fmla="*/ 8461329 w 12184003"/>
                <a:gd name="connsiteY594" fmla="*/ 5203841 h 6857801"/>
                <a:gd name="connsiteX595" fmla="*/ 8500746 w 12184003"/>
                <a:gd name="connsiteY595" fmla="*/ 5243258 h 6857801"/>
                <a:gd name="connsiteX596" fmla="*/ 8640893 w 12184003"/>
                <a:gd name="connsiteY596" fmla="*/ 5243258 h 6857801"/>
                <a:gd name="connsiteX597" fmla="*/ 8640893 w 12184003"/>
                <a:gd name="connsiteY597" fmla="*/ 5146905 h 6857801"/>
                <a:gd name="connsiteX598" fmla="*/ 3464262 w 12184003"/>
                <a:gd name="connsiteY598" fmla="*/ 5146905 h 6857801"/>
                <a:gd name="connsiteX599" fmla="*/ 3464262 w 12184003"/>
                <a:gd name="connsiteY599" fmla="*/ 5243258 h 6857801"/>
                <a:gd name="connsiteX600" fmla="*/ 3606587 w 12184003"/>
                <a:gd name="connsiteY600" fmla="*/ 5243258 h 6857801"/>
                <a:gd name="connsiteX601" fmla="*/ 3646000 w 12184003"/>
                <a:gd name="connsiteY601" fmla="*/ 5203720 h 6857801"/>
                <a:gd name="connsiteX602" fmla="*/ 3646000 w 12184003"/>
                <a:gd name="connsiteY602" fmla="*/ 5146905 h 6857801"/>
                <a:gd name="connsiteX603" fmla="*/ 3109512 w 12184003"/>
                <a:gd name="connsiteY603" fmla="*/ 5146905 h 6857801"/>
                <a:gd name="connsiteX604" fmla="*/ 3047440 w 12184003"/>
                <a:gd name="connsiteY604" fmla="*/ 5208979 h 6857801"/>
                <a:gd name="connsiteX605" fmla="*/ 3049010 w 12184003"/>
                <a:gd name="connsiteY605" fmla="*/ 5218076 h 6857801"/>
                <a:gd name="connsiteX606" fmla="*/ 3035049 w 12184003"/>
                <a:gd name="connsiteY606" fmla="*/ 5252017 h 6857801"/>
                <a:gd name="connsiteX607" fmla="*/ 3000290 w 12184003"/>
                <a:gd name="connsiteY607" fmla="*/ 5266798 h 6857801"/>
                <a:gd name="connsiteX608" fmla="*/ 2992912 w 12184003"/>
                <a:gd name="connsiteY608" fmla="*/ 5263507 h 6857801"/>
                <a:gd name="connsiteX609" fmla="*/ 2713158 w 12184003"/>
                <a:gd name="connsiteY609" fmla="*/ 5543262 h 6857801"/>
                <a:gd name="connsiteX610" fmla="*/ 2713158 w 12184003"/>
                <a:gd name="connsiteY610" fmla="*/ 6110422 h 6857801"/>
                <a:gd name="connsiteX611" fmla="*/ 2745441 w 12184003"/>
                <a:gd name="connsiteY611" fmla="*/ 6110422 h 6857801"/>
                <a:gd name="connsiteX612" fmla="*/ 2857680 w 12184003"/>
                <a:gd name="connsiteY612" fmla="*/ 5997796 h 6857801"/>
                <a:gd name="connsiteX613" fmla="*/ 2857680 w 12184003"/>
                <a:gd name="connsiteY613" fmla="*/ 5556400 h 6857801"/>
                <a:gd name="connsiteX614" fmla="*/ 3170825 w 12184003"/>
                <a:gd name="connsiteY614" fmla="*/ 5243258 h 6857801"/>
                <a:gd name="connsiteX615" fmla="*/ 3431411 w 12184003"/>
                <a:gd name="connsiteY615" fmla="*/ 5243258 h 6857801"/>
                <a:gd name="connsiteX616" fmla="*/ 3431411 w 12184003"/>
                <a:gd name="connsiteY616" fmla="*/ 5146905 h 6857801"/>
                <a:gd name="connsiteX617" fmla="*/ 6658680 w 12184003"/>
                <a:gd name="connsiteY617" fmla="*/ 5124569 h 6857801"/>
                <a:gd name="connsiteX618" fmla="*/ 6644636 w 12184003"/>
                <a:gd name="connsiteY618" fmla="*/ 5130331 h 6857801"/>
                <a:gd name="connsiteX619" fmla="*/ 6636125 w 12184003"/>
                <a:gd name="connsiteY619" fmla="*/ 5150190 h 6857801"/>
                <a:gd name="connsiteX620" fmla="*/ 6624081 w 12184003"/>
                <a:gd name="connsiteY620" fmla="*/ 5155352 h 6857801"/>
                <a:gd name="connsiteX621" fmla="*/ 6624081 w 12184003"/>
                <a:gd name="connsiteY621" fmla="*/ 5565160 h 6857801"/>
                <a:gd name="connsiteX622" fmla="*/ 6845251 w 12184003"/>
                <a:gd name="connsiteY622" fmla="*/ 5786330 h 6857801"/>
                <a:gd name="connsiteX623" fmla="*/ 6845251 w 12184003"/>
                <a:gd name="connsiteY623" fmla="*/ 5311142 h 6857801"/>
                <a:gd name="connsiteX624" fmla="*/ 8374682 w 12184003"/>
                <a:gd name="connsiteY624" fmla="*/ 5112813 h 6857801"/>
                <a:gd name="connsiteX625" fmla="*/ 8374673 w 12184003"/>
                <a:gd name="connsiteY625" fmla="*/ 5117184 h 6857801"/>
                <a:gd name="connsiteX626" fmla="*/ 8426292 w 12184003"/>
                <a:gd name="connsiteY626" fmla="*/ 5168804 h 6857801"/>
                <a:gd name="connsiteX627" fmla="*/ 8426292 w 12184003"/>
                <a:gd name="connsiteY627" fmla="*/ 5146905 h 6857801"/>
                <a:gd name="connsiteX628" fmla="*/ 8408774 w 12184003"/>
                <a:gd name="connsiteY628" fmla="*/ 5146905 h 6857801"/>
                <a:gd name="connsiteX629" fmla="*/ 3731404 w 12184003"/>
                <a:gd name="connsiteY629" fmla="*/ 5111867 h 6857801"/>
                <a:gd name="connsiteX630" fmla="*/ 3696366 w 12184003"/>
                <a:gd name="connsiteY630" fmla="*/ 5146905 h 6857801"/>
                <a:gd name="connsiteX631" fmla="*/ 3678846 w 12184003"/>
                <a:gd name="connsiteY631" fmla="*/ 5146905 h 6857801"/>
                <a:gd name="connsiteX632" fmla="*/ 3678846 w 12184003"/>
                <a:gd name="connsiteY632" fmla="*/ 5170772 h 6857801"/>
                <a:gd name="connsiteX633" fmla="*/ 3731404 w 12184003"/>
                <a:gd name="connsiteY633" fmla="*/ 5118048 h 6857801"/>
                <a:gd name="connsiteX634" fmla="*/ 9308609 w 12184003"/>
                <a:gd name="connsiteY634" fmla="*/ 5065883 h 6857801"/>
                <a:gd name="connsiteX635" fmla="*/ 9306047 w 12184003"/>
                <a:gd name="connsiteY635" fmla="*/ 5091066 h 6857801"/>
                <a:gd name="connsiteX636" fmla="*/ 9304046 w 12184003"/>
                <a:gd name="connsiteY636" fmla="*/ 5093882 h 6857801"/>
                <a:gd name="connsiteX637" fmla="*/ 9809389 w 12184003"/>
                <a:gd name="connsiteY637" fmla="*/ 5598007 h 6857801"/>
                <a:gd name="connsiteX638" fmla="*/ 9978036 w 12184003"/>
                <a:gd name="connsiteY638" fmla="*/ 5598007 h 6857801"/>
                <a:gd name="connsiteX639" fmla="*/ 9976676 w 12184003"/>
                <a:gd name="connsiteY639" fmla="*/ 5594722 h 6857801"/>
                <a:gd name="connsiteX640" fmla="*/ 9984708 w 12184003"/>
                <a:gd name="connsiteY640" fmla="*/ 5575312 h 6857801"/>
                <a:gd name="connsiteX641" fmla="*/ 9941395 w 12184003"/>
                <a:gd name="connsiteY641" fmla="*/ 5531905 h 6857801"/>
                <a:gd name="connsiteX642" fmla="*/ 9862807 w 12184003"/>
                <a:gd name="connsiteY642" fmla="*/ 5532312 h 6857801"/>
                <a:gd name="connsiteX643" fmla="*/ 9415520 w 12184003"/>
                <a:gd name="connsiteY643" fmla="*/ 5085026 h 6857801"/>
                <a:gd name="connsiteX644" fmla="*/ 9400757 w 12184003"/>
                <a:gd name="connsiteY644" fmla="*/ 5091065 h 6857801"/>
                <a:gd name="connsiteX645" fmla="*/ 9376669 w 12184003"/>
                <a:gd name="connsiteY645" fmla="*/ 5081211 h 6857801"/>
                <a:gd name="connsiteX646" fmla="*/ 9370398 w 12184003"/>
                <a:gd name="connsiteY646" fmla="*/ 5065883 h 6857801"/>
                <a:gd name="connsiteX647" fmla="*/ 9150508 w 12184003"/>
                <a:gd name="connsiteY647" fmla="*/ 5065883 h 6857801"/>
                <a:gd name="connsiteX648" fmla="*/ 9662584 w 12184003"/>
                <a:gd name="connsiteY648" fmla="*/ 5579484 h 6857801"/>
                <a:gd name="connsiteX649" fmla="*/ 9678863 w 12184003"/>
                <a:gd name="connsiteY649" fmla="*/ 5572824 h 6857801"/>
                <a:gd name="connsiteX650" fmla="*/ 9702951 w 12184003"/>
                <a:gd name="connsiteY650" fmla="*/ 5582679 h 6857801"/>
                <a:gd name="connsiteX651" fmla="*/ 9709294 w 12184003"/>
                <a:gd name="connsiteY651" fmla="*/ 5598007 h 6857801"/>
                <a:gd name="connsiteX652" fmla="*/ 9745479 w 12184003"/>
                <a:gd name="connsiteY652" fmla="*/ 5598007 h 6857801"/>
                <a:gd name="connsiteX653" fmla="*/ 9273947 w 12184003"/>
                <a:gd name="connsiteY653" fmla="*/ 5125319 h 6857801"/>
                <a:gd name="connsiteX654" fmla="*/ 9270429 w 12184003"/>
                <a:gd name="connsiteY654" fmla="*/ 5127608 h 6857801"/>
                <a:gd name="connsiteX655" fmla="*/ 9199294 w 12184003"/>
                <a:gd name="connsiteY655" fmla="*/ 5114058 h 6857801"/>
                <a:gd name="connsiteX656" fmla="*/ 9179586 w 12184003"/>
                <a:gd name="connsiteY656" fmla="*/ 5068893 h 6857801"/>
                <a:gd name="connsiteX657" fmla="*/ 9180185 w 12184003"/>
                <a:gd name="connsiteY657" fmla="*/ 5065883 h 6857801"/>
                <a:gd name="connsiteX658" fmla="*/ 2927156 w 12184003"/>
                <a:gd name="connsiteY658" fmla="*/ 5065883 h 6857801"/>
                <a:gd name="connsiteX659" fmla="*/ 2927758 w 12184003"/>
                <a:gd name="connsiteY659" fmla="*/ 5068893 h 6857801"/>
                <a:gd name="connsiteX660" fmla="*/ 2922831 w 12184003"/>
                <a:gd name="connsiteY660" fmla="*/ 5093221 h 6857801"/>
                <a:gd name="connsiteX661" fmla="*/ 2908051 w 12184003"/>
                <a:gd name="connsiteY661" fmla="*/ 5114058 h 6857801"/>
                <a:gd name="connsiteX662" fmla="*/ 2885981 w 12184003"/>
                <a:gd name="connsiteY662" fmla="*/ 5127608 h 6857801"/>
                <a:gd name="connsiteX663" fmla="*/ 2861242 w 12184003"/>
                <a:gd name="connsiteY663" fmla="*/ 5132125 h 6857801"/>
                <a:gd name="connsiteX664" fmla="*/ 2836414 w 12184003"/>
                <a:gd name="connsiteY664" fmla="*/ 5122193 h 6857801"/>
                <a:gd name="connsiteX665" fmla="*/ 2360596 w 12184003"/>
                <a:gd name="connsiteY665" fmla="*/ 5598007 h 6857801"/>
                <a:gd name="connsiteX666" fmla="*/ 2398044 w 12184003"/>
                <a:gd name="connsiteY666" fmla="*/ 5598007 h 6857801"/>
                <a:gd name="connsiteX667" fmla="*/ 2404385 w 12184003"/>
                <a:gd name="connsiteY667" fmla="*/ 5582679 h 6857801"/>
                <a:gd name="connsiteX668" fmla="*/ 2428473 w 12184003"/>
                <a:gd name="connsiteY668" fmla="*/ 5572824 h 6857801"/>
                <a:gd name="connsiteX669" fmla="*/ 2443238 w 12184003"/>
                <a:gd name="connsiteY669" fmla="*/ 5578865 h 6857801"/>
                <a:gd name="connsiteX670" fmla="*/ 2908051 w 12184003"/>
                <a:gd name="connsiteY670" fmla="*/ 5114058 h 6857801"/>
                <a:gd name="connsiteX671" fmla="*/ 2956221 w 12184003"/>
                <a:gd name="connsiteY671" fmla="*/ 5065883 h 6857801"/>
                <a:gd name="connsiteX672" fmla="*/ 2736943 w 12184003"/>
                <a:gd name="connsiteY672" fmla="*/ 5065883 h 6857801"/>
                <a:gd name="connsiteX673" fmla="*/ 2730674 w 12184003"/>
                <a:gd name="connsiteY673" fmla="*/ 5081211 h 6857801"/>
                <a:gd name="connsiteX674" fmla="*/ 2706584 w 12184003"/>
                <a:gd name="connsiteY674" fmla="*/ 5091065 h 6857801"/>
                <a:gd name="connsiteX675" fmla="*/ 2690330 w 12184003"/>
                <a:gd name="connsiteY675" fmla="*/ 5084416 h 6857801"/>
                <a:gd name="connsiteX676" fmla="*/ 2244529 w 12184003"/>
                <a:gd name="connsiteY676" fmla="*/ 5532312 h 6857801"/>
                <a:gd name="connsiteX677" fmla="*/ 2163932 w 12184003"/>
                <a:gd name="connsiteY677" fmla="*/ 5531897 h 6857801"/>
                <a:gd name="connsiteX678" fmla="*/ 2120461 w 12184003"/>
                <a:gd name="connsiteY678" fmla="*/ 5575363 h 6857801"/>
                <a:gd name="connsiteX679" fmla="*/ 2128470 w 12184003"/>
                <a:gd name="connsiteY679" fmla="*/ 5594722 h 6857801"/>
                <a:gd name="connsiteX680" fmla="*/ 2127112 w 12184003"/>
                <a:gd name="connsiteY680" fmla="*/ 5598007 h 6857801"/>
                <a:gd name="connsiteX681" fmla="*/ 2295763 w 12184003"/>
                <a:gd name="connsiteY681" fmla="*/ 5598007 h 6857801"/>
                <a:gd name="connsiteX682" fmla="*/ 2802390 w 12184003"/>
                <a:gd name="connsiteY682" fmla="*/ 5092606 h 6857801"/>
                <a:gd name="connsiteX683" fmla="*/ 2801295 w 12184003"/>
                <a:gd name="connsiteY683" fmla="*/ 5091066 h 6857801"/>
                <a:gd name="connsiteX684" fmla="*/ 2798735 w 12184003"/>
                <a:gd name="connsiteY684" fmla="*/ 5065883 h 6857801"/>
                <a:gd name="connsiteX685" fmla="*/ 4620584 w 12184003"/>
                <a:gd name="connsiteY685" fmla="*/ 5061343 h 6857801"/>
                <a:gd name="connsiteX686" fmla="*/ 4403638 w 12184003"/>
                <a:gd name="connsiteY686" fmla="*/ 5278294 h 6857801"/>
                <a:gd name="connsiteX687" fmla="*/ 4403638 w 12184003"/>
                <a:gd name="connsiteY687" fmla="*/ 5340804 h 6857801"/>
                <a:gd name="connsiteX688" fmla="*/ 4414588 w 12184003"/>
                <a:gd name="connsiteY688" fmla="*/ 5336324 h 6857801"/>
                <a:gd name="connsiteX689" fmla="*/ 4421615 w 12184003"/>
                <a:gd name="connsiteY689" fmla="*/ 5339200 h 6857801"/>
                <a:gd name="connsiteX690" fmla="*/ 4622602 w 12184003"/>
                <a:gd name="connsiteY690" fmla="*/ 5138805 h 6857801"/>
                <a:gd name="connsiteX691" fmla="*/ 4622602 w 12184003"/>
                <a:gd name="connsiteY691" fmla="*/ 5062178 h 6857801"/>
                <a:gd name="connsiteX692" fmla="*/ 9427910 w 12184003"/>
                <a:gd name="connsiteY692" fmla="*/ 4984859 h 6857801"/>
                <a:gd name="connsiteX693" fmla="*/ 9959009 w 12184003"/>
                <a:gd name="connsiteY693" fmla="*/ 5514794 h 6857801"/>
                <a:gd name="connsiteX694" fmla="*/ 10294199 w 12184003"/>
                <a:gd name="connsiteY694" fmla="*/ 5514794 h 6857801"/>
                <a:gd name="connsiteX695" fmla="*/ 10362083 w 12184003"/>
                <a:gd name="connsiteY695" fmla="*/ 5582678 h 6857801"/>
                <a:gd name="connsiteX696" fmla="*/ 10435937 w 12184003"/>
                <a:gd name="connsiteY696" fmla="*/ 5582678 h 6857801"/>
                <a:gd name="connsiteX697" fmla="*/ 10345596 w 12184003"/>
                <a:gd name="connsiteY697" fmla="*/ 5492895 h 6857801"/>
                <a:gd name="connsiteX698" fmla="*/ 10270111 w 12184003"/>
                <a:gd name="connsiteY698" fmla="*/ 5492895 h 6857801"/>
                <a:gd name="connsiteX699" fmla="*/ 10104762 w 12184003"/>
                <a:gd name="connsiteY699" fmla="*/ 5326970 h 6857801"/>
                <a:gd name="connsiteX700" fmla="*/ 9856237 w 12184003"/>
                <a:gd name="connsiteY700" fmla="*/ 5328660 h 6857801"/>
                <a:gd name="connsiteX701" fmla="*/ 9684866 w 12184003"/>
                <a:gd name="connsiteY701" fmla="*/ 5157290 h 6857801"/>
                <a:gd name="connsiteX702" fmla="*/ 9670103 w 12184003"/>
                <a:gd name="connsiteY702" fmla="*/ 5163329 h 6857801"/>
                <a:gd name="connsiteX703" fmla="*/ 9646015 w 12184003"/>
                <a:gd name="connsiteY703" fmla="*/ 5153475 h 6857801"/>
                <a:gd name="connsiteX704" fmla="*/ 9646015 w 12184003"/>
                <a:gd name="connsiteY704" fmla="*/ 5105300 h 6857801"/>
                <a:gd name="connsiteX705" fmla="*/ 9694191 w 12184003"/>
                <a:gd name="connsiteY705" fmla="*/ 5105300 h 6857801"/>
                <a:gd name="connsiteX706" fmla="*/ 9704046 w 12184003"/>
                <a:gd name="connsiteY706" fmla="*/ 5129387 h 6857801"/>
                <a:gd name="connsiteX707" fmla="*/ 9697370 w 12184003"/>
                <a:gd name="connsiteY707" fmla="*/ 5145706 h 6857801"/>
                <a:gd name="connsiteX708" fmla="*/ 9864996 w 12184003"/>
                <a:gd name="connsiteY708" fmla="*/ 5313331 h 6857801"/>
                <a:gd name="connsiteX709" fmla="*/ 10088146 w 12184003"/>
                <a:gd name="connsiteY709" fmla="*/ 5310296 h 6857801"/>
                <a:gd name="connsiteX710" fmla="*/ 9763839 w 12184003"/>
                <a:gd name="connsiteY710" fmla="*/ 4984859 h 6857801"/>
                <a:gd name="connsiteX711" fmla="*/ 9069724 w 12184003"/>
                <a:gd name="connsiteY711" fmla="*/ 4984859 h 6857801"/>
                <a:gd name="connsiteX712" fmla="*/ 9133041 w 12184003"/>
                <a:gd name="connsiteY712" fmla="*/ 5048364 h 6857801"/>
                <a:gd name="connsiteX713" fmla="*/ 9183675 w 12184003"/>
                <a:gd name="connsiteY713" fmla="*/ 5048364 h 6857801"/>
                <a:gd name="connsiteX714" fmla="*/ 9184513 w 12184003"/>
                <a:gd name="connsiteY714" fmla="*/ 5044155 h 6857801"/>
                <a:gd name="connsiteX715" fmla="*/ 9199294 w 12184003"/>
                <a:gd name="connsiteY715" fmla="*/ 5022086 h 6857801"/>
                <a:gd name="connsiteX716" fmla="*/ 9244459 w 12184003"/>
                <a:gd name="connsiteY716" fmla="*/ 5004021 h 6857801"/>
                <a:gd name="connsiteX717" fmla="*/ 9291266 w 12184003"/>
                <a:gd name="connsiteY717" fmla="*/ 5022086 h 6857801"/>
                <a:gd name="connsiteX718" fmla="*/ 9306140 w 12184003"/>
                <a:gd name="connsiteY718" fmla="*/ 5048364 h 6857801"/>
                <a:gd name="connsiteX719" fmla="*/ 9370398 w 12184003"/>
                <a:gd name="connsiteY719" fmla="*/ 5048364 h 6857801"/>
                <a:gd name="connsiteX720" fmla="*/ 9376669 w 12184003"/>
                <a:gd name="connsiteY720" fmla="*/ 5033036 h 6857801"/>
                <a:gd name="connsiteX721" fmla="*/ 9424845 w 12184003"/>
                <a:gd name="connsiteY721" fmla="*/ 5033036 h 6857801"/>
                <a:gd name="connsiteX722" fmla="*/ 9434699 w 12184003"/>
                <a:gd name="connsiteY722" fmla="*/ 5057124 h 6857801"/>
                <a:gd name="connsiteX723" fmla="*/ 9428628 w 12184003"/>
                <a:gd name="connsiteY723" fmla="*/ 5071965 h 6857801"/>
                <a:gd name="connsiteX724" fmla="*/ 9869376 w 12184003"/>
                <a:gd name="connsiteY724" fmla="*/ 5514794 h 6857801"/>
                <a:gd name="connsiteX725" fmla="*/ 9924321 w 12184003"/>
                <a:gd name="connsiteY725" fmla="*/ 5514794 h 6857801"/>
                <a:gd name="connsiteX726" fmla="*/ 9395534 w 12184003"/>
                <a:gd name="connsiteY726" fmla="*/ 4984859 h 6857801"/>
                <a:gd name="connsiteX727" fmla="*/ 2710970 w 12184003"/>
                <a:gd name="connsiteY727" fmla="*/ 4984859 h 6857801"/>
                <a:gd name="connsiteX728" fmla="*/ 2181033 w 12184003"/>
                <a:gd name="connsiteY728" fmla="*/ 5514794 h 6857801"/>
                <a:gd name="connsiteX729" fmla="*/ 2235768 w 12184003"/>
                <a:gd name="connsiteY729" fmla="*/ 5514794 h 6857801"/>
                <a:gd name="connsiteX730" fmla="*/ 2678680 w 12184003"/>
                <a:gd name="connsiteY730" fmla="*/ 5071890 h 6857801"/>
                <a:gd name="connsiteX731" fmla="*/ 2672639 w 12184003"/>
                <a:gd name="connsiteY731" fmla="*/ 5057124 h 6857801"/>
                <a:gd name="connsiteX732" fmla="*/ 2682493 w 12184003"/>
                <a:gd name="connsiteY732" fmla="*/ 5033036 h 6857801"/>
                <a:gd name="connsiteX733" fmla="*/ 2730674 w 12184003"/>
                <a:gd name="connsiteY733" fmla="*/ 5033036 h 6857801"/>
                <a:gd name="connsiteX734" fmla="*/ 2736943 w 12184003"/>
                <a:gd name="connsiteY734" fmla="*/ 5048364 h 6857801"/>
                <a:gd name="connsiteX735" fmla="*/ 2801202 w 12184003"/>
                <a:gd name="connsiteY735" fmla="*/ 5048364 h 6857801"/>
                <a:gd name="connsiteX736" fmla="*/ 2816078 w 12184003"/>
                <a:gd name="connsiteY736" fmla="*/ 5022086 h 6857801"/>
                <a:gd name="connsiteX737" fmla="*/ 2862883 w 12184003"/>
                <a:gd name="connsiteY737" fmla="*/ 5004021 h 6857801"/>
                <a:gd name="connsiteX738" fmla="*/ 2908051 w 12184003"/>
                <a:gd name="connsiteY738" fmla="*/ 5022086 h 6857801"/>
                <a:gd name="connsiteX739" fmla="*/ 2922831 w 12184003"/>
                <a:gd name="connsiteY739" fmla="*/ 5044155 h 6857801"/>
                <a:gd name="connsiteX740" fmla="*/ 2923669 w 12184003"/>
                <a:gd name="connsiteY740" fmla="*/ 5048364 h 6857801"/>
                <a:gd name="connsiteX741" fmla="*/ 2973740 w 12184003"/>
                <a:gd name="connsiteY741" fmla="*/ 5048364 h 6857801"/>
                <a:gd name="connsiteX742" fmla="*/ 3037245 w 12184003"/>
                <a:gd name="connsiteY742" fmla="*/ 4984859 h 6857801"/>
                <a:gd name="connsiteX743" fmla="*/ 2343080 w 12184003"/>
                <a:gd name="connsiteY743" fmla="*/ 4984859 h 6857801"/>
                <a:gd name="connsiteX744" fmla="*/ 2017653 w 12184003"/>
                <a:gd name="connsiteY744" fmla="*/ 5310275 h 6857801"/>
                <a:gd name="connsiteX745" fmla="*/ 2242341 w 12184003"/>
                <a:gd name="connsiteY745" fmla="*/ 5313331 h 6857801"/>
                <a:gd name="connsiteX746" fmla="*/ 2408412 w 12184003"/>
                <a:gd name="connsiteY746" fmla="*/ 5147260 h 6857801"/>
                <a:gd name="connsiteX747" fmla="*/ 2401104 w 12184003"/>
                <a:gd name="connsiteY747" fmla="*/ 5129387 h 6857801"/>
                <a:gd name="connsiteX748" fmla="*/ 2410957 w 12184003"/>
                <a:gd name="connsiteY748" fmla="*/ 5105300 h 6857801"/>
                <a:gd name="connsiteX749" fmla="*/ 2459132 w 12184003"/>
                <a:gd name="connsiteY749" fmla="*/ 5105300 h 6857801"/>
                <a:gd name="connsiteX750" fmla="*/ 2459132 w 12184003"/>
                <a:gd name="connsiteY750" fmla="*/ 5153475 h 6857801"/>
                <a:gd name="connsiteX751" fmla="*/ 2435046 w 12184003"/>
                <a:gd name="connsiteY751" fmla="*/ 5163329 h 6857801"/>
                <a:gd name="connsiteX752" fmla="*/ 2420280 w 12184003"/>
                <a:gd name="connsiteY752" fmla="*/ 5157290 h 6857801"/>
                <a:gd name="connsiteX753" fmla="*/ 2248910 w 12184003"/>
                <a:gd name="connsiteY753" fmla="*/ 5328660 h 6857801"/>
                <a:gd name="connsiteX754" fmla="*/ 2000956 w 12184003"/>
                <a:gd name="connsiteY754" fmla="*/ 5326974 h 6857801"/>
                <a:gd name="connsiteX755" fmla="*/ 1835032 w 12184003"/>
                <a:gd name="connsiteY755" fmla="*/ 5492895 h 6857801"/>
                <a:gd name="connsiteX756" fmla="*/ 1760576 w 12184003"/>
                <a:gd name="connsiteY756" fmla="*/ 5492895 h 6857801"/>
                <a:gd name="connsiteX757" fmla="*/ 1670792 w 12184003"/>
                <a:gd name="connsiteY757" fmla="*/ 5582678 h 6857801"/>
                <a:gd name="connsiteX758" fmla="*/ 1745244 w 12184003"/>
                <a:gd name="connsiteY758" fmla="*/ 5582678 h 6857801"/>
                <a:gd name="connsiteX759" fmla="*/ 1813127 w 12184003"/>
                <a:gd name="connsiteY759" fmla="*/ 5514794 h 6857801"/>
                <a:gd name="connsiteX760" fmla="*/ 2148188 w 12184003"/>
                <a:gd name="connsiteY760" fmla="*/ 5514794 h 6857801"/>
                <a:gd name="connsiteX761" fmla="*/ 2678121 w 12184003"/>
                <a:gd name="connsiteY761" fmla="*/ 4984859 h 6857801"/>
                <a:gd name="connsiteX762" fmla="*/ 5080989 w 12184003"/>
                <a:gd name="connsiteY762" fmla="*/ 4966645 h 6857801"/>
                <a:gd name="connsiteX763" fmla="*/ 4802825 w 12184003"/>
                <a:gd name="connsiteY763" fmla="*/ 5244807 h 6857801"/>
                <a:gd name="connsiteX764" fmla="*/ 4815311 w 12184003"/>
                <a:gd name="connsiteY764" fmla="*/ 5275010 h 6857801"/>
                <a:gd name="connsiteX765" fmla="*/ 4802182 w 12184003"/>
                <a:gd name="connsiteY765" fmla="*/ 5306762 h 6857801"/>
                <a:gd name="connsiteX766" fmla="*/ 4780284 w 12184003"/>
                <a:gd name="connsiteY766" fmla="*/ 5315824 h 6857801"/>
                <a:gd name="connsiteX767" fmla="*/ 4780284 w 12184003"/>
                <a:gd name="connsiteY767" fmla="*/ 5556400 h 6857801"/>
                <a:gd name="connsiteX768" fmla="*/ 4962021 w 12184003"/>
                <a:gd name="connsiteY768" fmla="*/ 5374660 h 6857801"/>
                <a:gd name="connsiteX769" fmla="*/ 4962021 w 12184003"/>
                <a:gd name="connsiteY769" fmla="*/ 5356815 h 6857801"/>
                <a:gd name="connsiteX770" fmla="*/ 4949977 w 12184003"/>
                <a:gd name="connsiteY770" fmla="*/ 5351653 h 6857801"/>
                <a:gd name="connsiteX771" fmla="*/ 4940122 w 12184003"/>
                <a:gd name="connsiteY771" fmla="*/ 5328659 h 6857801"/>
                <a:gd name="connsiteX772" fmla="*/ 4972970 w 12184003"/>
                <a:gd name="connsiteY772" fmla="*/ 5295813 h 6857801"/>
                <a:gd name="connsiteX773" fmla="*/ 5005818 w 12184003"/>
                <a:gd name="connsiteY773" fmla="*/ 5328659 h 6857801"/>
                <a:gd name="connsiteX774" fmla="*/ 5004390 w 12184003"/>
                <a:gd name="connsiteY774" fmla="*/ 5332293 h 6857801"/>
                <a:gd name="connsiteX775" fmla="*/ 5093412 w 12184003"/>
                <a:gd name="connsiteY775" fmla="*/ 5243266 h 6857801"/>
                <a:gd name="connsiteX776" fmla="*/ 5093412 w 12184003"/>
                <a:gd name="connsiteY776" fmla="*/ 5033037 h 6857801"/>
                <a:gd name="connsiteX777" fmla="*/ 5082462 w 12184003"/>
                <a:gd name="connsiteY777" fmla="*/ 5028656 h 6857801"/>
                <a:gd name="connsiteX778" fmla="*/ 5069323 w 12184003"/>
                <a:gd name="connsiteY778" fmla="*/ 4995808 h 6857801"/>
                <a:gd name="connsiteX779" fmla="*/ 8673742 w 12184003"/>
                <a:gd name="connsiteY779" fmla="*/ 4952014 h 6857801"/>
                <a:gd name="connsiteX780" fmla="*/ 8673742 w 12184003"/>
                <a:gd name="connsiteY780" fmla="*/ 5103109 h 6857801"/>
                <a:gd name="connsiteX781" fmla="*/ 9015350 w 12184003"/>
                <a:gd name="connsiteY781" fmla="*/ 5103109 h 6857801"/>
                <a:gd name="connsiteX782" fmla="*/ 9089182 w 12184003"/>
                <a:gd name="connsiteY782" fmla="*/ 5176561 h 6857801"/>
                <a:gd name="connsiteX783" fmla="*/ 9103217 w 12184003"/>
                <a:gd name="connsiteY783" fmla="*/ 5170994 h 6857801"/>
                <a:gd name="connsiteX784" fmla="*/ 9137980 w 12184003"/>
                <a:gd name="connsiteY784" fmla="*/ 5184133 h 6857801"/>
                <a:gd name="connsiteX785" fmla="*/ 9151119 w 12184003"/>
                <a:gd name="connsiteY785" fmla="*/ 5218075 h 6857801"/>
                <a:gd name="connsiteX786" fmla="*/ 9145501 w 12184003"/>
                <a:gd name="connsiteY786" fmla="*/ 5232589 h 6857801"/>
                <a:gd name="connsiteX787" fmla="*/ 9440173 w 12184003"/>
                <a:gd name="connsiteY787" fmla="*/ 5525743 h 6857801"/>
                <a:gd name="connsiteX788" fmla="*/ 9440169 w 12184003"/>
                <a:gd name="connsiteY788" fmla="*/ 5527929 h 6857801"/>
                <a:gd name="connsiteX789" fmla="*/ 9755482 w 12184003"/>
                <a:gd name="connsiteY789" fmla="*/ 5843241 h 6857801"/>
                <a:gd name="connsiteX790" fmla="*/ 9768919 w 12184003"/>
                <a:gd name="connsiteY790" fmla="*/ 5837245 h 6857801"/>
                <a:gd name="connsiteX791" fmla="*/ 9803682 w 12184003"/>
                <a:gd name="connsiteY791" fmla="*/ 5852025 h 6857801"/>
                <a:gd name="connsiteX792" fmla="*/ 9803682 w 12184003"/>
                <a:gd name="connsiteY792" fmla="*/ 5919908 h 6857801"/>
                <a:gd name="connsiteX793" fmla="*/ 9786163 w 12184003"/>
                <a:gd name="connsiteY793" fmla="*/ 5926690 h 6857801"/>
                <a:gd name="connsiteX794" fmla="*/ 9786163 w 12184003"/>
                <a:gd name="connsiteY794" fmla="*/ 6116991 h 6857801"/>
                <a:gd name="connsiteX795" fmla="*/ 9910006 w 12184003"/>
                <a:gd name="connsiteY795" fmla="*/ 6239875 h 6857801"/>
                <a:gd name="connsiteX796" fmla="*/ 9931786 w 12184003"/>
                <a:gd name="connsiteY796" fmla="*/ 6230862 h 6857801"/>
                <a:gd name="connsiteX797" fmla="*/ 9963538 w 12184003"/>
                <a:gd name="connsiteY797" fmla="*/ 6244001 h 6857801"/>
                <a:gd name="connsiteX798" fmla="*/ 9976676 w 12184003"/>
                <a:gd name="connsiteY798" fmla="*/ 6275753 h 6857801"/>
                <a:gd name="connsiteX799" fmla="*/ 9967796 w 12184003"/>
                <a:gd name="connsiteY799" fmla="*/ 6297216 h 6857801"/>
                <a:gd name="connsiteX800" fmla="*/ 10068648 w 12184003"/>
                <a:gd name="connsiteY800" fmla="*/ 6397287 h 6857801"/>
                <a:gd name="connsiteX801" fmla="*/ 10215366 w 12184003"/>
                <a:gd name="connsiteY801" fmla="*/ 6397287 h 6857801"/>
                <a:gd name="connsiteX802" fmla="*/ 10121204 w 12184003"/>
                <a:gd name="connsiteY802" fmla="*/ 6303125 h 6857801"/>
                <a:gd name="connsiteX803" fmla="*/ 10121204 w 12184003"/>
                <a:gd name="connsiteY803" fmla="*/ 6031069 h 6857801"/>
                <a:gd name="connsiteX804" fmla="*/ 10121067 w 12184003"/>
                <a:gd name="connsiteY804" fmla="*/ 6031041 h 6857801"/>
                <a:gd name="connsiteX805" fmla="*/ 10099305 w 12184003"/>
                <a:gd name="connsiteY805" fmla="*/ 6016261 h 6857801"/>
                <a:gd name="connsiteX806" fmla="*/ 10085756 w 12184003"/>
                <a:gd name="connsiteY806" fmla="*/ 5946357 h 6857801"/>
                <a:gd name="connsiteX807" fmla="*/ 10088507 w 12184003"/>
                <a:gd name="connsiteY807" fmla="*/ 5941877 h 6857801"/>
                <a:gd name="connsiteX808" fmla="*/ 9762954 w 12184003"/>
                <a:gd name="connsiteY808" fmla="*/ 5615525 h 6857801"/>
                <a:gd name="connsiteX809" fmla="*/ 9708790 w 12184003"/>
                <a:gd name="connsiteY809" fmla="*/ 5615525 h 6857801"/>
                <a:gd name="connsiteX810" fmla="*/ 9702951 w 12184003"/>
                <a:gd name="connsiteY810" fmla="*/ 5628664 h 6857801"/>
                <a:gd name="connsiteX811" fmla="*/ 9702951 w 12184003"/>
                <a:gd name="connsiteY811" fmla="*/ 5630854 h 6857801"/>
                <a:gd name="connsiteX812" fmla="*/ 9654775 w 12184003"/>
                <a:gd name="connsiteY812" fmla="*/ 5630854 h 6857801"/>
                <a:gd name="connsiteX813" fmla="*/ 9644921 w 12184003"/>
                <a:gd name="connsiteY813" fmla="*/ 5606766 h 6857801"/>
                <a:gd name="connsiteX814" fmla="*/ 9650960 w 12184003"/>
                <a:gd name="connsiteY814" fmla="*/ 5592003 h 6857801"/>
                <a:gd name="connsiteX815" fmla="*/ 9124842 w 12184003"/>
                <a:gd name="connsiteY815" fmla="*/ 5065883 h 6857801"/>
                <a:gd name="connsiteX816" fmla="*/ 8787611 w 12184003"/>
                <a:gd name="connsiteY816" fmla="*/ 5065883 h 6857801"/>
                <a:gd name="connsiteX817" fmla="*/ 3431411 w 12184003"/>
                <a:gd name="connsiteY817" fmla="*/ 4952012 h 6857801"/>
                <a:gd name="connsiteX818" fmla="*/ 3317540 w 12184003"/>
                <a:gd name="connsiteY818" fmla="*/ 5065883 h 6857801"/>
                <a:gd name="connsiteX819" fmla="*/ 2981921 w 12184003"/>
                <a:gd name="connsiteY819" fmla="*/ 5065883 h 6857801"/>
                <a:gd name="connsiteX820" fmla="*/ 2455760 w 12184003"/>
                <a:gd name="connsiteY820" fmla="*/ 5590503 h 6857801"/>
                <a:gd name="connsiteX821" fmla="*/ 2462414 w 12184003"/>
                <a:gd name="connsiteY821" fmla="*/ 5606766 h 6857801"/>
                <a:gd name="connsiteX822" fmla="*/ 2452560 w 12184003"/>
                <a:gd name="connsiteY822" fmla="*/ 5630854 h 6857801"/>
                <a:gd name="connsiteX823" fmla="*/ 2404385 w 12184003"/>
                <a:gd name="connsiteY823" fmla="*/ 5630854 h 6857801"/>
                <a:gd name="connsiteX824" fmla="*/ 2404385 w 12184003"/>
                <a:gd name="connsiteY824" fmla="*/ 5628664 h 6857801"/>
                <a:gd name="connsiteX825" fmla="*/ 2398547 w 12184003"/>
                <a:gd name="connsiteY825" fmla="*/ 5615525 h 6857801"/>
                <a:gd name="connsiteX826" fmla="*/ 2343080 w 12184003"/>
                <a:gd name="connsiteY826" fmla="*/ 5615525 h 6857801"/>
                <a:gd name="connsiteX827" fmla="*/ 2018021 w 12184003"/>
                <a:gd name="connsiteY827" fmla="*/ 5940574 h 6857801"/>
                <a:gd name="connsiteX828" fmla="*/ 2021571 w 12184003"/>
                <a:gd name="connsiteY828" fmla="*/ 5946357 h 6857801"/>
                <a:gd name="connsiteX829" fmla="*/ 2008023 w 12184003"/>
                <a:gd name="connsiteY829" fmla="*/ 6016261 h 6857801"/>
                <a:gd name="connsiteX830" fmla="*/ 1983941 w 12184003"/>
                <a:gd name="connsiteY830" fmla="*/ 6026582 h 6857801"/>
                <a:gd name="connsiteX831" fmla="*/ 1983941 w 12184003"/>
                <a:gd name="connsiteY831" fmla="*/ 6303125 h 6857801"/>
                <a:gd name="connsiteX832" fmla="*/ 1889777 w 12184003"/>
                <a:gd name="connsiteY832" fmla="*/ 6397287 h 6857801"/>
                <a:gd name="connsiteX833" fmla="*/ 2036490 w 12184003"/>
                <a:gd name="connsiteY833" fmla="*/ 6397287 h 6857801"/>
                <a:gd name="connsiteX834" fmla="*/ 2137355 w 12184003"/>
                <a:gd name="connsiteY834" fmla="*/ 6297215 h 6857801"/>
                <a:gd name="connsiteX835" fmla="*/ 2128473 w 12184003"/>
                <a:gd name="connsiteY835" fmla="*/ 6275753 h 6857801"/>
                <a:gd name="connsiteX836" fmla="*/ 2141613 w 12184003"/>
                <a:gd name="connsiteY836" fmla="*/ 6244001 h 6857801"/>
                <a:gd name="connsiteX837" fmla="*/ 2173367 w 12184003"/>
                <a:gd name="connsiteY837" fmla="*/ 6230862 h 6857801"/>
                <a:gd name="connsiteX838" fmla="*/ 2195144 w 12184003"/>
                <a:gd name="connsiteY838" fmla="*/ 6239874 h 6857801"/>
                <a:gd name="connsiteX839" fmla="*/ 2318987 w 12184003"/>
                <a:gd name="connsiteY839" fmla="*/ 6116991 h 6857801"/>
                <a:gd name="connsiteX840" fmla="*/ 2318987 w 12184003"/>
                <a:gd name="connsiteY840" fmla="*/ 5926691 h 6857801"/>
                <a:gd name="connsiteX841" fmla="*/ 2301464 w 12184003"/>
                <a:gd name="connsiteY841" fmla="*/ 5919908 h 6857801"/>
                <a:gd name="connsiteX842" fmla="*/ 2301464 w 12184003"/>
                <a:gd name="connsiteY842" fmla="*/ 5852025 h 6857801"/>
                <a:gd name="connsiteX843" fmla="*/ 2336229 w 12184003"/>
                <a:gd name="connsiteY843" fmla="*/ 5837245 h 6857801"/>
                <a:gd name="connsiteX844" fmla="*/ 2349667 w 12184003"/>
                <a:gd name="connsiteY844" fmla="*/ 5843242 h 6857801"/>
                <a:gd name="connsiteX845" fmla="*/ 2959834 w 12184003"/>
                <a:gd name="connsiteY845" fmla="*/ 5233076 h 6857801"/>
                <a:gd name="connsiteX846" fmla="*/ 2954027 w 12184003"/>
                <a:gd name="connsiteY846" fmla="*/ 5218075 h 6857801"/>
                <a:gd name="connsiteX847" fmla="*/ 2967168 w 12184003"/>
                <a:gd name="connsiteY847" fmla="*/ 5184133 h 6857801"/>
                <a:gd name="connsiteX848" fmla="*/ 3001932 w 12184003"/>
                <a:gd name="connsiteY848" fmla="*/ 5170994 h 6857801"/>
                <a:gd name="connsiteX849" fmla="*/ 3016243 w 12184003"/>
                <a:gd name="connsiteY849" fmla="*/ 5176672 h 6857801"/>
                <a:gd name="connsiteX850" fmla="*/ 3089803 w 12184003"/>
                <a:gd name="connsiteY850" fmla="*/ 5103109 h 6857801"/>
                <a:gd name="connsiteX851" fmla="*/ 3431411 w 12184003"/>
                <a:gd name="connsiteY851" fmla="*/ 5103109 h 6857801"/>
                <a:gd name="connsiteX852" fmla="*/ 3156012 w 12184003"/>
                <a:gd name="connsiteY852" fmla="*/ 4892304 h 6857801"/>
                <a:gd name="connsiteX853" fmla="*/ 3087341 w 12184003"/>
                <a:gd name="connsiteY853" fmla="*/ 4960771 h 6857801"/>
                <a:gd name="connsiteX854" fmla="*/ 3107342 w 12184003"/>
                <a:gd name="connsiteY854" fmla="*/ 4960771 h 6857801"/>
                <a:gd name="connsiteX855" fmla="*/ 3170064 w 12184003"/>
                <a:gd name="connsiteY855" fmla="*/ 4898052 h 6857801"/>
                <a:gd name="connsiteX856" fmla="*/ 9305012 w 12184003"/>
                <a:gd name="connsiteY856" fmla="*/ 4862230 h 6857801"/>
                <a:gd name="connsiteX857" fmla="*/ 9403770 w 12184003"/>
                <a:gd name="connsiteY857" fmla="*/ 4960771 h 6857801"/>
                <a:gd name="connsiteX858" fmla="*/ 9739835 w 12184003"/>
                <a:gd name="connsiteY858" fmla="*/ 4960771 h 6857801"/>
                <a:gd name="connsiteX859" fmla="*/ 9667956 w 12184003"/>
                <a:gd name="connsiteY859" fmla="*/ 4888642 h 6857801"/>
                <a:gd name="connsiteX860" fmla="*/ 9647110 w 12184003"/>
                <a:gd name="connsiteY860" fmla="*/ 4897267 h 6857801"/>
                <a:gd name="connsiteX861" fmla="*/ 9615359 w 12184003"/>
                <a:gd name="connsiteY861" fmla="*/ 4884128 h 6857801"/>
                <a:gd name="connsiteX862" fmla="*/ 9606375 w 12184003"/>
                <a:gd name="connsiteY862" fmla="*/ 4862230 h 6857801"/>
                <a:gd name="connsiteX863" fmla="*/ 8978125 w 12184003"/>
                <a:gd name="connsiteY863" fmla="*/ 4862230 h 6857801"/>
                <a:gd name="connsiteX864" fmla="*/ 9076666 w 12184003"/>
                <a:gd name="connsiteY864" fmla="*/ 4960771 h 6857801"/>
                <a:gd name="connsiteX865" fmla="*/ 9371498 w 12184003"/>
                <a:gd name="connsiteY865" fmla="*/ 4960771 h 6857801"/>
                <a:gd name="connsiteX866" fmla="*/ 9273171 w 12184003"/>
                <a:gd name="connsiteY866" fmla="*/ 4862230 h 6857801"/>
                <a:gd name="connsiteX867" fmla="*/ 3203868 w 12184003"/>
                <a:gd name="connsiteY867" fmla="*/ 4862230 h 6857801"/>
                <a:gd name="connsiteX868" fmla="*/ 3204455 w 12184003"/>
                <a:gd name="connsiteY868" fmla="*/ 4863662 h 6857801"/>
                <a:gd name="connsiteX869" fmla="*/ 3205883 w 12184003"/>
                <a:gd name="connsiteY869" fmla="*/ 4862230 h 6857801"/>
                <a:gd name="connsiteX870" fmla="*/ 2833599 w 12184003"/>
                <a:gd name="connsiteY870" fmla="*/ 4862230 h 6857801"/>
                <a:gd name="connsiteX871" fmla="*/ 2735059 w 12184003"/>
                <a:gd name="connsiteY871" fmla="*/ 4960771 h 6857801"/>
                <a:gd name="connsiteX872" fmla="*/ 3061333 w 12184003"/>
                <a:gd name="connsiteY872" fmla="*/ 4960771 h 6857801"/>
                <a:gd name="connsiteX873" fmla="*/ 3143367 w 12184003"/>
                <a:gd name="connsiteY873" fmla="*/ 4878740 h 6857801"/>
                <a:gd name="connsiteX874" fmla="*/ 3136881 w 12184003"/>
                <a:gd name="connsiteY874" fmla="*/ 4864146 h 6857801"/>
                <a:gd name="connsiteX875" fmla="*/ 3137673 w 12184003"/>
                <a:gd name="connsiteY875" fmla="*/ 4862230 h 6857801"/>
                <a:gd name="connsiteX876" fmla="*/ 2500965 w 12184003"/>
                <a:gd name="connsiteY876" fmla="*/ 4862230 h 6857801"/>
                <a:gd name="connsiteX877" fmla="*/ 2491982 w 12184003"/>
                <a:gd name="connsiteY877" fmla="*/ 4884128 h 6857801"/>
                <a:gd name="connsiteX878" fmla="*/ 2460230 w 12184003"/>
                <a:gd name="connsiteY878" fmla="*/ 4897267 h 6857801"/>
                <a:gd name="connsiteX879" fmla="*/ 2439322 w 12184003"/>
                <a:gd name="connsiteY879" fmla="*/ 4888616 h 6857801"/>
                <a:gd name="connsiteX880" fmla="*/ 2367168 w 12184003"/>
                <a:gd name="connsiteY880" fmla="*/ 4960771 h 6857801"/>
                <a:gd name="connsiteX881" fmla="*/ 2702210 w 12184003"/>
                <a:gd name="connsiteY881" fmla="*/ 4960771 h 6857801"/>
                <a:gd name="connsiteX882" fmla="*/ 2800751 w 12184003"/>
                <a:gd name="connsiteY882" fmla="*/ 4862230 h 6857801"/>
                <a:gd name="connsiteX883" fmla="*/ 5221521 w 12184003"/>
                <a:gd name="connsiteY883" fmla="*/ 4826108 h 6857801"/>
                <a:gd name="connsiteX884" fmla="*/ 5086146 w 12184003"/>
                <a:gd name="connsiteY884" fmla="*/ 4961488 h 6857801"/>
                <a:gd name="connsiteX885" fmla="*/ 5115308 w 12184003"/>
                <a:gd name="connsiteY885" fmla="*/ 4949822 h 6857801"/>
                <a:gd name="connsiteX886" fmla="*/ 5161292 w 12184003"/>
                <a:gd name="connsiteY886" fmla="*/ 4995808 h 6857801"/>
                <a:gd name="connsiteX887" fmla="*/ 5147331 w 12184003"/>
                <a:gd name="connsiteY887" fmla="*/ 5028656 h 6857801"/>
                <a:gd name="connsiteX888" fmla="*/ 5115309 w 12184003"/>
                <a:gd name="connsiteY888" fmla="*/ 5041795 h 6857801"/>
                <a:gd name="connsiteX889" fmla="*/ 5115309 w 12184003"/>
                <a:gd name="connsiteY889" fmla="*/ 5221368 h 6857801"/>
                <a:gd name="connsiteX890" fmla="*/ 5154359 w 12184003"/>
                <a:gd name="connsiteY890" fmla="*/ 5182317 h 6857801"/>
                <a:gd name="connsiteX891" fmla="*/ 5143787 w 12184003"/>
                <a:gd name="connsiteY891" fmla="*/ 5156760 h 6857801"/>
                <a:gd name="connsiteX892" fmla="*/ 5156928 w 12184003"/>
                <a:gd name="connsiteY892" fmla="*/ 5125007 h 6857801"/>
                <a:gd name="connsiteX893" fmla="*/ 5220422 w 12184003"/>
                <a:gd name="connsiteY893" fmla="*/ 5125007 h 6857801"/>
                <a:gd name="connsiteX894" fmla="*/ 5220422 w 12184003"/>
                <a:gd name="connsiteY894" fmla="*/ 5188511 h 6857801"/>
                <a:gd name="connsiteX895" fmla="*/ 5188684 w 12184003"/>
                <a:gd name="connsiteY895" fmla="*/ 5201650 h 6857801"/>
                <a:gd name="connsiteX896" fmla="*/ 5172476 w 12184003"/>
                <a:gd name="connsiteY896" fmla="*/ 5194946 h 6857801"/>
                <a:gd name="connsiteX897" fmla="*/ 5115309 w 12184003"/>
                <a:gd name="connsiteY897" fmla="*/ 5252260 h 6857801"/>
                <a:gd name="connsiteX898" fmla="*/ 5115309 w 12184003"/>
                <a:gd name="connsiteY898" fmla="*/ 5409683 h 6857801"/>
                <a:gd name="connsiteX899" fmla="*/ 5277356 w 12184003"/>
                <a:gd name="connsiteY899" fmla="*/ 5571730 h 6857801"/>
                <a:gd name="connsiteX900" fmla="*/ 5277356 w 12184003"/>
                <a:gd name="connsiteY900" fmla="*/ 4881939 h 6857801"/>
                <a:gd name="connsiteX901" fmla="*/ 6869339 w 12184003"/>
                <a:gd name="connsiteY901" fmla="*/ 4809675 h 6857801"/>
                <a:gd name="connsiteX902" fmla="*/ 6869339 w 12184003"/>
                <a:gd name="connsiteY902" fmla="*/ 5302381 h 6857801"/>
                <a:gd name="connsiteX903" fmla="*/ 7327009 w 12184003"/>
                <a:gd name="connsiteY903" fmla="*/ 5760053 h 6857801"/>
                <a:gd name="connsiteX904" fmla="*/ 7327009 w 12184003"/>
                <a:gd name="connsiteY904" fmla="*/ 5589247 h 6857801"/>
                <a:gd name="connsiteX905" fmla="*/ 6932684 w 12184003"/>
                <a:gd name="connsiteY905" fmla="*/ 5194921 h 6857801"/>
                <a:gd name="connsiteX906" fmla="*/ 6916420 w 12184003"/>
                <a:gd name="connsiteY906" fmla="*/ 5201650 h 6857801"/>
                <a:gd name="connsiteX907" fmla="*/ 6884668 w 12184003"/>
                <a:gd name="connsiteY907" fmla="*/ 5188511 h 6857801"/>
                <a:gd name="connsiteX908" fmla="*/ 6884668 w 12184003"/>
                <a:gd name="connsiteY908" fmla="*/ 5125007 h 6857801"/>
                <a:gd name="connsiteX909" fmla="*/ 6948172 w 12184003"/>
                <a:gd name="connsiteY909" fmla="*/ 5125007 h 6857801"/>
                <a:gd name="connsiteX910" fmla="*/ 6961311 w 12184003"/>
                <a:gd name="connsiteY910" fmla="*/ 5156760 h 6857801"/>
                <a:gd name="connsiteX911" fmla="*/ 6950736 w 12184003"/>
                <a:gd name="connsiteY911" fmla="*/ 5182317 h 6857801"/>
                <a:gd name="connsiteX912" fmla="*/ 7327009 w 12184003"/>
                <a:gd name="connsiteY912" fmla="*/ 5558590 h 6857801"/>
                <a:gd name="connsiteX913" fmla="*/ 7327009 w 12184003"/>
                <a:gd name="connsiteY913" fmla="*/ 5316730 h 6857801"/>
                <a:gd name="connsiteX914" fmla="*/ 7302921 w 12184003"/>
                <a:gd name="connsiteY914" fmla="*/ 5306762 h 6857801"/>
                <a:gd name="connsiteX915" fmla="*/ 7302921 w 12184003"/>
                <a:gd name="connsiteY915" fmla="*/ 5243258 h 6857801"/>
                <a:gd name="connsiteX916" fmla="*/ 7302922 w 12184003"/>
                <a:gd name="connsiteY916" fmla="*/ 5243258 h 6857801"/>
                <a:gd name="connsiteX917" fmla="*/ 8375376 w 12184003"/>
                <a:gd name="connsiteY917" fmla="*/ 4804745 h 6857801"/>
                <a:gd name="connsiteX918" fmla="*/ 8374825 w 12184003"/>
                <a:gd name="connsiteY918" fmla="*/ 5049452 h 6857801"/>
                <a:gd name="connsiteX919" fmla="*/ 8426292 w 12184003"/>
                <a:gd name="connsiteY919" fmla="*/ 5100919 h 6857801"/>
                <a:gd name="connsiteX920" fmla="*/ 8426292 w 12184003"/>
                <a:gd name="connsiteY920" fmla="*/ 4855661 h 6857801"/>
                <a:gd name="connsiteX921" fmla="*/ 3731404 w 12184003"/>
                <a:gd name="connsiteY921" fmla="*/ 4803100 h 6857801"/>
                <a:gd name="connsiteX922" fmla="*/ 3678846 w 12184003"/>
                <a:gd name="connsiteY922" fmla="*/ 4855661 h 6857801"/>
                <a:gd name="connsiteX923" fmla="*/ 3678846 w 12184003"/>
                <a:gd name="connsiteY923" fmla="*/ 5100925 h 6857801"/>
                <a:gd name="connsiteX924" fmla="*/ 3731404 w 12184003"/>
                <a:gd name="connsiteY924" fmla="*/ 5048364 h 6857801"/>
                <a:gd name="connsiteX925" fmla="*/ 5932103 w 12184003"/>
                <a:gd name="connsiteY925" fmla="*/ 4787776 h 6857801"/>
                <a:gd name="connsiteX926" fmla="*/ 5826992 w 12184003"/>
                <a:gd name="connsiteY926" fmla="*/ 4892887 h 6857801"/>
                <a:gd name="connsiteX927" fmla="*/ 5826992 w 12184003"/>
                <a:gd name="connsiteY927" fmla="*/ 5679029 h 6857801"/>
                <a:gd name="connsiteX928" fmla="*/ 5932103 w 12184003"/>
                <a:gd name="connsiteY928" fmla="*/ 5784141 h 6857801"/>
                <a:gd name="connsiteX929" fmla="*/ 5932103 w 12184003"/>
                <a:gd name="connsiteY929" fmla="*/ 5681219 h 6857801"/>
                <a:gd name="connsiteX930" fmla="*/ 5910205 w 12184003"/>
                <a:gd name="connsiteY930" fmla="*/ 5672460 h 6857801"/>
                <a:gd name="connsiteX931" fmla="*/ 5897067 w 12184003"/>
                <a:gd name="connsiteY931" fmla="*/ 5639614 h 6857801"/>
                <a:gd name="connsiteX932" fmla="*/ 5910205 w 12184003"/>
                <a:gd name="connsiteY932" fmla="*/ 5606766 h 6857801"/>
                <a:gd name="connsiteX933" fmla="*/ 5932103 w 12184003"/>
                <a:gd name="connsiteY933" fmla="*/ 5598007 h 6857801"/>
                <a:gd name="connsiteX934" fmla="*/ 5932103 w 12184003"/>
                <a:gd name="connsiteY934" fmla="*/ 5096540 h 6857801"/>
                <a:gd name="connsiteX935" fmla="*/ 5932103 w 12184003"/>
                <a:gd name="connsiteY935" fmla="*/ 5096539 h 6857801"/>
                <a:gd name="connsiteX936" fmla="*/ 6839411 w 12184003"/>
                <a:gd name="connsiteY936" fmla="*/ 4746901 h 6857801"/>
                <a:gd name="connsiteX937" fmla="*/ 6845251 w 12184003"/>
                <a:gd name="connsiteY937" fmla="*/ 4752741 h 6857801"/>
                <a:gd name="connsiteX938" fmla="*/ 6845251 w 12184003"/>
                <a:gd name="connsiteY938" fmla="*/ 4749236 h 6857801"/>
                <a:gd name="connsiteX939" fmla="*/ 5323339 w 12184003"/>
                <a:gd name="connsiteY939" fmla="*/ 4724295 h 6857801"/>
                <a:gd name="connsiteX940" fmla="*/ 5237947 w 12184003"/>
                <a:gd name="connsiteY940" fmla="*/ 4809685 h 6857801"/>
                <a:gd name="connsiteX941" fmla="*/ 5301440 w 12184003"/>
                <a:gd name="connsiteY941" fmla="*/ 4873179 h 6857801"/>
                <a:gd name="connsiteX942" fmla="*/ 5301440 w 12184003"/>
                <a:gd name="connsiteY942" fmla="*/ 5324274 h 6857801"/>
                <a:gd name="connsiteX943" fmla="*/ 5304724 w 12184003"/>
                <a:gd name="connsiteY943" fmla="*/ 5316617 h 6857801"/>
                <a:gd name="connsiteX944" fmla="*/ 5327717 w 12184003"/>
                <a:gd name="connsiteY944" fmla="*/ 5306762 h 6857801"/>
                <a:gd name="connsiteX945" fmla="*/ 5360564 w 12184003"/>
                <a:gd name="connsiteY945" fmla="*/ 5339609 h 6857801"/>
                <a:gd name="connsiteX946" fmla="*/ 5350709 w 12184003"/>
                <a:gd name="connsiteY946" fmla="*/ 5362602 h 6857801"/>
                <a:gd name="connsiteX947" fmla="*/ 5327717 w 12184003"/>
                <a:gd name="connsiteY947" fmla="*/ 5372456 h 6857801"/>
                <a:gd name="connsiteX948" fmla="*/ 5327717 w 12184003"/>
                <a:gd name="connsiteY948" fmla="*/ 5622093 h 6857801"/>
                <a:gd name="connsiteX949" fmla="*/ 5448158 w 12184003"/>
                <a:gd name="connsiteY949" fmla="*/ 5742533 h 6857801"/>
                <a:gd name="connsiteX950" fmla="*/ 5448158 w 12184003"/>
                <a:gd name="connsiteY950" fmla="*/ 5363694 h 6857801"/>
                <a:gd name="connsiteX951" fmla="*/ 5399984 w 12184003"/>
                <a:gd name="connsiteY951" fmla="*/ 5315521 h 6857801"/>
                <a:gd name="connsiteX952" fmla="*/ 5399984 w 12184003"/>
                <a:gd name="connsiteY952" fmla="*/ 5207378 h 6857801"/>
                <a:gd name="connsiteX953" fmla="*/ 5323339 w 12184003"/>
                <a:gd name="connsiteY953" fmla="*/ 5129386 h 6857801"/>
                <a:gd name="connsiteX954" fmla="*/ 8664583 w 12184003"/>
                <a:gd name="connsiteY954" fmla="*/ 4710736 h 6857801"/>
                <a:gd name="connsiteX955" fmla="*/ 8664563 w 12184003"/>
                <a:gd name="connsiteY955" fmla="*/ 4725952 h 6857801"/>
                <a:gd name="connsiteX956" fmla="*/ 8673742 w 12184003"/>
                <a:gd name="connsiteY956" fmla="*/ 4735221 h 6857801"/>
                <a:gd name="connsiteX957" fmla="*/ 8673742 w 12184003"/>
                <a:gd name="connsiteY957" fmla="*/ 4927925 h 6857801"/>
                <a:gd name="connsiteX958" fmla="*/ 8794181 w 12184003"/>
                <a:gd name="connsiteY958" fmla="*/ 5048364 h 6857801"/>
                <a:gd name="connsiteX959" fmla="*/ 9107323 w 12184003"/>
                <a:gd name="connsiteY959" fmla="*/ 5048364 h 6857801"/>
                <a:gd name="connsiteX960" fmla="*/ 8951281 w 12184003"/>
                <a:gd name="connsiteY960" fmla="*/ 4892322 h 6857801"/>
                <a:gd name="connsiteX961" fmla="*/ 8936517 w 12184003"/>
                <a:gd name="connsiteY961" fmla="*/ 4898363 h 6857801"/>
                <a:gd name="connsiteX962" fmla="*/ 8912430 w 12184003"/>
                <a:gd name="connsiteY962" fmla="*/ 4888507 h 6857801"/>
                <a:gd name="connsiteX963" fmla="*/ 8902575 w 12184003"/>
                <a:gd name="connsiteY963" fmla="*/ 4864420 h 6857801"/>
                <a:gd name="connsiteX964" fmla="*/ 8903471 w 12184003"/>
                <a:gd name="connsiteY964" fmla="*/ 4862230 h 6857801"/>
                <a:gd name="connsiteX965" fmla="*/ 8816077 w 12184003"/>
                <a:gd name="connsiteY965" fmla="*/ 4862230 h 6857801"/>
                <a:gd name="connsiteX966" fmla="*/ 3442365 w 12184003"/>
                <a:gd name="connsiteY966" fmla="*/ 4708944 h 6857801"/>
                <a:gd name="connsiteX967" fmla="*/ 3289077 w 12184003"/>
                <a:gd name="connsiteY967" fmla="*/ 4862230 h 6857801"/>
                <a:gd name="connsiteX968" fmla="*/ 3238728 w 12184003"/>
                <a:gd name="connsiteY968" fmla="*/ 4862230 h 6857801"/>
                <a:gd name="connsiteX969" fmla="*/ 3116104 w 12184003"/>
                <a:gd name="connsiteY969" fmla="*/ 4984859 h 6857801"/>
                <a:gd name="connsiteX970" fmla="*/ 3063183 w 12184003"/>
                <a:gd name="connsiteY970" fmla="*/ 4984859 h 6857801"/>
                <a:gd name="connsiteX971" fmla="*/ 2999494 w 12184003"/>
                <a:gd name="connsiteY971" fmla="*/ 5048364 h 6857801"/>
                <a:gd name="connsiteX972" fmla="*/ 3310971 w 12184003"/>
                <a:gd name="connsiteY972" fmla="*/ 5048364 h 6857801"/>
                <a:gd name="connsiteX973" fmla="*/ 3431411 w 12184003"/>
                <a:gd name="connsiteY973" fmla="*/ 4927924 h 6857801"/>
                <a:gd name="connsiteX974" fmla="*/ 3431411 w 12184003"/>
                <a:gd name="connsiteY974" fmla="*/ 4735221 h 6857801"/>
                <a:gd name="connsiteX975" fmla="*/ 3442365 w 12184003"/>
                <a:gd name="connsiteY975" fmla="*/ 4724266 h 6857801"/>
                <a:gd name="connsiteX976" fmla="*/ 5106551 w 12184003"/>
                <a:gd name="connsiteY976" fmla="*/ 4678298 h 6857801"/>
                <a:gd name="connsiteX977" fmla="*/ 4644501 w 12184003"/>
                <a:gd name="connsiteY977" fmla="*/ 5140351 h 6857801"/>
                <a:gd name="connsiteX978" fmla="*/ 4644501 w 12184003"/>
                <a:gd name="connsiteY978" fmla="*/ 5354952 h 6857801"/>
                <a:gd name="connsiteX979" fmla="*/ 4698905 w 12184003"/>
                <a:gd name="connsiteY979" fmla="*/ 5300546 h 6857801"/>
                <a:gd name="connsiteX980" fmla="*/ 4691597 w 12184003"/>
                <a:gd name="connsiteY980" fmla="*/ 5282674 h 6857801"/>
                <a:gd name="connsiteX981" fmla="*/ 4701450 w 12184003"/>
                <a:gd name="connsiteY981" fmla="*/ 5258585 h 6857801"/>
                <a:gd name="connsiteX982" fmla="*/ 4725537 w 12184003"/>
                <a:gd name="connsiteY982" fmla="*/ 5248732 h 6857801"/>
                <a:gd name="connsiteX983" fmla="*/ 4732961 w 12184003"/>
                <a:gd name="connsiteY983" fmla="*/ 5251770 h 6857801"/>
                <a:gd name="connsiteX984" fmla="*/ 4736486 w 12184003"/>
                <a:gd name="connsiteY984" fmla="*/ 5243258 h 6857801"/>
                <a:gd name="connsiteX985" fmla="*/ 4770151 w 12184003"/>
                <a:gd name="connsiteY985" fmla="*/ 5230119 h 6857801"/>
                <a:gd name="connsiteX986" fmla="*/ 4778888 w 12184003"/>
                <a:gd name="connsiteY986" fmla="*/ 5233702 h 6857801"/>
                <a:gd name="connsiteX987" fmla="*/ 5204003 w 12184003"/>
                <a:gd name="connsiteY987" fmla="*/ 4808588 h 6857801"/>
                <a:gd name="connsiteX988" fmla="*/ 5106551 w 12184003"/>
                <a:gd name="connsiteY988" fmla="*/ 4711133 h 6857801"/>
                <a:gd name="connsiteX989" fmla="*/ 5964950 w 12184003"/>
                <a:gd name="connsiteY989" fmla="*/ 4667267 h 6857801"/>
                <a:gd name="connsiteX990" fmla="*/ 5954002 w 12184003"/>
                <a:gd name="connsiteY990" fmla="*/ 4678286 h 6857801"/>
                <a:gd name="connsiteX991" fmla="*/ 5954002 w 12184003"/>
                <a:gd name="connsiteY991" fmla="*/ 4719891 h 6857801"/>
                <a:gd name="connsiteX992" fmla="*/ 5964950 w 12184003"/>
                <a:gd name="connsiteY992" fmla="*/ 4708943 h 6857801"/>
                <a:gd name="connsiteX993" fmla="*/ 3442365 w 12184003"/>
                <a:gd name="connsiteY993" fmla="*/ 4658589 h 6857801"/>
                <a:gd name="connsiteX994" fmla="*/ 3260626 w 12184003"/>
                <a:gd name="connsiteY994" fmla="*/ 4840331 h 6857801"/>
                <a:gd name="connsiteX995" fmla="*/ 3280318 w 12184003"/>
                <a:gd name="connsiteY995" fmla="*/ 4840331 h 6857801"/>
                <a:gd name="connsiteX996" fmla="*/ 3442365 w 12184003"/>
                <a:gd name="connsiteY996" fmla="*/ 4678286 h 6857801"/>
                <a:gd name="connsiteX997" fmla="*/ 8375716 w 12184003"/>
                <a:gd name="connsiteY997" fmla="*/ 4653987 h 6857801"/>
                <a:gd name="connsiteX998" fmla="*/ 8375485 w 12184003"/>
                <a:gd name="connsiteY998" fmla="*/ 4756678 h 6857801"/>
                <a:gd name="connsiteX999" fmla="*/ 8461329 w 12184003"/>
                <a:gd name="connsiteY999" fmla="*/ 4842523 h 6857801"/>
                <a:gd name="connsiteX1000" fmla="*/ 8461329 w 12184003"/>
                <a:gd name="connsiteY1000" fmla="*/ 5103109 h 6857801"/>
                <a:gd name="connsiteX1001" fmla="*/ 8640893 w 12184003"/>
                <a:gd name="connsiteY1001" fmla="*/ 5103109 h 6857801"/>
                <a:gd name="connsiteX1002" fmla="*/ 8640893 w 12184003"/>
                <a:gd name="connsiteY1002" fmla="*/ 4919165 h 6857801"/>
                <a:gd name="connsiteX1003" fmla="*/ 3731404 w 12184003"/>
                <a:gd name="connsiteY1003" fmla="*/ 4652002 h 6857801"/>
                <a:gd name="connsiteX1004" fmla="*/ 3464262 w 12184003"/>
                <a:gd name="connsiteY1004" fmla="*/ 4919161 h 6857801"/>
                <a:gd name="connsiteX1005" fmla="*/ 3464262 w 12184003"/>
                <a:gd name="connsiteY1005" fmla="*/ 5103109 h 6857801"/>
                <a:gd name="connsiteX1006" fmla="*/ 3646000 w 12184003"/>
                <a:gd name="connsiteY1006" fmla="*/ 5103109 h 6857801"/>
                <a:gd name="connsiteX1007" fmla="*/ 3646000 w 12184003"/>
                <a:gd name="connsiteY1007" fmla="*/ 4842523 h 6857801"/>
                <a:gd name="connsiteX1008" fmla="*/ 3731404 w 12184003"/>
                <a:gd name="connsiteY1008" fmla="*/ 4756674 h 6857801"/>
                <a:gd name="connsiteX1009" fmla="*/ 5399984 w 12184003"/>
                <a:gd name="connsiteY1009" fmla="*/ 4647648 h 6857801"/>
                <a:gd name="connsiteX1010" fmla="*/ 5338667 w 12184003"/>
                <a:gd name="connsiteY1010" fmla="*/ 4708966 h 6857801"/>
                <a:gd name="connsiteX1011" fmla="*/ 5338667 w 12184003"/>
                <a:gd name="connsiteY1011" fmla="*/ 5122818 h 6857801"/>
                <a:gd name="connsiteX1012" fmla="*/ 5399984 w 12184003"/>
                <a:gd name="connsiteY1012" fmla="*/ 5183079 h 6857801"/>
                <a:gd name="connsiteX1013" fmla="*/ 5354875 w 12184003"/>
                <a:gd name="connsiteY1013" fmla="*/ 4634647 h 6857801"/>
                <a:gd name="connsiteX1014" fmla="*/ 5354540 w 12184003"/>
                <a:gd name="connsiteY1014" fmla="*/ 4635585 h 6857801"/>
                <a:gd name="connsiteX1015" fmla="*/ 5338667 w 12184003"/>
                <a:gd name="connsiteY1015" fmla="*/ 4641934 h 6857801"/>
                <a:gd name="connsiteX1016" fmla="*/ 5338667 w 12184003"/>
                <a:gd name="connsiteY1016" fmla="*/ 4673926 h 6857801"/>
                <a:gd name="connsiteX1017" fmla="*/ 5366166 w 12184003"/>
                <a:gd name="connsiteY1017" fmla="*/ 4646429 h 6857801"/>
                <a:gd name="connsiteX1018" fmla="*/ 5358392 w 12184003"/>
                <a:gd name="connsiteY1018" fmla="*/ 4643249 h 6857801"/>
                <a:gd name="connsiteX1019" fmla="*/ 6754275 w 12184003"/>
                <a:gd name="connsiteY1019" fmla="*/ 4630110 h 6857801"/>
                <a:gd name="connsiteX1020" fmla="*/ 6748900 w 12184003"/>
                <a:gd name="connsiteY1020" fmla="*/ 4643249 h 6857801"/>
                <a:gd name="connsiteX1021" fmla="*/ 6739575 w 12184003"/>
                <a:gd name="connsiteY1021" fmla="*/ 4647064 h 6857801"/>
                <a:gd name="connsiteX1022" fmla="*/ 6813865 w 12184003"/>
                <a:gd name="connsiteY1022" fmla="*/ 4721355 h 6857801"/>
                <a:gd name="connsiteX1023" fmla="*/ 6808025 w 12184003"/>
                <a:gd name="connsiteY1023" fmla="*/ 4706754 h 6857801"/>
                <a:gd name="connsiteX1024" fmla="*/ 6854010 w 12184003"/>
                <a:gd name="connsiteY1024" fmla="*/ 4660767 h 6857801"/>
                <a:gd name="connsiteX1025" fmla="*/ 6899996 w 12184003"/>
                <a:gd name="connsiteY1025" fmla="*/ 4706754 h 6857801"/>
                <a:gd name="connsiteX1026" fmla="*/ 6886037 w 12184003"/>
                <a:gd name="connsiteY1026" fmla="*/ 4739601 h 6857801"/>
                <a:gd name="connsiteX1027" fmla="*/ 6869339 w 12184003"/>
                <a:gd name="connsiteY1027" fmla="*/ 4746451 h 6857801"/>
                <a:gd name="connsiteX1028" fmla="*/ 6869339 w 12184003"/>
                <a:gd name="connsiteY1028" fmla="*/ 4776828 h 6857801"/>
                <a:gd name="connsiteX1029" fmla="*/ 7326212 w 12184003"/>
                <a:gd name="connsiteY1029" fmla="*/ 5233702 h 6857801"/>
                <a:gd name="connsiteX1030" fmla="*/ 7334947 w 12184003"/>
                <a:gd name="connsiteY1030" fmla="*/ 5230119 h 6857801"/>
                <a:gd name="connsiteX1031" fmla="*/ 7368615 w 12184003"/>
                <a:gd name="connsiteY1031" fmla="*/ 5243258 h 6857801"/>
                <a:gd name="connsiteX1032" fmla="*/ 7372455 w 12184003"/>
                <a:gd name="connsiteY1032" fmla="*/ 5252536 h 6857801"/>
                <a:gd name="connsiteX1033" fmla="*/ 7381754 w 12184003"/>
                <a:gd name="connsiteY1033" fmla="*/ 5248732 h 6857801"/>
                <a:gd name="connsiteX1034" fmla="*/ 7405842 w 12184003"/>
                <a:gd name="connsiteY1034" fmla="*/ 5258585 h 6857801"/>
                <a:gd name="connsiteX1035" fmla="*/ 7415696 w 12184003"/>
                <a:gd name="connsiteY1035" fmla="*/ 5282674 h 6857801"/>
                <a:gd name="connsiteX1036" fmla="*/ 7407749 w 12184003"/>
                <a:gd name="connsiteY1036" fmla="*/ 5302100 h 6857801"/>
                <a:gd name="connsiteX1037" fmla="*/ 7683948 w 12184003"/>
                <a:gd name="connsiteY1037" fmla="*/ 5578299 h 6857801"/>
                <a:gd name="connsiteX1038" fmla="*/ 7683948 w 12184003"/>
                <a:gd name="connsiteY1038" fmla="*/ 5401521 h 6857801"/>
                <a:gd name="connsiteX1039" fmla="*/ 7666429 w 12184003"/>
                <a:gd name="connsiteY1039" fmla="*/ 5394355 h 6857801"/>
                <a:gd name="connsiteX1040" fmla="*/ 7666429 w 12184003"/>
                <a:gd name="connsiteY1040" fmla="*/ 5346179 h 6857801"/>
                <a:gd name="connsiteX1041" fmla="*/ 7666466 w 12184003"/>
                <a:gd name="connsiteY1041" fmla="*/ 5346164 h 6857801"/>
                <a:gd name="connsiteX1042" fmla="*/ 6952552 w 12184003"/>
                <a:gd name="connsiteY1042" fmla="*/ 4630110 h 6857801"/>
                <a:gd name="connsiteX1043" fmla="*/ 5154735 w 12184003"/>
                <a:gd name="connsiteY1043" fmla="*/ 4630110 h 6857801"/>
                <a:gd name="connsiteX1044" fmla="*/ 5130638 w 12184003"/>
                <a:gd name="connsiteY1044" fmla="*/ 4654209 h 6857801"/>
                <a:gd name="connsiteX1045" fmla="*/ 5130638 w 12184003"/>
                <a:gd name="connsiteY1045" fmla="*/ 4702375 h 6857801"/>
                <a:gd name="connsiteX1046" fmla="*/ 5220422 w 12184003"/>
                <a:gd name="connsiteY1046" fmla="*/ 4792165 h 6857801"/>
                <a:gd name="connsiteX1047" fmla="*/ 5323339 w 12184003"/>
                <a:gd name="connsiteY1047" fmla="*/ 4689255 h 6857801"/>
                <a:gd name="connsiteX1048" fmla="*/ 5323339 w 12184003"/>
                <a:gd name="connsiteY1048" fmla="*/ 4642625 h 6857801"/>
                <a:gd name="connsiteX1049" fmla="*/ 5306913 w 12184003"/>
                <a:gd name="connsiteY1049" fmla="*/ 4635585 h 6857801"/>
                <a:gd name="connsiteX1050" fmla="*/ 5304565 w 12184003"/>
                <a:gd name="connsiteY1050" fmla="*/ 4630110 h 6857801"/>
                <a:gd name="connsiteX1051" fmla="*/ 6641600 w 12184003"/>
                <a:gd name="connsiteY1051" fmla="*/ 4581936 h 6857801"/>
                <a:gd name="connsiteX1052" fmla="*/ 6641600 w 12184003"/>
                <a:gd name="connsiteY1052" fmla="*/ 5039605 h 6857801"/>
                <a:gd name="connsiteX1053" fmla="*/ 6674446 w 12184003"/>
                <a:gd name="connsiteY1053" fmla="*/ 5052743 h 6857801"/>
                <a:gd name="connsiteX1054" fmla="*/ 6687585 w 12184003"/>
                <a:gd name="connsiteY1054" fmla="*/ 5085590 h 6857801"/>
                <a:gd name="connsiteX1055" fmla="*/ 6683788 w 12184003"/>
                <a:gd name="connsiteY1055" fmla="*/ 5103862 h 6857801"/>
                <a:gd name="connsiteX1056" fmla="*/ 6678460 w 12184003"/>
                <a:gd name="connsiteY1056" fmla="*/ 5111503 h 6857801"/>
                <a:gd name="connsiteX1057" fmla="*/ 6845251 w 12184003"/>
                <a:gd name="connsiteY1057" fmla="*/ 5278294 h 6857801"/>
                <a:gd name="connsiteX1058" fmla="*/ 6845251 w 12184003"/>
                <a:gd name="connsiteY1058" fmla="*/ 4785587 h 6857801"/>
                <a:gd name="connsiteX1059" fmla="*/ 6704430 w 12184003"/>
                <a:gd name="connsiteY1059" fmla="*/ 4644765 h 6857801"/>
                <a:gd name="connsiteX1060" fmla="*/ 6700724 w 12184003"/>
                <a:gd name="connsiteY1060" fmla="*/ 4643249 h 6857801"/>
                <a:gd name="connsiteX1061" fmla="*/ 6699209 w 12184003"/>
                <a:gd name="connsiteY1061" fmla="*/ 4639545 h 6857801"/>
                <a:gd name="connsiteX1062" fmla="*/ 8664757 w 12184003"/>
                <a:gd name="connsiteY1062" fmla="*/ 4581710 h 6857801"/>
                <a:gd name="connsiteX1063" fmla="*/ 8664627 w 12184003"/>
                <a:gd name="connsiteY1063" fmla="*/ 4677932 h 6857801"/>
                <a:gd name="connsiteX1064" fmla="*/ 8827027 w 12184003"/>
                <a:gd name="connsiteY1064" fmla="*/ 4840331 h 6857801"/>
                <a:gd name="connsiteX1065" fmla="*/ 8912430 w 12184003"/>
                <a:gd name="connsiteY1065" fmla="*/ 4840331 h 6857801"/>
                <a:gd name="connsiteX1066" fmla="*/ 8920200 w 12184003"/>
                <a:gd name="connsiteY1066" fmla="*/ 4837153 h 6857801"/>
                <a:gd name="connsiteX1067" fmla="*/ 5446757 w 12184003"/>
                <a:gd name="connsiteY1067" fmla="*/ 4565837 h 6857801"/>
                <a:gd name="connsiteX1068" fmla="*/ 5446583 w 12184003"/>
                <a:gd name="connsiteY1068" fmla="*/ 4565957 h 6857801"/>
                <a:gd name="connsiteX1069" fmla="*/ 5445971 w 12184003"/>
                <a:gd name="connsiteY1069" fmla="*/ 4566081 h 6857801"/>
                <a:gd name="connsiteX1070" fmla="*/ 5445971 w 12184003"/>
                <a:gd name="connsiteY1070" fmla="*/ 4566623 h 6857801"/>
                <a:gd name="connsiteX1071" fmla="*/ 7629203 w 12184003"/>
                <a:gd name="connsiteY1071" fmla="*/ 4564417 h 6857801"/>
                <a:gd name="connsiteX1072" fmla="*/ 8202216 w 12184003"/>
                <a:gd name="connsiteY1072" fmla="*/ 5137430 h 6857801"/>
                <a:gd name="connsiteX1073" fmla="*/ 8221820 w 12184003"/>
                <a:gd name="connsiteY1073" fmla="*/ 5129387 h 6857801"/>
                <a:gd name="connsiteX1074" fmla="*/ 8255488 w 12184003"/>
                <a:gd name="connsiteY1074" fmla="*/ 5142526 h 6857801"/>
                <a:gd name="connsiteX1075" fmla="*/ 8268627 w 12184003"/>
                <a:gd name="connsiteY1075" fmla="*/ 5174279 h 6857801"/>
                <a:gd name="connsiteX1076" fmla="*/ 8259333 w 12184003"/>
                <a:gd name="connsiteY1076" fmla="*/ 5196738 h 6857801"/>
                <a:gd name="connsiteX1077" fmla="*/ 8329942 w 12184003"/>
                <a:gd name="connsiteY1077" fmla="*/ 5267346 h 6857801"/>
                <a:gd name="connsiteX1078" fmla="*/ 8329942 w 12184003"/>
                <a:gd name="connsiteY1078" fmla="*/ 5120629 h 6857801"/>
                <a:gd name="connsiteX1079" fmla="*/ 7773730 w 12184003"/>
                <a:gd name="connsiteY1079" fmla="*/ 4564417 h 6857801"/>
                <a:gd name="connsiteX1080" fmla="*/ 4331369 w 12184003"/>
                <a:gd name="connsiteY1080" fmla="*/ 4564417 h 6857801"/>
                <a:gd name="connsiteX1081" fmla="*/ 3777394 w 12184003"/>
                <a:gd name="connsiteY1081" fmla="*/ 5118435 h 6857801"/>
                <a:gd name="connsiteX1082" fmla="*/ 3777394 w 12184003"/>
                <a:gd name="connsiteY1082" fmla="*/ 5265152 h 6857801"/>
                <a:gd name="connsiteX1083" fmla="*/ 3847357 w 12184003"/>
                <a:gd name="connsiteY1083" fmla="*/ 5195187 h 6857801"/>
                <a:gd name="connsiteX1084" fmla="*/ 3838705 w 12184003"/>
                <a:gd name="connsiteY1084" fmla="*/ 5174279 h 6857801"/>
                <a:gd name="connsiteX1085" fmla="*/ 3851844 w 12184003"/>
                <a:gd name="connsiteY1085" fmla="*/ 5142526 h 6857801"/>
                <a:gd name="connsiteX1086" fmla="*/ 3885511 w 12184003"/>
                <a:gd name="connsiteY1086" fmla="*/ 5129387 h 6857801"/>
                <a:gd name="connsiteX1087" fmla="*/ 3905115 w 12184003"/>
                <a:gd name="connsiteY1087" fmla="*/ 5137430 h 6857801"/>
                <a:gd name="connsiteX1088" fmla="*/ 4261294 w 12184003"/>
                <a:gd name="connsiteY1088" fmla="*/ 4781207 h 6857801"/>
                <a:gd name="connsiteX1089" fmla="*/ 4478094 w 12184003"/>
                <a:gd name="connsiteY1089" fmla="*/ 4564417 h 6857801"/>
                <a:gd name="connsiteX1090" fmla="*/ 3808048 w 12184003"/>
                <a:gd name="connsiteY1090" fmla="*/ 4549092 h 6857801"/>
                <a:gd name="connsiteX1091" fmla="*/ 3777394 w 12184003"/>
                <a:gd name="connsiteY1091" fmla="*/ 4579745 h 6857801"/>
                <a:gd name="connsiteX1092" fmla="*/ 3777394 w 12184003"/>
                <a:gd name="connsiteY1092" fmla="*/ 4581930 h 6857801"/>
                <a:gd name="connsiteX1093" fmla="*/ 3808048 w 12184003"/>
                <a:gd name="connsiteY1093" fmla="*/ 4551277 h 6857801"/>
                <a:gd name="connsiteX1094" fmla="*/ 8297094 w 12184003"/>
                <a:gd name="connsiteY1094" fmla="*/ 4546898 h 6857801"/>
                <a:gd name="connsiteX1095" fmla="*/ 8297094 w 12184003"/>
                <a:gd name="connsiteY1095" fmla="*/ 4551277 h 6857801"/>
                <a:gd name="connsiteX1096" fmla="*/ 8329942 w 12184003"/>
                <a:gd name="connsiteY1096" fmla="*/ 4584124 h 6857801"/>
                <a:gd name="connsiteX1097" fmla="*/ 8329942 w 12184003"/>
                <a:gd name="connsiteY1097" fmla="*/ 4579745 h 6857801"/>
                <a:gd name="connsiteX1098" fmla="*/ 8473290 w 12184003"/>
                <a:gd name="connsiteY1098" fmla="*/ 4519443 h 6857801"/>
                <a:gd name="connsiteX1099" fmla="*/ 8475564 w 12184003"/>
                <a:gd name="connsiteY1099" fmla="*/ 4524999 h 6857801"/>
                <a:gd name="connsiteX1100" fmla="*/ 8472639 w 12184003"/>
                <a:gd name="connsiteY1100" fmla="*/ 4532147 h 6857801"/>
                <a:gd name="connsiteX1101" fmla="*/ 8640893 w 12184003"/>
                <a:gd name="connsiteY1101" fmla="*/ 4702051 h 6857801"/>
                <a:gd name="connsiteX1102" fmla="*/ 8640893 w 12184003"/>
                <a:gd name="connsiteY1102" fmla="*/ 4687046 h 6857801"/>
                <a:gd name="connsiteX1103" fmla="*/ 3635551 w 12184003"/>
                <a:gd name="connsiteY1103" fmla="*/ 4515742 h 6857801"/>
                <a:gd name="connsiteX1104" fmla="*/ 3464262 w 12184003"/>
                <a:gd name="connsiteY1104" fmla="*/ 4687046 h 6857801"/>
                <a:gd name="connsiteX1105" fmla="*/ 3464262 w 12184003"/>
                <a:gd name="connsiteY1105" fmla="*/ 4702370 h 6857801"/>
                <a:gd name="connsiteX1106" fmla="*/ 3634628 w 12184003"/>
                <a:gd name="connsiteY1106" fmla="*/ 4531994 h 6857801"/>
                <a:gd name="connsiteX1107" fmla="*/ 3631765 w 12184003"/>
                <a:gd name="connsiteY1107" fmla="*/ 4524999 h 6857801"/>
                <a:gd name="connsiteX1108" fmla="*/ 7517522 w 12184003"/>
                <a:gd name="connsiteY1108" fmla="*/ 4500911 h 6857801"/>
                <a:gd name="connsiteX1109" fmla="*/ 7545990 w 12184003"/>
                <a:gd name="connsiteY1109" fmla="*/ 4529380 h 6857801"/>
                <a:gd name="connsiteX1110" fmla="*/ 7559129 w 12184003"/>
                <a:gd name="connsiteY1110" fmla="*/ 4529380 h 6857801"/>
                <a:gd name="connsiteX1111" fmla="*/ 7530661 w 12184003"/>
                <a:gd name="connsiteY1111" fmla="*/ 4500911 h 6857801"/>
                <a:gd name="connsiteX1112" fmla="*/ 7236496 w 12184003"/>
                <a:gd name="connsiteY1112" fmla="*/ 4500911 h 6857801"/>
                <a:gd name="connsiteX1113" fmla="*/ 7252555 w 12184003"/>
                <a:gd name="connsiteY1113" fmla="*/ 4507481 h 6857801"/>
                <a:gd name="connsiteX1114" fmla="*/ 7262410 w 12184003"/>
                <a:gd name="connsiteY1114" fmla="*/ 4531569 h 6857801"/>
                <a:gd name="connsiteX1115" fmla="*/ 7256370 w 12184003"/>
                <a:gd name="connsiteY1115" fmla="*/ 4546333 h 6857801"/>
                <a:gd name="connsiteX1116" fmla="*/ 7491245 w 12184003"/>
                <a:gd name="connsiteY1116" fmla="*/ 4781207 h 6857801"/>
                <a:gd name="connsiteX1117" fmla="*/ 7810957 w 12184003"/>
                <a:gd name="connsiteY1117" fmla="*/ 4781207 h 6857801"/>
                <a:gd name="connsiteX1118" fmla="*/ 7594166 w 12184003"/>
                <a:gd name="connsiteY1118" fmla="*/ 4564417 h 6857801"/>
                <a:gd name="connsiteX1119" fmla="*/ 7530662 w 12184003"/>
                <a:gd name="connsiteY1119" fmla="*/ 4564417 h 6857801"/>
                <a:gd name="connsiteX1120" fmla="*/ 7467961 w 12184003"/>
                <a:gd name="connsiteY1120" fmla="*/ 4500911 h 6857801"/>
                <a:gd name="connsiteX1121" fmla="*/ 4637142 w 12184003"/>
                <a:gd name="connsiteY1121" fmla="*/ 4500911 h 6857801"/>
                <a:gd name="connsiteX1122" fmla="*/ 4574444 w 12184003"/>
                <a:gd name="connsiteY1122" fmla="*/ 4564417 h 6857801"/>
                <a:gd name="connsiteX1123" fmla="*/ 4510936 w 12184003"/>
                <a:gd name="connsiteY1123" fmla="*/ 4564417 h 6857801"/>
                <a:gd name="connsiteX1124" fmla="*/ 4294140 w 12184003"/>
                <a:gd name="connsiteY1124" fmla="*/ 4781207 h 6857801"/>
                <a:gd name="connsiteX1125" fmla="*/ 4616048 w 12184003"/>
                <a:gd name="connsiteY1125" fmla="*/ 4781207 h 6857801"/>
                <a:gd name="connsiteX1126" fmla="*/ 4848792 w 12184003"/>
                <a:gd name="connsiteY1126" fmla="*/ 4546487 h 6857801"/>
                <a:gd name="connsiteX1127" fmla="*/ 4842691 w 12184003"/>
                <a:gd name="connsiteY1127" fmla="*/ 4531569 h 6857801"/>
                <a:gd name="connsiteX1128" fmla="*/ 4852540 w 12184003"/>
                <a:gd name="connsiteY1128" fmla="*/ 4507481 h 6857801"/>
                <a:gd name="connsiteX1129" fmla="*/ 4868599 w 12184003"/>
                <a:gd name="connsiteY1129" fmla="*/ 4500911 h 6857801"/>
                <a:gd name="connsiteX1130" fmla="*/ 4574444 w 12184003"/>
                <a:gd name="connsiteY1130" fmla="*/ 4500911 h 6857801"/>
                <a:gd name="connsiteX1131" fmla="*/ 4545981 w 12184003"/>
                <a:gd name="connsiteY1131" fmla="*/ 4529380 h 6857801"/>
                <a:gd name="connsiteX1132" fmla="*/ 4561300 w 12184003"/>
                <a:gd name="connsiteY1132" fmla="*/ 4529380 h 6857801"/>
                <a:gd name="connsiteX1133" fmla="*/ 4589385 w 12184003"/>
                <a:gd name="connsiteY1133" fmla="*/ 4500911 h 6857801"/>
                <a:gd name="connsiteX1134" fmla="*/ 6165625 w 12184003"/>
                <a:gd name="connsiteY1134" fmla="*/ 4465287 h 6857801"/>
                <a:gd name="connsiteX1135" fmla="*/ 5997797 w 12184003"/>
                <a:gd name="connsiteY1135" fmla="*/ 4634207 h 6857801"/>
                <a:gd name="connsiteX1136" fmla="*/ 5997797 w 12184003"/>
                <a:gd name="connsiteY1136" fmla="*/ 4722083 h 6857801"/>
                <a:gd name="connsiteX1137" fmla="*/ 5954002 w 12184003"/>
                <a:gd name="connsiteY1137" fmla="*/ 4765878 h 6857801"/>
                <a:gd name="connsiteX1138" fmla="*/ 5954002 w 12184003"/>
                <a:gd name="connsiteY1138" fmla="*/ 5074641 h 6857801"/>
                <a:gd name="connsiteX1139" fmla="*/ 6181740 w 12184003"/>
                <a:gd name="connsiteY1139" fmla="*/ 4846902 h 6857801"/>
                <a:gd name="connsiteX1140" fmla="*/ 6181740 w 12184003"/>
                <a:gd name="connsiteY1140" fmla="*/ 4514676 h 6857801"/>
                <a:gd name="connsiteX1141" fmla="*/ 6167506 w 12184003"/>
                <a:gd name="connsiteY1141" fmla="*/ 4508576 h 6857801"/>
                <a:gd name="connsiteX1142" fmla="*/ 6157652 w 12184003"/>
                <a:gd name="connsiteY1142" fmla="*/ 4485583 h 6857801"/>
                <a:gd name="connsiteX1143" fmla="*/ 5106551 w 12184003"/>
                <a:gd name="connsiteY1143" fmla="*/ 4446515 h 6857801"/>
                <a:gd name="connsiteX1144" fmla="*/ 5051822 w 12184003"/>
                <a:gd name="connsiteY1144" fmla="*/ 4500911 h 6857801"/>
                <a:gd name="connsiteX1145" fmla="*/ 4884658 w 12184003"/>
                <a:gd name="connsiteY1145" fmla="*/ 4500911 h 6857801"/>
                <a:gd name="connsiteX1146" fmla="*/ 4900718 w 12184003"/>
                <a:gd name="connsiteY1146" fmla="*/ 4507481 h 6857801"/>
                <a:gd name="connsiteX1147" fmla="*/ 4900718 w 12184003"/>
                <a:gd name="connsiteY1147" fmla="*/ 4555657 h 6857801"/>
                <a:gd name="connsiteX1148" fmla="*/ 4876628 w 12184003"/>
                <a:gd name="connsiteY1148" fmla="*/ 4565511 h 6857801"/>
                <a:gd name="connsiteX1149" fmla="*/ 4861861 w 12184003"/>
                <a:gd name="connsiteY1149" fmla="*/ 4559472 h 6857801"/>
                <a:gd name="connsiteX1150" fmla="*/ 4622618 w 12184003"/>
                <a:gd name="connsiteY1150" fmla="*/ 4798726 h 6857801"/>
                <a:gd name="connsiteX1151" fmla="*/ 4276624 w 12184003"/>
                <a:gd name="connsiteY1151" fmla="*/ 4798726 h 6857801"/>
                <a:gd name="connsiteX1152" fmla="*/ 3922027 w 12184003"/>
                <a:gd name="connsiteY1152" fmla="*/ 5153369 h 6857801"/>
                <a:gd name="connsiteX1153" fmla="*/ 3930676 w 12184003"/>
                <a:gd name="connsiteY1153" fmla="*/ 5174279 h 6857801"/>
                <a:gd name="connsiteX1154" fmla="*/ 3917541 w 12184003"/>
                <a:gd name="connsiteY1154" fmla="*/ 5206030 h 6857801"/>
                <a:gd name="connsiteX1155" fmla="*/ 3885786 w 12184003"/>
                <a:gd name="connsiteY1155" fmla="*/ 5219169 h 6857801"/>
                <a:gd name="connsiteX1156" fmla="*/ 3860227 w 12184003"/>
                <a:gd name="connsiteY1156" fmla="*/ 5208594 h 6857801"/>
                <a:gd name="connsiteX1157" fmla="*/ 3787773 w 12184003"/>
                <a:gd name="connsiteY1157" fmla="*/ 5281050 h 6857801"/>
                <a:gd name="connsiteX1158" fmla="*/ 3793815 w 12184003"/>
                <a:gd name="connsiteY1158" fmla="*/ 5295814 h 6857801"/>
                <a:gd name="connsiteX1159" fmla="*/ 3783961 w 12184003"/>
                <a:gd name="connsiteY1159" fmla="*/ 5319901 h 6857801"/>
                <a:gd name="connsiteX1160" fmla="*/ 3777394 w 12184003"/>
                <a:gd name="connsiteY1160" fmla="*/ 5322587 h 6857801"/>
                <a:gd name="connsiteX1161" fmla="*/ 3777394 w 12184003"/>
                <a:gd name="connsiteY1161" fmla="*/ 5549831 h 6857801"/>
                <a:gd name="connsiteX1162" fmla="*/ 3464262 w 12184003"/>
                <a:gd name="connsiteY1162" fmla="*/ 5862974 h 6857801"/>
                <a:gd name="connsiteX1163" fmla="*/ 3464262 w 12184003"/>
                <a:gd name="connsiteY1163" fmla="*/ 6044727 h 6857801"/>
                <a:gd name="connsiteX1164" fmla="*/ 3178961 w 12184003"/>
                <a:gd name="connsiteY1164" fmla="*/ 6330031 h 6857801"/>
                <a:gd name="connsiteX1165" fmla="*/ 3178802 w 12184003"/>
                <a:gd name="connsiteY1165" fmla="*/ 6360843 h 6857801"/>
                <a:gd name="connsiteX1166" fmla="*/ 3615909 w 12184003"/>
                <a:gd name="connsiteY1166" fmla="*/ 5923725 h 6857801"/>
                <a:gd name="connsiteX1167" fmla="*/ 3609866 w 12184003"/>
                <a:gd name="connsiteY1167" fmla="*/ 5908960 h 6857801"/>
                <a:gd name="connsiteX1168" fmla="*/ 3619721 w 12184003"/>
                <a:gd name="connsiteY1168" fmla="*/ 5884872 h 6857801"/>
                <a:gd name="connsiteX1169" fmla="*/ 3667894 w 12184003"/>
                <a:gd name="connsiteY1169" fmla="*/ 5884872 h 6857801"/>
                <a:gd name="connsiteX1170" fmla="*/ 3674165 w 12184003"/>
                <a:gd name="connsiteY1170" fmla="*/ 5900200 h 6857801"/>
                <a:gd name="connsiteX1171" fmla="*/ 3956952 w 12184003"/>
                <a:gd name="connsiteY1171" fmla="*/ 5900200 h 6857801"/>
                <a:gd name="connsiteX1172" fmla="*/ 4125568 w 12184003"/>
                <a:gd name="connsiteY1172" fmla="*/ 5731585 h 6857801"/>
                <a:gd name="connsiteX1173" fmla="*/ 4125568 w 12184003"/>
                <a:gd name="connsiteY1173" fmla="*/ 5365887 h 6857801"/>
                <a:gd name="connsiteX1174" fmla="*/ 4289409 w 12184003"/>
                <a:gd name="connsiteY1174" fmla="*/ 5202004 h 6857801"/>
                <a:gd name="connsiteX1175" fmla="*/ 4282100 w 12184003"/>
                <a:gd name="connsiteY1175" fmla="*/ 5184133 h 6857801"/>
                <a:gd name="connsiteX1176" fmla="*/ 4291951 w 12184003"/>
                <a:gd name="connsiteY1176" fmla="*/ 5160045 h 6857801"/>
                <a:gd name="connsiteX1177" fmla="*/ 4340129 w 12184003"/>
                <a:gd name="connsiteY1177" fmla="*/ 5160045 h 6857801"/>
                <a:gd name="connsiteX1178" fmla="*/ 4340129 w 12184003"/>
                <a:gd name="connsiteY1178" fmla="*/ 5208220 h 6857801"/>
                <a:gd name="connsiteX1179" fmla="*/ 4316042 w 12184003"/>
                <a:gd name="connsiteY1179" fmla="*/ 5218075 h 6857801"/>
                <a:gd name="connsiteX1180" fmla="*/ 4302829 w 12184003"/>
                <a:gd name="connsiteY1180" fmla="*/ 5212670 h 6857801"/>
                <a:gd name="connsiteX1181" fmla="*/ 4143088 w 12184003"/>
                <a:gd name="connsiteY1181" fmla="*/ 5372456 h 6857801"/>
                <a:gd name="connsiteX1182" fmla="*/ 4143088 w 12184003"/>
                <a:gd name="connsiteY1182" fmla="*/ 5738155 h 6857801"/>
                <a:gd name="connsiteX1183" fmla="*/ 3981043 w 12184003"/>
                <a:gd name="connsiteY1183" fmla="*/ 5900200 h 6857801"/>
                <a:gd name="connsiteX1184" fmla="*/ 4099294 w 12184003"/>
                <a:gd name="connsiteY1184" fmla="*/ 5900200 h 6857801"/>
                <a:gd name="connsiteX1185" fmla="*/ 4381738 w 12184003"/>
                <a:gd name="connsiteY1185" fmla="*/ 5617715 h 6857801"/>
                <a:gd name="connsiteX1186" fmla="*/ 4381738 w 12184003"/>
                <a:gd name="connsiteY1186" fmla="*/ 5372942 h 6857801"/>
                <a:gd name="connsiteX1187" fmla="*/ 4380643 w 12184003"/>
                <a:gd name="connsiteY1187" fmla="*/ 5370267 h 6857801"/>
                <a:gd name="connsiteX1188" fmla="*/ 4381738 w 12184003"/>
                <a:gd name="connsiteY1188" fmla="*/ 5367591 h 6857801"/>
                <a:gd name="connsiteX1189" fmla="*/ 4381738 w 12184003"/>
                <a:gd name="connsiteY1189" fmla="*/ 5267345 h 6857801"/>
                <a:gd name="connsiteX1190" fmla="*/ 4601895 w 12184003"/>
                <a:gd name="connsiteY1190" fmla="*/ 5047190 h 6857801"/>
                <a:gd name="connsiteX1191" fmla="*/ 4591961 w 12184003"/>
                <a:gd name="connsiteY1191" fmla="*/ 5023182 h 6857801"/>
                <a:gd name="connsiteX1192" fmla="*/ 4599525 w 12184003"/>
                <a:gd name="connsiteY1192" fmla="*/ 5004906 h 6857801"/>
                <a:gd name="connsiteX1193" fmla="*/ 4589754 w 12184003"/>
                <a:gd name="connsiteY1193" fmla="*/ 4980480 h 6857801"/>
                <a:gd name="connsiteX1194" fmla="*/ 4635740 w 12184003"/>
                <a:gd name="connsiteY1194" fmla="*/ 4934494 h 6857801"/>
                <a:gd name="connsiteX1195" fmla="*/ 4681728 w 12184003"/>
                <a:gd name="connsiteY1195" fmla="*/ 4980480 h 6857801"/>
                <a:gd name="connsiteX1196" fmla="*/ 4673052 w 12184003"/>
                <a:gd name="connsiteY1196" fmla="*/ 5002173 h 6857801"/>
                <a:gd name="connsiteX1197" fmla="*/ 4681739 w 12184003"/>
                <a:gd name="connsiteY1197" fmla="*/ 5023182 h 6857801"/>
                <a:gd name="connsiteX1198" fmla="*/ 4668605 w 12184003"/>
                <a:gd name="connsiteY1198" fmla="*/ 5054934 h 6857801"/>
                <a:gd name="connsiteX1199" fmla="*/ 4644501 w 12184003"/>
                <a:gd name="connsiteY1199" fmla="*/ 5064908 h 6857801"/>
                <a:gd name="connsiteX1200" fmla="*/ 4644501 w 12184003"/>
                <a:gd name="connsiteY1200" fmla="*/ 5116971 h 6857801"/>
                <a:gd name="connsiteX1201" fmla="*/ 5106551 w 12184003"/>
                <a:gd name="connsiteY1201" fmla="*/ 4656280 h 6857801"/>
                <a:gd name="connsiteX1202" fmla="*/ 6455465 w 12184003"/>
                <a:gd name="connsiteY1202" fmla="*/ 4395801 h 6857801"/>
                <a:gd name="connsiteX1203" fmla="*/ 6455465 w 12184003"/>
                <a:gd name="connsiteY1203" fmla="*/ 5372457 h 6857801"/>
                <a:gd name="connsiteX1204" fmla="*/ 6455466 w 12184003"/>
                <a:gd name="connsiteY1204" fmla="*/ 5372456 h 6857801"/>
                <a:gd name="connsiteX1205" fmla="*/ 6488312 w 12184003"/>
                <a:gd name="connsiteY1205" fmla="*/ 5407493 h 6857801"/>
                <a:gd name="connsiteX1206" fmla="*/ 6482137 w 12184003"/>
                <a:gd name="connsiteY1206" fmla="*/ 5423216 h 6857801"/>
                <a:gd name="connsiteX1207" fmla="*/ 6608752 w 12184003"/>
                <a:gd name="connsiteY1207" fmla="*/ 5549831 h 6857801"/>
                <a:gd name="connsiteX1208" fmla="*/ 6608752 w 12184003"/>
                <a:gd name="connsiteY1208" fmla="*/ 5158168 h 6857801"/>
                <a:gd name="connsiteX1209" fmla="*/ 6590139 w 12184003"/>
                <a:gd name="connsiteY1209" fmla="*/ 5150190 h 6857801"/>
                <a:gd name="connsiteX1210" fmla="*/ 6580284 w 12184003"/>
                <a:gd name="connsiteY1210" fmla="*/ 5127197 h 6857801"/>
                <a:gd name="connsiteX1211" fmla="*/ 6589317 w 12184003"/>
                <a:gd name="connsiteY1211" fmla="*/ 5104204 h 6857801"/>
                <a:gd name="connsiteX1212" fmla="*/ 6601107 w 12184003"/>
                <a:gd name="connsiteY1212" fmla="*/ 5099326 h 6857801"/>
                <a:gd name="connsiteX1213" fmla="*/ 6595613 w 12184003"/>
                <a:gd name="connsiteY1213" fmla="*/ 5085590 h 6857801"/>
                <a:gd name="connsiteX1214" fmla="*/ 6608752 w 12184003"/>
                <a:gd name="connsiteY1214" fmla="*/ 5052743 h 6857801"/>
                <a:gd name="connsiteX1215" fmla="*/ 6617511 w 12184003"/>
                <a:gd name="connsiteY1215" fmla="*/ 5049239 h 6857801"/>
                <a:gd name="connsiteX1216" fmla="*/ 6617511 w 12184003"/>
                <a:gd name="connsiteY1216" fmla="*/ 4557847 h 6857801"/>
                <a:gd name="connsiteX1217" fmla="*/ 5909088 w 12184003"/>
                <a:gd name="connsiteY1217" fmla="*/ 4275362 h 6857801"/>
                <a:gd name="connsiteX1218" fmla="*/ 5791956 w 12184003"/>
                <a:gd name="connsiteY1218" fmla="*/ 4393610 h 6857801"/>
                <a:gd name="connsiteX1219" fmla="*/ 5791956 w 12184003"/>
                <a:gd name="connsiteY1219" fmla="*/ 5643993 h 6857801"/>
                <a:gd name="connsiteX1220" fmla="*/ 5794146 w 12184003"/>
                <a:gd name="connsiteY1220" fmla="*/ 5646182 h 6857801"/>
                <a:gd name="connsiteX1221" fmla="*/ 5794146 w 12184003"/>
                <a:gd name="connsiteY1221" fmla="*/ 4879748 h 6857801"/>
                <a:gd name="connsiteX1222" fmla="*/ 5932103 w 12184003"/>
                <a:gd name="connsiteY1222" fmla="*/ 4741789 h 6857801"/>
                <a:gd name="connsiteX1223" fmla="*/ 5932103 w 12184003"/>
                <a:gd name="connsiteY1223" fmla="*/ 4667338 h 6857801"/>
                <a:gd name="connsiteX1224" fmla="*/ 5964950 w 12184003"/>
                <a:gd name="connsiteY1224" fmla="*/ 4634491 h 6857801"/>
                <a:gd name="connsiteX1225" fmla="*/ 5964950 w 12184003"/>
                <a:gd name="connsiteY1225" fmla="*/ 4518233 h 6857801"/>
                <a:gd name="connsiteX1226" fmla="*/ 5950718 w 12184003"/>
                <a:gd name="connsiteY1226" fmla="*/ 4508576 h 6857801"/>
                <a:gd name="connsiteX1227" fmla="*/ 5936485 w 12184003"/>
                <a:gd name="connsiteY1227" fmla="*/ 4474634 h 6857801"/>
                <a:gd name="connsiteX1228" fmla="*/ 5984660 w 12184003"/>
                <a:gd name="connsiteY1228" fmla="*/ 4426458 h 6857801"/>
                <a:gd name="connsiteX1229" fmla="*/ 6032834 w 12184003"/>
                <a:gd name="connsiteY1229" fmla="*/ 4474634 h 6857801"/>
                <a:gd name="connsiteX1230" fmla="*/ 6003275 w 12184003"/>
                <a:gd name="connsiteY1230" fmla="*/ 4518977 h 6857801"/>
                <a:gd name="connsiteX1231" fmla="*/ 5997797 w 12184003"/>
                <a:gd name="connsiteY1231" fmla="*/ 4520105 h 6857801"/>
                <a:gd name="connsiteX1232" fmla="*/ 5997797 w 12184003"/>
                <a:gd name="connsiteY1232" fmla="*/ 4601645 h 6857801"/>
                <a:gd name="connsiteX1233" fmla="*/ 6269332 w 12184003"/>
                <a:gd name="connsiteY1233" fmla="*/ 4330106 h 6857801"/>
                <a:gd name="connsiteX1234" fmla="*/ 6269332 w 12184003"/>
                <a:gd name="connsiteY1234" fmla="*/ 4275362 h 6857801"/>
                <a:gd name="connsiteX1235" fmla="*/ 6115764 w 12184003"/>
                <a:gd name="connsiteY1235" fmla="*/ 4275362 h 6857801"/>
                <a:gd name="connsiteX1236" fmla="*/ 6109475 w 12184003"/>
                <a:gd name="connsiteY1236" fmla="*/ 4290689 h 6857801"/>
                <a:gd name="connsiteX1237" fmla="*/ 6077724 w 12184003"/>
                <a:gd name="connsiteY1237" fmla="*/ 4303828 h 6857801"/>
                <a:gd name="connsiteX1238" fmla="*/ 6052543 w 12184003"/>
                <a:gd name="connsiteY1238" fmla="*/ 4293408 h 6857801"/>
                <a:gd name="connsiteX1239" fmla="*/ 6027359 w 12184003"/>
                <a:gd name="connsiteY1239" fmla="*/ 4303828 h 6857801"/>
                <a:gd name="connsiteX1240" fmla="*/ 5995609 w 12184003"/>
                <a:gd name="connsiteY1240" fmla="*/ 4290690 h 6857801"/>
                <a:gd name="connsiteX1241" fmla="*/ 5989320 w 12184003"/>
                <a:gd name="connsiteY1241" fmla="*/ 4275362 h 6857801"/>
                <a:gd name="connsiteX1242" fmla="*/ 5772257 w 12184003"/>
                <a:gd name="connsiteY1242" fmla="*/ 4275362 h 6857801"/>
                <a:gd name="connsiteX1243" fmla="*/ 5445971 w 12184003"/>
                <a:gd name="connsiteY1243" fmla="*/ 4601663 h 6857801"/>
                <a:gd name="connsiteX1244" fmla="*/ 5445971 w 12184003"/>
                <a:gd name="connsiteY1244" fmla="*/ 5228272 h 6857801"/>
                <a:gd name="connsiteX1245" fmla="*/ 5465677 w 12184003"/>
                <a:gd name="connsiteY1245" fmla="*/ 5247637 h 6857801"/>
                <a:gd name="connsiteX1246" fmla="*/ 5465677 w 12184003"/>
                <a:gd name="connsiteY1246" fmla="*/ 5317707 h 6857801"/>
                <a:gd name="connsiteX1247" fmla="*/ 5537939 w 12184003"/>
                <a:gd name="connsiteY1247" fmla="*/ 5389972 h 6857801"/>
                <a:gd name="connsiteX1248" fmla="*/ 5537939 w 12184003"/>
                <a:gd name="connsiteY1248" fmla="*/ 5020670 h 6857801"/>
                <a:gd name="connsiteX1249" fmla="*/ 5536842 w 12184003"/>
                <a:gd name="connsiteY1249" fmla="*/ 5020444 h 6857801"/>
                <a:gd name="connsiteX1250" fmla="*/ 5507278 w 12184003"/>
                <a:gd name="connsiteY1250" fmla="*/ 4976100 h 6857801"/>
                <a:gd name="connsiteX1251" fmla="*/ 5555455 w 12184003"/>
                <a:gd name="connsiteY1251" fmla="*/ 4927924 h 6857801"/>
                <a:gd name="connsiteX1252" fmla="*/ 5603630 w 12184003"/>
                <a:gd name="connsiteY1252" fmla="*/ 4976100 h 6857801"/>
                <a:gd name="connsiteX1253" fmla="*/ 5574068 w 12184003"/>
                <a:gd name="connsiteY1253" fmla="*/ 5020444 h 6857801"/>
                <a:gd name="connsiteX1254" fmla="*/ 5572975 w 12184003"/>
                <a:gd name="connsiteY1254" fmla="*/ 5020668 h 6857801"/>
                <a:gd name="connsiteX1255" fmla="*/ 5572975 w 12184003"/>
                <a:gd name="connsiteY1255" fmla="*/ 5425008 h 6857801"/>
                <a:gd name="connsiteX1256" fmla="*/ 5745971 w 12184003"/>
                <a:gd name="connsiteY1256" fmla="*/ 5598006 h 6857801"/>
                <a:gd name="connsiteX1257" fmla="*/ 5745971 w 12184003"/>
                <a:gd name="connsiteY1257" fmla="*/ 4376092 h 6857801"/>
                <a:gd name="connsiteX1258" fmla="*/ 5845750 w 12184003"/>
                <a:gd name="connsiteY1258" fmla="*/ 4275362 h 6857801"/>
                <a:gd name="connsiteX1259" fmla="*/ 6596489 w 12184003"/>
                <a:gd name="connsiteY1259" fmla="*/ 4219739 h 6857801"/>
                <a:gd name="connsiteX1260" fmla="*/ 6455465 w 12184003"/>
                <a:gd name="connsiteY1260" fmla="*/ 4360763 h 6857801"/>
                <a:gd name="connsiteX1261" fmla="*/ 6455465 w 12184003"/>
                <a:gd name="connsiteY1261" fmla="*/ 4362954 h 6857801"/>
                <a:gd name="connsiteX1262" fmla="*/ 6617511 w 12184003"/>
                <a:gd name="connsiteY1262" fmla="*/ 4525000 h 6857801"/>
                <a:gd name="connsiteX1263" fmla="*/ 6617511 w 12184003"/>
                <a:gd name="connsiteY1263" fmla="*/ 4221240 h 6857801"/>
                <a:gd name="connsiteX1264" fmla="*/ 6608752 w 12184003"/>
                <a:gd name="connsiteY1264" fmla="*/ 4224995 h 6857801"/>
                <a:gd name="connsiteX1265" fmla="*/ 8421913 w 12184003"/>
                <a:gd name="connsiteY1265" fmla="*/ 4172440 h 6857801"/>
                <a:gd name="connsiteX1266" fmla="*/ 8664982 w 12184003"/>
                <a:gd name="connsiteY1266" fmla="*/ 4415508 h 6857801"/>
                <a:gd name="connsiteX1267" fmla="*/ 8664801 w 12184003"/>
                <a:gd name="connsiteY1267" fmla="*/ 4548907 h 6857801"/>
                <a:gd name="connsiteX1268" fmla="*/ 8927758 w 12184003"/>
                <a:gd name="connsiteY1268" fmla="*/ 4811864 h 6857801"/>
                <a:gd name="connsiteX1269" fmla="*/ 8927758 w 12184003"/>
                <a:gd name="connsiteY1269" fmla="*/ 4518429 h 6857801"/>
                <a:gd name="connsiteX1270" fmla="*/ 8701926 w 12184003"/>
                <a:gd name="connsiteY1270" fmla="*/ 4292597 h 6857801"/>
                <a:gd name="connsiteX1271" fmla="*/ 8682500 w 12184003"/>
                <a:gd name="connsiteY1271" fmla="*/ 4300543 h 6857801"/>
                <a:gd name="connsiteX1272" fmla="*/ 8658412 w 12184003"/>
                <a:gd name="connsiteY1272" fmla="*/ 4290690 h 6857801"/>
                <a:gd name="connsiteX1273" fmla="*/ 8658412 w 12184003"/>
                <a:gd name="connsiteY1273" fmla="*/ 4242514 h 6857801"/>
                <a:gd name="connsiteX1274" fmla="*/ 8706587 w 12184003"/>
                <a:gd name="connsiteY1274" fmla="*/ 4242514 h 6857801"/>
                <a:gd name="connsiteX1275" fmla="*/ 8716442 w 12184003"/>
                <a:gd name="connsiteY1275" fmla="*/ 4266602 h 6857801"/>
                <a:gd name="connsiteX1276" fmla="*/ 8711087 w 12184003"/>
                <a:gd name="connsiteY1276" fmla="*/ 4279689 h 6857801"/>
                <a:gd name="connsiteX1277" fmla="*/ 8945276 w 12184003"/>
                <a:gd name="connsiteY1277" fmla="*/ 4511861 h 6857801"/>
                <a:gd name="connsiteX1278" fmla="*/ 8945276 w 12184003"/>
                <a:gd name="connsiteY1278" fmla="*/ 4829382 h 6857801"/>
                <a:gd name="connsiteX1279" fmla="*/ 8953194 w 12184003"/>
                <a:gd name="connsiteY1279" fmla="*/ 4837300 h 6857801"/>
                <a:gd name="connsiteX1280" fmla="*/ 8960605 w 12184003"/>
                <a:gd name="connsiteY1280" fmla="*/ 4840331 h 6857801"/>
                <a:gd name="connsiteX1281" fmla="*/ 9251319 w 12184003"/>
                <a:gd name="connsiteY1281" fmla="*/ 4840331 h 6857801"/>
                <a:gd name="connsiteX1282" fmla="*/ 9039468 w 12184003"/>
                <a:gd name="connsiteY1282" fmla="*/ 4628021 h 6857801"/>
                <a:gd name="connsiteX1283" fmla="*/ 9018361 w 12184003"/>
                <a:gd name="connsiteY1283" fmla="*/ 4636680 h 6857801"/>
                <a:gd name="connsiteX1284" fmla="*/ 8984693 w 12184003"/>
                <a:gd name="connsiteY1284" fmla="*/ 4623541 h 6857801"/>
                <a:gd name="connsiteX1285" fmla="*/ 8984693 w 12184003"/>
                <a:gd name="connsiteY1285" fmla="*/ 4560037 h 6857801"/>
                <a:gd name="connsiteX1286" fmla="*/ 9006591 w 12184003"/>
                <a:gd name="connsiteY1286" fmla="*/ 4550976 h 6857801"/>
                <a:gd name="connsiteX1287" fmla="*/ 9006591 w 12184003"/>
                <a:gd name="connsiteY1287" fmla="*/ 4417380 h 6857801"/>
                <a:gd name="connsiteX1288" fmla="*/ 8762348 w 12184003"/>
                <a:gd name="connsiteY1288" fmla="*/ 4172440 h 6857801"/>
                <a:gd name="connsiteX1289" fmla="*/ 8288336 w 12184003"/>
                <a:gd name="connsiteY1289" fmla="*/ 4172440 h 6857801"/>
                <a:gd name="connsiteX1290" fmla="*/ 8640893 w 12184003"/>
                <a:gd name="connsiteY1290" fmla="*/ 4524999 h 6857801"/>
                <a:gd name="connsiteX1291" fmla="*/ 8640893 w 12184003"/>
                <a:gd name="connsiteY1291" fmla="*/ 4424268 h 6857801"/>
                <a:gd name="connsiteX1292" fmla="*/ 8389066 w 12184003"/>
                <a:gd name="connsiteY1292" fmla="*/ 4172440 h 6857801"/>
                <a:gd name="connsiteX1293" fmla="*/ 8359138 w 12184003"/>
                <a:gd name="connsiteY1293" fmla="*/ 4172440 h 6857801"/>
                <a:gd name="connsiteX1294" fmla="*/ 8348555 w 12184003"/>
                <a:gd name="connsiteY1294" fmla="*/ 4176819 h 6857801"/>
                <a:gd name="connsiteX1295" fmla="*/ 8337973 w 12184003"/>
                <a:gd name="connsiteY1295" fmla="*/ 4172440 h 6857801"/>
                <a:gd name="connsiteX1296" fmla="*/ 8159137 w 12184003"/>
                <a:gd name="connsiteY1296" fmla="*/ 4172440 h 6857801"/>
                <a:gd name="connsiteX1297" fmla="*/ 8640893 w 12184003"/>
                <a:gd name="connsiteY1297" fmla="*/ 4654198 h 6857801"/>
                <a:gd name="connsiteX1298" fmla="*/ 8640893 w 12184003"/>
                <a:gd name="connsiteY1298" fmla="*/ 4557846 h 6857801"/>
                <a:gd name="connsiteX1299" fmla="*/ 8255487 w 12184003"/>
                <a:gd name="connsiteY1299" fmla="*/ 4172440 h 6857801"/>
                <a:gd name="connsiteX1300" fmla="*/ 8095632 w 12184003"/>
                <a:gd name="connsiteY1300" fmla="*/ 4172440 h 6857801"/>
                <a:gd name="connsiteX1301" fmla="*/ 8297094 w 12184003"/>
                <a:gd name="connsiteY1301" fmla="*/ 4373902 h 6857801"/>
                <a:gd name="connsiteX1302" fmla="*/ 8297094 w 12184003"/>
                <a:gd name="connsiteY1302" fmla="*/ 4481204 h 6857801"/>
                <a:gd name="connsiteX1303" fmla="*/ 8375927 w 12184003"/>
                <a:gd name="connsiteY1303" fmla="*/ 4560037 h 6857801"/>
                <a:gd name="connsiteX1304" fmla="*/ 8375770 w 12184003"/>
                <a:gd name="connsiteY1304" fmla="*/ 4629952 h 6857801"/>
                <a:gd name="connsiteX1305" fmla="*/ 8640893 w 12184003"/>
                <a:gd name="connsiteY1305" fmla="*/ 4895077 h 6857801"/>
                <a:gd name="connsiteX1306" fmla="*/ 8640893 w 12184003"/>
                <a:gd name="connsiteY1306" fmla="*/ 4724270 h 6857801"/>
                <a:gd name="connsiteX1307" fmla="*/ 8465709 w 12184003"/>
                <a:gd name="connsiteY1307" fmla="*/ 4549087 h 6857801"/>
                <a:gd name="connsiteX1308" fmla="*/ 8417533 w 12184003"/>
                <a:gd name="connsiteY1308" fmla="*/ 4549087 h 6857801"/>
                <a:gd name="connsiteX1309" fmla="*/ 8417533 w 12184003"/>
                <a:gd name="connsiteY1309" fmla="*/ 4500910 h 6857801"/>
                <a:gd name="connsiteX1310" fmla="*/ 8441622 w 12184003"/>
                <a:gd name="connsiteY1310" fmla="*/ 4491058 h 6857801"/>
                <a:gd name="connsiteX1311" fmla="*/ 8447179 w 12184003"/>
                <a:gd name="connsiteY1311" fmla="*/ 4493331 h 6857801"/>
                <a:gd name="connsiteX1312" fmla="*/ 8130668 w 12184003"/>
                <a:gd name="connsiteY1312" fmla="*/ 4176819 h 6857801"/>
                <a:gd name="connsiteX1313" fmla="*/ 8130668 w 12184003"/>
                <a:gd name="connsiteY1313" fmla="*/ 4172440 h 6857801"/>
                <a:gd name="connsiteX1314" fmla="*/ 7988330 w 12184003"/>
                <a:gd name="connsiteY1314" fmla="*/ 4172440 h 6857801"/>
                <a:gd name="connsiteX1315" fmla="*/ 8279576 w 12184003"/>
                <a:gd name="connsiteY1315" fmla="*/ 4463685 h 6857801"/>
                <a:gd name="connsiteX1316" fmla="*/ 8279576 w 12184003"/>
                <a:gd name="connsiteY1316" fmla="*/ 4380471 h 6857801"/>
                <a:gd name="connsiteX1317" fmla="*/ 8072783 w 12184003"/>
                <a:gd name="connsiteY1317" fmla="*/ 4172440 h 6857801"/>
                <a:gd name="connsiteX1318" fmla="*/ 4032359 w 12184003"/>
                <a:gd name="connsiteY1318" fmla="*/ 4172440 h 6857801"/>
                <a:gd name="connsiteX1319" fmla="*/ 3825563 w 12184003"/>
                <a:gd name="connsiteY1319" fmla="*/ 4380471 h 6857801"/>
                <a:gd name="connsiteX1320" fmla="*/ 3825563 w 12184003"/>
                <a:gd name="connsiteY1320" fmla="*/ 4465880 h 6857801"/>
                <a:gd name="connsiteX1321" fmla="*/ 4119001 w 12184003"/>
                <a:gd name="connsiteY1321" fmla="*/ 4172440 h 6857801"/>
                <a:gd name="connsiteX1322" fmla="*/ 3974470 w 12184003"/>
                <a:gd name="connsiteY1322" fmla="*/ 4172440 h 6857801"/>
                <a:gd name="connsiteX1323" fmla="*/ 3974470 w 12184003"/>
                <a:gd name="connsiteY1323" fmla="*/ 4176819 h 6857801"/>
                <a:gd name="connsiteX1324" fmla="*/ 3656452 w 12184003"/>
                <a:gd name="connsiteY1324" fmla="*/ 4494844 h 6857801"/>
                <a:gd name="connsiteX1325" fmla="*/ 3665705 w 12184003"/>
                <a:gd name="connsiteY1325" fmla="*/ 4491058 h 6857801"/>
                <a:gd name="connsiteX1326" fmla="*/ 3689796 w 12184003"/>
                <a:gd name="connsiteY1326" fmla="*/ 4500910 h 6857801"/>
                <a:gd name="connsiteX1327" fmla="*/ 3689796 w 12184003"/>
                <a:gd name="connsiteY1327" fmla="*/ 4549087 h 6857801"/>
                <a:gd name="connsiteX1328" fmla="*/ 3641622 w 12184003"/>
                <a:gd name="connsiteY1328" fmla="*/ 4549087 h 6857801"/>
                <a:gd name="connsiteX1329" fmla="*/ 3641063 w 12184003"/>
                <a:gd name="connsiteY1329" fmla="*/ 4547725 h 6857801"/>
                <a:gd name="connsiteX1330" fmla="*/ 3464262 w 12184003"/>
                <a:gd name="connsiteY1330" fmla="*/ 4726305 h 6857801"/>
                <a:gd name="connsiteX1331" fmla="*/ 3464262 w 12184003"/>
                <a:gd name="connsiteY1331" fmla="*/ 4895073 h 6857801"/>
                <a:gd name="connsiteX1332" fmla="*/ 3731404 w 12184003"/>
                <a:gd name="connsiteY1332" fmla="*/ 4627914 h 6857801"/>
                <a:gd name="connsiteX1333" fmla="*/ 3731404 w 12184003"/>
                <a:gd name="connsiteY1333" fmla="*/ 4560037 h 6857801"/>
                <a:gd name="connsiteX1334" fmla="*/ 3808048 w 12184003"/>
                <a:gd name="connsiteY1334" fmla="*/ 4483399 h 6857801"/>
                <a:gd name="connsiteX1335" fmla="*/ 3808048 w 12184003"/>
                <a:gd name="connsiteY1335" fmla="*/ 4373902 h 6857801"/>
                <a:gd name="connsiteX1336" fmla="*/ 4009508 w 12184003"/>
                <a:gd name="connsiteY1336" fmla="*/ 4172440 h 6857801"/>
                <a:gd name="connsiteX1337" fmla="*/ 3928487 w 12184003"/>
                <a:gd name="connsiteY1337" fmla="*/ 4172440 h 6857801"/>
                <a:gd name="connsiteX1338" fmla="*/ 3464262 w 12184003"/>
                <a:gd name="connsiteY1338" fmla="*/ 4636691 h 6857801"/>
                <a:gd name="connsiteX1339" fmla="*/ 3464262 w 12184003"/>
                <a:gd name="connsiteY1339" fmla="*/ 4656388 h 6857801"/>
                <a:gd name="connsiteX1340" fmla="*/ 3948194 w 12184003"/>
                <a:gd name="connsiteY1340" fmla="*/ 4172440 h 6857801"/>
                <a:gd name="connsiteX1341" fmla="*/ 3716079 w 12184003"/>
                <a:gd name="connsiteY1341" fmla="*/ 4172440 h 6857801"/>
                <a:gd name="connsiteX1342" fmla="*/ 3464262 w 12184003"/>
                <a:gd name="connsiteY1342" fmla="*/ 4424268 h 6857801"/>
                <a:gd name="connsiteX1343" fmla="*/ 3464262 w 12184003"/>
                <a:gd name="connsiteY1343" fmla="*/ 4603847 h 6857801"/>
                <a:gd name="connsiteX1344" fmla="*/ 3895650 w 12184003"/>
                <a:gd name="connsiteY1344" fmla="*/ 4172440 h 6857801"/>
                <a:gd name="connsiteX1345" fmla="*/ 3767174 w 12184003"/>
                <a:gd name="connsiteY1345" fmla="*/ 4172440 h 6857801"/>
                <a:gd name="connsiteX1346" fmla="*/ 3756590 w 12184003"/>
                <a:gd name="connsiteY1346" fmla="*/ 4176819 h 6857801"/>
                <a:gd name="connsiteX1347" fmla="*/ 3746005 w 12184003"/>
                <a:gd name="connsiteY1347" fmla="*/ 4172440 h 6857801"/>
                <a:gd name="connsiteX1348" fmla="*/ 3421658 w 12184003"/>
                <a:gd name="connsiteY1348" fmla="*/ 4172440 h 6857801"/>
                <a:gd name="connsiteX1349" fmla="*/ 3100754 w 12184003"/>
                <a:gd name="connsiteY1349" fmla="*/ 4494256 h 6857801"/>
                <a:gd name="connsiteX1350" fmla="*/ 3100754 w 12184003"/>
                <a:gd name="connsiteY1350" fmla="*/ 4551882 h 6857801"/>
                <a:gd name="connsiteX1351" fmla="*/ 3120461 w 12184003"/>
                <a:gd name="connsiteY1351" fmla="*/ 4560037 h 6857801"/>
                <a:gd name="connsiteX1352" fmla="*/ 3120461 w 12184003"/>
                <a:gd name="connsiteY1352" fmla="*/ 4623541 h 6857801"/>
                <a:gd name="connsiteX1353" fmla="*/ 3088708 w 12184003"/>
                <a:gd name="connsiteY1353" fmla="*/ 4636680 h 6857801"/>
                <a:gd name="connsiteX1354" fmla="*/ 3067799 w 12184003"/>
                <a:gd name="connsiteY1354" fmla="*/ 4628028 h 6857801"/>
                <a:gd name="connsiteX1355" fmla="*/ 2855497 w 12184003"/>
                <a:gd name="connsiteY1355" fmla="*/ 4840331 h 6857801"/>
                <a:gd name="connsiteX1356" fmla="*/ 3146735 w 12184003"/>
                <a:gd name="connsiteY1356" fmla="*/ 4840331 h 6857801"/>
                <a:gd name="connsiteX1357" fmla="*/ 3162065 w 12184003"/>
                <a:gd name="connsiteY1357" fmla="*/ 4834060 h 6857801"/>
                <a:gd name="connsiteX1358" fmla="*/ 3162065 w 12184003"/>
                <a:gd name="connsiteY1358" fmla="*/ 4511861 h 6857801"/>
                <a:gd name="connsiteX1359" fmla="*/ 3394113 w 12184003"/>
                <a:gd name="connsiteY1359" fmla="*/ 4279811 h 6857801"/>
                <a:gd name="connsiteX1360" fmla="*/ 3388711 w 12184003"/>
                <a:gd name="connsiteY1360" fmla="*/ 4266602 h 6857801"/>
                <a:gd name="connsiteX1361" fmla="*/ 3398565 w 12184003"/>
                <a:gd name="connsiteY1361" fmla="*/ 4242514 h 6857801"/>
                <a:gd name="connsiteX1362" fmla="*/ 3446737 w 12184003"/>
                <a:gd name="connsiteY1362" fmla="*/ 4242514 h 6857801"/>
                <a:gd name="connsiteX1363" fmla="*/ 3446737 w 12184003"/>
                <a:gd name="connsiteY1363" fmla="*/ 4290690 h 6857801"/>
                <a:gd name="connsiteX1364" fmla="*/ 3422652 w 12184003"/>
                <a:gd name="connsiteY1364" fmla="*/ 4300543 h 6857801"/>
                <a:gd name="connsiteX1365" fmla="*/ 3404782 w 12184003"/>
                <a:gd name="connsiteY1365" fmla="*/ 4293233 h 6857801"/>
                <a:gd name="connsiteX1366" fmla="*/ 3179585 w 12184003"/>
                <a:gd name="connsiteY1366" fmla="*/ 4518429 h 6857801"/>
                <a:gd name="connsiteX1367" fmla="*/ 3179585 w 12184003"/>
                <a:gd name="connsiteY1367" fmla="*/ 4834063 h 6857801"/>
                <a:gd name="connsiteX1368" fmla="*/ 3194909 w 12184003"/>
                <a:gd name="connsiteY1368" fmla="*/ 4840331 h 6857801"/>
                <a:gd name="connsiteX1369" fmla="*/ 3227783 w 12184003"/>
                <a:gd name="connsiteY1369" fmla="*/ 4840331 h 6857801"/>
                <a:gd name="connsiteX1370" fmla="*/ 3442365 w 12184003"/>
                <a:gd name="connsiteY1370" fmla="*/ 4625745 h 6857801"/>
                <a:gd name="connsiteX1371" fmla="*/ 3442365 w 12184003"/>
                <a:gd name="connsiteY1371" fmla="*/ 4415508 h 6857801"/>
                <a:gd name="connsiteX1372" fmla="*/ 3685421 w 12184003"/>
                <a:gd name="connsiteY1372" fmla="*/ 4172440 h 6857801"/>
                <a:gd name="connsiteX1373" fmla="*/ 8956310 w 12184003"/>
                <a:gd name="connsiteY1373" fmla="*/ 4072122 h 6857801"/>
                <a:gd name="connsiteX1374" fmla="*/ 8855494 w 12184003"/>
                <a:gd name="connsiteY1374" fmla="*/ 4172440 h 6857801"/>
                <a:gd name="connsiteX1375" fmla="*/ 8786644 w 12184003"/>
                <a:gd name="connsiteY1375" fmla="*/ 4172440 h 6857801"/>
                <a:gd name="connsiteX1376" fmla="*/ 9006591 w 12184003"/>
                <a:gd name="connsiteY1376" fmla="*/ 4391761 h 6857801"/>
                <a:gd name="connsiteX1377" fmla="*/ 9006591 w 12184003"/>
                <a:gd name="connsiteY1377" fmla="*/ 4122074 h 6857801"/>
                <a:gd name="connsiteX1378" fmla="*/ 8154757 w 12184003"/>
                <a:gd name="connsiteY1378" fmla="*/ 4071709 h 6857801"/>
                <a:gd name="connsiteX1379" fmla="*/ 8154757 w 12184003"/>
                <a:gd name="connsiteY1379" fmla="*/ 4148352 h 6857801"/>
                <a:gd name="connsiteX1380" fmla="*/ 8231400 w 12184003"/>
                <a:gd name="connsiteY1380" fmla="*/ 4148352 h 6857801"/>
                <a:gd name="connsiteX1381" fmla="*/ 5106551 w 12184003"/>
                <a:gd name="connsiteY1381" fmla="*/ 4062967 h 6857801"/>
                <a:gd name="connsiteX1382" fmla="*/ 4986141 w 12184003"/>
                <a:gd name="connsiteY1382" fmla="*/ 4183389 h 6857801"/>
                <a:gd name="connsiteX1383" fmla="*/ 4659847 w 12184003"/>
                <a:gd name="connsiteY1383" fmla="*/ 4183389 h 6857801"/>
                <a:gd name="connsiteX1384" fmla="*/ 3777394 w 12184003"/>
                <a:gd name="connsiteY1384" fmla="*/ 5065882 h 6857801"/>
                <a:gd name="connsiteX1385" fmla="*/ 3777394 w 12184003"/>
                <a:gd name="connsiteY1385" fmla="*/ 5071923 h 6857801"/>
                <a:gd name="connsiteX1386" fmla="*/ 4318230 w 12184003"/>
                <a:gd name="connsiteY1386" fmla="*/ 4529380 h 6857801"/>
                <a:gd name="connsiteX1387" fmla="*/ 4513129 w 12184003"/>
                <a:gd name="connsiteY1387" fmla="*/ 4529380 h 6857801"/>
                <a:gd name="connsiteX1388" fmla="*/ 4565685 w 12184003"/>
                <a:gd name="connsiteY1388" fmla="*/ 4476823 h 6857801"/>
                <a:gd name="connsiteX1389" fmla="*/ 4613149 w 12184003"/>
                <a:gd name="connsiteY1389" fmla="*/ 4476823 h 6857801"/>
                <a:gd name="connsiteX1390" fmla="*/ 4694921 w 12184003"/>
                <a:gd name="connsiteY1390" fmla="*/ 4393928 h 6857801"/>
                <a:gd name="connsiteX1391" fmla="*/ 4691870 w 12184003"/>
                <a:gd name="connsiteY1391" fmla="*/ 4376365 h 6857801"/>
                <a:gd name="connsiteX1392" fmla="*/ 4705826 w 12184003"/>
                <a:gd name="connsiteY1392" fmla="*/ 4343245 h 6857801"/>
                <a:gd name="connsiteX1393" fmla="*/ 4773709 w 12184003"/>
                <a:gd name="connsiteY1393" fmla="*/ 4343245 h 6857801"/>
                <a:gd name="connsiteX1394" fmla="*/ 4773709 w 12184003"/>
                <a:gd name="connsiteY1394" fmla="*/ 4411128 h 6857801"/>
                <a:gd name="connsiteX1395" fmla="*/ 4738949 w 12184003"/>
                <a:gd name="connsiteY1395" fmla="*/ 4424267 h 6857801"/>
                <a:gd name="connsiteX1396" fmla="*/ 4720168 w 12184003"/>
                <a:gd name="connsiteY1396" fmla="*/ 4416818 h 6857801"/>
                <a:gd name="connsiteX1397" fmla="*/ 4660928 w 12184003"/>
                <a:gd name="connsiteY1397" fmla="*/ 4476823 h 6857801"/>
                <a:gd name="connsiteX1398" fmla="*/ 5043067 w 12184003"/>
                <a:gd name="connsiteY1398" fmla="*/ 4476823 h 6857801"/>
                <a:gd name="connsiteX1399" fmla="*/ 5106551 w 12184003"/>
                <a:gd name="connsiteY1399" fmla="*/ 4413335 h 6857801"/>
                <a:gd name="connsiteX1400" fmla="*/ 8949656 w 12184003"/>
                <a:gd name="connsiteY1400" fmla="*/ 4034482 h 6857801"/>
                <a:gd name="connsiteX1401" fmla="*/ 8955131 w 12184003"/>
                <a:gd name="connsiteY1401" fmla="*/ 4039957 h 6857801"/>
                <a:gd name="connsiteX1402" fmla="*/ 8960606 w 12184003"/>
                <a:gd name="connsiteY1402" fmla="*/ 4034482 h 6857801"/>
                <a:gd name="connsiteX1403" fmla="*/ 3188347 w 12184003"/>
                <a:gd name="connsiteY1403" fmla="*/ 4034482 h 6857801"/>
                <a:gd name="connsiteX1404" fmla="*/ 3100754 w 12184003"/>
                <a:gd name="connsiteY1404" fmla="*/ 4122074 h 6857801"/>
                <a:gd name="connsiteX1405" fmla="*/ 3100754 w 12184003"/>
                <a:gd name="connsiteY1405" fmla="*/ 4468202 h 6857801"/>
                <a:gd name="connsiteX1406" fmla="*/ 3397361 w 12184003"/>
                <a:gd name="connsiteY1406" fmla="*/ 4172440 h 6857801"/>
                <a:gd name="connsiteX1407" fmla="*/ 3328514 w 12184003"/>
                <a:gd name="connsiteY1407" fmla="*/ 4172440 h 6857801"/>
                <a:gd name="connsiteX1408" fmla="*/ 3190556 w 12184003"/>
                <a:gd name="connsiteY1408" fmla="*/ 4034482 h 6857801"/>
                <a:gd name="connsiteX1409" fmla="*/ 7814545 w 12184003"/>
                <a:gd name="connsiteY1409" fmla="*/ 3944700 h 6857801"/>
                <a:gd name="connsiteX1410" fmla="*/ 7830665 w 12184003"/>
                <a:gd name="connsiteY1410" fmla="*/ 3955649 h 6857801"/>
                <a:gd name="connsiteX1411" fmla="*/ 7844522 w 12184003"/>
                <a:gd name="connsiteY1411" fmla="*/ 4025860 h 6857801"/>
                <a:gd name="connsiteX1412" fmla="*/ 7843444 w 12184003"/>
                <a:gd name="connsiteY1412" fmla="*/ 4027553 h 6857801"/>
                <a:gd name="connsiteX1413" fmla="*/ 7964243 w 12184003"/>
                <a:gd name="connsiteY1413" fmla="*/ 4148352 h 6857801"/>
                <a:gd name="connsiteX1414" fmla="*/ 8048839 w 12184003"/>
                <a:gd name="connsiteY1414" fmla="*/ 4148352 h 6857801"/>
                <a:gd name="connsiteX1415" fmla="*/ 7941030 w 12184003"/>
                <a:gd name="connsiteY1415" fmla="*/ 4039897 h 6857801"/>
                <a:gd name="connsiteX1416" fmla="*/ 7924827 w 12184003"/>
                <a:gd name="connsiteY1416" fmla="*/ 4046526 h 6857801"/>
                <a:gd name="connsiteX1417" fmla="*/ 7900740 w 12184003"/>
                <a:gd name="connsiteY1417" fmla="*/ 4036672 h 6857801"/>
                <a:gd name="connsiteX1418" fmla="*/ 7900740 w 12184003"/>
                <a:gd name="connsiteY1418" fmla="*/ 3988496 h 6857801"/>
                <a:gd name="connsiteX1419" fmla="*/ 7948914 w 12184003"/>
                <a:gd name="connsiteY1419" fmla="*/ 3988496 h 6857801"/>
                <a:gd name="connsiteX1420" fmla="*/ 7958769 w 12184003"/>
                <a:gd name="connsiteY1420" fmla="*/ 4012584 h 6857801"/>
                <a:gd name="connsiteX1421" fmla="*/ 7952094 w 12184003"/>
                <a:gd name="connsiteY1421" fmla="*/ 4028901 h 6857801"/>
                <a:gd name="connsiteX1422" fmla="*/ 8071545 w 12184003"/>
                <a:gd name="connsiteY1422" fmla="*/ 4148352 h 6857801"/>
                <a:gd name="connsiteX1423" fmla="*/ 8130668 w 12184003"/>
                <a:gd name="connsiteY1423" fmla="*/ 4148352 h 6857801"/>
                <a:gd name="connsiteX1424" fmla="*/ 8130668 w 12184003"/>
                <a:gd name="connsiteY1424" fmla="*/ 4047621 h 6857801"/>
                <a:gd name="connsiteX1425" fmla="*/ 8064608 w 12184003"/>
                <a:gd name="connsiteY1425" fmla="*/ 3981561 h 6857801"/>
                <a:gd name="connsiteX1426" fmla="*/ 8056968 w 12184003"/>
                <a:gd name="connsiteY1426" fmla="*/ 3986887 h 6857801"/>
                <a:gd name="connsiteX1427" fmla="*/ 8038696 w 12184003"/>
                <a:gd name="connsiteY1427" fmla="*/ 3990685 h 6857801"/>
                <a:gd name="connsiteX1428" fmla="*/ 7992710 w 12184003"/>
                <a:gd name="connsiteY1428" fmla="*/ 3944700 h 6857801"/>
                <a:gd name="connsiteX1429" fmla="*/ 6956591 w 12184003"/>
                <a:gd name="connsiteY1429" fmla="*/ 3944700 h 6857801"/>
                <a:gd name="connsiteX1430" fmla="*/ 6954653 w 12184003"/>
                <a:gd name="connsiteY1430" fmla="*/ 3955560 h 6857801"/>
                <a:gd name="connsiteX1431" fmla="*/ 7136495 w 12184003"/>
                <a:gd name="connsiteY1431" fmla="*/ 4137403 h 6857801"/>
                <a:gd name="connsiteX1432" fmla="*/ 7464967 w 12184003"/>
                <a:gd name="connsiteY1432" fmla="*/ 4139592 h 6857801"/>
                <a:gd name="connsiteX1433" fmla="*/ 8329942 w 12184003"/>
                <a:gd name="connsiteY1433" fmla="*/ 5004568 h 6857801"/>
                <a:gd name="connsiteX1434" fmla="*/ 8329942 w 12184003"/>
                <a:gd name="connsiteY1434" fmla="*/ 4759310 h 6857801"/>
                <a:gd name="connsiteX1435" fmla="*/ 8041624 w 12184003"/>
                <a:gd name="connsiteY1435" fmla="*/ 4470993 h 6857801"/>
                <a:gd name="connsiteX1436" fmla="*/ 8024463 w 12184003"/>
                <a:gd name="connsiteY1436" fmla="*/ 4478466 h 6857801"/>
                <a:gd name="connsiteX1437" fmla="*/ 7990521 w 12184003"/>
                <a:gd name="connsiteY1437" fmla="*/ 4463684 h 6857801"/>
                <a:gd name="connsiteX1438" fmla="*/ 7990521 w 12184003"/>
                <a:gd name="connsiteY1438" fmla="*/ 4395801 h 6857801"/>
                <a:gd name="connsiteX1439" fmla="*/ 8058405 w 12184003"/>
                <a:gd name="connsiteY1439" fmla="*/ 4395801 h 6857801"/>
                <a:gd name="connsiteX1440" fmla="*/ 8073186 w 12184003"/>
                <a:gd name="connsiteY1440" fmla="*/ 4429743 h 6857801"/>
                <a:gd name="connsiteX1441" fmla="*/ 8065713 w 12184003"/>
                <a:gd name="connsiteY1441" fmla="*/ 4446905 h 6857801"/>
                <a:gd name="connsiteX1442" fmla="*/ 8329942 w 12184003"/>
                <a:gd name="connsiteY1442" fmla="*/ 4711136 h 6857801"/>
                <a:gd name="connsiteX1443" fmla="*/ 8329942 w 12184003"/>
                <a:gd name="connsiteY1443" fmla="*/ 4608212 h 6857801"/>
                <a:gd name="connsiteX1444" fmla="*/ 8279576 w 12184003"/>
                <a:gd name="connsiteY1444" fmla="*/ 4557846 h 6857801"/>
                <a:gd name="connsiteX1445" fmla="*/ 8279576 w 12184003"/>
                <a:gd name="connsiteY1445" fmla="*/ 4529379 h 6857801"/>
                <a:gd name="connsiteX1446" fmla="*/ 7922637 w 12184003"/>
                <a:gd name="connsiteY1446" fmla="*/ 4172440 h 6857801"/>
                <a:gd name="connsiteX1447" fmla="*/ 7699558 w 12184003"/>
                <a:gd name="connsiteY1447" fmla="*/ 4172440 h 6857801"/>
                <a:gd name="connsiteX1448" fmla="*/ 7692707 w 12184003"/>
                <a:gd name="connsiteY1448" fmla="*/ 4189137 h 6857801"/>
                <a:gd name="connsiteX1449" fmla="*/ 7659860 w 12184003"/>
                <a:gd name="connsiteY1449" fmla="*/ 4203097 h 6857801"/>
                <a:gd name="connsiteX1450" fmla="*/ 7613874 w 12184003"/>
                <a:gd name="connsiteY1450" fmla="*/ 4157111 h 6857801"/>
                <a:gd name="connsiteX1451" fmla="*/ 7659860 w 12184003"/>
                <a:gd name="connsiteY1451" fmla="*/ 4111125 h 6857801"/>
                <a:gd name="connsiteX1452" fmla="*/ 7692707 w 12184003"/>
                <a:gd name="connsiteY1452" fmla="*/ 4124264 h 6857801"/>
                <a:gd name="connsiteX1453" fmla="*/ 7702342 w 12184003"/>
                <a:gd name="connsiteY1453" fmla="*/ 4148352 h 6857801"/>
                <a:gd name="connsiteX1454" fmla="*/ 7898549 w 12184003"/>
                <a:gd name="connsiteY1454" fmla="*/ 4148352 h 6857801"/>
                <a:gd name="connsiteX1455" fmla="*/ 7811105 w 12184003"/>
                <a:gd name="connsiteY1455" fmla="*/ 4060907 h 6857801"/>
                <a:gd name="connsiteX1456" fmla="*/ 7808904 w 12184003"/>
                <a:gd name="connsiteY1456" fmla="*/ 4062402 h 6857801"/>
                <a:gd name="connsiteX1457" fmla="*/ 7738693 w 12184003"/>
                <a:gd name="connsiteY1457" fmla="*/ 4047621 h 6857801"/>
                <a:gd name="connsiteX1458" fmla="*/ 7738693 w 12184003"/>
                <a:gd name="connsiteY1458" fmla="*/ 3955649 h 6857801"/>
                <a:gd name="connsiteX1459" fmla="*/ 7754813 w 12184003"/>
                <a:gd name="connsiteY1459" fmla="*/ 3944700 h 6857801"/>
                <a:gd name="connsiteX1460" fmla="*/ 7145255 w 12184003"/>
                <a:gd name="connsiteY1460" fmla="*/ 3944700 h 6857801"/>
                <a:gd name="connsiteX1461" fmla="*/ 6641600 w 12184003"/>
                <a:gd name="connsiteY1461" fmla="*/ 3944700 h 6857801"/>
                <a:gd name="connsiteX1462" fmla="*/ 6641600 w 12184003"/>
                <a:gd name="connsiteY1462" fmla="*/ 4549088 h 6857801"/>
                <a:gd name="connsiteX1463" fmla="*/ 6696910 w 12184003"/>
                <a:gd name="connsiteY1463" fmla="*/ 4604398 h 6857801"/>
                <a:gd name="connsiteX1464" fmla="*/ 6700724 w 12184003"/>
                <a:gd name="connsiteY1464" fmla="*/ 4595073 h 6857801"/>
                <a:gd name="connsiteX1465" fmla="*/ 6748900 w 12184003"/>
                <a:gd name="connsiteY1465" fmla="*/ 4595073 h 6857801"/>
                <a:gd name="connsiteX1466" fmla="*/ 6756963 w 12184003"/>
                <a:gd name="connsiteY1466" fmla="*/ 4614782 h 6857801"/>
                <a:gd name="connsiteX1467" fmla="*/ 6959122 w 12184003"/>
                <a:gd name="connsiteY1467" fmla="*/ 4614782 h 6857801"/>
                <a:gd name="connsiteX1468" fmla="*/ 7683524 w 12184003"/>
                <a:gd name="connsiteY1468" fmla="*/ 5339185 h 6857801"/>
                <a:gd name="connsiteX1469" fmla="*/ 7690518 w 12184003"/>
                <a:gd name="connsiteY1469" fmla="*/ 5336324 h 6857801"/>
                <a:gd name="connsiteX1470" fmla="*/ 7701466 w 12184003"/>
                <a:gd name="connsiteY1470" fmla="*/ 5340804 h 6857801"/>
                <a:gd name="connsiteX1471" fmla="*/ 7701466 w 12184003"/>
                <a:gd name="connsiteY1471" fmla="*/ 5278294 h 6857801"/>
                <a:gd name="connsiteX1472" fmla="*/ 7484515 w 12184003"/>
                <a:gd name="connsiteY1472" fmla="*/ 5061343 h 6857801"/>
                <a:gd name="connsiteX1473" fmla="*/ 7468252 w 12184003"/>
                <a:gd name="connsiteY1473" fmla="*/ 5068072 h 6857801"/>
                <a:gd name="connsiteX1474" fmla="*/ 7436500 w 12184003"/>
                <a:gd name="connsiteY1474" fmla="*/ 5054934 h 6857801"/>
                <a:gd name="connsiteX1475" fmla="*/ 7436500 w 12184003"/>
                <a:gd name="connsiteY1475" fmla="*/ 4991429 h 6857801"/>
                <a:gd name="connsiteX1476" fmla="*/ 7500004 w 12184003"/>
                <a:gd name="connsiteY1476" fmla="*/ 4991429 h 6857801"/>
                <a:gd name="connsiteX1477" fmla="*/ 7513144 w 12184003"/>
                <a:gd name="connsiteY1477" fmla="*/ 5023182 h 6857801"/>
                <a:gd name="connsiteX1478" fmla="*/ 7503850 w 12184003"/>
                <a:gd name="connsiteY1478" fmla="*/ 5045641 h 6857801"/>
                <a:gd name="connsiteX1479" fmla="*/ 7725554 w 12184003"/>
                <a:gd name="connsiteY1479" fmla="*/ 5267345 h 6857801"/>
                <a:gd name="connsiteX1480" fmla="*/ 7725554 w 12184003"/>
                <a:gd name="connsiteY1480" fmla="*/ 5619905 h 6857801"/>
                <a:gd name="connsiteX1481" fmla="*/ 8005849 w 12184003"/>
                <a:gd name="connsiteY1481" fmla="*/ 5900200 h 6857801"/>
                <a:gd name="connsiteX1482" fmla="*/ 8124099 w 12184003"/>
                <a:gd name="connsiteY1482" fmla="*/ 5900200 h 6857801"/>
                <a:gd name="connsiteX1483" fmla="*/ 7962053 w 12184003"/>
                <a:gd name="connsiteY1483" fmla="*/ 5738155 h 6857801"/>
                <a:gd name="connsiteX1484" fmla="*/ 7962053 w 12184003"/>
                <a:gd name="connsiteY1484" fmla="*/ 5372456 h 6857801"/>
                <a:gd name="connsiteX1485" fmla="*/ 7802904 w 12184003"/>
                <a:gd name="connsiteY1485" fmla="*/ 5213306 h 6857801"/>
                <a:gd name="connsiteX1486" fmla="*/ 7791248 w 12184003"/>
                <a:gd name="connsiteY1486" fmla="*/ 5218075 h 6857801"/>
                <a:gd name="connsiteX1487" fmla="*/ 7767161 w 12184003"/>
                <a:gd name="connsiteY1487" fmla="*/ 5208220 h 6857801"/>
                <a:gd name="connsiteX1488" fmla="*/ 7767161 w 12184003"/>
                <a:gd name="connsiteY1488" fmla="*/ 5160045 h 6857801"/>
                <a:gd name="connsiteX1489" fmla="*/ 7815336 w 12184003"/>
                <a:gd name="connsiteY1489" fmla="*/ 5160045 h 6857801"/>
                <a:gd name="connsiteX1490" fmla="*/ 7825190 w 12184003"/>
                <a:gd name="connsiteY1490" fmla="*/ 5184133 h 6857801"/>
                <a:gd name="connsiteX1491" fmla="*/ 7817789 w 12184003"/>
                <a:gd name="connsiteY1491" fmla="*/ 5202223 h 6857801"/>
                <a:gd name="connsiteX1492" fmla="*/ 7979571 w 12184003"/>
                <a:gd name="connsiteY1492" fmla="*/ 5365887 h 6857801"/>
                <a:gd name="connsiteX1493" fmla="*/ 7979571 w 12184003"/>
                <a:gd name="connsiteY1493" fmla="*/ 5731585 h 6857801"/>
                <a:gd name="connsiteX1494" fmla="*/ 8148186 w 12184003"/>
                <a:gd name="connsiteY1494" fmla="*/ 5900200 h 6857801"/>
                <a:gd name="connsiteX1495" fmla="*/ 8433161 w 12184003"/>
                <a:gd name="connsiteY1495" fmla="*/ 5900200 h 6857801"/>
                <a:gd name="connsiteX1496" fmla="*/ 8439432 w 12184003"/>
                <a:gd name="connsiteY1496" fmla="*/ 5884872 h 6857801"/>
                <a:gd name="connsiteX1497" fmla="*/ 8487607 w 12184003"/>
                <a:gd name="connsiteY1497" fmla="*/ 5884872 h 6857801"/>
                <a:gd name="connsiteX1498" fmla="*/ 8497462 w 12184003"/>
                <a:gd name="connsiteY1498" fmla="*/ 5908960 h 6857801"/>
                <a:gd name="connsiteX1499" fmla="*/ 8491422 w 12184003"/>
                <a:gd name="connsiteY1499" fmla="*/ 5923723 h 6857801"/>
                <a:gd name="connsiteX1500" fmla="*/ 8927760 w 12184003"/>
                <a:gd name="connsiteY1500" fmla="*/ 6360062 h 6857801"/>
                <a:gd name="connsiteX1501" fmla="*/ 8927760 w 12184003"/>
                <a:gd name="connsiteY1501" fmla="*/ 6331594 h 6857801"/>
                <a:gd name="connsiteX1502" fmla="*/ 8640893 w 12184003"/>
                <a:gd name="connsiteY1502" fmla="*/ 6044727 h 6857801"/>
                <a:gd name="connsiteX1503" fmla="*/ 8640893 w 12184003"/>
                <a:gd name="connsiteY1503" fmla="*/ 5860784 h 6857801"/>
                <a:gd name="connsiteX1504" fmla="*/ 8329942 w 12184003"/>
                <a:gd name="connsiteY1504" fmla="*/ 5549831 h 6857801"/>
                <a:gd name="connsiteX1505" fmla="*/ 8329942 w 12184003"/>
                <a:gd name="connsiteY1505" fmla="*/ 5323484 h 6857801"/>
                <a:gd name="connsiteX1506" fmla="*/ 8321182 w 12184003"/>
                <a:gd name="connsiteY1506" fmla="*/ 5319901 h 6857801"/>
                <a:gd name="connsiteX1507" fmla="*/ 8311327 w 12184003"/>
                <a:gd name="connsiteY1507" fmla="*/ 5295814 h 6857801"/>
                <a:gd name="connsiteX1508" fmla="*/ 8318003 w 12184003"/>
                <a:gd name="connsiteY1508" fmla="*/ 5279495 h 6857801"/>
                <a:gd name="connsiteX1509" fmla="*/ 8247103 w 12184003"/>
                <a:gd name="connsiteY1509" fmla="*/ 5208595 h 6857801"/>
                <a:gd name="connsiteX1510" fmla="*/ 8221546 w 12184003"/>
                <a:gd name="connsiteY1510" fmla="*/ 5219169 h 6857801"/>
                <a:gd name="connsiteX1511" fmla="*/ 8189793 w 12184003"/>
                <a:gd name="connsiteY1511" fmla="*/ 5206030 h 6857801"/>
                <a:gd name="connsiteX1512" fmla="*/ 8176654 w 12184003"/>
                <a:gd name="connsiteY1512" fmla="*/ 5174279 h 6857801"/>
                <a:gd name="connsiteX1513" fmla="*/ 8184666 w 12184003"/>
                <a:gd name="connsiteY1513" fmla="*/ 5154917 h 6857801"/>
                <a:gd name="connsiteX1514" fmla="*/ 7828475 w 12184003"/>
                <a:gd name="connsiteY1514" fmla="*/ 4798726 h 6857801"/>
                <a:gd name="connsiteX1515" fmla="*/ 7482485 w 12184003"/>
                <a:gd name="connsiteY1515" fmla="*/ 4798726 h 6857801"/>
                <a:gd name="connsiteX1516" fmla="*/ 7244638 w 12184003"/>
                <a:gd name="connsiteY1516" fmla="*/ 4558896 h 6857801"/>
                <a:gd name="connsiteX1517" fmla="*/ 7228468 w 12184003"/>
                <a:gd name="connsiteY1517" fmla="*/ 4565511 h 6857801"/>
                <a:gd name="connsiteX1518" fmla="*/ 7204381 w 12184003"/>
                <a:gd name="connsiteY1518" fmla="*/ 4555657 h 6857801"/>
                <a:gd name="connsiteX1519" fmla="*/ 7204381 w 12184003"/>
                <a:gd name="connsiteY1519" fmla="*/ 4507481 h 6857801"/>
                <a:gd name="connsiteX1520" fmla="*/ 7220440 w 12184003"/>
                <a:gd name="connsiteY1520" fmla="*/ 4500911 h 6857801"/>
                <a:gd name="connsiteX1521" fmla="*/ 7053283 w 12184003"/>
                <a:gd name="connsiteY1521" fmla="*/ 4500911 h 6857801"/>
                <a:gd name="connsiteX1522" fmla="*/ 6729938 w 12184003"/>
                <a:gd name="connsiteY1522" fmla="*/ 4177567 h 6857801"/>
                <a:gd name="connsiteX1523" fmla="*/ 6710578 w 12184003"/>
                <a:gd name="connsiteY1523" fmla="*/ 4185579 h 6857801"/>
                <a:gd name="connsiteX1524" fmla="*/ 6678826 w 12184003"/>
                <a:gd name="connsiteY1524" fmla="*/ 4172440 h 6857801"/>
                <a:gd name="connsiteX1525" fmla="*/ 6678826 w 12184003"/>
                <a:gd name="connsiteY1525" fmla="*/ 4108936 h 6857801"/>
                <a:gd name="connsiteX1526" fmla="*/ 6710852 w 12184003"/>
                <a:gd name="connsiteY1526" fmla="*/ 4095797 h 6857801"/>
                <a:gd name="connsiteX1527" fmla="*/ 6744520 w 12184003"/>
                <a:gd name="connsiteY1527" fmla="*/ 4108936 h 6857801"/>
                <a:gd name="connsiteX1528" fmla="*/ 6757660 w 12184003"/>
                <a:gd name="connsiteY1528" fmla="*/ 4140687 h 6857801"/>
                <a:gd name="connsiteX1529" fmla="*/ 6748366 w 12184003"/>
                <a:gd name="connsiteY1529" fmla="*/ 4163146 h 6857801"/>
                <a:gd name="connsiteX1530" fmla="*/ 7062042 w 12184003"/>
                <a:gd name="connsiteY1530" fmla="*/ 4476823 h 6857801"/>
                <a:gd name="connsiteX1531" fmla="*/ 7444178 w 12184003"/>
                <a:gd name="connsiteY1531" fmla="*/ 4476823 h 6857801"/>
                <a:gd name="connsiteX1532" fmla="*/ 7384932 w 12184003"/>
                <a:gd name="connsiteY1532" fmla="*/ 4416818 h 6857801"/>
                <a:gd name="connsiteX1533" fmla="*/ 7366151 w 12184003"/>
                <a:gd name="connsiteY1533" fmla="*/ 4424267 h 6857801"/>
                <a:gd name="connsiteX1534" fmla="*/ 7331388 w 12184003"/>
                <a:gd name="connsiteY1534" fmla="*/ 4411128 h 6857801"/>
                <a:gd name="connsiteX1535" fmla="*/ 7331388 w 12184003"/>
                <a:gd name="connsiteY1535" fmla="*/ 4343245 h 6857801"/>
                <a:gd name="connsiteX1536" fmla="*/ 7399272 w 12184003"/>
                <a:gd name="connsiteY1536" fmla="*/ 4343245 h 6857801"/>
                <a:gd name="connsiteX1537" fmla="*/ 7414054 w 12184003"/>
                <a:gd name="connsiteY1537" fmla="*/ 4376365 h 6857801"/>
                <a:gd name="connsiteX1538" fmla="*/ 7407765 w 12184003"/>
                <a:gd name="connsiteY1538" fmla="*/ 4391154 h 6857801"/>
                <a:gd name="connsiteX1539" fmla="*/ 7493434 w 12184003"/>
                <a:gd name="connsiteY1539" fmla="*/ 4476823 h 6857801"/>
                <a:gd name="connsiteX1540" fmla="*/ 7541609 w 12184003"/>
                <a:gd name="connsiteY1540" fmla="*/ 4476823 h 6857801"/>
                <a:gd name="connsiteX1541" fmla="*/ 7594166 w 12184003"/>
                <a:gd name="connsiteY1541" fmla="*/ 4529380 h 6857801"/>
                <a:gd name="connsiteX1542" fmla="*/ 7786869 w 12184003"/>
                <a:gd name="connsiteY1542" fmla="*/ 4529380 h 6857801"/>
                <a:gd name="connsiteX1543" fmla="*/ 8329942 w 12184003"/>
                <a:gd name="connsiteY1543" fmla="*/ 5072453 h 6857801"/>
                <a:gd name="connsiteX1544" fmla="*/ 8329942 w 12184003"/>
                <a:gd name="connsiteY1544" fmla="*/ 5068072 h 6857801"/>
                <a:gd name="connsiteX1545" fmla="*/ 7445259 w 12184003"/>
                <a:gd name="connsiteY1545" fmla="*/ 4183389 h 6857801"/>
                <a:gd name="connsiteX1546" fmla="*/ 7118977 w 12184003"/>
                <a:gd name="connsiteY1546" fmla="*/ 4183389 h 6857801"/>
                <a:gd name="connsiteX1547" fmla="*/ 6924947 w 12184003"/>
                <a:gd name="connsiteY1547" fmla="*/ 3989358 h 6857801"/>
                <a:gd name="connsiteX1548" fmla="*/ 6917651 w 12184003"/>
                <a:gd name="connsiteY1548" fmla="*/ 3994210 h 6857801"/>
                <a:gd name="connsiteX1549" fmla="*/ 6847441 w 12184003"/>
                <a:gd name="connsiteY1549" fmla="*/ 3979737 h 6857801"/>
                <a:gd name="connsiteX1550" fmla="*/ 6832659 w 12184003"/>
                <a:gd name="connsiteY1550" fmla="*/ 3958933 h 6857801"/>
                <a:gd name="connsiteX1551" fmla="*/ 6829749 w 12184003"/>
                <a:gd name="connsiteY1551" fmla="*/ 3944700 h 6857801"/>
                <a:gd name="connsiteX1552" fmla="*/ 4340859 w 12184003"/>
                <a:gd name="connsiteY1552" fmla="*/ 3944700 h 6857801"/>
                <a:gd name="connsiteX1553" fmla="*/ 4366411 w 12184003"/>
                <a:gd name="connsiteY1553" fmla="*/ 3955649 h 6857801"/>
                <a:gd name="connsiteX1554" fmla="*/ 4366411 w 12184003"/>
                <a:gd name="connsiteY1554" fmla="*/ 4047621 h 6857801"/>
                <a:gd name="connsiteX1555" fmla="*/ 4320421 w 12184003"/>
                <a:gd name="connsiteY1555" fmla="*/ 4067329 h 6857801"/>
                <a:gd name="connsiteX1556" fmla="*/ 4298963 w 12184003"/>
                <a:gd name="connsiteY1556" fmla="*/ 4058132 h 6857801"/>
                <a:gd name="connsiteX1557" fmla="*/ 4208789 w 12184003"/>
                <a:gd name="connsiteY1557" fmla="*/ 4148352 h 6857801"/>
                <a:gd name="connsiteX1558" fmla="*/ 4481601 w 12184003"/>
                <a:gd name="connsiteY1558" fmla="*/ 4148352 h 6857801"/>
                <a:gd name="connsiteX1559" fmla="*/ 4491239 w 12184003"/>
                <a:gd name="connsiteY1559" fmla="*/ 4124264 h 6857801"/>
                <a:gd name="connsiteX1560" fmla="*/ 4524078 w 12184003"/>
                <a:gd name="connsiteY1560" fmla="*/ 4111125 h 6857801"/>
                <a:gd name="connsiteX1561" fmla="*/ 4570064 w 12184003"/>
                <a:gd name="connsiteY1561" fmla="*/ 4157111 h 6857801"/>
                <a:gd name="connsiteX1562" fmla="*/ 4524078 w 12184003"/>
                <a:gd name="connsiteY1562" fmla="*/ 4203097 h 6857801"/>
                <a:gd name="connsiteX1563" fmla="*/ 4491239 w 12184003"/>
                <a:gd name="connsiteY1563" fmla="*/ 4189137 h 6857801"/>
                <a:gd name="connsiteX1564" fmla="*/ 4484390 w 12184003"/>
                <a:gd name="connsiteY1564" fmla="*/ 4172440 h 6857801"/>
                <a:gd name="connsiteX1565" fmla="*/ 4184702 w 12184003"/>
                <a:gd name="connsiteY1565" fmla="*/ 4172440 h 6857801"/>
                <a:gd name="connsiteX1566" fmla="*/ 3825563 w 12184003"/>
                <a:gd name="connsiteY1566" fmla="*/ 4531573 h 6857801"/>
                <a:gd name="connsiteX1567" fmla="*/ 3825563 w 12184003"/>
                <a:gd name="connsiteY1567" fmla="*/ 4557846 h 6857801"/>
                <a:gd name="connsiteX1568" fmla="*/ 3777394 w 12184003"/>
                <a:gd name="connsiteY1568" fmla="*/ 4606018 h 6857801"/>
                <a:gd name="connsiteX1569" fmla="*/ 3777394 w 12184003"/>
                <a:gd name="connsiteY1569" fmla="*/ 4710453 h 6857801"/>
                <a:gd name="connsiteX1570" fmla="*/ 4040059 w 12184003"/>
                <a:gd name="connsiteY1570" fmla="*/ 4446434 h 6857801"/>
                <a:gd name="connsiteX1571" fmla="*/ 4033596 w 12184003"/>
                <a:gd name="connsiteY1571" fmla="*/ 4429743 h 6857801"/>
                <a:gd name="connsiteX1572" fmla="*/ 4046736 w 12184003"/>
                <a:gd name="connsiteY1572" fmla="*/ 4395801 h 6857801"/>
                <a:gd name="connsiteX1573" fmla="*/ 4114621 w 12184003"/>
                <a:gd name="connsiteY1573" fmla="*/ 4395801 h 6857801"/>
                <a:gd name="connsiteX1574" fmla="*/ 4114621 w 12184003"/>
                <a:gd name="connsiteY1574" fmla="*/ 4463684 h 6857801"/>
                <a:gd name="connsiteX1575" fmla="*/ 4080683 w 12184003"/>
                <a:gd name="connsiteY1575" fmla="*/ 4478466 h 6857801"/>
                <a:gd name="connsiteX1576" fmla="*/ 4063519 w 12184003"/>
                <a:gd name="connsiteY1576" fmla="*/ 4470993 h 6857801"/>
                <a:gd name="connsiteX1577" fmla="*/ 3777394 w 12184003"/>
                <a:gd name="connsiteY1577" fmla="*/ 4757116 h 6857801"/>
                <a:gd name="connsiteX1578" fmla="*/ 3777394 w 12184003"/>
                <a:gd name="connsiteY1578" fmla="*/ 5002379 h 6857801"/>
                <a:gd name="connsiteX1579" fmla="*/ 4640135 w 12184003"/>
                <a:gd name="connsiteY1579" fmla="*/ 4139592 h 6857801"/>
                <a:gd name="connsiteX1580" fmla="*/ 4968621 w 12184003"/>
                <a:gd name="connsiteY1580" fmla="*/ 4137403 h 6857801"/>
                <a:gd name="connsiteX1581" fmla="*/ 5079654 w 12184003"/>
                <a:gd name="connsiteY1581" fmla="*/ 4027469 h 6857801"/>
                <a:gd name="connsiteX1582" fmla="*/ 5073700 w 12184003"/>
                <a:gd name="connsiteY1582" fmla="*/ 4012584 h 6857801"/>
                <a:gd name="connsiteX1583" fmla="*/ 5119685 w 12184003"/>
                <a:gd name="connsiteY1583" fmla="*/ 3966598 h 6857801"/>
                <a:gd name="connsiteX1584" fmla="*/ 5134963 w 12184003"/>
                <a:gd name="connsiteY1584" fmla="*/ 3972709 h 6857801"/>
                <a:gd name="connsiteX1585" fmla="*/ 5150722 w 12184003"/>
                <a:gd name="connsiteY1585" fmla="*/ 3957106 h 6857801"/>
                <a:gd name="connsiteX1586" fmla="*/ 5148508 w 12184003"/>
                <a:gd name="connsiteY1586" fmla="*/ 3944700 h 6857801"/>
                <a:gd name="connsiteX1587" fmla="*/ 5038689 w 12184003"/>
                <a:gd name="connsiteY1587" fmla="*/ 3944700 h 6857801"/>
                <a:gd name="connsiteX1588" fmla="*/ 4191270 w 12184003"/>
                <a:gd name="connsiteY1588" fmla="*/ 3944700 h 6857801"/>
                <a:gd name="connsiteX1589" fmla="*/ 4145280 w 12184003"/>
                <a:gd name="connsiteY1589" fmla="*/ 3990685 h 6857801"/>
                <a:gd name="connsiteX1590" fmla="*/ 4127007 w 12184003"/>
                <a:gd name="connsiteY1590" fmla="*/ 3986887 h 6857801"/>
                <a:gd name="connsiteX1591" fmla="*/ 4119367 w 12184003"/>
                <a:gd name="connsiteY1591" fmla="*/ 3981561 h 6857801"/>
                <a:gd name="connsiteX1592" fmla="*/ 3974470 w 12184003"/>
                <a:gd name="connsiteY1592" fmla="*/ 4126454 h 6857801"/>
                <a:gd name="connsiteX1593" fmla="*/ 3974470 w 12184003"/>
                <a:gd name="connsiteY1593" fmla="*/ 4148352 h 6857801"/>
                <a:gd name="connsiteX1594" fmla="*/ 4033596 w 12184003"/>
                <a:gd name="connsiteY1594" fmla="*/ 4148352 h 6857801"/>
                <a:gd name="connsiteX1595" fmla="*/ 4153051 w 12184003"/>
                <a:gd name="connsiteY1595" fmla="*/ 4028901 h 6857801"/>
                <a:gd name="connsiteX1596" fmla="*/ 4146375 w 12184003"/>
                <a:gd name="connsiteY1596" fmla="*/ 4012584 h 6857801"/>
                <a:gd name="connsiteX1597" fmla="*/ 4156229 w 12184003"/>
                <a:gd name="connsiteY1597" fmla="*/ 3988496 h 6857801"/>
                <a:gd name="connsiteX1598" fmla="*/ 4204412 w 12184003"/>
                <a:gd name="connsiteY1598" fmla="*/ 3988496 h 6857801"/>
                <a:gd name="connsiteX1599" fmla="*/ 4204412 w 12184003"/>
                <a:gd name="connsiteY1599" fmla="*/ 4036672 h 6857801"/>
                <a:gd name="connsiteX1600" fmla="*/ 4180322 w 12184003"/>
                <a:gd name="connsiteY1600" fmla="*/ 4046526 h 6857801"/>
                <a:gd name="connsiteX1601" fmla="*/ 4164116 w 12184003"/>
                <a:gd name="connsiteY1601" fmla="*/ 4039897 h 6857801"/>
                <a:gd name="connsiteX1602" fmla="*/ 4056306 w 12184003"/>
                <a:gd name="connsiteY1602" fmla="*/ 4148352 h 6857801"/>
                <a:gd name="connsiteX1603" fmla="*/ 4143088 w 12184003"/>
                <a:gd name="connsiteY1603" fmla="*/ 4148352 h 6857801"/>
                <a:gd name="connsiteX1604" fmla="*/ 4262507 w 12184003"/>
                <a:gd name="connsiteY1604" fmla="*/ 4028891 h 6857801"/>
                <a:gd name="connsiteX1605" fmla="*/ 4260574 w 12184003"/>
                <a:gd name="connsiteY1605" fmla="*/ 4025860 h 6857801"/>
                <a:gd name="connsiteX1606" fmla="*/ 4274436 w 12184003"/>
                <a:gd name="connsiteY1606" fmla="*/ 3955649 h 6857801"/>
                <a:gd name="connsiteX1607" fmla="*/ 4299982 w 12184003"/>
                <a:gd name="connsiteY1607" fmla="*/ 3944700 h 6857801"/>
                <a:gd name="connsiteX1608" fmla="*/ 8573544 w 12184003"/>
                <a:gd name="connsiteY1608" fmla="*/ 3927181 h 6857801"/>
                <a:gd name="connsiteX1609" fmla="*/ 8658412 w 12184003"/>
                <a:gd name="connsiteY1609" fmla="*/ 4012583 h 6857801"/>
                <a:gd name="connsiteX1610" fmla="*/ 8896380 w 12184003"/>
                <a:gd name="connsiteY1610" fmla="*/ 4012583 h 6857801"/>
                <a:gd name="connsiteX1611" fmla="*/ 8810415 w 12184003"/>
                <a:gd name="connsiteY1611" fmla="*/ 3927181 h 6857801"/>
                <a:gd name="connsiteX1612" fmla="*/ 8540686 w 12184003"/>
                <a:gd name="connsiteY1612" fmla="*/ 3927181 h 6857801"/>
                <a:gd name="connsiteX1613" fmla="*/ 8762488 w 12184003"/>
                <a:gd name="connsiteY1613" fmla="*/ 4148352 h 6857801"/>
                <a:gd name="connsiteX1614" fmla="*/ 8846735 w 12184003"/>
                <a:gd name="connsiteY1614" fmla="*/ 4148352 h 6857801"/>
                <a:gd name="connsiteX1615" fmla="*/ 8939583 w 12184003"/>
                <a:gd name="connsiteY1615" fmla="*/ 4055504 h 6857801"/>
                <a:gd name="connsiteX1616" fmla="*/ 8918422 w 12184003"/>
                <a:gd name="connsiteY1616" fmla="*/ 4034482 h 6857801"/>
                <a:gd name="connsiteX1617" fmla="*/ 8649653 w 12184003"/>
                <a:gd name="connsiteY1617" fmla="*/ 4034482 h 6857801"/>
                <a:gd name="connsiteX1618" fmla="*/ 8542352 w 12184003"/>
                <a:gd name="connsiteY1618" fmla="*/ 3927181 h 6857801"/>
                <a:gd name="connsiteX1619" fmla="*/ 8154757 w 12184003"/>
                <a:gd name="connsiteY1619" fmla="*/ 3927181 h 6857801"/>
                <a:gd name="connsiteX1620" fmla="*/ 8154757 w 12184003"/>
                <a:gd name="connsiteY1620" fmla="*/ 4038861 h 6857801"/>
                <a:gd name="connsiteX1621" fmla="*/ 8264248 w 12184003"/>
                <a:gd name="connsiteY1621" fmla="*/ 4148352 h 6857801"/>
                <a:gd name="connsiteX1622" fmla="*/ 8310460 w 12184003"/>
                <a:gd name="connsiteY1622" fmla="*/ 4148352 h 6857801"/>
                <a:gd name="connsiteX1623" fmla="*/ 8303664 w 12184003"/>
                <a:gd name="connsiteY1623" fmla="*/ 4131927 h 6857801"/>
                <a:gd name="connsiteX1624" fmla="*/ 8316803 w 12184003"/>
                <a:gd name="connsiteY1624" fmla="*/ 4100176 h 6857801"/>
                <a:gd name="connsiteX1625" fmla="*/ 8380307 w 12184003"/>
                <a:gd name="connsiteY1625" fmla="*/ 4100176 h 6857801"/>
                <a:gd name="connsiteX1626" fmla="*/ 8393446 w 12184003"/>
                <a:gd name="connsiteY1626" fmla="*/ 4132201 h 6857801"/>
                <a:gd name="connsiteX1627" fmla="*/ 8390141 w 12184003"/>
                <a:gd name="connsiteY1627" fmla="*/ 4140668 h 6857801"/>
                <a:gd name="connsiteX1628" fmla="*/ 8397826 w 12184003"/>
                <a:gd name="connsiteY1628" fmla="*/ 4148352 h 6857801"/>
                <a:gd name="connsiteX1629" fmla="*/ 8738329 w 12184003"/>
                <a:gd name="connsiteY1629" fmla="*/ 4148352 h 6857801"/>
                <a:gd name="connsiteX1630" fmla="*/ 8517786 w 12184003"/>
                <a:gd name="connsiteY1630" fmla="*/ 3927181 h 6857801"/>
                <a:gd name="connsiteX1631" fmla="*/ 8108619 w 12184003"/>
                <a:gd name="connsiteY1631" fmla="*/ 3927181 h 6857801"/>
                <a:gd name="connsiteX1632" fmla="*/ 8103296 w 12184003"/>
                <a:gd name="connsiteY1632" fmla="*/ 3940047 h 6857801"/>
                <a:gd name="connsiteX1633" fmla="*/ 8083382 w 12184003"/>
                <a:gd name="connsiteY1633" fmla="*/ 3947870 h 6857801"/>
                <a:gd name="connsiteX1634" fmla="*/ 8077675 w 12184003"/>
                <a:gd name="connsiteY1634" fmla="*/ 3961780 h 6857801"/>
                <a:gd name="connsiteX1635" fmla="*/ 8130668 w 12184003"/>
                <a:gd name="connsiteY1635" fmla="*/ 4014772 h 6857801"/>
                <a:gd name="connsiteX1636" fmla="*/ 8130668 w 12184003"/>
                <a:gd name="connsiteY1636" fmla="*/ 3935940 h 6857801"/>
                <a:gd name="connsiteX1637" fmla="*/ 8121948 w 12184003"/>
                <a:gd name="connsiteY1637" fmla="*/ 3927181 h 6857801"/>
                <a:gd name="connsiteX1638" fmla="*/ 3983232 w 12184003"/>
                <a:gd name="connsiteY1638" fmla="*/ 3927181 h 6857801"/>
                <a:gd name="connsiteX1639" fmla="*/ 3974470 w 12184003"/>
                <a:gd name="connsiteY1639" fmla="*/ 3935940 h 6857801"/>
                <a:gd name="connsiteX1640" fmla="*/ 3974470 w 12184003"/>
                <a:gd name="connsiteY1640" fmla="*/ 4093614 h 6857801"/>
                <a:gd name="connsiteX1641" fmla="*/ 4106301 w 12184003"/>
                <a:gd name="connsiteY1641" fmla="*/ 3961780 h 6857801"/>
                <a:gd name="connsiteX1642" fmla="*/ 4100174 w 12184003"/>
                <a:gd name="connsiteY1642" fmla="*/ 3946844 h 6857801"/>
                <a:gd name="connsiteX1643" fmla="*/ 4082871 w 12184003"/>
                <a:gd name="connsiteY1643" fmla="*/ 3940047 h 6857801"/>
                <a:gd name="connsiteX1644" fmla="*/ 4077545 w 12184003"/>
                <a:gd name="connsiteY1644" fmla="*/ 3927181 h 6857801"/>
                <a:gd name="connsiteX1645" fmla="*/ 3666208 w 12184003"/>
                <a:gd name="connsiteY1645" fmla="*/ 3927181 h 6857801"/>
                <a:gd name="connsiteX1646" fmla="*/ 3445676 w 12184003"/>
                <a:gd name="connsiteY1646" fmla="*/ 4148352 h 6857801"/>
                <a:gd name="connsiteX1647" fmla="*/ 3709507 w 12184003"/>
                <a:gd name="connsiteY1647" fmla="*/ 4148352 h 6857801"/>
                <a:gd name="connsiteX1648" fmla="*/ 3715616 w 12184003"/>
                <a:gd name="connsiteY1648" fmla="*/ 4142244 h 6857801"/>
                <a:gd name="connsiteX1649" fmla="*/ 3711696 w 12184003"/>
                <a:gd name="connsiteY1649" fmla="*/ 4132201 h 6857801"/>
                <a:gd name="connsiteX1650" fmla="*/ 3724837 w 12184003"/>
                <a:gd name="connsiteY1650" fmla="*/ 4100176 h 6857801"/>
                <a:gd name="connsiteX1651" fmla="*/ 3788346 w 12184003"/>
                <a:gd name="connsiteY1651" fmla="*/ 4100176 h 6857801"/>
                <a:gd name="connsiteX1652" fmla="*/ 3801482 w 12184003"/>
                <a:gd name="connsiteY1652" fmla="*/ 4131927 h 6857801"/>
                <a:gd name="connsiteX1653" fmla="*/ 3794686 w 12184003"/>
                <a:gd name="connsiteY1653" fmla="*/ 4148352 h 6857801"/>
                <a:gd name="connsiteX1654" fmla="*/ 3919741 w 12184003"/>
                <a:gd name="connsiteY1654" fmla="*/ 4148352 h 6857801"/>
                <a:gd name="connsiteX1655" fmla="*/ 3952573 w 12184003"/>
                <a:gd name="connsiteY1655" fmla="*/ 4115514 h 6857801"/>
                <a:gd name="connsiteX1656" fmla="*/ 3952573 w 12184003"/>
                <a:gd name="connsiteY1656" fmla="*/ 3927181 h 6857801"/>
                <a:gd name="connsiteX1657" fmla="*/ 3641636 w 12184003"/>
                <a:gd name="connsiteY1657" fmla="*/ 3927181 h 6857801"/>
                <a:gd name="connsiteX1658" fmla="*/ 3534347 w 12184003"/>
                <a:gd name="connsiteY1658" fmla="*/ 4034482 h 6857801"/>
                <a:gd name="connsiteX1659" fmla="*/ 3223406 w 12184003"/>
                <a:gd name="connsiteY1659" fmla="*/ 4034482 h 6857801"/>
                <a:gd name="connsiteX1660" fmla="*/ 3337275 w 12184003"/>
                <a:gd name="connsiteY1660" fmla="*/ 4148352 h 6857801"/>
                <a:gd name="connsiteX1661" fmla="*/ 3421517 w 12184003"/>
                <a:gd name="connsiteY1661" fmla="*/ 4148352 h 6857801"/>
                <a:gd name="connsiteX1662" fmla="*/ 3643300 w 12184003"/>
                <a:gd name="connsiteY1662" fmla="*/ 3927181 h 6857801"/>
                <a:gd name="connsiteX1663" fmla="*/ 3295647 w 12184003"/>
                <a:gd name="connsiteY1663" fmla="*/ 3927181 h 6857801"/>
                <a:gd name="connsiteX1664" fmla="*/ 3210243 w 12184003"/>
                <a:gd name="connsiteY1664" fmla="*/ 4012583 h 6857801"/>
                <a:gd name="connsiteX1665" fmla="*/ 3525597 w 12184003"/>
                <a:gd name="connsiteY1665" fmla="*/ 4012583 h 6857801"/>
                <a:gd name="connsiteX1666" fmla="*/ 3610460 w 12184003"/>
                <a:gd name="connsiteY1666" fmla="*/ 3927181 h 6857801"/>
                <a:gd name="connsiteX1667" fmla="*/ 9064208 w 12184003"/>
                <a:gd name="connsiteY1667" fmla="*/ 3826449 h 6857801"/>
                <a:gd name="connsiteX1668" fmla="*/ 8962795 w 12184003"/>
                <a:gd name="connsiteY1668" fmla="*/ 3927181 h 6857801"/>
                <a:gd name="connsiteX1669" fmla="*/ 8842355 w 12184003"/>
                <a:gd name="connsiteY1669" fmla="*/ 3927181 h 6857801"/>
                <a:gd name="connsiteX1670" fmla="*/ 8927757 w 12184003"/>
                <a:gd name="connsiteY1670" fmla="*/ 4012583 h 6857801"/>
                <a:gd name="connsiteX1671" fmla="*/ 8982505 w 12184003"/>
                <a:gd name="connsiteY1671" fmla="*/ 4012583 h 6857801"/>
                <a:gd name="connsiteX1672" fmla="*/ 9168637 w 12184003"/>
                <a:gd name="connsiteY1672" fmla="*/ 3826449 h 6857801"/>
                <a:gd name="connsiteX1673" fmla="*/ 3142375 w 12184003"/>
                <a:gd name="connsiteY1673" fmla="*/ 3826449 h 6857801"/>
                <a:gd name="connsiteX1674" fmla="*/ 3227779 w 12184003"/>
                <a:gd name="connsiteY1674" fmla="*/ 3911852 h 6857801"/>
                <a:gd name="connsiteX1675" fmla="*/ 3278128 w 12184003"/>
                <a:gd name="connsiteY1675" fmla="*/ 3911852 h 6857801"/>
                <a:gd name="connsiteX1676" fmla="*/ 3363531 w 12184003"/>
                <a:gd name="connsiteY1676" fmla="*/ 3826449 h 6857801"/>
                <a:gd name="connsiteX1677" fmla="*/ 3015369 w 12184003"/>
                <a:gd name="connsiteY1677" fmla="*/ 3826449 h 6857801"/>
                <a:gd name="connsiteX1678" fmla="*/ 3189452 w 12184003"/>
                <a:gd name="connsiteY1678" fmla="*/ 4000530 h 6857801"/>
                <a:gd name="connsiteX1679" fmla="*/ 3262800 w 12184003"/>
                <a:gd name="connsiteY1679" fmla="*/ 3927181 h 6857801"/>
                <a:gd name="connsiteX1680" fmla="*/ 3221209 w 12184003"/>
                <a:gd name="connsiteY1680" fmla="*/ 3927181 h 6857801"/>
                <a:gd name="connsiteX1681" fmla="*/ 3119796 w 12184003"/>
                <a:gd name="connsiteY1681" fmla="*/ 3826449 h 6857801"/>
                <a:gd name="connsiteX1682" fmla="*/ 3796315 w 12184003"/>
                <a:gd name="connsiteY1682" fmla="*/ 3772509 h 6857801"/>
                <a:gd name="connsiteX1683" fmla="*/ 3656973 w 12184003"/>
                <a:gd name="connsiteY1683" fmla="*/ 3911852 h 6857801"/>
                <a:gd name="connsiteX1684" fmla="*/ 3658678 w 12184003"/>
                <a:gd name="connsiteY1684" fmla="*/ 3911852 h 6857801"/>
                <a:gd name="connsiteX1685" fmla="*/ 3796931 w 12184003"/>
                <a:gd name="connsiteY1685" fmla="*/ 3773992 h 6857801"/>
                <a:gd name="connsiteX1686" fmla="*/ 8387678 w 12184003"/>
                <a:gd name="connsiteY1686" fmla="*/ 3772506 h 6857801"/>
                <a:gd name="connsiteX1687" fmla="*/ 8387063 w 12184003"/>
                <a:gd name="connsiteY1687" fmla="*/ 3773992 h 6857801"/>
                <a:gd name="connsiteX1688" fmla="*/ 8525315 w 12184003"/>
                <a:gd name="connsiteY1688" fmla="*/ 3911852 h 6857801"/>
                <a:gd name="connsiteX1689" fmla="*/ 8527024 w 12184003"/>
                <a:gd name="connsiteY1689" fmla="*/ 3911852 h 6857801"/>
                <a:gd name="connsiteX1690" fmla="*/ 7986141 w 12184003"/>
                <a:gd name="connsiteY1690" fmla="*/ 3758565 h 6857801"/>
                <a:gd name="connsiteX1691" fmla="*/ 8139428 w 12184003"/>
                <a:gd name="connsiteY1691" fmla="*/ 3911852 h 6857801"/>
                <a:gd name="connsiteX1692" fmla="*/ 8502501 w 12184003"/>
                <a:gd name="connsiteY1692" fmla="*/ 3911852 h 6857801"/>
                <a:gd name="connsiteX1693" fmla="*/ 8376267 w 12184003"/>
                <a:gd name="connsiteY1693" fmla="*/ 3785257 h 6857801"/>
                <a:gd name="connsiteX1694" fmla="*/ 8360599 w 12184003"/>
                <a:gd name="connsiteY1694" fmla="*/ 3791412 h 6857801"/>
                <a:gd name="connsiteX1695" fmla="*/ 8325562 w 12184003"/>
                <a:gd name="connsiteY1695" fmla="*/ 3758566 h 6857801"/>
                <a:gd name="connsiteX1696" fmla="*/ 8325563 w 12184003"/>
                <a:gd name="connsiteY1696" fmla="*/ 3758565 h 6857801"/>
                <a:gd name="connsiteX1697" fmla="*/ 7313871 w 12184003"/>
                <a:gd name="connsiteY1697" fmla="*/ 3758565 h 6857801"/>
                <a:gd name="connsiteX1698" fmla="*/ 7172847 w 12184003"/>
                <a:gd name="connsiteY1698" fmla="*/ 3899589 h 6857801"/>
                <a:gd name="connsiteX1699" fmla="*/ 7178102 w 12184003"/>
                <a:gd name="connsiteY1699" fmla="*/ 3911852 h 6857801"/>
                <a:gd name="connsiteX1700" fmla="*/ 7174478 w 12184003"/>
                <a:gd name="connsiteY1700" fmla="*/ 3920611 h 6857801"/>
                <a:gd name="connsiteX1701" fmla="*/ 8002345 w 12184003"/>
                <a:gd name="connsiteY1701" fmla="*/ 3920611 h 6857801"/>
                <a:gd name="connsiteX1702" fmla="*/ 8005849 w 12184003"/>
                <a:gd name="connsiteY1702" fmla="*/ 3911852 h 6857801"/>
                <a:gd name="connsiteX1703" fmla="*/ 8038696 w 12184003"/>
                <a:gd name="connsiteY1703" fmla="*/ 3898713 h 6857801"/>
                <a:gd name="connsiteX1704" fmla="*/ 8052531 w 12184003"/>
                <a:gd name="connsiteY1704" fmla="*/ 3904390 h 6857801"/>
                <a:gd name="connsiteX1705" fmla="*/ 8057310 w 12184003"/>
                <a:gd name="connsiteY1705" fmla="*/ 3893239 h 6857801"/>
                <a:gd name="connsiteX1706" fmla="*/ 8078931 w 12184003"/>
                <a:gd name="connsiteY1706" fmla="*/ 3883973 h 6857801"/>
                <a:gd name="connsiteX1707" fmla="*/ 7954075 w 12184003"/>
                <a:gd name="connsiteY1707" fmla="*/ 3758565 h 6857801"/>
                <a:gd name="connsiteX1708" fmla="*/ 4151850 w 12184003"/>
                <a:gd name="connsiteY1708" fmla="*/ 3758565 h 6857801"/>
                <a:gd name="connsiteX1709" fmla="*/ 3998561 w 12184003"/>
                <a:gd name="connsiteY1709" fmla="*/ 3911852 h 6857801"/>
                <a:gd name="connsiteX1710" fmla="*/ 4074893 w 12184003"/>
                <a:gd name="connsiteY1710" fmla="*/ 3911852 h 6857801"/>
                <a:gd name="connsiteX1711" fmla="*/ 4082871 w 12184003"/>
                <a:gd name="connsiteY1711" fmla="*/ 3893239 h 6857801"/>
                <a:gd name="connsiteX1712" fmla="*/ 4105864 w 12184003"/>
                <a:gd name="connsiteY1712" fmla="*/ 3883385 h 6857801"/>
                <a:gd name="connsiteX1713" fmla="*/ 4128853 w 12184003"/>
                <a:gd name="connsiteY1713" fmla="*/ 3893239 h 6857801"/>
                <a:gd name="connsiteX1714" fmla="*/ 4133305 w 12184003"/>
                <a:gd name="connsiteY1714" fmla="*/ 3903625 h 6857801"/>
                <a:gd name="connsiteX1715" fmla="*/ 4145280 w 12184003"/>
                <a:gd name="connsiteY1715" fmla="*/ 3898713 h 6857801"/>
                <a:gd name="connsiteX1716" fmla="*/ 4178130 w 12184003"/>
                <a:gd name="connsiteY1716" fmla="*/ 3911852 h 6857801"/>
                <a:gd name="connsiteX1717" fmla="*/ 4181634 w 12184003"/>
                <a:gd name="connsiteY1717" fmla="*/ 3920611 h 6857801"/>
                <a:gd name="connsiteX1718" fmla="*/ 5009464 w 12184003"/>
                <a:gd name="connsiteY1718" fmla="*/ 3920611 h 6857801"/>
                <a:gd name="connsiteX1719" fmla="*/ 5005840 w 12184003"/>
                <a:gd name="connsiteY1719" fmla="*/ 3911852 h 6857801"/>
                <a:gd name="connsiteX1720" fmla="*/ 5011098 w 12184003"/>
                <a:gd name="connsiteY1720" fmla="*/ 3899589 h 6857801"/>
                <a:gd name="connsiteX1721" fmla="*/ 4870054 w 12184003"/>
                <a:gd name="connsiteY1721" fmla="*/ 3758565 h 6857801"/>
                <a:gd name="connsiteX1722" fmla="*/ 3858427 w 12184003"/>
                <a:gd name="connsiteY1722" fmla="*/ 3758565 h 6857801"/>
                <a:gd name="connsiteX1723" fmla="*/ 3858427 w 12184003"/>
                <a:gd name="connsiteY1723" fmla="*/ 3758566 h 6857801"/>
                <a:gd name="connsiteX1724" fmla="*/ 3823396 w 12184003"/>
                <a:gd name="connsiteY1724" fmla="*/ 3791412 h 6857801"/>
                <a:gd name="connsiteX1725" fmla="*/ 3807727 w 12184003"/>
                <a:gd name="connsiteY1725" fmla="*/ 3785258 h 6857801"/>
                <a:gd name="connsiteX1726" fmla="*/ 3681490 w 12184003"/>
                <a:gd name="connsiteY1726" fmla="*/ 3911852 h 6857801"/>
                <a:gd name="connsiteX1727" fmla="*/ 3967836 w 12184003"/>
                <a:gd name="connsiteY1727" fmla="*/ 3911852 h 6857801"/>
                <a:gd name="connsiteX1728" fmla="*/ 4120457 w 12184003"/>
                <a:gd name="connsiteY1728" fmla="*/ 3758565 h 6857801"/>
                <a:gd name="connsiteX1729" fmla="*/ 10224125 w 12184003"/>
                <a:gd name="connsiteY1729" fmla="*/ 3732288 h 6857801"/>
                <a:gd name="connsiteX1730" fmla="*/ 10254782 w 12184003"/>
                <a:gd name="connsiteY1730" fmla="*/ 3762945 h 6857801"/>
                <a:gd name="connsiteX1731" fmla="*/ 10364273 w 12184003"/>
                <a:gd name="connsiteY1731" fmla="*/ 3762945 h 6857801"/>
                <a:gd name="connsiteX1732" fmla="*/ 10374127 w 12184003"/>
                <a:gd name="connsiteY1732" fmla="*/ 3739952 h 6857801"/>
                <a:gd name="connsiteX1733" fmla="*/ 10392011 w 12184003"/>
                <a:gd name="connsiteY1733" fmla="*/ 3732288 h 6857801"/>
                <a:gd name="connsiteX1734" fmla="*/ 10103908 w 12184003"/>
                <a:gd name="connsiteY1734" fmla="*/ 3732288 h 6857801"/>
                <a:gd name="connsiteX1735" fmla="*/ 10134343 w 12184003"/>
                <a:gd name="connsiteY1735" fmla="*/ 3762945 h 6857801"/>
                <a:gd name="connsiteX1736" fmla="*/ 10223053 w 12184003"/>
                <a:gd name="connsiteY1736" fmla="*/ 3762945 h 6857801"/>
                <a:gd name="connsiteX1737" fmla="*/ 10192562 w 12184003"/>
                <a:gd name="connsiteY1737" fmla="*/ 3732288 h 6857801"/>
                <a:gd name="connsiteX1738" fmla="*/ 1992722 w 12184003"/>
                <a:gd name="connsiteY1738" fmla="*/ 3732288 h 6857801"/>
                <a:gd name="connsiteX1739" fmla="*/ 1962062 w 12184003"/>
                <a:gd name="connsiteY1739" fmla="*/ 3762945 h 6857801"/>
                <a:gd name="connsiteX1740" fmla="*/ 2049649 w 12184003"/>
                <a:gd name="connsiteY1740" fmla="*/ 3762945 h 6857801"/>
                <a:gd name="connsiteX1741" fmla="*/ 2080085 w 12184003"/>
                <a:gd name="connsiteY1741" fmla="*/ 3732288 h 6857801"/>
                <a:gd name="connsiteX1742" fmla="*/ 1791979 w 12184003"/>
                <a:gd name="connsiteY1742" fmla="*/ 3732288 h 6857801"/>
                <a:gd name="connsiteX1743" fmla="*/ 1809862 w 12184003"/>
                <a:gd name="connsiteY1743" fmla="*/ 3739952 h 6857801"/>
                <a:gd name="connsiteX1744" fmla="*/ 1819715 w 12184003"/>
                <a:gd name="connsiteY1744" fmla="*/ 3762945 h 6857801"/>
                <a:gd name="connsiteX1745" fmla="*/ 1929214 w 12184003"/>
                <a:gd name="connsiteY1745" fmla="*/ 3762945 h 6857801"/>
                <a:gd name="connsiteX1746" fmla="*/ 1959871 w 12184003"/>
                <a:gd name="connsiteY1746" fmla="*/ 3732288 h 6857801"/>
                <a:gd name="connsiteX1747" fmla="*/ 7995339 w 12184003"/>
                <a:gd name="connsiteY1747" fmla="*/ 3686302 h 6857801"/>
                <a:gd name="connsiteX1748" fmla="*/ 7988331 w 12184003"/>
                <a:gd name="connsiteY1748" fmla="*/ 3703820 h 6857801"/>
                <a:gd name="connsiteX1749" fmla="*/ 7955484 w 12184003"/>
                <a:gd name="connsiteY1749" fmla="*/ 3716959 h 6857801"/>
                <a:gd name="connsiteX1750" fmla="*/ 7937235 w 12184003"/>
                <a:gd name="connsiteY1750" fmla="*/ 3709659 h 6857801"/>
                <a:gd name="connsiteX1751" fmla="*/ 7970812 w 12184003"/>
                <a:gd name="connsiteY1751" fmla="*/ 3743237 h 6857801"/>
                <a:gd name="connsiteX1752" fmla="*/ 8332315 w 12184003"/>
                <a:gd name="connsiteY1752" fmla="*/ 3743237 h 6857801"/>
                <a:gd name="connsiteX1753" fmla="*/ 8335689 w 12184003"/>
                <a:gd name="connsiteY1753" fmla="*/ 3735572 h 6857801"/>
                <a:gd name="connsiteX1754" fmla="*/ 8346477 w 12184003"/>
                <a:gd name="connsiteY1754" fmla="*/ 3731305 h 6857801"/>
                <a:gd name="connsiteX1755" fmla="*/ 8301473 w 12184003"/>
                <a:gd name="connsiteY1755" fmla="*/ 3686302 h 6857801"/>
                <a:gd name="connsiteX1756" fmla="*/ 3882512 w 12184003"/>
                <a:gd name="connsiteY1756" fmla="*/ 3686302 h 6857801"/>
                <a:gd name="connsiteX1757" fmla="*/ 3837519 w 12184003"/>
                <a:gd name="connsiteY1757" fmla="*/ 3731306 h 6857801"/>
                <a:gd name="connsiteX1758" fmla="*/ 3848302 w 12184003"/>
                <a:gd name="connsiteY1758" fmla="*/ 3735572 h 6857801"/>
                <a:gd name="connsiteX1759" fmla="*/ 3851677 w 12184003"/>
                <a:gd name="connsiteY1759" fmla="*/ 3743237 h 6857801"/>
                <a:gd name="connsiteX1760" fmla="*/ 4135719 w 12184003"/>
                <a:gd name="connsiteY1760" fmla="*/ 3743237 h 6857801"/>
                <a:gd name="connsiteX1761" fmla="*/ 4189723 w 12184003"/>
                <a:gd name="connsiteY1761" fmla="*/ 3689003 h 6857801"/>
                <a:gd name="connsiteX1762" fmla="*/ 4188642 w 12184003"/>
                <a:gd name="connsiteY1762" fmla="*/ 3686302 h 6857801"/>
                <a:gd name="connsiteX1763" fmla="*/ 9975645 w 12184003"/>
                <a:gd name="connsiteY1763" fmla="*/ 3603089 h 6857801"/>
                <a:gd name="connsiteX1764" fmla="*/ 10079994 w 12184003"/>
                <a:gd name="connsiteY1764" fmla="*/ 3708200 h 6857801"/>
                <a:gd name="connsiteX1765" fmla="*/ 10168602 w 12184003"/>
                <a:gd name="connsiteY1765" fmla="*/ 3708200 h 6857801"/>
                <a:gd name="connsiteX1766" fmla="*/ 10064057 w 12184003"/>
                <a:gd name="connsiteY1766" fmla="*/ 3603089 h 6857801"/>
                <a:gd name="connsiteX1767" fmla="*/ 9315980 w 12184003"/>
                <a:gd name="connsiteY1767" fmla="*/ 3603089 h 6857801"/>
                <a:gd name="connsiteX1768" fmla="*/ 9309881 w 12184003"/>
                <a:gd name="connsiteY1768" fmla="*/ 3617323 h 6857801"/>
                <a:gd name="connsiteX1769" fmla="*/ 9286887 w 12184003"/>
                <a:gd name="connsiteY1769" fmla="*/ 3627177 h 6857801"/>
                <a:gd name="connsiteX1770" fmla="*/ 9271387 w 12184003"/>
                <a:gd name="connsiteY1770" fmla="*/ 3620660 h 6857801"/>
                <a:gd name="connsiteX1771" fmla="*/ 9081844 w 12184003"/>
                <a:gd name="connsiteY1771" fmla="*/ 3808930 h 6857801"/>
                <a:gd name="connsiteX1772" fmla="*/ 9186156 w 12184003"/>
                <a:gd name="connsiteY1772" fmla="*/ 3808930 h 6857801"/>
                <a:gd name="connsiteX1773" fmla="*/ 9253414 w 12184003"/>
                <a:gd name="connsiteY1773" fmla="*/ 3741673 h 6857801"/>
                <a:gd name="connsiteX1774" fmla="*/ 9245281 w 12184003"/>
                <a:gd name="connsiteY1774" fmla="*/ 3721340 h 6857801"/>
                <a:gd name="connsiteX1775" fmla="*/ 9291266 w 12184003"/>
                <a:gd name="connsiteY1775" fmla="*/ 3675353 h 6857801"/>
                <a:gd name="connsiteX1776" fmla="*/ 9324113 w 12184003"/>
                <a:gd name="connsiteY1776" fmla="*/ 3688492 h 6857801"/>
                <a:gd name="connsiteX1777" fmla="*/ 9331996 w 12184003"/>
                <a:gd name="connsiteY1777" fmla="*/ 3708200 h 6857801"/>
                <a:gd name="connsiteX1778" fmla="*/ 10057700 w 12184003"/>
                <a:gd name="connsiteY1778" fmla="*/ 3708200 h 6857801"/>
                <a:gd name="connsiteX1779" fmla="*/ 9952590 w 12184003"/>
                <a:gd name="connsiteY1779" fmla="*/ 3603089 h 6857801"/>
                <a:gd name="connsiteX1780" fmla="*/ 2232685 w 12184003"/>
                <a:gd name="connsiteY1780" fmla="*/ 3603089 h 6857801"/>
                <a:gd name="connsiteX1781" fmla="*/ 2126806 w 12184003"/>
                <a:gd name="connsiteY1781" fmla="*/ 3708200 h 6857801"/>
                <a:gd name="connsiteX1782" fmla="*/ 2852008 w 12184003"/>
                <a:gd name="connsiteY1782" fmla="*/ 3708200 h 6857801"/>
                <a:gd name="connsiteX1783" fmla="*/ 2859891 w 12184003"/>
                <a:gd name="connsiteY1783" fmla="*/ 3688492 h 6857801"/>
                <a:gd name="connsiteX1784" fmla="*/ 2892740 w 12184003"/>
                <a:gd name="connsiteY1784" fmla="*/ 3675353 h 6857801"/>
                <a:gd name="connsiteX1785" fmla="*/ 2938720 w 12184003"/>
                <a:gd name="connsiteY1785" fmla="*/ 3721340 h 6857801"/>
                <a:gd name="connsiteX1786" fmla="*/ 2930591 w 12184003"/>
                <a:gd name="connsiteY1786" fmla="*/ 3741672 h 6857801"/>
                <a:gd name="connsiteX1787" fmla="*/ 2997851 w 12184003"/>
                <a:gd name="connsiteY1787" fmla="*/ 3808930 h 6857801"/>
                <a:gd name="connsiteX1788" fmla="*/ 3102157 w 12184003"/>
                <a:gd name="connsiteY1788" fmla="*/ 3808930 h 6857801"/>
                <a:gd name="connsiteX1789" fmla="*/ 2912618 w 12184003"/>
                <a:gd name="connsiteY1789" fmla="*/ 3620660 h 6857801"/>
                <a:gd name="connsiteX1790" fmla="*/ 2897114 w 12184003"/>
                <a:gd name="connsiteY1790" fmla="*/ 3627177 h 6857801"/>
                <a:gd name="connsiteX1791" fmla="*/ 2874122 w 12184003"/>
                <a:gd name="connsiteY1791" fmla="*/ 3617323 h 6857801"/>
                <a:gd name="connsiteX1792" fmla="*/ 2868020 w 12184003"/>
                <a:gd name="connsiteY1792" fmla="*/ 3603089 h 6857801"/>
                <a:gd name="connsiteX1793" fmla="*/ 2121922 w 12184003"/>
                <a:gd name="connsiteY1793" fmla="*/ 3603089 h 6857801"/>
                <a:gd name="connsiteX1794" fmla="*/ 2016808 w 12184003"/>
                <a:gd name="connsiteY1794" fmla="*/ 3708200 h 6857801"/>
                <a:gd name="connsiteX1795" fmla="*/ 2103995 w 12184003"/>
                <a:gd name="connsiteY1795" fmla="*/ 3708200 h 6857801"/>
                <a:gd name="connsiteX1796" fmla="*/ 2208348 w 12184003"/>
                <a:gd name="connsiteY1796" fmla="*/ 3603089 h 6857801"/>
                <a:gd name="connsiteX1797" fmla="*/ 2143507 w 12184003"/>
                <a:gd name="connsiteY1797" fmla="*/ 3581505 h 6857801"/>
                <a:gd name="connsiteX1798" fmla="*/ 2139440 w 12184003"/>
                <a:gd name="connsiteY1798" fmla="*/ 3585570 h 6857801"/>
                <a:gd name="connsiteX1799" fmla="*/ 2153672 w 12184003"/>
                <a:gd name="connsiteY1799" fmla="*/ 3585570 h 6857801"/>
                <a:gd name="connsiteX1800" fmla="*/ 10041992 w 12184003"/>
                <a:gd name="connsiteY1800" fmla="*/ 3580904 h 6857801"/>
                <a:gd name="connsiteX1801" fmla="*/ 10030328 w 12184003"/>
                <a:gd name="connsiteY1801" fmla="*/ 3585570 h 6857801"/>
                <a:gd name="connsiteX1802" fmla="*/ 10046632 w 12184003"/>
                <a:gd name="connsiteY1802" fmla="*/ 3585570 h 6857801"/>
                <a:gd name="connsiteX1803" fmla="*/ 9936514 w 12184003"/>
                <a:gd name="connsiteY1803" fmla="*/ 3563672 h 6857801"/>
                <a:gd name="connsiteX1804" fmla="*/ 9958253 w 12184003"/>
                <a:gd name="connsiteY1804" fmla="*/ 3585570 h 6857801"/>
                <a:gd name="connsiteX1805" fmla="*/ 9992236 w 12184003"/>
                <a:gd name="connsiteY1805" fmla="*/ 3585570 h 6857801"/>
                <a:gd name="connsiteX1806" fmla="*/ 9988767 w 12184003"/>
                <a:gd name="connsiteY1806" fmla="*/ 3584518 h 6857801"/>
                <a:gd name="connsiteX1807" fmla="*/ 9971715 w 12184003"/>
                <a:gd name="connsiteY1807" fmla="*/ 3564426 h 6857801"/>
                <a:gd name="connsiteX1808" fmla="*/ 9971559 w 12184003"/>
                <a:gd name="connsiteY1808" fmla="*/ 3563672 h 6857801"/>
                <a:gd name="connsiteX1809" fmla="*/ 2212435 w 12184003"/>
                <a:gd name="connsiteY1809" fmla="*/ 3563672 h 6857801"/>
                <a:gd name="connsiteX1810" fmla="*/ 2212279 w 12184003"/>
                <a:gd name="connsiteY1810" fmla="*/ 3564426 h 6857801"/>
                <a:gd name="connsiteX1811" fmla="*/ 2195230 w 12184003"/>
                <a:gd name="connsiteY1811" fmla="*/ 3584519 h 6857801"/>
                <a:gd name="connsiteX1812" fmla="*/ 2191761 w 12184003"/>
                <a:gd name="connsiteY1812" fmla="*/ 3585570 h 6857801"/>
                <a:gd name="connsiteX1813" fmla="*/ 2225742 w 12184003"/>
                <a:gd name="connsiteY1813" fmla="*/ 3585570 h 6857801"/>
                <a:gd name="connsiteX1814" fmla="*/ 2247479 w 12184003"/>
                <a:gd name="connsiteY1814" fmla="*/ 3563672 h 6857801"/>
                <a:gd name="connsiteX1815" fmla="*/ 9453432 w 12184003"/>
                <a:gd name="connsiteY1815" fmla="*/ 3478269 h 6857801"/>
                <a:gd name="connsiteX1816" fmla="*/ 9516816 w 12184003"/>
                <a:gd name="connsiteY1816" fmla="*/ 3541775 h 6857801"/>
                <a:gd name="connsiteX1817" fmla="*/ 9891275 w 12184003"/>
                <a:gd name="connsiteY1817" fmla="*/ 3541775 h 6857801"/>
                <a:gd name="connsiteX1818" fmla="*/ 9840067 w 12184003"/>
                <a:gd name="connsiteY1818" fmla="*/ 3490566 h 6857801"/>
                <a:gd name="connsiteX1819" fmla="*/ 9821200 w 12184003"/>
                <a:gd name="connsiteY1819" fmla="*/ 3497978 h 6857801"/>
                <a:gd name="connsiteX1820" fmla="*/ 9798207 w 12184003"/>
                <a:gd name="connsiteY1820" fmla="*/ 3488124 h 6857801"/>
                <a:gd name="connsiteX1821" fmla="*/ 9793984 w 12184003"/>
                <a:gd name="connsiteY1821" fmla="*/ 3478269 h 6857801"/>
                <a:gd name="connsiteX1822" fmla="*/ 2390013 w 12184003"/>
                <a:gd name="connsiteY1822" fmla="*/ 3478269 h 6857801"/>
                <a:gd name="connsiteX1823" fmla="*/ 2385791 w 12184003"/>
                <a:gd name="connsiteY1823" fmla="*/ 3488124 h 6857801"/>
                <a:gd name="connsiteX1824" fmla="*/ 2362797 w 12184003"/>
                <a:gd name="connsiteY1824" fmla="*/ 3497978 h 6857801"/>
                <a:gd name="connsiteX1825" fmla="*/ 2345436 w 12184003"/>
                <a:gd name="connsiteY1825" fmla="*/ 3491157 h 6857801"/>
                <a:gd name="connsiteX1826" fmla="*/ 2294447 w 12184003"/>
                <a:gd name="connsiteY1826" fmla="*/ 3541775 h 6857801"/>
                <a:gd name="connsiteX1827" fmla="*/ 2667190 w 12184003"/>
                <a:gd name="connsiteY1827" fmla="*/ 3541775 h 6857801"/>
                <a:gd name="connsiteX1828" fmla="*/ 2730576 w 12184003"/>
                <a:gd name="connsiteY1828" fmla="*/ 3478269 h 6857801"/>
                <a:gd name="connsiteX1829" fmla="*/ 7672990 w 12184003"/>
                <a:gd name="connsiteY1829" fmla="*/ 3476236 h 6857801"/>
                <a:gd name="connsiteX1830" fmla="*/ 7652197 w 12184003"/>
                <a:gd name="connsiteY1830" fmla="*/ 3484839 h 6857801"/>
                <a:gd name="connsiteX1831" fmla="*/ 7681554 w 12184003"/>
                <a:gd name="connsiteY1831" fmla="*/ 3484839 h 6857801"/>
                <a:gd name="connsiteX1832" fmla="*/ 7414558 w 12184003"/>
                <a:gd name="connsiteY1832" fmla="*/ 3472534 h 6857801"/>
                <a:gd name="connsiteX1833" fmla="*/ 7291971 w 12184003"/>
                <a:gd name="connsiteY1833" fmla="*/ 3594330 h 6857801"/>
                <a:gd name="connsiteX1834" fmla="*/ 6836379 w 12184003"/>
                <a:gd name="connsiteY1834" fmla="*/ 3594330 h 6857801"/>
                <a:gd name="connsiteX1835" fmla="*/ 6827732 w 12184003"/>
                <a:gd name="connsiteY1835" fmla="*/ 3615406 h 6857801"/>
                <a:gd name="connsiteX1836" fmla="*/ 6794886 w 12184003"/>
                <a:gd name="connsiteY1836" fmla="*/ 3629366 h 6857801"/>
                <a:gd name="connsiteX1837" fmla="*/ 6748900 w 12184003"/>
                <a:gd name="connsiteY1837" fmla="*/ 3583381 h 6857801"/>
                <a:gd name="connsiteX1838" fmla="*/ 6762039 w 12184003"/>
                <a:gd name="connsiteY1838" fmla="*/ 3550534 h 6857801"/>
                <a:gd name="connsiteX1839" fmla="*/ 6641600 w 12184003"/>
                <a:gd name="connsiteY1839" fmla="*/ 3670973 h 6857801"/>
                <a:gd name="connsiteX1840" fmla="*/ 6641600 w 12184003"/>
                <a:gd name="connsiteY1840" fmla="*/ 3920611 h 6857801"/>
                <a:gd name="connsiteX1841" fmla="*/ 6830644 w 12184003"/>
                <a:gd name="connsiteY1841" fmla="*/ 3920611 h 6857801"/>
                <a:gd name="connsiteX1842" fmla="*/ 6832659 w 12184003"/>
                <a:gd name="connsiteY1842" fmla="*/ 3910758 h 6857801"/>
                <a:gd name="connsiteX1843" fmla="*/ 6847441 w 12184003"/>
                <a:gd name="connsiteY1843" fmla="*/ 3889955 h 6857801"/>
                <a:gd name="connsiteX1844" fmla="*/ 6939412 w 12184003"/>
                <a:gd name="connsiteY1844" fmla="*/ 3889955 h 6857801"/>
                <a:gd name="connsiteX1845" fmla="*/ 6953270 w 12184003"/>
                <a:gd name="connsiteY1845" fmla="*/ 3910792 h 6857801"/>
                <a:gd name="connsiteX1846" fmla="*/ 6955301 w 12184003"/>
                <a:gd name="connsiteY1846" fmla="*/ 3920611 h 6857801"/>
                <a:gd name="connsiteX1847" fmla="*/ 7116163 w 12184003"/>
                <a:gd name="connsiteY1847" fmla="*/ 3920611 h 6857801"/>
                <a:gd name="connsiteX1848" fmla="*/ 7112408 w 12184003"/>
                <a:gd name="connsiteY1848" fmla="*/ 3911852 h 6857801"/>
                <a:gd name="connsiteX1849" fmla="*/ 7145255 w 12184003"/>
                <a:gd name="connsiteY1849" fmla="*/ 3879005 h 6857801"/>
                <a:gd name="connsiteX1850" fmla="*/ 7162117 w 12184003"/>
                <a:gd name="connsiteY1850" fmla="*/ 3886231 h 6857801"/>
                <a:gd name="connsiteX1851" fmla="*/ 7305111 w 12184003"/>
                <a:gd name="connsiteY1851" fmla="*/ 3743237 h 6857801"/>
                <a:gd name="connsiteX1852" fmla="*/ 7938814 w 12184003"/>
                <a:gd name="connsiteY1852" fmla="*/ 3743237 h 6857801"/>
                <a:gd name="connsiteX1853" fmla="*/ 7698997 w 12184003"/>
                <a:gd name="connsiteY1853" fmla="*/ 3502358 h 6857801"/>
                <a:gd name="connsiteX1854" fmla="*/ 7467952 w 12184003"/>
                <a:gd name="connsiteY1854" fmla="*/ 3502358 h 6857801"/>
                <a:gd name="connsiteX1855" fmla="*/ 7461682 w 12184003"/>
                <a:gd name="connsiteY1855" fmla="*/ 3517687 h 6857801"/>
                <a:gd name="connsiteX1856" fmla="*/ 7438689 w 12184003"/>
                <a:gd name="connsiteY1856" fmla="*/ 3528636 h 6857801"/>
                <a:gd name="connsiteX1857" fmla="*/ 7405842 w 12184003"/>
                <a:gd name="connsiteY1857" fmla="*/ 3493599 h 6857801"/>
                <a:gd name="connsiteX1858" fmla="*/ 4769374 w 12184003"/>
                <a:gd name="connsiteY1858" fmla="*/ 3472534 h 6857801"/>
                <a:gd name="connsiteX1859" fmla="*/ 4770311 w 12184003"/>
                <a:gd name="connsiteY1859" fmla="*/ 3474803 h 6857801"/>
                <a:gd name="connsiteX1860" fmla="*/ 4770703 w 12184003"/>
                <a:gd name="connsiteY1860" fmla="*/ 3473856 h 6857801"/>
                <a:gd name="connsiteX1861" fmla="*/ 9826734 w 12184003"/>
                <a:gd name="connsiteY1861" fmla="*/ 3434473 h 6857801"/>
                <a:gd name="connsiteX1862" fmla="*/ 9846109 w 12184003"/>
                <a:gd name="connsiteY1862" fmla="*/ 3442138 h 6857801"/>
                <a:gd name="connsiteX1863" fmla="*/ 9856237 w 12184003"/>
                <a:gd name="connsiteY1863" fmla="*/ 3465131 h 6857801"/>
                <a:gd name="connsiteX1864" fmla="*/ 9854047 w 12184003"/>
                <a:gd name="connsiteY1864" fmla="*/ 3465131 h 6857801"/>
                <a:gd name="connsiteX1865" fmla="*/ 9849528 w 12184003"/>
                <a:gd name="connsiteY1865" fmla="*/ 3476052 h 6857801"/>
                <a:gd name="connsiteX1866" fmla="*/ 9914775 w 12184003"/>
                <a:gd name="connsiteY1866" fmla="*/ 3541775 h 6857801"/>
                <a:gd name="connsiteX1867" fmla="*/ 9969670 w 12184003"/>
                <a:gd name="connsiteY1867" fmla="*/ 3541775 h 6857801"/>
                <a:gd name="connsiteX1868" fmla="*/ 9981056 w 12184003"/>
                <a:gd name="connsiteY1868" fmla="*/ 3513307 h 6857801"/>
                <a:gd name="connsiteX1869" fmla="*/ 10013903 w 12184003"/>
                <a:gd name="connsiteY1869" fmla="*/ 3500168 h 6857801"/>
                <a:gd name="connsiteX1870" fmla="*/ 10059889 w 12184003"/>
                <a:gd name="connsiteY1870" fmla="*/ 3546154 h 6857801"/>
                <a:gd name="connsiteX1871" fmla="*/ 10053633 w 12184003"/>
                <a:gd name="connsiteY1871" fmla="*/ 3561795 h 6857801"/>
                <a:gd name="connsiteX1872" fmla="*/ 10077407 w 12184003"/>
                <a:gd name="connsiteY1872" fmla="*/ 3585570 h 6857801"/>
                <a:gd name="connsiteX1873" fmla="*/ 10449675 w 12184003"/>
                <a:gd name="connsiteY1873" fmla="*/ 3585570 h 6857801"/>
                <a:gd name="connsiteX1874" fmla="*/ 10520844 w 12184003"/>
                <a:gd name="connsiteY1874" fmla="*/ 3514402 h 6857801"/>
                <a:gd name="connsiteX1875" fmla="*/ 10471573 w 12184003"/>
                <a:gd name="connsiteY1875" fmla="*/ 3465131 h 6857801"/>
                <a:gd name="connsiteX1876" fmla="*/ 10217555 w 12184003"/>
                <a:gd name="connsiteY1876" fmla="*/ 3465131 h 6857801"/>
                <a:gd name="connsiteX1877" fmla="*/ 10186898 w 12184003"/>
                <a:gd name="connsiteY1877" fmla="*/ 3434473 h 6857801"/>
                <a:gd name="connsiteX1878" fmla="*/ 9424845 w 12184003"/>
                <a:gd name="connsiteY1878" fmla="*/ 3434473 h 6857801"/>
                <a:gd name="connsiteX1879" fmla="*/ 9451123 w 12184003"/>
                <a:gd name="connsiteY1879" fmla="*/ 3460751 h 6857801"/>
                <a:gd name="connsiteX1880" fmla="*/ 9790231 w 12184003"/>
                <a:gd name="connsiteY1880" fmla="*/ 3460751 h 6857801"/>
                <a:gd name="connsiteX1881" fmla="*/ 9798207 w 12184003"/>
                <a:gd name="connsiteY1881" fmla="*/ 3442138 h 6857801"/>
                <a:gd name="connsiteX1882" fmla="*/ 9816092 w 12184003"/>
                <a:gd name="connsiteY1882" fmla="*/ 3434473 h 6857801"/>
                <a:gd name="connsiteX1883" fmla="*/ 2367906 w 12184003"/>
                <a:gd name="connsiteY1883" fmla="*/ 3434473 h 6857801"/>
                <a:gd name="connsiteX1884" fmla="*/ 2385791 w 12184003"/>
                <a:gd name="connsiteY1884" fmla="*/ 3442138 h 6857801"/>
                <a:gd name="connsiteX1885" fmla="*/ 2393768 w 12184003"/>
                <a:gd name="connsiteY1885" fmla="*/ 3460751 h 6857801"/>
                <a:gd name="connsiteX1886" fmla="*/ 2732882 w 12184003"/>
                <a:gd name="connsiteY1886" fmla="*/ 3460751 h 6857801"/>
                <a:gd name="connsiteX1887" fmla="*/ 2759158 w 12184003"/>
                <a:gd name="connsiteY1887" fmla="*/ 3434473 h 6857801"/>
                <a:gd name="connsiteX1888" fmla="*/ 1997094 w 12184003"/>
                <a:gd name="connsiteY1888" fmla="*/ 3434473 h 6857801"/>
                <a:gd name="connsiteX1889" fmla="*/ 1966436 w 12184003"/>
                <a:gd name="connsiteY1889" fmla="*/ 3465131 h 6857801"/>
                <a:gd name="connsiteX1890" fmla="*/ 1712421 w 12184003"/>
                <a:gd name="connsiteY1890" fmla="*/ 3465131 h 6857801"/>
                <a:gd name="connsiteX1891" fmla="*/ 1663150 w 12184003"/>
                <a:gd name="connsiteY1891" fmla="*/ 3514404 h 6857801"/>
                <a:gd name="connsiteX1892" fmla="*/ 1734315 w 12184003"/>
                <a:gd name="connsiteY1892" fmla="*/ 3585570 h 6857801"/>
                <a:gd name="connsiteX1893" fmla="*/ 2106593 w 12184003"/>
                <a:gd name="connsiteY1893" fmla="*/ 3585570 h 6857801"/>
                <a:gd name="connsiteX1894" fmla="*/ 2130366 w 12184003"/>
                <a:gd name="connsiteY1894" fmla="*/ 3561797 h 6857801"/>
                <a:gd name="connsiteX1895" fmla="*/ 2124108 w 12184003"/>
                <a:gd name="connsiteY1895" fmla="*/ 3546154 h 6857801"/>
                <a:gd name="connsiteX1896" fmla="*/ 2170097 w 12184003"/>
                <a:gd name="connsiteY1896" fmla="*/ 3500168 h 6857801"/>
                <a:gd name="connsiteX1897" fmla="*/ 2202941 w 12184003"/>
                <a:gd name="connsiteY1897" fmla="*/ 3513307 h 6857801"/>
                <a:gd name="connsiteX1898" fmla="*/ 2214323 w 12184003"/>
                <a:gd name="connsiteY1898" fmla="*/ 3541775 h 6857801"/>
                <a:gd name="connsiteX1899" fmla="*/ 2269222 w 12184003"/>
                <a:gd name="connsiteY1899" fmla="*/ 3541775 h 6857801"/>
                <a:gd name="connsiteX1900" fmla="*/ 2334467 w 12184003"/>
                <a:gd name="connsiteY1900" fmla="*/ 3476053 h 6857801"/>
                <a:gd name="connsiteX1901" fmla="*/ 2329948 w 12184003"/>
                <a:gd name="connsiteY1901" fmla="*/ 3465131 h 6857801"/>
                <a:gd name="connsiteX1902" fmla="*/ 2327759 w 12184003"/>
                <a:gd name="connsiteY1902" fmla="*/ 3465131 h 6857801"/>
                <a:gd name="connsiteX1903" fmla="*/ 2337886 w 12184003"/>
                <a:gd name="connsiteY1903" fmla="*/ 3442138 h 6857801"/>
                <a:gd name="connsiteX1904" fmla="*/ 2357262 w 12184003"/>
                <a:gd name="connsiteY1904" fmla="*/ 3434473 h 6857801"/>
                <a:gd name="connsiteX1905" fmla="*/ 10133233 w 12184003"/>
                <a:gd name="connsiteY1905" fmla="*/ 3380812 h 6857801"/>
                <a:gd name="connsiteX1906" fmla="*/ 10129963 w 12184003"/>
                <a:gd name="connsiteY1906" fmla="*/ 3384112 h 6857801"/>
                <a:gd name="connsiteX1907" fmla="*/ 9374480 w 12184003"/>
                <a:gd name="connsiteY1907" fmla="*/ 3384112 h 6857801"/>
                <a:gd name="connsiteX1908" fmla="*/ 9381048 w 12184003"/>
                <a:gd name="connsiteY1908" fmla="*/ 3390679 h 6857801"/>
                <a:gd name="connsiteX1909" fmla="*/ 10143101 w 12184003"/>
                <a:gd name="connsiteY1909" fmla="*/ 3390679 h 6857801"/>
                <a:gd name="connsiteX1910" fmla="*/ 2050759 w 12184003"/>
                <a:gd name="connsiteY1910" fmla="*/ 3380812 h 6857801"/>
                <a:gd name="connsiteX1911" fmla="*/ 2040890 w 12184003"/>
                <a:gd name="connsiteY1911" fmla="*/ 3390679 h 6857801"/>
                <a:gd name="connsiteX1912" fmla="*/ 2802953 w 12184003"/>
                <a:gd name="connsiteY1912" fmla="*/ 3390679 h 6857801"/>
                <a:gd name="connsiteX1913" fmla="*/ 2809524 w 12184003"/>
                <a:gd name="connsiteY1913" fmla="*/ 3384112 h 6857801"/>
                <a:gd name="connsiteX1914" fmla="*/ 2054030 w 12184003"/>
                <a:gd name="connsiteY1914" fmla="*/ 3384112 h 6857801"/>
                <a:gd name="connsiteX1915" fmla="*/ 11141654 w 12184003"/>
                <a:gd name="connsiteY1915" fmla="*/ 3360023 h 6857801"/>
                <a:gd name="connsiteX1916" fmla="*/ 10955520 w 12184003"/>
                <a:gd name="connsiteY1916" fmla="*/ 3543964 h 6857801"/>
                <a:gd name="connsiteX1917" fmla="*/ 10550406 w 12184003"/>
                <a:gd name="connsiteY1917" fmla="*/ 3543964 h 6857801"/>
                <a:gd name="connsiteX1918" fmla="*/ 10532661 w 12184003"/>
                <a:gd name="connsiteY1918" fmla="*/ 3526219 h 6857801"/>
                <a:gd name="connsiteX1919" fmla="*/ 10456245 w 12184003"/>
                <a:gd name="connsiteY1919" fmla="*/ 3603089 h 6857801"/>
                <a:gd name="connsiteX1920" fmla="*/ 10094926 w 12184003"/>
                <a:gd name="connsiteY1920" fmla="*/ 3603089 h 6857801"/>
                <a:gd name="connsiteX1921" fmla="*/ 10200037 w 12184003"/>
                <a:gd name="connsiteY1921" fmla="*/ 3708200 h 6857801"/>
                <a:gd name="connsiteX1922" fmla="*/ 10865738 w 12184003"/>
                <a:gd name="connsiteY1922" fmla="*/ 3708200 h 6857801"/>
                <a:gd name="connsiteX1923" fmla="*/ 11213918 w 12184003"/>
                <a:gd name="connsiteY1923" fmla="*/ 3360023 h 6857801"/>
                <a:gd name="connsiteX1924" fmla="*/ 970075 w 12184003"/>
                <a:gd name="connsiteY1924" fmla="*/ 3360023 h 6857801"/>
                <a:gd name="connsiteX1925" fmla="*/ 1318259 w 12184003"/>
                <a:gd name="connsiteY1925" fmla="*/ 3708200 h 6857801"/>
                <a:gd name="connsiteX1926" fmla="*/ 1983961 w 12184003"/>
                <a:gd name="connsiteY1926" fmla="*/ 3708200 h 6857801"/>
                <a:gd name="connsiteX1927" fmla="*/ 2089072 w 12184003"/>
                <a:gd name="connsiteY1927" fmla="*/ 3603089 h 6857801"/>
                <a:gd name="connsiteX1928" fmla="*/ 1727746 w 12184003"/>
                <a:gd name="connsiteY1928" fmla="*/ 3603089 h 6857801"/>
                <a:gd name="connsiteX1929" fmla="*/ 1651332 w 12184003"/>
                <a:gd name="connsiteY1929" fmla="*/ 3526222 h 6857801"/>
                <a:gd name="connsiteX1930" fmla="*/ 1633589 w 12184003"/>
                <a:gd name="connsiteY1930" fmla="*/ 3543964 h 6857801"/>
                <a:gd name="connsiteX1931" fmla="*/ 1228477 w 12184003"/>
                <a:gd name="connsiteY1931" fmla="*/ 3543964 h 6857801"/>
                <a:gd name="connsiteX1932" fmla="*/ 1042340 w 12184003"/>
                <a:gd name="connsiteY1932" fmla="*/ 3360023 h 6857801"/>
                <a:gd name="connsiteX1933" fmla="*/ 10730536 w 12184003"/>
                <a:gd name="connsiteY1933" fmla="*/ 3327176 h 6857801"/>
                <a:gd name="connsiteX1934" fmla="*/ 10565406 w 12184003"/>
                <a:gd name="connsiteY1934" fmla="*/ 3493281 h 6857801"/>
                <a:gd name="connsiteX1935" fmla="*/ 10570114 w 12184003"/>
                <a:gd name="connsiteY1935" fmla="*/ 3497978 h 6857801"/>
                <a:gd name="connsiteX1936" fmla="*/ 10938002 w 12184003"/>
                <a:gd name="connsiteY1936" fmla="*/ 3497978 h 6857801"/>
                <a:gd name="connsiteX1937" fmla="*/ 11108806 w 12184003"/>
                <a:gd name="connsiteY1937" fmla="*/ 3327176 h 6857801"/>
                <a:gd name="connsiteX1938" fmla="*/ 10653328 w 12184003"/>
                <a:gd name="connsiteY1938" fmla="*/ 3327176 h 6857801"/>
                <a:gd name="connsiteX1939" fmla="*/ 10527281 w 12184003"/>
                <a:gd name="connsiteY1939" fmla="*/ 3455252 h 6857801"/>
                <a:gd name="connsiteX1940" fmla="*/ 10553670 w 12184003"/>
                <a:gd name="connsiteY1940" fmla="*/ 3481575 h 6857801"/>
                <a:gd name="connsiteX1941" fmla="*/ 10708071 w 12184003"/>
                <a:gd name="connsiteY1941" fmla="*/ 3327176 h 6857801"/>
                <a:gd name="connsiteX1942" fmla="*/ 1475917 w 12184003"/>
                <a:gd name="connsiteY1942" fmla="*/ 3327176 h 6857801"/>
                <a:gd name="connsiteX1943" fmla="*/ 1630322 w 12184003"/>
                <a:gd name="connsiteY1943" fmla="*/ 3481578 h 6857801"/>
                <a:gd name="connsiteX1944" fmla="*/ 1657730 w 12184003"/>
                <a:gd name="connsiteY1944" fmla="*/ 3454239 h 6857801"/>
                <a:gd name="connsiteX1945" fmla="*/ 1530662 w 12184003"/>
                <a:gd name="connsiteY1945" fmla="*/ 3327176 h 6857801"/>
                <a:gd name="connsiteX1946" fmla="*/ 1075192 w 12184003"/>
                <a:gd name="connsiteY1946" fmla="*/ 3327176 h 6857801"/>
                <a:gd name="connsiteX1947" fmla="*/ 1245995 w 12184003"/>
                <a:gd name="connsiteY1947" fmla="*/ 3497978 h 6857801"/>
                <a:gd name="connsiteX1948" fmla="*/ 1613881 w 12184003"/>
                <a:gd name="connsiteY1948" fmla="*/ 3497978 h 6857801"/>
                <a:gd name="connsiteX1949" fmla="*/ 1618586 w 12184003"/>
                <a:gd name="connsiteY1949" fmla="*/ 3493283 h 6857801"/>
                <a:gd name="connsiteX1950" fmla="*/ 1453453 w 12184003"/>
                <a:gd name="connsiteY1950" fmla="*/ 3327176 h 6857801"/>
                <a:gd name="connsiteX1951" fmla="*/ 4630938 w 12184003"/>
                <a:gd name="connsiteY1951" fmla="*/ 3300901 h 6857801"/>
                <a:gd name="connsiteX1952" fmla="*/ 4780138 w 12184003"/>
                <a:gd name="connsiteY1952" fmla="*/ 3451065 h 6857801"/>
                <a:gd name="connsiteX1953" fmla="*/ 4782472 w 12184003"/>
                <a:gd name="connsiteY1953" fmla="*/ 3445423 h 6857801"/>
                <a:gd name="connsiteX1954" fmla="*/ 4797804 w 12184003"/>
                <a:gd name="connsiteY1954" fmla="*/ 3439080 h 6857801"/>
                <a:gd name="connsiteX1955" fmla="*/ 4797804 w 12184003"/>
                <a:gd name="connsiteY1955" fmla="*/ 3313673 h 6857801"/>
                <a:gd name="connsiteX1956" fmla="*/ 4792327 w 12184003"/>
                <a:gd name="connsiteY1956" fmla="*/ 3321701 h 6857801"/>
                <a:gd name="connsiteX1957" fmla="*/ 4758382 w 12184003"/>
                <a:gd name="connsiteY1957" fmla="*/ 3335933 h 6857801"/>
                <a:gd name="connsiteX1958" fmla="*/ 4714038 w 12184003"/>
                <a:gd name="connsiteY1958" fmla="*/ 3306382 h 6857801"/>
                <a:gd name="connsiteX1959" fmla="*/ 4712909 w 12184003"/>
                <a:gd name="connsiteY1959" fmla="*/ 3300901 h 6857801"/>
                <a:gd name="connsiteX1960" fmla="*/ 4510936 w 12184003"/>
                <a:gd name="connsiteY1960" fmla="*/ 3257105 h 6857801"/>
                <a:gd name="connsiteX1961" fmla="*/ 4521885 w 12184003"/>
                <a:gd name="connsiteY1961" fmla="*/ 3268091 h 6857801"/>
                <a:gd name="connsiteX1962" fmla="*/ 4563559 w 12184003"/>
                <a:gd name="connsiteY1962" fmla="*/ 3268091 h 6857801"/>
                <a:gd name="connsiteX1963" fmla="*/ 4552552 w 12184003"/>
                <a:gd name="connsiteY1963" fmla="*/ 3257105 h 6857801"/>
                <a:gd name="connsiteX1964" fmla="*/ 4156229 w 12184003"/>
                <a:gd name="connsiteY1964" fmla="*/ 3257105 h 6857801"/>
                <a:gd name="connsiteX1965" fmla="*/ 4383927 w 12184003"/>
                <a:gd name="connsiteY1965" fmla="*/ 3484839 h 6857801"/>
                <a:gd name="connsiteX1966" fmla="*/ 4392955 w 12184003"/>
                <a:gd name="connsiteY1966" fmla="*/ 3484839 h 6857801"/>
                <a:gd name="connsiteX1967" fmla="*/ 4416893 w 12184003"/>
                <a:gd name="connsiteY1967" fmla="*/ 3460791 h 6857801"/>
                <a:gd name="connsiteX1968" fmla="*/ 4408016 w 12184003"/>
                <a:gd name="connsiteY1968" fmla="*/ 3438032 h 6857801"/>
                <a:gd name="connsiteX1969" fmla="*/ 4421155 w 12184003"/>
                <a:gd name="connsiteY1969" fmla="*/ 3406008 h 6857801"/>
                <a:gd name="connsiteX1970" fmla="*/ 4484669 w 12184003"/>
                <a:gd name="connsiteY1970" fmla="*/ 3406008 h 6857801"/>
                <a:gd name="connsiteX1971" fmla="*/ 4484669 w 12184003"/>
                <a:gd name="connsiteY1971" fmla="*/ 3471701 h 6857801"/>
                <a:gd name="connsiteX1972" fmla="*/ 4452912 w 12184003"/>
                <a:gd name="connsiteY1972" fmla="*/ 3484839 h 6857801"/>
                <a:gd name="connsiteX1973" fmla="*/ 4433542 w 12184003"/>
                <a:gd name="connsiteY1973" fmla="*/ 3476828 h 6857801"/>
                <a:gd name="connsiteX1974" fmla="*/ 4425538 w 12184003"/>
                <a:gd name="connsiteY1974" fmla="*/ 3484839 h 6857801"/>
                <a:gd name="connsiteX1975" fmla="*/ 4452912 w 12184003"/>
                <a:gd name="connsiteY1975" fmla="*/ 3484839 h 6857801"/>
                <a:gd name="connsiteX1976" fmla="*/ 4716151 w 12184003"/>
                <a:gd name="connsiteY1976" fmla="*/ 3484839 h 6857801"/>
                <a:gd name="connsiteX1977" fmla="*/ 4722251 w 12184003"/>
                <a:gd name="connsiteY1977" fmla="*/ 3470605 h 6857801"/>
                <a:gd name="connsiteX1978" fmla="*/ 4745246 w 12184003"/>
                <a:gd name="connsiteY1978" fmla="*/ 3460751 h 6857801"/>
                <a:gd name="connsiteX1979" fmla="*/ 4765540 w 12184003"/>
                <a:gd name="connsiteY1979" fmla="*/ 3468725 h 6857801"/>
                <a:gd name="connsiteX1980" fmla="*/ 4596626 w 12184003"/>
                <a:gd name="connsiteY1980" fmla="*/ 3300901 h 6857801"/>
                <a:gd name="connsiteX1981" fmla="*/ 4508751 w 12184003"/>
                <a:gd name="connsiteY1981" fmla="*/ 3300901 h 6857801"/>
                <a:gd name="connsiteX1982" fmla="*/ 4464957 w 12184003"/>
                <a:gd name="connsiteY1982" fmla="*/ 3257105 h 6857801"/>
                <a:gd name="connsiteX1983" fmla="*/ 7718985 w 12184003"/>
                <a:gd name="connsiteY1983" fmla="*/ 3257102 h 6857801"/>
                <a:gd name="connsiteX1984" fmla="*/ 7675188 w 12184003"/>
                <a:gd name="connsiteY1984" fmla="*/ 3300899 h 6857801"/>
                <a:gd name="connsiteX1985" fmla="*/ 7587310 w 12184003"/>
                <a:gd name="connsiteY1985" fmla="*/ 3300899 h 6857801"/>
                <a:gd name="connsiteX1986" fmla="*/ 7418392 w 12184003"/>
                <a:gd name="connsiteY1986" fmla="*/ 3468726 h 6857801"/>
                <a:gd name="connsiteX1987" fmla="*/ 7438689 w 12184003"/>
                <a:gd name="connsiteY1987" fmla="*/ 3460751 h 6857801"/>
                <a:gd name="connsiteX1988" fmla="*/ 7461682 w 12184003"/>
                <a:gd name="connsiteY1988" fmla="*/ 3470605 h 6857801"/>
                <a:gd name="connsiteX1989" fmla="*/ 7467782 w 12184003"/>
                <a:gd name="connsiteY1989" fmla="*/ 3484839 h 6857801"/>
                <a:gd name="connsiteX1990" fmla="*/ 7652195 w 12184003"/>
                <a:gd name="connsiteY1990" fmla="*/ 3484839 h 6857801"/>
                <a:gd name="connsiteX1991" fmla="*/ 7620444 w 12184003"/>
                <a:gd name="connsiteY1991" fmla="*/ 3471701 h 6857801"/>
                <a:gd name="connsiteX1992" fmla="*/ 7620444 w 12184003"/>
                <a:gd name="connsiteY1992" fmla="*/ 3406008 h 6857801"/>
                <a:gd name="connsiteX1993" fmla="*/ 7683948 w 12184003"/>
                <a:gd name="connsiteY1993" fmla="*/ 3406008 h 6857801"/>
                <a:gd name="connsiteX1994" fmla="*/ 7697087 w 12184003"/>
                <a:gd name="connsiteY1994" fmla="*/ 3438032 h 6857801"/>
                <a:gd name="connsiteX1995" fmla="*/ 7688251 w 12184003"/>
                <a:gd name="connsiteY1995" fmla="*/ 3460675 h 6857801"/>
                <a:gd name="connsiteX1996" fmla="*/ 7712414 w 12184003"/>
                <a:gd name="connsiteY1996" fmla="*/ 3484839 h 6857801"/>
                <a:gd name="connsiteX1997" fmla="*/ 7800007 w 12184003"/>
                <a:gd name="connsiteY1997" fmla="*/ 3484839 h 6857801"/>
                <a:gd name="connsiteX1998" fmla="*/ 8027747 w 12184003"/>
                <a:gd name="connsiteY1998" fmla="*/ 3257102 h 6857801"/>
                <a:gd name="connsiteX1999" fmla="*/ 7631391 w 12184003"/>
                <a:gd name="connsiteY1999" fmla="*/ 3257102 h 6857801"/>
                <a:gd name="connsiteX2000" fmla="*/ 7620371 w 12184003"/>
                <a:gd name="connsiteY2000" fmla="*/ 3268051 h 6857801"/>
                <a:gd name="connsiteX2001" fmla="*/ 7662050 w 12184003"/>
                <a:gd name="connsiteY2001" fmla="*/ 3268051 h 6857801"/>
                <a:gd name="connsiteX2002" fmla="*/ 7673000 w 12184003"/>
                <a:gd name="connsiteY2002" fmla="*/ 3257102 h 6857801"/>
                <a:gd name="connsiteX2003" fmla="*/ 1924337 w 12184003"/>
                <a:gd name="connsiteY2003" fmla="*/ 3253265 h 6857801"/>
                <a:gd name="connsiteX2004" fmla="*/ 1786876 w 12184003"/>
                <a:gd name="connsiteY2004" fmla="*/ 3390679 h 6857801"/>
                <a:gd name="connsiteX2005" fmla="*/ 1992714 w 12184003"/>
                <a:gd name="connsiteY2005" fmla="*/ 3390679 h 6857801"/>
                <a:gd name="connsiteX2006" fmla="*/ 2026782 w 12184003"/>
                <a:gd name="connsiteY2006" fmla="*/ 3356612 h 6857801"/>
                <a:gd name="connsiteX2007" fmla="*/ 10259656 w 12184003"/>
                <a:gd name="connsiteY2007" fmla="*/ 3253218 h 6857801"/>
                <a:gd name="connsiteX2008" fmla="*/ 10157334 w 12184003"/>
                <a:gd name="connsiteY2008" fmla="*/ 3356487 h 6857801"/>
                <a:gd name="connsiteX2009" fmla="*/ 10191412 w 12184003"/>
                <a:gd name="connsiteY2009" fmla="*/ 3390679 h 6857801"/>
                <a:gd name="connsiteX2010" fmla="*/ 10397119 w 12184003"/>
                <a:gd name="connsiteY2010" fmla="*/ 3390679 h 6857801"/>
                <a:gd name="connsiteX2011" fmla="*/ 3443585 w 12184003"/>
                <a:gd name="connsiteY2011" fmla="*/ 3250581 h 6857801"/>
                <a:gd name="connsiteX2012" fmla="*/ 3437727 w 12184003"/>
                <a:gd name="connsiteY2012" fmla="*/ 3266694 h 6857801"/>
                <a:gd name="connsiteX2013" fmla="*/ 3413913 w 12184003"/>
                <a:gd name="connsiteY2013" fmla="*/ 3276851 h 6857801"/>
                <a:gd name="connsiteX2014" fmla="*/ 3408125 w 12184003"/>
                <a:gd name="connsiteY2014" fmla="*/ 3273855 h 6857801"/>
                <a:gd name="connsiteX2015" fmla="*/ 3247491 w 12184003"/>
                <a:gd name="connsiteY2015" fmla="*/ 3434473 h 6857801"/>
                <a:gd name="connsiteX2016" fmla="*/ 2805396 w 12184003"/>
                <a:gd name="connsiteY2016" fmla="*/ 3434473 h 6857801"/>
                <a:gd name="connsiteX2017" fmla="*/ 2675948 w 12184003"/>
                <a:gd name="connsiteY2017" fmla="*/ 3563672 h 6857801"/>
                <a:gd name="connsiteX2018" fmla="*/ 2272388 w 12184003"/>
                <a:gd name="connsiteY2018" fmla="*/ 3563672 h 6857801"/>
                <a:gd name="connsiteX2019" fmla="*/ 2250332 w 12184003"/>
                <a:gd name="connsiteY2019" fmla="*/ 3585570 h 6857801"/>
                <a:gd name="connsiteX2020" fmla="*/ 2869272 w 12184003"/>
                <a:gd name="connsiteY2020" fmla="*/ 3585570 h 6857801"/>
                <a:gd name="connsiteX2021" fmla="*/ 2876310 w 12184003"/>
                <a:gd name="connsiteY2021" fmla="*/ 3569146 h 6857801"/>
                <a:gd name="connsiteX2022" fmla="*/ 2899305 w 12184003"/>
                <a:gd name="connsiteY2022" fmla="*/ 3559292 h 6857801"/>
                <a:gd name="connsiteX2023" fmla="*/ 2932149 w 12184003"/>
                <a:gd name="connsiteY2023" fmla="*/ 3592140 h 6857801"/>
                <a:gd name="connsiteX2024" fmla="*/ 2924797 w 12184003"/>
                <a:gd name="connsiteY2024" fmla="*/ 3608871 h 6857801"/>
                <a:gd name="connsiteX2025" fmla="*/ 3124855 w 12184003"/>
                <a:gd name="connsiteY2025" fmla="*/ 3808930 h 6857801"/>
                <a:gd name="connsiteX2026" fmla="*/ 3367926 w 12184003"/>
                <a:gd name="connsiteY2026" fmla="*/ 3808930 h 6857801"/>
                <a:gd name="connsiteX2027" fmla="*/ 3386129 w 12184003"/>
                <a:gd name="connsiteY2027" fmla="*/ 3790729 h 6857801"/>
                <a:gd name="connsiteX2028" fmla="*/ 3383241 w 12184003"/>
                <a:gd name="connsiteY2028" fmla="*/ 3783747 h 6857801"/>
                <a:gd name="connsiteX2029" fmla="*/ 3396381 w 12184003"/>
                <a:gd name="connsiteY2029" fmla="*/ 3751996 h 6857801"/>
                <a:gd name="connsiteX2030" fmla="*/ 3428132 w 12184003"/>
                <a:gd name="connsiteY2030" fmla="*/ 3738857 h 6857801"/>
                <a:gd name="connsiteX2031" fmla="*/ 3435111 w 12184003"/>
                <a:gd name="connsiteY2031" fmla="*/ 3741745 h 6857801"/>
                <a:gd name="connsiteX2032" fmla="*/ 3624120 w 12184003"/>
                <a:gd name="connsiteY2032" fmla="*/ 3552723 h 6857801"/>
                <a:gd name="connsiteX2033" fmla="*/ 3855924 w 12184003"/>
                <a:gd name="connsiteY2033" fmla="*/ 3552723 h 6857801"/>
                <a:gd name="connsiteX2034" fmla="*/ 3863899 w 12184003"/>
                <a:gd name="connsiteY2034" fmla="*/ 3534109 h 6857801"/>
                <a:gd name="connsiteX2035" fmla="*/ 3886888 w 12184003"/>
                <a:gd name="connsiteY2035" fmla="*/ 3524256 h 6857801"/>
                <a:gd name="connsiteX2036" fmla="*/ 3919735 w 12184003"/>
                <a:gd name="connsiteY2036" fmla="*/ 3557103 h 6857801"/>
                <a:gd name="connsiteX2037" fmla="*/ 3886888 w 12184003"/>
                <a:gd name="connsiteY2037" fmla="*/ 3589949 h 6857801"/>
                <a:gd name="connsiteX2038" fmla="*/ 3863899 w 12184003"/>
                <a:gd name="connsiteY2038" fmla="*/ 3580916 h 6857801"/>
                <a:gd name="connsiteX2039" fmla="*/ 3858578 w 12184003"/>
                <a:gd name="connsiteY2039" fmla="*/ 3568051 h 6857801"/>
                <a:gd name="connsiteX2040" fmla="*/ 3630690 w 12184003"/>
                <a:gd name="connsiteY2040" fmla="*/ 3568051 h 6857801"/>
                <a:gd name="connsiteX2041" fmla="*/ 3451682 w 12184003"/>
                <a:gd name="connsiteY2041" fmla="*/ 3748603 h 6857801"/>
                <a:gd name="connsiteX2042" fmla="*/ 3459881 w 12184003"/>
                <a:gd name="connsiteY2042" fmla="*/ 3751996 h 6857801"/>
                <a:gd name="connsiteX2043" fmla="*/ 3459881 w 12184003"/>
                <a:gd name="connsiteY2043" fmla="*/ 3815500 h 6857801"/>
                <a:gd name="connsiteX2044" fmla="*/ 3428132 w 12184003"/>
                <a:gd name="connsiteY2044" fmla="*/ 3828639 h 6857801"/>
                <a:gd name="connsiteX2045" fmla="*/ 3404127 w 12184003"/>
                <a:gd name="connsiteY2045" fmla="*/ 3818705 h 6857801"/>
                <a:gd name="connsiteX2046" fmla="*/ 3310976 w 12184003"/>
                <a:gd name="connsiteY2046" fmla="*/ 3911852 h 6857801"/>
                <a:gd name="connsiteX2047" fmla="*/ 3625685 w 12184003"/>
                <a:gd name="connsiteY2047" fmla="*/ 3911852 h 6857801"/>
                <a:gd name="connsiteX2048" fmla="*/ 3798739 w 12184003"/>
                <a:gd name="connsiteY2048" fmla="*/ 3737712 h 6857801"/>
                <a:gd name="connsiteX2049" fmla="*/ 3799580 w 12184003"/>
                <a:gd name="connsiteY2049" fmla="*/ 3735572 h 6857801"/>
                <a:gd name="connsiteX2050" fmla="*/ 3801763 w 12184003"/>
                <a:gd name="connsiteY2050" fmla="*/ 3734670 h 6857801"/>
                <a:gd name="connsiteX2051" fmla="*/ 3873757 w 12184003"/>
                <a:gd name="connsiteY2051" fmla="*/ 3662213 h 6857801"/>
                <a:gd name="connsiteX2052" fmla="*/ 4186014 w 12184003"/>
                <a:gd name="connsiteY2052" fmla="*/ 3662213 h 6857801"/>
                <a:gd name="connsiteX2053" fmla="*/ 4195651 w 12184003"/>
                <a:gd name="connsiteY2053" fmla="*/ 3638126 h 6857801"/>
                <a:gd name="connsiteX2054" fmla="*/ 4228446 w 12184003"/>
                <a:gd name="connsiteY2054" fmla="*/ 3624987 h 6857801"/>
                <a:gd name="connsiteX2055" fmla="*/ 4246298 w 12184003"/>
                <a:gd name="connsiteY2055" fmla="*/ 3632129 h 6857801"/>
                <a:gd name="connsiteX2056" fmla="*/ 4376436 w 12184003"/>
                <a:gd name="connsiteY2056" fmla="*/ 3501428 h 6857801"/>
                <a:gd name="connsiteX2057" fmla="*/ 4134273 w 12184003"/>
                <a:gd name="connsiteY2057" fmla="*/ 3257105 h 6857801"/>
                <a:gd name="connsiteX2058" fmla="*/ 3632883 w 12184003"/>
                <a:gd name="connsiteY2058" fmla="*/ 3257105 h 6857801"/>
                <a:gd name="connsiteX2059" fmla="*/ 3624125 w 12184003"/>
                <a:gd name="connsiteY2059" fmla="*/ 3279048 h 6857801"/>
                <a:gd name="connsiteX2060" fmla="*/ 3591283 w 12184003"/>
                <a:gd name="connsiteY2060" fmla="*/ 3292147 h 6857801"/>
                <a:gd name="connsiteX2061" fmla="*/ 3558437 w 12184003"/>
                <a:gd name="connsiteY2061" fmla="*/ 3279048 h 6857801"/>
                <a:gd name="connsiteX2062" fmla="*/ 3547051 w 12184003"/>
                <a:gd name="connsiteY2062" fmla="*/ 3250581 h 6857801"/>
                <a:gd name="connsiteX2063" fmla="*/ 8636952 w 12184003"/>
                <a:gd name="connsiteY2063" fmla="*/ 3250532 h 6857801"/>
                <a:gd name="connsiteX2064" fmla="*/ 8625565 w 12184003"/>
                <a:gd name="connsiteY2064" fmla="*/ 3279002 h 6857801"/>
                <a:gd name="connsiteX2065" fmla="*/ 8592717 w 12184003"/>
                <a:gd name="connsiteY2065" fmla="*/ 3292138 h 6857801"/>
                <a:gd name="connsiteX2066" fmla="*/ 8559870 w 12184003"/>
                <a:gd name="connsiteY2066" fmla="*/ 3279002 h 6857801"/>
                <a:gd name="connsiteX2067" fmla="*/ 8551111 w 12184003"/>
                <a:gd name="connsiteY2067" fmla="*/ 3257102 h 6857801"/>
                <a:gd name="connsiteX2068" fmla="*/ 8049703 w 12184003"/>
                <a:gd name="connsiteY2068" fmla="*/ 3257102 h 6857801"/>
                <a:gd name="connsiteX2069" fmla="*/ 7806578 w 12184003"/>
                <a:gd name="connsiteY2069" fmla="*/ 3502358 h 6857801"/>
                <a:gd name="connsiteX2070" fmla="*/ 7729933 w 12184003"/>
                <a:gd name="connsiteY2070" fmla="*/ 3502358 h 6857801"/>
                <a:gd name="connsiteX2071" fmla="*/ 7916797 w 12184003"/>
                <a:gd name="connsiteY2071" fmla="*/ 3689222 h 6857801"/>
                <a:gd name="connsiteX2072" fmla="*/ 7909498 w 12184003"/>
                <a:gd name="connsiteY2072" fmla="*/ 3670973 h 6857801"/>
                <a:gd name="connsiteX2073" fmla="*/ 7955484 w 12184003"/>
                <a:gd name="connsiteY2073" fmla="*/ 3624987 h 6857801"/>
                <a:gd name="connsiteX2074" fmla="*/ 7988331 w 12184003"/>
                <a:gd name="connsiteY2074" fmla="*/ 3638126 h 6857801"/>
                <a:gd name="connsiteX2075" fmla="*/ 7997966 w 12184003"/>
                <a:gd name="connsiteY2075" fmla="*/ 3662213 h 6857801"/>
                <a:gd name="connsiteX2076" fmla="*/ 8310233 w 12184003"/>
                <a:gd name="connsiteY2076" fmla="*/ 3662213 h 6857801"/>
                <a:gd name="connsiteX2077" fmla="*/ 8382241 w 12184003"/>
                <a:gd name="connsiteY2077" fmla="*/ 3734674 h 6857801"/>
                <a:gd name="connsiteX2078" fmla="*/ 8384413 w 12184003"/>
                <a:gd name="connsiteY2078" fmla="*/ 3735572 h 6857801"/>
                <a:gd name="connsiteX2079" fmla="*/ 8385250 w 12184003"/>
                <a:gd name="connsiteY2079" fmla="*/ 3737701 h 6857801"/>
                <a:gd name="connsiteX2080" fmla="*/ 8558311 w 12184003"/>
                <a:gd name="connsiteY2080" fmla="*/ 3911852 h 6857801"/>
                <a:gd name="connsiteX2081" fmla="*/ 8794986 w 12184003"/>
                <a:gd name="connsiteY2081" fmla="*/ 3911852 h 6857801"/>
                <a:gd name="connsiteX2082" fmla="*/ 8701169 w 12184003"/>
                <a:gd name="connsiteY2082" fmla="*/ 3818648 h 6857801"/>
                <a:gd name="connsiteX2083" fmla="*/ 8677026 w 12184003"/>
                <a:gd name="connsiteY2083" fmla="*/ 3828639 h 6857801"/>
                <a:gd name="connsiteX2084" fmla="*/ 8645273 w 12184003"/>
                <a:gd name="connsiteY2084" fmla="*/ 3815500 h 6857801"/>
                <a:gd name="connsiteX2085" fmla="*/ 8645273 w 12184003"/>
                <a:gd name="connsiteY2085" fmla="*/ 3751996 h 6857801"/>
                <a:gd name="connsiteX2086" fmla="*/ 8708777 w 12184003"/>
                <a:gd name="connsiteY2086" fmla="*/ 3751996 h 6857801"/>
                <a:gd name="connsiteX2087" fmla="*/ 8721915 w 12184003"/>
                <a:gd name="connsiteY2087" fmla="*/ 3783747 h 6857801"/>
                <a:gd name="connsiteX2088" fmla="*/ 8715186 w 12184003"/>
                <a:gd name="connsiteY2088" fmla="*/ 3800011 h 6857801"/>
                <a:gd name="connsiteX2089" fmla="*/ 8827027 w 12184003"/>
                <a:gd name="connsiteY2089" fmla="*/ 3911852 h 6857801"/>
                <a:gd name="connsiteX2090" fmla="*/ 8956227 w 12184003"/>
                <a:gd name="connsiteY2090" fmla="*/ 3911852 h 6857801"/>
                <a:gd name="connsiteX2091" fmla="*/ 9041630 w 12184003"/>
                <a:gd name="connsiteY2091" fmla="*/ 3826449 h 6857801"/>
                <a:gd name="connsiteX2092" fmla="*/ 8809509 w 12184003"/>
                <a:gd name="connsiteY2092" fmla="*/ 3826449 h 6857801"/>
                <a:gd name="connsiteX2093" fmla="*/ 8553302 w 12184003"/>
                <a:gd name="connsiteY2093" fmla="*/ 3568051 h 6857801"/>
                <a:gd name="connsiteX2094" fmla="*/ 8327600 w 12184003"/>
                <a:gd name="connsiteY2094" fmla="*/ 3568051 h 6857801"/>
                <a:gd name="connsiteX2095" fmla="*/ 8322277 w 12184003"/>
                <a:gd name="connsiteY2095" fmla="*/ 3580916 h 6857801"/>
                <a:gd name="connsiteX2096" fmla="*/ 8299284 w 12184003"/>
                <a:gd name="connsiteY2096" fmla="*/ 3589949 h 6857801"/>
                <a:gd name="connsiteX2097" fmla="*/ 8266437 w 12184003"/>
                <a:gd name="connsiteY2097" fmla="*/ 3557103 h 6857801"/>
                <a:gd name="connsiteX2098" fmla="*/ 8299284 w 12184003"/>
                <a:gd name="connsiteY2098" fmla="*/ 3524256 h 6857801"/>
                <a:gd name="connsiteX2099" fmla="*/ 8322277 w 12184003"/>
                <a:gd name="connsiteY2099" fmla="*/ 3534109 h 6857801"/>
                <a:gd name="connsiteX2100" fmla="*/ 8330254 w 12184003"/>
                <a:gd name="connsiteY2100" fmla="*/ 3552723 h 6857801"/>
                <a:gd name="connsiteX2101" fmla="*/ 8559871 w 12184003"/>
                <a:gd name="connsiteY2101" fmla="*/ 3552723 h 6857801"/>
                <a:gd name="connsiteX2102" fmla="*/ 8818268 w 12184003"/>
                <a:gd name="connsiteY2102" fmla="*/ 3808930 h 6857801"/>
                <a:gd name="connsiteX2103" fmla="*/ 9059148 w 12184003"/>
                <a:gd name="connsiteY2103" fmla="*/ 3808930 h 6857801"/>
                <a:gd name="connsiteX2104" fmla="*/ 9259205 w 12184003"/>
                <a:gd name="connsiteY2104" fmla="*/ 3608872 h 6857801"/>
                <a:gd name="connsiteX2105" fmla="*/ 9251850 w 12184003"/>
                <a:gd name="connsiteY2105" fmla="*/ 3592140 h 6857801"/>
                <a:gd name="connsiteX2106" fmla="*/ 9284697 w 12184003"/>
                <a:gd name="connsiteY2106" fmla="*/ 3559292 h 6857801"/>
                <a:gd name="connsiteX2107" fmla="*/ 9307690 w 12184003"/>
                <a:gd name="connsiteY2107" fmla="*/ 3569146 h 6857801"/>
                <a:gd name="connsiteX2108" fmla="*/ 9314729 w 12184003"/>
                <a:gd name="connsiteY2108" fmla="*/ 3585570 h 6857801"/>
                <a:gd name="connsiteX2109" fmla="*/ 9935071 w 12184003"/>
                <a:gd name="connsiteY2109" fmla="*/ 3585570 h 6857801"/>
                <a:gd name="connsiteX2110" fmla="*/ 9913173 w 12184003"/>
                <a:gd name="connsiteY2110" fmla="*/ 3563672 h 6857801"/>
                <a:gd name="connsiteX2111" fmla="*/ 9508056 w 12184003"/>
                <a:gd name="connsiteY2111" fmla="*/ 3563672 h 6857801"/>
                <a:gd name="connsiteX2112" fmla="*/ 9378611 w 12184003"/>
                <a:gd name="connsiteY2112" fmla="*/ 3434473 h 6857801"/>
                <a:gd name="connsiteX2113" fmla="*/ 8936517 w 12184003"/>
                <a:gd name="connsiteY2113" fmla="*/ 3434473 h 6857801"/>
                <a:gd name="connsiteX2114" fmla="*/ 8775885 w 12184003"/>
                <a:gd name="connsiteY2114" fmla="*/ 3273844 h 6857801"/>
                <a:gd name="connsiteX2115" fmla="*/ 8770092 w 12184003"/>
                <a:gd name="connsiteY2115" fmla="*/ 3276809 h 6857801"/>
                <a:gd name="connsiteX2116" fmla="*/ 8746279 w 12184003"/>
                <a:gd name="connsiteY2116" fmla="*/ 3266683 h 6857801"/>
                <a:gd name="connsiteX2117" fmla="*/ 8740422 w 12184003"/>
                <a:gd name="connsiteY2117" fmla="*/ 3250532 h 6857801"/>
                <a:gd name="connsiteX2118" fmla="*/ 840879 w 12184003"/>
                <a:gd name="connsiteY2118" fmla="*/ 3230826 h 6857801"/>
                <a:gd name="connsiteX2119" fmla="*/ 902194 w 12184003"/>
                <a:gd name="connsiteY2119" fmla="*/ 3292148 h 6857801"/>
                <a:gd name="connsiteX2120" fmla="*/ 1418624 w 12184003"/>
                <a:gd name="connsiteY2120" fmla="*/ 3292148 h 6857801"/>
                <a:gd name="connsiteX2121" fmla="*/ 1357669 w 12184003"/>
                <a:gd name="connsiteY2121" fmla="*/ 3230826 h 6857801"/>
                <a:gd name="connsiteX2122" fmla="*/ 10826322 w 12184003"/>
                <a:gd name="connsiteY2122" fmla="*/ 3230824 h 6857801"/>
                <a:gd name="connsiteX2123" fmla="*/ 10765368 w 12184003"/>
                <a:gd name="connsiteY2123" fmla="*/ 3292141 h 6857801"/>
                <a:gd name="connsiteX2124" fmla="*/ 11281801 w 12184003"/>
                <a:gd name="connsiteY2124" fmla="*/ 3292141 h 6857801"/>
                <a:gd name="connsiteX2125" fmla="*/ 11343117 w 12184003"/>
                <a:gd name="connsiteY2125" fmla="*/ 3230824 h 6857801"/>
                <a:gd name="connsiteX2126" fmla="*/ 1526286 w 12184003"/>
                <a:gd name="connsiteY2126" fmla="*/ 3145425 h 6857801"/>
                <a:gd name="connsiteX2127" fmla="*/ 1746530 w 12184003"/>
                <a:gd name="connsiteY2127" fmla="*/ 3365663 h 6857801"/>
                <a:gd name="connsiteX2128" fmla="*/ 1891990 w 12184003"/>
                <a:gd name="connsiteY2128" fmla="*/ 3220573 h 6857801"/>
                <a:gd name="connsiteX2129" fmla="*/ 1817529 w 12184003"/>
                <a:gd name="connsiteY2129" fmla="*/ 3145425 h 6857801"/>
                <a:gd name="connsiteX2130" fmla="*/ 10366463 w 12184003"/>
                <a:gd name="connsiteY2130" fmla="*/ 3145422 h 6857801"/>
                <a:gd name="connsiteX2131" fmla="*/ 10292002 w 12184003"/>
                <a:gd name="connsiteY2131" fmla="*/ 3220571 h 6857801"/>
                <a:gd name="connsiteX2132" fmla="*/ 10437463 w 12184003"/>
                <a:gd name="connsiteY2132" fmla="*/ 3365666 h 6857801"/>
                <a:gd name="connsiteX2133" fmla="*/ 10657708 w 12184003"/>
                <a:gd name="connsiteY2133" fmla="*/ 3145422 h 6857801"/>
                <a:gd name="connsiteX2134" fmla="*/ 3551867 w 12184003"/>
                <a:gd name="connsiteY2134" fmla="*/ 3130141 h 6857801"/>
                <a:gd name="connsiteX2135" fmla="*/ 3446764 w 12184003"/>
                <a:gd name="connsiteY2135" fmla="*/ 3235246 h 6857801"/>
                <a:gd name="connsiteX2136" fmla="*/ 3547578 w 12184003"/>
                <a:gd name="connsiteY2136" fmla="*/ 3235246 h 6857801"/>
                <a:gd name="connsiteX2137" fmla="*/ 3549096 w 12184003"/>
                <a:gd name="connsiteY2137" fmla="*/ 3227886 h 6857801"/>
                <a:gd name="connsiteX2138" fmla="*/ 3591283 w 12184003"/>
                <a:gd name="connsiteY2138" fmla="*/ 3200215 h 6857801"/>
                <a:gd name="connsiteX2139" fmla="*/ 3624125 w 12184003"/>
                <a:gd name="connsiteY2139" fmla="*/ 3213318 h 6857801"/>
                <a:gd name="connsiteX2140" fmla="*/ 3632007 w 12184003"/>
                <a:gd name="connsiteY2140" fmla="*/ 3233059 h 6857801"/>
                <a:gd name="connsiteX2141" fmla="*/ 4440868 w 12184003"/>
                <a:gd name="connsiteY2141" fmla="*/ 3233059 h 6857801"/>
                <a:gd name="connsiteX2142" fmla="*/ 4337940 w 12184003"/>
                <a:gd name="connsiteY2142" fmla="*/ 3130141 h 6857801"/>
                <a:gd name="connsiteX2143" fmla="*/ 3416105 w 12184003"/>
                <a:gd name="connsiteY2143" fmla="*/ 3130141 h 6857801"/>
                <a:gd name="connsiteX2144" fmla="*/ 3162085 w 12184003"/>
                <a:gd name="connsiteY2144" fmla="*/ 3384112 h 6857801"/>
                <a:gd name="connsiteX2145" fmla="*/ 2855860 w 12184003"/>
                <a:gd name="connsiteY2145" fmla="*/ 3384112 h 6857801"/>
                <a:gd name="connsiteX2146" fmla="*/ 2849279 w 12184003"/>
                <a:gd name="connsiteY2146" fmla="*/ 3390679 h 6857801"/>
                <a:gd name="connsiteX2147" fmla="*/ 3227785 w 12184003"/>
                <a:gd name="connsiteY2147" fmla="*/ 3390679 h 6857801"/>
                <a:gd name="connsiteX2148" fmla="*/ 3384346 w 12184003"/>
                <a:gd name="connsiteY2148" fmla="*/ 3234160 h 6857801"/>
                <a:gd name="connsiteX2149" fmla="*/ 3390920 w 12184003"/>
                <a:gd name="connsiteY2149" fmla="*/ 3218831 h 6857801"/>
                <a:gd name="connsiteX2150" fmla="*/ 3406259 w 12184003"/>
                <a:gd name="connsiteY2150" fmla="*/ 3212215 h 6857801"/>
                <a:gd name="connsiteX2151" fmla="*/ 3488365 w 12184003"/>
                <a:gd name="connsiteY2151" fmla="*/ 3130141 h 6857801"/>
                <a:gd name="connsiteX2152" fmla="*/ 8695637 w 12184003"/>
                <a:gd name="connsiteY2152" fmla="*/ 3130094 h 6857801"/>
                <a:gd name="connsiteX2153" fmla="*/ 8777754 w 12184003"/>
                <a:gd name="connsiteY2153" fmla="*/ 3212215 h 6857801"/>
                <a:gd name="connsiteX2154" fmla="*/ 8793086 w 12184003"/>
                <a:gd name="connsiteY2154" fmla="*/ 3218786 h 6857801"/>
                <a:gd name="connsiteX2155" fmla="*/ 8799655 w 12184003"/>
                <a:gd name="connsiteY2155" fmla="*/ 3234112 h 6857801"/>
                <a:gd name="connsiteX2156" fmla="*/ 8956226 w 12184003"/>
                <a:gd name="connsiteY2156" fmla="*/ 3390679 h 6857801"/>
                <a:gd name="connsiteX2157" fmla="*/ 9334730 w 12184003"/>
                <a:gd name="connsiteY2157" fmla="*/ 3390679 h 6857801"/>
                <a:gd name="connsiteX2158" fmla="*/ 9328150 w 12184003"/>
                <a:gd name="connsiteY2158" fmla="*/ 3384112 h 6857801"/>
                <a:gd name="connsiteX2159" fmla="*/ 9024110 w 12184003"/>
                <a:gd name="connsiteY2159" fmla="*/ 3384112 h 6857801"/>
                <a:gd name="connsiteX2160" fmla="*/ 8768998 w 12184003"/>
                <a:gd name="connsiteY2160" fmla="*/ 3130094 h 6857801"/>
                <a:gd name="connsiteX2161" fmla="*/ 7845994 w 12184003"/>
                <a:gd name="connsiteY2161" fmla="*/ 3130094 h 6857801"/>
                <a:gd name="connsiteX2162" fmla="*/ 7743073 w 12184003"/>
                <a:gd name="connsiteY2162" fmla="*/ 3233012 h 6857801"/>
                <a:gd name="connsiteX2163" fmla="*/ 8551986 w 12184003"/>
                <a:gd name="connsiteY2163" fmla="*/ 3233012 h 6857801"/>
                <a:gd name="connsiteX2164" fmla="*/ 8559870 w 12184003"/>
                <a:gd name="connsiteY2164" fmla="*/ 3213306 h 6857801"/>
                <a:gd name="connsiteX2165" fmla="*/ 8592717 w 12184003"/>
                <a:gd name="connsiteY2165" fmla="*/ 3200166 h 6857801"/>
                <a:gd name="connsiteX2166" fmla="*/ 8634906 w 12184003"/>
                <a:gd name="connsiteY2166" fmla="*/ 3227886 h 6857801"/>
                <a:gd name="connsiteX2167" fmla="*/ 8636428 w 12184003"/>
                <a:gd name="connsiteY2167" fmla="*/ 3235203 h 6857801"/>
                <a:gd name="connsiteX2168" fmla="*/ 8737244 w 12184003"/>
                <a:gd name="connsiteY2168" fmla="*/ 3235203 h 6857801"/>
                <a:gd name="connsiteX2169" fmla="*/ 8632132 w 12184003"/>
                <a:gd name="connsiteY2169" fmla="*/ 3130094 h 6857801"/>
                <a:gd name="connsiteX2170" fmla="*/ 2308051 w 12184003"/>
                <a:gd name="connsiteY2170" fmla="*/ 3123571 h 6857801"/>
                <a:gd name="connsiteX2171" fmla="*/ 2294911 w 12184003"/>
                <a:gd name="connsiteY2171" fmla="*/ 3136665 h 6857801"/>
                <a:gd name="connsiteX2172" fmla="*/ 2756094 w 12184003"/>
                <a:gd name="connsiteY2172" fmla="*/ 3136665 h 6857801"/>
                <a:gd name="connsiteX2173" fmla="*/ 2750842 w 12184003"/>
                <a:gd name="connsiteY2173" fmla="*/ 3123571 h 6857801"/>
                <a:gd name="connsiteX2174" fmla="*/ 2141628 w 12184003"/>
                <a:gd name="connsiteY2174" fmla="*/ 3123571 h 6857801"/>
                <a:gd name="connsiteX2175" fmla="*/ 2154765 w 12184003"/>
                <a:gd name="connsiteY2175" fmla="*/ 3136665 h 6857801"/>
                <a:gd name="connsiteX2176" fmla="*/ 2246734 w 12184003"/>
                <a:gd name="connsiteY2176" fmla="*/ 3136665 h 6857801"/>
                <a:gd name="connsiteX2177" fmla="*/ 2259871 w 12184003"/>
                <a:gd name="connsiteY2177" fmla="*/ 3123571 h 6857801"/>
                <a:gd name="connsiteX2178" fmla="*/ 2054033 w 12184003"/>
                <a:gd name="connsiteY2178" fmla="*/ 3123571 h 6857801"/>
                <a:gd name="connsiteX2179" fmla="*/ 1948919 w 12184003"/>
                <a:gd name="connsiteY2179" fmla="*/ 3228645 h 6857801"/>
                <a:gd name="connsiteX2180" fmla="*/ 2051841 w 12184003"/>
                <a:gd name="connsiteY2180" fmla="*/ 3331554 h 6857801"/>
                <a:gd name="connsiteX2181" fmla="*/ 2231407 w 12184003"/>
                <a:gd name="connsiteY2181" fmla="*/ 3151993 h 6857801"/>
                <a:gd name="connsiteX2182" fmla="*/ 2148195 w 12184003"/>
                <a:gd name="connsiteY2182" fmla="*/ 3151993 h 6857801"/>
                <a:gd name="connsiteX2183" fmla="*/ 2119727 w 12184003"/>
                <a:gd name="connsiteY2183" fmla="*/ 3123571 h 6857801"/>
                <a:gd name="connsiteX2184" fmla="*/ 10064269 w 12184003"/>
                <a:gd name="connsiteY2184" fmla="*/ 3123525 h 6857801"/>
                <a:gd name="connsiteX2185" fmla="*/ 10035802 w 12184003"/>
                <a:gd name="connsiteY2185" fmla="*/ 3151991 h 6857801"/>
                <a:gd name="connsiteX2186" fmla="*/ 9953538 w 12184003"/>
                <a:gd name="connsiteY2186" fmla="*/ 3151991 h 6857801"/>
                <a:gd name="connsiteX2187" fmla="*/ 10132402 w 12184003"/>
                <a:gd name="connsiteY2187" fmla="*/ 3331468 h 6857801"/>
                <a:gd name="connsiteX2188" fmla="*/ 10235628 w 12184003"/>
                <a:gd name="connsiteY2188" fmla="*/ 3229189 h 6857801"/>
                <a:gd name="connsiteX2189" fmla="*/ 10129963 w 12184003"/>
                <a:gd name="connsiteY2189" fmla="*/ 3123525 h 6857801"/>
                <a:gd name="connsiteX2190" fmla="*/ 9925168 w 12184003"/>
                <a:gd name="connsiteY2190" fmla="*/ 3123525 h 6857801"/>
                <a:gd name="connsiteX2191" fmla="*/ 9938262 w 12184003"/>
                <a:gd name="connsiteY2191" fmla="*/ 3136665 h 6857801"/>
                <a:gd name="connsiteX2192" fmla="*/ 10029232 w 12184003"/>
                <a:gd name="connsiteY2192" fmla="*/ 3136665 h 6857801"/>
                <a:gd name="connsiteX2193" fmla="*/ 10042371 w 12184003"/>
                <a:gd name="connsiteY2193" fmla="*/ 3123525 h 6857801"/>
                <a:gd name="connsiteX2194" fmla="*/ 9433167 w 12184003"/>
                <a:gd name="connsiteY2194" fmla="*/ 3123525 h 6857801"/>
                <a:gd name="connsiteX2195" fmla="*/ 9427912 w 12184003"/>
                <a:gd name="connsiteY2195" fmla="*/ 3136665 h 6857801"/>
                <a:gd name="connsiteX2196" fmla="*/ 9889085 w 12184003"/>
                <a:gd name="connsiteY2196" fmla="*/ 3136665 h 6857801"/>
                <a:gd name="connsiteX2197" fmla="*/ 9875946 w 12184003"/>
                <a:gd name="connsiteY2197" fmla="*/ 3123525 h 6857801"/>
                <a:gd name="connsiteX2198" fmla="*/ 4751814 w 12184003"/>
                <a:gd name="connsiteY2198" fmla="*/ 3092874 h 6857801"/>
                <a:gd name="connsiteX2199" fmla="*/ 4821890 w 12184003"/>
                <a:gd name="connsiteY2199" fmla="*/ 3162990 h 6857801"/>
                <a:gd name="connsiteX2200" fmla="*/ 4819927 w 12184003"/>
                <a:gd name="connsiteY2200" fmla="*/ 3434647 h 6857801"/>
                <a:gd name="connsiteX2201" fmla="*/ 4845972 w 12184003"/>
                <a:gd name="connsiteY2201" fmla="*/ 3445423 h 6857801"/>
                <a:gd name="connsiteX2202" fmla="*/ 4845972 w 12184003"/>
                <a:gd name="connsiteY2202" fmla="*/ 3508927 h 6857801"/>
                <a:gd name="connsiteX2203" fmla="*/ 4840058 w 12184003"/>
                <a:gd name="connsiteY2203" fmla="*/ 3511375 h 6857801"/>
                <a:gd name="connsiteX2204" fmla="*/ 4900718 w 12184003"/>
                <a:gd name="connsiteY2204" fmla="*/ 3572431 h 6857801"/>
                <a:gd name="connsiteX2205" fmla="*/ 5112475 w 12184003"/>
                <a:gd name="connsiteY2205" fmla="*/ 3572431 h 6857801"/>
                <a:gd name="connsiteX2206" fmla="*/ 5257668 w 12184003"/>
                <a:gd name="connsiteY2206" fmla="*/ 3425719 h 6857801"/>
                <a:gd name="connsiteX2207" fmla="*/ 5257668 w 12184003"/>
                <a:gd name="connsiteY2207" fmla="*/ 3324987 h 6857801"/>
                <a:gd name="connsiteX2208" fmla="*/ 5069345 w 12184003"/>
                <a:gd name="connsiteY2208" fmla="*/ 3324987 h 6857801"/>
                <a:gd name="connsiteX2209" fmla="*/ 4837217 w 12184003"/>
                <a:gd name="connsiteY2209" fmla="*/ 3092874 h 6857801"/>
                <a:gd name="connsiteX2210" fmla="*/ 3589095 w 12184003"/>
                <a:gd name="connsiteY2210" fmla="*/ 3092874 h 6857801"/>
                <a:gd name="connsiteX2211" fmla="*/ 3584715 w 12184003"/>
                <a:gd name="connsiteY2211" fmla="*/ 3097294 h 6857801"/>
                <a:gd name="connsiteX2212" fmla="*/ 4351079 w 12184003"/>
                <a:gd name="connsiteY2212" fmla="*/ 3097294 h 6857801"/>
                <a:gd name="connsiteX2213" fmla="*/ 4486861 w 12184003"/>
                <a:gd name="connsiteY2213" fmla="*/ 3233059 h 6857801"/>
                <a:gd name="connsiteX2214" fmla="*/ 4563493 w 12184003"/>
                <a:gd name="connsiteY2214" fmla="*/ 3233059 h 6857801"/>
                <a:gd name="connsiteX2215" fmla="*/ 4598303 w 12184003"/>
                <a:gd name="connsiteY2215" fmla="*/ 3268091 h 6857801"/>
                <a:gd name="connsiteX2216" fmla="*/ 4714779 w 12184003"/>
                <a:gd name="connsiteY2216" fmla="*/ 3268091 h 6857801"/>
                <a:gd name="connsiteX2217" fmla="*/ 4724440 w 12184003"/>
                <a:gd name="connsiteY2217" fmla="*/ 3253822 h 6857801"/>
                <a:gd name="connsiteX2218" fmla="*/ 4758382 w 12184003"/>
                <a:gd name="connsiteY2218" fmla="*/ 3239585 h 6857801"/>
                <a:gd name="connsiteX2219" fmla="*/ 4792327 w 12184003"/>
                <a:gd name="connsiteY2219" fmla="*/ 3253822 h 6857801"/>
                <a:gd name="connsiteX2220" fmla="*/ 4797804 w 12184003"/>
                <a:gd name="connsiteY2220" fmla="*/ 3261927 h 6857801"/>
                <a:gd name="connsiteX2221" fmla="*/ 4797804 w 12184003"/>
                <a:gd name="connsiteY2221" fmla="*/ 3171749 h 6857801"/>
                <a:gd name="connsiteX2222" fmla="*/ 4718964 w 12184003"/>
                <a:gd name="connsiteY2222" fmla="*/ 3092874 h 6857801"/>
                <a:gd name="connsiteX2223" fmla="*/ 7403616 w 12184003"/>
                <a:gd name="connsiteY2223" fmla="*/ 3092868 h 6857801"/>
                <a:gd name="connsiteX2224" fmla="*/ 7386134 w 12184003"/>
                <a:gd name="connsiteY2224" fmla="*/ 3110385 h 6857801"/>
                <a:gd name="connsiteX2225" fmla="*/ 7386134 w 12184003"/>
                <a:gd name="connsiteY2225" fmla="*/ 3261884 h 6857801"/>
                <a:gd name="connsiteX2226" fmla="*/ 7391609 w 12184003"/>
                <a:gd name="connsiteY2226" fmla="*/ 3253815 h 6857801"/>
                <a:gd name="connsiteX2227" fmla="*/ 7425550 w 12184003"/>
                <a:gd name="connsiteY2227" fmla="*/ 3239583 h 6857801"/>
                <a:gd name="connsiteX2228" fmla="*/ 7459493 w 12184003"/>
                <a:gd name="connsiteY2228" fmla="*/ 3253815 h 6857801"/>
                <a:gd name="connsiteX2229" fmla="*/ 7469153 w 12184003"/>
                <a:gd name="connsiteY2229" fmla="*/ 3268051 h 6857801"/>
                <a:gd name="connsiteX2230" fmla="*/ 7585633 w 12184003"/>
                <a:gd name="connsiteY2230" fmla="*/ 3268051 h 6857801"/>
                <a:gd name="connsiteX2231" fmla="*/ 7620443 w 12184003"/>
                <a:gd name="connsiteY2231" fmla="*/ 3233012 h 6857801"/>
                <a:gd name="connsiteX2232" fmla="*/ 7697087 w 12184003"/>
                <a:gd name="connsiteY2232" fmla="*/ 3233012 h 6857801"/>
                <a:gd name="connsiteX2233" fmla="*/ 7832855 w 12184003"/>
                <a:gd name="connsiteY2233" fmla="*/ 3097248 h 6857801"/>
                <a:gd name="connsiteX2234" fmla="*/ 8599285 w 12184003"/>
                <a:gd name="connsiteY2234" fmla="*/ 3097248 h 6857801"/>
                <a:gd name="connsiteX2235" fmla="*/ 8594907 w 12184003"/>
                <a:gd name="connsiteY2235" fmla="*/ 3092868 h 6857801"/>
                <a:gd name="connsiteX2236" fmla="*/ 2086881 w 12184003"/>
                <a:gd name="connsiteY2236" fmla="*/ 3090681 h 6857801"/>
                <a:gd name="connsiteX2237" fmla="*/ 2075933 w 12184003"/>
                <a:gd name="connsiteY2237" fmla="*/ 3101634 h 6857801"/>
                <a:gd name="connsiteX2238" fmla="*/ 2097824 w 12184003"/>
                <a:gd name="connsiteY2238" fmla="*/ 3101634 h 6857801"/>
                <a:gd name="connsiteX2239" fmla="*/ 10097115 w 12184003"/>
                <a:gd name="connsiteY2239" fmla="*/ 3090678 h 6857801"/>
                <a:gd name="connsiteX2240" fmla="*/ 10086166 w 12184003"/>
                <a:gd name="connsiteY2240" fmla="*/ 3101628 h 6857801"/>
                <a:gd name="connsiteX2241" fmla="*/ 10108064 w 12184003"/>
                <a:gd name="connsiteY2241" fmla="*/ 3101628 h 6857801"/>
                <a:gd name="connsiteX2242" fmla="*/ 3464250 w 12184003"/>
                <a:gd name="connsiteY2242" fmla="*/ 3081951 h 6857801"/>
                <a:gd name="connsiteX2243" fmla="*/ 3448947 w 12184003"/>
                <a:gd name="connsiteY2243" fmla="*/ 3097294 h 6857801"/>
                <a:gd name="connsiteX2244" fmla="*/ 3521214 w 12184003"/>
                <a:gd name="connsiteY2244" fmla="*/ 3097294 h 6857801"/>
                <a:gd name="connsiteX2245" fmla="*/ 3525597 w 12184003"/>
                <a:gd name="connsiteY2245" fmla="*/ 3092874 h 6857801"/>
                <a:gd name="connsiteX2246" fmla="*/ 3475232 w 12184003"/>
                <a:gd name="connsiteY2246" fmla="*/ 3092874 h 6857801"/>
                <a:gd name="connsiteX2247" fmla="*/ 8720200 w 12184003"/>
                <a:gd name="connsiteY2247" fmla="*/ 3081506 h 6857801"/>
                <a:gd name="connsiteX2248" fmla="*/ 8708777 w 12184003"/>
                <a:gd name="connsiteY2248" fmla="*/ 3092868 h 6857801"/>
                <a:gd name="connsiteX2249" fmla="*/ 8658412 w 12184003"/>
                <a:gd name="connsiteY2249" fmla="*/ 3092868 h 6857801"/>
                <a:gd name="connsiteX2250" fmla="*/ 8662790 w 12184003"/>
                <a:gd name="connsiteY2250" fmla="*/ 3097248 h 6857801"/>
                <a:gd name="connsiteX2251" fmla="*/ 8736009 w 12184003"/>
                <a:gd name="connsiteY2251" fmla="*/ 3097248 h 6857801"/>
                <a:gd name="connsiteX2252" fmla="*/ 8964466 w 12184003"/>
                <a:gd name="connsiteY2252" fmla="*/ 3021123 h 6857801"/>
                <a:gd name="connsiteX2253" fmla="*/ 8855494 w 12184003"/>
                <a:gd name="connsiteY2253" fmla="*/ 3130094 h 6857801"/>
                <a:gd name="connsiteX2254" fmla="*/ 8818269 w 12184003"/>
                <a:gd name="connsiteY2254" fmla="*/ 3130094 h 6857801"/>
                <a:gd name="connsiteX2255" fmla="*/ 9037249 w 12184003"/>
                <a:gd name="connsiteY2255" fmla="*/ 3349073 h 6857801"/>
                <a:gd name="connsiteX2256" fmla="*/ 9293045 w 12184003"/>
                <a:gd name="connsiteY2256" fmla="*/ 3349073 h 6857801"/>
                <a:gd name="connsiteX2257" fmla="*/ 3220245 w 12184003"/>
                <a:gd name="connsiteY2257" fmla="*/ 3020423 h 6857801"/>
                <a:gd name="connsiteX2258" fmla="*/ 2890964 w 12184003"/>
                <a:gd name="connsiteY2258" fmla="*/ 3349073 h 6857801"/>
                <a:gd name="connsiteX2259" fmla="*/ 3146756 w 12184003"/>
                <a:gd name="connsiteY2259" fmla="*/ 3349073 h 6857801"/>
                <a:gd name="connsiteX2260" fmla="*/ 3365737 w 12184003"/>
                <a:gd name="connsiteY2260" fmla="*/ 3130141 h 6857801"/>
                <a:gd name="connsiteX2261" fmla="*/ 3330700 w 12184003"/>
                <a:gd name="connsiteY2261" fmla="*/ 3130141 h 6857801"/>
                <a:gd name="connsiteX2262" fmla="*/ 1727752 w 12184003"/>
                <a:gd name="connsiteY2262" fmla="*/ 2941812 h 6857801"/>
                <a:gd name="connsiteX2263" fmla="*/ 1887607 w 12184003"/>
                <a:gd name="connsiteY2263" fmla="*/ 3101634 h 6857801"/>
                <a:gd name="connsiteX2264" fmla="*/ 2011243 w 12184003"/>
                <a:gd name="connsiteY2264" fmla="*/ 3101634 h 6857801"/>
                <a:gd name="connsiteX2265" fmla="*/ 2054587 w 12184003"/>
                <a:gd name="connsiteY2265" fmla="*/ 3058398 h 6857801"/>
                <a:gd name="connsiteX2266" fmla="*/ 1952281 w 12184003"/>
                <a:gd name="connsiteY2266" fmla="*/ 2956126 h 6857801"/>
                <a:gd name="connsiteX2267" fmla="*/ 1944536 w 12184003"/>
                <a:gd name="connsiteY2267" fmla="*/ 2959329 h 6857801"/>
                <a:gd name="connsiteX2268" fmla="*/ 1919626 w 12184003"/>
                <a:gd name="connsiteY2268" fmla="*/ 2950302 h 6857801"/>
                <a:gd name="connsiteX2269" fmla="*/ 1916017 w 12184003"/>
                <a:gd name="connsiteY2269" fmla="*/ 2941812 h 6857801"/>
                <a:gd name="connsiteX2270" fmla="*/ 10267969 w 12184003"/>
                <a:gd name="connsiteY2270" fmla="*/ 2941777 h 6857801"/>
                <a:gd name="connsiteX2271" fmla="*/ 10264363 w 12184003"/>
                <a:gd name="connsiteY2271" fmla="*/ 2950256 h 6857801"/>
                <a:gd name="connsiteX2272" fmla="*/ 10239453 w 12184003"/>
                <a:gd name="connsiteY2272" fmla="*/ 2959292 h 6857801"/>
                <a:gd name="connsiteX2273" fmla="*/ 10231712 w 12184003"/>
                <a:gd name="connsiteY2273" fmla="*/ 2956085 h 6857801"/>
                <a:gd name="connsiteX2274" fmla="*/ 10129406 w 12184003"/>
                <a:gd name="connsiteY2274" fmla="*/ 3058392 h 6857801"/>
                <a:gd name="connsiteX2275" fmla="*/ 10172756 w 12184003"/>
                <a:gd name="connsiteY2275" fmla="*/ 3101628 h 6857801"/>
                <a:gd name="connsiteX2276" fmla="*/ 10296388 w 12184003"/>
                <a:gd name="connsiteY2276" fmla="*/ 3101628 h 6857801"/>
                <a:gd name="connsiteX2277" fmla="*/ 10456248 w 12184003"/>
                <a:gd name="connsiteY2277" fmla="*/ 2941777 h 6857801"/>
                <a:gd name="connsiteX2278" fmla="*/ 3311169 w 12184003"/>
                <a:gd name="connsiteY2278" fmla="*/ 2929709 h 6857801"/>
                <a:gd name="connsiteX2279" fmla="*/ 3244008 w 12184003"/>
                <a:gd name="connsiteY2279" fmla="*/ 2996707 h 6857801"/>
                <a:gd name="connsiteX2280" fmla="*/ 3343840 w 12184003"/>
                <a:gd name="connsiteY2280" fmla="*/ 3097294 h 6857801"/>
                <a:gd name="connsiteX2281" fmla="*/ 3398585 w 12184003"/>
                <a:gd name="connsiteY2281" fmla="*/ 3097294 h 6857801"/>
                <a:gd name="connsiteX2282" fmla="*/ 3439005 w 12184003"/>
                <a:gd name="connsiteY2282" fmla="*/ 3056828 h 6857801"/>
                <a:gd name="connsiteX2283" fmla="*/ 8872838 w 12184003"/>
                <a:gd name="connsiteY2283" fmla="*/ 2929668 h 6857801"/>
                <a:gd name="connsiteX2284" fmla="*/ 8745006 w 12184003"/>
                <a:gd name="connsiteY2284" fmla="*/ 3056840 h 6857801"/>
                <a:gd name="connsiteX2285" fmla="*/ 8785422 w 12184003"/>
                <a:gd name="connsiteY2285" fmla="*/ 3097248 h 6857801"/>
                <a:gd name="connsiteX2286" fmla="*/ 8840166 w 12184003"/>
                <a:gd name="connsiteY2286" fmla="*/ 3097248 h 6857801"/>
                <a:gd name="connsiteX2287" fmla="*/ 8940355 w 12184003"/>
                <a:gd name="connsiteY2287" fmla="*/ 2997062 h 6857801"/>
                <a:gd name="connsiteX2288" fmla="*/ 3670106 w 12184003"/>
                <a:gd name="connsiteY2288" fmla="*/ 2876085 h 6857801"/>
                <a:gd name="connsiteX2289" fmla="*/ 3497123 w 12184003"/>
                <a:gd name="connsiteY2289" fmla="*/ 3049073 h 6857801"/>
                <a:gd name="connsiteX2290" fmla="*/ 3569388 w 12184003"/>
                <a:gd name="connsiteY2290" fmla="*/ 3049073 h 6857801"/>
                <a:gd name="connsiteX2291" fmla="*/ 3742376 w 12184003"/>
                <a:gd name="connsiteY2291" fmla="*/ 2876085 h 6857801"/>
                <a:gd name="connsiteX2292" fmla="*/ 8441619 w 12184003"/>
                <a:gd name="connsiteY2292" fmla="*/ 2876074 h 6857801"/>
                <a:gd name="connsiteX2293" fmla="*/ 8614616 w 12184003"/>
                <a:gd name="connsiteY2293" fmla="*/ 3049073 h 6857801"/>
                <a:gd name="connsiteX2294" fmla="*/ 8687629 w 12184003"/>
                <a:gd name="connsiteY2294" fmla="*/ 3049073 h 6857801"/>
                <a:gd name="connsiteX2295" fmla="*/ 8513885 w 12184003"/>
                <a:gd name="connsiteY2295" fmla="*/ 2876074 h 6857801"/>
                <a:gd name="connsiteX2296" fmla="*/ 1125549 w 12184003"/>
                <a:gd name="connsiteY2296" fmla="*/ 2838859 h 6857801"/>
                <a:gd name="connsiteX2297" fmla="*/ 1213143 w 12184003"/>
                <a:gd name="connsiteY2297" fmla="*/ 2926449 h 6857801"/>
                <a:gd name="connsiteX2298" fmla="*/ 1681766 w 12184003"/>
                <a:gd name="connsiteY2298" fmla="*/ 2926449 h 6857801"/>
                <a:gd name="connsiteX2299" fmla="*/ 1613254 w 12184003"/>
                <a:gd name="connsiteY2299" fmla="*/ 2857935 h 6857801"/>
                <a:gd name="connsiteX2300" fmla="*/ 1600743 w 12184003"/>
                <a:gd name="connsiteY2300" fmla="*/ 2862978 h 6857801"/>
                <a:gd name="connsiteX2301" fmla="*/ 1567895 w 12184003"/>
                <a:gd name="connsiteY2301" fmla="*/ 2848986 h 6857801"/>
                <a:gd name="connsiteX2302" fmla="*/ 1563740 w 12184003"/>
                <a:gd name="connsiteY2302" fmla="*/ 2838859 h 6857801"/>
                <a:gd name="connsiteX2303" fmla="*/ 1403657 w 12184003"/>
                <a:gd name="connsiteY2303" fmla="*/ 2838859 h 6857801"/>
                <a:gd name="connsiteX2304" fmla="*/ 10620256 w 12184003"/>
                <a:gd name="connsiteY2304" fmla="*/ 2838848 h 6857801"/>
                <a:gd name="connsiteX2305" fmla="*/ 10616101 w 12184003"/>
                <a:gd name="connsiteY2305" fmla="*/ 2848975 h 6857801"/>
                <a:gd name="connsiteX2306" fmla="*/ 10583253 w 12184003"/>
                <a:gd name="connsiteY2306" fmla="*/ 2862934 h 6857801"/>
                <a:gd name="connsiteX2307" fmla="*/ 10572196 w 12184003"/>
                <a:gd name="connsiteY2307" fmla="*/ 2858520 h 6857801"/>
                <a:gd name="connsiteX2308" fmla="*/ 10503751 w 12184003"/>
                <a:gd name="connsiteY2308" fmla="*/ 2926449 h 6857801"/>
                <a:gd name="connsiteX2309" fmla="*/ 10973040 w 12184003"/>
                <a:gd name="connsiteY2309" fmla="*/ 2926449 h 6857801"/>
                <a:gd name="connsiteX2310" fmla="*/ 11059241 w 12184003"/>
                <a:gd name="connsiteY2310" fmla="*/ 2838848 h 6857801"/>
                <a:gd name="connsiteX2311" fmla="*/ 2608057 w 12184003"/>
                <a:gd name="connsiteY2311" fmla="*/ 2823531 h 6857801"/>
                <a:gd name="connsiteX2312" fmla="*/ 2329949 w 12184003"/>
                <a:gd name="connsiteY2312" fmla="*/ 3101634 h 6857801"/>
                <a:gd name="connsiteX2313" fmla="*/ 2745586 w 12184003"/>
                <a:gd name="connsiteY2313" fmla="*/ 3101634 h 6857801"/>
                <a:gd name="connsiteX2314" fmla="*/ 2756970 w 12184003"/>
                <a:gd name="connsiteY2314" fmla="*/ 3073160 h 6857801"/>
                <a:gd name="connsiteX2315" fmla="*/ 2789816 w 12184003"/>
                <a:gd name="connsiteY2315" fmla="*/ 3060068 h 6857801"/>
                <a:gd name="connsiteX2316" fmla="*/ 2835805 w 12184003"/>
                <a:gd name="connsiteY2316" fmla="*/ 3106054 h 6857801"/>
                <a:gd name="connsiteX2317" fmla="*/ 2833881 w 12184003"/>
                <a:gd name="connsiteY2317" fmla="*/ 3110822 h 6857801"/>
                <a:gd name="connsiteX2318" fmla="*/ 2845655 w 12184003"/>
                <a:gd name="connsiteY2318" fmla="*/ 3115868 h 6857801"/>
                <a:gd name="connsiteX2319" fmla="*/ 2855509 w 12184003"/>
                <a:gd name="connsiteY2319" fmla="*/ 3138900 h 6857801"/>
                <a:gd name="connsiteX2320" fmla="*/ 2822663 w 12184003"/>
                <a:gd name="connsiteY2320" fmla="*/ 3171749 h 6857801"/>
                <a:gd name="connsiteX2321" fmla="*/ 2799668 w 12184003"/>
                <a:gd name="connsiteY2321" fmla="*/ 3163532 h 6857801"/>
                <a:gd name="connsiteX2322" fmla="*/ 2795068 w 12184003"/>
                <a:gd name="connsiteY2322" fmla="*/ 3151993 h 6857801"/>
                <a:gd name="connsiteX2323" fmla="*/ 2279583 w 12184003"/>
                <a:gd name="connsiteY2323" fmla="*/ 3151993 h 6857801"/>
                <a:gd name="connsiteX2324" fmla="*/ 2082498 w 12184003"/>
                <a:gd name="connsiteY2324" fmla="*/ 3349073 h 6857801"/>
                <a:gd name="connsiteX2325" fmla="*/ 2844562 w 12184003"/>
                <a:gd name="connsiteY2325" fmla="*/ 3349073 h 6857801"/>
                <a:gd name="connsiteX2326" fmla="*/ 3196647 w 12184003"/>
                <a:gd name="connsiteY2326" fmla="*/ 2996992 h 6857801"/>
                <a:gd name="connsiteX2327" fmla="*/ 3021937 w 12184003"/>
                <a:gd name="connsiteY2327" fmla="*/ 2823531 h 6857801"/>
                <a:gd name="connsiteX2328" fmla="*/ 9162068 w 12184003"/>
                <a:gd name="connsiteY2328" fmla="*/ 2823519 h 6857801"/>
                <a:gd name="connsiteX2329" fmla="*/ 8987978 w 12184003"/>
                <a:gd name="connsiteY2329" fmla="*/ 2997608 h 6857801"/>
                <a:gd name="connsiteX2330" fmla="*/ 9339442 w 12184003"/>
                <a:gd name="connsiteY2330" fmla="*/ 3349073 h 6857801"/>
                <a:gd name="connsiteX2331" fmla="*/ 10101494 w 12184003"/>
                <a:gd name="connsiteY2331" fmla="*/ 3349073 h 6857801"/>
                <a:gd name="connsiteX2332" fmla="*/ 9904413 w 12184003"/>
                <a:gd name="connsiteY2332" fmla="*/ 3151991 h 6857801"/>
                <a:gd name="connsiteX2333" fmla="*/ 9388933 w 12184003"/>
                <a:gd name="connsiteY2333" fmla="*/ 3151991 h 6857801"/>
                <a:gd name="connsiteX2334" fmla="*/ 9384334 w 12184003"/>
                <a:gd name="connsiteY2334" fmla="*/ 3163489 h 6857801"/>
                <a:gd name="connsiteX2335" fmla="*/ 9361341 w 12184003"/>
                <a:gd name="connsiteY2335" fmla="*/ 3171701 h 6857801"/>
                <a:gd name="connsiteX2336" fmla="*/ 9328493 w 12184003"/>
                <a:gd name="connsiteY2336" fmla="*/ 3138852 h 6857801"/>
                <a:gd name="connsiteX2337" fmla="*/ 9338347 w 12184003"/>
                <a:gd name="connsiteY2337" fmla="*/ 3115859 h 6857801"/>
                <a:gd name="connsiteX2338" fmla="*/ 9350124 w 12184003"/>
                <a:gd name="connsiteY2338" fmla="*/ 3110813 h 6857801"/>
                <a:gd name="connsiteX2339" fmla="*/ 9348202 w 12184003"/>
                <a:gd name="connsiteY2339" fmla="*/ 3106006 h 6857801"/>
                <a:gd name="connsiteX2340" fmla="*/ 9394188 w 12184003"/>
                <a:gd name="connsiteY2340" fmla="*/ 3060023 h 6857801"/>
                <a:gd name="connsiteX2341" fmla="*/ 9427035 w 12184003"/>
                <a:gd name="connsiteY2341" fmla="*/ 3073160 h 6857801"/>
                <a:gd name="connsiteX2342" fmla="*/ 9438423 w 12184003"/>
                <a:gd name="connsiteY2342" fmla="*/ 3101628 h 6857801"/>
                <a:gd name="connsiteX2343" fmla="*/ 9854049 w 12184003"/>
                <a:gd name="connsiteY2343" fmla="*/ 3101628 h 6857801"/>
                <a:gd name="connsiteX2344" fmla="*/ 9575942 w 12184003"/>
                <a:gd name="connsiteY2344" fmla="*/ 2823519 h 6857801"/>
                <a:gd name="connsiteX2345" fmla="*/ 3472374 w 12184003"/>
                <a:gd name="connsiteY2345" fmla="*/ 2768820 h 6857801"/>
                <a:gd name="connsiteX2346" fmla="*/ 3342687 w 12184003"/>
                <a:gd name="connsiteY2346" fmla="*/ 2898261 h 6857801"/>
                <a:gd name="connsiteX2347" fmla="*/ 3469813 w 12184003"/>
                <a:gd name="connsiteY2347" fmla="*/ 3026062 h 6857801"/>
                <a:gd name="connsiteX2348" fmla="*/ 3654783 w 12184003"/>
                <a:gd name="connsiteY2348" fmla="*/ 2841041 h 6857801"/>
                <a:gd name="connsiteX2349" fmla="*/ 3777414 w 12184003"/>
                <a:gd name="connsiteY2349" fmla="*/ 2841041 h 6857801"/>
                <a:gd name="connsiteX2350" fmla="*/ 3849676 w 12184003"/>
                <a:gd name="connsiteY2350" fmla="*/ 2768820 h 6857801"/>
                <a:gd name="connsiteX2351" fmla="*/ 8334319 w 12184003"/>
                <a:gd name="connsiteY2351" fmla="*/ 2768773 h 6857801"/>
                <a:gd name="connsiteX2352" fmla="*/ 8406582 w 12184003"/>
                <a:gd name="connsiteY2352" fmla="*/ 2841039 h 6857801"/>
                <a:gd name="connsiteX2353" fmla="*/ 8529213 w 12184003"/>
                <a:gd name="connsiteY2353" fmla="*/ 2841039 h 6857801"/>
                <a:gd name="connsiteX2354" fmla="*/ 8714193 w 12184003"/>
                <a:gd name="connsiteY2354" fmla="*/ 3026017 h 6857801"/>
                <a:gd name="connsiteX2355" fmla="*/ 8841322 w 12184003"/>
                <a:gd name="connsiteY2355" fmla="*/ 2898214 h 6857801"/>
                <a:gd name="connsiteX2356" fmla="*/ 8711633 w 12184003"/>
                <a:gd name="connsiteY2356" fmla="*/ 2768773 h 6857801"/>
                <a:gd name="connsiteX2357" fmla="*/ 4408012 w 12184003"/>
                <a:gd name="connsiteY2357" fmla="*/ 2749115 h 6857801"/>
                <a:gd name="connsiteX2358" fmla="*/ 4426096 w 12184003"/>
                <a:gd name="connsiteY2358" fmla="*/ 2767189 h 6857801"/>
                <a:gd name="connsiteX2359" fmla="*/ 4429915 w 12184003"/>
                <a:gd name="connsiteY2359" fmla="*/ 2757872 h 6857801"/>
                <a:gd name="connsiteX2360" fmla="*/ 4440868 w 12184003"/>
                <a:gd name="connsiteY2360" fmla="*/ 2753355 h 6857801"/>
                <a:gd name="connsiteX2361" fmla="*/ 4440868 w 12184003"/>
                <a:gd name="connsiteY2361" fmla="*/ 2749115 h 6857801"/>
                <a:gd name="connsiteX2362" fmla="*/ 4002601 w 12184003"/>
                <a:gd name="connsiteY2362" fmla="*/ 2749115 h 6857801"/>
                <a:gd name="connsiteX2363" fmla="*/ 3983233 w 12184003"/>
                <a:gd name="connsiteY2363" fmla="*/ 2768820 h 6857801"/>
                <a:gd name="connsiteX2364" fmla="*/ 3913178 w 12184003"/>
                <a:gd name="connsiteY2364" fmla="*/ 2768820 h 6857801"/>
                <a:gd name="connsiteX2365" fmla="*/ 3840916 w 12184003"/>
                <a:gd name="connsiteY2365" fmla="*/ 2841041 h 6857801"/>
                <a:gd name="connsiteX2366" fmla="*/ 4210206 w 12184003"/>
                <a:gd name="connsiteY2366" fmla="*/ 2841041 h 6857801"/>
                <a:gd name="connsiteX2367" fmla="*/ 4210433 w 12184003"/>
                <a:gd name="connsiteY2367" fmla="*/ 2839945 h 6857801"/>
                <a:gd name="connsiteX2368" fmla="*/ 4254725 w 12184003"/>
                <a:gd name="connsiteY2368" fmla="*/ 2810425 h 6857801"/>
                <a:gd name="connsiteX2369" fmla="*/ 4302904 w 12184003"/>
                <a:gd name="connsiteY2369" fmla="*/ 2858558 h 6857801"/>
                <a:gd name="connsiteX2370" fmla="*/ 4254725 w 12184003"/>
                <a:gd name="connsiteY2370" fmla="*/ 2906788 h 6857801"/>
                <a:gd name="connsiteX2371" fmla="*/ 4210433 w 12184003"/>
                <a:gd name="connsiteY2371" fmla="*/ 2877171 h 6857801"/>
                <a:gd name="connsiteX2372" fmla="*/ 4210206 w 12184003"/>
                <a:gd name="connsiteY2372" fmla="*/ 2876085 h 6857801"/>
                <a:gd name="connsiteX2373" fmla="*/ 3805881 w 12184003"/>
                <a:gd name="connsiteY2373" fmla="*/ 2876085 h 6857801"/>
                <a:gd name="connsiteX2374" fmla="*/ 3632883 w 12184003"/>
                <a:gd name="connsiteY2374" fmla="*/ 3049073 h 6857801"/>
                <a:gd name="connsiteX2375" fmla="*/ 4675166 w 12184003"/>
                <a:gd name="connsiteY2375" fmla="*/ 3049073 h 6857801"/>
                <a:gd name="connsiteX2376" fmla="*/ 4433622 w 12184003"/>
                <a:gd name="connsiteY2376" fmla="*/ 2807526 h 6857801"/>
                <a:gd name="connsiteX2377" fmla="*/ 4429915 w 12184003"/>
                <a:gd name="connsiteY2377" fmla="*/ 2806014 h 6857801"/>
                <a:gd name="connsiteX2378" fmla="*/ 4428398 w 12184003"/>
                <a:gd name="connsiteY2378" fmla="*/ 2802349 h 6857801"/>
                <a:gd name="connsiteX2379" fmla="*/ 4375170 w 12184003"/>
                <a:gd name="connsiteY2379" fmla="*/ 2749115 h 6857801"/>
                <a:gd name="connsiteX2380" fmla="*/ 3932866 w 12184003"/>
                <a:gd name="connsiteY2380" fmla="*/ 2749115 h 6857801"/>
                <a:gd name="connsiteX2381" fmla="*/ 3930676 w 12184003"/>
                <a:gd name="connsiteY2381" fmla="*/ 2751303 h 6857801"/>
                <a:gd name="connsiteX2382" fmla="*/ 3976662 w 12184003"/>
                <a:gd name="connsiteY2382" fmla="*/ 2751303 h 6857801"/>
                <a:gd name="connsiteX2383" fmla="*/ 3978853 w 12184003"/>
                <a:gd name="connsiteY2383" fmla="*/ 2749115 h 6857801"/>
                <a:gd name="connsiteX2384" fmla="*/ 8205123 w 12184003"/>
                <a:gd name="connsiteY2384" fmla="*/ 2749065 h 6857801"/>
                <a:gd name="connsiteX2385" fmla="*/ 8207312 w 12184003"/>
                <a:gd name="connsiteY2385" fmla="*/ 2751254 h 6857801"/>
                <a:gd name="connsiteX2386" fmla="*/ 8253297 w 12184003"/>
                <a:gd name="connsiteY2386" fmla="*/ 2751254 h 6857801"/>
                <a:gd name="connsiteX2387" fmla="*/ 8251107 w 12184003"/>
                <a:gd name="connsiteY2387" fmla="*/ 2749065 h 6857801"/>
                <a:gd name="connsiteX2388" fmla="*/ 7746663 w 12184003"/>
                <a:gd name="connsiteY2388" fmla="*/ 2749065 h 6857801"/>
                <a:gd name="connsiteX2389" fmla="*/ 7447316 w 12184003"/>
                <a:gd name="connsiteY2389" fmla="*/ 3049073 h 6857801"/>
                <a:gd name="connsiteX2390" fmla="*/ 8551111 w 12184003"/>
                <a:gd name="connsiteY2390" fmla="*/ 3049073 h 6857801"/>
                <a:gd name="connsiteX2391" fmla="*/ 8378115 w 12184003"/>
                <a:gd name="connsiteY2391" fmla="*/ 2876074 h 6857801"/>
                <a:gd name="connsiteX2392" fmla="*/ 7973776 w 12184003"/>
                <a:gd name="connsiteY2392" fmla="*/ 2876074 h 6857801"/>
                <a:gd name="connsiteX2393" fmla="*/ 7973551 w 12184003"/>
                <a:gd name="connsiteY2393" fmla="*/ 2877170 h 6857801"/>
                <a:gd name="connsiteX2394" fmla="*/ 7929206 w 12184003"/>
                <a:gd name="connsiteY2394" fmla="*/ 2906733 h 6857801"/>
                <a:gd name="connsiteX2395" fmla="*/ 7881031 w 12184003"/>
                <a:gd name="connsiteY2395" fmla="*/ 2858555 h 6857801"/>
                <a:gd name="connsiteX2396" fmla="*/ 7929206 w 12184003"/>
                <a:gd name="connsiteY2396" fmla="*/ 2810380 h 6857801"/>
                <a:gd name="connsiteX2397" fmla="*/ 7973551 w 12184003"/>
                <a:gd name="connsiteY2397" fmla="*/ 2839945 h 6857801"/>
                <a:gd name="connsiteX2398" fmla="*/ 7973776 w 12184003"/>
                <a:gd name="connsiteY2398" fmla="*/ 2841039 h 6857801"/>
                <a:gd name="connsiteX2399" fmla="*/ 8343078 w 12184003"/>
                <a:gd name="connsiteY2399" fmla="*/ 2841039 h 6857801"/>
                <a:gd name="connsiteX2400" fmla="*/ 8270815 w 12184003"/>
                <a:gd name="connsiteY2400" fmla="*/ 2768773 h 6857801"/>
                <a:gd name="connsiteX2401" fmla="*/ 8200743 w 12184003"/>
                <a:gd name="connsiteY2401" fmla="*/ 2768773 h 6857801"/>
                <a:gd name="connsiteX2402" fmla="*/ 8181376 w 12184003"/>
                <a:gd name="connsiteY2402" fmla="*/ 2749065 h 6857801"/>
                <a:gd name="connsiteX2403" fmla="*/ 2498569 w 12184003"/>
                <a:gd name="connsiteY2403" fmla="*/ 2679041 h 6857801"/>
                <a:gd name="connsiteX2404" fmla="*/ 2097828 w 12184003"/>
                <a:gd name="connsiteY2404" fmla="*/ 3079774 h 6857801"/>
                <a:gd name="connsiteX2405" fmla="*/ 2119726 w 12184003"/>
                <a:gd name="connsiteY2405" fmla="*/ 3101634 h 6857801"/>
                <a:gd name="connsiteX2406" fmla="*/ 2281775 w 12184003"/>
                <a:gd name="connsiteY2406" fmla="*/ 3101634 h 6857801"/>
                <a:gd name="connsiteX2407" fmla="*/ 2594917 w 12184003"/>
                <a:gd name="connsiteY2407" fmla="*/ 2788486 h 6857801"/>
                <a:gd name="connsiteX2408" fmla="*/ 3037263 w 12184003"/>
                <a:gd name="connsiteY2408" fmla="*/ 2788486 h 6857801"/>
                <a:gd name="connsiteX2409" fmla="*/ 3220556 w 12184003"/>
                <a:gd name="connsiteY2409" fmla="*/ 2973131 h 6857801"/>
                <a:gd name="connsiteX2410" fmla="*/ 3287506 w 12184003"/>
                <a:gd name="connsiteY2410" fmla="*/ 2906170 h 6857801"/>
                <a:gd name="connsiteX2411" fmla="*/ 3059163 w 12184003"/>
                <a:gd name="connsiteY2411" fmla="*/ 2679041 h 6857801"/>
                <a:gd name="connsiteX2412" fmla="*/ 2973482 w 12184003"/>
                <a:gd name="connsiteY2412" fmla="*/ 2679041 h 6857801"/>
                <a:gd name="connsiteX2413" fmla="*/ 2968281 w 12184003"/>
                <a:gd name="connsiteY2413" fmla="*/ 2686666 h 6857801"/>
                <a:gd name="connsiteX2414" fmla="*/ 2934339 w 12184003"/>
                <a:gd name="connsiteY2414" fmla="*/ 2700891 h 6857801"/>
                <a:gd name="connsiteX2415" fmla="*/ 2900398 w 12184003"/>
                <a:gd name="connsiteY2415" fmla="*/ 2686666 h 6857801"/>
                <a:gd name="connsiteX2416" fmla="*/ 2895198 w 12184003"/>
                <a:gd name="connsiteY2416" fmla="*/ 2679041 h 6857801"/>
                <a:gd name="connsiteX2417" fmla="*/ 9124841 w 12184003"/>
                <a:gd name="connsiteY2417" fmla="*/ 2678995 h 6857801"/>
                <a:gd name="connsiteX2418" fmla="*/ 8896500 w 12184003"/>
                <a:gd name="connsiteY2418" fmla="*/ 2906134 h 6857801"/>
                <a:gd name="connsiteX2419" fmla="*/ 8963890 w 12184003"/>
                <a:gd name="connsiteY2419" fmla="*/ 2973522 h 6857801"/>
                <a:gd name="connsiteX2420" fmla="*/ 9148929 w 12184003"/>
                <a:gd name="connsiteY2420" fmla="*/ 2788483 h 6857801"/>
                <a:gd name="connsiteX2421" fmla="*/ 9591270 w 12184003"/>
                <a:gd name="connsiteY2421" fmla="*/ 2788483 h 6857801"/>
                <a:gd name="connsiteX2422" fmla="*/ 9903346 w 12184003"/>
                <a:gd name="connsiteY2422" fmla="*/ 3101628 h 6857801"/>
                <a:gd name="connsiteX2423" fmla="*/ 10064268 w 12184003"/>
                <a:gd name="connsiteY2423" fmla="*/ 3101628 h 6857801"/>
                <a:gd name="connsiteX2424" fmla="*/ 10086166 w 12184003"/>
                <a:gd name="connsiteY2424" fmla="*/ 3079729 h 6857801"/>
                <a:gd name="connsiteX2425" fmla="*/ 9685431 w 12184003"/>
                <a:gd name="connsiteY2425" fmla="*/ 2678995 h 6857801"/>
                <a:gd name="connsiteX2426" fmla="*/ 9288803 w 12184003"/>
                <a:gd name="connsiteY2426" fmla="*/ 2678995 h 6857801"/>
                <a:gd name="connsiteX2427" fmla="*/ 9283603 w 12184003"/>
                <a:gd name="connsiteY2427" fmla="*/ 2686655 h 6857801"/>
                <a:gd name="connsiteX2428" fmla="*/ 9249661 w 12184003"/>
                <a:gd name="connsiteY2428" fmla="*/ 2700891 h 6857801"/>
                <a:gd name="connsiteX2429" fmla="*/ 9215719 w 12184003"/>
                <a:gd name="connsiteY2429" fmla="*/ 2686655 h 6857801"/>
                <a:gd name="connsiteX2430" fmla="*/ 9210519 w 12184003"/>
                <a:gd name="connsiteY2430" fmla="*/ 2678995 h 6857801"/>
                <a:gd name="connsiteX2431" fmla="*/ 9738073 w 12184003"/>
                <a:gd name="connsiteY2431" fmla="*/ 2668045 h 6857801"/>
                <a:gd name="connsiteX2432" fmla="*/ 10118443 w 12184003"/>
                <a:gd name="connsiteY2432" fmla="*/ 3047457 h 6857801"/>
                <a:gd name="connsiteX2433" fmla="*/ 10216223 w 12184003"/>
                <a:gd name="connsiteY2433" fmla="*/ 2949679 h 6857801"/>
                <a:gd name="connsiteX2434" fmla="*/ 10215640 w 12184003"/>
                <a:gd name="connsiteY2434" fmla="*/ 2949435 h 6857801"/>
                <a:gd name="connsiteX2435" fmla="*/ 10206607 w 12184003"/>
                <a:gd name="connsiteY2435" fmla="*/ 2926446 h 6857801"/>
                <a:gd name="connsiteX2436" fmla="*/ 10239453 w 12184003"/>
                <a:gd name="connsiteY2436" fmla="*/ 2893593 h 6857801"/>
                <a:gd name="connsiteX2437" fmla="*/ 10274490 w 12184003"/>
                <a:gd name="connsiteY2437" fmla="*/ 2926446 h 6857801"/>
                <a:gd name="connsiteX2438" fmla="*/ 10274488 w 12184003"/>
                <a:gd name="connsiteY2438" fmla="*/ 2926449 h 6857801"/>
                <a:gd name="connsiteX2439" fmla="*/ 10471577 w 12184003"/>
                <a:gd name="connsiteY2439" fmla="*/ 2926449 h 6857801"/>
                <a:gd name="connsiteX2440" fmla="*/ 10549781 w 12184003"/>
                <a:gd name="connsiteY2440" fmla="*/ 2848239 h 6857801"/>
                <a:gd name="connsiteX2441" fmla="*/ 10546025 w 12184003"/>
                <a:gd name="connsiteY2441" fmla="*/ 2838848 h 6857801"/>
                <a:gd name="connsiteX2442" fmla="*/ 10353323 w 12184003"/>
                <a:gd name="connsiteY2442" fmla="*/ 2838848 h 6857801"/>
                <a:gd name="connsiteX2443" fmla="*/ 10213058 w 12184003"/>
                <a:gd name="connsiteY2443" fmla="*/ 2698584 h 6857801"/>
                <a:gd name="connsiteX2444" fmla="*/ 10212081 w 12184003"/>
                <a:gd name="connsiteY2444" fmla="*/ 2699246 h 6857801"/>
                <a:gd name="connsiteX2445" fmla="*/ 10193467 w 12184003"/>
                <a:gd name="connsiteY2445" fmla="*/ 2703082 h 6857801"/>
                <a:gd name="connsiteX2446" fmla="*/ 10149124 w 12184003"/>
                <a:gd name="connsiteY2446" fmla="*/ 2673516 h 6857801"/>
                <a:gd name="connsiteX2447" fmla="*/ 10147997 w 12184003"/>
                <a:gd name="connsiteY2447" fmla="*/ 2668045 h 6857801"/>
                <a:gd name="connsiteX2448" fmla="*/ 2035991 w 12184003"/>
                <a:gd name="connsiteY2448" fmla="*/ 2668045 h 6857801"/>
                <a:gd name="connsiteX2449" fmla="*/ 2034864 w 12184003"/>
                <a:gd name="connsiteY2449" fmla="*/ 2673559 h 6857801"/>
                <a:gd name="connsiteX2450" fmla="*/ 1990521 w 12184003"/>
                <a:gd name="connsiteY2450" fmla="*/ 2703096 h 6857801"/>
                <a:gd name="connsiteX2451" fmla="*/ 1971905 w 12184003"/>
                <a:gd name="connsiteY2451" fmla="*/ 2699293 h 6857801"/>
                <a:gd name="connsiteX2452" fmla="*/ 1970931 w 12184003"/>
                <a:gd name="connsiteY2452" fmla="*/ 2698638 h 6857801"/>
                <a:gd name="connsiteX2453" fmla="*/ 1830666 w 12184003"/>
                <a:gd name="connsiteY2453" fmla="*/ 2838859 h 6857801"/>
                <a:gd name="connsiteX2454" fmla="*/ 1637967 w 12184003"/>
                <a:gd name="connsiteY2454" fmla="*/ 2838859 h 6857801"/>
                <a:gd name="connsiteX2455" fmla="*/ 1634214 w 12184003"/>
                <a:gd name="connsiteY2455" fmla="*/ 2848239 h 6857801"/>
                <a:gd name="connsiteX2456" fmla="*/ 1712422 w 12184003"/>
                <a:gd name="connsiteY2456" fmla="*/ 2926449 h 6857801"/>
                <a:gd name="connsiteX2457" fmla="*/ 1909498 w 12184003"/>
                <a:gd name="connsiteY2457" fmla="*/ 2926449 h 6857801"/>
                <a:gd name="connsiteX2458" fmla="*/ 1944536 w 12184003"/>
                <a:gd name="connsiteY2458" fmla="*/ 2893602 h 6857801"/>
                <a:gd name="connsiteX2459" fmla="*/ 1977384 w 12184003"/>
                <a:gd name="connsiteY2459" fmla="*/ 2926449 h 6857801"/>
                <a:gd name="connsiteX2460" fmla="*/ 1968350 w 12184003"/>
                <a:gd name="connsiteY2460" fmla="*/ 2949481 h 6857801"/>
                <a:gd name="connsiteX2461" fmla="*/ 1967769 w 12184003"/>
                <a:gd name="connsiteY2461" fmla="*/ 2949714 h 6857801"/>
                <a:gd name="connsiteX2462" fmla="*/ 2065551 w 12184003"/>
                <a:gd name="connsiteY2462" fmla="*/ 3047463 h 6857801"/>
                <a:gd name="connsiteX2463" fmla="*/ 2445924 w 12184003"/>
                <a:gd name="connsiteY2463" fmla="*/ 2668045 h 6857801"/>
                <a:gd name="connsiteX2464" fmla="*/ 4300711 w 12184003"/>
                <a:gd name="connsiteY2464" fmla="*/ 2641775 h 6857801"/>
                <a:gd name="connsiteX2465" fmla="*/ 4362028 w 12184003"/>
                <a:gd name="connsiteY2465" fmla="*/ 2703096 h 6857801"/>
                <a:gd name="connsiteX2466" fmla="*/ 4440868 w 12184003"/>
                <a:gd name="connsiteY2466" fmla="*/ 2703096 h 6857801"/>
                <a:gd name="connsiteX2467" fmla="*/ 4440868 w 12184003"/>
                <a:gd name="connsiteY2467" fmla="*/ 2641775 h 6857801"/>
                <a:gd name="connsiteX2468" fmla="*/ 4108054 w 12184003"/>
                <a:gd name="connsiteY2468" fmla="*/ 2641775 h 6857801"/>
                <a:gd name="connsiteX2469" fmla="*/ 4047795 w 12184003"/>
                <a:gd name="connsiteY2469" fmla="*/ 2703096 h 6857801"/>
                <a:gd name="connsiteX2470" fmla="*/ 4329179 w 12184003"/>
                <a:gd name="connsiteY2470" fmla="*/ 2703096 h 6857801"/>
                <a:gd name="connsiteX2471" fmla="*/ 4267863 w 12184003"/>
                <a:gd name="connsiteY2471" fmla="*/ 2641775 h 6857801"/>
                <a:gd name="connsiteX2472" fmla="*/ 7853729 w 12184003"/>
                <a:gd name="connsiteY2472" fmla="*/ 2641769 h 6857801"/>
                <a:gd name="connsiteX2473" fmla="*/ 7792546 w 12184003"/>
                <a:gd name="connsiteY2473" fmla="*/ 2703082 h 6857801"/>
                <a:gd name="connsiteX2474" fmla="*/ 8136183 w 12184003"/>
                <a:gd name="connsiteY2474" fmla="*/ 2703082 h 6857801"/>
                <a:gd name="connsiteX2475" fmla="*/ 8075924 w 12184003"/>
                <a:gd name="connsiteY2475" fmla="*/ 2641769 h 6857801"/>
                <a:gd name="connsiteX2476" fmla="*/ 7740882 w 12184003"/>
                <a:gd name="connsiteY2476" fmla="*/ 2641769 h 6857801"/>
                <a:gd name="connsiteX2477" fmla="*/ 7740882 w 12184003"/>
                <a:gd name="connsiteY2477" fmla="*/ 2692040 h 6857801"/>
                <a:gd name="connsiteX2478" fmla="*/ 7751832 w 12184003"/>
                <a:gd name="connsiteY2478" fmla="*/ 2696511 h 6857801"/>
                <a:gd name="connsiteX2479" fmla="*/ 7754518 w 12184003"/>
                <a:gd name="connsiteY2479" fmla="*/ 2703082 h 6857801"/>
                <a:gd name="connsiteX2480" fmla="*/ 7760603 w 12184003"/>
                <a:gd name="connsiteY2480" fmla="*/ 2703082 h 6857801"/>
                <a:gd name="connsiteX2481" fmla="*/ 7821920 w 12184003"/>
                <a:gd name="connsiteY2481" fmla="*/ 2641769 h 6857801"/>
                <a:gd name="connsiteX2482" fmla="*/ 10999317 w 12184003"/>
                <a:gd name="connsiteY2482" fmla="*/ 2622059 h 6857801"/>
                <a:gd name="connsiteX2483" fmla="*/ 10968347 w 12184003"/>
                <a:gd name="connsiteY2483" fmla="*/ 2652716 h 6857801"/>
                <a:gd name="connsiteX2484" fmla="*/ 11294942 w 12184003"/>
                <a:gd name="connsiteY2484" fmla="*/ 2652716 h 6857801"/>
                <a:gd name="connsiteX2485" fmla="*/ 11325603 w 12184003"/>
                <a:gd name="connsiteY2485" fmla="*/ 2622059 h 6857801"/>
                <a:gd name="connsiteX2486" fmla="*/ 858397 w 12184003"/>
                <a:gd name="connsiteY2486" fmla="*/ 2622059 h 6857801"/>
                <a:gd name="connsiteX2487" fmla="*/ 889055 w 12184003"/>
                <a:gd name="connsiteY2487" fmla="*/ 2652764 h 6857801"/>
                <a:gd name="connsiteX2488" fmla="*/ 1217524 w 12184003"/>
                <a:gd name="connsiteY2488" fmla="*/ 2652764 h 6857801"/>
                <a:gd name="connsiteX2489" fmla="*/ 1186867 w 12184003"/>
                <a:gd name="connsiteY2489" fmla="*/ 2622059 h 6857801"/>
                <a:gd name="connsiteX2490" fmla="*/ 3953251 w 12184003"/>
                <a:gd name="connsiteY2490" fmla="*/ 2604549 h 6857801"/>
                <a:gd name="connsiteX2491" fmla="*/ 3946002 w 12184003"/>
                <a:gd name="connsiteY2491" fmla="*/ 2622059 h 6857801"/>
                <a:gd name="connsiteX2492" fmla="*/ 3923956 w 12184003"/>
                <a:gd name="connsiteY2492" fmla="*/ 2631184 h 6857801"/>
                <a:gd name="connsiteX2493" fmla="*/ 3914266 w 12184003"/>
                <a:gd name="connsiteY2493" fmla="*/ 2653849 h 6857801"/>
                <a:gd name="connsiteX2494" fmla="*/ 3891267 w 12184003"/>
                <a:gd name="connsiteY2494" fmla="*/ 2663703 h 6857801"/>
                <a:gd name="connsiteX2495" fmla="*/ 3858427 w 12184003"/>
                <a:gd name="connsiteY2495" fmla="*/ 2630818 h 6857801"/>
                <a:gd name="connsiteX2496" fmla="*/ 3610585 w 12184003"/>
                <a:gd name="connsiteY2496" fmla="*/ 2630818 h 6857801"/>
                <a:gd name="connsiteX2497" fmla="*/ 3489922 w 12184003"/>
                <a:gd name="connsiteY2497" fmla="*/ 2751303 h 6857801"/>
                <a:gd name="connsiteX2498" fmla="*/ 3867191 w 12184003"/>
                <a:gd name="connsiteY2498" fmla="*/ 2751303 h 6857801"/>
                <a:gd name="connsiteX2499" fmla="*/ 3915369 w 12184003"/>
                <a:gd name="connsiteY2499" fmla="*/ 2703096 h 6857801"/>
                <a:gd name="connsiteX2500" fmla="*/ 4024840 w 12184003"/>
                <a:gd name="connsiteY2500" fmla="*/ 2703096 h 6857801"/>
                <a:gd name="connsiteX2501" fmla="*/ 4101484 w 12184003"/>
                <a:gd name="connsiteY2501" fmla="*/ 2626477 h 6857801"/>
                <a:gd name="connsiteX2502" fmla="*/ 4252533 w 12184003"/>
                <a:gd name="connsiteY2502" fmla="*/ 2626477 h 6857801"/>
                <a:gd name="connsiteX2503" fmla="*/ 4230636 w 12184003"/>
                <a:gd name="connsiteY2503" fmla="*/ 2604549 h 6857801"/>
                <a:gd name="connsiteX2504" fmla="*/ 3636901 w 12184003"/>
                <a:gd name="connsiteY2504" fmla="*/ 2604549 h 6857801"/>
                <a:gd name="connsiteX2505" fmla="*/ 3628128 w 12184003"/>
                <a:gd name="connsiteY2505" fmla="*/ 2613303 h 6857801"/>
                <a:gd name="connsiteX2506" fmla="*/ 3865934 w 12184003"/>
                <a:gd name="connsiteY2506" fmla="*/ 2613303 h 6857801"/>
                <a:gd name="connsiteX2507" fmla="*/ 3868279 w 12184003"/>
                <a:gd name="connsiteY2507" fmla="*/ 2607824 h 6857801"/>
                <a:gd name="connsiteX2508" fmla="*/ 3875361 w 12184003"/>
                <a:gd name="connsiteY2508" fmla="*/ 2604792 h 6857801"/>
                <a:gd name="connsiteX2509" fmla="*/ 3875258 w 12184003"/>
                <a:gd name="connsiteY2509" fmla="*/ 2604549 h 6857801"/>
                <a:gd name="connsiteX2510" fmla="*/ 8308054 w 12184003"/>
                <a:gd name="connsiteY2510" fmla="*/ 2604543 h 6857801"/>
                <a:gd name="connsiteX2511" fmla="*/ 8315707 w 12184003"/>
                <a:gd name="connsiteY2511" fmla="*/ 2607823 h 6857801"/>
                <a:gd name="connsiteX2512" fmla="*/ 8318054 w 12184003"/>
                <a:gd name="connsiteY2512" fmla="*/ 2613303 h 6857801"/>
                <a:gd name="connsiteX2513" fmla="*/ 8555859 w 12184003"/>
                <a:gd name="connsiteY2513" fmla="*/ 2613303 h 6857801"/>
                <a:gd name="connsiteX2514" fmla="*/ 8547088 w 12184003"/>
                <a:gd name="connsiteY2514" fmla="*/ 2604543 h 6857801"/>
                <a:gd name="connsiteX2515" fmla="*/ 7890870 w 12184003"/>
                <a:gd name="connsiteY2515" fmla="*/ 2604543 h 6857801"/>
                <a:gd name="connsiteX2516" fmla="*/ 7869024 w 12184003"/>
                <a:gd name="connsiteY2516" fmla="*/ 2626439 h 6857801"/>
                <a:gd name="connsiteX2517" fmla="*/ 8082493 w 12184003"/>
                <a:gd name="connsiteY2517" fmla="*/ 2626439 h 6857801"/>
                <a:gd name="connsiteX2518" fmla="*/ 8159138 w 12184003"/>
                <a:gd name="connsiteY2518" fmla="*/ 2703082 h 6857801"/>
                <a:gd name="connsiteX2519" fmla="*/ 8268626 w 12184003"/>
                <a:gd name="connsiteY2519" fmla="*/ 2703082 h 6857801"/>
                <a:gd name="connsiteX2520" fmla="*/ 8316801 w 12184003"/>
                <a:gd name="connsiteY2520" fmla="*/ 2751254 h 6857801"/>
                <a:gd name="connsiteX2521" fmla="*/ 8694080 w 12184003"/>
                <a:gd name="connsiteY2521" fmla="*/ 2751254 h 6857801"/>
                <a:gd name="connsiteX2522" fmla="*/ 8573411 w 12184003"/>
                <a:gd name="connsiteY2522" fmla="*/ 2630818 h 6857801"/>
                <a:gd name="connsiteX2523" fmla="*/ 8325560 w 12184003"/>
                <a:gd name="connsiteY2523" fmla="*/ 2630818 h 6857801"/>
                <a:gd name="connsiteX2524" fmla="*/ 8315707 w 12184003"/>
                <a:gd name="connsiteY2524" fmla="*/ 2653809 h 6857801"/>
                <a:gd name="connsiteX2525" fmla="*/ 8292713 w 12184003"/>
                <a:gd name="connsiteY2525" fmla="*/ 2663665 h 6857801"/>
                <a:gd name="connsiteX2526" fmla="*/ 8259867 w 12184003"/>
                <a:gd name="connsiteY2526" fmla="*/ 2630818 h 6857801"/>
                <a:gd name="connsiteX2527" fmla="*/ 8269721 w 12184003"/>
                <a:gd name="connsiteY2527" fmla="*/ 2607823 h 6857801"/>
                <a:gd name="connsiteX2528" fmla="*/ 8277374 w 12184003"/>
                <a:gd name="connsiteY2528" fmla="*/ 2604543 h 6857801"/>
                <a:gd name="connsiteX2529" fmla="*/ 4424435 w 12184003"/>
                <a:gd name="connsiteY2529" fmla="*/ 2537751 h 6857801"/>
                <a:gd name="connsiteX2530" fmla="*/ 4357650 w 12184003"/>
                <a:gd name="connsiteY2530" fmla="*/ 2604549 h 6857801"/>
                <a:gd name="connsiteX2531" fmla="*/ 4263486 w 12184003"/>
                <a:gd name="connsiteY2531" fmla="*/ 2604549 h 6857801"/>
                <a:gd name="connsiteX2532" fmla="*/ 4285380 w 12184003"/>
                <a:gd name="connsiteY2532" fmla="*/ 2626477 h 6857801"/>
                <a:gd name="connsiteX2533" fmla="*/ 4440868 w 12184003"/>
                <a:gd name="connsiteY2533" fmla="*/ 2626477 h 6857801"/>
                <a:gd name="connsiteX2534" fmla="*/ 4440868 w 12184003"/>
                <a:gd name="connsiteY2534" fmla="*/ 2554183 h 6857801"/>
                <a:gd name="connsiteX2535" fmla="*/ 8910993 w 12184003"/>
                <a:gd name="connsiteY2535" fmla="*/ 2530091 h 6857801"/>
                <a:gd name="connsiteX2536" fmla="*/ 8904766 w 12184003"/>
                <a:gd name="connsiteY2536" fmla="*/ 2545142 h 6857801"/>
                <a:gd name="connsiteX2537" fmla="*/ 8881773 w 12184003"/>
                <a:gd name="connsiteY2537" fmla="*/ 2554177 h 6857801"/>
                <a:gd name="connsiteX2538" fmla="*/ 8858507 w 12184003"/>
                <a:gd name="connsiteY2538" fmla="*/ 2544319 h 6857801"/>
                <a:gd name="connsiteX2539" fmla="*/ 8857859 w 12184003"/>
                <a:gd name="connsiteY2539" fmla="*/ 2543059 h 6857801"/>
                <a:gd name="connsiteX2540" fmla="*/ 8796370 w 12184003"/>
                <a:gd name="connsiteY2540" fmla="*/ 2604543 h 6857801"/>
                <a:gd name="connsiteX2541" fmla="*/ 8581368 w 12184003"/>
                <a:gd name="connsiteY2541" fmla="*/ 2604543 h 6857801"/>
                <a:gd name="connsiteX2542" fmla="*/ 8590106 w 12184003"/>
                <a:gd name="connsiteY2542" fmla="*/ 2613303 h 6857801"/>
                <a:gd name="connsiteX2543" fmla="*/ 8603667 w 12184003"/>
                <a:gd name="connsiteY2543" fmla="*/ 2613303 h 6857801"/>
                <a:gd name="connsiteX2544" fmla="*/ 8741625 w 12184003"/>
                <a:gd name="connsiteY2544" fmla="*/ 2751254 h 6857801"/>
                <a:gd name="connsiteX2545" fmla="*/ 8912430 w 12184003"/>
                <a:gd name="connsiteY2545" fmla="*/ 2751254 h 6857801"/>
                <a:gd name="connsiteX2546" fmla="*/ 9132478 w 12184003"/>
                <a:gd name="connsiteY2546" fmla="*/ 2530091 h 6857801"/>
                <a:gd name="connsiteX2547" fmla="*/ 3052593 w 12184003"/>
                <a:gd name="connsiteY2547" fmla="*/ 2530091 h 6857801"/>
                <a:gd name="connsiteX2548" fmla="*/ 3273765 w 12184003"/>
                <a:gd name="connsiteY2548" fmla="*/ 2751303 h 6857801"/>
                <a:gd name="connsiteX2549" fmla="*/ 3442380 w 12184003"/>
                <a:gd name="connsiteY2549" fmla="*/ 2751303 h 6857801"/>
                <a:gd name="connsiteX2550" fmla="*/ 3580331 w 12184003"/>
                <a:gd name="connsiteY2550" fmla="*/ 2613303 h 6857801"/>
                <a:gd name="connsiteX2551" fmla="*/ 3593892 w 12184003"/>
                <a:gd name="connsiteY2551" fmla="*/ 2613303 h 6857801"/>
                <a:gd name="connsiteX2552" fmla="*/ 3602634 w 12184003"/>
                <a:gd name="connsiteY2552" fmla="*/ 2604549 h 6857801"/>
                <a:gd name="connsiteX2553" fmla="*/ 3387642 w 12184003"/>
                <a:gd name="connsiteY2553" fmla="*/ 2604549 h 6857801"/>
                <a:gd name="connsiteX2554" fmla="*/ 3326148 w 12184003"/>
                <a:gd name="connsiteY2554" fmla="*/ 2543096 h 6857801"/>
                <a:gd name="connsiteX2555" fmla="*/ 3325498 w 12184003"/>
                <a:gd name="connsiteY2555" fmla="*/ 2544333 h 6857801"/>
                <a:gd name="connsiteX2556" fmla="*/ 3302230 w 12184003"/>
                <a:gd name="connsiteY2556" fmla="*/ 2554183 h 6857801"/>
                <a:gd name="connsiteX2557" fmla="*/ 3279237 w 12184003"/>
                <a:gd name="connsiteY2557" fmla="*/ 2545142 h 6857801"/>
                <a:gd name="connsiteX2558" fmla="*/ 3273007 w 12184003"/>
                <a:gd name="connsiteY2558" fmla="*/ 2530091 h 6857801"/>
                <a:gd name="connsiteX2559" fmla="*/ 7740882 w 12184003"/>
                <a:gd name="connsiteY2559" fmla="*/ 2519135 h 6857801"/>
                <a:gd name="connsiteX2560" fmla="*/ 7740882 w 12184003"/>
                <a:gd name="connsiteY2560" fmla="*/ 2626439 h 6857801"/>
                <a:gd name="connsiteX2561" fmla="*/ 7837250 w 12184003"/>
                <a:gd name="connsiteY2561" fmla="*/ 2626439 h 6857801"/>
                <a:gd name="connsiteX2562" fmla="*/ 7859142 w 12184003"/>
                <a:gd name="connsiteY2562" fmla="*/ 2604543 h 6857801"/>
                <a:gd name="connsiteX2563" fmla="*/ 7826286 w 12184003"/>
                <a:gd name="connsiteY2563" fmla="*/ 2604543 h 6857801"/>
                <a:gd name="connsiteX2564" fmla="*/ 3772982 w 12184003"/>
                <a:gd name="connsiteY2564" fmla="*/ 2468734 h 6857801"/>
                <a:gd name="connsiteX2565" fmla="*/ 3661043 w 12184003"/>
                <a:gd name="connsiteY2565" fmla="*/ 2580456 h 6857801"/>
                <a:gd name="connsiteX2566" fmla="*/ 3873446 w 12184003"/>
                <a:gd name="connsiteY2566" fmla="*/ 2580456 h 6857801"/>
                <a:gd name="connsiteX2567" fmla="*/ 3876738 w 12184003"/>
                <a:gd name="connsiteY2567" fmla="*/ 2572503 h 6857801"/>
                <a:gd name="connsiteX2568" fmla="*/ 2209511 w 12184003"/>
                <a:gd name="connsiteY2568" fmla="*/ 2466592 h 6857801"/>
                <a:gd name="connsiteX2569" fmla="*/ 2237972 w 12184003"/>
                <a:gd name="connsiteY2569" fmla="*/ 2495058 h 6857801"/>
                <a:gd name="connsiteX2570" fmla="*/ 2253301 w 12184003"/>
                <a:gd name="connsiteY2570" fmla="*/ 2488534 h 6857801"/>
                <a:gd name="connsiteX2571" fmla="*/ 2276295 w 12184003"/>
                <a:gd name="connsiteY2571" fmla="*/ 2498382 h 6857801"/>
                <a:gd name="connsiteX2572" fmla="*/ 2282397 w 12184003"/>
                <a:gd name="connsiteY2572" fmla="*/ 2512574 h 6857801"/>
                <a:gd name="connsiteX2573" fmla="*/ 3010097 w 12184003"/>
                <a:gd name="connsiteY2573" fmla="*/ 2512574 h 6857801"/>
                <a:gd name="connsiteX2574" fmla="*/ 2986665 w 12184003"/>
                <a:gd name="connsiteY2574" fmla="*/ 2489062 h 6857801"/>
                <a:gd name="connsiteX2575" fmla="*/ 2984709 w 12184003"/>
                <a:gd name="connsiteY2575" fmla="*/ 2491810 h 6857801"/>
                <a:gd name="connsiteX2576" fmla="*/ 2938720 w 12184003"/>
                <a:gd name="connsiteY2576" fmla="*/ 2510384 h 6857801"/>
                <a:gd name="connsiteX2577" fmla="*/ 2880215 w 12184003"/>
                <a:gd name="connsiteY2577" fmla="*/ 2471622 h 6857801"/>
                <a:gd name="connsiteX2578" fmla="*/ 2879204 w 12184003"/>
                <a:gd name="connsiteY2578" fmla="*/ 2466592 h 6857801"/>
                <a:gd name="connsiteX2579" fmla="*/ 1724204 w 12184003"/>
                <a:gd name="connsiteY2579" fmla="*/ 2466592 h 6857801"/>
                <a:gd name="connsiteX2580" fmla="*/ 1722752 w 12184003"/>
                <a:gd name="connsiteY2580" fmla="*/ 2473813 h 6857801"/>
                <a:gd name="connsiteX2581" fmla="*/ 1664244 w 12184003"/>
                <a:gd name="connsiteY2581" fmla="*/ 2512577 h 6857801"/>
                <a:gd name="connsiteX2582" fmla="*/ 1639539 w 12184003"/>
                <a:gd name="connsiteY2582" fmla="*/ 2507620 h 6857801"/>
                <a:gd name="connsiteX2583" fmla="*/ 1638970 w 12184003"/>
                <a:gd name="connsiteY2583" fmla="*/ 2507233 h 6857801"/>
                <a:gd name="connsiteX2584" fmla="*/ 1447456 w 12184003"/>
                <a:gd name="connsiteY2584" fmla="*/ 2698747 h 6857801"/>
                <a:gd name="connsiteX2585" fmla="*/ 1310567 w 12184003"/>
                <a:gd name="connsiteY2585" fmla="*/ 2698747 h 6857801"/>
                <a:gd name="connsiteX2586" fmla="*/ 1416795 w 12184003"/>
                <a:gd name="connsiteY2586" fmla="*/ 2806014 h 6857801"/>
                <a:gd name="connsiteX2587" fmla="*/ 1559137 w 12184003"/>
                <a:gd name="connsiteY2587" fmla="*/ 2806014 h 6857801"/>
                <a:gd name="connsiteX2588" fmla="*/ 1567895 w 12184003"/>
                <a:gd name="connsiteY2588" fmla="*/ 2784147 h 6857801"/>
                <a:gd name="connsiteX2589" fmla="*/ 1600743 w 12184003"/>
                <a:gd name="connsiteY2589" fmla="*/ 2770964 h 6857801"/>
                <a:gd name="connsiteX2590" fmla="*/ 1633588 w 12184003"/>
                <a:gd name="connsiteY2590" fmla="*/ 2784147 h 6857801"/>
                <a:gd name="connsiteX2591" fmla="*/ 1642347 w 12184003"/>
                <a:gd name="connsiteY2591" fmla="*/ 2806014 h 6857801"/>
                <a:gd name="connsiteX2592" fmla="*/ 1815339 w 12184003"/>
                <a:gd name="connsiteY2592" fmla="*/ 2806014 h 6857801"/>
                <a:gd name="connsiteX2593" fmla="*/ 1946841 w 12184003"/>
                <a:gd name="connsiteY2593" fmla="*/ 2674505 h 6857801"/>
                <a:gd name="connsiteX2594" fmla="*/ 1946175 w 12184003"/>
                <a:gd name="connsiteY2594" fmla="*/ 2673559 h 6857801"/>
                <a:gd name="connsiteX2595" fmla="*/ 1942343 w 12184003"/>
                <a:gd name="connsiteY2595" fmla="*/ 2654952 h 6857801"/>
                <a:gd name="connsiteX2596" fmla="*/ 1990521 w 12184003"/>
                <a:gd name="connsiteY2596" fmla="*/ 2606732 h 6857801"/>
                <a:gd name="connsiteX2597" fmla="*/ 2024462 w 12184003"/>
                <a:gd name="connsiteY2597" fmla="*/ 2621004 h 6857801"/>
                <a:gd name="connsiteX2598" fmla="*/ 2032635 w 12184003"/>
                <a:gd name="connsiteY2598" fmla="*/ 2633015 h 6857801"/>
                <a:gd name="connsiteX2599" fmla="*/ 2481050 w 12184003"/>
                <a:gd name="connsiteY2599" fmla="*/ 2633015 h 6857801"/>
                <a:gd name="connsiteX2600" fmla="*/ 2890739 w 12184003"/>
                <a:gd name="connsiteY2600" fmla="*/ 2633015 h 6857801"/>
                <a:gd name="connsiteX2601" fmla="*/ 2900398 w 12184003"/>
                <a:gd name="connsiteY2601" fmla="*/ 2618822 h 6857801"/>
                <a:gd name="connsiteX2602" fmla="*/ 2934339 w 12184003"/>
                <a:gd name="connsiteY2602" fmla="*/ 2604549 h 6857801"/>
                <a:gd name="connsiteX2603" fmla="*/ 2968281 w 12184003"/>
                <a:gd name="connsiteY2603" fmla="*/ 2619636 h 6857801"/>
                <a:gd name="connsiteX2604" fmla="*/ 2977696 w 12184003"/>
                <a:gd name="connsiteY2604" fmla="*/ 2633015 h 6857801"/>
                <a:gd name="connsiteX2605" fmla="*/ 3078873 w 12184003"/>
                <a:gd name="connsiteY2605" fmla="*/ 2633015 h 6857801"/>
                <a:gd name="connsiteX2606" fmla="*/ 3319117 w 12184003"/>
                <a:gd name="connsiteY2606" fmla="*/ 2874521 h 6857801"/>
                <a:gd name="connsiteX2607" fmla="*/ 3424863 w 12184003"/>
                <a:gd name="connsiteY2607" fmla="*/ 2768820 h 6857801"/>
                <a:gd name="connsiteX2608" fmla="*/ 3265005 w 12184003"/>
                <a:gd name="connsiteY2608" fmla="*/ 2768820 h 6857801"/>
                <a:gd name="connsiteX2609" fmla="*/ 3027529 w 12184003"/>
                <a:gd name="connsiteY2609" fmla="*/ 2530091 h 6857801"/>
                <a:gd name="connsiteX2610" fmla="*/ 2282397 w 12184003"/>
                <a:gd name="connsiteY2610" fmla="*/ 2530091 h 6857801"/>
                <a:gd name="connsiteX2611" fmla="*/ 2276295 w 12184003"/>
                <a:gd name="connsiteY2611" fmla="*/ 2544333 h 6857801"/>
                <a:gd name="connsiteX2612" fmla="*/ 2253301 w 12184003"/>
                <a:gd name="connsiteY2612" fmla="*/ 2554183 h 6857801"/>
                <a:gd name="connsiteX2613" fmla="*/ 2220453 w 12184003"/>
                <a:gd name="connsiteY2613" fmla="*/ 2521334 h 6857801"/>
                <a:gd name="connsiteX2614" fmla="*/ 2226370 w 12184003"/>
                <a:gd name="connsiteY2614" fmla="*/ 2507578 h 6857801"/>
                <a:gd name="connsiteX2615" fmla="*/ 2185423 w 12184003"/>
                <a:gd name="connsiteY2615" fmla="*/ 2466592 h 6857801"/>
                <a:gd name="connsiteX2616" fmla="*/ 9998574 w 12184003"/>
                <a:gd name="connsiteY2616" fmla="*/ 2466580 h 6857801"/>
                <a:gd name="connsiteX2617" fmla="*/ 9957627 w 12184003"/>
                <a:gd name="connsiteY2617" fmla="*/ 2507532 h 6857801"/>
                <a:gd name="connsiteX2618" fmla="*/ 9963538 w 12184003"/>
                <a:gd name="connsiteY2618" fmla="*/ 2521328 h 6857801"/>
                <a:gd name="connsiteX2619" fmla="*/ 9930690 w 12184003"/>
                <a:gd name="connsiteY2619" fmla="*/ 2554174 h 6857801"/>
                <a:gd name="connsiteX2620" fmla="*/ 9907698 w 12184003"/>
                <a:gd name="connsiteY2620" fmla="*/ 2544319 h 6857801"/>
                <a:gd name="connsiteX2621" fmla="*/ 9901600 w 12184003"/>
                <a:gd name="connsiteY2621" fmla="*/ 2530091 h 6857801"/>
                <a:gd name="connsiteX2622" fmla="*/ 9157688 w 12184003"/>
                <a:gd name="connsiteY2622" fmla="*/ 2530091 h 6857801"/>
                <a:gd name="connsiteX2623" fmla="*/ 8919000 w 12184003"/>
                <a:gd name="connsiteY2623" fmla="*/ 2768773 h 6857801"/>
                <a:gd name="connsiteX2624" fmla="*/ 8759143 w 12184003"/>
                <a:gd name="connsiteY2624" fmla="*/ 2768773 h 6857801"/>
                <a:gd name="connsiteX2625" fmla="*/ 8864890 w 12184003"/>
                <a:gd name="connsiteY2625" fmla="*/ 2874521 h 6857801"/>
                <a:gd name="connsiteX2626" fmla="*/ 9105133 w 12184003"/>
                <a:gd name="connsiteY2626" fmla="*/ 2633009 h 6857801"/>
                <a:gd name="connsiteX2627" fmla="*/ 9206299 w 12184003"/>
                <a:gd name="connsiteY2627" fmla="*/ 2633009 h 6857801"/>
                <a:gd name="connsiteX2628" fmla="*/ 9215719 w 12184003"/>
                <a:gd name="connsiteY2628" fmla="*/ 2619594 h 6857801"/>
                <a:gd name="connsiteX2629" fmla="*/ 9249661 w 12184003"/>
                <a:gd name="connsiteY2629" fmla="*/ 2604538 h 6857801"/>
                <a:gd name="connsiteX2630" fmla="*/ 9283603 w 12184003"/>
                <a:gd name="connsiteY2630" fmla="*/ 2618770 h 6857801"/>
                <a:gd name="connsiteX2631" fmla="*/ 9293264 w 12184003"/>
                <a:gd name="connsiteY2631" fmla="*/ 2633009 h 6857801"/>
                <a:gd name="connsiteX2632" fmla="*/ 10151350 w 12184003"/>
                <a:gd name="connsiteY2632" fmla="*/ 2633009 h 6857801"/>
                <a:gd name="connsiteX2633" fmla="*/ 10159526 w 12184003"/>
                <a:gd name="connsiteY2633" fmla="*/ 2620963 h 6857801"/>
                <a:gd name="connsiteX2634" fmla="*/ 10193467 w 12184003"/>
                <a:gd name="connsiteY2634" fmla="*/ 2606727 h 6857801"/>
                <a:gd name="connsiteX2635" fmla="*/ 10241644 w 12184003"/>
                <a:gd name="connsiteY2635" fmla="*/ 2654903 h 6857801"/>
                <a:gd name="connsiteX2636" fmla="*/ 10237812 w 12184003"/>
                <a:gd name="connsiteY2636" fmla="*/ 2673516 h 6857801"/>
                <a:gd name="connsiteX2637" fmla="*/ 10237146 w 12184003"/>
                <a:gd name="connsiteY2637" fmla="*/ 2674497 h 6857801"/>
                <a:gd name="connsiteX2638" fmla="*/ 10368651 w 12184003"/>
                <a:gd name="connsiteY2638" fmla="*/ 2806002 h 6857801"/>
                <a:gd name="connsiteX2639" fmla="*/ 10541647 w 12184003"/>
                <a:gd name="connsiteY2639" fmla="*/ 2806002 h 6857801"/>
                <a:gd name="connsiteX2640" fmla="*/ 10550406 w 12184003"/>
                <a:gd name="connsiteY2640" fmla="*/ 2784103 h 6857801"/>
                <a:gd name="connsiteX2641" fmla="*/ 10583253 w 12184003"/>
                <a:gd name="connsiteY2641" fmla="*/ 2770963 h 6857801"/>
                <a:gd name="connsiteX2642" fmla="*/ 10616101 w 12184003"/>
                <a:gd name="connsiteY2642" fmla="*/ 2784103 h 6857801"/>
                <a:gd name="connsiteX2643" fmla="*/ 10624860 w 12184003"/>
                <a:gd name="connsiteY2643" fmla="*/ 2806002 h 6857801"/>
                <a:gd name="connsiteX2644" fmla="*/ 10767197 w 12184003"/>
                <a:gd name="connsiteY2644" fmla="*/ 2806002 h 6857801"/>
                <a:gd name="connsiteX2645" fmla="*/ 10873423 w 12184003"/>
                <a:gd name="connsiteY2645" fmla="*/ 2698702 h 6857801"/>
                <a:gd name="connsiteX2646" fmla="*/ 10736540 w 12184003"/>
                <a:gd name="connsiteY2646" fmla="*/ 2698702 h 6857801"/>
                <a:gd name="connsiteX2647" fmla="*/ 10545025 w 12184003"/>
                <a:gd name="connsiteY2647" fmla="*/ 2507185 h 6857801"/>
                <a:gd name="connsiteX2648" fmla="*/ 10544453 w 12184003"/>
                <a:gd name="connsiteY2648" fmla="*/ 2507575 h 6857801"/>
                <a:gd name="connsiteX2649" fmla="*/ 10519749 w 12184003"/>
                <a:gd name="connsiteY2649" fmla="*/ 2512574 h 6857801"/>
                <a:gd name="connsiteX2650" fmla="*/ 10461240 w 12184003"/>
                <a:gd name="connsiteY2650" fmla="*/ 2473764 h 6857801"/>
                <a:gd name="connsiteX2651" fmla="*/ 10459787 w 12184003"/>
                <a:gd name="connsiteY2651" fmla="*/ 2466580 h 6857801"/>
                <a:gd name="connsiteX2652" fmla="*/ 9304800 w 12184003"/>
                <a:gd name="connsiteY2652" fmla="*/ 2466580 h 6857801"/>
                <a:gd name="connsiteX2653" fmla="*/ 9303790 w 12184003"/>
                <a:gd name="connsiteY2653" fmla="*/ 2471574 h 6857801"/>
                <a:gd name="connsiteX2654" fmla="*/ 9245281 w 12184003"/>
                <a:gd name="connsiteY2654" fmla="*/ 2510375 h 6857801"/>
                <a:gd name="connsiteX2655" fmla="*/ 9199294 w 12184003"/>
                <a:gd name="connsiteY2655" fmla="*/ 2491766 h 6857801"/>
                <a:gd name="connsiteX2656" fmla="*/ 9197929 w 12184003"/>
                <a:gd name="connsiteY2656" fmla="*/ 2489845 h 6857801"/>
                <a:gd name="connsiteX2657" fmla="*/ 9175207 w 12184003"/>
                <a:gd name="connsiteY2657" fmla="*/ 2512566 h 6857801"/>
                <a:gd name="connsiteX2658" fmla="*/ 9901597 w 12184003"/>
                <a:gd name="connsiteY2658" fmla="*/ 2512566 h 6857801"/>
                <a:gd name="connsiteX2659" fmla="*/ 9907698 w 12184003"/>
                <a:gd name="connsiteY2659" fmla="*/ 2498335 h 6857801"/>
                <a:gd name="connsiteX2660" fmla="*/ 9930690 w 12184003"/>
                <a:gd name="connsiteY2660" fmla="*/ 2488477 h 6857801"/>
                <a:gd name="connsiteX2661" fmla="*/ 9946019 w 12184003"/>
                <a:gd name="connsiteY2661" fmla="*/ 2495047 h 6857801"/>
                <a:gd name="connsiteX2662" fmla="*/ 9974486 w 12184003"/>
                <a:gd name="connsiteY2662" fmla="*/ 2466580 h 6857801"/>
                <a:gd name="connsiteX2663" fmla="*/ 4528460 w 12184003"/>
                <a:gd name="connsiteY2663" fmla="*/ 2433745 h 6857801"/>
                <a:gd name="connsiteX2664" fmla="*/ 4436485 w 12184003"/>
                <a:gd name="connsiteY2664" fmla="*/ 2525759 h 6857801"/>
                <a:gd name="connsiteX2665" fmla="*/ 4458388 w 12184003"/>
                <a:gd name="connsiteY2665" fmla="*/ 2547611 h 6857801"/>
                <a:gd name="connsiteX2666" fmla="*/ 4458388 w 12184003"/>
                <a:gd name="connsiteY2666" fmla="*/ 2626477 h 6857801"/>
                <a:gd name="connsiteX2667" fmla="*/ 4587269 w 12184003"/>
                <a:gd name="connsiteY2667" fmla="*/ 2626477 h 6857801"/>
                <a:gd name="connsiteX2668" fmla="*/ 4595246 w 12184003"/>
                <a:gd name="connsiteY2668" fmla="*/ 2607824 h 6857801"/>
                <a:gd name="connsiteX2669" fmla="*/ 4618237 w 12184003"/>
                <a:gd name="connsiteY2669" fmla="*/ 2597973 h 6857801"/>
                <a:gd name="connsiteX2670" fmla="*/ 4651084 w 12184003"/>
                <a:gd name="connsiteY2670" fmla="*/ 2630818 h 6857801"/>
                <a:gd name="connsiteX2671" fmla="*/ 4618237 w 12184003"/>
                <a:gd name="connsiteY2671" fmla="*/ 2665870 h 6857801"/>
                <a:gd name="connsiteX2672" fmla="*/ 4595246 w 12184003"/>
                <a:gd name="connsiteY2672" fmla="*/ 2656820 h 6857801"/>
                <a:gd name="connsiteX2673" fmla="*/ 4589017 w 12184003"/>
                <a:gd name="connsiteY2673" fmla="*/ 2641775 h 6857801"/>
                <a:gd name="connsiteX2674" fmla="*/ 4458388 w 12184003"/>
                <a:gd name="connsiteY2674" fmla="*/ 2641775 h 6857801"/>
                <a:gd name="connsiteX2675" fmla="*/ 4458388 w 12184003"/>
                <a:gd name="connsiteY2675" fmla="*/ 2703096 h 6857801"/>
                <a:gd name="connsiteX2676" fmla="*/ 4664274 w 12184003"/>
                <a:gd name="connsiteY2676" fmla="*/ 2703096 h 6857801"/>
                <a:gd name="connsiteX2677" fmla="*/ 4664844 w 12184003"/>
                <a:gd name="connsiteY2677" fmla="*/ 2700275 h 6857801"/>
                <a:gd name="connsiteX2678" fmla="*/ 4723345 w 12184003"/>
                <a:gd name="connsiteY2678" fmla="*/ 2661524 h 6857801"/>
                <a:gd name="connsiteX2679" fmla="*/ 4786851 w 12184003"/>
                <a:gd name="connsiteY2679" fmla="*/ 2725024 h 6857801"/>
                <a:gd name="connsiteX2680" fmla="*/ 4723345 w 12184003"/>
                <a:gd name="connsiteY2680" fmla="*/ 2790722 h 6857801"/>
                <a:gd name="connsiteX2681" fmla="*/ 4664844 w 12184003"/>
                <a:gd name="connsiteY2681" fmla="*/ 2750996 h 6857801"/>
                <a:gd name="connsiteX2682" fmla="*/ 4664478 w 12184003"/>
                <a:gd name="connsiteY2682" fmla="*/ 2749115 h 6857801"/>
                <a:gd name="connsiteX2683" fmla="*/ 4458388 w 12184003"/>
                <a:gd name="connsiteY2683" fmla="*/ 2749115 h 6857801"/>
                <a:gd name="connsiteX2684" fmla="*/ 4458388 w 12184003"/>
                <a:gd name="connsiteY2684" fmla="*/ 2749810 h 6857801"/>
                <a:gd name="connsiteX2685" fmla="*/ 4478099 w 12184003"/>
                <a:gd name="connsiteY2685" fmla="*/ 2757872 h 6857801"/>
                <a:gd name="connsiteX2686" fmla="*/ 4478099 w 12184003"/>
                <a:gd name="connsiteY2686" fmla="*/ 2806014 h 6857801"/>
                <a:gd name="connsiteX2687" fmla="*/ 4468772 w 12184003"/>
                <a:gd name="connsiteY2687" fmla="*/ 2809855 h 6857801"/>
                <a:gd name="connsiteX2688" fmla="*/ 4708018 w 12184003"/>
                <a:gd name="connsiteY2688" fmla="*/ 3049073 h 6857801"/>
                <a:gd name="connsiteX2689" fmla="*/ 4856918 w 12184003"/>
                <a:gd name="connsiteY2689" fmla="*/ 3049073 h 6857801"/>
                <a:gd name="connsiteX2690" fmla="*/ 5086856 w 12184003"/>
                <a:gd name="connsiteY2690" fmla="*/ 3279047 h 6857801"/>
                <a:gd name="connsiteX2691" fmla="*/ 5257668 w 12184003"/>
                <a:gd name="connsiteY2691" fmla="*/ 3279047 h 6857801"/>
                <a:gd name="connsiteX2692" fmla="*/ 5257668 w 12184003"/>
                <a:gd name="connsiteY2692" fmla="*/ 2906788 h 6857801"/>
                <a:gd name="connsiteX2693" fmla="*/ 5257668 w 12184003"/>
                <a:gd name="connsiteY2693" fmla="*/ 2439256 h 6857801"/>
                <a:gd name="connsiteX2694" fmla="*/ 5251098 w 12184003"/>
                <a:gd name="connsiteY2694" fmla="*/ 2455688 h 6857801"/>
                <a:gd name="connsiteX2695" fmla="*/ 5218233 w 12184003"/>
                <a:gd name="connsiteY2695" fmla="*/ 2468781 h 6857801"/>
                <a:gd name="connsiteX2696" fmla="*/ 5185402 w 12184003"/>
                <a:gd name="connsiteY2696" fmla="*/ 2454856 h 6857801"/>
                <a:gd name="connsiteX2697" fmla="*/ 5176754 w 12184003"/>
                <a:gd name="connsiteY2697" fmla="*/ 2433745 h 6857801"/>
                <a:gd name="connsiteX2698" fmla="*/ 5055930 w 12184003"/>
                <a:gd name="connsiteY2698" fmla="*/ 2433745 h 6857801"/>
                <a:gd name="connsiteX2699" fmla="*/ 5045255 w 12184003"/>
                <a:gd name="connsiteY2699" fmla="*/ 2438161 h 6857801"/>
                <a:gd name="connsiteX2700" fmla="*/ 5034310 w 12184003"/>
                <a:gd name="connsiteY2700" fmla="*/ 2433745 h 6857801"/>
                <a:gd name="connsiteX2701" fmla="*/ 4999274 w 12184003"/>
                <a:gd name="connsiteY2701" fmla="*/ 2433745 h 6857801"/>
                <a:gd name="connsiteX2702" fmla="*/ 5116080 w 12184003"/>
                <a:gd name="connsiteY2702" fmla="*/ 2550595 h 6857801"/>
                <a:gd name="connsiteX2703" fmla="*/ 5140231 w 12184003"/>
                <a:gd name="connsiteY2703" fmla="*/ 2546242 h 6857801"/>
                <a:gd name="connsiteX2704" fmla="*/ 5185402 w 12184003"/>
                <a:gd name="connsiteY2704" fmla="*/ 2565127 h 6857801"/>
                <a:gd name="connsiteX2705" fmla="*/ 5185402 w 12184003"/>
                <a:gd name="connsiteY2705" fmla="*/ 2657101 h 6857801"/>
                <a:gd name="connsiteX2706" fmla="*/ 5093427 w 12184003"/>
                <a:gd name="connsiteY2706" fmla="*/ 2657101 h 6857801"/>
                <a:gd name="connsiteX2707" fmla="*/ 5078955 w 12184003"/>
                <a:gd name="connsiteY2707" fmla="*/ 2586932 h 6857801"/>
                <a:gd name="connsiteX2708" fmla="*/ 5082058 w 12184003"/>
                <a:gd name="connsiteY2708" fmla="*/ 2582226 h 6857801"/>
                <a:gd name="connsiteX2709" fmla="*/ 4933573 w 12184003"/>
                <a:gd name="connsiteY2709" fmla="*/ 2433745 h 6857801"/>
                <a:gd name="connsiteX2710" fmla="*/ 4594191 w 12184003"/>
                <a:gd name="connsiteY2710" fmla="*/ 2433745 h 6857801"/>
                <a:gd name="connsiteX2711" fmla="*/ 4594153 w 12184003"/>
                <a:gd name="connsiteY2711" fmla="*/ 2442502 h 6857801"/>
                <a:gd name="connsiteX2712" fmla="*/ 4910013 w 12184003"/>
                <a:gd name="connsiteY2712" fmla="*/ 2758401 h 6857801"/>
                <a:gd name="connsiteX2713" fmla="*/ 4932478 w 12184003"/>
                <a:gd name="connsiteY2713" fmla="*/ 2749113 h 6857801"/>
                <a:gd name="connsiteX2714" fmla="*/ 4964239 w 12184003"/>
                <a:gd name="connsiteY2714" fmla="*/ 2762207 h 6857801"/>
                <a:gd name="connsiteX2715" fmla="*/ 4964239 w 12184003"/>
                <a:gd name="connsiteY2715" fmla="*/ 2827947 h 6857801"/>
                <a:gd name="connsiteX2716" fmla="*/ 4900718 w 12184003"/>
                <a:gd name="connsiteY2716" fmla="*/ 2827947 h 6857801"/>
                <a:gd name="connsiteX2717" fmla="*/ 4887575 w 12184003"/>
                <a:gd name="connsiteY2717" fmla="*/ 2796155 h 6857801"/>
                <a:gd name="connsiteX2718" fmla="*/ 4895589 w 12184003"/>
                <a:gd name="connsiteY2718" fmla="*/ 2776832 h 6857801"/>
                <a:gd name="connsiteX2719" fmla="*/ 4572256 w 12184003"/>
                <a:gd name="connsiteY2719" fmla="*/ 2453483 h 6857801"/>
                <a:gd name="connsiteX2720" fmla="*/ 4572256 w 12184003"/>
                <a:gd name="connsiteY2720" fmla="*/ 2433745 h 6857801"/>
                <a:gd name="connsiteX2721" fmla="*/ 3823402 w 12184003"/>
                <a:gd name="connsiteY2721" fmla="*/ 2418447 h 6857801"/>
                <a:gd name="connsiteX2722" fmla="*/ 3789242 w 12184003"/>
                <a:gd name="connsiteY2722" fmla="*/ 2452505 h 6857801"/>
                <a:gd name="connsiteX2723" fmla="*/ 3891734 w 12184003"/>
                <a:gd name="connsiteY2723" fmla="*/ 2554740 h 6857801"/>
                <a:gd name="connsiteX2724" fmla="*/ 3914266 w 12184003"/>
                <a:gd name="connsiteY2724" fmla="*/ 2545423 h 6857801"/>
                <a:gd name="connsiteX2725" fmla="*/ 3946002 w 12184003"/>
                <a:gd name="connsiteY2725" fmla="*/ 2558606 h 6857801"/>
                <a:gd name="connsiteX2726" fmla="*/ 3955064 w 12184003"/>
                <a:gd name="connsiteY2726" fmla="*/ 2580456 h 6857801"/>
                <a:gd name="connsiteX2727" fmla="*/ 4206600 w 12184003"/>
                <a:gd name="connsiteY2727" fmla="*/ 2580456 h 6857801"/>
                <a:gd name="connsiteX2728" fmla="*/ 4044545 w 12184003"/>
                <a:gd name="connsiteY2728" fmla="*/ 2418447 h 6857801"/>
                <a:gd name="connsiteX2729" fmla="*/ 8076596 w 12184003"/>
                <a:gd name="connsiteY2729" fmla="*/ 2418404 h 6857801"/>
                <a:gd name="connsiteX2730" fmla="*/ 7914905 w 12184003"/>
                <a:gd name="connsiteY2730" fmla="*/ 2580456 h 6857801"/>
                <a:gd name="connsiteX2731" fmla="*/ 8522954 w 12184003"/>
                <a:gd name="connsiteY2731" fmla="*/ 2580456 h 6857801"/>
                <a:gd name="connsiteX2732" fmla="*/ 8380329 w 12184003"/>
                <a:gd name="connsiteY2732" fmla="*/ 2438097 h 6857801"/>
                <a:gd name="connsiteX2733" fmla="*/ 8305695 w 12184003"/>
                <a:gd name="connsiteY2733" fmla="*/ 2512729 h 6857801"/>
                <a:gd name="connsiteX2734" fmla="*/ 8312424 w 12184003"/>
                <a:gd name="connsiteY2734" fmla="*/ 2528990 h 6857801"/>
                <a:gd name="connsiteX2735" fmla="*/ 8299285 w 12184003"/>
                <a:gd name="connsiteY2735" fmla="*/ 2560747 h 6857801"/>
                <a:gd name="connsiteX2736" fmla="*/ 8235780 w 12184003"/>
                <a:gd name="connsiteY2736" fmla="*/ 2560747 h 6857801"/>
                <a:gd name="connsiteX2737" fmla="*/ 8235780 w 12184003"/>
                <a:gd name="connsiteY2737" fmla="*/ 2497236 h 6857801"/>
                <a:gd name="connsiteX2738" fmla="*/ 8267532 w 12184003"/>
                <a:gd name="connsiteY2738" fmla="*/ 2484108 h 6857801"/>
                <a:gd name="connsiteX2739" fmla="*/ 8291480 w 12184003"/>
                <a:gd name="connsiteY2739" fmla="*/ 2494008 h 6857801"/>
                <a:gd name="connsiteX2740" fmla="*/ 8363751 w 12184003"/>
                <a:gd name="connsiteY2740" fmla="*/ 2421553 h 6857801"/>
                <a:gd name="connsiteX2741" fmla="*/ 8360598 w 12184003"/>
                <a:gd name="connsiteY2741" fmla="*/ 2418404 h 6857801"/>
                <a:gd name="connsiteX2742" fmla="*/ 5945246 w 12184003"/>
                <a:gd name="connsiteY2742" fmla="*/ 2378891 h 6857801"/>
                <a:gd name="connsiteX2743" fmla="*/ 5934296 w 12184003"/>
                <a:gd name="connsiteY2743" fmla="*/ 2389941 h 6857801"/>
                <a:gd name="connsiteX2744" fmla="*/ 5934296 w 12184003"/>
                <a:gd name="connsiteY2744" fmla="*/ 2431554 h 6857801"/>
                <a:gd name="connsiteX2745" fmla="*/ 5945246 w 12184003"/>
                <a:gd name="connsiteY2745" fmla="*/ 2420638 h 6857801"/>
                <a:gd name="connsiteX2746" fmla="*/ 3618942 w 12184003"/>
                <a:gd name="connsiteY2746" fmla="*/ 2282684 h 6857801"/>
                <a:gd name="connsiteX2747" fmla="*/ 3771774 w 12184003"/>
                <a:gd name="connsiteY2747" fmla="*/ 2435083 h 6857801"/>
                <a:gd name="connsiteX2748" fmla="*/ 3812452 w 12184003"/>
                <a:gd name="connsiteY2748" fmla="*/ 2394361 h 6857801"/>
                <a:gd name="connsiteX2749" fmla="*/ 4020457 w 12184003"/>
                <a:gd name="connsiteY2749" fmla="*/ 2394361 h 6857801"/>
                <a:gd name="connsiteX2750" fmla="*/ 3925202 w 12184003"/>
                <a:gd name="connsiteY2750" fmla="*/ 2299115 h 6857801"/>
                <a:gd name="connsiteX2751" fmla="*/ 3902213 w 12184003"/>
                <a:gd name="connsiteY2751" fmla="*/ 2308961 h 6857801"/>
                <a:gd name="connsiteX2752" fmla="*/ 3879225 w 12184003"/>
                <a:gd name="connsiteY2752" fmla="*/ 2299115 h 6857801"/>
                <a:gd name="connsiteX2753" fmla="*/ 3872189 w 12184003"/>
                <a:gd name="connsiteY2753" fmla="*/ 2282684 h 6857801"/>
                <a:gd name="connsiteX2754" fmla="*/ 3554055 w 12184003"/>
                <a:gd name="connsiteY2754" fmla="*/ 2282684 h 6857801"/>
                <a:gd name="connsiteX2755" fmla="*/ 3330574 w 12184003"/>
                <a:gd name="connsiteY2755" fmla="*/ 2506177 h 6857801"/>
                <a:gd name="connsiteX2756" fmla="*/ 3335537 w 12184003"/>
                <a:gd name="connsiteY2756" fmla="*/ 2517439 h 6857801"/>
                <a:gd name="connsiteX2757" fmla="*/ 3398593 w 12184003"/>
                <a:gd name="connsiteY2757" fmla="*/ 2580456 h 6857801"/>
                <a:gd name="connsiteX2758" fmla="*/ 3626668 w 12184003"/>
                <a:gd name="connsiteY2758" fmla="*/ 2580456 h 6857801"/>
                <a:gd name="connsiteX2759" fmla="*/ 3755564 w 12184003"/>
                <a:gd name="connsiteY2759" fmla="*/ 2451314 h 6857801"/>
                <a:gd name="connsiteX2760" fmla="*/ 3586893 w 12184003"/>
                <a:gd name="connsiteY2760" fmla="*/ 2282684 h 6857801"/>
                <a:gd name="connsiteX2761" fmla="*/ 8535791 w 12184003"/>
                <a:gd name="connsiteY2761" fmla="*/ 2282637 h 6857801"/>
                <a:gd name="connsiteX2762" fmla="*/ 8397804 w 12184003"/>
                <a:gd name="connsiteY2762" fmla="*/ 2420624 h 6857801"/>
                <a:gd name="connsiteX2763" fmla="*/ 8557325 w 12184003"/>
                <a:gd name="connsiteY2763" fmla="*/ 2580456 h 6857801"/>
                <a:gd name="connsiteX2764" fmla="*/ 8785421 w 12184003"/>
                <a:gd name="connsiteY2764" fmla="*/ 2580456 h 6857801"/>
                <a:gd name="connsiteX2765" fmla="*/ 8848458 w 12184003"/>
                <a:gd name="connsiteY2765" fmla="*/ 2517419 h 6857801"/>
                <a:gd name="connsiteX2766" fmla="*/ 8853432 w 12184003"/>
                <a:gd name="connsiteY2766" fmla="*/ 2506128 h 6857801"/>
                <a:gd name="connsiteX2767" fmla="*/ 8629944 w 12184003"/>
                <a:gd name="connsiteY2767" fmla="*/ 2282637 h 6857801"/>
                <a:gd name="connsiteX2768" fmla="*/ 2143818 w 12184003"/>
                <a:gd name="connsiteY2768" fmla="*/ 2280494 h 6857801"/>
                <a:gd name="connsiteX2769" fmla="*/ 2183234 w 12184003"/>
                <a:gd name="connsiteY2769" fmla="*/ 2319864 h 6857801"/>
                <a:gd name="connsiteX2770" fmla="*/ 2807124 w 12184003"/>
                <a:gd name="connsiteY2770" fmla="*/ 2319864 h 6857801"/>
                <a:gd name="connsiteX2771" fmla="*/ 2813901 w 12184003"/>
                <a:gd name="connsiteY2771" fmla="*/ 2305639 h 6857801"/>
                <a:gd name="connsiteX2772" fmla="*/ 2837988 w 12184003"/>
                <a:gd name="connsiteY2772" fmla="*/ 2295777 h 6857801"/>
                <a:gd name="connsiteX2773" fmla="*/ 2870838 w 12184003"/>
                <a:gd name="connsiteY2773" fmla="*/ 2328626 h 6857801"/>
                <a:gd name="connsiteX2774" fmla="*/ 2864926 w 12184003"/>
                <a:gd name="connsiteY2774" fmla="*/ 2342458 h 6857801"/>
                <a:gd name="connsiteX2775" fmla="*/ 2913416 w 12184003"/>
                <a:gd name="connsiteY2775" fmla="*/ 2390911 h 6857801"/>
                <a:gd name="connsiteX2776" fmla="*/ 2938720 w 12184003"/>
                <a:gd name="connsiteY2776" fmla="*/ 2383380 h 6857801"/>
                <a:gd name="connsiteX2777" fmla="*/ 3004418 w 12184003"/>
                <a:gd name="connsiteY2777" fmla="*/ 2446921 h 6857801"/>
                <a:gd name="connsiteX2778" fmla="*/ 2999080 w 12184003"/>
                <a:gd name="connsiteY2778" fmla="*/ 2471622 h 6857801"/>
                <a:gd name="connsiteX2779" fmla="*/ 2997004 w 12184003"/>
                <a:gd name="connsiteY2779" fmla="*/ 2474542 h 6857801"/>
                <a:gd name="connsiteX2780" fmla="*/ 3035075 w 12184003"/>
                <a:gd name="connsiteY2780" fmla="*/ 2512574 h 6857801"/>
                <a:gd name="connsiteX2781" fmla="*/ 3272823 w 12184003"/>
                <a:gd name="connsiteY2781" fmla="*/ 2512574 h 6857801"/>
                <a:gd name="connsiteX2782" fmla="*/ 3278417 w 12184003"/>
                <a:gd name="connsiteY2782" fmla="*/ 2498382 h 6857801"/>
                <a:gd name="connsiteX2783" fmla="*/ 3280550 w 12184003"/>
                <a:gd name="connsiteY2783" fmla="*/ 2497494 h 6857801"/>
                <a:gd name="connsiteX2784" fmla="*/ 3063549 w 12184003"/>
                <a:gd name="connsiteY2784" fmla="*/ 2280494 h 6857801"/>
                <a:gd name="connsiteX2785" fmla="*/ 2060600 w 12184003"/>
                <a:gd name="connsiteY2785" fmla="*/ 2280494 h 6857801"/>
                <a:gd name="connsiteX2786" fmla="*/ 2051842 w 12184003"/>
                <a:gd name="connsiteY2786" fmla="*/ 2302347 h 6857801"/>
                <a:gd name="connsiteX2787" fmla="*/ 2047149 w 12184003"/>
                <a:gd name="connsiteY2787" fmla="*/ 2304224 h 6857801"/>
                <a:gd name="connsiteX2788" fmla="*/ 2165714 w 12184003"/>
                <a:gd name="connsiteY2788" fmla="*/ 2422785 h 6857801"/>
                <a:gd name="connsiteX2789" fmla="*/ 2879789 w 12184003"/>
                <a:gd name="connsiteY2789" fmla="*/ 2422785 h 6857801"/>
                <a:gd name="connsiteX2790" fmla="*/ 2879908 w 12184003"/>
                <a:gd name="connsiteY2790" fmla="*/ 2422209 h 6857801"/>
                <a:gd name="connsiteX2791" fmla="*/ 2897852 w 12184003"/>
                <a:gd name="connsiteY2791" fmla="*/ 2399749 h 6857801"/>
                <a:gd name="connsiteX2792" fmla="*/ 2853260 w 12184003"/>
                <a:gd name="connsiteY2792" fmla="*/ 2354931 h 6857801"/>
                <a:gd name="connsiteX2793" fmla="*/ 2837988 w 12184003"/>
                <a:gd name="connsiteY2793" fmla="*/ 2361515 h 6857801"/>
                <a:gd name="connsiteX2794" fmla="*/ 2814998 w 12184003"/>
                <a:gd name="connsiteY2794" fmla="*/ 2351657 h 6857801"/>
                <a:gd name="connsiteX2795" fmla="*/ 2808896 w 12184003"/>
                <a:gd name="connsiteY2795" fmla="*/ 2337383 h 6857801"/>
                <a:gd name="connsiteX2796" fmla="*/ 2176664 w 12184003"/>
                <a:gd name="connsiteY2796" fmla="*/ 2337383 h 6857801"/>
                <a:gd name="connsiteX2797" fmla="*/ 2119727 w 12184003"/>
                <a:gd name="connsiteY2797" fmla="*/ 2280494 h 6857801"/>
                <a:gd name="connsiteX2798" fmla="*/ 10064268 w 12184003"/>
                <a:gd name="connsiteY2798" fmla="*/ 2280447 h 6857801"/>
                <a:gd name="connsiteX2799" fmla="*/ 10007334 w 12184003"/>
                <a:gd name="connsiteY2799" fmla="*/ 2337381 h 6857801"/>
                <a:gd name="connsiteX2800" fmla="*/ 9375106 w 12184003"/>
                <a:gd name="connsiteY2800" fmla="*/ 2337381 h 6857801"/>
                <a:gd name="connsiteX2801" fmla="*/ 9369005 w 12184003"/>
                <a:gd name="connsiteY2801" fmla="*/ 2351618 h 6857801"/>
                <a:gd name="connsiteX2802" fmla="*/ 9346012 w 12184003"/>
                <a:gd name="connsiteY2802" fmla="*/ 2361469 h 6857801"/>
                <a:gd name="connsiteX2803" fmla="*/ 9332217 w 12184003"/>
                <a:gd name="connsiteY2803" fmla="*/ 2355557 h 6857801"/>
                <a:gd name="connsiteX2804" fmla="*/ 9286987 w 12184003"/>
                <a:gd name="connsiteY2804" fmla="*/ 2400790 h 6857801"/>
                <a:gd name="connsiteX2805" fmla="*/ 9304098 w 12184003"/>
                <a:gd name="connsiteY2805" fmla="*/ 2422175 h 6857801"/>
                <a:gd name="connsiteX2806" fmla="*/ 9304215 w 12184003"/>
                <a:gd name="connsiteY2806" fmla="*/ 2422784 h 6857801"/>
                <a:gd name="connsiteX2807" fmla="*/ 10018283 w 12184003"/>
                <a:gd name="connsiteY2807" fmla="*/ 2422784 h 6857801"/>
                <a:gd name="connsiteX2808" fmla="*/ 10136845 w 12184003"/>
                <a:gd name="connsiteY2808" fmla="*/ 2304224 h 6857801"/>
                <a:gd name="connsiteX2809" fmla="*/ 10132152 w 12184003"/>
                <a:gd name="connsiteY2809" fmla="*/ 2302345 h 6857801"/>
                <a:gd name="connsiteX2810" fmla="*/ 10123393 w 12184003"/>
                <a:gd name="connsiteY2810" fmla="*/ 2280447 h 6857801"/>
                <a:gd name="connsiteX2811" fmla="*/ 9120462 w 12184003"/>
                <a:gd name="connsiteY2811" fmla="*/ 2280447 h 6857801"/>
                <a:gd name="connsiteX2812" fmla="*/ 8903460 w 12184003"/>
                <a:gd name="connsiteY2812" fmla="*/ 2497452 h 6857801"/>
                <a:gd name="connsiteX2813" fmla="*/ 8905587 w 12184003"/>
                <a:gd name="connsiteY2813" fmla="*/ 2498335 h 6857801"/>
                <a:gd name="connsiteX2814" fmla="*/ 8911178 w 12184003"/>
                <a:gd name="connsiteY2814" fmla="*/ 2512566 h 6857801"/>
                <a:gd name="connsiteX2815" fmla="*/ 9149907 w 12184003"/>
                <a:gd name="connsiteY2815" fmla="*/ 2512566 h 6857801"/>
                <a:gd name="connsiteX2816" fmla="*/ 9187329 w 12184003"/>
                <a:gd name="connsiteY2816" fmla="*/ 2474961 h 6857801"/>
                <a:gd name="connsiteX2817" fmla="*/ 9184924 w 12184003"/>
                <a:gd name="connsiteY2817" fmla="*/ 2471574 h 6857801"/>
                <a:gd name="connsiteX2818" fmla="*/ 9179586 w 12184003"/>
                <a:gd name="connsiteY2818" fmla="*/ 2446871 h 6857801"/>
                <a:gd name="connsiteX2819" fmla="*/ 9245281 w 12184003"/>
                <a:gd name="connsiteY2819" fmla="*/ 2383366 h 6857801"/>
                <a:gd name="connsiteX2820" fmla="*/ 9270870 w 12184003"/>
                <a:gd name="connsiteY2820" fmla="*/ 2390992 h 6857801"/>
                <a:gd name="connsiteX2821" fmla="*/ 9319112 w 12184003"/>
                <a:gd name="connsiteY2821" fmla="*/ 2342503 h 6857801"/>
                <a:gd name="connsiteX2822" fmla="*/ 9313165 w 12184003"/>
                <a:gd name="connsiteY2822" fmla="*/ 2328623 h 6857801"/>
                <a:gd name="connsiteX2823" fmla="*/ 9346012 w 12184003"/>
                <a:gd name="connsiteY2823" fmla="*/ 2295777 h 6857801"/>
                <a:gd name="connsiteX2824" fmla="*/ 9370100 w 12184003"/>
                <a:gd name="connsiteY2824" fmla="*/ 2305628 h 6857801"/>
                <a:gd name="connsiteX2825" fmla="*/ 9376878 w 12184003"/>
                <a:gd name="connsiteY2825" fmla="*/ 2319864 h 6857801"/>
                <a:gd name="connsiteX2826" fmla="*/ 10000764 w 12184003"/>
                <a:gd name="connsiteY2826" fmla="*/ 2319864 h 6857801"/>
                <a:gd name="connsiteX2827" fmla="*/ 10040179 w 12184003"/>
                <a:gd name="connsiteY2827" fmla="*/ 2280447 h 6857801"/>
                <a:gd name="connsiteX2828" fmla="*/ 3514640 w 12184003"/>
                <a:gd name="connsiteY2828" fmla="*/ 2210392 h 6857801"/>
                <a:gd name="connsiteX2829" fmla="*/ 3477420 w 12184003"/>
                <a:gd name="connsiteY2829" fmla="*/ 2247650 h 6857801"/>
                <a:gd name="connsiteX2830" fmla="*/ 3486176 w 12184003"/>
                <a:gd name="connsiteY2830" fmla="*/ 2269500 h 6857801"/>
                <a:gd name="connsiteX2831" fmla="*/ 3440196 w 12184003"/>
                <a:gd name="connsiteY2831" fmla="*/ 2315532 h 6857801"/>
                <a:gd name="connsiteX2832" fmla="*/ 3407351 w 12184003"/>
                <a:gd name="connsiteY2832" fmla="*/ 2302347 h 6857801"/>
                <a:gd name="connsiteX2833" fmla="*/ 3398589 w 12184003"/>
                <a:gd name="connsiteY2833" fmla="*/ 2280494 h 6857801"/>
                <a:gd name="connsiteX2834" fmla="*/ 3098586 w 12184003"/>
                <a:gd name="connsiteY2834" fmla="*/ 2280494 h 6857801"/>
                <a:gd name="connsiteX2835" fmla="*/ 3309490 w 12184003"/>
                <a:gd name="connsiteY2835" fmla="*/ 2491395 h 6857801"/>
                <a:gd name="connsiteX2836" fmla="*/ 3317808 w 12184003"/>
                <a:gd name="connsiteY2836" fmla="*/ 2494653 h 6857801"/>
                <a:gd name="connsiteX2837" fmla="*/ 3545297 w 12184003"/>
                <a:gd name="connsiteY2837" fmla="*/ 2265167 h 6857801"/>
                <a:gd name="connsiteX2838" fmla="*/ 3569377 w 12184003"/>
                <a:gd name="connsiteY2838" fmla="*/ 2265167 h 6857801"/>
                <a:gd name="connsiteX2839" fmla="*/ 3545305 w 12184003"/>
                <a:gd name="connsiteY2839" fmla="*/ 2179757 h 6857801"/>
                <a:gd name="connsiteX2840" fmla="*/ 3530550 w 12184003"/>
                <a:gd name="connsiteY2840" fmla="*/ 2194520 h 6857801"/>
                <a:gd name="connsiteX2841" fmla="*/ 3601378 w 12184003"/>
                <a:gd name="connsiteY2841" fmla="*/ 2265167 h 6857801"/>
                <a:gd name="connsiteX2842" fmla="*/ 3874067 w 12184003"/>
                <a:gd name="connsiteY2842" fmla="*/ 2265167 h 6857801"/>
                <a:gd name="connsiteX2843" fmla="*/ 3879224 w 12184003"/>
                <a:gd name="connsiteY2843" fmla="*/ 2253083 h 6857801"/>
                <a:gd name="connsiteX2844" fmla="*/ 3829959 w 12184003"/>
                <a:gd name="connsiteY2844" fmla="*/ 2203846 h 6857801"/>
                <a:gd name="connsiteX2845" fmla="*/ 3798207 w 12184003"/>
                <a:gd name="connsiteY2845" fmla="*/ 2216946 h 6857801"/>
                <a:gd name="connsiteX2846" fmla="*/ 3766455 w 12184003"/>
                <a:gd name="connsiteY2846" fmla="*/ 2203846 h 6857801"/>
                <a:gd name="connsiteX2847" fmla="*/ 3756485 w 12184003"/>
                <a:gd name="connsiteY2847" fmla="*/ 2179757 h 6857801"/>
                <a:gd name="connsiteX2848" fmla="*/ 2997853 w 12184003"/>
                <a:gd name="connsiteY2848" fmla="*/ 2179757 h 6857801"/>
                <a:gd name="connsiteX2849" fmla="*/ 3076686 w 12184003"/>
                <a:gd name="connsiteY2849" fmla="*/ 2258551 h 6857801"/>
                <a:gd name="connsiteX2850" fmla="*/ 3398589 w 12184003"/>
                <a:gd name="connsiteY2850" fmla="*/ 2258551 h 6857801"/>
                <a:gd name="connsiteX2851" fmla="*/ 3407351 w 12184003"/>
                <a:gd name="connsiteY2851" fmla="*/ 2236700 h 6857801"/>
                <a:gd name="connsiteX2852" fmla="*/ 3440196 w 12184003"/>
                <a:gd name="connsiteY2852" fmla="*/ 2223515 h 6857801"/>
                <a:gd name="connsiteX2853" fmla="*/ 3460654 w 12184003"/>
                <a:gd name="connsiteY2853" fmla="*/ 2231746 h 6857801"/>
                <a:gd name="connsiteX2854" fmla="*/ 3498427 w 12184003"/>
                <a:gd name="connsiteY2854" fmla="*/ 2194211 h 6857801"/>
                <a:gd name="connsiteX2855" fmla="*/ 3483979 w 12184003"/>
                <a:gd name="connsiteY2855" fmla="*/ 2179757 h 6857801"/>
                <a:gd name="connsiteX2856" fmla="*/ 8639468 w 12184003"/>
                <a:gd name="connsiteY2856" fmla="*/ 2178959 h 6857801"/>
                <a:gd name="connsiteX2857" fmla="*/ 8553310 w 12184003"/>
                <a:gd name="connsiteY2857" fmla="*/ 2265120 h 6857801"/>
                <a:gd name="connsiteX2858" fmla="*/ 8638704 w 12184003"/>
                <a:gd name="connsiteY2858" fmla="*/ 2265120 h 6857801"/>
                <a:gd name="connsiteX2859" fmla="*/ 8866195 w 12184003"/>
                <a:gd name="connsiteY2859" fmla="*/ 2494641 h 6857801"/>
                <a:gd name="connsiteX2860" fmla="*/ 8874533 w 12184003"/>
                <a:gd name="connsiteY2860" fmla="*/ 2491347 h 6857801"/>
                <a:gd name="connsiteX2861" fmla="*/ 9085424 w 12184003"/>
                <a:gd name="connsiteY2861" fmla="*/ 2280447 h 6857801"/>
                <a:gd name="connsiteX2862" fmla="*/ 8785421 w 12184003"/>
                <a:gd name="connsiteY2862" fmla="*/ 2280447 h 6857801"/>
                <a:gd name="connsiteX2863" fmla="*/ 8776662 w 12184003"/>
                <a:gd name="connsiteY2863" fmla="*/ 2302345 h 6857801"/>
                <a:gd name="connsiteX2864" fmla="*/ 8743814 w 12184003"/>
                <a:gd name="connsiteY2864" fmla="*/ 2315484 h 6857801"/>
                <a:gd name="connsiteX2865" fmla="*/ 8697829 w 12184003"/>
                <a:gd name="connsiteY2865" fmla="*/ 2269500 h 6857801"/>
                <a:gd name="connsiteX2866" fmla="*/ 8707149 w 12184003"/>
                <a:gd name="connsiteY2866" fmla="*/ 2246205 h 6857801"/>
                <a:gd name="connsiteX2867" fmla="*/ 8700018 w 12184003"/>
                <a:gd name="connsiteY2867" fmla="*/ 2118407 h 6857801"/>
                <a:gd name="connsiteX2868" fmla="*/ 8654819 w 12184003"/>
                <a:gd name="connsiteY2868" fmla="*/ 2163617 h 6857801"/>
                <a:gd name="connsiteX2869" fmla="*/ 8723352 w 12184003"/>
                <a:gd name="connsiteY2869" fmla="*/ 2231700 h 6857801"/>
                <a:gd name="connsiteX2870" fmla="*/ 8743814 w 12184003"/>
                <a:gd name="connsiteY2870" fmla="*/ 2223515 h 6857801"/>
                <a:gd name="connsiteX2871" fmla="*/ 8776662 w 12184003"/>
                <a:gd name="connsiteY2871" fmla="*/ 2236654 h 6857801"/>
                <a:gd name="connsiteX2872" fmla="*/ 8785422 w 12184003"/>
                <a:gd name="connsiteY2872" fmla="*/ 2258551 h 6857801"/>
                <a:gd name="connsiteX2873" fmla="*/ 9107323 w 12184003"/>
                <a:gd name="connsiteY2873" fmla="*/ 2258551 h 6857801"/>
                <a:gd name="connsiteX2874" fmla="*/ 9247462 w 12184003"/>
                <a:gd name="connsiteY2874" fmla="*/ 2118407 h 6857801"/>
                <a:gd name="connsiteX2875" fmla="*/ 8609322 w 12184003"/>
                <a:gd name="connsiteY2875" fmla="*/ 2118407 h 6857801"/>
                <a:gd name="connsiteX2876" fmla="*/ 8637846 w 12184003"/>
                <a:gd name="connsiteY2876" fmla="*/ 2146749 h 6857801"/>
                <a:gd name="connsiteX2877" fmla="*/ 8666111 w 12184003"/>
                <a:gd name="connsiteY2877" fmla="*/ 2118407 h 6857801"/>
                <a:gd name="connsiteX2878" fmla="*/ 8426593 w 12184003"/>
                <a:gd name="connsiteY2878" fmla="*/ 2118407 h 6857801"/>
                <a:gd name="connsiteX2879" fmla="*/ 8417533 w 12184003"/>
                <a:gd name="connsiteY2879" fmla="*/ 2140307 h 6857801"/>
                <a:gd name="connsiteX2880" fmla="*/ 8385781 w 12184003"/>
                <a:gd name="connsiteY2880" fmla="*/ 2153442 h 6857801"/>
                <a:gd name="connsiteX2881" fmla="*/ 8354065 w 12184003"/>
                <a:gd name="connsiteY2881" fmla="*/ 2140321 h 6857801"/>
                <a:gd name="connsiteX2882" fmla="*/ 8100630 w 12184003"/>
                <a:gd name="connsiteY2882" fmla="*/ 2394316 h 6857801"/>
                <a:gd name="connsiteX2883" fmla="*/ 8371547 w 12184003"/>
                <a:gd name="connsiteY2883" fmla="*/ 2394316 h 6857801"/>
                <a:gd name="connsiteX2884" fmla="*/ 8381234 w 12184003"/>
                <a:gd name="connsiteY2884" fmla="*/ 2404022 h 6857801"/>
                <a:gd name="connsiteX2885" fmla="*/ 8502306 w 12184003"/>
                <a:gd name="connsiteY2885" fmla="*/ 2282637 h 6857801"/>
                <a:gd name="connsiteX2886" fmla="*/ 8311796 w 12184003"/>
                <a:gd name="connsiteY2886" fmla="*/ 2282637 h 6857801"/>
                <a:gd name="connsiteX2887" fmla="*/ 8304759 w 12184003"/>
                <a:gd name="connsiteY2887" fmla="*/ 2299059 h 6857801"/>
                <a:gd name="connsiteX2888" fmla="*/ 8281765 w 12184003"/>
                <a:gd name="connsiteY2888" fmla="*/ 2308914 h 6857801"/>
                <a:gd name="connsiteX2889" fmla="*/ 8248918 w 12184003"/>
                <a:gd name="connsiteY2889" fmla="*/ 2276068 h 6857801"/>
                <a:gd name="connsiteX2890" fmla="*/ 8281765 w 12184003"/>
                <a:gd name="connsiteY2890" fmla="*/ 2243225 h 6857801"/>
                <a:gd name="connsiteX2891" fmla="*/ 8304759 w 12184003"/>
                <a:gd name="connsiteY2891" fmla="*/ 2253072 h 6857801"/>
                <a:gd name="connsiteX2892" fmla="*/ 8309921 w 12184003"/>
                <a:gd name="connsiteY2892" fmla="*/ 2265120 h 6857801"/>
                <a:gd name="connsiteX2893" fmla="*/ 8519780 w 12184003"/>
                <a:gd name="connsiteY2893" fmla="*/ 2265120 h 6857801"/>
                <a:gd name="connsiteX2894" fmla="*/ 8622516 w 12184003"/>
                <a:gd name="connsiteY2894" fmla="*/ 2162117 h 6857801"/>
                <a:gd name="connsiteX2895" fmla="*/ 8578521 w 12184003"/>
                <a:gd name="connsiteY2895" fmla="*/ 2118407 h 6857801"/>
                <a:gd name="connsiteX2896" fmla="*/ 3687450 w 12184003"/>
                <a:gd name="connsiteY2896" fmla="*/ 2037625 h 6857801"/>
                <a:gd name="connsiteX2897" fmla="*/ 3567200 w 12184003"/>
                <a:gd name="connsiteY2897" fmla="*/ 2157822 h 6857801"/>
                <a:gd name="connsiteX2898" fmla="*/ 3759204 w 12184003"/>
                <a:gd name="connsiteY2898" fmla="*/ 2157822 h 6857801"/>
                <a:gd name="connsiteX2899" fmla="*/ 3764649 w 12184003"/>
                <a:gd name="connsiteY2899" fmla="*/ 2144701 h 6857801"/>
                <a:gd name="connsiteX2900" fmla="*/ 3756592 w 12184003"/>
                <a:gd name="connsiteY2900" fmla="*/ 2125011 h 6857801"/>
                <a:gd name="connsiteX2901" fmla="*/ 3761971 w 12184003"/>
                <a:gd name="connsiteY2901" fmla="*/ 2111823 h 6857801"/>
                <a:gd name="connsiteX2902" fmla="*/ 1802205 w 12184003"/>
                <a:gd name="connsiteY2902" fmla="*/ 2037445 h 6857801"/>
                <a:gd name="connsiteX2903" fmla="*/ 1997102 w 12184003"/>
                <a:gd name="connsiteY2903" fmla="*/ 2232274 h 6857801"/>
                <a:gd name="connsiteX2904" fmla="*/ 2018994 w 12184003"/>
                <a:gd name="connsiteY2904" fmla="*/ 2223515 h 6857801"/>
                <a:gd name="connsiteX2905" fmla="*/ 2051842 w 12184003"/>
                <a:gd name="connsiteY2905" fmla="*/ 2236700 h 6857801"/>
                <a:gd name="connsiteX2906" fmla="*/ 2060600 w 12184003"/>
                <a:gd name="connsiteY2906" fmla="*/ 2258551 h 6857801"/>
                <a:gd name="connsiteX2907" fmla="*/ 2097825 w 12184003"/>
                <a:gd name="connsiteY2907" fmla="*/ 2258551 h 6857801"/>
                <a:gd name="connsiteX2908" fmla="*/ 1876654 w 12184003"/>
                <a:gd name="connsiteY2908" fmla="*/ 2037445 h 6857801"/>
                <a:gd name="connsiteX2909" fmla="*/ 10307338 w 12184003"/>
                <a:gd name="connsiteY2909" fmla="*/ 2037395 h 6857801"/>
                <a:gd name="connsiteX2910" fmla="*/ 10086165 w 12184003"/>
                <a:gd name="connsiteY2910" fmla="*/ 2258551 h 6857801"/>
                <a:gd name="connsiteX2911" fmla="*/ 10123392 w 12184003"/>
                <a:gd name="connsiteY2911" fmla="*/ 2258551 h 6857801"/>
                <a:gd name="connsiteX2912" fmla="*/ 10132152 w 12184003"/>
                <a:gd name="connsiteY2912" fmla="*/ 2236654 h 6857801"/>
                <a:gd name="connsiteX2913" fmla="*/ 10164999 w 12184003"/>
                <a:gd name="connsiteY2913" fmla="*/ 2223515 h 6857801"/>
                <a:gd name="connsiteX2914" fmla="*/ 10186901 w 12184003"/>
                <a:gd name="connsiteY2914" fmla="*/ 2232274 h 6857801"/>
                <a:gd name="connsiteX2915" fmla="*/ 10381797 w 12184003"/>
                <a:gd name="connsiteY2915" fmla="*/ 2037395 h 6857801"/>
                <a:gd name="connsiteX2916" fmla="*/ 5945246 w 12184003"/>
                <a:gd name="connsiteY2916" fmla="*/ 2022116 h 6857801"/>
                <a:gd name="connsiteX2917" fmla="*/ 5717515 w 12184003"/>
                <a:gd name="connsiteY2917" fmla="*/ 2249792 h 6857801"/>
                <a:gd name="connsiteX2918" fmla="*/ 5717515 w 12184003"/>
                <a:gd name="connsiteY2918" fmla="*/ 2582024 h 6857801"/>
                <a:gd name="connsiteX2919" fmla="*/ 5731747 w 12184003"/>
                <a:gd name="connsiteY2919" fmla="*/ 2588119 h 6857801"/>
                <a:gd name="connsiteX2920" fmla="*/ 5741601 w 12184003"/>
                <a:gd name="connsiteY2920" fmla="*/ 2611150 h 6857801"/>
                <a:gd name="connsiteX2921" fmla="*/ 5733098 w 12184003"/>
                <a:gd name="connsiteY2921" fmla="*/ 2632759 h 6857801"/>
                <a:gd name="connsiteX2922" fmla="*/ 5901451 w 12184003"/>
                <a:gd name="connsiteY2922" fmla="*/ 2464433 h 6857801"/>
                <a:gd name="connsiteX2923" fmla="*/ 5901451 w 12184003"/>
                <a:gd name="connsiteY2923" fmla="*/ 2374611 h 6857801"/>
                <a:gd name="connsiteX2924" fmla="*/ 5945246 w 12184003"/>
                <a:gd name="connsiteY2924" fmla="*/ 2330827 h 6857801"/>
                <a:gd name="connsiteX2925" fmla="*/ 2209503 w 12184003"/>
                <a:gd name="connsiteY2925" fmla="*/ 2022116 h 6857801"/>
                <a:gd name="connsiteX2926" fmla="*/ 2345276 w 12184003"/>
                <a:gd name="connsiteY2926" fmla="*/ 2157822 h 6857801"/>
                <a:gd name="connsiteX2927" fmla="*/ 2594919 w 12184003"/>
                <a:gd name="connsiteY2927" fmla="*/ 2157822 h 6857801"/>
                <a:gd name="connsiteX2928" fmla="*/ 2940916 w 12184003"/>
                <a:gd name="connsiteY2928" fmla="*/ 2157822 h 6857801"/>
                <a:gd name="connsiteX2929" fmla="*/ 2830488 w 12184003"/>
                <a:gd name="connsiteY2929" fmla="*/ 2047454 h 6857801"/>
                <a:gd name="connsiteX2930" fmla="*/ 2811715 w 12184003"/>
                <a:gd name="connsiteY2930" fmla="*/ 2054963 h 6857801"/>
                <a:gd name="connsiteX2931" fmla="*/ 2778870 w 12184003"/>
                <a:gd name="connsiteY2931" fmla="*/ 2041825 h 6857801"/>
                <a:gd name="connsiteX2932" fmla="*/ 2770987 w 12184003"/>
                <a:gd name="connsiteY2932" fmla="*/ 2022116 h 6857801"/>
                <a:gd name="connsiteX2933" fmla="*/ 2173140 w 12184003"/>
                <a:gd name="connsiteY2933" fmla="*/ 2022116 h 6857801"/>
                <a:gd name="connsiteX2934" fmla="*/ 2329949 w 12184003"/>
                <a:gd name="connsiteY2934" fmla="*/ 2181915 h 6857801"/>
                <a:gd name="connsiteX2935" fmla="*/ 2565824 w 12184003"/>
                <a:gd name="connsiteY2935" fmla="*/ 2181915 h 6857801"/>
                <a:gd name="connsiteX2936" fmla="*/ 2566762 w 12184003"/>
                <a:gd name="connsiteY2936" fmla="*/ 2179757 h 6857801"/>
                <a:gd name="connsiteX2937" fmla="*/ 2336515 w 12184003"/>
                <a:gd name="connsiteY2937" fmla="*/ 2179757 h 6857801"/>
                <a:gd name="connsiteX2938" fmla="*/ 2178235 w 12184003"/>
                <a:gd name="connsiteY2938" fmla="*/ 2022116 h 6857801"/>
                <a:gd name="connsiteX2939" fmla="*/ 9413018 w 12184003"/>
                <a:gd name="connsiteY2939" fmla="*/ 2022073 h 6857801"/>
                <a:gd name="connsiteX2940" fmla="*/ 9405136 w 12184003"/>
                <a:gd name="connsiteY2940" fmla="*/ 2041778 h 6857801"/>
                <a:gd name="connsiteX2941" fmla="*/ 9372289 w 12184003"/>
                <a:gd name="connsiteY2941" fmla="*/ 2054916 h 6857801"/>
                <a:gd name="connsiteX2942" fmla="*/ 9353522 w 12184003"/>
                <a:gd name="connsiteY2942" fmla="*/ 2047409 h 6857801"/>
                <a:gd name="connsiteX2943" fmla="*/ 9305794 w 12184003"/>
                <a:gd name="connsiteY2943" fmla="*/ 2095115 h 6857801"/>
                <a:gd name="connsiteX2944" fmla="*/ 9838720 w 12184003"/>
                <a:gd name="connsiteY2944" fmla="*/ 2094320 h 6857801"/>
                <a:gd name="connsiteX2945" fmla="*/ 9910992 w 12184003"/>
                <a:gd name="connsiteY2945" fmla="*/ 2022073 h 6857801"/>
                <a:gd name="connsiteX2946" fmla="*/ 8465788 w 12184003"/>
                <a:gd name="connsiteY2946" fmla="*/ 2006436 h 6857801"/>
                <a:gd name="connsiteX2947" fmla="*/ 8421961 w 12184003"/>
                <a:gd name="connsiteY2947" fmla="*/ 2050416 h 6857801"/>
                <a:gd name="connsiteX2948" fmla="*/ 8427388 w 12184003"/>
                <a:gd name="connsiteY2948" fmla="*/ 2063683 h 6857801"/>
                <a:gd name="connsiteX2949" fmla="*/ 8419784 w 12184003"/>
                <a:gd name="connsiteY2949" fmla="*/ 2082268 h 6857801"/>
                <a:gd name="connsiteX2950" fmla="*/ 8425654 w 12184003"/>
                <a:gd name="connsiteY2950" fmla="*/ 2096421 h 6857801"/>
                <a:gd name="connsiteX2951" fmla="*/ 8556193 w 12184003"/>
                <a:gd name="connsiteY2951" fmla="*/ 2096230 h 6857801"/>
                <a:gd name="connsiteX2952" fmla="*/ 2125610 w 12184003"/>
                <a:gd name="connsiteY2952" fmla="*/ 1969698 h 6857801"/>
                <a:gd name="connsiteX2953" fmla="*/ 2124426 w 12184003"/>
                <a:gd name="connsiteY2953" fmla="*/ 1972459 h 6857801"/>
                <a:gd name="connsiteX2954" fmla="*/ 2149511 w 12184003"/>
                <a:gd name="connsiteY2954" fmla="*/ 1998028 h 6857801"/>
                <a:gd name="connsiteX2955" fmla="*/ 2154054 w 12184003"/>
                <a:gd name="connsiteY2955" fmla="*/ 1998028 h 6857801"/>
                <a:gd name="connsiteX2956" fmla="*/ 1896367 w 12184003"/>
                <a:gd name="connsiteY2956" fmla="*/ 1969560 h 6857801"/>
                <a:gd name="connsiteX2957" fmla="*/ 1924834 w 12184003"/>
                <a:gd name="connsiteY2957" fmla="*/ 1998028 h 6857801"/>
                <a:gd name="connsiteX2958" fmla="*/ 2125755 w 12184003"/>
                <a:gd name="connsiteY2958" fmla="*/ 1998028 h 6857801"/>
                <a:gd name="connsiteX2959" fmla="*/ 2115327 w 12184003"/>
                <a:gd name="connsiteY2959" fmla="*/ 1987400 h 6857801"/>
                <a:gd name="connsiteX2960" fmla="*/ 2095636 w 12184003"/>
                <a:gd name="connsiteY2960" fmla="*/ 1995840 h 6857801"/>
                <a:gd name="connsiteX2961" fmla="*/ 2072640 w 12184003"/>
                <a:gd name="connsiteY2961" fmla="*/ 1985985 h 6857801"/>
                <a:gd name="connsiteX2962" fmla="*/ 2065601 w 12184003"/>
                <a:gd name="connsiteY2962" fmla="*/ 1969560 h 6857801"/>
                <a:gd name="connsiteX2963" fmla="*/ 1734321 w 12184003"/>
                <a:gd name="connsiteY2963" fmla="*/ 1969560 h 6857801"/>
                <a:gd name="connsiteX2964" fmla="*/ 1784687 w 12184003"/>
                <a:gd name="connsiteY2964" fmla="*/ 2019926 h 6857801"/>
                <a:gd name="connsiteX2965" fmla="*/ 1883223 w 12184003"/>
                <a:gd name="connsiteY2965" fmla="*/ 2019926 h 6857801"/>
                <a:gd name="connsiteX2966" fmla="*/ 2121919 w 12184003"/>
                <a:gd name="connsiteY2966" fmla="*/ 2258551 h 6857801"/>
                <a:gd name="connsiteX2967" fmla="*/ 3041650 w 12184003"/>
                <a:gd name="connsiteY2967" fmla="*/ 2258551 h 6857801"/>
                <a:gd name="connsiteX2968" fmla="*/ 2962815 w 12184003"/>
                <a:gd name="connsiteY2968" fmla="*/ 2179757 h 6857801"/>
                <a:gd name="connsiteX2969" fmla="*/ 2623073 w 12184003"/>
                <a:gd name="connsiteY2969" fmla="*/ 2179757 h 6857801"/>
                <a:gd name="connsiteX2970" fmla="*/ 2627766 w 12184003"/>
                <a:gd name="connsiteY2970" fmla="*/ 2190669 h 6857801"/>
                <a:gd name="connsiteX2971" fmla="*/ 2594919 w 12184003"/>
                <a:gd name="connsiteY2971" fmla="*/ 2223515 h 6857801"/>
                <a:gd name="connsiteX2972" fmla="*/ 2571923 w 12184003"/>
                <a:gd name="connsiteY2972" fmla="*/ 2214523 h 6857801"/>
                <a:gd name="connsiteX2973" fmla="*/ 2565693 w 12184003"/>
                <a:gd name="connsiteY2973" fmla="*/ 2199429 h 6857801"/>
                <a:gd name="connsiteX2974" fmla="*/ 2323381 w 12184003"/>
                <a:gd name="connsiteY2974" fmla="*/ 2199429 h 6857801"/>
                <a:gd name="connsiteX2975" fmla="*/ 2149387 w 12184003"/>
                <a:gd name="connsiteY2975" fmla="*/ 2022116 h 6857801"/>
                <a:gd name="connsiteX2976" fmla="*/ 1916075 w 12184003"/>
                <a:gd name="connsiteY2976" fmla="*/ 2022116 h 6857801"/>
                <a:gd name="connsiteX2977" fmla="*/ 1863521 w 12184003"/>
                <a:gd name="connsiteY2977" fmla="*/ 1969560 h 6857801"/>
                <a:gd name="connsiteX2978" fmla="*/ 10320484 w 12184003"/>
                <a:gd name="connsiteY2978" fmla="*/ 1969511 h 6857801"/>
                <a:gd name="connsiteX2979" fmla="*/ 10267921 w 12184003"/>
                <a:gd name="connsiteY2979" fmla="*/ 2022073 h 6857801"/>
                <a:gd name="connsiteX2980" fmla="*/ 10034605 w 12184003"/>
                <a:gd name="connsiteY2980" fmla="*/ 2022073 h 6857801"/>
                <a:gd name="connsiteX2981" fmla="*/ 9860616 w 12184003"/>
                <a:gd name="connsiteY2981" fmla="*/ 2199429 h 6857801"/>
                <a:gd name="connsiteX2982" fmla="*/ 9618301 w 12184003"/>
                <a:gd name="connsiteY2982" fmla="*/ 2199429 h 6857801"/>
                <a:gd name="connsiteX2983" fmla="*/ 9612073 w 12184003"/>
                <a:gd name="connsiteY2983" fmla="*/ 2214477 h 6857801"/>
                <a:gd name="connsiteX2984" fmla="*/ 9589081 w 12184003"/>
                <a:gd name="connsiteY2984" fmla="*/ 2223515 h 6857801"/>
                <a:gd name="connsiteX2985" fmla="*/ 9556233 w 12184003"/>
                <a:gd name="connsiteY2985" fmla="*/ 2190669 h 6857801"/>
                <a:gd name="connsiteX2986" fmla="*/ 9589081 w 12184003"/>
                <a:gd name="connsiteY2986" fmla="*/ 2157822 h 6857801"/>
                <a:gd name="connsiteX2987" fmla="*/ 9612073 w 12184003"/>
                <a:gd name="connsiteY2987" fmla="*/ 2167671 h 6857801"/>
                <a:gd name="connsiteX2988" fmla="*/ 9618174 w 12184003"/>
                <a:gd name="connsiteY2988" fmla="*/ 2181909 h 6857801"/>
                <a:gd name="connsiteX2989" fmla="*/ 9854047 w 12184003"/>
                <a:gd name="connsiteY2989" fmla="*/ 2181909 h 6857801"/>
                <a:gd name="connsiteX2990" fmla="*/ 10010851 w 12184003"/>
                <a:gd name="connsiteY2990" fmla="*/ 2022073 h 6857801"/>
                <a:gd name="connsiteX2991" fmla="*/ 9943839 w 12184003"/>
                <a:gd name="connsiteY2991" fmla="*/ 2022073 h 6857801"/>
                <a:gd name="connsiteX2992" fmla="*/ 9847479 w 12184003"/>
                <a:gd name="connsiteY2992" fmla="*/ 2118407 h 6857801"/>
                <a:gd name="connsiteX2993" fmla="*/ 9282500 w 12184003"/>
                <a:gd name="connsiteY2993" fmla="*/ 2118407 h 6857801"/>
                <a:gd name="connsiteX2994" fmla="*/ 9142361 w 12184003"/>
                <a:gd name="connsiteY2994" fmla="*/ 2258551 h 6857801"/>
                <a:gd name="connsiteX2995" fmla="*/ 10062077 w 12184003"/>
                <a:gd name="connsiteY2995" fmla="*/ 2258551 h 6857801"/>
                <a:gd name="connsiteX2996" fmla="*/ 10300769 w 12184003"/>
                <a:gd name="connsiteY2996" fmla="*/ 2019877 h 6857801"/>
                <a:gd name="connsiteX2997" fmla="*/ 10399316 w 12184003"/>
                <a:gd name="connsiteY2997" fmla="*/ 2019877 h 6857801"/>
                <a:gd name="connsiteX2998" fmla="*/ 10449682 w 12184003"/>
                <a:gd name="connsiteY2998" fmla="*/ 1969511 h 6857801"/>
                <a:gd name="connsiteX2999" fmla="*/ 10118386 w 12184003"/>
                <a:gd name="connsiteY2999" fmla="*/ 1969511 h 6857801"/>
                <a:gd name="connsiteX3000" fmla="*/ 10111350 w 12184003"/>
                <a:gd name="connsiteY3000" fmla="*/ 1985931 h 6857801"/>
                <a:gd name="connsiteX3001" fmla="*/ 10088357 w 12184003"/>
                <a:gd name="connsiteY3001" fmla="*/ 1995785 h 6857801"/>
                <a:gd name="connsiteX3002" fmla="*/ 10068670 w 12184003"/>
                <a:gd name="connsiteY3002" fmla="*/ 1987348 h 6857801"/>
                <a:gd name="connsiteX3003" fmla="*/ 10058235 w 12184003"/>
                <a:gd name="connsiteY3003" fmla="*/ 1997986 h 6857801"/>
                <a:gd name="connsiteX3004" fmla="*/ 10259162 w 12184003"/>
                <a:gd name="connsiteY3004" fmla="*/ 1997986 h 6857801"/>
                <a:gd name="connsiteX3005" fmla="*/ 10287636 w 12184003"/>
                <a:gd name="connsiteY3005" fmla="*/ 1969511 h 6857801"/>
                <a:gd name="connsiteX3006" fmla="*/ 3858419 w 12184003"/>
                <a:gd name="connsiteY3006" fmla="*/ 1947663 h 6857801"/>
                <a:gd name="connsiteX3007" fmla="*/ 4420061 w 12184003"/>
                <a:gd name="connsiteY3007" fmla="*/ 2509285 h 6857801"/>
                <a:gd name="connsiteX3008" fmla="*/ 4519696 w 12184003"/>
                <a:gd name="connsiteY3008" fmla="*/ 2409694 h 6857801"/>
                <a:gd name="connsiteX3009" fmla="*/ 4572256 w 12184003"/>
                <a:gd name="connsiteY3009" fmla="*/ 2409694 h 6857801"/>
                <a:gd name="connsiteX3010" fmla="*/ 4572256 w 12184003"/>
                <a:gd name="connsiteY3010" fmla="*/ 2286291 h 6857801"/>
                <a:gd name="connsiteX3011" fmla="*/ 4565685 w 12184003"/>
                <a:gd name="connsiteY3011" fmla="*/ 2302347 h 6857801"/>
                <a:gd name="connsiteX3012" fmla="*/ 4517504 w 12184003"/>
                <a:gd name="connsiteY3012" fmla="*/ 2302347 h 6857801"/>
                <a:gd name="connsiteX3013" fmla="*/ 4507657 w 12184003"/>
                <a:gd name="connsiteY3013" fmla="*/ 2278260 h 6857801"/>
                <a:gd name="connsiteX3014" fmla="*/ 4514268 w 12184003"/>
                <a:gd name="connsiteY3014" fmla="*/ 2262095 h 6857801"/>
                <a:gd name="connsiteX3015" fmla="*/ 4274436 w 12184003"/>
                <a:gd name="connsiteY3015" fmla="*/ 2024306 h 6857801"/>
                <a:gd name="connsiteX3016" fmla="*/ 4274436 w 12184003"/>
                <a:gd name="connsiteY3016" fmla="*/ 1975007 h 6857801"/>
                <a:gd name="connsiteX3017" fmla="*/ 4250344 w 12184003"/>
                <a:gd name="connsiteY3017" fmla="*/ 1984888 h 6857801"/>
                <a:gd name="connsiteX3018" fmla="*/ 4217498 w 12184003"/>
                <a:gd name="connsiteY3018" fmla="*/ 1971750 h 6857801"/>
                <a:gd name="connsiteX3019" fmla="*/ 4207915 w 12184003"/>
                <a:gd name="connsiteY3019" fmla="*/ 1947663 h 6857801"/>
                <a:gd name="connsiteX3020" fmla="*/ 3970860 w 12184003"/>
                <a:gd name="connsiteY3020" fmla="*/ 1947663 h 6857801"/>
                <a:gd name="connsiteX3021" fmla="*/ 4024677 w 12184003"/>
                <a:gd name="connsiteY3021" fmla="*/ 2001945 h 6857801"/>
                <a:gd name="connsiteX3022" fmla="*/ 4050021 w 12184003"/>
                <a:gd name="connsiteY3022" fmla="*/ 1991459 h 6857801"/>
                <a:gd name="connsiteX3023" fmla="*/ 4081777 w 12184003"/>
                <a:gd name="connsiteY3023" fmla="*/ 2004598 h 6857801"/>
                <a:gd name="connsiteX3024" fmla="*/ 4081777 w 12184003"/>
                <a:gd name="connsiteY3024" fmla="*/ 2068102 h 6857801"/>
                <a:gd name="connsiteX3025" fmla="*/ 4018269 w 12184003"/>
                <a:gd name="connsiteY3025" fmla="*/ 2068102 h 6857801"/>
                <a:gd name="connsiteX3026" fmla="*/ 4005129 w 12184003"/>
                <a:gd name="connsiteY3026" fmla="*/ 2036349 h 6857801"/>
                <a:gd name="connsiteX3027" fmla="*/ 4011219 w 12184003"/>
                <a:gd name="connsiteY3027" fmla="*/ 2021636 h 6857801"/>
                <a:gd name="connsiteX3028" fmla="*/ 3937242 w 12184003"/>
                <a:gd name="connsiteY3028" fmla="*/ 1947663 h 6857801"/>
                <a:gd name="connsiteX3029" fmla="*/ 3777417 w 12184003"/>
                <a:gd name="connsiteY3029" fmla="*/ 1947663 h 6857801"/>
                <a:gd name="connsiteX3030" fmla="*/ 3698569 w 12184003"/>
                <a:gd name="connsiteY3030" fmla="*/ 2026505 h 6857801"/>
                <a:gd name="connsiteX3031" fmla="*/ 3771111 w 12184003"/>
                <a:gd name="connsiteY3031" fmla="*/ 2099028 h 6857801"/>
                <a:gd name="connsiteX3032" fmla="*/ 3790535 w 12184003"/>
                <a:gd name="connsiteY3032" fmla="*/ 2091074 h 6857801"/>
                <a:gd name="connsiteX3033" fmla="*/ 3814626 w 12184003"/>
                <a:gd name="connsiteY3033" fmla="*/ 2100923 h 6857801"/>
                <a:gd name="connsiteX3034" fmla="*/ 3824476 w 12184003"/>
                <a:gd name="connsiteY3034" fmla="*/ 2125011 h 6857801"/>
                <a:gd name="connsiteX3035" fmla="*/ 3820676 w 12184003"/>
                <a:gd name="connsiteY3035" fmla="*/ 2134310 h 6857801"/>
                <a:gd name="connsiteX3036" fmla="*/ 3829959 w 12184003"/>
                <a:gd name="connsiteY3036" fmla="*/ 2138116 h 6857801"/>
                <a:gd name="connsiteX3037" fmla="*/ 3843096 w 12184003"/>
                <a:gd name="connsiteY3037" fmla="*/ 2171786 h 6857801"/>
                <a:gd name="connsiteX3038" fmla="*/ 3839512 w 12184003"/>
                <a:gd name="connsiteY3038" fmla="*/ 2180514 h 6857801"/>
                <a:gd name="connsiteX3039" fmla="*/ 3902212 w 12184003"/>
                <a:gd name="connsiteY3039" fmla="*/ 2243239 h 6857801"/>
                <a:gd name="connsiteX3040" fmla="*/ 3902213 w 12184003"/>
                <a:gd name="connsiteY3040" fmla="*/ 2243230 h 6857801"/>
                <a:gd name="connsiteX3041" fmla="*/ 3935054 w 12184003"/>
                <a:gd name="connsiteY3041" fmla="*/ 2276085 h 6857801"/>
                <a:gd name="connsiteX3042" fmla="*/ 4053306 w 12184003"/>
                <a:gd name="connsiteY3042" fmla="*/ 2394361 h 6857801"/>
                <a:gd name="connsiteX3043" fmla="*/ 4198718 w 12184003"/>
                <a:gd name="connsiteY3043" fmla="*/ 2394361 h 6857801"/>
                <a:gd name="connsiteX3044" fmla="*/ 4202219 w 12184003"/>
                <a:gd name="connsiteY3044" fmla="*/ 2385602 h 6857801"/>
                <a:gd name="connsiteX3045" fmla="*/ 4235017 w 12184003"/>
                <a:gd name="connsiteY3045" fmla="*/ 2372431 h 6857801"/>
                <a:gd name="connsiteX3046" fmla="*/ 4281003 w 12184003"/>
                <a:gd name="connsiteY3046" fmla="*/ 2418453 h 6857801"/>
                <a:gd name="connsiteX3047" fmla="*/ 4235017 w 12184003"/>
                <a:gd name="connsiteY3047" fmla="*/ 2464433 h 6857801"/>
                <a:gd name="connsiteX3048" fmla="*/ 4189081 w 12184003"/>
                <a:gd name="connsiteY3048" fmla="*/ 2418453 h 6857801"/>
                <a:gd name="connsiteX3049" fmla="*/ 4189082 w 12184003"/>
                <a:gd name="connsiteY3049" fmla="*/ 2418447 h 6857801"/>
                <a:gd name="connsiteX3050" fmla="*/ 4077396 w 12184003"/>
                <a:gd name="connsiteY3050" fmla="*/ 2418447 h 6857801"/>
                <a:gd name="connsiteX3051" fmla="*/ 4239395 w 12184003"/>
                <a:gd name="connsiteY3051" fmla="*/ 2580456 h 6857801"/>
                <a:gd name="connsiteX3052" fmla="*/ 4348890 w 12184003"/>
                <a:gd name="connsiteY3052" fmla="*/ 2580456 h 6857801"/>
                <a:gd name="connsiteX3053" fmla="*/ 4408021 w 12184003"/>
                <a:gd name="connsiteY3053" fmla="*/ 2521334 h 6857801"/>
                <a:gd name="connsiteX3054" fmla="*/ 3834333 w 12184003"/>
                <a:gd name="connsiteY3054" fmla="*/ 1947663 h 6857801"/>
                <a:gd name="connsiteX3055" fmla="*/ 8286149 w 12184003"/>
                <a:gd name="connsiteY3055" fmla="*/ 1947621 h 6857801"/>
                <a:gd name="connsiteX3056" fmla="*/ 7744167 w 12184003"/>
                <a:gd name="connsiteY3056" fmla="*/ 2489576 h 6857801"/>
                <a:gd name="connsiteX3057" fmla="*/ 7835044 w 12184003"/>
                <a:gd name="connsiteY3057" fmla="*/ 2580456 h 6857801"/>
                <a:gd name="connsiteX3058" fmla="*/ 7883231 w 12184003"/>
                <a:gd name="connsiteY3058" fmla="*/ 2580456 h 6857801"/>
                <a:gd name="connsiteX3059" fmla="*/ 8045275 w 12184003"/>
                <a:gd name="connsiteY3059" fmla="*/ 2418404 h 6857801"/>
                <a:gd name="connsiteX3060" fmla="*/ 7994900 w 12184003"/>
                <a:gd name="connsiteY3060" fmla="*/ 2418404 h 6857801"/>
                <a:gd name="connsiteX3061" fmla="*/ 7948913 w 12184003"/>
                <a:gd name="connsiteY3061" fmla="*/ 2464390 h 6857801"/>
                <a:gd name="connsiteX3062" fmla="*/ 7902928 w 12184003"/>
                <a:gd name="connsiteY3062" fmla="*/ 2418404 h 6857801"/>
                <a:gd name="connsiteX3063" fmla="*/ 7948913 w 12184003"/>
                <a:gd name="connsiteY3063" fmla="*/ 2372419 h 6857801"/>
                <a:gd name="connsiteX3064" fmla="*/ 7981761 w 12184003"/>
                <a:gd name="connsiteY3064" fmla="*/ 2385558 h 6857801"/>
                <a:gd name="connsiteX3065" fmla="*/ 7985265 w 12184003"/>
                <a:gd name="connsiteY3065" fmla="*/ 2394316 h 6857801"/>
                <a:gd name="connsiteX3066" fmla="*/ 8069362 w 12184003"/>
                <a:gd name="connsiteY3066" fmla="*/ 2394316 h 6857801"/>
                <a:gd name="connsiteX3067" fmla="*/ 8345111 w 12184003"/>
                <a:gd name="connsiteY3067" fmla="*/ 2118562 h 6857801"/>
                <a:gd name="connsiteX3068" fmla="*/ 8340890 w 12184003"/>
                <a:gd name="connsiteY3068" fmla="*/ 2108273 h 6857801"/>
                <a:gd name="connsiteX3069" fmla="*/ 8354029 w 12184003"/>
                <a:gd name="connsiteY3069" fmla="*/ 2074640 h 6857801"/>
                <a:gd name="connsiteX3070" fmla="*/ 8362545 w 12184003"/>
                <a:gd name="connsiteY3070" fmla="*/ 2071116 h 6857801"/>
                <a:gd name="connsiteX3071" fmla="*/ 8359504 w 12184003"/>
                <a:gd name="connsiteY3071" fmla="*/ 2063683 h 6857801"/>
                <a:gd name="connsiteX3072" fmla="*/ 8369359 w 12184003"/>
                <a:gd name="connsiteY3072" fmla="*/ 2039594 h 6857801"/>
                <a:gd name="connsiteX3073" fmla="*/ 8393446 w 12184003"/>
                <a:gd name="connsiteY3073" fmla="*/ 2029741 h 6857801"/>
                <a:gd name="connsiteX3074" fmla="*/ 8412809 w 12184003"/>
                <a:gd name="connsiteY3074" fmla="*/ 2037662 h 6857801"/>
                <a:gd name="connsiteX3075" fmla="*/ 8454802 w 12184003"/>
                <a:gd name="connsiteY3075" fmla="*/ 1995522 h 6857801"/>
                <a:gd name="connsiteX3076" fmla="*/ 8406585 w 12184003"/>
                <a:gd name="connsiteY3076" fmla="*/ 1947621 h 6857801"/>
                <a:gd name="connsiteX3077" fmla="*/ 7976068 w 12184003"/>
                <a:gd name="connsiteY3077" fmla="*/ 1947621 h 6857801"/>
                <a:gd name="connsiteX3078" fmla="*/ 7966432 w 12184003"/>
                <a:gd name="connsiteY3078" fmla="*/ 1971706 h 6857801"/>
                <a:gd name="connsiteX3079" fmla="*/ 7933585 w 12184003"/>
                <a:gd name="connsiteY3079" fmla="*/ 1984845 h 6857801"/>
                <a:gd name="connsiteX3080" fmla="*/ 7901559 w 12184003"/>
                <a:gd name="connsiteY3080" fmla="*/ 1971706 h 6857801"/>
                <a:gd name="connsiteX3081" fmla="*/ 7899454 w 12184003"/>
                <a:gd name="connsiteY3081" fmla="*/ 1968686 h 6857801"/>
                <a:gd name="connsiteX3082" fmla="*/ 7668632 w 12184003"/>
                <a:gd name="connsiteY3082" fmla="*/ 2201403 h 6857801"/>
                <a:gd name="connsiteX3083" fmla="*/ 7674093 w 12184003"/>
                <a:gd name="connsiteY3083" fmla="*/ 2214755 h 6857801"/>
                <a:gd name="connsiteX3084" fmla="*/ 7664239 w 12184003"/>
                <a:gd name="connsiteY3084" fmla="*/ 2238845 h 6857801"/>
                <a:gd name="connsiteX3085" fmla="*/ 7616063 w 12184003"/>
                <a:gd name="connsiteY3085" fmla="*/ 2238845 h 6857801"/>
                <a:gd name="connsiteX3086" fmla="*/ 7609494 w 12184003"/>
                <a:gd name="connsiteY3086" fmla="*/ 2222786 h 6857801"/>
                <a:gd name="connsiteX3087" fmla="*/ 7609494 w 12184003"/>
                <a:gd name="connsiteY3087" fmla="*/ 2389938 h 6857801"/>
                <a:gd name="connsiteX3088" fmla="*/ 7589909 w 12184003"/>
                <a:gd name="connsiteY3088" fmla="*/ 2409645 h 6857801"/>
                <a:gd name="connsiteX3089" fmla="*/ 7664240 w 12184003"/>
                <a:gd name="connsiteY3089" fmla="*/ 2409645 h 6857801"/>
                <a:gd name="connsiteX3090" fmla="*/ 7732124 w 12184003"/>
                <a:gd name="connsiteY3090" fmla="*/ 2477529 h 6857801"/>
                <a:gd name="connsiteX3091" fmla="*/ 8262061 w 12184003"/>
                <a:gd name="connsiteY3091" fmla="*/ 1947621 h 6857801"/>
                <a:gd name="connsiteX3092" fmla="*/ 8182853 w 12184003"/>
                <a:gd name="connsiteY3092" fmla="*/ 1947621 h 6857801"/>
                <a:gd name="connsiteX3093" fmla="*/ 8172032 w 12184003"/>
                <a:gd name="connsiteY3093" fmla="*/ 1958539 h 6857801"/>
                <a:gd name="connsiteX3094" fmla="*/ 8178845 w 12184003"/>
                <a:gd name="connsiteY3094" fmla="*/ 1975004 h 6857801"/>
                <a:gd name="connsiteX3095" fmla="*/ 8165706 w 12184003"/>
                <a:gd name="connsiteY3095" fmla="*/ 2006756 h 6857801"/>
                <a:gd name="connsiteX3096" fmla="*/ 8102201 w 12184003"/>
                <a:gd name="connsiteY3096" fmla="*/ 2006756 h 6857801"/>
                <a:gd name="connsiteX3097" fmla="*/ 8089062 w 12184003"/>
                <a:gd name="connsiteY3097" fmla="*/ 1975004 h 6857801"/>
                <a:gd name="connsiteX3098" fmla="*/ 8100393 w 12184003"/>
                <a:gd name="connsiteY3098" fmla="*/ 1947621 h 6857801"/>
                <a:gd name="connsiteX3099" fmla="*/ 4541597 w 12184003"/>
                <a:gd name="connsiteY3099" fmla="*/ 1943284 h 6857801"/>
                <a:gd name="connsiteX3100" fmla="*/ 4541597 w 12184003"/>
                <a:gd name="connsiteY3100" fmla="*/ 1960803 h 6857801"/>
                <a:gd name="connsiteX3101" fmla="*/ 4572256 w 12184003"/>
                <a:gd name="connsiteY3101" fmla="*/ 1991460 h 6857801"/>
                <a:gd name="connsiteX3102" fmla="*/ 4572256 w 12184003"/>
                <a:gd name="connsiteY3102" fmla="*/ 1973941 h 6857801"/>
                <a:gd name="connsiteX3103" fmla="*/ 7640151 w 12184003"/>
                <a:gd name="connsiteY3103" fmla="*/ 1881940 h 6857801"/>
                <a:gd name="connsiteX3104" fmla="*/ 7609494 w 12184003"/>
                <a:gd name="connsiteY3104" fmla="*/ 1912597 h 6857801"/>
                <a:gd name="connsiteX3105" fmla="*/ 7609494 w 12184003"/>
                <a:gd name="connsiteY3105" fmla="*/ 1930109 h 6857801"/>
                <a:gd name="connsiteX3106" fmla="*/ 7640151 w 12184003"/>
                <a:gd name="connsiteY3106" fmla="*/ 1899452 h 6857801"/>
                <a:gd name="connsiteX3107" fmla="*/ 1199130 w 12184003"/>
                <a:gd name="connsiteY3107" fmla="*/ 1873209 h 6857801"/>
                <a:gd name="connsiteX3108" fmla="*/ 1191247 w 12184003"/>
                <a:gd name="connsiteY3108" fmla="*/ 1892918 h 6857801"/>
                <a:gd name="connsiteX3109" fmla="*/ 1158402 w 12184003"/>
                <a:gd name="connsiteY3109" fmla="*/ 1906056 h 6857801"/>
                <a:gd name="connsiteX3110" fmla="*/ 1131812 w 12184003"/>
                <a:gd name="connsiteY3110" fmla="*/ 1895422 h 6857801"/>
                <a:gd name="connsiteX3111" fmla="*/ 871538 w 12184003"/>
                <a:gd name="connsiteY3111" fmla="*/ 2155636 h 6857801"/>
                <a:gd name="connsiteX3112" fmla="*/ 952555 w 12184003"/>
                <a:gd name="connsiteY3112" fmla="*/ 2155636 h 6857801"/>
                <a:gd name="connsiteX3113" fmla="*/ 1061944 w 12184003"/>
                <a:gd name="connsiteY3113" fmla="*/ 2044512 h 6857801"/>
                <a:gd name="connsiteX3114" fmla="*/ 1053284 w 12184003"/>
                <a:gd name="connsiteY3114" fmla="*/ 2024306 h 6857801"/>
                <a:gd name="connsiteX3115" fmla="*/ 1051095 w 12184003"/>
                <a:gd name="connsiteY3115" fmla="*/ 2024306 h 6857801"/>
                <a:gd name="connsiteX3116" fmla="*/ 1086131 w 12184003"/>
                <a:gd name="connsiteY3116" fmla="*/ 1991459 h 6857801"/>
                <a:gd name="connsiteX3117" fmla="*/ 1109124 w 12184003"/>
                <a:gd name="connsiteY3117" fmla="*/ 2001312 h 6857801"/>
                <a:gd name="connsiteX3118" fmla="*/ 1117102 w 12184003"/>
                <a:gd name="connsiteY3118" fmla="*/ 2019926 h 6857801"/>
                <a:gd name="connsiteX3119" fmla="*/ 1752641 w 12184003"/>
                <a:gd name="connsiteY3119" fmla="*/ 2019926 h 6857801"/>
                <a:gd name="connsiteX3120" fmla="*/ 1702009 w 12184003"/>
                <a:gd name="connsiteY3120" fmla="*/ 1969560 h 6857801"/>
                <a:gd name="connsiteX3121" fmla="*/ 1598550 w 12184003"/>
                <a:gd name="connsiteY3121" fmla="*/ 1969560 h 6857801"/>
                <a:gd name="connsiteX3122" fmla="*/ 1519713 w 12184003"/>
                <a:gd name="connsiteY3122" fmla="*/ 1890726 h 6857801"/>
                <a:gd name="connsiteX3123" fmla="*/ 1504383 w 12184003"/>
                <a:gd name="connsiteY3123" fmla="*/ 1897297 h 6857801"/>
                <a:gd name="connsiteX3124" fmla="*/ 1481390 w 12184003"/>
                <a:gd name="connsiteY3124" fmla="*/ 1887443 h 6857801"/>
                <a:gd name="connsiteX3125" fmla="*/ 1475289 w 12184003"/>
                <a:gd name="connsiteY3125" fmla="*/ 1873209 h 6857801"/>
                <a:gd name="connsiteX3126" fmla="*/ 10708695 w 12184003"/>
                <a:gd name="connsiteY3126" fmla="*/ 1873160 h 6857801"/>
                <a:gd name="connsiteX3127" fmla="*/ 10702598 w 12184003"/>
                <a:gd name="connsiteY3127" fmla="*/ 1887387 h 6857801"/>
                <a:gd name="connsiteX3128" fmla="*/ 10679605 w 12184003"/>
                <a:gd name="connsiteY3128" fmla="*/ 1897241 h 6857801"/>
                <a:gd name="connsiteX3129" fmla="*/ 10664281 w 12184003"/>
                <a:gd name="connsiteY3129" fmla="*/ 1890674 h 6857801"/>
                <a:gd name="connsiteX3130" fmla="*/ 10585443 w 12184003"/>
                <a:gd name="connsiteY3130" fmla="*/ 1969511 h 6857801"/>
                <a:gd name="connsiteX3131" fmla="*/ 10481994 w 12184003"/>
                <a:gd name="connsiteY3131" fmla="*/ 1969511 h 6857801"/>
                <a:gd name="connsiteX3132" fmla="*/ 10431360 w 12184003"/>
                <a:gd name="connsiteY3132" fmla="*/ 2019877 h 6857801"/>
                <a:gd name="connsiteX3133" fmla="*/ 11066887 w 12184003"/>
                <a:gd name="connsiteY3133" fmla="*/ 2019877 h 6857801"/>
                <a:gd name="connsiteX3134" fmla="*/ 11074866 w 12184003"/>
                <a:gd name="connsiteY3134" fmla="*/ 2001258 h 6857801"/>
                <a:gd name="connsiteX3135" fmla="*/ 11097859 w 12184003"/>
                <a:gd name="connsiteY3135" fmla="*/ 1991403 h 6857801"/>
                <a:gd name="connsiteX3136" fmla="*/ 11132896 w 12184003"/>
                <a:gd name="connsiteY3136" fmla="*/ 2024251 h 6857801"/>
                <a:gd name="connsiteX3137" fmla="*/ 11130706 w 12184003"/>
                <a:gd name="connsiteY3137" fmla="*/ 2024251 h 6857801"/>
                <a:gd name="connsiteX3138" fmla="*/ 11122045 w 12184003"/>
                <a:gd name="connsiteY3138" fmla="*/ 2044460 h 6857801"/>
                <a:gd name="connsiteX3139" fmla="*/ 11231437 w 12184003"/>
                <a:gd name="connsiteY3139" fmla="*/ 2155633 h 6857801"/>
                <a:gd name="connsiteX3140" fmla="*/ 11312457 w 12184003"/>
                <a:gd name="connsiteY3140" fmla="*/ 2155633 h 6857801"/>
                <a:gd name="connsiteX3141" fmla="*/ 11052182 w 12184003"/>
                <a:gd name="connsiteY3141" fmla="*/ 1895374 h 6857801"/>
                <a:gd name="connsiteX3142" fmla="*/ 11025593 w 12184003"/>
                <a:gd name="connsiteY3142" fmla="*/ 1906009 h 6857801"/>
                <a:gd name="connsiteX3143" fmla="*/ 10992747 w 12184003"/>
                <a:gd name="connsiteY3143" fmla="*/ 1892870 h 6857801"/>
                <a:gd name="connsiteX3144" fmla="*/ 10984862 w 12184003"/>
                <a:gd name="connsiteY3144" fmla="*/ 1873160 h 6857801"/>
                <a:gd name="connsiteX3145" fmla="*/ 1535351 w 12184003"/>
                <a:gd name="connsiteY3145" fmla="*/ 1868830 h 6857801"/>
                <a:gd name="connsiteX3146" fmla="*/ 1531317 w 12184003"/>
                <a:gd name="connsiteY3146" fmla="*/ 1878243 h 6857801"/>
                <a:gd name="connsiteX3147" fmla="*/ 1605119 w 12184003"/>
                <a:gd name="connsiteY3147" fmla="*/ 1952042 h 6857801"/>
                <a:gd name="connsiteX3148" fmla="*/ 1684398 w 12184003"/>
                <a:gd name="connsiteY3148" fmla="*/ 1952042 h 6857801"/>
                <a:gd name="connsiteX3149" fmla="*/ 1600745 w 12184003"/>
                <a:gd name="connsiteY3149" fmla="*/ 1868830 h 6857801"/>
                <a:gd name="connsiteX3150" fmla="*/ 10583254 w 12184003"/>
                <a:gd name="connsiteY3150" fmla="*/ 1868788 h 6857801"/>
                <a:gd name="connsiteX3151" fmla="*/ 10499607 w 12184003"/>
                <a:gd name="connsiteY3151" fmla="*/ 1951992 h 6857801"/>
                <a:gd name="connsiteX3152" fmla="*/ 10578874 w 12184003"/>
                <a:gd name="connsiteY3152" fmla="*/ 1951992 h 6857801"/>
                <a:gd name="connsiteX3153" fmla="*/ 10652671 w 12184003"/>
                <a:gd name="connsiteY3153" fmla="*/ 1878194 h 6857801"/>
                <a:gd name="connsiteX3154" fmla="*/ 10648640 w 12184003"/>
                <a:gd name="connsiteY3154" fmla="*/ 1868788 h 6857801"/>
                <a:gd name="connsiteX3155" fmla="*/ 5054012 w 12184003"/>
                <a:gd name="connsiteY3155" fmla="*/ 1820655 h 6857801"/>
                <a:gd name="connsiteX3156" fmla="*/ 5054012 w 12184003"/>
                <a:gd name="connsiteY3156" fmla="*/ 2349696 h 6857801"/>
                <a:gd name="connsiteX3157" fmla="*/ 5078097 w 12184003"/>
                <a:gd name="connsiteY3157" fmla="*/ 2359329 h 6857801"/>
                <a:gd name="connsiteX3158" fmla="*/ 5091234 w 12184003"/>
                <a:gd name="connsiteY3158" fmla="*/ 2392140 h 6857801"/>
                <a:gd name="connsiteX3159" fmla="*/ 5083792 w 12184003"/>
                <a:gd name="connsiteY3159" fmla="*/ 2409694 h 6857801"/>
                <a:gd name="connsiteX3160" fmla="*/ 5177523 w 12184003"/>
                <a:gd name="connsiteY3160" fmla="*/ 2409694 h 6857801"/>
                <a:gd name="connsiteX3161" fmla="*/ 5185402 w 12184003"/>
                <a:gd name="connsiteY3161" fmla="*/ 2389941 h 6857801"/>
                <a:gd name="connsiteX3162" fmla="*/ 5218233 w 12184003"/>
                <a:gd name="connsiteY3162" fmla="*/ 2376848 h 6857801"/>
                <a:gd name="connsiteX3163" fmla="*/ 5251098 w 12184003"/>
                <a:gd name="connsiteY3163" fmla="*/ 2389941 h 6857801"/>
                <a:gd name="connsiteX3164" fmla="*/ 5257668 w 12184003"/>
                <a:gd name="connsiteY3164" fmla="*/ 2406368 h 6857801"/>
                <a:gd name="connsiteX3165" fmla="*/ 5257668 w 12184003"/>
                <a:gd name="connsiteY3165" fmla="*/ 2057151 h 6857801"/>
                <a:gd name="connsiteX3166" fmla="*/ 5211666 w 12184003"/>
                <a:gd name="connsiteY3166" fmla="*/ 2011167 h 6857801"/>
                <a:gd name="connsiteX3167" fmla="*/ 5215461 w 12184003"/>
                <a:gd name="connsiteY3167" fmla="*/ 1992895 h 6857801"/>
                <a:gd name="connsiteX3168" fmla="*/ 5219888 w 12184003"/>
                <a:gd name="connsiteY3168" fmla="*/ 1986546 h 6857801"/>
                <a:gd name="connsiteX3169" fmla="*/ 3492731 w 12184003"/>
                <a:gd name="connsiteY3169" fmla="*/ 1820653 h 6857801"/>
                <a:gd name="connsiteX3170" fmla="*/ 3682960 w 12184003"/>
                <a:gd name="connsiteY3170" fmla="*/ 2010895 h 6857801"/>
                <a:gd name="connsiteX3171" fmla="*/ 3768653 w 12184003"/>
                <a:gd name="connsiteY3171" fmla="*/ 1925765 h 6857801"/>
                <a:gd name="connsiteX3172" fmla="*/ 3812437 w 12184003"/>
                <a:gd name="connsiteY3172" fmla="*/ 1925765 h 6857801"/>
                <a:gd name="connsiteX3173" fmla="*/ 3727029 w 12184003"/>
                <a:gd name="connsiteY3173" fmla="*/ 1840362 h 6857801"/>
                <a:gd name="connsiteX3174" fmla="*/ 3727029 w 12184003"/>
                <a:gd name="connsiteY3174" fmla="*/ 1840363 h 6857801"/>
                <a:gd name="connsiteX3175" fmla="*/ 3678854 w 12184003"/>
                <a:gd name="connsiteY3175" fmla="*/ 1840363 h 6857801"/>
                <a:gd name="connsiteX3176" fmla="*/ 3670790 w 12184003"/>
                <a:gd name="connsiteY3176" fmla="*/ 1820653 h 6857801"/>
                <a:gd name="connsiteX3177" fmla="*/ 3155703 w 12184003"/>
                <a:gd name="connsiteY3177" fmla="*/ 1820653 h 6857801"/>
                <a:gd name="connsiteX3178" fmla="*/ 3493805 w 12184003"/>
                <a:gd name="connsiteY3178" fmla="*/ 2157822 h 6857801"/>
                <a:gd name="connsiteX3179" fmla="*/ 3535013 w 12184003"/>
                <a:gd name="connsiteY3179" fmla="*/ 2157822 h 6857801"/>
                <a:gd name="connsiteX3180" fmla="*/ 3671779 w 12184003"/>
                <a:gd name="connsiteY3180" fmla="*/ 2022006 h 6857801"/>
                <a:gd name="connsiteX3181" fmla="*/ 3469735 w 12184003"/>
                <a:gd name="connsiteY3181" fmla="*/ 1820653 h 6857801"/>
                <a:gd name="connsiteX3182" fmla="*/ 3732403 w 12184003"/>
                <a:gd name="connsiteY3182" fmla="*/ 1805326 h 6857801"/>
                <a:gd name="connsiteX3183" fmla="*/ 3736882 w 12184003"/>
                <a:gd name="connsiteY3183" fmla="*/ 1816274 h 6857801"/>
                <a:gd name="connsiteX3184" fmla="*/ 3734022 w 12184003"/>
                <a:gd name="connsiteY3184" fmla="*/ 1823267 h 6857801"/>
                <a:gd name="connsiteX3185" fmla="*/ 3836523 w 12184003"/>
                <a:gd name="connsiteY3185" fmla="*/ 1925765 h 6857801"/>
                <a:gd name="connsiteX3186" fmla="*/ 3915358 w 12184003"/>
                <a:gd name="connsiteY3186" fmla="*/ 1925765 h 6857801"/>
                <a:gd name="connsiteX3187" fmla="*/ 3794922 w 12184003"/>
                <a:gd name="connsiteY3187" fmla="*/ 1805326 h 6857801"/>
                <a:gd name="connsiteX3188" fmla="*/ 6451086 w 12184003"/>
                <a:gd name="connsiteY3188" fmla="*/ 1798751 h 6857801"/>
                <a:gd name="connsiteX3189" fmla="*/ 6451086 w 12184003"/>
                <a:gd name="connsiteY3189" fmla="*/ 1842552 h 6857801"/>
                <a:gd name="connsiteX3190" fmla="*/ 6453275 w 12184003"/>
                <a:gd name="connsiteY3190" fmla="*/ 1844780 h 6857801"/>
                <a:gd name="connsiteX3191" fmla="*/ 6453275 w 12184003"/>
                <a:gd name="connsiteY3191" fmla="*/ 1800946 h 6857801"/>
                <a:gd name="connsiteX3192" fmla="*/ 8712064 w 12184003"/>
                <a:gd name="connsiteY3192" fmla="*/ 1759301 h 6857801"/>
                <a:gd name="connsiteX3193" fmla="*/ 8481111 w 12184003"/>
                <a:gd name="connsiteY3193" fmla="*/ 1991059 h 6857801"/>
                <a:gd name="connsiteX3194" fmla="*/ 8586949 w 12184003"/>
                <a:gd name="connsiteY3194" fmla="*/ 2096183 h 6857801"/>
                <a:gd name="connsiteX3195" fmla="*/ 8688429 w 12184003"/>
                <a:gd name="connsiteY3195" fmla="*/ 2096028 h 6857801"/>
                <a:gd name="connsiteX3196" fmla="*/ 9024318 w 12184003"/>
                <a:gd name="connsiteY3196" fmla="*/ 1759301 h 6857801"/>
                <a:gd name="connsiteX3197" fmla="*/ 8512292 w 12184003"/>
                <a:gd name="connsiteY3197" fmla="*/ 1759301 h 6857801"/>
                <a:gd name="connsiteX3198" fmla="*/ 8505125 w 12184003"/>
                <a:gd name="connsiteY3198" fmla="*/ 1776819 h 6857801"/>
                <a:gd name="connsiteX3199" fmla="*/ 8481037 w 12184003"/>
                <a:gd name="connsiteY3199" fmla="*/ 1786673 h 6857801"/>
                <a:gd name="connsiteX3200" fmla="*/ 8456950 w 12184003"/>
                <a:gd name="connsiteY3200" fmla="*/ 1776819 h 6857801"/>
                <a:gd name="connsiteX3201" fmla="*/ 8308047 w 12184003"/>
                <a:gd name="connsiteY3201" fmla="*/ 1925723 h 6857801"/>
                <a:gd name="connsiteX3202" fmla="*/ 8415344 w 12184003"/>
                <a:gd name="connsiteY3202" fmla="*/ 1925723 h 6857801"/>
                <a:gd name="connsiteX3203" fmla="*/ 8470124 w 12184003"/>
                <a:gd name="connsiteY3203" fmla="*/ 1980146 h 6857801"/>
                <a:gd name="connsiteX3204" fmla="*/ 8690196 w 12184003"/>
                <a:gd name="connsiteY3204" fmla="*/ 1759301 h 6857801"/>
                <a:gd name="connsiteX3205" fmla="*/ 8386875 w 12184003"/>
                <a:gd name="connsiteY3205" fmla="*/ 1741793 h 6857801"/>
                <a:gd name="connsiteX3206" fmla="*/ 8204560 w 12184003"/>
                <a:gd name="connsiteY3206" fmla="*/ 1925723 h 6857801"/>
                <a:gd name="connsiteX3207" fmla="*/ 8283959 w 12184003"/>
                <a:gd name="connsiteY3207" fmla="*/ 1925723 h 6857801"/>
                <a:gd name="connsiteX3208" fmla="*/ 8449957 w 12184003"/>
                <a:gd name="connsiteY3208" fmla="*/ 1759725 h 6857801"/>
                <a:gd name="connsiteX3209" fmla="*/ 8447095 w 12184003"/>
                <a:gd name="connsiteY3209" fmla="*/ 1752731 h 6857801"/>
                <a:gd name="connsiteX3210" fmla="*/ 8451570 w 12184003"/>
                <a:gd name="connsiteY3210" fmla="*/ 1741793 h 6857801"/>
                <a:gd name="connsiteX3211" fmla="*/ 4291951 w 12184003"/>
                <a:gd name="connsiteY3211" fmla="*/ 1693645 h 6857801"/>
                <a:gd name="connsiteX3212" fmla="*/ 4291951 w 12184003"/>
                <a:gd name="connsiteY3212" fmla="*/ 1927955 h 6857801"/>
                <a:gd name="connsiteX3213" fmla="*/ 4296330 w 12184003"/>
                <a:gd name="connsiteY3213" fmla="*/ 1938904 h 6857801"/>
                <a:gd name="connsiteX3214" fmla="*/ 4292531 w 12184003"/>
                <a:gd name="connsiteY3214" fmla="*/ 1957175 h 6857801"/>
                <a:gd name="connsiteX3215" fmla="*/ 4291951 w 12184003"/>
                <a:gd name="connsiteY3215" fmla="*/ 1958008 h 6857801"/>
                <a:gd name="connsiteX3216" fmla="*/ 4291951 w 12184003"/>
                <a:gd name="connsiteY3216" fmla="*/ 2015547 h 6857801"/>
                <a:gd name="connsiteX3217" fmla="*/ 4526832 w 12184003"/>
                <a:gd name="connsiteY3217" fmla="*/ 2250365 h 6857801"/>
                <a:gd name="connsiteX3218" fmla="*/ 4541597 w 12184003"/>
                <a:gd name="connsiteY3218" fmla="*/ 2244326 h 6857801"/>
                <a:gd name="connsiteX3219" fmla="*/ 4565685 w 12184003"/>
                <a:gd name="connsiteY3219" fmla="*/ 2254208 h 6857801"/>
                <a:gd name="connsiteX3220" fmla="*/ 4572256 w 12184003"/>
                <a:gd name="connsiteY3220" fmla="*/ 2270236 h 6857801"/>
                <a:gd name="connsiteX3221" fmla="*/ 4572256 w 12184003"/>
                <a:gd name="connsiteY3221" fmla="*/ 2037446 h 6857801"/>
                <a:gd name="connsiteX3222" fmla="*/ 4508751 w 12184003"/>
                <a:gd name="connsiteY3222" fmla="*/ 1973941 h 6857801"/>
                <a:gd name="connsiteX3223" fmla="*/ 4508751 w 12184003"/>
                <a:gd name="connsiteY3223" fmla="*/ 1910435 h 6857801"/>
                <a:gd name="connsiteX3224" fmla="*/ 7891980 w 12184003"/>
                <a:gd name="connsiteY3224" fmla="*/ 1630110 h 6857801"/>
                <a:gd name="connsiteX3225" fmla="*/ 7675188 w 12184003"/>
                <a:gd name="connsiteY3225" fmla="*/ 1846903 h 6857801"/>
                <a:gd name="connsiteX3226" fmla="*/ 7675188 w 12184003"/>
                <a:gd name="connsiteY3226" fmla="*/ 1912590 h 6857801"/>
                <a:gd name="connsiteX3227" fmla="*/ 7609494 w 12184003"/>
                <a:gd name="connsiteY3227" fmla="*/ 1977453 h 6857801"/>
                <a:gd name="connsiteX3228" fmla="*/ 7609494 w 12184003"/>
                <a:gd name="connsiteY3228" fmla="*/ 2206727 h 6857801"/>
                <a:gd name="connsiteX3229" fmla="*/ 7616063 w 12184003"/>
                <a:gd name="connsiteY3229" fmla="*/ 2190669 h 6857801"/>
                <a:gd name="connsiteX3230" fmla="*/ 7640151 w 12184003"/>
                <a:gd name="connsiteY3230" fmla="*/ 2180810 h 6857801"/>
                <a:gd name="connsiteX3231" fmla="*/ 7656621 w 12184003"/>
                <a:gd name="connsiteY3231" fmla="*/ 2187547 h 6857801"/>
                <a:gd name="connsiteX3232" fmla="*/ 7890992 w 12184003"/>
                <a:gd name="connsiteY3232" fmla="*/ 1955176 h 6857801"/>
                <a:gd name="connsiteX3233" fmla="*/ 7887600 w 12184003"/>
                <a:gd name="connsiteY3233" fmla="*/ 1938860 h 6857801"/>
                <a:gd name="connsiteX3234" fmla="*/ 7891980 w 12184003"/>
                <a:gd name="connsiteY3234" fmla="*/ 1927909 h 6857801"/>
                <a:gd name="connsiteX3235" fmla="*/ 3081054 w 12184003"/>
                <a:gd name="connsiteY3235" fmla="*/ 1584154 h 6857801"/>
                <a:gd name="connsiteX3236" fmla="*/ 3081054 w 12184003"/>
                <a:gd name="connsiteY3236" fmla="*/ 1746201 h 6857801"/>
                <a:gd name="connsiteX3237" fmla="*/ 3140333 w 12184003"/>
                <a:gd name="connsiteY3237" fmla="*/ 1805325 h 6857801"/>
                <a:gd name="connsiteX3238" fmla="*/ 3302224 w 12184003"/>
                <a:gd name="connsiteY3238" fmla="*/ 1805325 h 6857801"/>
                <a:gd name="connsiteX3239" fmla="*/ 5290514 w 12184003"/>
                <a:gd name="connsiteY3239" fmla="*/ 1547363 h 6857801"/>
                <a:gd name="connsiteX3240" fmla="*/ 5290514 w 12184003"/>
                <a:gd name="connsiteY3240" fmla="*/ 1940636 h 6857801"/>
                <a:gd name="connsiteX3241" fmla="*/ 5311042 w 12184003"/>
                <a:gd name="connsiteY3241" fmla="*/ 1948757 h 6857801"/>
                <a:gd name="connsiteX3242" fmla="*/ 5321171 w 12184003"/>
                <a:gd name="connsiteY3242" fmla="*/ 1971751 h 6857801"/>
                <a:gd name="connsiteX3243" fmla="*/ 5311042 w 12184003"/>
                <a:gd name="connsiteY3243" fmla="*/ 1994743 h 6857801"/>
                <a:gd name="connsiteX3244" fmla="*/ 5298884 w 12184003"/>
                <a:gd name="connsiteY3244" fmla="*/ 1999552 h 6857801"/>
                <a:gd name="connsiteX3245" fmla="*/ 5303646 w 12184003"/>
                <a:gd name="connsiteY3245" fmla="*/ 2011167 h 6857801"/>
                <a:gd name="connsiteX3246" fmla="*/ 5290514 w 12184003"/>
                <a:gd name="connsiteY3246" fmla="*/ 2044013 h 6857801"/>
                <a:gd name="connsiteX3247" fmla="*/ 5281753 w 12184003"/>
                <a:gd name="connsiteY3247" fmla="*/ 2047517 h 6857801"/>
                <a:gd name="connsiteX3248" fmla="*/ 5281753 w 12184003"/>
                <a:gd name="connsiteY3248" fmla="*/ 2877685 h 6857801"/>
                <a:gd name="connsiteX3249" fmla="*/ 5290514 w 12184003"/>
                <a:gd name="connsiteY3249" fmla="*/ 2873896 h 6857801"/>
                <a:gd name="connsiteX3250" fmla="*/ 5302771 w 12184003"/>
                <a:gd name="connsiteY3250" fmla="*/ 2879190 h 6857801"/>
                <a:gd name="connsiteX3251" fmla="*/ 5443800 w 12184003"/>
                <a:gd name="connsiteY3251" fmla="*/ 2738120 h 6857801"/>
                <a:gd name="connsiteX3252" fmla="*/ 5443800 w 12184003"/>
                <a:gd name="connsiteY3252" fmla="*/ 1726492 h 6857801"/>
                <a:gd name="connsiteX3253" fmla="*/ 5410953 w 12184003"/>
                <a:gd name="connsiteY3253" fmla="*/ 1691455 h 6857801"/>
                <a:gd name="connsiteX3254" fmla="*/ 5418158 w 12184003"/>
                <a:gd name="connsiteY3254" fmla="*/ 1674644 h 6857801"/>
                <a:gd name="connsiteX3255" fmla="*/ 6621892 w 12184003"/>
                <a:gd name="connsiteY3255" fmla="*/ 1527220 h 6857801"/>
                <a:gd name="connsiteX3256" fmla="*/ 6621892 w 12184003"/>
                <a:gd name="connsiteY3256" fmla="*/ 1704567 h 6857801"/>
                <a:gd name="connsiteX3257" fmla="*/ 6710564 w 12184003"/>
                <a:gd name="connsiteY3257" fmla="*/ 1615894 h 6857801"/>
                <a:gd name="connsiteX3258" fmla="*/ 9100754 w 12184003"/>
                <a:gd name="connsiteY3258" fmla="*/ 1522809 h 6857801"/>
                <a:gd name="connsiteX3259" fmla="*/ 8881780 w 12184003"/>
                <a:gd name="connsiteY3259" fmla="*/ 1741783 h 6857801"/>
                <a:gd name="connsiteX3260" fmla="*/ 9041790 w 12184003"/>
                <a:gd name="connsiteY3260" fmla="*/ 1741783 h 6857801"/>
                <a:gd name="connsiteX3261" fmla="*/ 9100754 w 12184003"/>
                <a:gd name="connsiteY3261" fmla="*/ 1682667 h 6857801"/>
                <a:gd name="connsiteX3262" fmla="*/ 10417613 w 12184003"/>
                <a:gd name="connsiteY3262" fmla="*/ 1522797 h 6857801"/>
                <a:gd name="connsiteX3263" fmla="*/ 10414013 w 12184003"/>
                <a:gd name="connsiteY3263" fmla="*/ 1531569 h 6857801"/>
                <a:gd name="connsiteX3264" fmla="*/ 10616101 w 12184003"/>
                <a:gd name="connsiteY3264" fmla="*/ 1531569 h 6857801"/>
                <a:gd name="connsiteX3265" fmla="*/ 10624873 w 12184003"/>
                <a:gd name="connsiteY3265" fmla="*/ 1522797 h 6857801"/>
                <a:gd name="connsiteX3266" fmla="*/ 6589044 w 12184003"/>
                <a:gd name="connsiteY3266" fmla="*/ 1494373 h 6857801"/>
                <a:gd name="connsiteX3267" fmla="*/ 6589044 w 12184003"/>
                <a:gd name="connsiteY3267" fmla="*/ 1733998 h 6857801"/>
                <a:gd name="connsiteX3268" fmla="*/ 6591435 w 12184003"/>
                <a:gd name="connsiteY3268" fmla="*/ 1735024 h 6857801"/>
                <a:gd name="connsiteX3269" fmla="*/ 6597803 w 12184003"/>
                <a:gd name="connsiteY3269" fmla="*/ 1728654 h 6857801"/>
                <a:gd name="connsiteX3270" fmla="*/ 6597803 w 12184003"/>
                <a:gd name="connsiteY3270" fmla="*/ 1503131 h 6857801"/>
                <a:gd name="connsiteX3271" fmla="*/ 5116774 w 12184003"/>
                <a:gd name="connsiteY3271" fmla="*/ 1374123 h 6857801"/>
                <a:gd name="connsiteX3272" fmla="*/ 5054012 w 12184003"/>
                <a:gd name="connsiteY3272" fmla="*/ 1374694 h 6857801"/>
                <a:gd name="connsiteX3273" fmla="*/ 5054012 w 12184003"/>
                <a:gd name="connsiteY3273" fmla="*/ 1550708 h 6857801"/>
                <a:gd name="connsiteX3274" fmla="*/ 5060581 w 12184003"/>
                <a:gd name="connsiteY3274" fmla="*/ 1548022 h 6857801"/>
                <a:gd name="connsiteX3275" fmla="*/ 5084671 w 12184003"/>
                <a:gd name="connsiteY3275" fmla="*/ 1557877 h 6857801"/>
                <a:gd name="connsiteX3276" fmla="*/ 5084671 w 12184003"/>
                <a:gd name="connsiteY3276" fmla="*/ 1606052 h 6857801"/>
                <a:gd name="connsiteX3277" fmla="*/ 5060581 w 12184003"/>
                <a:gd name="connsiteY3277" fmla="*/ 1615905 h 6857801"/>
                <a:gd name="connsiteX3278" fmla="*/ 5054012 w 12184003"/>
                <a:gd name="connsiteY3278" fmla="*/ 1613219 h 6857801"/>
                <a:gd name="connsiteX3279" fmla="*/ 5054012 w 12184003"/>
                <a:gd name="connsiteY3279" fmla="*/ 1658233 h 6857801"/>
                <a:gd name="connsiteX3280" fmla="*/ 5069340 w 12184003"/>
                <a:gd name="connsiteY3280" fmla="*/ 1655050 h 6857801"/>
                <a:gd name="connsiteX3281" fmla="*/ 5115324 w 12184003"/>
                <a:gd name="connsiteY3281" fmla="*/ 1673937 h 6857801"/>
                <a:gd name="connsiteX3282" fmla="*/ 5115324 w 12184003"/>
                <a:gd name="connsiteY3282" fmla="*/ 1765909 h 6857801"/>
                <a:gd name="connsiteX3283" fmla="*/ 5069340 w 12184003"/>
                <a:gd name="connsiteY3283" fmla="*/ 1785618 h 6857801"/>
                <a:gd name="connsiteX3284" fmla="*/ 5054012 w 12184003"/>
                <a:gd name="connsiteY3284" fmla="*/ 1782500 h 6857801"/>
                <a:gd name="connsiteX3285" fmla="*/ 5054012 w 12184003"/>
                <a:gd name="connsiteY3285" fmla="*/ 1787329 h 6857801"/>
                <a:gd name="connsiteX3286" fmla="*/ 5239090 w 12184003"/>
                <a:gd name="connsiteY3286" fmla="*/ 1972799 h 6857801"/>
                <a:gd name="connsiteX3287" fmla="*/ 5255770 w 12184003"/>
                <a:gd name="connsiteY3287" fmla="*/ 1965959 h 6857801"/>
                <a:gd name="connsiteX3288" fmla="*/ 5263140 w 12184003"/>
                <a:gd name="connsiteY3288" fmla="*/ 1948757 h 6857801"/>
                <a:gd name="connsiteX3289" fmla="*/ 5275187 w 12184003"/>
                <a:gd name="connsiteY3289" fmla="*/ 1943596 h 6857801"/>
                <a:gd name="connsiteX3290" fmla="*/ 5275187 w 12184003"/>
                <a:gd name="connsiteY3290" fmla="*/ 1532079 h 6857801"/>
                <a:gd name="connsiteX3291" fmla="*/ 6153272 w 12184003"/>
                <a:gd name="connsiteY3291" fmla="*/ 1362985 h 6857801"/>
                <a:gd name="connsiteX3292" fmla="*/ 6153272 w 12184003"/>
                <a:gd name="connsiteY3292" fmla="*/ 1436351 h 6857801"/>
                <a:gd name="connsiteX3293" fmla="*/ 6326267 w 12184003"/>
                <a:gd name="connsiteY3293" fmla="*/ 1608794 h 6857801"/>
                <a:gd name="connsiteX3294" fmla="*/ 6326267 w 12184003"/>
                <a:gd name="connsiteY3294" fmla="*/ 1535979 h 6857801"/>
                <a:gd name="connsiteX3295" fmla="*/ 6105096 w 12184003"/>
                <a:gd name="connsiteY3295" fmla="*/ 1314810 h 6857801"/>
                <a:gd name="connsiteX3296" fmla="*/ 6105096 w 12184003"/>
                <a:gd name="connsiteY3296" fmla="*/ 1388329 h 6857801"/>
                <a:gd name="connsiteX3297" fmla="*/ 6107286 w 12184003"/>
                <a:gd name="connsiteY3297" fmla="*/ 1390515 h 6857801"/>
                <a:gd name="connsiteX3298" fmla="*/ 6107286 w 12184003"/>
                <a:gd name="connsiteY3298" fmla="*/ 1341089 h 6857801"/>
                <a:gd name="connsiteX3299" fmla="*/ 6119362 w 12184003"/>
                <a:gd name="connsiteY3299" fmla="*/ 1329079 h 6857801"/>
                <a:gd name="connsiteX3300" fmla="*/ 5967143 w 12184003"/>
                <a:gd name="connsiteY3300" fmla="*/ 1313258 h 6857801"/>
                <a:gd name="connsiteX3301" fmla="*/ 5967143 w 12184003"/>
                <a:gd name="connsiteY3301" fmla="*/ 1415543 h 6857801"/>
                <a:gd name="connsiteX3302" fmla="*/ 5989038 w 12184003"/>
                <a:gd name="connsiteY3302" fmla="*/ 1424300 h 6857801"/>
                <a:gd name="connsiteX3303" fmla="*/ 6002178 w 12184003"/>
                <a:gd name="connsiteY3303" fmla="*/ 1457146 h 6857801"/>
                <a:gd name="connsiteX3304" fmla="*/ 5989038 w 12184003"/>
                <a:gd name="connsiteY3304" fmla="*/ 1489996 h 6857801"/>
                <a:gd name="connsiteX3305" fmla="*/ 5967143 w 12184003"/>
                <a:gd name="connsiteY3305" fmla="*/ 1498754 h 6857801"/>
                <a:gd name="connsiteX3306" fmla="*/ 5967143 w 12184003"/>
                <a:gd name="connsiteY3306" fmla="*/ 2000219 h 6857801"/>
                <a:gd name="connsiteX3307" fmla="*/ 5967143 w 12184003"/>
                <a:gd name="connsiteY3307" fmla="*/ 2308961 h 6857801"/>
                <a:gd name="connsiteX3308" fmla="*/ 6072250 w 12184003"/>
                <a:gd name="connsiteY3308" fmla="*/ 2203846 h 6857801"/>
                <a:gd name="connsiteX3309" fmla="*/ 6072250 w 12184003"/>
                <a:gd name="connsiteY3309" fmla="*/ 1418707 h 6857801"/>
                <a:gd name="connsiteX3310" fmla="*/ 5054012 w 12184003"/>
                <a:gd name="connsiteY3310" fmla="*/ 1311539 h 6857801"/>
                <a:gd name="connsiteX3311" fmla="*/ 5054012 w 12184003"/>
                <a:gd name="connsiteY3311" fmla="*/ 1352041 h 6857801"/>
                <a:gd name="connsiteX3312" fmla="*/ 5094624 w 12184003"/>
                <a:gd name="connsiteY3312" fmla="*/ 1352041 h 6857801"/>
                <a:gd name="connsiteX3313" fmla="*/ 3081054 w 12184003"/>
                <a:gd name="connsiteY3313" fmla="*/ 1289528 h 6857801"/>
                <a:gd name="connsiteX3314" fmla="*/ 3081054 w 12184003"/>
                <a:gd name="connsiteY3314" fmla="*/ 1551308 h 6857801"/>
                <a:gd name="connsiteX3315" fmla="*/ 3310986 w 12184003"/>
                <a:gd name="connsiteY3315" fmla="*/ 1781238 h 6857801"/>
                <a:gd name="connsiteX3316" fmla="*/ 3430185 w 12184003"/>
                <a:gd name="connsiteY3316" fmla="*/ 1781238 h 6857801"/>
                <a:gd name="connsiteX3317" fmla="*/ 3155505 w 12184003"/>
                <a:gd name="connsiteY3317" fmla="*/ 1507511 h 6857801"/>
                <a:gd name="connsiteX3318" fmla="*/ 3155505 w 12184003"/>
                <a:gd name="connsiteY3318" fmla="*/ 1364328 h 6857801"/>
                <a:gd name="connsiteX3319" fmla="*/ 9100754 w 12184003"/>
                <a:gd name="connsiteY3319" fmla="*/ 1228371 h 6857801"/>
                <a:gd name="connsiteX3320" fmla="*/ 9026300 w 12184003"/>
                <a:gd name="connsiteY3320" fmla="*/ 1302477 h 6857801"/>
                <a:gd name="connsiteX3321" fmla="*/ 9026300 w 12184003"/>
                <a:gd name="connsiteY3321" fmla="*/ 1443971 h 6857801"/>
                <a:gd name="connsiteX3322" fmla="*/ 8751334 w 12184003"/>
                <a:gd name="connsiteY3322" fmla="*/ 1719893 h 6857801"/>
                <a:gd name="connsiteX3323" fmla="*/ 8870823 w 12184003"/>
                <a:gd name="connsiteY3323" fmla="*/ 1719893 h 6857801"/>
                <a:gd name="connsiteX3324" fmla="*/ 9100754 w 12184003"/>
                <a:gd name="connsiteY3324" fmla="*/ 1489963 h 6857801"/>
                <a:gd name="connsiteX3325" fmla="*/ 4607292 w 12184003"/>
                <a:gd name="connsiteY3325" fmla="*/ 1225027 h 6857801"/>
                <a:gd name="connsiteX3326" fmla="*/ 5029930 w 12184003"/>
                <a:gd name="connsiteY3326" fmla="*/ 1647658 h 6857801"/>
                <a:gd name="connsiteX3327" fmla="*/ 5029930 w 12184003"/>
                <a:gd name="connsiteY3327" fmla="*/ 1589994 h 6857801"/>
                <a:gd name="connsiteX3328" fmla="*/ 5026646 w 12184003"/>
                <a:gd name="connsiteY3328" fmla="*/ 1581964 h 6857801"/>
                <a:gd name="connsiteX3329" fmla="*/ 5029930 w 12184003"/>
                <a:gd name="connsiteY3329" fmla="*/ 1573933 h 6857801"/>
                <a:gd name="connsiteX3330" fmla="*/ 5029930 w 12184003"/>
                <a:gd name="connsiteY3330" fmla="*/ 1562256 h 6857801"/>
                <a:gd name="connsiteX3331" fmla="*/ 4692688 w 12184003"/>
                <a:gd name="connsiteY3331" fmla="*/ 1225027 h 6857801"/>
                <a:gd name="connsiteX3332" fmla="*/ 6304370 w 12184003"/>
                <a:gd name="connsiteY3332" fmla="*/ 1209701 h 6857801"/>
                <a:gd name="connsiteX3333" fmla="*/ 6176265 w 12184003"/>
                <a:gd name="connsiteY3333" fmla="*/ 1337804 h 6857801"/>
                <a:gd name="connsiteX3334" fmla="*/ 6361304 w 12184003"/>
                <a:gd name="connsiteY3334" fmla="*/ 1522840 h 6857801"/>
                <a:gd name="connsiteX3335" fmla="*/ 6361304 w 12184003"/>
                <a:gd name="connsiteY3335" fmla="*/ 1643720 h 6857801"/>
                <a:gd name="connsiteX3336" fmla="*/ 6433567 w 12184003"/>
                <a:gd name="connsiteY3336" fmla="*/ 1715752 h 6857801"/>
                <a:gd name="connsiteX3337" fmla="*/ 6433567 w 12184003"/>
                <a:gd name="connsiteY3337" fmla="*/ 1338898 h 6857801"/>
                <a:gd name="connsiteX3338" fmla="*/ 6696217 w 12184003"/>
                <a:gd name="connsiteY3338" fmla="*/ 1196438 h 6857801"/>
                <a:gd name="connsiteX3339" fmla="*/ 6684935 w 12184003"/>
                <a:gd name="connsiteY3339" fmla="*/ 1201406 h 6857801"/>
                <a:gd name="connsiteX3340" fmla="*/ 6621892 w 12184003"/>
                <a:gd name="connsiteY3340" fmla="*/ 1264447 h 6857801"/>
                <a:gd name="connsiteX3341" fmla="*/ 6621892 w 12184003"/>
                <a:gd name="connsiteY3341" fmla="*/ 1496564 h 6857801"/>
                <a:gd name="connsiteX3342" fmla="*/ 6725893 w 12184003"/>
                <a:gd name="connsiteY3342" fmla="*/ 1600566 h 6857801"/>
                <a:gd name="connsiteX3343" fmla="*/ 6913119 w 12184003"/>
                <a:gd name="connsiteY3343" fmla="*/ 1413338 h 6857801"/>
                <a:gd name="connsiteX3344" fmla="*/ 4489048 w 12184003"/>
                <a:gd name="connsiteY3344" fmla="*/ 1176852 h 6857801"/>
                <a:gd name="connsiteX3345" fmla="*/ 4521885 w 12184003"/>
                <a:gd name="connsiteY3345" fmla="*/ 1209699 h 6857801"/>
                <a:gd name="connsiteX3346" fmla="*/ 4526264 w 12184003"/>
                <a:gd name="connsiteY3346" fmla="*/ 1209699 h 6857801"/>
                <a:gd name="connsiteX3347" fmla="*/ 4493424 w 12184003"/>
                <a:gd name="connsiteY3347" fmla="*/ 1176852 h 6857801"/>
                <a:gd name="connsiteX3348" fmla="*/ 4444805 w 12184003"/>
                <a:gd name="connsiteY3348" fmla="*/ 1176852 h 6857801"/>
                <a:gd name="connsiteX3349" fmla="*/ 5007978 w 12184003"/>
                <a:gd name="connsiteY3349" fmla="*/ 1741191 h 6857801"/>
                <a:gd name="connsiteX3350" fmla="*/ 5003651 w 12184003"/>
                <a:gd name="connsiteY3350" fmla="*/ 1719922 h 6857801"/>
                <a:gd name="connsiteX3351" fmla="*/ 5008582 w 12184003"/>
                <a:gd name="connsiteY3351" fmla="*/ 1695699 h 6857801"/>
                <a:gd name="connsiteX3352" fmla="*/ 5010074 w 12184003"/>
                <a:gd name="connsiteY3352" fmla="*/ 1693497 h 6857801"/>
                <a:gd name="connsiteX3353" fmla="*/ 4541597 w 12184003"/>
                <a:gd name="connsiteY3353" fmla="*/ 1225027 h 6857801"/>
                <a:gd name="connsiteX3354" fmla="*/ 4515318 w 12184003"/>
                <a:gd name="connsiteY3354" fmla="*/ 1225027 h 6857801"/>
                <a:gd name="connsiteX3355" fmla="*/ 4466937 w 12184003"/>
                <a:gd name="connsiteY3355" fmla="*/ 1176852 h 6857801"/>
                <a:gd name="connsiteX3356" fmla="*/ 4068634 w 12184003"/>
                <a:gd name="connsiteY3356" fmla="*/ 1176852 h 6857801"/>
                <a:gd name="connsiteX3357" fmla="*/ 4933573 w 12184003"/>
                <a:gd name="connsiteY3357" fmla="*/ 2041826 h 6857801"/>
                <a:gd name="connsiteX3358" fmla="*/ 4933573 w 12184003"/>
                <a:gd name="connsiteY3358" fmla="*/ 2368089 h 6857801"/>
                <a:gd name="connsiteX3359" fmla="*/ 4975189 w 12184003"/>
                <a:gd name="connsiteY3359" fmla="*/ 2409694 h 6857801"/>
                <a:gd name="connsiteX3360" fmla="*/ 5006279 w 12184003"/>
                <a:gd name="connsiteY3360" fmla="*/ 2409694 h 6857801"/>
                <a:gd name="connsiteX3361" fmla="*/ 4999274 w 12184003"/>
                <a:gd name="connsiteY3361" fmla="*/ 2392140 h 6857801"/>
                <a:gd name="connsiteX3362" fmla="*/ 5013235 w 12184003"/>
                <a:gd name="connsiteY3362" fmla="*/ 2359329 h 6857801"/>
                <a:gd name="connsiteX3363" fmla="*/ 5029930 w 12184003"/>
                <a:gd name="connsiteY3363" fmla="*/ 2352477 h 6857801"/>
                <a:gd name="connsiteX3364" fmla="*/ 5029930 w 12184003"/>
                <a:gd name="connsiteY3364" fmla="*/ 1796567 h 6857801"/>
                <a:gd name="connsiteX3365" fmla="*/ 4410194 w 12184003"/>
                <a:gd name="connsiteY3365" fmla="*/ 1176852 h 6857801"/>
                <a:gd name="connsiteX3366" fmla="*/ 4362031 w 12184003"/>
                <a:gd name="connsiteY3366" fmla="*/ 1176852 h 6857801"/>
                <a:gd name="connsiteX3367" fmla="*/ 4626957 w 12184003"/>
                <a:gd name="connsiteY3367" fmla="*/ 1441779 h 6857801"/>
                <a:gd name="connsiteX3368" fmla="*/ 4644243 w 12184003"/>
                <a:gd name="connsiteY3368" fmla="*/ 1435247 h 6857801"/>
                <a:gd name="connsiteX3369" fmla="*/ 4677360 w 12184003"/>
                <a:gd name="connsiteY3369" fmla="*/ 1448386 h 6857801"/>
                <a:gd name="connsiteX3370" fmla="*/ 4677360 w 12184003"/>
                <a:gd name="connsiteY3370" fmla="*/ 1516270 h 6857801"/>
                <a:gd name="connsiteX3371" fmla="*/ 4609484 w 12184003"/>
                <a:gd name="connsiteY3371" fmla="*/ 1516270 h 6857801"/>
                <a:gd name="connsiteX3372" fmla="*/ 4594698 w 12184003"/>
                <a:gd name="connsiteY3372" fmla="*/ 1482328 h 6857801"/>
                <a:gd name="connsiteX3373" fmla="*/ 4602791 w 12184003"/>
                <a:gd name="connsiteY3373" fmla="*/ 1463754 h 6857801"/>
                <a:gd name="connsiteX3374" fmla="*/ 4314361 w 12184003"/>
                <a:gd name="connsiteY3374" fmla="*/ 1176852 h 6857801"/>
                <a:gd name="connsiteX3375" fmla="*/ 4000751 w 12184003"/>
                <a:gd name="connsiteY3375" fmla="*/ 1176852 h 6857801"/>
                <a:gd name="connsiteX3376" fmla="*/ 4541597 w 12184003"/>
                <a:gd name="connsiteY3376" fmla="*/ 1717734 h 6857801"/>
                <a:gd name="connsiteX3377" fmla="*/ 4541597 w 12184003"/>
                <a:gd name="connsiteY3377" fmla="*/ 1910435 h 6857801"/>
                <a:gd name="connsiteX3378" fmla="*/ 4596340 w 12184003"/>
                <a:gd name="connsiteY3378" fmla="*/ 1965181 h 6857801"/>
                <a:gd name="connsiteX3379" fmla="*/ 4596111 w 12184003"/>
                <a:gd name="connsiteY3379" fmla="*/ 2015318 h 6857801"/>
                <a:gd name="connsiteX3380" fmla="*/ 4677298 w 12184003"/>
                <a:gd name="connsiteY3380" fmla="*/ 2096448 h 6857801"/>
                <a:gd name="connsiteX3381" fmla="*/ 4693782 w 12184003"/>
                <a:gd name="connsiteY3381" fmla="*/ 2093532 h 6857801"/>
                <a:gd name="connsiteX3382" fmla="*/ 4727727 w 12184003"/>
                <a:gd name="connsiteY3382" fmla="*/ 2107507 h 6857801"/>
                <a:gd name="connsiteX3383" fmla="*/ 4727727 w 12184003"/>
                <a:gd name="connsiteY3383" fmla="*/ 2175340 h 6857801"/>
                <a:gd name="connsiteX3384" fmla="*/ 4659847 w 12184003"/>
                <a:gd name="connsiteY3384" fmla="*/ 2175340 h 6857801"/>
                <a:gd name="connsiteX3385" fmla="*/ 4646706 w 12184003"/>
                <a:gd name="connsiteY3385" fmla="*/ 2140576 h 6857801"/>
                <a:gd name="connsiteX3386" fmla="*/ 4654869 w 12184003"/>
                <a:gd name="connsiteY3386" fmla="*/ 2120009 h 6857801"/>
                <a:gd name="connsiteX3387" fmla="*/ 4595901 w 12184003"/>
                <a:gd name="connsiteY3387" fmla="*/ 2061094 h 6857801"/>
                <a:gd name="connsiteX3388" fmla="*/ 4594301 w 12184003"/>
                <a:gd name="connsiteY3388" fmla="*/ 2409694 h 6857801"/>
                <a:gd name="connsiteX3389" fmla="*/ 4909479 w 12184003"/>
                <a:gd name="connsiteY3389" fmla="*/ 2409694 h 6857801"/>
                <a:gd name="connsiteX3390" fmla="*/ 4887580 w 12184003"/>
                <a:gd name="connsiteY3390" fmla="*/ 2387791 h 6857801"/>
                <a:gd name="connsiteX3391" fmla="*/ 4887580 w 12184003"/>
                <a:gd name="connsiteY3391" fmla="*/ 2059344 h 6857801"/>
                <a:gd name="connsiteX3392" fmla="*/ 4005130 w 12184003"/>
                <a:gd name="connsiteY3392" fmla="*/ 1176852 h 6857801"/>
                <a:gd name="connsiteX3393" fmla="*/ 3805870 w 12184003"/>
                <a:gd name="connsiteY3393" fmla="*/ 1176852 h 6857801"/>
                <a:gd name="connsiteX3394" fmla="*/ 3876470 w 12184003"/>
                <a:gd name="connsiteY3394" fmla="*/ 1247459 h 6857801"/>
                <a:gd name="connsiteX3395" fmla="*/ 3898929 w 12184003"/>
                <a:gd name="connsiteY3395" fmla="*/ 1238167 h 6857801"/>
                <a:gd name="connsiteX3396" fmla="*/ 3930674 w 12184003"/>
                <a:gd name="connsiteY3396" fmla="*/ 1251303 h 6857801"/>
                <a:gd name="connsiteX3397" fmla="*/ 3943814 w 12184003"/>
                <a:gd name="connsiteY3397" fmla="*/ 1284975 h 6857801"/>
                <a:gd name="connsiteX3398" fmla="*/ 3935771 w 12184003"/>
                <a:gd name="connsiteY3398" fmla="*/ 1304575 h 6857801"/>
                <a:gd name="connsiteX3399" fmla="*/ 4508751 w 12184003"/>
                <a:gd name="connsiteY3399" fmla="*/ 1877588 h 6857801"/>
                <a:gd name="connsiteX3400" fmla="*/ 4508751 w 12184003"/>
                <a:gd name="connsiteY3400" fmla="*/ 1733062 h 6857801"/>
                <a:gd name="connsiteX3401" fmla="*/ 3952573 w 12184003"/>
                <a:gd name="connsiteY3401" fmla="*/ 1176852 h 6857801"/>
                <a:gd name="connsiteX3402" fmla="*/ 7491245 w 12184003"/>
                <a:gd name="connsiteY3402" fmla="*/ 1163676 h 6857801"/>
                <a:gd name="connsiteX3403" fmla="*/ 7150673 w 12184003"/>
                <a:gd name="connsiteY3403" fmla="*/ 1502221 h 6857801"/>
                <a:gd name="connsiteX3404" fmla="*/ 7154498 w 12184003"/>
                <a:gd name="connsiteY3404" fmla="*/ 1511572 h 6857801"/>
                <a:gd name="connsiteX3405" fmla="*/ 7191507 w 12184003"/>
                <a:gd name="connsiteY3405" fmla="*/ 1548825 h 6857801"/>
                <a:gd name="connsiteX3406" fmla="*/ 7576655 w 12184003"/>
                <a:gd name="connsiteY3406" fmla="*/ 1163676 h 6857801"/>
                <a:gd name="connsiteX3407" fmla="*/ 8229686 w 12184003"/>
                <a:gd name="connsiteY3407" fmla="*/ 1115507 h 6857801"/>
                <a:gd name="connsiteX3408" fmla="*/ 7675188 w 12184003"/>
                <a:gd name="connsiteY3408" fmla="*/ 1671711 h 6857801"/>
                <a:gd name="connsiteX3409" fmla="*/ 7675188 w 12184003"/>
                <a:gd name="connsiteY3409" fmla="*/ 1816246 h 6857801"/>
                <a:gd name="connsiteX3410" fmla="*/ 7891980 w 12184003"/>
                <a:gd name="connsiteY3410" fmla="*/ 1599453 h 6857801"/>
                <a:gd name="connsiteX3411" fmla="*/ 7891980 w 12184003"/>
                <a:gd name="connsiteY3411" fmla="*/ 1599446 h 6857801"/>
                <a:gd name="connsiteX3412" fmla="*/ 8246648 w 12184003"/>
                <a:gd name="connsiteY3412" fmla="*/ 1244779 h 6857801"/>
                <a:gd name="connsiteX3413" fmla="*/ 8237969 w 12184003"/>
                <a:gd name="connsiteY3413" fmla="*/ 1223626 h 6857801"/>
                <a:gd name="connsiteX3414" fmla="*/ 8251108 w 12184003"/>
                <a:gd name="connsiteY3414" fmla="*/ 1189957 h 6857801"/>
                <a:gd name="connsiteX3415" fmla="*/ 8283135 w 12184003"/>
                <a:gd name="connsiteY3415" fmla="*/ 1176818 h 6857801"/>
                <a:gd name="connsiteX3416" fmla="*/ 8305774 w 12184003"/>
                <a:gd name="connsiteY3416" fmla="*/ 1185652 h 6857801"/>
                <a:gd name="connsiteX3417" fmla="*/ 8375919 w 12184003"/>
                <a:gd name="connsiteY3417" fmla="*/ 1115507 h 6857801"/>
                <a:gd name="connsiteX3418" fmla="*/ 8176653 w 12184003"/>
                <a:gd name="connsiteY3418" fmla="*/ 1115507 h 6857801"/>
                <a:gd name="connsiteX3419" fmla="*/ 7294162 w 12184003"/>
                <a:gd name="connsiteY3419" fmla="*/ 1998000 h 6857801"/>
                <a:gd name="connsiteX3420" fmla="*/ 7294162 w 12184003"/>
                <a:gd name="connsiteY3420" fmla="*/ 2084745 h 6857801"/>
                <a:gd name="connsiteX3421" fmla="*/ 7296352 w 12184003"/>
                <a:gd name="connsiteY3421" fmla="*/ 2085620 h 6857801"/>
                <a:gd name="connsiteX3422" fmla="*/ 7309491 w 12184003"/>
                <a:gd name="connsiteY3422" fmla="*/ 2118444 h 6857801"/>
                <a:gd name="connsiteX3423" fmla="*/ 7296352 w 12184003"/>
                <a:gd name="connsiteY3423" fmla="*/ 2151270 h 6857801"/>
                <a:gd name="connsiteX3424" fmla="*/ 7294162 w 12184003"/>
                <a:gd name="connsiteY3424" fmla="*/ 2152154 h 6857801"/>
                <a:gd name="connsiteX3425" fmla="*/ 7294162 w 12184003"/>
                <a:gd name="connsiteY3425" fmla="*/ 2326447 h 6857801"/>
                <a:gd name="connsiteX3426" fmla="*/ 7210964 w 12184003"/>
                <a:gd name="connsiteY3426" fmla="*/ 2409645 h 6857801"/>
                <a:gd name="connsiteX3427" fmla="*/ 7559130 w 12184003"/>
                <a:gd name="connsiteY3427" fmla="*/ 2409645 h 6857801"/>
                <a:gd name="connsiteX3428" fmla="*/ 7587597 w 12184003"/>
                <a:gd name="connsiteY3428" fmla="*/ 2381178 h 6857801"/>
                <a:gd name="connsiteX3429" fmla="*/ 7587597 w 12184003"/>
                <a:gd name="connsiteY3429" fmla="*/ 1999073 h 6857801"/>
                <a:gd name="connsiteX3430" fmla="*/ 7526969 w 12184003"/>
                <a:gd name="connsiteY3430" fmla="*/ 2058934 h 6857801"/>
                <a:gd name="connsiteX3431" fmla="*/ 7535042 w 12184003"/>
                <a:gd name="connsiteY3431" fmla="*/ 2079283 h 6857801"/>
                <a:gd name="connsiteX3432" fmla="*/ 7521902 w 12184003"/>
                <a:gd name="connsiteY3432" fmla="*/ 2114019 h 6857801"/>
                <a:gd name="connsiteX3433" fmla="*/ 7454019 w 12184003"/>
                <a:gd name="connsiteY3433" fmla="*/ 2114019 h 6857801"/>
                <a:gd name="connsiteX3434" fmla="*/ 7454019 w 12184003"/>
                <a:gd name="connsiteY3434" fmla="*/ 2046162 h 6857801"/>
                <a:gd name="connsiteX3435" fmla="*/ 7487139 w 12184003"/>
                <a:gd name="connsiteY3435" fmla="*/ 2032202 h 6857801"/>
                <a:gd name="connsiteX3436" fmla="*/ 7504401 w 12184003"/>
                <a:gd name="connsiteY3436" fmla="*/ 2035202 h 6857801"/>
                <a:gd name="connsiteX3437" fmla="*/ 7587597 w 12184003"/>
                <a:gd name="connsiteY3437" fmla="*/ 1952007 h 6857801"/>
                <a:gd name="connsiteX3438" fmla="*/ 7587597 w 12184003"/>
                <a:gd name="connsiteY3438" fmla="*/ 1903838 h 6857801"/>
                <a:gd name="connsiteX3439" fmla="*/ 7640151 w 12184003"/>
                <a:gd name="connsiteY3439" fmla="*/ 1851283 h 6857801"/>
                <a:gd name="connsiteX3440" fmla="*/ 7640151 w 12184003"/>
                <a:gd name="connsiteY3440" fmla="*/ 1656382 h 6857801"/>
                <a:gd name="connsiteX3441" fmla="*/ 8182691 w 12184003"/>
                <a:gd name="connsiteY3441" fmla="*/ 1115507 h 6857801"/>
                <a:gd name="connsiteX3442" fmla="*/ 7716997 w 12184003"/>
                <a:gd name="connsiteY3442" fmla="*/ 1115507 h 6857801"/>
                <a:gd name="connsiteX3443" fmla="*/ 7668620 w 12184003"/>
                <a:gd name="connsiteY3443" fmla="*/ 1163676 h 6857801"/>
                <a:gd name="connsiteX3444" fmla="*/ 7640347 w 12184003"/>
                <a:gd name="connsiteY3444" fmla="*/ 1163676 h 6857801"/>
                <a:gd name="connsiteX3445" fmla="*/ 7224059 w 12184003"/>
                <a:gd name="connsiteY3445" fmla="*/ 1581590 h 6857801"/>
                <a:gd name="connsiteX3446" fmla="*/ 7276643 w 12184003"/>
                <a:gd name="connsiteY3446" fmla="*/ 1634521 h 6857801"/>
                <a:gd name="connsiteX3447" fmla="*/ 7276643 w 12184003"/>
                <a:gd name="connsiteY3447" fmla="*/ 1949824 h 6857801"/>
                <a:gd name="connsiteX3448" fmla="*/ 8110960 w 12184003"/>
                <a:gd name="connsiteY3448" fmla="*/ 1115507 h 6857801"/>
                <a:gd name="connsiteX3449" fmla="*/ 7867884 w 12184003"/>
                <a:gd name="connsiteY3449" fmla="*/ 1115507 h 6857801"/>
                <a:gd name="connsiteX3450" fmla="*/ 7581767 w 12184003"/>
                <a:gd name="connsiteY3450" fmla="*/ 1401624 h 6857801"/>
                <a:gd name="connsiteX3451" fmla="*/ 7589239 w 12184003"/>
                <a:gd name="connsiteY3451" fmla="*/ 1418783 h 6857801"/>
                <a:gd name="connsiteX3452" fmla="*/ 7574458 w 12184003"/>
                <a:gd name="connsiteY3452" fmla="*/ 1452725 h 6857801"/>
                <a:gd name="connsiteX3453" fmla="*/ 7506573 w 12184003"/>
                <a:gd name="connsiteY3453" fmla="*/ 1452725 h 6857801"/>
                <a:gd name="connsiteX3454" fmla="*/ 7506573 w 12184003"/>
                <a:gd name="connsiteY3454" fmla="*/ 1384841 h 6857801"/>
                <a:gd name="connsiteX3455" fmla="*/ 7540515 w 12184003"/>
                <a:gd name="connsiteY3455" fmla="*/ 1371701 h 6857801"/>
                <a:gd name="connsiteX3456" fmla="*/ 7557096 w 12184003"/>
                <a:gd name="connsiteY3456" fmla="*/ 1378120 h 6857801"/>
                <a:gd name="connsiteX3457" fmla="*/ 7819708 w 12184003"/>
                <a:gd name="connsiteY3457" fmla="*/ 1115507 h 6857801"/>
                <a:gd name="connsiteX3458" fmla="*/ 7688328 w 12184003"/>
                <a:gd name="connsiteY3458" fmla="*/ 1115507 h 6857801"/>
                <a:gd name="connsiteX3459" fmla="*/ 7657797 w 12184003"/>
                <a:gd name="connsiteY3459" fmla="*/ 1146158 h 6857801"/>
                <a:gd name="connsiteX3460" fmla="*/ 7662050 w 12184003"/>
                <a:gd name="connsiteY3460" fmla="*/ 1146158 h 6857801"/>
                <a:gd name="connsiteX3461" fmla="*/ 7692701 w 12184003"/>
                <a:gd name="connsiteY3461" fmla="*/ 1115507 h 6857801"/>
                <a:gd name="connsiteX3462" fmla="*/ 6205087 w 12184003"/>
                <a:gd name="connsiteY3462" fmla="*/ 1110423 h 6857801"/>
                <a:gd name="connsiteX3463" fmla="*/ 6105096 w 12184003"/>
                <a:gd name="connsiteY3463" fmla="*/ 1209701 h 6857801"/>
                <a:gd name="connsiteX3464" fmla="*/ 6105096 w 12184003"/>
                <a:gd name="connsiteY3464" fmla="*/ 1266638 h 6857801"/>
                <a:gd name="connsiteX3465" fmla="*/ 6143513 w 12184003"/>
                <a:gd name="connsiteY3465" fmla="*/ 1305053 h 6857801"/>
                <a:gd name="connsiteX3466" fmla="*/ 6271955 w 12184003"/>
                <a:gd name="connsiteY3466" fmla="*/ 1177291 h 6857801"/>
                <a:gd name="connsiteX3467" fmla="*/ 5167876 w 12184003"/>
                <a:gd name="connsiteY3467" fmla="*/ 1089263 h 6857801"/>
                <a:gd name="connsiteX3468" fmla="*/ 5054012 w 12184003"/>
                <a:gd name="connsiteY3468" fmla="*/ 1203131 h 6857801"/>
                <a:gd name="connsiteX3469" fmla="*/ 5054012 w 12184003"/>
                <a:gd name="connsiteY3469" fmla="*/ 1288535 h 6857801"/>
                <a:gd name="connsiteX3470" fmla="*/ 5117513 w 12184003"/>
                <a:gd name="connsiteY3470" fmla="*/ 1352041 h 6857801"/>
                <a:gd name="connsiteX3471" fmla="*/ 5145978 w 12184003"/>
                <a:gd name="connsiteY3471" fmla="*/ 1352041 h 6857801"/>
                <a:gd name="connsiteX3472" fmla="*/ 5167876 w 12184003"/>
                <a:gd name="connsiteY3472" fmla="*/ 1373938 h 6857801"/>
                <a:gd name="connsiteX3473" fmla="*/ 3972277 w 12184003"/>
                <a:gd name="connsiteY3473" fmla="*/ 1080498 h 6857801"/>
                <a:gd name="connsiteX3474" fmla="*/ 4022647 w 12184003"/>
                <a:gd name="connsiteY3474" fmla="*/ 1130865 h 6857801"/>
                <a:gd name="connsiteX3475" fmla="*/ 4268133 w 12184003"/>
                <a:gd name="connsiteY3475" fmla="*/ 1130865 h 6857801"/>
                <a:gd name="connsiteX3476" fmla="*/ 4217498 w 12184003"/>
                <a:gd name="connsiteY3476" fmla="*/ 1080498 h 6857801"/>
                <a:gd name="connsiteX3477" fmla="*/ 3904401 w 12184003"/>
                <a:gd name="connsiteY3477" fmla="*/ 1080498 h 6857801"/>
                <a:gd name="connsiteX3478" fmla="*/ 3954762 w 12184003"/>
                <a:gd name="connsiteY3478" fmla="*/ 1130865 h 6857801"/>
                <a:gd name="connsiteX3479" fmla="*/ 3959143 w 12184003"/>
                <a:gd name="connsiteY3479" fmla="*/ 1130865 h 6857801"/>
                <a:gd name="connsiteX3480" fmla="*/ 3924113 w 12184003"/>
                <a:gd name="connsiteY3480" fmla="*/ 1095829 h 6857801"/>
                <a:gd name="connsiteX3481" fmla="*/ 3924169 w 12184003"/>
                <a:gd name="connsiteY3481" fmla="*/ 1080498 h 6857801"/>
                <a:gd name="connsiteX3482" fmla="*/ 8257677 w 12184003"/>
                <a:gd name="connsiteY3482" fmla="*/ 1016958 h 6857801"/>
                <a:gd name="connsiteX3483" fmla="*/ 8257677 w 12184003"/>
                <a:gd name="connsiteY3483" fmla="*/ 1034483 h 6857801"/>
                <a:gd name="connsiteX3484" fmla="*/ 8222639 w 12184003"/>
                <a:gd name="connsiteY3484" fmla="*/ 1069521 h 6857801"/>
                <a:gd name="connsiteX3485" fmla="*/ 8228818 w 12184003"/>
                <a:gd name="connsiteY3485" fmla="*/ 1069521 h 6857801"/>
                <a:gd name="connsiteX3486" fmla="*/ 8281543 w 12184003"/>
                <a:gd name="connsiteY3486" fmla="*/ 1016958 h 6857801"/>
                <a:gd name="connsiteX3487" fmla="*/ 7966433 w 12184003"/>
                <a:gd name="connsiteY3487" fmla="*/ 1016958 h 6857801"/>
                <a:gd name="connsiteX3488" fmla="*/ 7913871 w 12184003"/>
                <a:gd name="connsiteY3488" fmla="*/ 1069521 h 6857801"/>
                <a:gd name="connsiteX3489" fmla="*/ 8156946 w 12184003"/>
                <a:gd name="connsiteY3489" fmla="*/ 1069521 h 6857801"/>
                <a:gd name="connsiteX3490" fmla="*/ 8209508 w 12184003"/>
                <a:gd name="connsiteY3490" fmla="*/ 1016958 h 6857801"/>
                <a:gd name="connsiteX3491" fmla="*/ 6921894 w 12184003"/>
                <a:gd name="connsiteY3491" fmla="*/ 964466 h 6857801"/>
                <a:gd name="connsiteX3492" fmla="*/ 6710993 w 12184003"/>
                <a:gd name="connsiteY3492" fmla="*/ 1175345 h 6857801"/>
                <a:gd name="connsiteX3493" fmla="*/ 6707656 w 12184003"/>
                <a:gd name="connsiteY3493" fmla="*/ 1183787 h 6857801"/>
                <a:gd name="connsiteX3494" fmla="*/ 6925164 w 12184003"/>
                <a:gd name="connsiteY3494" fmla="*/ 1401293 h 6857801"/>
                <a:gd name="connsiteX3495" fmla="*/ 6968805 w 12184003"/>
                <a:gd name="connsiteY3495" fmla="*/ 1357652 h 6857801"/>
                <a:gd name="connsiteX3496" fmla="*/ 6954587 w 12184003"/>
                <a:gd name="connsiteY3496" fmla="*/ 1343341 h 6857801"/>
                <a:gd name="connsiteX3497" fmla="*/ 6932843 w 12184003"/>
                <a:gd name="connsiteY3497" fmla="*/ 1352041 h 6857801"/>
                <a:gd name="connsiteX3498" fmla="*/ 6886858 w 12184003"/>
                <a:gd name="connsiteY3498" fmla="*/ 1306051 h 6857801"/>
                <a:gd name="connsiteX3499" fmla="*/ 6899996 w 12184003"/>
                <a:gd name="connsiteY3499" fmla="*/ 1273208 h 6857801"/>
                <a:gd name="connsiteX3500" fmla="*/ 6921894 w 12184003"/>
                <a:gd name="connsiteY3500" fmla="*/ 1264447 h 6857801"/>
                <a:gd name="connsiteX3501" fmla="*/ 4241584 w 12184003"/>
                <a:gd name="connsiteY3501" fmla="*/ 952485 h 6857801"/>
                <a:gd name="connsiteX3502" fmla="*/ 4241584 w 12184003"/>
                <a:gd name="connsiteY3502" fmla="*/ 973224 h 6857801"/>
                <a:gd name="connsiteX3503" fmla="*/ 4398914 w 12184003"/>
                <a:gd name="connsiteY3503" fmla="*/ 1130865 h 6857801"/>
                <a:gd name="connsiteX3504" fmla="*/ 4420745 w 12184003"/>
                <a:gd name="connsiteY3504" fmla="*/ 1130865 h 6857801"/>
                <a:gd name="connsiteX3505" fmla="*/ 6672256 w 12184003"/>
                <a:gd name="connsiteY3505" fmla="*/ 918474 h 6857801"/>
                <a:gd name="connsiteX3506" fmla="*/ 6451086 w 12184003"/>
                <a:gd name="connsiteY3506" fmla="*/ 1139632 h 6857801"/>
                <a:gd name="connsiteX3507" fmla="*/ 6451086 w 12184003"/>
                <a:gd name="connsiteY3507" fmla="*/ 1308600 h 6857801"/>
                <a:gd name="connsiteX3508" fmla="*/ 6589044 w 12184003"/>
                <a:gd name="connsiteY3508" fmla="*/ 1446198 h 6857801"/>
                <a:gd name="connsiteX3509" fmla="*/ 6589044 w 12184003"/>
                <a:gd name="connsiteY3509" fmla="*/ 1463716 h 6857801"/>
                <a:gd name="connsiteX3510" fmla="*/ 6597803 w 12184003"/>
                <a:gd name="connsiteY3510" fmla="*/ 1472474 h 6857801"/>
                <a:gd name="connsiteX3511" fmla="*/ 6597803 w 12184003"/>
                <a:gd name="connsiteY3511" fmla="*/ 1255690 h 6857801"/>
                <a:gd name="connsiteX3512" fmla="*/ 6660740 w 12184003"/>
                <a:gd name="connsiteY3512" fmla="*/ 1192753 h 6857801"/>
                <a:gd name="connsiteX3513" fmla="*/ 6658024 w 12184003"/>
                <a:gd name="connsiteY3513" fmla="*/ 1191359 h 6857801"/>
                <a:gd name="connsiteX3514" fmla="*/ 6648170 w 12184003"/>
                <a:gd name="connsiteY3514" fmla="*/ 1168095 h 6857801"/>
                <a:gd name="connsiteX3515" fmla="*/ 6657202 w 12184003"/>
                <a:gd name="connsiteY3515" fmla="*/ 1145099 h 6857801"/>
                <a:gd name="connsiteX3516" fmla="*/ 6672256 w 12184003"/>
                <a:gd name="connsiteY3516" fmla="*/ 1138869 h 6857801"/>
                <a:gd name="connsiteX3517" fmla="*/ 4690499 w 12184003"/>
                <a:gd name="connsiteY3517" fmla="*/ 907206 h 6857801"/>
                <a:gd name="connsiteX3518" fmla="*/ 4690499 w 12184003"/>
                <a:gd name="connsiteY3518" fmla="*/ 925044 h 6857801"/>
                <a:gd name="connsiteX3519" fmla="*/ 4903709 w 12184003"/>
                <a:gd name="connsiteY3519" fmla="*/ 1138240 h 6857801"/>
                <a:gd name="connsiteX3520" fmla="*/ 4909400 w 12184003"/>
                <a:gd name="connsiteY3520" fmla="*/ 1124491 h 6857801"/>
                <a:gd name="connsiteX3521" fmla="*/ 4909208 w 12184003"/>
                <a:gd name="connsiteY3521" fmla="*/ 1124294 h 6857801"/>
                <a:gd name="connsiteX3522" fmla="*/ 4907289 w 12184003"/>
                <a:gd name="connsiteY3522" fmla="*/ 1124294 h 6857801"/>
                <a:gd name="connsiteX3523" fmla="*/ 4908663 w 12184003"/>
                <a:gd name="connsiteY3523" fmla="*/ 1123763 h 6857801"/>
                <a:gd name="connsiteX3524" fmla="*/ 5375914 w 12184003"/>
                <a:gd name="connsiteY3524" fmla="*/ 881251 h 6857801"/>
                <a:gd name="connsiteX3525" fmla="*/ 5189778 w 12184003"/>
                <a:gd name="connsiteY3525" fmla="*/ 1067366 h 6857801"/>
                <a:gd name="connsiteX3526" fmla="*/ 5189778 w 12184003"/>
                <a:gd name="connsiteY3526" fmla="*/ 1391455 h 6857801"/>
                <a:gd name="connsiteX3527" fmla="*/ 5275187 w 12184003"/>
                <a:gd name="connsiteY3527" fmla="*/ 1476856 h 6857801"/>
                <a:gd name="connsiteX3528" fmla="*/ 5275187 w 12184003"/>
                <a:gd name="connsiteY3528" fmla="*/ 1087073 h 6857801"/>
                <a:gd name="connsiteX3529" fmla="*/ 5375914 w 12184003"/>
                <a:gd name="connsiteY3529" fmla="*/ 985677 h 6857801"/>
                <a:gd name="connsiteX3530" fmla="*/ 4418961 w 12184003"/>
                <a:gd name="connsiteY3530" fmla="*/ 865906 h 6857801"/>
                <a:gd name="connsiteX3531" fmla="*/ 4905100 w 12184003"/>
                <a:gd name="connsiteY3531" fmla="*/ 1352041 h 6857801"/>
                <a:gd name="connsiteX3532" fmla="*/ 5029930 w 12184003"/>
                <a:gd name="connsiteY3532" fmla="*/ 1352041 h 6857801"/>
                <a:gd name="connsiteX3533" fmla="*/ 5029930 w 12184003"/>
                <a:gd name="connsiteY3533" fmla="*/ 1287519 h 6857801"/>
                <a:gd name="connsiteX3534" fmla="*/ 4942555 w 12184003"/>
                <a:gd name="connsiteY3534" fmla="*/ 1200397 h 6857801"/>
                <a:gd name="connsiteX3535" fmla="*/ 4941243 w 12184003"/>
                <a:gd name="connsiteY3535" fmla="*/ 1200940 h 6857801"/>
                <a:gd name="connsiteX3536" fmla="*/ 4909479 w 12184003"/>
                <a:gd name="connsiteY3536" fmla="*/ 1187800 h 6857801"/>
                <a:gd name="connsiteX3537" fmla="*/ 4896340 w 12184003"/>
                <a:gd name="connsiteY3537" fmla="*/ 1156047 h 6857801"/>
                <a:gd name="connsiteX3538" fmla="*/ 4896843 w 12184003"/>
                <a:gd name="connsiteY3538" fmla="*/ 1154828 h 6857801"/>
                <a:gd name="connsiteX3539" fmla="*/ 4672982 w 12184003"/>
                <a:gd name="connsiteY3539" fmla="*/ 931613 h 6857801"/>
                <a:gd name="connsiteX3540" fmla="*/ 4672982 w 12184003"/>
                <a:gd name="connsiteY3540" fmla="*/ 889815 h 6857801"/>
                <a:gd name="connsiteX3541" fmla="*/ 4648895 w 12184003"/>
                <a:gd name="connsiteY3541" fmla="*/ 865906 h 6857801"/>
                <a:gd name="connsiteX3542" fmla="*/ 4371114 w 12184003"/>
                <a:gd name="connsiteY3542" fmla="*/ 865906 h 6857801"/>
                <a:gd name="connsiteX3543" fmla="*/ 4541023 w 12184003"/>
                <a:gd name="connsiteY3543" fmla="*/ 1034153 h 6857801"/>
                <a:gd name="connsiteX3544" fmla="*/ 4548166 w 12184003"/>
                <a:gd name="connsiteY3544" fmla="*/ 1031229 h 6857801"/>
                <a:gd name="connsiteX3545" fmla="*/ 4555561 w 12184003"/>
                <a:gd name="connsiteY3545" fmla="*/ 1034251 h 6857801"/>
                <a:gd name="connsiteX3546" fmla="*/ 4387742 w 12184003"/>
                <a:gd name="connsiteY3546" fmla="*/ 865906 h 6857801"/>
                <a:gd name="connsiteX3547" fmla="*/ 4241584 w 12184003"/>
                <a:gd name="connsiteY3547" fmla="*/ 865906 h 6857801"/>
                <a:gd name="connsiteX3548" fmla="*/ 4241584 w 12184003"/>
                <a:gd name="connsiteY3548" fmla="*/ 929406 h 6857801"/>
                <a:gd name="connsiteX3549" fmla="*/ 4443057 w 12184003"/>
                <a:gd name="connsiteY3549" fmla="*/ 1130865 h 6857801"/>
                <a:gd name="connsiteX3550" fmla="*/ 4513129 w 12184003"/>
                <a:gd name="connsiteY3550" fmla="*/ 1130865 h 6857801"/>
                <a:gd name="connsiteX3551" fmla="*/ 4591961 w 12184003"/>
                <a:gd name="connsiteY3551" fmla="*/ 1209699 h 6857801"/>
                <a:gd name="connsiteX3552" fmla="*/ 4699258 w 12184003"/>
                <a:gd name="connsiteY3552" fmla="*/ 1209699 h 6857801"/>
                <a:gd name="connsiteX3553" fmla="*/ 5029930 w 12184003"/>
                <a:gd name="connsiteY3553" fmla="*/ 1540358 h 6857801"/>
                <a:gd name="connsiteX3554" fmla="*/ 5029930 w 12184003"/>
                <a:gd name="connsiteY3554" fmla="*/ 1374911 h 6857801"/>
                <a:gd name="connsiteX3555" fmla="*/ 4896340 w 12184003"/>
                <a:gd name="connsiteY3555" fmla="*/ 1376128 h 6857801"/>
                <a:gd name="connsiteX3556" fmla="*/ 4579140 w 12184003"/>
                <a:gd name="connsiteY3556" fmla="*/ 1057906 h 6857801"/>
                <a:gd name="connsiteX3557" fmla="*/ 4582110 w 12184003"/>
                <a:gd name="connsiteY3557" fmla="*/ 1065171 h 6857801"/>
                <a:gd name="connsiteX3558" fmla="*/ 4572256 w 12184003"/>
                <a:gd name="connsiteY3558" fmla="*/ 1089258 h 6857801"/>
                <a:gd name="connsiteX3559" fmla="*/ 4524078 w 12184003"/>
                <a:gd name="connsiteY3559" fmla="*/ 1089258 h 6857801"/>
                <a:gd name="connsiteX3560" fmla="*/ 4514223 w 12184003"/>
                <a:gd name="connsiteY3560" fmla="*/ 1065171 h 6857801"/>
                <a:gd name="connsiteX3561" fmla="*/ 4523517 w 12184003"/>
                <a:gd name="connsiteY3561" fmla="*/ 1042445 h 6857801"/>
                <a:gd name="connsiteX3562" fmla="*/ 4348721 w 12184003"/>
                <a:gd name="connsiteY3562" fmla="*/ 865906 h 6857801"/>
                <a:gd name="connsiteX3563" fmla="*/ 4178134 w 12184003"/>
                <a:gd name="connsiteY3563" fmla="*/ 865906 h 6857801"/>
                <a:gd name="connsiteX3564" fmla="*/ 4217498 w 12184003"/>
                <a:gd name="connsiteY3564" fmla="*/ 905318 h 6857801"/>
                <a:gd name="connsiteX3565" fmla="*/ 4217498 w 12184003"/>
                <a:gd name="connsiteY3565" fmla="*/ 865906 h 6857801"/>
                <a:gd name="connsiteX3566" fmla="*/ 3970092 w 12184003"/>
                <a:gd name="connsiteY3566" fmla="*/ 865906 h 6857801"/>
                <a:gd name="connsiteX3567" fmla="*/ 3970092 w 12184003"/>
                <a:gd name="connsiteY3567" fmla="*/ 1045463 h 6857801"/>
                <a:gd name="connsiteX3568" fmla="*/ 4230639 w 12184003"/>
                <a:gd name="connsiteY3568" fmla="*/ 1045463 h 6857801"/>
                <a:gd name="connsiteX3569" fmla="*/ 4316042 w 12184003"/>
                <a:gd name="connsiteY3569" fmla="*/ 1130865 h 6857801"/>
                <a:gd name="connsiteX3570" fmla="*/ 4364205 w 12184003"/>
                <a:gd name="connsiteY3570" fmla="*/ 1130865 h 6857801"/>
                <a:gd name="connsiteX3571" fmla="*/ 4217498 w 12184003"/>
                <a:gd name="connsiteY3571" fmla="*/ 984172 h 6857801"/>
                <a:gd name="connsiteX3572" fmla="*/ 4217498 w 12184003"/>
                <a:gd name="connsiteY3572" fmla="*/ 928500 h 6857801"/>
                <a:gd name="connsiteX3573" fmla="*/ 4154678 w 12184003"/>
                <a:gd name="connsiteY3573" fmla="*/ 865906 h 6857801"/>
                <a:gd name="connsiteX3574" fmla="*/ 3829955 w 12184003"/>
                <a:gd name="connsiteY3574" fmla="*/ 865906 h 6857801"/>
                <a:gd name="connsiteX3575" fmla="*/ 3829955 w 12184003"/>
                <a:gd name="connsiteY3575" fmla="*/ 1006050 h 6857801"/>
                <a:gd name="connsiteX3576" fmla="*/ 3869366 w 12184003"/>
                <a:gd name="connsiteY3576" fmla="*/ 1045463 h 6857801"/>
                <a:gd name="connsiteX3577" fmla="*/ 3924296 w 12184003"/>
                <a:gd name="connsiteY3577" fmla="*/ 1045463 h 6857801"/>
                <a:gd name="connsiteX3578" fmla="*/ 3924969 w 12184003"/>
                <a:gd name="connsiteY3578" fmla="*/ 865906 h 6857801"/>
                <a:gd name="connsiteX3579" fmla="*/ 3332884 w 12184003"/>
                <a:gd name="connsiteY3579" fmla="*/ 865906 h 6857801"/>
                <a:gd name="connsiteX3580" fmla="*/ 3512441 w 12184003"/>
                <a:gd name="connsiteY3580" fmla="*/ 1045463 h 6857801"/>
                <a:gd name="connsiteX3581" fmla="*/ 3821193 w 12184003"/>
                <a:gd name="connsiteY3581" fmla="*/ 1045463 h 6857801"/>
                <a:gd name="connsiteX3582" fmla="*/ 3797108 w 12184003"/>
                <a:gd name="connsiteY3582" fmla="*/ 1021378 h 6857801"/>
                <a:gd name="connsiteX3583" fmla="*/ 3797108 w 12184003"/>
                <a:gd name="connsiteY3583" fmla="*/ 865906 h 6857801"/>
                <a:gd name="connsiteX3584" fmla="*/ 3275385 w 12184003"/>
                <a:gd name="connsiteY3584" fmla="*/ 865906 h 6857801"/>
                <a:gd name="connsiteX3585" fmla="*/ 3540908 w 12184003"/>
                <a:gd name="connsiteY3585" fmla="*/ 1130865 h 6857801"/>
                <a:gd name="connsiteX3586" fmla="*/ 3764012 w 12184003"/>
                <a:gd name="connsiteY3586" fmla="*/ 1130865 h 6857801"/>
                <a:gd name="connsiteX3587" fmla="*/ 3777398 w 12184003"/>
                <a:gd name="connsiteY3587" fmla="*/ 1125389 h 6857801"/>
                <a:gd name="connsiteX3588" fmla="*/ 3790786 w 12184003"/>
                <a:gd name="connsiteY3588" fmla="*/ 1130865 h 6857801"/>
                <a:gd name="connsiteX3589" fmla="*/ 3906590 w 12184003"/>
                <a:gd name="connsiteY3589" fmla="*/ 1130865 h 6857801"/>
                <a:gd name="connsiteX3590" fmla="*/ 3856229 w 12184003"/>
                <a:gd name="connsiteY3590" fmla="*/ 1080498 h 6857801"/>
                <a:gd name="connsiteX3591" fmla="*/ 3499301 w 12184003"/>
                <a:gd name="connsiteY3591" fmla="*/ 1080498 h 6857801"/>
                <a:gd name="connsiteX3592" fmla="*/ 3284707 w 12184003"/>
                <a:gd name="connsiteY3592" fmla="*/ 865906 h 6857801"/>
                <a:gd name="connsiteX3593" fmla="*/ 8899284 w 12184003"/>
                <a:gd name="connsiteY3593" fmla="*/ 802364 h 6857801"/>
                <a:gd name="connsiteX3594" fmla="*/ 8684690 w 12184003"/>
                <a:gd name="connsiteY3594" fmla="*/ 1016958 h 6857801"/>
                <a:gd name="connsiteX3595" fmla="*/ 8327933 w 12184003"/>
                <a:gd name="connsiteY3595" fmla="*/ 1016958 h 6857801"/>
                <a:gd name="connsiteX3596" fmla="*/ 8275531 w 12184003"/>
                <a:gd name="connsiteY3596" fmla="*/ 1069521 h 6857801"/>
                <a:gd name="connsiteX3597" fmla="*/ 8390988 w 12184003"/>
                <a:gd name="connsiteY3597" fmla="*/ 1069521 h 6857801"/>
                <a:gd name="connsiteX3598" fmla="*/ 8404395 w 12184003"/>
                <a:gd name="connsiteY3598" fmla="*/ 1064037 h 6857801"/>
                <a:gd name="connsiteX3599" fmla="*/ 8417801 w 12184003"/>
                <a:gd name="connsiteY3599" fmla="*/ 1069521 h 6857801"/>
                <a:gd name="connsiteX3600" fmla="*/ 8640894 w 12184003"/>
                <a:gd name="connsiteY3600" fmla="*/ 1069521 h 6857801"/>
                <a:gd name="connsiteX3601" fmla="*/ 8908619 w 12184003"/>
                <a:gd name="connsiteY3601" fmla="*/ 802364 h 6857801"/>
                <a:gd name="connsiteX3602" fmla="*/ 8386875 w 12184003"/>
                <a:gd name="connsiteY3602" fmla="*/ 802364 h 6857801"/>
                <a:gd name="connsiteX3603" fmla="*/ 8386875 w 12184003"/>
                <a:gd name="connsiteY3603" fmla="*/ 957833 h 6857801"/>
                <a:gd name="connsiteX3604" fmla="*/ 8360679 w 12184003"/>
                <a:gd name="connsiteY3604" fmla="*/ 984111 h 6857801"/>
                <a:gd name="connsiteX3605" fmla="*/ 8671551 w 12184003"/>
                <a:gd name="connsiteY3605" fmla="*/ 984111 h 6857801"/>
                <a:gd name="connsiteX3606" fmla="*/ 8853298 w 12184003"/>
                <a:gd name="connsiteY3606" fmla="*/ 802364 h 6857801"/>
                <a:gd name="connsiteX3607" fmla="*/ 8257677 w 12184003"/>
                <a:gd name="connsiteY3607" fmla="*/ 802364 h 6857801"/>
                <a:gd name="connsiteX3608" fmla="*/ 8257677 w 12184003"/>
                <a:gd name="connsiteY3608" fmla="*/ 984111 h 6857801"/>
                <a:gd name="connsiteX3609" fmla="*/ 8314492 w 12184003"/>
                <a:gd name="connsiteY3609" fmla="*/ 984111 h 6857801"/>
                <a:gd name="connsiteX3610" fmla="*/ 8354029 w 12184003"/>
                <a:gd name="connsiteY3610" fmla="*/ 944694 h 6857801"/>
                <a:gd name="connsiteX3611" fmla="*/ 8353314 w 12184003"/>
                <a:gd name="connsiteY3611" fmla="*/ 802364 h 6857801"/>
                <a:gd name="connsiteX3612" fmla="*/ 8031496 w 12184003"/>
                <a:gd name="connsiteY3612" fmla="*/ 802364 h 6857801"/>
                <a:gd name="connsiteX3613" fmla="*/ 7763183 w 12184003"/>
                <a:gd name="connsiteY3613" fmla="*/ 1069521 h 6857801"/>
                <a:gd name="connsiteX3614" fmla="*/ 7865695 w 12184003"/>
                <a:gd name="connsiteY3614" fmla="*/ 1069521 h 6857801"/>
                <a:gd name="connsiteX3615" fmla="*/ 7951105 w 12184003"/>
                <a:gd name="connsiteY3615" fmla="*/ 984111 h 6857801"/>
                <a:gd name="connsiteX3616" fmla="*/ 8211691 w 12184003"/>
                <a:gd name="connsiteY3616" fmla="*/ 984111 h 6857801"/>
                <a:gd name="connsiteX3617" fmla="*/ 8211691 w 12184003"/>
                <a:gd name="connsiteY3617" fmla="*/ 802364 h 6857801"/>
                <a:gd name="connsiteX3618" fmla="*/ 7837073 w 12184003"/>
                <a:gd name="connsiteY3618" fmla="*/ 802364 h 6857801"/>
                <a:gd name="connsiteX3619" fmla="*/ 7658496 w 12184003"/>
                <a:gd name="connsiteY3619" fmla="*/ 979172 h 6857801"/>
                <a:gd name="connsiteX3620" fmla="*/ 7659860 w 12184003"/>
                <a:gd name="connsiteY3620" fmla="*/ 979730 h 6857801"/>
                <a:gd name="connsiteX3621" fmla="*/ 7659860 w 12184003"/>
                <a:gd name="connsiteY3621" fmla="*/ 1027905 h 6857801"/>
                <a:gd name="connsiteX3622" fmla="*/ 7611684 w 12184003"/>
                <a:gd name="connsiteY3622" fmla="*/ 1027905 h 6857801"/>
                <a:gd name="connsiteX3623" fmla="*/ 7601831 w 12184003"/>
                <a:gd name="connsiteY3623" fmla="*/ 1003817 h 6857801"/>
                <a:gd name="connsiteX3624" fmla="*/ 7605614 w 12184003"/>
                <a:gd name="connsiteY3624" fmla="*/ 994569 h 6857801"/>
                <a:gd name="connsiteX3625" fmla="*/ 7287592 w 12184003"/>
                <a:gd name="connsiteY3625" fmla="*/ 1312590 h 6857801"/>
                <a:gd name="connsiteX3626" fmla="*/ 7044524 w 12184003"/>
                <a:gd name="connsiteY3626" fmla="*/ 1312590 h 6857801"/>
                <a:gd name="connsiteX3627" fmla="*/ 7000623 w 12184003"/>
                <a:gd name="connsiteY3627" fmla="*/ 1356685 h 6857801"/>
                <a:gd name="connsiteX3628" fmla="*/ 7130471 w 12184003"/>
                <a:gd name="connsiteY3628" fmla="*/ 1487387 h 6857801"/>
                <a:gd name="connsiteX3629" fmla="*/ 7139566 w 12184003"/>
                <a:gd name="connsiteY3629" fmla="*/ 1491107 h 6857801"/>
                <a:gd name="connsiteX3630" fmla="*/ 7482485 w 12184003"/>
                <a:gd name="connsiteY3630" fmla="*/ 1146158 h 6857801"/>
                <a:gd name="connsiteX3631" fmla="*/ 7594173 w 12184003"/>
                <a:gd name="connsiteY3631" fmla="*/ 1146158 h 6857801"/>
                <a:gd name="connsiteX3632" fmla="*/ 7670809 w 12184003"/>
                <a:gd name="connsiteY3632" fmla="*/ 1069521 h 6857801"/>
                <a:gd name="connsiteX3633" fmla="*/ 7738687 w 12184003"/>
                <a:gd name="connsiteY3633" fmla="*/ 1069521 h 6857801"/>
                <a:gd name="connsiteX3634" fmla="*/ 8005844 w 12184003"/>
                <a:gd name="connsiteY3634" fmla="*/ 802364 h 6857801"/>
                <a:gd name="connsiteX3635" fmla="*/ 7797820 w 12184003"/>
                <a:gd name="connsiteY3635" fmla="*/ 802364 h 6857801"/>
                <a:gd name="connsiteX3636" fmla="*/ 7626525 w 12184003"/>
                <a:gd name="connsiteY3636" fmla="*/ 973658 h 6857801"/>
                <a:gd name="connsiteX3637" fmla="*/ 7635772 w 12184003"/>
                <a:gd name="connsiteY3637" fmla="*/ 969875 h 6857801"/>
                <a:gd name="connsiteX3638" fmla="*/ 7642613 w 12184003"/>
                <a:gd name="connsiteY3638" fmla="*/ 972673 h 6857801"/>
                <a:gd name="connsiteX3639" fmla="*/ 7811268 w 12184003"/>
                <a:gd name="connsiteY3639" fmla="*/ 802364 h 6857801"/>
                <a:gd name="connsiteX3640" fmla="*/ 5853275 w 12184003"/>
                <a:gd name="connsiteY3640" fmla="*/ 758622 h 6857801"/>
                <a:gd name="connsiteX3641" fmla="*/ 5853275 w 12184003"/>
                <a:gd name="connsiteY3641" fmla="*/ 1014825 h 6857801"/>
                <a:gd name="connsiteX3642" fmla="*/ 6072250 w 12184003"/>
                <a:gd name="connsiteY3642" fmla="*/ 1233788 h 6857801"/>
                <a:gd name="connsiteX3643" fmla="*/ 6072250 w 12184003"/>
                <a:gd name="connsiteY3643" fmla="*/ 1196565 h 6857801"/>
                <a:gd name="connsiteX3644" fmla="*/ 6181349 w 12184003"/>
                <a:gd name="connsiteY3644" fmla="*/ 1086687 h 6857801"/>
                <a:gd name="connsiteX3645" fmla="*/ 6859268 w 12184003"/>
                <a:gd name="connsiteY3645" fmla="*/ 731463 h 6857801"/>
                <a:gd name="connsiteX3646" fmla="*/ 6812194 w 12184003"/>
                <a:gd name="connsiteY3646" fmla="*/ 778535 h 6857801"/>
                <a:gd name="connsiteX3647" fmla="*/ 6813978 w 12184003"/>
                <a:gd name="connsiteY3647" fmla="*/ 781166 h 6857801"/>
                <a:gd name="connsiteX3648" fmla="*/ 6818973 w 12184003"/>
                <a:gd name="connsiteY3648" fmla="*/ 806794 h 6857801"/>
                <a:gd name="connsiteX3649" fmla="*/ 6755469 w 12184003"/>
                <a:gd name="connsiteY3649" fmla="*/ 872488 h 6857801"/>
                <a:gd name="connsiteX3650" fmla="*/ 6729601 w 12184003"/>
                <a:gd name="connsiteY3650" fmla="*/ 861131 h 6857801"/>
                <a:gd name="connsiteX3651" fmla="*/ 6689775 w 12184003"/>
                <a:gd name="connsiteY3651" fmla="*/ 900956 h 6857801"/>
                <a:gd name="connsiteX3652" fmla="*/ 6689775 w 12184003"/>
                <a:gd name="connsiteY3652" fmla="*/ 1138690 h 6857801"/>
                <a:gd name="connsiteX3653" fmla="*/ 6704009 w 12184003"/>
                <a:gd name="connsiteY3653" fmla="*/ 1144279 h 6857801"/>
                <a:gd name="connsiteX3654" fmla="*/ 6705532 w 12184003"/>
                <a:gd name="connsiteY3654" fmla="*/ 1147961 h 6857801"/>
                <a:gd name="connsiteX3655" fmla="*/ 6921894 w 12184003"/>
                <a:gd name="connsiteY3655" fmla="*/ 931618 h 6857801"/>
                <a:gd name="connsiteX3656" fmla="*/ 6921894 w 12184003"/>
                <a:gd name="connsiteY3656" fmla="*/ 798889 h 6857801"/>
                <a:gd name="connsiteX3657" fmla="*/ 6892332 w 12184003"/>
                <a:gd name="connsiteY3657" fmla="*/ 811121 h 6857801"/>
                <a:gd name="connsiteX3658" fmla="*/ 6860580 w 12184003"/>
                <a:gd name="connsiteY3658" fmla="*/ 797982 h 6857801"/>
                <a:gd name="connsiteX3659" fmla="*/ 6860580 w 12184003"/>
                <a:gd name="connsiteY3659" fmla="*/ 734478 h 6857801"/>
                <a:gd name="connsiteX3660" fmla="*/ 6863493 w 12184003"/>
                <a:gd name="connsiteY3660" fmla="*/ 733272 h 6857801"/>
                <a:gd name="connsiteX3661" fmla="*/ 4241584 w 12184003"/>
                <a:gd name="connsiteY3661" fmla="*/ 719287 h 6857801"/>
                <a:gd name="connsiteX3662" fmla="*/ 4241584 w 12184003"/>
                <a:gd name="connsiteY3662" fmla="*/ 833053 h 6857801"/>
                <a:gd name="connsiteX3663" fmla="*/ 4337940 w 12184003"/>
                <a:gd name="connsiteY3663" fmla="*/ 833053 h 6857801"/>
                <a:gd name="connsiteX3664" fmla="*/ 4346786 w 12184003"/>
                <a:gd name="connsiteY3664" fmla="*/ 841817 h 6857801"/>
                <a:gd name="connsiteX3665" fmla="*/ 4363731 w 12184003"/>
                <a:gd name="connsiteY3665" fmla="*/ 841817 h 6857801"/>
                <a:gd name="connsiteX3666" fmla="*/ 5811673 w 12184003"/>
                <a:gd name="connsiteY3666" fmla="*/ 717017 h 6857801"/>
                <a:gd name="connsiteX3667" fmla="*/ 5811673 w 12184003"/>
                <a:gd name="connsiteY3667" fmla="*/ 1095829 h 6857801"/>
                <a:gd name="connsiteX3668" fmla="*/ 5970765 w 12184003"/>
                <a:gd name="connsiteY3668" fmla="*/ 1254424 h 6857801"/>
                <a:gd name="connsiteX3669" fmla="*/ 5981376 w 12184003"/>
                <a:gd name="connsiteY3669" fmla="*/ 1258972 h 6857801"/>
                <a:gd name="connsiteX3670" fmla="*/ 5985887 w 12184003"/>
                <a:gd name="connsiteY3670" fmla="*/ 1269496 h 6857801"/>
                <a:gd name="connsiteX3671" fmla="*/ 6072250 w 12184003"/>
                <a:gd name="connsiteY3671" fmla="*/ 1355589 h 6857801"/>
                <a:gd name="connsiteX3672" fmla="*/ 6072250 w 12184003"/>
                <a:gd name="connsiteY3672" fmla="*/ 1281963 h 6857801"/>
                <a:gd name="connsiteX3673" fmla="*/ 5818240 w 12184003"/>
                <a:gd name="connsiteY3673" fmla="*/ 1027964 h 6857801"/>
                <a:gd name="connsiteX3674" fmla="*/ 5818240 w 12184003"/>
                <a:gd name="connsiteY3674" fmla="*/ 723586 h 6857801"/>
                <a:gd name="connsiteX3675" fmla="*/ 4241584 w 12184003"/>
                <a:gd name="connsiteY3675" fmla="*/ 579036 h 6857801"/>
                <a:gd name="connsiteX3676" fmla="*/ 4241584 w 12184003"/>
                <a:gd name="connsiteY3676" fmla="*/ 688533 h 6857801"/>
                <a:gd name="connsiteX3677" fmla="*/ 4394876 w 12184003"/>
                <a:gd name="connsiteY3677" fmla="*/ 841817 h 6857801"/>
                <a:gd name="connsiteX3678" fmla="*/ 4657659 w 12184003"/>
                <a:gd name="connsiteY3678" fmla="*/ 841817 h 6857801"/>
                <a:gd name="connsiteX3679" fmla="*/ 4672982 w 12184003"/>
                <a:gd name="connsiteY3679" fmla="*/ 857145 h 6857801"/>
                <a:gd name="connsiteX3680" fmla="*/ 4672982 w 12184003"/>
                <a:gd name="connsiteY3680" fmla="*/ 697286 h 6857801"/>
                <a:gd name="connsiteX3681" fmla="*/ 4554736 w 12184003"/>
                <a:gd name="connsiteY3681" fmla="*/ 579036 h 6857801"/>
                <a:gd name="connsiteX3682" fmla="*/ 2772896 w 12184003"/>
                <a:gd name="connsiteY3682" fmla="*/ 579035 h 6857801"/>
                <a:gd name="connsiteX3683" fmla="*/ 3037260 w 12184003"/>
                <a:gd name="connsiteY3683" fmla="*/ 841817 h 6857801"/>
                <a:gd name="connsiteX3684" fmla="*/ 3126989 w 12184003"/>
                <a:gd name="connsiteY3684" fmla="*/ 841817 h 6857801"/>
                <a:gd name="connsiteX3685" fmla="*/ 2887645 w 12184003"/>
                <a:gd name="connsiteY3685" fmla="*/ 604404 h 6857801"/>
                <a:gd name="connsiteX3686" fmla="*/ 2877398 w 12184003"/>
                <a:gd name="connsiteY3686" fmla="*/ 608595 h 6857801"/>
                <a:gd name="connsiteX3687" fmla="*/ 2853311 w 12184003"/>
                <a:gd name="connsiteY3687" fmla="*/ 598741 h 6857801"/>
                <a:gd name="connsiteX3688" fmla="*/ 2845251 w 12184003"/>
                <a:gd name="connsiteY3688" fmla="*/ 579035 h 6857801"/>
                <a:gd name="connsiteX3689" fmla="*/ 2713163 w 12184003"/>
                <a:gd name="connsiteY3689" fmla="*/ 579035 h 6857801"/>
                <a:gd name="connsiteX3690" fmla="*/ 3149498 w 12184003"/>
                <a:gd name="connsiteY3690" fmla="*/ 1015369 h 6857801"/>
                <a:gd name="connsiteX3691" fmla="*/ 3164261 w 12184003"/>
                <a:gd name="connsiteY3691" fmla="*/ 1009330 h 6857801"/>
                <a:gd name="connsiteX3692" fmla="*/ 3188351 w 12184003"/>
                <a:gd name="connsiteY3692" fmla="*/ 1019185 h 6857801"/>
                <a:gd name="connsiteX3693" fmla="*/ 3188351 w 12184003"/>
                <a:gd name="connsiteY3693" fmla="*/ 1067358 h 6857801"/>
                <a:gd name="connsiteX3694" fmla="*/ 3173024 w 12184003"/>
                <a:gd name="connsiteY3694" fmla="*/ 1073630 h 6857801"/>
                <a:gd name="connsiteX3695" fmla="*/ 3173024 w 12184003"/>
                <a:gd name="connsiteY3695" fmla="*/ 1358604 h 6857801"/>
                <a:gd name="connsiteX3696" fmla="*/ 3341638 w 12184003"/>
                <a:gd name="connsiteY3696" fmla="*/ 1527218 h 6857801"/>
                <a:gd name="connsiteX3697" fmla="*/ 3707321 w 12184003"/>
                <a:gd name="connsiteY3697" fmla="*/ 1527218 h 6857801"/>
                <a:gd name="connsiteX3698" fmla="*/ 3869647 w 12184003"/>
                <a:gd name="connsiteY3698" fmla="*/ 1689547 h 6857801"/>
                <a:gd name="connsiteX3699" fmla="*/ 3889071 w 12184003"/>
                <a:gd name="connsiteY3699" fmla="*/ 1681601 h 6857801"/>
                <a:gd name="connsiteX3700" fmla="*/ 3913161 w 12184003"/>
                <a:gd name="connsiteY3700" fmla="*/ 1691453 h 6857801"/>
                <a:gd name="connsiteX3701" fmla="*/ 3913161 w 12184003"/>
                <a:gd name="connsiteY3701" fmla="*/ 1739631 h 6857801"/>
                <a:gd name="connsiteX3702" fmla="*/ 3864986 w 12184003"/>
                <a:gd name="connsiteY3702" fmla="*/ 1739631 h 6857801"/>
                <a:gd name="connsiteX3703" fmla="*/ 3855131 w 12184003"/>
                <a:gd name="connsiteY3703" fmla="*/ 1715543 h 6857801"/>
                <a:gd name="connsiteX3704" fmla="*/ 3859986 w 12184003"/>
                <a:gd name="connsiteY3704" fmla="*/ 1703679 h 6857801"/>
                <a:gd name="connsiteX3705" fmla="*/ 3700752 w 12184003"/>
                <a:gd name="connsiteY3705" fmla="*/ 1542548 h 6857801"/>
                <a:gd name="connsiteX3706" fmla="*/ 3335068 w 12184003"/>
                <a:gd name="connsiteY3706" fmla="*/ 1544738 h 6857801"/>
                <a:gd name="connsiteX3707" fmla="*/ 3173024 w 12184003"/>
                <a:gd name="connsiteY3707" fmla="*/ 1381929 h 6857801"/>
                <a:gd name="connsiteX3708" fmla="*/ 3173024 w 12184003"/>
                <a:gd name="connsiteY3708" fmla="*/ 1500943 h 6857801"/>
                <a:gd name="connsiteX3709" fmla="*/ 3453316 w 12184003"/>
                <a:gd name="connsiteY3709" fmla="*/ 1781238 h 6857801"/>
                <a:gd name="connsiteX3710" fmla="*/ 3805872 w 12184003"/>
                <a:gd name="connsiteY3710" fmla="*/ 1781238 h 6857801"/>
                <a:gd name="connsiteX3711" fmla="*/ 3949146 w 12184003"/>
                <a:gd name="connsiteY3711" fmla="*/ 1925765 h 6857801"/>
                <a:gd name="connsiteX3712" fmla="*/ 4209664 w 12184003"/>
                <a:gd name="connsiteY3712" fmla="*/ 1925765 h 6857801"/>
                <a:gd name="connsiteX3713" fmla="*/ 4217498 w 12184003"/>
                <a:gd name="connsiteY3713" fmla="*/ 1906056 h 6857801"/>
                <a:gd name="connsiteX3714" fmla="*/ 4250344 w 12184003"/>
                <a:gd name="connsiteY3714" fmla="*/ 1892917 h 6857801"/>
                <a:gd name="connsiteX3715" fmla="*/ 4274436 w 12184003"/>
                <a:gd name="connsiteY3715" fmla="*/ 1902553 h 6857801"/>
                <a:gd name="connsiteX3716" fmla="*/ 4274436 w 12184003"/>
                <a:gd name="connsiteY3716" fmla="*/ 1676126 h 6857801"/>
                <a:gd name="connsiteX3717" fmla="*/ 3919839 w 12184003"/>
                <a:gd name="connsiteY3717" fmla="*/ 1321485 h 6857801"/>
                <a:gd name="connsiteX3718" fmla="*/ 3898929 w 12184003"/>
                <a:gd name="connsiteY3718" fmla="*/ 1330137 h 6857801"/>
                <a:gd name="connsiteX3719" fmla="*/ 3867181 w 12184003"/>
                <a:gd name="connsiteY3719" fmla="*/ 1316999 h 6857801"/>
                <a:gd name="connsiteX3720" fmla="*/ 3854044 w 12184003"/>
                <a:gd name="connsiteY3720" fmla="*/ 1285246 h 6857801"/>
                <a:gd name="connsiteX3721" fmla="*/ 3864616 w 12184003"/>
                <a:gd name="connsiteY3721" fmla="*/ 1259691 h 6857801"/>
                <a:gd name="connsiteX3722" fmla="*/ 3792165 w 12184003"/>
                <a:gd name="connsiteY3722" fmla="*/ 1187234 h 6857801"/>
                <a:gd name="connsiteX3723" fmla="*/ 3777398 w 12184003"/>
                <a:gd name="connsiteY3723" fmla="*/ 1193272 h 6857801"/>
                <a:gd name="connsiteX3724" fmla="*/ 3753308 w 12184003"/>
                <a:gd name="connsiteY3724" fmla="*/ 1183418 h 6857801"/>
                <a:gd name="connsiteX3725" fmla="*/ 3750620 w 12184003"/>
                <a:gd name="connsiteY3725" fmla="*/ 1176852 h 6857801"/>
                <a:gd name="connsiteX3726" fmla="*/ 3523395 w 12184003"/>
                <a:gd name="connsiteY3726" fmla="*/ 1176852 h 6857801"/>
                <a:gd name="connsiteX3727" fmla="*/ 3212444 w 12184003"/>
                <a:gd name="connsiteY3727" fmla="*/ 865906 h 6857801"/>
                <a:gd name="connsiteX3728" fmla="*/ 3028500 w 12184003"/>
                <a:gd name="connsiteY3728" fmla="*/ 865906 h 6857801"/>
                <a:gd name="connsiteX3729" fmla="*/ 2741632 w 12184003"/>
                <a:gd name="connsiteY3729" fmla="*/ 579035 h 6857801"/>
                <a:gd name="connsiteX3730" fmla="*/ 2537972 w 12184003"/>
                <a:gd name="connsiteY3730" fmla="*/ 579035 h 6857801"/>
                <a:gd name="connsiteX3731" fmla="*/ 3049647 w 12184003"/>
                <a:gd name="connsiteY3731" fmla="*/ 1090701 h 6857801"/>
                <a:gd name="connsiteX3732" fmla="*/ 3069008 w 12184003"/>
                <a:gd name="connsiteY3732" fmla="*/ 1082688 h 6857801"/>
                <a:gd name="connsiteX3733" fmla="*/ 3100760 w 12184003"/>
                <a:gd name="connsiteY3733" fmla="*/ 1095828 h 6857801"/>
                <a:gd name="connsiteX3734" fmla="*/ 3100760 w 12184003"/>
                <a:gd name="connsiteY3734" fmla="*/ 1159332 h 6857801"/>
                <a:gd name="connsiteX3735" fmla="*/ 3081054 w 12184003"/>
                <a:gd name="connsiteY3735" fmla="*/ 1167486 h 6857801"/>
                <a:gd name="connsiteX3736" fmla="*/ 3081054 w 12184003"/>
                <a:gd name="connsiteY3736" fmla="*/ 1266638 h 6857801"/>
                <a:gd name="connsiteX3737" fmla="*/ 3155505 w 12184003"/>
                <a:gd name="connsiteY3737" fmla="*/ 1341086 h 6857801"/>
                <a:gd name="connsiteX3738" fmla="*/ 3155505 w 12184003"/>
                <a:gd name="connsiteY3738" fmla="*/ 1073632 h 6857801"/>
                <a:gd name="connsiteX3739" fmla="*/ 3140172 w 12184003"/>
                <a:gd name="connsiteY3739" fmla="*/ 1067358 h 6857801"/>
                <a:gd name="connsiteX3740" fmla="*/ 3130319 w 12184003"/>
                <a:gd name="connsiteY3740" fmla="*/ 1043272 h 6857801"/>
                <a:gd name="connsiteX3741" fmla="*/ 3136994 w 12184003"/>
                <a:gd name="connsiteY3741" fmla="*/ 1026954 h 6857801"/>
                <a:gd name="connsiteX3742" fmla="*/ 2689075 w 12184003"/>
                <a:gd name="connsiteY3742" fmla="*/ 579035 h 6857801"/>
                <a:gd name="connsiteX3743" fmla="*/ 2904520 w 12184003"/>
                <a:gd name="connsiteY3743" fmla="*/ 557977 h 6857801"/>
                <a:gd name="connsiteX3744" fmla="*/ 2911341 w 12184003"/>
                <a:gd name="connsiteY3744" fmla="*/ 574654 h 6857801"/>
                <a:gd name="connsiteX3745" fmla="*/ 2902758 w 12184003"/>
                <a:gd name="connsiteY3745" fmla="*/ 595632 h 6857801"/>
                <a:gd name="connsiteX3746" fmla="*/ 3140178 w 12184003"/>
                <a:gd name="connsiteY3746" fmla="*/ 833053 h 6857801"/>
                <a:gd name="connsiteX3747" fmla="*/ 3179595 w 12184003"/>
                <a:gd name="connsiteY3747" fmla="*/ 833053 h 6857801"/>
                <a:gd name="connsiteX3748" fmla="*/ 2664602 w 12184003"/>
                <a:gd name="connsiteY3748" fmla="*/ 530476 h 6857801"/>
                <a:gd name="connsiteX3749" fmla="*/ 2695642 w 12184003"/>
                <a:gd name="connsiteY3749" fmla="*/ 561516 h 6857801"/>
                <a:gd name="connsiteX3750" fmla="*/ 2724114 w 12184003"/>
                <a:gd name="connsiteY3750" fmla="*/ 561516 h 6857801"/>
                <a:gd name="connsiteX3751" fmla="*/ 2694581 w 12184003"/>
                <a:gd name="connsiteY3751" fmla="*/ 531984 h 6857801"/>
                <a:gd name="connsiteX3752" fmla="*/ 2681413 w 12184003"/>
                <a:gd name="connsiteY3752" fmla="*/ 537432 h 6857801"/>
                <a:gd name="connsiteX3753" fmla="*/ 9407788 w 12184003"/>
                <a:gd name="connsiteY3753" fmla="*/ 517227 h 6857801"/>
                <a:gd name="connsiteX3754" fmla="*/ 9337887 w 12184003"/>
                <a:gd name="connsiteY3754" fmla="*/ 517587 h 6857801"/>
                <a:gd name="connsiteX3755" fmla="*/ 9330683 w 12184003"/>
                <a:gd name="connsiteY3755" fmla="*/ 535196 h 6857801"/>
                <a:gd name="connsiteX3756" fmla="*/ 9306595 w 12184003"/>
                <a:gd name="connsiteY3756" fmla="*/ 545051 h 6857801"/>
                <a:gd name="connsiteX3757" fmla="*/ 9296496 w 12184003"/>
                <a:gd name="connsiteY3757" fmla="*/ 540919 h 6857801"/>
                <a:gd name="connsiteX3758" fmla="*/ 9056950 w 12184003"/>
                <a:gd name="connsiteY3758" fmla="*/ 780465 h 6857801"/>
                <a:gd name="connsiteX3759" fmla="*/ 9144550 w 12184003"/>
                <a:gd name="connsiteY3759" fmla="*/ 780465 h 6857801"/>
                <a:gd name="connsiteX3760" fmla="*/ 9471613 w 12184003"/>
                <a:gd name="connsiteY3760" fmla="*/ 516897 h 6857801"/>
                <a:gd name="connsiteX3761" fmla="*/ 9440807 w 12184003"/>
                <a:gd name="connsiteY3761" fmla="*/ 517057 h 6857801"/>
                <a:gd name="connsiteX3762" fmla="*/ 9155500 w 12184003"/>
                <a:gd name="connsiteY3762" fmla="*/ 802364 h 6857801"/>
                <a:gd name="connsiteX3763" fmla="*/ 8973746 w 12184003"/>
                <a:gd name="connsiteY3763" fmla="*/ 802364 h 6857801"/>
                <a:gd name="connsiteX3764" fmla="*/ 8660603 w 12184003"/>
                <a:gd name="connsiteY3764" fmla="*/ 1115507 h 6857801"/>
                <a:gd name="connsiteX3765" fmla="*/ 8431166 w 12184003"/>
                <a:gd name="connsiteY3765" fmla="*/ 1115507 h 6857801"/>
                <a:gd name="connsiteX3766" fmla="*/ 8428483 w 12184003"/>
                <a:gd name="connsiteY3766" fmla="*/ 1122066 h 6857801"/>
                <a:gd name="connsiteX3767" fmla="*/ 8404395 w 12184003"/>
                <a:gd name="connsiteY3767" fmla="*/ 1131920 h 6857801"/>
                <a:gd name="connsiteX3768" fmla="*/ 8389633 w 12184003"/>
                <a:gd name="connsiteY3768" fmla="*/ 1125881 h 6857801"/>
                <a:gd name="connsiteX3769" fmla="*/ 8317176 w 12184003"/>
                <a:gd name="connsiteY3769" fmla="*/ 1198338 h 6857801"/>
                <a:gd name="connsiteX3770" fmla="*/ 8327752 w 12184003"/>
                <a:gd name="connsiteY3770" fmla="*/ 1223899 h 6857801"/>
                <a:gd name="connsiteX3771" fmla="*/ 8314613 w 12184003"/>
                <a:gd name="connsiteY3771" fmla="*/ 1255650 h 6857801"/>
                <a:gd name="connsiteX3772" fmla="*/ 8282861 w 12184003"/>
                <a:gd name="connsiteY3772" fmla="*/ 1268791 h 6857801"/>
                <a:gd name="connsiteX3773" fmla="*/ 8261952 w 12184003"/>
                <a:gd name="connsiteY3773" fmla="*/ 1260138 h 6857801"/>
                <a:gd name="connsiteX3774" fmla="*/ 7907308 w 12184003"/>
                <a:gd name="connsiteY3774" fmla="*/ 1614783 h 6857801"/>
                <a:gd name="connsiteX3775" fmla="*/ 7907308 w 12184003"/>
                <a:gd name="connsiteY3775" fmla="*/ 1903385 h 6857801"/>
                <a:gd name="connsiteX3776" fmla="*/ 7933585 w 12184003"/>
                <a:gd name="connsiteY3776" fmla="*/ 1892873 h 6857801"/>
                <a:gd name="connsiteX3777" fmla="*/ 7966432 w 12184003"/>
                <a:gd name="connsiteY3777" fmla="*/ 1906012 h 6857801"/>
                <a:gd name="connsiteX3778" fmla="*/ 7974317 w 12184003"/>
                <a:gd name="connsiteY3778" fmla="*/ 1925723 h 6857801"/>
                <a:gd name="connsiteX3779" fmla="*/ 8172289 w 12184003"/>
                <a:gd name="connsiteY3779" fmla="*/ 1925723 h 6857801"/>
                <a:gd name="connsiteX3780" fmla="*/ 8378117 w 12184003"/>
                <a:gd name="connsiteY3780" fmla="*/ 1719893 h 6857801"/>
                <a:gd name="connsiteX3781" fmla="*/ 8478336 w 12184003"/>
                <a:gd name="connsiteY3781" fmla="*/ 1719893 h 6857801"/>
                <a:gd name="connsiteX3782" fmla="*/ 8481037 w 12184003"/>
                <a:gd name="connsiteY3782" fmla="*/ 1718789 h 6857801"/>
                <a:gd name="connsiteX3783" fmla="*/ 8483738 w 12184003"/>
                <a:gd name="connsiteY3783" fmla="*/ 1719893 h 6857801"/>
                <a:gd name="connsiteX3784" fmla="*/ 8729466 w 12184003"/>
                <a:gd name="connsiteY3784" fmla="*/ 1719893 h 6857801"/>
                <a:gd name="connsiteX3785" fmla="*/ 9010971 w 12184003"/>
                <a:gd name="connsiteY3785" fmla="*/ 1437401 h 6857801"/>
                <a:gd name="connsiteX3786" fmla="*/ 9010971 w 12184003"/>
                <a:gd name="connsiteY3786" fmla="*/ 1317733 h 6857801"/>
                <a:gd name="connsiteX3787" fmla="*/ 8846736 w 12184003"/>
                <a:gd name="connsiteY3787" fmla="*/ 1481197 h 6857801"/>
                <a:gd name="connsiteX3788" fmla="*/ 8483228 w 12184003"/>
                <a:gd name="connsiteY3788" fmla="*/ 1481197 h 6857801"/>
                <a:gd name="connsiteX3789" fmla="*/ 8323443 w 12184003"/>
                <a:gd name="connsiteY3789" fmla="*/ 1640982 h 6857801"/>
                <a:gd name="connsiteX3790" fmla="*/ 8328846 w 12184003"/>
                <a:gd name="connsiteY3790" fmla="*/ 1654190 h 6857801"/>
                <a:gd name="connsiteX3791" fmla="*/ 8318992 w 12184003"/>
                <a:gd name="connsiteY3791" fmla="*/ 1678278 h 6857801"/>
                <a:gd name="connsiteX3792" fmla="*/ 8270817 w 12184003"/>
                <a:gd name="connsiteY3792" fmla="*/ 1678278 h 6857801"/>
                <a:gd name="connsiteX3793" fmla="*/ 8270817 w 12184003"/>
                <a:gd name="connsiteY3793" fmla="*/ 1630103 h 6857801"/>
                <a:gd name="connsiteX3794" fmla="*/ 8294905 w 12184003"/>
                <a:gd name="connsiteY3794" fmla="*/ 1620248 h 6857801"/>
                <a:gd name="connsiteX3795" fmla="*/ 8312777 w 12184003"/>
                <a:gd name="connsiteY3795" fmla="*/ 1627560 h 6857801"/>
                <a:gd name="connsiteX3796" fmla="*/ 8476657 w 12184003"/>
                <a:gd name="connsiteY3796" fmla="*/ 1463679 h 6857801"/>
                <a:gd name="connsiteX3797" fmla="*/ 8840166 w 12184003"/>
                <a:gd name="connsiteY3797" fmla="*/ 1463679 h 6857801"/>
                <a:gd name="connsiteX3798" fmla="*/ 9010971 w 12184003"/>
                <a:gd name="connsiteY3798" fmla="*/ 1292874 h 6857801"/>
                <a:gd name="connsiteX3799" fmla="*/ 9010971 w 12184003"/>
                <a:gd name="connsiteY3799" fmla="*/ 1012275 h 6857801"/>
                <a:gd name="connsiteX3800" fmla="*/ 8995644 w 12184003"/>
                <a:gd name="connsiteY3800" fmla="*/ 1006004 h 6857801"/>
                <a:gd name="connsiteX3801" fmla="*/ 8995644 w 12184003"/>
                <a:gd name="connsiteY3801" fmla="*/ 957829 h 6857801"/>
                <a:gd name="connsiteX3802" fmla="*/ 9019731 w 12184003"/>
                <a:gd name="connsiteY3802" fmla="*/ 947974 h 6857801"/>
                <a:gd name="connsiteX3803" fmla="*/ 9034497 w 12184003"/>
                <a:gd name="connsiteY3803" fmla="*/ 954015 h 6857801"/>
                <a:gd name="connsiteX3804" fmla="*/ 9645512 w 12184003"/>
                <a:gd name="connsiteY3804" fmla="*/ 516002 h 6857801"/>
                <a:gd name="connsiteX3805" fmla="*/ 9494870 w 12184003"/>
                <a:gd name="connsiteY3805" fmla="*/ 516779 h 6857801"/>
                <a:gd name="connsiteX3806" fmla="*/ 9046378 w 12184003"/>
                <a:gd name="connsiteY3806" fmla="*/ 964085 h 6857801"/>
                <a:gd name="connsiteX3807" fmla="*/ 9053672 w 12184003"/>
                <a:gd name="connsiteY3807" fmla="*/ 981917 h 6857801"/>
                <a:gd name="connsiteX3808" fmla="*/ 9043818 w 12184003"/>
                <a:gd name="connsiteY3808" fmla="*/ 1006004 h 6857801"/>
                <a:gd name="connsiteX3809" fmla="*/ 9026300 w 12184003"/>
                <a:gd name="connsiteY3809" fmla="*/ 1013171 h 6857801"/>
                <a:gd name="connsiteX3810" fmla="*/ 9026300 w 12184003"/>
                <a:gd name="connsiteY3810" fmla="*/ 1277546 h 6857801"/>
                <a:gd name="connsiteX3811" fmla="*/ 9100754 w 12184003"/>
                <a:gd name="connsiteY3811" fmla="*/ 1203092 h 6857801"/>
                <a:gd name="connsiteX3812" fmla="*/ 9100754 w 12184003"/>
                <a:gd name="connsiteY3812" fmla="*/ 1106529 h 6857801"/>
                <a:gd name="connsiteX3813" fmla="*/ 9078855 w 12184003"/>
                <a:gd name="connsiteY3813" fmla="*/ 1097982 h 6857801"/>
                <a:gd name="connsiteX3814" fmla="*/ 9078855 w 12184003"/>
                <a:gd name="connsiteY3814" fmla="*/ 1034478 h 6857801"/>
                <a:gd name="connsiteX3815" fmla="*/ 9110608 w 12184003"/>
                <a:gd name="connsiteY3815" fmla="*/ 1021339 h 6857801"/>
                <a:gd name="connsiteX3816" fmla="*/ 9131522 w 12184003"/>
                <a:gd name="connsiteY3816" fmla="*/ 1029993 h 6857801"/>
                <a:gd name="connsiteX3817" fmla="*/ 4690499 w 12184003"/>
                <a:gd name="connsiteY3817" fmla="*/ 500207 h 6857801"/>
                <a:gd name="connsiteX3818" fmla="*/ 4690499 w 12184003"/>
                <a:gd name="connsiteY3818" fmla="*/ 691840 h 6857801"/>
                <a:gd name="connsiteX3819" fmla="*/ 4791929 w 12184003"/>
                <a:gd name="connsiteY3819" fmla="*/ 794147 h 6857801"/>
                <a:gd name="connsiteX3820" fmla="*/ 4806559 w 12184003"/>
                <a:gd name="connsiteY3820" fmla="*/ 788161 h 6857801"/>
                <a:gd name="connsiteX3821" fmla="*/ 4830643 w 12184003"/>
                <a:gd name="connsiteY3821" fmla="*/ 798014 h 6857801"/>
                <a:gd name="connsiteX3822" fmla="*/ 4830643 w 12184003"/>
                <a:gd name="connsiteY3822" fmla="*/ 846190 h 6857801"/>
                <a:gd name="connsiteX3823" fmla="*/ 4782472 w 12184003"/>
                <a:gd name="connsiteY3823" fmla="*/ 846190 h 6857801"/>
                <a:gd name="connsiteX3824" fmla="*/ 4772616 w 12184003"/>
                <a:gd name="connsiteY3824" fmla="*/ 822102 h 6857801"/>
                <a:gd name="connsiteX3825" fmla="*/ 4779930 w 12184003"/>
                <a:gd name="connsiteY3825" fmla="*/ 804233 h 6857801"/>
                <a:gd name="connsiteX3826" fmla="*/ 4690499 w 12184003"/>
                <a:gd name="connsiteY3826" fmla="*/ 714805 h 6857801"/>
                <a:gd name="connsiteX3827" fmla="*/ 4690499 w 12184003"/>
                <a:gd name="connsiteY3827" fmla="*/ 874665 h 6857801"/>
                <a:gd name="connsiteX3828" fmla="*/ 4930922 w 12184003"/>
                <a:gd name="connsiteY3828" fmla="*/ 1115075 h 6857801"/>
                <a:gd name="connsiteX3829" fmla="*/ 4940969 w 12184003"/>
                <a:gd name="connsiteY3829" fmla="*/ 1111157 h 6857801"/>
                <a:gd name="connsiteX3830" fmla="*/ 4973001 w 12184003"/>
                <a:gd name="connsiteY3830" fmla="*/ 1124294 h 6857801"/>
                <a:gd name="connsiteX3831" fmla="*/ 4973001 w 12184003"/>
                <a:gd name="connsiteY3831" fmla="*/ 1187800 h 6857801"/>
                <a:gd name="connsiteX3832" fmla="*/ 4959050 w 12184003"/>
                <a:gd name="connsiteY3832" fmla="*/ 1193573 h 6857801"/>
                <a:gd name="connsiteX3833" fmla="*/ 5029930 w 12184003"/>
                <a:gd name="connsiteY3833" fmla="*/ 1264447 h 6857801"/>
                <a:gd name="connsiteX3834" fmla="*/ 5029930 w 12184003"/>
                <a:gd name="connsiteY3834" fmla="*/ 1194374 h 6857801"/>
                <a:gd name="connsiteX3835" fmla="*/ 5167876 w 12184003"/>
                <a:gd name="connsiteY3835" fmla="*/ 1056420 h 6857801"/>
                <a:gd name="connsiteX3836" fmla="*/ 5167876 w 12184003"/>
                <a:gd name="connsiteY3836" fmla="*/ 719189 h 6857801"/>
                <a:gd name="connsiteX3837" fmla="*/ 4948905 w 12184003"/>
                <a:gd name="connsiteY3837" fmla="*/ 500207 h 6857801"/>
                <a:gd name="connsiteX3838" fmla="*/ 2634331 w 12184003"/>
                <a:gd name="connsiteY3838" fmla="*/ 500206 h 6857801"/>
                <a:gd name="connsiteX3839" fmla="*/ 2643475 w 12184003"/>
                <a:gd name="connsiteY3839" fmla="*/ 509352 h 6857801"/>
                <a:gd name="connsiteX3840" fmla="*/ 2639691 w 12184003"/>
                <a:gd name="connsiteY3840" fmla="*/ 500206 h 6857801"/>
                <a:gd name="connsiteX3841" fmla="*/ 2459140 w 12184003"/>
                <a:gd name="connsiteY3841" fmla="*/ 500206 h 6857801"/>
                <a:gd name="connsiteX3842" fmla="*/ 2520452 w 12184003"/>
                <a:gd name="connsiteY3842" fmla="*/ 561516 h 6857801"/>
                <a:gd name="connsiteX3843" fmla="*/ 2671554 w 12184003"/>
                <a:gd name="connsiteY3843" fmla="*/ 561516 h 6857801"/>
                <a:gd name="connsiteX3844" fmla="*/ 2610243 w 12184003"/>
                <a:gd name="connsiteY3844" fmla="*/ 500206 h 6857801"/>
                <a:gd name="connsiteX3845" fmla="*/ 2384028 w 12184003"/>
                <a:gd name="connsiteY3845" fmla="*/ 500206 h 6857801"/>
                <a:gd name="connsiteX3846" fmla="*/ 2446002 w 12184003"/>
                <a:gd name="connsiteY3846" fmla="*/ 561516 h 6857801"/>
                <a:gd name="connsiteX3847" fmla="*/ 2487605 w 12184003"/>
                <a:gd name="connsiteY3847" fmla="*/ 561516 h 6857801"/>
                <a:gd name="connsiteX3848" fmla="*/ 2426294 w 12184003"/>
                <a:gd name="connsiteY3848" fmla="*/ 500206 h 6857801"/>
                <a:gd name="connsiteX3849" fmla="*/ 9277952 w 12184003"/>
                <a:gd name="connsiteY3849" fmla="*/ 498157 h 6857801"/>
                <a:gd name="connsiteX3850" fmla="*/ 9006600 w 12184003"/>
                <a:gd name="connsiteY3850" fmla="*/ 769509 h 6857801"/>
                <a:gd name="connsiteX3851" fmla="*/ 9043817 w 12184003"/>
                <a:gd name="connsiteY3851" fmla="*/ 769509 h 6857801"/>
                <a:gd name="connsiteX3852" fmla="*/ 9281236 w 12184003"/>
                <a:gd name="connsiteY3852" fmla="*/ 532090 h 6857801"/>
                <a:gd name="connsiteX3853" fmla="*/ 9272653 w 12184003"/>
                <a:gd name="connsiteY3853" fmla="*/ 511109 h 6857801"/>
                <a:gd name="connsiteX3854" fmla="*/ 7180292 w 12184003"/>
                <a:gd name="connsiteY3854" fmla="*/ 491409 h 6857801"/>
                <a:gd name="connsiteX3855" fmla="*/ 6943792 w 12184003"/>
                <a:gd name="connsiteY3855" fmla="*/ 727910 h 6857801"/>
                <a:gd name="connsiteX3856" fmla="*/ 6943792 w 12184003"/>
                <a:gd name="connsiteY3856" fmla="*/ 909721 h 6857801"/>
                <a:gd name="connsiteX3857" fmla="*/ 7155579 w 12184003"/>
                <a:gd name="connsiteY3857" fmla="*/ 697933 h 6857801"/>
                <a:gd name="connsiteX3858" fmla="*/ 7147445 w 12184003"/>
                <a:gd name="connsiteY3858" fmla="*/ 677596 h 6857801"/>
                <a:gd name="connsiteX3859" fmla="*/ 7160584 w 12184003"/>
                <a:gd name="connsiteY3859" fmla="*/ 644749 h 6857801"/>
                <a:gd name="connsiteX3860" fmla="*/ 7180292 w 12184003"/>
                <a:gd name="connsiteY3860" fmla="*/ 636866 h 6857801"/>
                <a:gd name="connsiteX3861" fmla="*/ 9520930 w 12184003"/>
                <a:gd name="connsiteY3861" fmla="*/ 467581 h 6857801"/>
                <a:gd name="connsiteX3862" fmla="*/ 9500393 w 12184003"/>
                <a:gd name="connsiteY3862" fmla="*/ 476079 h 6857801"/>
                <a:gd name="connsiteX3863" fmla="*/ 9487231 w 12184003"/>
                <a:gd name="connsiteY3863" fmla="*/ 470632 h 6857801"/>
                <a:gd name="connsiteX3864" fmla="*/ 9457701 w 12184003"/>
                <a:gd name="connsiteY3864" fmla="*/ 500162 h 6857801"/>
                <a:gd name="connsiteX3865" fmla="*/ 9488349 w 12184003"/>
                <a:gd name="connsiteY3865" fmla="*/ 500162 h 6857801"/>
                <a:gd name="connsiteX3866" fmla="*/ 9755506 w 12184003"/>
                <a:gd name="connsiteY3866" fmla="*/ 438856 h 6857801"/>
                <a:gd name="connsiteX3867" fmla="*/ 9694199 w 12184003"/>
                <a:gd name="connsiteY3867" fmla="*/ 500162 h 6857801"/>
                <a:gd name="connsiteX3868" fmla="*/ 9737988 w 12184003"/>
                <a:gd name="connsiteY3868" fmla="*/ 500162 h 6857801"/>
                <a:gd name="connsiteX3869" fmla="*/ 9799295 w 12184003"/>
                <a:gd name="connsiteY3869" fmla="*/ 438856 h 6857801"/>
                <a:gd name="connsiteX3870" fmla="*/ 9573000 w 12184003"/>
                <a:gd name="connsiteY3870" fmla="*/ 438856 h 6857801"/>
                <a:gd name="connsiteX3871" fmla="*/ 9511531 w 12184003"/>
                <a:gd name="connsiteY3871" fmla="*/ 500162 h 6857801"/>
                <a:gd name="connsiteX3872" fmla="*/ 9661352 w 12184003"/>
                <a:gd name="connsiteY3872" fmla="*/ 500162 h 6857801"/>
                <a:gd name="connsiteX3873" fmla="*/ 9722659 w 12184003"/>
                <a:gd name="connsiteY3873" fmla="*/ 438856 h 6857801"/>
                <a:gd name="connsiteX3874" fmla="*/ 9542112 w 12184003"/>
                <a:gd name="connsiteY3874" fmla="*/ 438856 h 6857801"/>
                <a:gd name="connsiteX3875" fmla="*/ 9536788 w 12184003"/>
                <a:gd name="connsiteY3875" fmla="*/ 451723 h 6857801"/>
                <a:gd name="connsiteX3876" fmla="*/ 9549656 w 12184003"/>
                <a:gd name="connsiteY3876" fmla="*/ 438856 h 6857801"/>
                <a:gd name="connsiteX3877" fmla="*/ 4024839 w 12184003"/>
                <a:gd name="connsiteY3877" fmla="*/ 399470 h 6857801"/>
                <a:gd name="connsiteX3878" fmla="*/ 4024839 w 12184003"/>
                <a:gd name="connsiteY3878" fmla="*/ 712614 h 6857801"/>
                <a:gd name="connsiteX3879" fmla="*/ 4145280 w 12184003"/>
                <a:gd name="connsiteY3879" fmla="*/ 833053 h 6857801"/>
                <a:gd name="connsiteX3880" fmla="*/ 4217498 w 12184003"/>
                <a:gd name="connsiteY3880" fmla="*/ 833053 h 6857801"/>
                <a:gd name="connsiteX3881" fmla="*/ 4217498 w 12184003"/>
                <a:gd name="connsiteY3881" fmla="*/ 695122 h 6857801"/>
                <a:gd name="connsiteX3882" fmla="*/ 4210979 w 12184003"/>
                <a:gd name="connsiteY3882" fmla="*/ 688532 h 6857801"/>
                <a:gd name="connsiteX3883" fmla="*/ 4210979 w 12184003"/>
                <a:gd name="connsiteY3883" fmla="*/ 603321 h 6857801"/>
                <a:gd name="connsiteX3884" fmla="*/ 4208789 w 12184003"/>
                <a:gd name="connsiteY3884" fmla="*/ 604216 h 6857801"/>
                <a:gd name="connsiteX3885" fmla="*/ 4184702 w 12184003"/>
                <a:gd name="connsiteY3885" fmla="*/ 594361 h 6857801"/>
                <a:gd name="connsiteX3886" fmla="*/ 4174846 w 12184003"/>
                <a:gd name="connsiteY3886" fmla="*/ 570274 h 6857801"/>
                <a:gd name="connsiteX3887" fmla="*/ 4180885 w 12184003"/>
                <a:gd name="connsiteY3887" fmla="*/ 555512 h 6857801"/>
                <a:gd name="connsiteX3888" fmla="*/ 2288505 w 12184003"/>
                <a:gd name="connsiteY3888" fmla="*/ 362414 h 6857801"/>
                <a:gd name="connsiteX3889" fmla="*/ 2293808 w 12184003"/>
                <a:gd name="connsiteY3889" fmla="*/ 375380 h 6857801"/>
                <a:gd name="connsiteX3890" fmla="*/ 2283956 w 12184003"/>
                <a:gd name="connsiteY3890" fmla="*/ 399468 h 6857801"/>
                <a:gd name="connsiteX3891" fmla="*/ 2282707 w 12184003"/>
                <a:gd name="connsiteY3891" fmla="*/ 399977 h 6857801"/>
                <a:gd name="connsiteX3892" fmla="*/ 2361890 w 12184003"/>
                <a:gd name="connsiteY3892" fmla="*/ 478309 h 6857801"/>
                <a:gd name="connsiteX3893" fmla="*/ 2404399 w 12184003"/>
                <a:gd name="connsiteY3893" fmla="*/ 478309 h 6857801"/>
                <a:gd name="connsiteX3894" fmla="*/ 8159137 w 12184003"/>
                <a:gd name="connsiteY3894" fmla="*/ 335926 h 6857801"/>
                <a:gd name="connsiteX3895" fmla="*/ 8002459 w 12184003"/>
                <a:gd name="connsiteY3895" fmla="*/ 492604 h 6857801"/>
                <a:gd name="connsiteX3896" fmla="*/ 8009134 w 12184003"/>
                <a:gd name="connsiteY3896" fmla="*/ 508919 h 6857801"/>
                <a:gd name="connsiteX3897" fmla="*/ 7999280 w 12184003"/>
                <a:gd name="connsiteY3897" fmla="*/ 533007 h 6857801"/>
                <a:gd name="connsiteX3898" fmla="*/ 7975192 w 12184003"/>
                <a:gd name="connsiteY3898" fmla="*/ 542860 h 6857801"/>
                <a:gd name="connsiteX3899" fmla="*/ 7973003 w 12184003"/>
                <a:gd name="connsiteY3899" fmla="*/ 541965 h 6857801"/>
                <a:gd name="connsiteX3900" fmla="*/ 7973003 w 12184003"/>
                <a:gd name="connsiteY3900" fmla="*/ 627180 h 6857801"/>
                <a:gd name="connsiteX3901" fmla="*/ 7819719 w 12184003"/>
                <a:gd name="connsiteY3901" fmla="*/ 780465 h 6857801"/>
                <a:gd name="connsiteX3902" fmla="*/ 7832954 w 12184003"/>
                <a:gd name="connsiteY3902" fmla="*/ 780465 h 6857801"/>
                <a:gd name="connsiteX3903" fmla="*/ 7843803 w 12184003"/>
                <a:gd name="connsiteY3903" fmla="*/ 769509 h 6857801"/>
                <a:gd name="connsiteX3904" fmla="*/ 8038699 w 12184003"/>
                <a:gd name="connsiteY3904" fmla="*/ 769509 h 6857801"/>
                <a:gd name="connsiteX3905" fmla="*/ 8159137 w 12184003"/>
                <a:gd name="connsiteY3905" fmla="*/ 649071 h 6857801"/>
                <a:gd name="connsiteX3906" fmla="*/ 9896993 w 12184003"/>
                <a:gd name="connsiteY3906" fmla="*/ 297369 h 6857801"/>
                <a:gd name="connsiteX3907" fmla="*/ 9779594 w 12184003"/>
                <a:gd name="connsiteY3907" fmla="*/ 414767 h 6857801"/>
                <a:gd name="connsiteX3908" fmla="*/ 9823382 w 12184003"/>
                <a:gd name="connsiteY3908" fmla="*/ 414767 h 6857801"/>
                <a:gd name="connsiteX3909" fmla="*/ 9900036 w 12184003"/>
                <a:gd name="connsiteY3909" fmla="*/ 338113 h 6857801"/>
                <a:gd name="connsiteX3910" fmla="*/ 9900033 w 12184003"/>
                <a:gd name="connsiteY3910" fmla="*/ 338112 h 6857801"/>
                <a:gd name="connsiteX3911" fmla="*/ 9890180 w 12184003"/>
                <a:gd name="connsiteY3911" fmla="*/ 314023 h 6857801"/>
                <a:gd name="connsiteX3912" fmla="*/ 3060885 w 12184003"/>
                <a:gd name="connsiteY3912" fmla="*/ 292171 h 6857801"/>
                <a:gd name="connsiteX3913" fmla="*/ 3388247 w 12184003"/>
                <a:gd name="connsiteY3913" fmla="*/ 621043 h 6857801"/>
                <a:gd name="connsiteX3914" fmla="*/ 3387628 w 12184003"/>
                <a:gd name="connsiteY3914" fmla="*/ 619550 h 6857801"/>
                <a:gd name="connsiteX3915" fmla="*/ 3393049 w 12184003"/>
                <a:gd name="connsiteY3915" fmla="*/ 606455 h 6857801"/>
                <a:gd name="connsiteX3916" fmla="*/ 3077696 w 12184003"/>
                <a:gd name="connsiteY3916" fmla="*/ 292171 h 6857801"/>
                <a:gd name="connsiteX3917" fmla="*/ 2759151 w 12184003"/>
                <a:gd name="connsiteY3917" fmla="*/ 292171 h 6857801"/>
                <a:gd name="connsiteX3918" fmla="*/ 3300033 w 12184003"/>
                <a:gd name="connsiteY3918" fmla="*/ 833053 h 6857801"/>
                <a:gd name="connsiteX3919" fmla="*/ 3797108 w 12184003"/>
                <a:gd name="connsiteY3919" fmla="*/ 833053 h 6857801"/>
                <a:gd name="connsiteX3920" fmla="*/ 3797108 w 12184003"/>
                <a:gd name="connsiteY3920" fmla="*/ 585606 h 6857801"/>
                <a:gd name="connsiteX3921" fmla="*/ 3503680 w 12184003"/>
                <a:gd name="connsiteY3921" fmla="*/ 292171 h 6857801"/>
                <a:gd name="connsiteX3922" fmla="*/ 3109518 w 12184003"/>
                <a:gd name="connsiteY3922" fmla="*/ 292171 h 6857801"/>
                <a:gd name="connsiteX3923" fmla="*/ 3403867 w 12184003"/>
                <a:gd name="connsiteY3923" fmla="*/ 586515 h 6857801"/>
                <a:gd name="connsiteX3924" fmla="*/ 3432518 w 12184003"/>
                <a:gd name="connsiteY3924" fmla="*/ 574657 h 6857801"/>
                <a:gd name="connsiteX3925" fmla="*/ 3464271 w 12184003"/>
                <a:gd name="connsiteY3925" fmla="*/ 587797 h 6857801"/>
                <a:gd name="connsiteX3926" fmla="*/ 3464271 w 12184003"/>
                <a:gd name="connsiteY3926" fmla="*/ 651301 h 6857801"/>
                <a:gd name="connsiteX3927" fmla="*/ 3459076 w 12184003"/>
                <a:gd name="connsiteY3927" fmla="*/ 653451 h 6857801"/>
                <a:gd name="connsiteX3928" fmla="*/ 3465358 w 12184003"/>
                <a:gd name="connsiteY3928" fmla="*/ 668815 h 6857801"/>
                <a:gd name="connsiteX3929" fmla="*/ 3455506 w 12184003"/>
                <a:gd name="connsiteY3929" fmla="*/ 692903 h 6857801"/>
                <a:gd name="connsiteX3930" fmla="*/ 3407333 w 12184003"/>
                <a:gd name="connsiteY3930" fmla="*/ 692903 h 6857801"/>
                <a:gd name="connsiteX3931" fmla="*/ 3397479 w 12184003"/>
                <a:gd name="connsiteY3931" fmla="*/ 668815 h 6857801"/>
                <a:gd name="connsiteX3932" fmla="*/ 3402247 w 12184003"/>
                <a:gd name="connsiteY3932" fmla="*/ 657161 h 6857801"/>
                <a:gd name="connsiteX3933" fmla="*/ 3037254 w 12184003"/>
                <a:gd name="connsiteY3933" fmla="*/ 292171 h 6857801"/>
                <a:gd name="connsiteX3934" fmla="*/ 2700429 w 12184003"/>
                <a:gd name="connsiteY3934" fmla="*/ 292171 h 6857801"/>
                <a:gd name="connsiteX3935" fmla="*/ 3242463 w 12184003"/>
                <a:gd name="connsiteY3935" fmla="*/ 833053 h 6857801"/>
                <a:gd name="connsiteX3936" fmla="*/ 3251855 w 12184003"/>
                <a:gd name="connsiteY3936" fmla="*/ 833053 h 6857801"/>
                <a:gd name="connsiteX3937" fmla="*/ 2715352 w 12184003"/>
                <a:gd name="connsiteY3937" fmla="*/ 296550 h 6857801"/>
                <a:gd name="connsiteX3938" fmla="*/ 2715352 w 12184003"/>
                <a:gd name="connsiteY3938" fmla="*/ 292171 h 6857801"/>
                <a:gd name="connsiteX3939" fmla="*/ 4241584 w 12184003"/>
                <a:gd name="connsiteY3939" fmla="*/ 264220 h 6857801"/>
                <a:gd name="connsiteX3940" fmla="*/ 4241584 w 12184003"/>
                <a:gd name="connsiteY3940" fmla="*/ 561517 h 6857801"/>
                <a:gd name="connsiteX3941" fmla="*/ 4561306 w 12184003"/>
                <a:gd name="connsiteY3941" fmla="*/ 561517 h 6857801"/>
                <a:gd name="connsiteX3942" fmla="*/ 4672982 w 12184003"/>
                <a:gd name="connsiteY3942" fmla="*/ 674169 h 6857801"/>
                <a:gd name="connsiteX3943" fmla="*/ 4672982 w 12184003"/>
                <a:gd name="connsiteY3943" fmla="*/ 500207 h 6857801"/>
                <a:gd name="connsiteX3944" fmla="*/ 4521279 w 12184003"/>
                <a:gd name="connsiteY3944" fmla="*/ 500207 h 6857801"/>
                <a:gd name="connsiteX3945" fmla="*/ 4513129 w 12184003"/>
                <a:gd name="connsiteY3945" fmla="*/ 519913 h 6857801"/>
                <a:gd name="connsiteX3946" fmla="*/ 4449629 w 12184003"/>
                <a:gd name="connsiteY3946" fmla="*/ 519913 h 6857801"/>
                <a:gd name="connsiteX3947" fmla="*/ 4436485 w 12184003"/>
                <a:gd name="connsiteY3947" fmla="*/ 488160 h 6857801"/>
                <a:gd name="connsiteX3948" fmla="*/ 4445118 w 12184003"/>
                <a:gd name="connsiteY3948" fmla="*/ 467304 h 6857801"/>
                <a:gd name="connsiteX3949" fmla="*/ 5767879 w 12184003"/>
                <a:gd name="connsiteY3949" fmla="*/ 233791 h 6857801"/>
                <a:gd name="connsiteX3950" fmla="*/ 5760213 w 12184003"/>
                <a:gd name="connsiteY3950" fmla="*/ 251675 h 6857801"/>
                <a:gd name="connsiteX3951" fmla="*/ 5739412 w 12184003"/>
                <a:gd name="connsiteY3951" fmla="*/ 260591 h 6857801"/>
                <a:gd name="connsiteX3952" fmla="*/ 5739412 w 12184003"/>
                <a:gd name="connsiteY3952" fmla="*/ 598762 h 6857801"/>
                <a:gd name="connsiteX3953" fmla="*/ 5767879 w 12184003"/>
                <a:gd name="connsiteY3953" fmla="*/ 627156 h 6857801"/>
                <a:gd name="connsiteX3954" fmla="*/ 9466452 w 12184003"/>
                <a:gd name="connsiteY3954" fmla="*/ 230816 h 6857801"/>
                <a:gd name="connsiteX3955" fmla="*/ 9466452 w 12184003"/>
                <a:gd name="connsiteY3955" fmla="*/ 235196 h 6857801"/>
                <a:gd name="connsiteX3956" fmla="*/ 8932138 w 12184003"/>
                <a:gd name="connsiteY3956" fmla="*/ 769509 h 6857801"/>
                <a:gd name="connsiteX3957" fmla="*/ 8941544 w 12184003"/>
                <a:gd name="connsiteY3957" fmla="*/ 769509 h 6857801"/>
                <a:gd name="connsiteX3958" fmla="*/ 9481383 w 12184003"/>
                <a:gd name="connsiteY3958" fmla="*/ 230816 h 6857801"/>
                <a:gd name="connsiteX3959" fmla="*/ 9103977 w 12184003"/>
                <a:gd name="connsiteY3959" fmla="*/ 230816 h 6857801"/>
                <a:gd name="connsiteX3960" fmla="*/ 8790893 w 12184003"/>
                <a:gd name="connsiteY3960" fmla="*/ 544962 h 6857801"/>
                <a:gd name="connsiteX3961" fmla="*/ 8796049 w 12184003"/>
                <a:gd name="connsiteY3961" fmla="*/ 557419 h 6857801"/>
                <a:gd name="connsiteX3962" fmla="*/ 9122652 w 12184003"/>
                <a:gd name="connsiteY3962" fmla="*/ 230816 h 6857801"/>
                <a:gd name="connsiteX3963" fmla="*/ 8680310 w 12184003"/>
                <a:gd name="connsiteY3963" fmla="*/ 230816 h 6857801"/>
                <a:gd name="connsiteX3964" fmla="*/ 8386875 w 12184003"/>
                <a:gd name="connsiteY3964" fmla="*/ 522060 h 6857801"/>
                <a:gd name="connsiteX3965" fmla="*/ 8386875 w 12184003"/>
                <a:gd name="connsiteY3965" fmla="*/ 769509 h 6857801"/>
                <a:gd name="connsiteX3966" fmla="*/ 8886152 w 12184003"/>
                <a:gd name="connsiteY3966" fmla="*/ 769509 h 6857801"/>
                <a:gd name="connsiteX3967" fmla="*/ 9424846 w 12184003"/>
                <a:gd name="connsiteY3967" fmla="*/ 230816 h 6857801"/>
                <a:gd name="connsiteX3968" fmla="*/ 9146740 w 12184003"/>
                <a:gd name="connsiteY3968" fmla="*/ 230816 h 6857801"/>
                <a:gd name="connsiteX3969" fmla="*/ 8780830 w 12184003"/>
                <a:gd name="connsiteY3969" fmla="*/ 596726 h 6857801"/>
                <a:gd name="connsiteX3970" fmla="*/ 8784325 w 12184003"/>
                <a:gd name="connsiteY3970" fmla="*/ 605270 h 6857801"/>
                <a:gd name="connsiteX3971" fmla="*/ 8774471 w 12184003"/>
                <a:gd name="connsiteY3971" fmla="*/ 629358 h 6857801"/>
                <a:gd name="connsiteX3972" fmla="*/ 8726295 w 12184003"/>
                <a:gd name="connsiteY3972" fmla="*/ 629358 h 6857801"/>
                <a:gd name="connsiteX3973" fmla="*/ 8716442 w 12184003"/>
                <a:gd name="connsiteY3973" fmla="*/ 605270 h 6857801"/>
                <a:gd name="connsiteX3974" fmla="*/ 8722278 w 12184003"/>
                <a:gd name="connsiteY3974" fmla="*/ 591004 h 6857801"/>
                <a:gd name="connsiteX3975" fmla="*/ 8719727 w 12184003"/>
                <a:gd name="connsiteY3975" fmla="*/ 589948 h 6857801"/>
                <a:gd name="connsiteX3976" fmla="*/ 8719727 w 12184003"/>
                <a:gd name="connsiteY3976" fmla="*/ 526443 h 6857801"/>
                <a:gd name="connsiteX3977" fmla="*/ 8751480 w 12184003"/>
                <a:gd name="connsiteY3977" fmla="*/ 513304 h 6857801"/>
                <a:gd name="connsiteX3978" fmla="*/ 8780054 w 12184003"/>
                <a:gd name="connsiteY3978" fmla="*/ 525129 h 6857801"/>
                <a:gd name="connsiteX3979" fmla="*/ 9073361 w 12184003"/>
                <a:gd name="connsiteY3979" fmla="*/ 230816 h 6857801"/>
                <a:gd name="connsiteX3980" fmla="*/ 7948914 w 12184003"/>
                <a:gd name="connsiteY3980" fmla="*/ 195259 h 6857801"/>
                <a:gd name="connsiteX3981" fmla="*/ 7737232 w 12184003"/>
                <a:gd name="connsiteY3981" fmla="*/ 407401 h 6857801"/>
                <a:gd name="connsiteX3982" fmla="*/ 7745263 w 12184003"/>
                <a:gd name="connsiteY3982" fmla="*/ 426807 h 6857801"/>
                <a:gd name="connsiteX3983" fmla="*/ 7732124 w 12184003"/>
                <a:gd name="connsiteY3983" fmla="*/ 458560 h 6857801"/>
                <a:gd name="connsiteX3984" fmla="*/ 7668619 w 12184003"/>
                <a:gd name="connsiteY3984" fmla="*/ 458560 h 6857801"/>
                <a:gd name="connsiteX3985" fmla="*/ 7660465 w 12184003"/>
                <a:gd name="connsiteY3985" fmla="*/ 438856 h 6857801"/>
                <a:gd name="connsiteX3986" fmla="*/ 7232846 w 12184003"/>
                <a:gd name="connsiteY3986" fmla="*/ 438856 h 6857801"/>
                <a:gd name="connsiteX3987" fmla="*/ 7204380 w 12184003"/>
                <a:gd name="connsiteY3987" fmla="*/ 467322 h 6857801"/>
                <a:gd name="connsiteX3988" fmla="*/ 7204380 w 12184003"/>
                <a:gd name="connsiteY3988" fmla="*/ 636264 h 6857801"/>
                <a:gd name="connsiteX3989" fmla="*/ 7226279 w 12184003"/>
                <a:gd name="connsiteY3989" fmla="*/ 645571 h 6857801"/>
                <a:gd name="connsiteX3990" fmla="*/ 7239418 w 12184003"/>
                <a:gd name="connsiteY3990" fmla="*/ 677596 h 6857801"/>
                <a:gd name="connsiteX3991" fmla="*/ 7193430 w 12184003"/>
                <a:gd name="connsiteY3991" fmla="*/ 723583 h 6857801"/>
                <a:gd name="connsiteX3992" fmla="*/ 7171535 w 12184003"/>
                <a:gd name="connsiteY3992" fmla="*/ 714824 h 6857801"/>
                <a:gd name="connsiteX3993" fmla="*/ 6943792 w 12184003"/>
                <a:gd name="connsiteY3993" fmla="*/ 942568 h 6857801"/>
                <a:gd name="connsiteX3994" fmla="*/ 6943792 w 12184003"/>
                <a:gd name="connsiteY3994" fmla="*/ 1264447 h 6857801"/>
                <a:gd name="connsiteX3995" fmla="*/ 6965690 w 12184003"/>
                <a:gd name="connsiteY3995" fmla="*/ 1273208 h 6857801"/>
                <a:gd name="connsiteX3996" fmla="*/ 6978829 w 12184003"/>
                <a:gd name="connsiteY3996" fmla="*/ 1306051 h 6857801"/>
                <a:gd name="connsiteX3997" fmla="*/ 6970645 w 12184003"/>
                <a:gd name="connsiteY3997" fmla="*/ 1326510 h 6857801"/>
                <a:gd name="connsiteX3998" fmla="*/ 6985249 w 12184003"/>
                <a:gd name="connsiteY3998" fmla="*/ 1341209 h 6857801"/>
                <a:gd name="connsiteX3999" fmla="*/ 7035765 w 12184003"/>
                <a:gd name="connsiteY3999" fmla="*/ 1290692 h 6857801"/>
                <a:gd name="connsiteX4000" fmla="*/ 7276644 w 12184003"/>
                <a:gd name="connsiteY4000" fmla="*/ 1290692 h 6857801"/>
                <a:gd name="connsiteX4001" fmla="*/ 7764972 w 12184003"/>
                <a:gd name="connsiteY4001" fmla="*/ 802364 h 6857801"/>
                <a:gd name="connsiteX4002" fmla="*/ 7535041 w 12184003"/>
                <a:gd name="connsiteY4002" fmla="*/ 802364 h 6857801"/>
                <a:gd name="connsiteX4003" fmla="*/ 7275070 w 12184003"/>
                <a:gd name="connsiteY4003" fmla="*/ 1062335 h 6857801"/>
                <a:gd name="connsiteX4004" fmla="*/ 7276644 w 12184003"/>
                <a:gd name="connsiteY4004" fmla="*/ 1062949 h 6857801"/>
                <a:gd name="connsiteX4005" fmla="*/ 7274455 w 12184003"/>
                <a:gd name="connsiteY4005" fmla="*/ 1062949 h 6857801"/>
                <a:gd name="connsiteX4006" fmla="*/ 7274454 w 12184003"/>
                <a:gd name="connsiteY4006" fmla="*/ 1062949 h 6857801"/>
                <a:gd name="connsiteX4007" fmla="*/ 7287593 w 12184003"/>
                <a:gd name="connsiteY4007" fmla="*/ 1094702 h 6857801"/>
                <a:gd name="connsiteX4008" fmla="*/ 7274454 w 12184003"/>
                <a:gd name="connsiteY4008" fmla="*/ 1126453 h 6857801"/>
                <a:gd name="connsiteX4009" fmla="*/ 7210949 w 12184003"/>
                <a:gd name="connsiteY4009" fmla="*/ 1126453 h 6857801"/>
                <a:gd name="connsiteX4010" fmla="*/ 7210949 w 12184003"/>
                <a:gd name="connsiteY4010" fmla="*/ 1062949 h 6857801"/>
                <a:gd name="connsiteX4011" fmla="*/ 7242976 w 12184003"/>
                <a:gd name="connsiteY4011" fmla="*/ 1049811 h 6857801"/>
                <a:gd name="connsiteX4012" fmla="*/ 7251444 w 12184003"/>
                <a:gd name="connsiteY4012" fmla="*/ 1053115 h 6857801"/>
                <a:gd name="connsiteX4013" fmla="*/ 7524092 w 12184003"/>
                <a:gd name="connsiteY4013" fmla="*/ 780465 h 6857801"/>
                <a:gd name="connsiteX4014" fmla="*/ 7786871 w 12184003"/>
                <a:gd name="connsiteY4014" fmla="*/ 780465 h 6857801"/>
                <a:gd name="connsiteX4015" fmla="*/ 7948914 w 12184003"/>
                <a:gd name="connsiteY4015" fmla="*/ 618421 h 6857801"/>
                <a:gd name="connsiteX4016" fmla="*/ 7948914 w 12184003"/>
                <a:gd name="connsiteY4016" fmla="*/ 527653 h 6857801"/>
                <a:gd name="connsiteX4017" fmla="*/ 7944836 w 12184003"/>
                <a:gd name="connsiteY4017" fmla="*/ 517681 h 6857801"/>
                <a:gd name="connsiteX4018" fmla="*/ 7629202 w 12184003"/>
                <a:gd name="connsiteY4018" fmla="*/ 517681 h 6857801"/>
                <a:gd name="connsiteX4019" fmla="*/ 7404006 w 12184003"/>
                <a:gd name="connsiteY4019" fmla="*/ 742878 h 6857801"/>
                <a:gd name="connsiteX4020" fmla="*/ 7411317 w 12184003"/>
                <a:gd name="connsiteY4020" fmla="*/ 760748 h 6857801"/>
                <a:gd name="connsiteX4021" fmla="*/ 7401462 w 12184003"/>
                <a:gd name="connsiteY4021" fmla="*/ 784836 h 6857801"/>
                <a:gd name="connsiteX4022" fmla="*/ 7353287 w 12184003"/>
                <a:gd name="connsiteY4022" fmla="*/ 784836 h 6857801"/>
                <a:gd name="connsiteX4023" fmla="*/ 7353287 w 12184003"/>
                <a:gd name="connsiteY4023" fmla="*/ 736660 h 6857801"/>
                <a:gd name="connsiteX4024" fmla="*/ 7377374 w 12184003"/>
                <a:gd name="connsiteY4024" fmla="*/ 726806 h 6857801"/>
                <a:gd name="connsiteX4025" fmla="*/ 7389158 w 12184003"/>
                <a:gd name="connsiteY4025" fmla="*/ 731626 h 6857801"/>
                <a:gd name="connsiteX4026" fmla="*/ 7622633 w 12184003"/>
                <a:gd name="connsiteY4026" fmla="*/ 500163 h 6857801"/>
                <a:gd name="connsiteX4027" fmla="*/ 7944833 w 12184003"/>
                <a:gd name="connsiteY4027" fmla="*/ 500163 h 6857801"/>
                <a:gd name="connsiteX4028" fmla="*/ 7948914 w 12184003"/>
                <a:gd name="connsiteY4028" fmla="*/ 490186 h 6857801"/>
                <a:gd name="connsiteX4029" fmla="*/ 2962801 w 12184003"/>
                <a:gd name="connsiteY4029" fmla="*/ 177664 h 6857801"/>
                <a:gd name="connsiteX4030" fmla="*/ 2962801 w 12184003"/>
                <a:gd name="connsiteY4030" fmla="*/ 193630 h 6857801"/>
                <a:gd name="connsiteX4031" fmla="*/ 3028193 w 12184003"/>
                <a:gd name="connsiteY4031" fmla="*/ 259325 h 6857801"/>
                <a:gd name="connsiteX4032" fmla="*/ 3044739 w 12184003"/>
                <a:gd name="connsiteY4032" fmla="*/ 259325 h 6857801"/>
                <a:gd name="connsiteX4033" fmla="*/ 6065681 w 12184003"/>
                <a:gd name="connsiteY4033" fmla="*/ 161869 h 6857801"/>
                <a:gd name="connsiteX4034" fmla="*/ 6065681 w 12184003"/>
                <a:gd name="connsiteY4034" fmla="*/ 624165 h 6857801"/>
                <a:gd name="connsiteX4035" fmla="*/ 6078819 w 12184003"/>
                <a:gd name="connsiteY4035" fmla="*/ 618910 h 6857801"/>
                <a:gd name="connsiteX4036" fmla="*/ 6078819 w 12184003"/>
                <a:gd name="connsiteY4036" fmla="*/ 174962 h 6857801"/>
                <a:gd name="connsiteX4037" fmla="*/ 5660581 w 12184003"/>
                <a:gd name="connsiteY4037" fmla="*/ 160800 h 6857801"/>
                <a:gd name="connsiteX4038" fmla="*/ 5660581 w 12184003"/>
                <a:gd name="connsiteY4038" fmla="*/ 535261 h 6857801"/>
                <a:gd name="connsiteX4039" fmla="*/ 5724083 w 12184003"/>
                <a:gd name="connsiteY4039" fmla="*/ 598766 h 6857801"/>
                <a:gd name="connsiteX4040" fmla="*/ 5724083 w 12184003"/>
                <a:gd name="connsiteY4040" fmla="*/ 255899 h 6857801"/>
                <a:gd name="connsiteX4041" fmla="*/ 5714229 w 12184003"/>
                <a:gd name="connsiteY4041" fmla="*/ 251675 h 6857801"/>
                <a:gd name="connsiteX4042" fmla="*/ 5704375 w 12184003"/>
                <a:gd name="connsiteY4042" fmla="*/ 228683 h 6857801"/>
                <a:gd name="connsiteX4043" fmla="*/ 5711169 w 12184003"/>
                <a:gd name="connsiteY4043" fmla="*/ 211390 h 6857801"/>
                <a:gd name="connsiteX4044" fmla="*/ 5616786 w 12184003"/>
                <a:gd name="connsiteY4044" fmla="*/ 117004 h 6857801"/>
                <a:gd name="connsiteX4045" fmla="*/ 5616786 w 12184003"/>
                <a:gd name="connsiteY4045" fmla="*/ 737342 h 6857801"/>
                <a:gd name="connsiteX4046" fmla="*/ 5633211 w 12184003"/>
                <a:gd name="connsiteY4046" fmla="*/ 744381 h 6857801"/>
                <a:gd name="connsiteX4047" fmla="*/ 5643064 w 12184003"/>
                <a:gd name="connsiteY4047" fmla="*/ 767373 h 6857801"/>
                <a:gd name="connsiteX4048" fmla="*/ 5610217 w 12184003"/>
                <a:gd name="connsiteY4048" fmla="*/ 800221 h 6857801"/>
                <a:gd name="connsiteX4049" fmla="*/ 5593379 w 12184003"/>
                <a:gd name="connsiteY4049" fmla="*/ 792818 h 6857801"/>
                <a:gd name="connsiteX4050" fmla="*/ 5393435 w 12184003"/>
                <a:gd name="connsiteY4050" fmla="*/ 991427 h 6857801"/>
                <a:gd name="connsiteX4051" fmla="*/ 5393435 w 12184003"/>
                <a:gd name="connsiteY4051" fmla="*/ 1233786 h 6857801"/>
                <a:gd name="connsiteX4052" fmla="*/ 5649633 w 12184003"/>
                <a:gd name="connsiteY4052" fmla="*/ 1492187 h 6857801"/>
                <a:gd name="connsiteX4053" fmla="*/ 5649633 w 12184003"/>
                <a:gd name="connsiteY4053" fmla="*/ 1721655 h 6857801"/>
                <a:gd name="connsiteX4054" fmla="*/ 5670161 w 12184003"/>
                <a:gd name="connsiteY4054" fmla="*/ 1729776 h 6857801"/>
                <a:gd name="connsiteX4055" fmla="*/ 5680291 w 12184003"/>
                <a:gd name="connsiteY4055" fmla="*/ 1752770 h 6857801"/>
                <a:gd name="connsiteX4056" fmla="*/ 5645252 w 12184003"/>
                <a:gd name="connsiteY4056" fmla="*/ 1785616 h 6857801"/>
                <a:gd name="connsiteX4057" fmla="*/ 5612406 w 12184003"/>
                <a:gd name="connsiteY4057" fmla="*/ 1752770 h 6857801"/>
                <a:gd name="connsiteX4058" fmla="*/ 5621440 w 12184003"/>
                <a:gd name="connsiteY4058" fmla="*/ 1729776 h 6857801"/>
                <a:gd name="connsiteX4059" fmla="*/ 5634305 w 12184003"/>
                <a:gd name="connsiteY4059" fmla="*/ 1724453 h 6857801"/>
                <a:gd name="connsiteX4060" fmla="*/ 5634305 w 12184003"/>
                <a:gd name="connsiteY4060" fmla="*/ 1498754 h 6857801"/>
                <a:gd name="connsiteX4061" fmla="*/ 5375914 w 12184003"/>
                <a:gd name="connsiteY4061" fmla="*/ 1240358 h 6857801"/>
                <a:gd name="connsiteX4062" fmla="*/ 5375914 w 12184003"/>
                <a:gd name="connsiteY4062" fmla="*/ 1008829 h 6857801"/>
                <a:gd name="connsiteX4063" fmla="*/ 5290514 w 12184003"/>
                <a:gd name="connsiteY4063" fmla="*/ 1093639 h 6857801"/>
                <a:gd name="connsiteX4064" fmla="*/ 5290514 w 12184003"/>
                <a:gd name="connsiteY4064" fmla="*/ 1492183 h 6857801"/>
                <a:gd name="connsiteX4065" fmla="*/ 5465437 w 12184003"/>
                <a:gd name="connsiteY4065" fmla="*/ 1667109 h 6857801"/>
                <a:gd name="connsiteX4066" fmla="*/ 5466792 w 12184003"/>
                <a:gd name="connsiteY4066" fmla="*/ 1667641 h 6857801"/>
                <a:gd name="connsiteX4067" fmla="*/ 5467373 w 12184003"/>
                <a:gd name="connsiteY4067" fmla="*/ 1669044 h 6857801"/>
                <a:gd name="connsiteX4068" fmla="*/ 5540148 w 12184003"/>
                <a:gd name="connsiteY4068" fmla="*/ 1741821 h 6857801"/>
                <a:gd name="connsiteX4069" fmla="*/ 5540148 w 12184003"/>
                <a:gd name="connsiteY4069" fmla="*/ 1746201 h 6857801"/>
                <a:gd name="connsiteX4070" fmla="*/ 5612300 w 12184003"/>
                <a:gd name="connsiteY4070" fmla="*/ 1818357 h 6857801"/>
                <a:gd name="connsiteX4071" fmla="*/ 5633211 w 12184003"/>
                <a:gd name="connsiteY4071" fmla="*/ 1809704 h 6857801"/>
                <a:gd name="connsiteX4072" fmla="*/ 5664962 w 12184003"/>
                <a:gd name="connsiteY4072" fmla="*/ 1822844 h 6857801"/>
                <a:gd name="connsiteX4073" fmla="*/ 5664962 w 12184003"/>
                <a:gd name="connsiteY4073" fmla="*/ 1886348 h 6857801"/>
                <a:gd name="connsiteX4074" fmla="*/ 5601460 w 12184003"/>
                <a:gd name="connsiteY4074" fmla="*/ 1886348 h 6857801"/>
                <a:gd name="connsiteX4075" fmla="*/ 5588321 w 12184003"/>
                <a:gd name="connsiteY4075" fmla="*/ 1854595 h 6857801"/>
                <a:gd name="connsiteX4076" fmla="*/ 5596379 w 12184003"/>
                <a:gd name="connsiteY4076" fmla="*/ 1835124 h 6857801"/>
                <a:gd name="connsiteX4077" fmla="*/ 5540148 w 12184003"/>
                <a:gd name="connsiteY4077" fmla="*/ 1778642 h 6857801"/>
                <a:gd name="connsiteX4078" fmla="*/ 5540148 w 12184003"/>
                <a:gd name="connsiteY4078" fmla="*/ 2054087 h 6857801"/>
                <a:gd name="connsiteX4079" fmla="*/ 5564233 w 12184003"/>
                <a:gd name="connsiteY4079" fmla="*/ 2063723 h 6857801"/>
                <a:gd name="connsiteX4080" fmla="*/ 5577372 w 12184003"/>
                <a:gd name="connsiteY4080" fmla="*/ 2096511 h 6857801"/>
                <a:gd name="connsiteX4081" fmla="*/ 5531390 w 12184003"/>
                <a:gd name="connsiteY4081" fmla="*/ 2142527 h 6857801"/>
                <a:gd name="connsiteX4082" fmla="*/ 5485404 w 12184003"/>
                <a:gd name="connsiteY4082" fmla="*/ 2096511 h 6857801"/>
                <a:gd name="connsiteX4083" fmla="*/ 5498542 w 12184003"/>
                <a:gd name="connsiteY4083" fmla="*/ 2063723 h 6857801"/>
                <a:gd name="connsiteX4084" fmla="*/ 5516060 w 12184003"/>
                <a:gd name="connsiteY4084" fmla="*/ 2056715 h 6857801"/>
                <a:gd name="connsiteX4085" fmla="*/ 5516060 w 12184003"/>
                <a:gd name="connsiteY4085" fmla="*/ 1754447 h 6857801"/>
                <a:gd name="connsiteX4086" fmla="*/ 5470020 w 12184003"/>
                <a:gd name="connsiteY4086" fmla="*/ 1708202 h 6857801"/>
                <a:gd name="connsiteX4087" fmla="*/ 5466792 w 12184003"/>
                <a:gd name="connsiteY4087" fmla="*/ 1716364 h 6857801"/>
                <a:gd name="connsiteX4088" fmla="*/ 5459128 w 12184003"/>
                <a:gd name="connsiteY4088" fmla="*/ 1719740 h 6857801"/>
                <a:gd name="connsiteX4089" fmla="*/ 5459128 w 12184003"/>
                <a:gd name="connsiteY4089" fmla="*/ 2744701 h 6857801"/>
                <a:gd name="connsiteX4090" fmla="*/ 5315477 w 12184003"/>
                <a:gd name="connsiteY4090" fmla="*/ 2888386 h 6857801"/>
                <a:gd name="connsiteX4091" fmla="*/ 5323359 w 12184003"/>
                <a:gd name="connsiteY4091" fmla="*/ 2906788 h 6857801"/>
                <a:gd name="connsiteX4092" fmla="*/ 5290514 w 12184003"/>
                <a:gd name="connsiteY4092" fmla="*/ 2939634 h 6857801"/>
                <a:gd name="connsiteX4093" fmla="*/ 5281753 w 12184003"/>
                <a:gd name="connsiteY4093" fmla="*/ 2935828 h 6857801"/>
                <a:gd name="connsiteX4094" fmla="*/ 5281753 w 12184003"/>
                <a:gd name="connsiteY4094" fmla="*/ 3279047 h 6857801"/>
                <a:gd name="connsiteX4095" fmla="*/ 5346938 w 12184003"/>
                <a:gd name="connsiteY4095" fmla="*/ 3279047 h 6857801"/>
                <a:gd name="connsiteX4096" fmla="*/ 5359486 w 12184003"/>
                <a:gd name="connsiteY4096" fmla="*/ 3260437 h 6857801"/>
                <a:gd name="connsiteX4097" fmla="*/ 5404386 w 12184003"/>
                <a:gd name="connsiteY4097" fmla="*/ 3241822 h 6857801"/>
                <a:gd name="connsiteX4098" fmla="*/ 5467886 w 12184003"/>
                <a:gd name="connsiteY4098" fmla="*/ 3305318 h 6857801"/>
                <a:gd name="connsiteX4099" fmla="*/ 5404386 w 12184003"/>
                <a:gd name="connsiteY4099" fmla="*/ 3368783 h 6857801"/>
                <a:gd name="connsiteX4100" fmla="*/ 5345873 w 12184003"/>
                <a:gd name="connsiteY4100" fmla="*/ 3329981 h 6857801"/>
                <a:gd name="connsiteX4101" fmla="*/ 5344864 w 12184003"/>
                <a:gd name="connsiteY4101" fmla="*/ 3324987 h 6857801"/>
                <a:gd name="connsiteX4102" fmla="*/ 5281753 w 12184003"/>
                <a:gd name="connsiteY4102" fmla="*/ 3324987 h 6857801"/>
                <a:gd name="connsiteX4103" fmla="*/ 5281753 w 12184003"/>
                <a:gd name="connsiteY4103" fmla="*/ 3436665 h 6857801"/>
                <a:gd name="connsiteX4104" fmla="*/ 5144593 w 12184003"/>
                <a:gd name="connsiteY4104" fmla="*/ 3572431 h 6857801"/>
                <a:gd name="connsiteX4105" fmla="*/ 5347447 w 12184003"/>
                <a:gd name="connsiteY4105" fmla="*/ 3572431 h 6857801"/>
                <a:gd name="connsiteX4106" fmla="*/ 5356204 w 12184003"/>
                <a:gd name="connsiteY4106" fmla="*/ 3550533 h 6857801"/>
                <a:gd name="connsiteX4107" fmla="*/ 5389055 w 12184003"/>
                <a:gd name="connsiteY4107" fmla="*/ 3537395 h 6857801"/>
                <a:gd name="connsiteX4108" fmla="*/ 5435038 w 12184003"/>
                <a:gd name="connsiteY4108" fmla="*/ 3583381 h 6857801"/>
                <a:gd name="connsiteX4109" fmla="*/ 5389055 w 12184003"/>
                <a:gd name="connsiteY4109" fmla="*/ 3629366 h 6857801"/>
                <a:gd name="connsiteX4110" fmla="*/ 5356204 w 12184003"/>
                <a:gd name="connsiteY4110" fmla="*/ 3615406 h 6857801"/>
                <a:gd name="connsiteX4111" fmla="*/ 5347560 w 12184003"/>
                <a:gd name="connsiteY4111" fmla="*/ 3594330 h 6857801"/>
                <a:gd name="connsiteX4112" fmla="*/ 5122474 w 12184003"/>
                <a:gd name="connsiteY4112" fmla="*/ 3594330 h 6857801"/>
                <a:gd name="connsiteX4113" fmla="*/ 5088805 w 12184003"/>
                <a:gd name="connsiteY4113" fmla="*/ 3627663 h 6857801"/>
                <a:gd name="connsiteX4114" fmla="*/ 5099996 w 12184003"/>
                <a:gd name="connsiteY4114" fmla="*/ 3655645 h 6857801"/>
                <a:gd name="connsiteX4115" fmla="*/ 5054012 w 12184003"/>
                <a:gd name="connsiteY4115" fmla="*/ 3701630 h 6857801"/>
                <a:gd name="connsiteX4116" fmla="*/ 5008032 w 12184003"/>
                <a:gd name="connsiteY4116" fmla="*/ 3655645 h 6857801"/>
                <a:gd name="connsiteX4117" fmla="*/ 5054012 w 12184003"/>
                <a:gd name="connsiteY4117" fmla="*/ 3609659 h 6857801"/>
                <a:gd name="connsiteX4118" fmla="*/ 5069505 w 12184003"/>
                <a:gd name="connsiteY4118" fmla="*/ 3615856 h 6857801"/>
                <a:gd name="connsiteX4119" fmla="*/ 5090806 w 12184003"/>
                <a:gd name="connsiteY4119" fmla="*/ 3594330 h 6857801"/>
                <a:gd name="connsiteX4120" fmla="*/ 4891962 w 12184003"/>
                <a:gd name="connsiteY4120" fmla="*/ 3594330 h 6857801"/>
                <a:gd name="connsiteX4121" fmla="*/ 4817760 w 12184003"/>
                <a:gd name="connsiteY4121" fmla="*/ 3520604 h 6857801"/>
                <a:gd name="connsiteX4122" fmla="*/ 4814224 w 12184003"/>
                <a:gd name="connsiteY4122" fmla="*/ 3522066 h 6857801"/>
                <a:gd name="connsiteX4123" fmla="*/ 4782472 w 12184003"/>
                <a:gd name="connsiteY4123" fmla="*/ 3508927 h 6857801"/>
                <a:gd name="connsiteX4124" fmla="*/ 4777132 w 12184003"/>
                <a:gd name="connsiteY4124" fmla="*/ 3496024 h 6857801"/>
                <a:gd name="connsiteX4125" fmla="*/ 4768235 w 12184003"/>
                <a:gd name="connsiteY4125" fmla="*/ 3518508 h 6857801"/>
                <a:gd name="connsiteX4126" fmla="*/ 4745246 w 12184003"/>
                <a:gd name="connsiteY4126" fmla="*/ 3528636 h 6857801"/>
                <a:gd name="connsiteX4127" fmla="*/ 4722251 w 12184003"/>
                <a:gd name="connsiteY4127" fmla="*/ 3517686 h 6857801"/>
                <a:gd name="connsiteX4128" fmla="*/ 4715982 w 12184003"/>
                <a:gd name="connsiteY4128" fmla="*/ 3502358 h 6857801"/>
                <a:gd name="connsiteX4129" fmla="*/ 4408016 w 12184003"/>
                <a:gd name="connsiteY4129" fmla="*/ 3502358 h 6857801"/>
                <a:gd name="connsiteX4130" fmla="*/ 4264426 w 12184003"/>
                <a:gd name="connsiteY4130" fmla="*/ 3645947 h 6857801"/>
                <a:gd name="connsiteX4131" fmla="*/ 4274436 w 12184003"/>
                <a:gd name="connsiteY4131" fmla="*/ 3670973 h 6857801"/>
                <a:gd name="connsiteX4132" fmla="*/ 4228446 w 12184003"/>
                <a:gd name="connsiteY4132" fmla="*/ 3716959 h 6857801"/>
                <a:gd name="connsiteX4133" fmla="*/ 4203471 w 12184003"/>
                <a:gd name="connsiteY4133" fmla="*/ 3706948 h 6857801"/>
                <a:gd name="connsiteX4134" fmla="*/ 4167181 w 12184003"/>
                <a:gd name="connsiteY4134" fmla="*/ 3743237 h 6857801"/>
                <a:gd name="connsiteX4135" fmla="*/ 4878819 w 12184003"/>
                <a:gd name="connsiteY4135" fmla="*/ 3743237 h 6857801"/>
                <a:gd name="connsiteX4136" fmla="*/ 5021830 w 12184003"/>
                <a:gd name="connsiteY4136" fmla="*/ 3886231 h 6857801"/>
                <a:gd name="connsiteX4137" fmla="*/ 5038689 w 12184003"/>
                <a:gd name="connsiteY4137" fmla="*/ 3879005 h 6857801"/>
                <a:gd name="connsiteX4138" fmla="*/ 5071530 w 12184003"/>
                <a:gd name="connsiteY4138" fmla="*/ 3911852 h 6857801"/>
                <a:gd name="connsiteX4139" fmla="*/ 5067777 w 12184003"/>
                <a:gd name="connsiteY4139" fmla="*/ 3920611 h 6857801"/>
                <a:gd name="connsiteX4140" fmla="*/ 5149795 w 12184003"/>
                <a:gd name="connsiteY4140" fmla="*/ 3920611 h 6857801"/>
                <a:gd name="connsiteX4141" fmla="*/ 5151828 w 12184003"/>
                <a:gd name="connsiteY4141" fmla="*/ 3910792 h 6857801"/>
                <a:gd name="connsiteX4142" fmla="*/ 5165683 w 12184003"/>
                <a:gd name="connsiteY4142" fmla="*/ 3889955 h 6857801"/>
                <a:gd name="connsiteX4143" fmla="*/ 5257668 w 12184003"/>
                <a:gd name="connsiteY4143" fmla="*/ 3889955 h 6857801"/>
                <a:gd name="connsiteX4144" fmla="*/ 5272445 w 12184003"/>
                <a:gd name="connsiteY4144" fmla="*/ 3910758 h 6857801"/>
                <a:gd name="connsiteX4145" fmla="*/ 5274462 w 12184003"/>
                <a:gd name="connsiteY4145" fmla="*/ 3920611 h 6857801"/>
                <a:gd name="connsiteX4146" fmla="*/ 5568614 w 12184003"/>
                <a:gd name="connsiteY4146" fmla="*/ 3920611 h 6857801"/>
                <a:gd name="connsiteX4147" fmla="*/ 5760996 w 12184003"/>
                <a:gd name="connsiteY4147" fmla="*/ 4113002 h 6857801"/>
                <a:gd name="connsiteX4148" fmla="*/ 5787584 w 12184003"/>
                <a:gd name="connsiteY4148" fmla="*/ 4102366 h 6857801"/>
                <a:gd name="connsiteX4149" fmla="*/ 5833567 w 12184003"/>
                <a:gd name="connsiteY4149" fmla="*/ 4148352 h 6857801"/>
                <a:gd name="connsiteX4150" fmla="*/ 5787584 w 12184003"/>
                <a:gd name="connsiteY4150" fmla="*/ 4194338 h 6857801"/>
                <a:gd name="connsiteX4151" fmla="*/ 5741601 w 12184003"/>
                <a:gd name="connsiteY4151" fmla="*/ 4148352 h 6857801"/>
                <a:gd name="connsiteX4152" fmla="*/ 5747857 w 12184003"/>
                <a:gd name="connsiteY4152" fmla="*/ 4132711 h 6857801"/>
                <a:gd name="connsiteX4153" fmla="*/ 5559855 w 12184003"/>
                <a:gd name="connsiteY4153" fmla="*/ 3944700 h 6857801"/>
                <a:gd name="connsiteX4154" fmla="*/ 5275358 w 12184003"/>
                <a:gd name="connsiteY4154" fmla="*/ 3944700 h 6857801"/>
                <a:gd name="connsiteX4155" fmla="*/ 5272445 w 12184003"/>
                <a:gd name="connsiteY4155" fmla="*/ 3958933 h 6857801"/>
                <a:gd name="connsiteX4156" fmla="*/ 5257668 w 12184003"/>
                <a:gd name="connsiteY4156" fmla="*/ 3979737 h 6857801"/>
                <a:gd name="connsiteX4157" fmla="*/ 5211666 w 12184003"/>
                <a:gd name="connsiteY4157" fmla="*/ 3998624 h 6857801"/>
                <a:gd name="connsiteX4158" fmla="*/ 5182762 w 12184003"/>
                <a:gd name="connsiteY4158" fmla="*/ 3986749 h 6857801"/>
                <a:gd name="connsiteX4159" fmla="*/ 5163173 w 12184003"/>
                <a:gd name="connsiteY4159" fmla="*/ 4006340 h 6857801"/>
                <a:gd name="connsiteX4160" fmla="*/ 5165671 w 12184003"/>
                <a:gd name="connsiteY4160" fmla="*/ 4012584 h 6857801"/>
                <a:gd name="connsiteX4161" fmla="*/ 5152531 w 12184003"/>
                <a:gd name="connsiteY4161" fmla="*/ 4045430 h 6857801"/>
                <a:gd name="connsiteX4162" fmla="*/ 5130638 w 12184003"/>
                <a:gd name="connsiteY4162" fmla="*/ 4054188 h 6857801"/>
                <a:gd name="connsiteX4163" fmla="*/ 5130638 w 12184003"/>
                <a:gd name="connsiteY4163" fmla="*/ 4389245 h 6857801"/>
                <a:gd name="connsiteX4164" fmla="*/ 5358286 w 12184003"/>
                <a:gd name="connsiteY4164" fmla="*/ 4161598 h 6857801"/>
                <a:gd name="connsiteX4165" fmla="*/ 5349636 w 12184003"/>
                <a:gd name="connsiteY4165" fmla="*/ 4140687 h 6857801"/>
                <a:gd name="connsiteX4166" fmla="*/ 5362776 w 12184003"/>
                <a:gd name="connsiteY4166" fmla="*/ 4108936 h 6857801"/>
                <a:gd name="connsiteX4167" fmla="*/ 5396446 w 12184003"/>
                <a:gd name="connsiteY4167" fmla="*/ 4095797 h 6857801"/>
                <a:gd name="connsiteX4168" fmla="*/ 5428472 w 12184003"/>
                <a:gd name="connsiteY4168" fmla="*/ 4108936 h 6857801"/>
                <a:gd name="connsiteX4169" fmla="*/ 5428472 w 12184003"/>
                <a:gd name="connsiteY4169" fmla="*/ 4172440 h 6857801"/>
                <a:gd name="connsiteX4170" fmla="*/ 5396719 w 12184003"/>
                <a:gd name="connsiteY4170" fmla="*/ 4185579 h 6857801"/>
                <a:gd name="connsiteX4171" fmla="*/ 5377212 w 12184003"/>
                <a:gd name="connsiteY4171" fmla="*/ 4177507 h 6857801"/>
                <a:gd name="connsiteX4172" fmla="*/ 5130638 w 12184003"/>
                <a:gd name="connsiteY4172" fmla="*/ 4422572 h 6857801"/>
                <a:gd name="connsiteX4173" fmla="*/ 5130638 w 12184003"/>
                <a:gd name="connsiteY4173" fmla="*/ 4632264 h 6857801"/>
                <a:gd name="connsiteX4174" fmla="*/ 5148168 w 12184003"/>
                <a:gd name="connsiteY4174" fmla="*/ 4614782 h 6857801"/>
                <a:gd name="connsiteX4175" fmla="*/ 5297996 w 12184003"/>
                <a:gd name="connsiteY4175" fmla="*/ 4614782 h 6857801"/>
                <a:gd name="connsiteX4176" fmla="*/ 5297057 w 12184003"/>
                <a:gd name="connsiteY4176" fmla="*/ 4612592 h 6857801"/>
                <a:gd name="connsiteX4177" fmla="*/ 5329905 w 12184003"/>
                <a:gd name="connsiteY4177" fmla="*/ 4579745 h 6857801"/>
                <a:gd name="connsiteX4178" fmla="*/ 5352897 w 12184003"/>
                <a:gd name="connsiteY4178" fmla="*/ 4589600 h 6857801"/>
                <a:gd name="connsiteX4179" fmla="*/ 5356854 w 12184003"/>
                <a:gd name="connsiteY4179" fmla="*/ 4598834 h 6857801"/>
                <a:gd name="connsiteX4180" fmla="*/ 5358392 w 12184003"/>
                <a:gd name="connsiteY4180" fmla="*/ 4595073 h 6857801"/>
                <a:gd name="connsiteX4181" fmla="*/ 5382485 w 12184003"/>
                <a:gd name="connsiteY4181" fmla="*/ 4585220 h 6857801"/>
                <a:gd name="connsiteX4182" fmla="*/ 5399984 w 12184003"/>
                <a:gd name="connsiteY4182" fmla="*/ 4592377 h 6857801"/>
                <a:gd name="connsiteX4183" fmla="*/ 5399984 w 12184003"/>
                <a:gd name="connsiteY4183" fmla="*/ 4565437 h 6857801"/>
                <a:gd name="connsiteX4184" fmla="*/ 5397176 w 12184003"/>
                <a:gd name="connsiteY4184" fmla="*/ 4564725 h 6857801"/>
                <a:gd name="connsiteX4185" fmla="*/ 5358376 w 12184003"/>
                <a:gd name="connsiteY4185" fmla="*/ 4505291 h 6857801"/>
                <a:gd name="connsiteX4186" fmla="*/ 5421880 w 12184003"/>
                <a:gd name="connsiteY4186" fmla="*/ 4441787 h 6857801"/>
                <a:gd name="connsiteX4187" fmla="*/ 5485384 w 12184003"/>
                <a:gd name="connsiteY4187" fmla="*/ 4505291 h 6857801"/>
                <a:gd name="connsiteX4188" fmla="*/ 5480388 w 12184003"/>
                <a:gd name="connsiteY4188" fmla="*/ 4531262 h 6857801"/>
                <a:gd name="connsiteX4189" fmla="*/ 5478609 w 12184003"/>
                <a:gd name="connsiteY4189" fmla="*/ 4533985 h 6857801"/>
                <a:gd name="connsiteX4190" fmla="*/ 5761309 w 12184003"/>
                <a:gd name="connsiteY4190" fmla="*/ 4251273 h 6857801"/>
                <a:gd name="connsiteX4191" fmla="*/ 5869612 w 12184003"/>
                <a:gd name="connsiteY4191" fmla="*/ 4251273 h 6857801"/>
                <a:gd name="connsiteX4192" fmla="*/ 5975899 w 12184003"/>
                <a:gd name="connsiteY4192" fmla="*/ 4143972 h 6857801"/>
                <a:gd name="connsiteX4193" fmla="*/ 5975899 w 12184003"/>
                <a:gd name="connsiteY4193" fmla="*/ 3882420 h 6857801"/>
                <a:gd name="connsiteX4194" fmla="*/ 5959475 w 12184003"/>
                <a:gd name="connsiteY4194" fmla="*/ 3871341 h 6857801"/>
                <a:gd name="connsiteX4195" fmla="*/ 5940862 w 12184003"/>
                <a:gd name="connsiteY4195" fmla="*/ 3826449 h 6857801"/>
                <a:gd name="connsiteX4196" fmla="*/ 6004366 w 12184003"/>
                <a:gd name="connsiteY4196" fmla="*/ 3762945 h 6857801"/>
                <a:gd name="connsiteX4197" fmla="*/ 6067869 w 12184003"/>
                <a:gd name="connsiteY4197" fmla="*/ 3826449 h 6857801"/>
                <a:gd name="connsiteX4198" fmla="*/ 6029069 w 12184003"/>
                <a:gd name="connsiteY4198" fmla="*/ 3884958 h 6857801"/>
                <a:gd name="connsiteX4199" fmla="*/ 6021884 w 12184003"/>
                <a:gd name="connsiteY4199" fmla="*/ 3886411 h 6857801"/>
                <a:gd name="connsiteX4200" fmla="*/ 6021884 w 12184003"/>
                <a:gd name="connsiteY4200" fmla="*/ 4161491 h 6857801"/>
                <a:gd name="connsiteX4201" fmla="*/ 5932949 w 12184003"/>
                <a:gd name="connsiteY4201" fmla="*/ 4251273 h 6857801"/>
                <a:gd name="connsiteX4202" fmla="*/ 5985355 w 12184003"/>
                <a:gd name="connsiteY4202" fmla="*/ 4251273 h 6857801"/>
                <a:gd name="connsiteX4203" fmla="*/ 5995609 w 12184003"/>
                <a:gd name="connsiteY4203" fmla="*/ 4224996 h 6857801"/>
                <a:gd name="connsiteX4204" fmla="*/ 6027359 w 12184003"/>
                <a:gd name="connsiteY4204" fmla="*/ 4211856 h 6857801"/>
                <a:gd name="connsiteX4205" fmla="*/ 6052341 w 12184003"/>
                <a:gd name="connsiteY4205" fmla="*/ 4222194 h 6857801"/>
                <a:gd name="connsiteX4206" fmla="*/ 6077724 w 12184003"/>
                <a:gd name="connsiteY4206" fmla="*/ 4211035 h 6857801"/>
                <a:gd name="connsiteX4207" fmla="*/ 6109475 w 12184003"/>
                <a:gd name="connsiteY4207" fmla="*/ 4224995 h 6857801"/>
                <a:gd name="connsiteX4208" fmla="*/ 6119731 w 12184003"/>
                <a:gd name="connsiteY4208" fmla="*/ 4251273 h 6857801"/>
                <a:gd name="connsiteX4209" fmla="*/ 6269332 w 12184003"/>
                <a:gd name="connsiteY4209" fmla="*/ 4251273 h 6857801"/>
                <a:gd name="connsiteX4210" fmla="*/ 6269332 w 12184003"/>
                <a:gd name="connsiteY4210" fmla="*/ 3883385 h 6857801"/>
                <a:gd name="connsiteX4211" fmla="*/ 6247433 w 12184003"/>
                <a:gd name="connsiteY4211" fmla="*/ 3874625 h 6857801"/>
                <a:gd name="connsiteX4212" fmla="*/ 6234295 w 12184003"/>
                <a:gd name="connsiteY4212" fmla="*/ 3841779 h 6857801"/>
                <a:gd name="connsiteX4213" fmla="*/ 6280281 w 12184003"/>
                <a:gd name="connsiteY4213" fmla="*/ 3795792 h 6857801"/>
                <a:gd name="connsiteX4214" fmla="*/ 6326266 w 12184003"/>
                <a:gd name="connsiteY4214" fmla="*/ 3841779 h 6857801"/>
                <a:gd name="connsiteX4215" fmla="*/ 6312307 w 12184003"/>
                <a:gd name="connsiteY4215" fmla="*/ 3874625 h 6857801"/>
                <a:gd name="connsiteX4216" fmla="*/ 6291230 w 12184003"/>
                <a:gd name="connsiteY4216" fmla="*/ 3883272 h 6857801"/>
                <a:gd name="connsiteX4217" fmla="*/ 6291230 w 12184003"/>
                <a:gd name="connsiteY4217" fmla="*/ 4251273 h 6857801"/>
                <a:gd name="connsiteX4218" fmla="*/ 6343785 w 12184003"/>
                <a:gd name="connsiteY4218" fmla="*/ 4251273 h 6857801"/>
                <a:gd name="connsiteX4219" fmla="*/ 6442341 w 12184003"/>
                <a:gd name="connsiteY4219" fmla="*/ 4349830 h 6857801"/>
                <a:gd name="connsiteX4220" fmla="*/ 6583722 w 12184003"/>
                <a:gd name="connsiteY4220" fmla="*/ 4210385 h 6857801"/>
                <a:gd name="connsiteX4221" fmla="*/ 6575905 w 12184003"/>
                <a:gd name="connsiteY4221" fmla="*/ 4192148 h 6857801"/>
                <a:gd name="connsiteX4222" fmla="*/ 6608752 w 12184003"/>
                <a:gd name="connsiteY4222" fmla="*/ 4159301 h 6857801"/>
                <a:gd name="connsiteX4223" fmla="*/ 6617511 w 12184003"/>
                <a:gd name="connsiteY4223" fmla="*/ 4163054 h 6857801"/>
                <a:gd name="connsiteX4224" fmla="*/ 6617511 w 12184003"/>
                <a:gd name="connsiteY4224" fmla="*/ 3951269 h 6857801"/>
                <a:gd name="connsiteX4225" fmla="*/ 6436070 w 12184003"/>
                <a:gd name="connsiteY4225" fmla="*/ 4132711 h 6857801"/>
                <a:gd name="connsiteX4226" fmla="*/ 6442326 w 12184003"/>
                <a:gd name="connsiteY4226" fmla="*/ 4148352 h 6857801"/>
                <a:gd name="connsiteX4227" fmla="*/ 6396340 w 12184003"/>
                <a:gd name="connsiteY4227" fmla="*/ 4194338 h 6857801"/>
                <a:gd name="connsiteX4228" fmla="*/ 6350354 w 12184003"/>
                <a:gd name="connsiteY4228" fmla="*/ 4148352 h 6857801"/>
                <a:gd name="connsiteX4229" fmla="*/ 6396340 w 12184003"/>
                <a:gd name="connsiteY4229" fmla="*/ 4102366 h 6857801"/>
                <a:gd name="connsiteX4230" fmla="*/ 6422931 w 12184003"/>
                <a:gd name="connsiteY4230" fmla="*/ 4113002 h 6857801"/>
                <a:gd name="connsiteX4231" fmla="*/ 6615321 w 12184003"/>
                <a:gd name="connsiteY4231" fmla="*/ 3920611 h 6857801"/>
                <a:gd name="connsiteX4232" fmla="*/ 6617511 w 12184003"/>
                <a:gd name="connsiteY4232" fmla="*/ 3920611 h 6857801"/>
                <a:gd name="connsiteX4233" fmla="*/ 6617511 w 12184003"/>
                <a:gd name="connsiteY4233" fmla="*/ 3662214 h 6857801"/>
                <a:gd name="connsiteX4234" fmla="*/ 6809901 w 12184003"/>
                <a:gd name="connsiteY4234" fmla="*/ 3469824 h 6857801"/>
                <a:gd name="connsiteX4235" fmla="*/ 6799265 w 12184003"/>
                <a:gd name="connsiteY4235" fmla="*/ 3443233 h 6857801"/>
                <a:gd name="connsiteX4236" fmla="*/ 6845251 w 12184003"/>
                <a:gd name="connsiteY4236" fmla="*/ 3397249 h 6857801"/>
                <a:gd name="connsiteX4237" fmla="*/ 6891236 w 12184003"/>
                <a:gd name="connsiteY4237" fmla="*/ 3443233 h 6857801"/>
                <a:gd name="connsiteX4238" fmla="*/ 6845251 w 12184003"/>
                <a:gd name="connsiteY4238" fmla="*/ 3489219 h 6857801"/>
                <a:gd name="connsiteX4239" fmla="*/ 6829611 w 12184003"/>
                <a:gd name="connsiteY4239" fmla="*/ 3482962 h 6857801"/>
                <a:gd name="connsiteX4240" fmla="*/ 6762041 w 12184003"/>
                <a:gd name="connsiteY4240" fmla="*/ 3550532 h 6857801"/>
                <a:gd name="connsiteX4241" fmla="*/ 6794886 w 12184003"/>
                <a:gd name="connsiteY4241" fmla="*/ 3537395 h 6857801"/>
                <a:gd name="connsiteX4242" fmla="*/ 6827732 w 12184003"/>
                <a:gd name="connsiteY4242" fmla="*/ 3550533 h 6857801"/>
                <a:gd name="connsiteX4243" fmla="*/ 6836491 w 12184003"/>
                <a:gd name="connsiteY4243" fmla="*/ 3572431 h 6857801"/>
                <a:gd name="connsiteX4244" fmla="*/ 7283212 w 12184003"/>
                <a:gd name="connsiteY4244" fmla="*/ 3572431 h 6857801"/>
                <a:gd name="connsiteX4245" fmla="*/ 7552997 w 12184003"/>
                <a:gd name="connsiteY4245" fmla="*/ 3300899 h 6857801"/>
                <a:gd name="connsiteX4246" fmla="*/ 7471022 w 12184003"/>
                <a:gd name="connsiteY4246" fmla="*/ 3300899 h 6857801"/>
                <a:gd name="connsiteX4247" fmla="*/ 7469895 w 12184003"/>
                <a:gd name="connsiteY4247" fmla="*/ 3306372 h 6857801"/>
                <a:gd name="connsiteX4248" fmla="*/ 7425550 w 12184003"/>
                <a:gd name="connsiteY4248" fmla="*/ 3335933 h 6857801"/>
                <a:gd name="connsiteX4249" fmla="*/ 7391609 w 12184003"/>
                <a:gd name="connsiteY4249" fmla="*/ 3321701 h 6857801"/>
                <a:gd name="connsiteX4250" fmla="*/ 7386134 w 12184003"/>
                <a:gd name="connsiteY4250" fmla="*/ 3313636 h 6857801"/>
                <a:gd name="connsiteX4251" fmla="*/ 7386134 w 12184003"/>
                <a:gd name="connsiteY4251" fmla="*/ 3377769 h 6857801"/>
                <a:gd name="connsiteX4252" fmla="*/ 7401462 w 12184003"/>
                <a:gd name="connsiteY4252" fmla="*/ 3384112 h 6857801"/>
                <a:gd name="connsiteX4253" fmla="*/ 7401462 w 12184003"/>
                <a:gd name="connsiteY4253" fmla="*/ 3447612 h 6857801"/>
                <a:gd name="connsiteX4254" fmla="*/ 7337958 w 12184003"/>
                <a:gd name="connsiteY4254" fmla="*/ 3447612 h 6857801"/>
                <a:gd name="connsiteX4255" fmla="*/ 7337958 w 12184003"/>
                <a:gd name="connsiteY4255" fmla="*/ 3384112 h 6857801"/>
                <a:gd name="connsiteX4256" fmla="*/ 7362046 w 12184003"/>
                <a:gd name="connsiteY4256" fmla="*/ 3374144 h 6857801"/>
                <a:gd name="connsiteX4257" fmla="*/ 7362046 w 12184003"/>
                <a:gd name="connsiteY4257" fmla="*/ 3101634 h 6857801"/>
                <a:gd name="connsiteX4258" fmla="*/ 7370813 w 12184003"/>
                <a:gd name="connsiteY4258" fmla="*/ 3092868 h 6857801"/>
                <a:gd name="connsiteX4259" fmla="*/ 7346717 w 12184003"/>
                <a:gd name="connsiteY4259" fmla="*/ 3092868 h 6857801"/>
                <a:gd name="connsiteX4260" fmla="*/ 7114598 w 12184003"/>
                <a:gd name="connsiteY4260" fmla="*/ 3324987 h 6857801"/>
                <a:gd name="connsiteX4261" fmla="*/ 6839076 w 12184003"/>
                <a:gd name="connsiteY4261" fmla="*/ 3324987 h 6857801"/>
                <a:gd name="connsiteX4262" fmla="*/ 6838065 w 12184003"/>
                <a:gd name="connsiteY4262" fmla="*/ 3329981 h 6857801"/>
                <a:gd name="connsiteX4263" fmla="*/ 6779556 w 12184003"/>
                <a:gd name="connsiteY4263" fmla="*/ 3368783 h 6857801"/>
                <a:gd name="connsiteX4264" fmla="*/ 6716052 w 12184003"/>
                <a:gd name="connsiteY4264" fmla="*/ 3305278 h 6857801"/>
                <a:gd name="connsiteX4265" fmla="*/ 6779556 w 12184003"/>
                <a:gd name="connsiteY4265" fmla="*/ 3241772 h 6857801"/>
                <a:gd name="connsiteX4266" fmla="*/ 6824448 w 12184003"/>
                <a:gd name="connsiteY4266" fmla="*/ 3260388 h 6857801"/>
                <a:gd name="connsiteX4267" fmla="*/ 6837004 w 12184003"/>
                <a:gd name="connsiteY4267" fmla="*/ 3279002 h 6857801"/>
                <a:gd name="connsiteX4268" fmla="*/ 7097079 w 12184003"/>
                <a:gd name="connsiteY4268" fmla="*/ 3279002 h 6857801"/>
                <a:gd name="connsiteX4269" fmla="*/ 7327008 w 12184003"/>
                <a:gd name="connsiteY4269" fmla="*/ 3049073 h 6857801"/>
                <a:gd name="connsiteX4270" fmla="*/ 7414610 w 12184003"/>
                <a:gd name="connsiteY4270" fmla="*/ 3049073 h 6857801"/>
                <a:gd name="connsiteX4271" fmla="*/ 7714539 w 12184003"/>
                <a:gd name="connsiteY4271" fmla="*/ 2749141 h 6857801"/>
                <a:gd name="connsiteX4272" fmla="*/ 7714352 w 12184003"/>
                <a:gd name="connsiteY4272" fmla="*/ 2749065 h 6857801"/>
                <a:gd name="connsiteX4273" fmla="*/ 7519459 w 12184003"/>
                <a:gd name="connsiteY4273" fmla="*/ 2749065 h 6857801"/>
                <a:gd name="connsiteX4274" fmla="*/ 7519097 w 12184003"/>
                <a:gd name="connsiteY4274" fmla="*/ 2750946 h 6857801"/>
                <a:gd name="connsiteX4275" fmla="*/ 7460587 w 12184003"/>
                <a:gd name="connsiteY4275" fmla="*/ 2790672 h 6857801"/>
                <a:gd name="connsiteX4276" fmla="*/ 7397083 w 12184003"/>
                <a:gd name="connsiteY4276" fmla="*/ 2724978 h 6857801"/>
                <a:gd name="connsiteX4277" fmla="*/ 7460587 w 12184003"/>
                <a:gd name="connsiteY4277" fmla="*/ 2661476 h 6857801"/>
                <a:gd name="connsiteX4278" fmla="*/ 7519097 w 12184003"/>
                <a:gd name="connsiteY4278" fmla="*/ 2700274 h 6857801"/>
                <a:gd name="connsiteX4279" fmla="*/ 7519665 w 12184003"/>
                <a:gd name="connsiteY4279" fmla="*/ 2703082 h 6857801"/>
                <a:gd name="connsiteX4280" fmla="*/ 7700970 w 12184003"/>
                <a:gd name="connsiteY4280" fmla="*/ 2703082 h 6857801"/>
                <a:gd name="connsiteX4281" fmla="*/ 7703657 w 12184003"/>
                <a:gd name="connsiteY4281" fmla="*/ 2696511 h 6857801"/>
                <a:gd name="connsiteX4282" fmla="*/ 7725319 w 12184003"/>
                <a:gd name="connsiteY4282" fmla="*/ 2687648 h 6857801"/>
                <a:gd name="connsiteX4283" fmla="*/ 7724874 w 12184003"/>
                <a:gd name="connsiteY4283" fmla="*/ 2641769 h 6857801"/>
                <a:gd name="connsiteX4284" fmla="*/ 7594919 w 12184003"/>
                <a:gd name="connsiteY4284" fmla="*/ 2641769 h 6857801"/>
                <a:gd name="connsiteX4285" fmla="*/ 7588691 w 12184003"/>
                <a:gd name="connsiteY4285" fmla="*/ 2656820 h 6857801"/>
                <a:gd name="connsiteX4286" fmla="*/ 7565698 w 12184003"/>
                <a:gd name="connsiteY4286" fmla="*/ 2665855 h 6857801"/>
                <a:gd name="connsiteX4287" fmla="*/ 7532851 w 12184003"/>
                <a:gd name="connsiteY4287" fmla="*/ 2630816 h 6857801"/>
                <a:gd name="connsiteX4288" fmla="*/ 7565698 w 12184003"/>
                <a:gd name="connsiteY4288" fmla="*/ 2597970 h 6857801"/>
                <a:gd name="connsiteX4289" fmla="*/ 7589512 w 12184003"/>
                <a:gd name="connsiteY4289" fmla="*/ 2607823 h 6857801"/>
                <a:gd name="connsiteX4290" fmla="*/ 7596826 w 12184003"/>
                <a:gd name="connsiteY4290" fmla="*/ 2626439 h 6857801"/>
                <a:gd name="connsiteX4291" fmla="*/ 7724725 w 12184003"/>
                <a:gd name="connsiteY4291" fmla="*/ 2626439 h 6857801"/>
                <a:gd name="connsiteX4292" fmla="*/ 7723514 w 12184003"/>
                <a:gd name="connsiteY4292" fmla="*/ 2501769 h 6857801"/>
                <a:gd name="connsiteX4293" fmla="*/ 7655480 w 12184003"/>
                <a:gd name="connsiteY4293" fmla="*/ 2433734 h 6857801"/>
                <a:gd name="connsiteX4294" fmla="*/ 7565969 w 12184003"/>
                <a:gd name="connsiteY4294" fmla="*/ 2433734 h 6857801"/>
                <a:gd name="connsiteX4295" fmla="*/ 7287637 w 12184003"/>
                <a:gd name="connsiteY4295" fmla="*/ 2713781 h 6857801"/>
                <a:gd name="connsiteX4296" fmla="*/ 7296352 w 12184003"/>
                <a:gd name="connsiteY4296" fmla="*/ 2734839 h 6857801"/>
                <a:gd name="connsiteX4297" fmla="*/ 7283212 w 12184003"/>
                <a:gd name="connsiteY4297" fmla="*/ 2766584 h 6857801"/>
                <a:gd name="connsiteX4298" fmla="*/ 7219708 w 12184003"/>
                <a:gd name="connsiteY4298" fmla="*/ 2766584 h 6857801"/>
                <a:gd name="connsiteX4299" fmla="*/ 7219708 w 12184003"/>
                <a:gd name="connsiteY4299" fmla="*/ 2700891 h 6857801"/>
                <a:gd name="connsiteX4300" fmla="*/ 7251461 w 12184003"/>
                <a:gd name="connsiteY4300" fmla="*/ 2687754 h 6857801"/>
                <a:gd name="connsiteX4301" fmla="*/ 7272373 w 12184003"/>
                <a:gd name="connsiteY4301" fmla="*/ 2696405 h 6857801"/>
                <a:gd name="connsiteX4302" fmla="*/ 7535042 w 12184003"/>
                <a:gd name="connsiteY4302" fmla="*/ 2433734 h 6857801"/>
                <a:gd name="connsiteX4303" fmla="*/ 7186876 w 12184003"/>
                <a:gd name="connsiteY4303" fmla="*/ 2433734 h 6857801"/>
                <a:gd name="connsiteX4304" fmla="*/ 7099694 w 12184003"/>
                <a:gd name="connsiteY4304" fmla="*/ 2520913 h 6857801"/>
                <a:gd name="connsiteX4305" fmla="*/ 7102794 w 12184003"/>
                <a:gd name="connsiteY4305" fmla="*/ 2525573 h 6857801"/>
                <a:gd name="connsiteX4306" fmla="*/ 7088320 w 12184003"/>
                <a:gd name="connsiteY4306" fmla="*/ 2595784 h 6857801"/>
                <a:gd name="connsiteX4307" fmla="*/ 6996348 w 12184003"/>
                <a:gd name="connsiteY4307" fmla="*/ 2595784 h 6857801"/>
                <a:gd name="connsiteX4308" fmla="*/ 6996348 w 12184003"/>
                <a:gd name="connsiteY4308" fmla="*/ 2503807 h 6857801"/>
                <a:gd name="connsiteX4309" fmla="*/ 7042334 w 12184003"/>
                <a:gd name="connsiteY4309" fmla="*/ 2484920 h 6857801"/>
                <a:gd name="connsiteX4310" fmla="*/ 7065725 w 12184003"/>
                <a:gd name="connsiteY4310" fmla="*/ 2489187 h 6857801"/>
                <a:gd name="connsiteX4311" fmla="*/ 7121175 w 12184003"/>
                <a:gd name="connsiteY4311" fmla="*/ 2433734 h 6857801"/>
                <a:gd name="connsiteX4312" fmla="*/ 7007185 w 12184003"/>
                <a:gd name="connsiteY4312" fmla="*/ 2433734 h 6857801"/>
                <a:gd name="connsiteX4313" fmla="*/ 6998538 w 12184003"/>
                <a:gd name="connsiteY4313" fmla="*/ 2454809 h 6857801"/>
                <a:gd name="connsiteX4314" fmla="*/ 6965690 w 12184003"/>
                <a:gd name="connsiteY4314" fmla="*/ 2468770 h 6857801"/>
                <a:gd name="connsiteX4315" fmla="*/ 6919705 w 12184003"/>
                <a:gd name="connsiteY4315" fmla="*/ 2422784 h 6857801"/>
                <a:gd name="connsiteX4316" fmla="*/ 6965690 w 12184003"/>
                <a:gd name="connsiteY4316" fmla="*/ 2376798 h 6857801"/>
                <a:gd name="connsiteX4317" fmla="*/ 6998538 w 12184003"/>
                <a:gd name="connsiteY4317" fmla="*/ 2389938 h 6857801"/>
                <a:gd name="connsiteX4318" fmla="*/ 7006420 w 12184003"/>
                <a:gd name="connsiteY4318" fmla="*/ 2409645 h 6857801"/>
                <a:gd name="connsiteX4319" fmla="*/ 7145261 w 12184003"/>
                <a:gd name="connsiteY4319" fmla="*/ 2409645 h 6857801"/>
                <a:gd name="connsiteX4320" fmla="*/ 7248175 w 12184003"/>
                <a:gd name="connsiteY4320" fmla="*/ 2306727 h 6857801"/>
                <a:gd name="connsiteX4321" fmla="*/ 7248175 w 12184003"/>
                <a:gd name="connsiteY4321" fmla="*/ 2158274 h 6857801"/>
                <a:gd name="connsiteX4322" fmla="*/ 7230658 w 12184003"/>
                <a:gd name="connsiteY4322" fmla="*/ 2151270 h 6857801"/>
                <a:gd name="connsiteX4323" fmla="*/ 7217519 w 12184003"/>
                <a:gd name="connsiteY4323" fmla="*/ 2118444 h 6857801"/>
                <a:gd name="connsiteX4324" fmla="*/ 7230658 w 12184003"/>
                <a:gd name="connsiteY4324" fmla="*/ 2085620 h 6857801"/>
                <a:gd name="connsiteX4325" fmla="*/ 7248175 w 12184003"/>
                <a:gd name="connsiteY4325" fmla="*/ 2078613 h 6857801"/>
                <a:gd name="connsiteX4326" fmla="*/ 7248175 w 12184003"/>
                <a:gd name="connsiteY4326" fmla="*/ 1978291 h 6857801"/>
                <a:gd name="connsiteX4327" fmla="*/ 7254746 w 12184003"/>
                <a:gd name="connsiteY4327" fmla="*/ 1971721 h 6857801"/>
                <a:gd name="connsiteX4328" fmla="*/ 7254746 w 12184003"/>
                <a:gd name="connsiteY4328" fmla="*/ 1645469 h 6857801"/>
                <a:gd name="connsiteX4329" fmla="*/ 7207649 w 12184003"/>
                <a:gd name="connsiteY4329" fmla="*/ 1598064 h 6857801"/>
                <a:gd name="connsiteX4330" fmla="*/ 7172498 w 12184003"/>
                <a:gd name="connsiteY4330" fmla="*/ 1633352 h 6857801"/>
                <a:gd name="connsiteX4331" fmla="*/ 7173175 w 12184003"/>
                <a:gd name="connsiteY4331" fmla="*/ 1634348 h 6857801"/>
                <a:gd name="connsiteX4332" fmla="*/ 7158393 w 12184003"/>
                <a:gd name="connsiteY4332" fmla="*/ 1704560 h 6857801"/>
                <a:gd name="connsiteX4333" fmla="*/ 7066422 w 12184003"/>
                <a:gd name="connsiteY4333" fmla="*/ 1704560 h 6857801"/>
                <a:gd name="connsiteX4334" fmla="*/ 7066422 w 12184003"/>
                <a:gd name="connsiteY4334" fmla="*/ 1612588 h 6857801"/>
                <a:gd name="connsiteX4335" fmla="*/ 7136632 w 12184003"/>
                <a:gd name="connsiteY4335" fmla="*/ 1598731 h 6857801"/>
                <a:gd name="connsiteX4336" fmla="*/ 7139668 w 12184003"/>
                <a:gd name="connsiteY4336" fmla="*/ 1600663 h 6857801"/>
                <a:gd name="connsiteX4337" fmla="*/ 7175065 w 12184003"/>
                <a:gd name="connsiteY4337" fmla="*/ 1565266 h 6857801"/>
                <a:gd name="connsiteX4338" fmla="*/ 7148905 w 12184003"/>
                <a:gd name="connsiteY4338" fmla="*/ 1538934 h 6857801"/>
                <a:gd name="connsiteX4339" fmla="*/ 7147444 w 12184003"/>
                <a:gd name="connsiteY4339" fmla="*/ 1542506 h 6857801"/>
                <a:gd name="connsiteX4340" fmla="*/ 7099268 w 12184003"/>
                <a:gd name="connsiteY4340" fmla="*/ 1542506 h 6857801"/>
                <a:gd name="connsiteX4341" fmla="*/ 7099268 w 12184003"/>
                <a:gd name="connsiteY4341" fmla="*/ 1494330 h 6857801"/>
                <a:gd name="connsiteX4342" fmla="*/ 7103054 w 12184003"/>
                <a:gd name="connsiteY4342" fmla="*/ 1492782 h 6857801"/>
                <a:gd name="connsiteX4343" fmla="*/ 6984216 w 12184003"/>
                <a:gd name="connsiteY4343" fmla="*/ 1373165 h 6857801"/>
                <a:gd name="connsiteX4344" fmla="*/ 6937224 w 12184003"/>
                <a:gd name="connsiteY4344" fmla="*/ 1420365 h 6857801"/>
                <a:gd name="connsiteX4345" fmla="*/ 6937224 w 12184003"/>
                <a:gd name="connsiteY4345" fmla="*/ 1743072 h 6857801"/>
                <a:gd name="connsiteX4346" fmla="*/ 6947079 w 12184003"/>
                <a:gd name="connsiteY4346" fmla="*/ 1747295 h 6857801"/>
                <a:gd name="connsiteX4347" fmla="*/ 6956932 w 12184003"/>
                <a:gd name="connsiteY4347" fmla="*/ 1770288 h 6857801"/>
                <a:gd name="connsiteX4348" fmla="*/ 6924085 w 12184003"/>
                <a:gd name="connsiteY4348" fmla="*/ 1803134 h 6857801"/>
                <a:gd name="connsiteX4349" fmla="*/ 6891238 w 12184003"/>
                <a:gd name="connsiteY4349" fmla="*/ 1770288 h 6857801"/>
                <a:gd name="connsiteX4350" fmla="*/ 6900270 w 12184003"/>
                <a:gd name="connsiteY4350" fmla="*/ 1747295 h 6857801"/>
                <a:gd name="connsiteX4351" fmla="*/ 6919705 w 12184003"/>
                <a:gd name="connsiteY4351" fmla="*/ 1739253 h 6857801"/>
                <a:gd name="connsiteX4352" fmla="*/ 6919705 w 12184003"/>
                <a:gd name="connsiteY4352" fmla="*/ 1437961 h 6857801"/>
                <a:gd name="connsiteX4353" fmla="*/ 6741892 w 12184003"/>
                <a:gd name="connsiteY4353" fmla="*/ 1616563 h 6857801"/>
                <a:gd name="connsiteX4354" fmla="*/ 6805834 w 12184003"/>
                <a:gd name="connsiteY4354" fmla="*/ 1680507 h 6857801"/>
                <a:gd name="connsiteX4355" fmla="*/ 6805834 w 12184003"/>
                <a:gd name="connsiteY4355" fmla="*/ 2065912 h 6857801"/>
                <a:gd name="connsiteX4356" fmla="*/ 6816784 w 12184003"/>
                <a:gd name="connsiteY4356" fmla="*/ 2070292 h 6857801"/>
                <a:gd name="connsiteX4357" fmla="*/ 6829923 w 12184003"/>
                <a:gd name="connsiteY4357" fmla="*/ 2103083 h 6857801"/>
                <a:gd name="connsiteX4358" fmla="*/ 6783936 w 12184003"/>
                <a:gd name="connsiteY4358" fmla="*/ 2149063 h 6857801"/>
                <a:gd name="connsiteX4359" fmla="*/ 6737951 w 12184003"/>
                <a:gd name="connsiteY4359" fmla="*/ 2103083 h 6857801"/>
                <a:gd name="connsiteX4360" fmla="*/ 6783936 w 12184003"/>
                <a:gd name="connsiteY4360" fmla="*/ 2057152 h 6857801"/>
                <a:gd name="connsiteX4361" fmla="*/ 6783936 w 12184003"/>
                <a:gd name="connsiteY4361" fmla="*/ 1689266 h 6857801"/>
                <a:gd name="connsiteX4362" fmla="*/ 6726596 w 12184003"/>
                <a:gd name="connsiteY4362" fmla="*/ 1631925 h 6857801"/>
                <a:gd name="connsiteX4363" fmla="*/ 6621892 w 12184003"/>
                <a:gd name="connsiteY4363" fmla="*/ 1737093 h 6857801"/>
                <a:gd name="connsiteX4364" fmla="*/ 6621892 w 12184003"/>
                <a:gd name="connsiteY4364" fmla="*/ 2214802 h 6857801"/>
                <a:gd name="connsiteX4365" fmla="*/ 6792696 w 12184003"/>
                <a:gd name="connsiteY4365" fmla="*/ 2385602 h 6857801"/>
                <a:gd name="connsiteX4366" fmla="*/ 6792696 w 12184003"/>
                <a:gd name="connsiteY4366" fmla="*/ 3045942 h 6857801"/>
                <a:gd name="connsiteX4367" fmla="*/ 6812404 w 12184003"/>
                <a:gd name="connsiteY4367" fmla="*/ 3054322 h 6857801"/>
                <a:gd name="connsiteX4368" fmla="*/ 6825543 w 12184003"/>
                <a:gd name="connsiteY4368" fmla="*/ 3086345 h 6857801"/>
                <a:gd name="connsiteX4369" fmla="*/ 6779556 w 12184003"/>
                <a:gd name="connsiteY4369" fmla="*/ 3132330 h 6857801"/>
                <a:gd name="connsiteX4370" fmla="*/ 6733571 w 12184003"/>
                <a:gd name="connsiteY4370" fmla="*/ 3086345 h 6857801"/>
                <a:gd name="connsiteX4371" fmla="*/ 6747531 w 12184003"/>
                <a:gd name="connsiteY4371" fmla="*/ 3053489 h 6857801"/>
                <a:gd name="connsiteX4372" fmla="*/ 6768608 w 12184003"/>
                <a:gd name="connsiteY4372" fmla="*/ 3044848 h 6857801"/>
                <a:gd name="connsiteX4373" fmla="*/ 6768608 w 12184003"/>
                <a:gd name="connsiteY4373" fmla="*/ 2396555 h 6857801"/>
                <a:gd name="connsiteX4374" fmla="*/ 6597803 w 12184003"/>
                <a:gd name="connsiteY4374" fmla="*/ 2225705 h 6857801"/>
                <a:gd name="connsiteX4375" fmla="*/ 6597803 w 12184003"/>
                <a:gd name="connsiteY4375" fmla="*/ 1774668 h 6857801"/>
                <a:gd name="connsiteX4376" fmla="*/ 6594519 w 12184003"/>
                <a:gd name="connsiteY4376" fmla="*/ 1782331 h 6857801"/>
                <a:gd name="connsiteX4377" fmla="*/ 6591612 w 12184003"/>
                <a:gd name="connsiteY4377" fmla="*/ 1783577 h 6857801"/>
                <a:gd name="connsiteX4378" fmla="*/ 6595613 w 12184003"/>
                <a:gd name="connsiteY4378" fmla="*/ 1793247 h 6857801"/>
                <a:gd name="connsiteX4379" fmla="*/ 6582475 w 12184003"/>
                <a:gd name="connsiteY4379" fmla="*/ 1824999 h 6857801"/>
                <a:gd name="connsiteX4380" fmla="*/ 6518970 w 12184003"/>
                <a:gd name="connsiteY4380" fmla="*/ 1824999 h 6857801"/>
                <a:gd name="connsiteX4381" fmla="*/ 6518970 w 12184003"/>
                <a:gd name="connsiteY4381" fmla="*/ 1761495 h 6857801"/>
                <a:gd name="connsiteX4382" fmla="*/ 6541804 w 12184003"/>
                <a:gd name="connsiteY4382" fmla="*/ 1752046 h 6857801"/>
                <a:gd name="connsiteX4383" fmla="*/ 6548533 w 12184003"/>
                <a:gd name="connsiteY4383" fmla="*/ 1736345 h 6857801"/>
                <a:gd name="connsiteX4384" fmla="*/ 6571525 w 12184003"/>
                <a:gd name="connsiteY4384" fmla="*/ 1726491 h 6857801"/>
                <a:gd name="connsiteX4385" fmla="*/ 6571525 w 12184003"/>
                <a:gd name="connsiteY4385" fmla="*/ 1476856 h 6857801"/>
                <a:gd name="connsiteX4386" fmla="*/ 6451086 w 12184003"/>
                <a:gd name="connsiteY4386" fmla="*/ 1356420 h 6857801"/>
                <a:gd name="connsiteX4387" fmla="*/ 6451086 w 12184003"/>
                <a:gd name="connsiteY4387" fmla="*/ 1733216 h 6857801"/>
                <a:gd name="connsiteX4388" fmla="*/ 6499262 w 12184003"/>
                <a:gd name="connsiteY4388" fmla="*/ 1781238 h 6857801"/>
                <a:gd name="connsiteX4389" fmla="*/ 6499262 w 12184003"/>
                <a:gd name="connsiteY4389" fmla="*/ 1891573 h 6857801"/>
                <a:gd name="connsiteX4390" fmla="*/ 6575905 w 12184003"/>
                <a:gd name="connsiteY4390" fmla="*/ 1969561 h 6857801"/>
                <a:gd name="connsiteX4391" fmla="*/ 6575905 w 12184003"/>
                <a:gd name="connsiteY4391" fmla="*/ 2454109 h 6857801"/>
                <a:gd name="connsiteX4392" fmla="*/ 6592329 w 12184003"/>
                <a:gd name="connsiteY4392" fmla="*/ 2461124 h 6857801"/>
                <a:gd name="connsiteX4393" fmla="*/ 6602183 w 12184003"/>
                <a:gd name="connsiteY4393" fmla="*/ 2484109 h 6857801"/>
                <a:gd name="connsiteX4394" fmla="*/ 6569335 w 12184003"/>
                <a:gd name="connsiteY4394" fmla="*/ 2517000 h 6857801"/>
                <a:gd name="connsiteX4395" fmla="*/ 6536488 w 12184003"/>
                <a:gd name="connsiteY4395" fmla="*/ 2484109 h 6857801"/>
                <a:gd name="connsiteX4396" fmla="*/ 6544700 w 12184003"/>
                <a:gd name="connsiteY4396" fmla="*/ 2461124 h 6857801"/>
                <a:gd name="connsiteX4397" fmla="*/ 6560576 w 12184003"/>
                <a:gd name="connsiteY4397" fmla="*/ 2454803 h 6857801"/>
                <a:gd name="connsiteX4398" fmla="*/ 6560576 w 12184003"/>
                <a:gd name="connsiteY4398" fmla="*/ 1976131 h 6857801"/>
                <a:gd name="connsiteX4399" fmla="*/ 6499262 w 12184003"/>
                <a:gd name="connsiteY4399" fmla="*/ 1914816 h 6857801"/>
                <a:gd name="connsiteX4400" fmla="*/ 6499262 w 12184003"/>
                <a:gd name="connsiteY4400" fmla="*/ 2536988 h 6857801"/>
                <a:gd name="connsiteX4401" fmla="*/ 6522254 w 12184003"/>
                <a:gd name="connsiteY4401" fmla="*/ 2546511 h 6857801"/>
                <a:gd name="connsiteX4402" fmla="*/ 6540869 w 12184003"/>
                <a:gd name="connsiteY4402" fmla="*/ 2591407 h 6857801"/>
                <a:gd name="connsiteX4403" fmla="*/ 6477363 w 12184003"/>
                <a:gd name="connsiteY4403" fmla="*/ 2654952 h 6857801"/>
                <a:gd name="connsiteX4404" fmla="*/ 6411669 w 12184003"/>
                <a:gd name="connsiteY4404" fmla="*/ 2591407 h 6857801"/>
                <a:gd name="connsiteX4405" fmla="*/ 6430557 w 12184003"/>
                <a:gd name="connsiteY4405" fmla="*/ 2546511 h 6857801"/>
                <a:gd name="connsiteX4406" fmla="*/ 6453275 w 12184003"/>
                <a:gd name="connsiteY4406" fmla="*/ 2537484 h 6857801"/>
                <a:gd name="connsiteX4407" fmla="*/ 6453275 w 12184003"/>
                <a:gd name="connsiteY4407" fmla="*/ 1868830 h 6857801"/>
                <a:gd name="connsiteX4408" fmla="*/ 6433567 w 12184003"/>
                <a:gd name="connsiteY4408" fmla="*/ 1849122 h 6857801"/>
                <a:gd name="connsiteX4409" fmla="*/ 6433567 w 12184003"/>
                <a:gd name="connsiteY4409" fmla="*/ 1781175 h 6857801"/>
                <a:gd name="connsiteX4410" fmla="*/ 6361304 w 12184003"/>
                <a:gd name="connsiteY4410" fmla="*/ 1708681 h 6857801"/>
                <a:gd name="connsiteX4411" fmla="*/ 6361304 w 12184003"/>
                <a:gd name="connsiteY4411" fmla="*/ 2082017 h 6857801"/>
                <a:gd name="connsiteX4412" fmla="*/ 6377727 w 12184003"/>
                <a:gd name="connsiteY4412" fmla="*/ 2088839 h 6857801"/>
                <a:gd name="connsiteX4413" fmla="*/ 6391961 w 12184003"/>
                <a:gd name="connsiteY4413" fmla="*/ 2122790 h 6857801"/>
                <a:gd name="connsiteX4414" fmla="*/ 6343785 w 12184003"/>
                <a:gd name="connsiteY4414" fmla="*/ 2170998 h 6857801"/>
                <a:gd name="connsiteX4415" fmla="*/ 6295609 w 12184003"/>
                <a:gd name="connsiteY4415" fmla="*/ 2122790 h 6857801"/>
                <a:gd name="connsiteX4416" fmla="*/ 6309843 w 12184003"/>
                <a:gd name="connsiteY4416" fmla="*/ 2088839 h 6857801"/>
                <a:gd name="connsiteX4417" fmla="*/ 6326267 w 12184003"/>
                <a:gd name="connsiteY4417" fmla="*/ 2082017 h 6857801"/>
                <a:gd name="connsiteX4418" fmla="*/ 6326267 w 12184003"/>
                <a:gd name="connsiteY4418" fmla="*/ 1673532 h 6857801"/>
                <a:gd name="connsiteX4419" fmla="*/ 6153272 w 12184003"/>
                <a:gd name="connsiteY4419" fmla="*/ 1499988 h 6857801"/>
                <a:gd name="connsiteX4420" fmla="*/ 6153272 w 12184003"/>
                <a:gd name="connsiteY4420" fmla="*/ 2722834 h 6857801"/>
                <a:gd name="connsiteX4421" fmla="*/ 5923347 w 12184003"/>
                <a:gd name="connsiteY4421" fmla="*/ 2954915 h 6857801"/>
                <a:gd name="connsiteX4422" fmla="*/ 5923347 w 12184003"/>
                <a:gd name="connsiteY4422" fmla="*/ 3218584 h 6857801"/>
                <a:gd name="connsiteX4423" fmla="*/ 5939770 w 12184003"/>
                <a:gd name="connsiteY4423" fmla="*/ 3225389 h 6857801"/>
                <a:gd name="connsiteX4424" fmla="*/ 5958383 w 12184003"/>
                <a:gd name="connsiteY4424" fmla="*/ 3270284 h 6857801"/>
                <a:gd name="connsiteX4425" fmla="*/ 5894880 w 12184003"/>
                <a:gd name="connsiteY4425" fmla="*/ 3333747 h 6857801"/>
                <a:gd name="connsiteX4426" fmla="*/ 5831380 w 12184003"/>
                <a:gd name="connsiteY4426" fmla="*/ 3270284 h 6857801"/>
                <a:gd name="connsiteX4427" fmla="*/ 5849993 w 12184003"/>
                <a:gd name="connsiteY4427" fmla="*/ 3225389 h 6857801"/>
                <a:gd name="connsiteX4428" fmla="*/ 5877363 w 12184003"/>
                <a:gd name="connsiteY4428" fmla="*/ 3214018 h 6857801"/>
                <a:gd name="connsiteX4429" fmla="*/ 5877363 w 12184003"/>
                <a:gd name="connsiteY4429" fmla="*/ 2935209 h 6857801"/>
                <a:gd name="connsiteX4430" fmla="*/ 6107286 w 12184003"/>
                <a:gd name="connsiteY4430" fmla="*/ 2703096 h 6857801"/>
                <a:gd name="connsiteX4431" fmla="*/ 6107286 w 12184003"/>
                <a:gd name="connsiteY4431" fmla="*/ 1453852 h 6857801"/>
                <a:gd name="connsiteX4432" fmla="*/ 6105096 w 12184003"/>
                <a:gd name="connsiteY4432" fmla="*/ 1451658 h 6857801"/>
                <a:gd name="connsiteX4433" fmla="*/ 6105096 w 12184003"/>
                <a:gd name="connsiteY4433" fmla="*/ 2216946 h 6857801"/>
                <a:gd name="connsiteX4434" fmla="*/ 5967143 w 12184003"/>
                <a:gd name="connsiteY4434" fmla="*/ 2356684 h 6857801"/>
                <a:gd name="connsiteX4435" fmla="*/ 5967143 w 12184003"/>
                <a:gd name="connsiteY4435" fmla="*/ 2429398 h 6857801"/>
                <a:gd name="connsiteX4436" fmla="*/ 5934296 w 12184003"/>
                <a:gd name="connsiteY4436" fmla="*/ 2462243 h 6857801"/>
                <a:gd name="connsiteX4437" fmla="*/ 5934296 w 12184003"/>
                <a:gd name="connsiteY4437" fmla="*/ 2584386 h 6857801"/>
                <a:gd name="connsiteX4438" fmla="*/ 5948530 w 12184003"/>
                <a:gd name="connsiteY4438" fmla="*/ 2590307 h 6857801"/>
                <a:gd name="connsiteX4439" fmla="*/ 5962763 w 12184003"/>
                <a:gd name="connsiteY4439" fmla="*/ 2624258 h 6857801"/>
                <a:gd name="connsiteX4440" fmla="*/ 5914589 w 12184003"/>
                <a:gd name="connsiteY4440" fmla="*/ 2672471 h 6857801"/>
                <a:gd name="connsiteX4441" fmla="*/ 5866416 w 12184003"/>
                <a:gd name="connsiteY4441" fmla="*/ 2624258 h 6857801"/>
                <a:gd name="connsiteX4442" fmla="*/ 5880648 w 12184003"/>
                <a:gd name="connsiteY4442" fmla="*/ 2590307 h 6857801"/>
                <a:gd name="connsiteX4443" fmla="*/ 5901451 w 12184003"/>
                <a:gd name="connsiteY4443" fmla="*/ 2581590 h 6857801"/>
                <a:gd name="connsiteX4444" fmla="*/ 5901451 w 12184003"/>
                <a:gd name="connsiteY4444" fmla="*/ 2495058 h 6857801"/>
                <a:gd name="connsiteX4445" fmla="*/ 5629926 w 12184003"/>
                <a:gd name="connsiteY4445" fmla="*/ 2766629 h 6857801"/>
                <a:gd name="connsiteX4446" fmla="*/ 5629926 w 12184003"/>
                <a:gd name="connsiteY4446" fmla="*/ 3215539 h 6857801"/>
                <a:gd name="connsiteX4447" fmla="*/ 5651823 w 12184003"/>
                <a:gd name="connsiteY4447" fmla="*/ 3224299 h 6857801"/>
                <a:gd name="connsiteX4448" fmla="*/ 5664962 w 12184003"/>
                <a:gd name="connsiteY4448" fmla="*/ 3257105 h 6857801"/>
                <a:gd name="connsiteX4449" fmla="*/ 5618976 w 12184003"/>
                <a:gd name="connsiteY4449" fmla="*/ 3303130 h 6857801"/>
                <a:gd name="connsiteX4450" fmla="*/ 5572994 w 12184003"/>
                <a:gd name="connsiteY4450" fmla="*/ 3257105 h 6857801"/>
                <a:gd name="connsiteX4451" fmla="*/ 5586952 w 12184003"/>
                <a:gd name="connsiteY4451" fmla="*/ 3224299 h 6857801"/>
                <a:gd name="connsiteX4452" fmla="*/ 5608029 w 12184003"/>
                <a:gd name="connsiteY4452" fmla="*/ 3215649 h 6857801"/>
                <a:gd name="connsiteX4453" fmla="*/ 5608029 w 12184003"/>
                <a:gd name="connsiteY4453" fmla="*/ 2757872 h 6857801"/>
                <a:gd name="connsiteX4454" fmla="*/ 5731169 w 12184003"/>
                <a:gd name="connsiteY4454" fmla="*/ 2634686 h 6857801"/>
                <a:gd name="connsiteX4455" fmla="*/ 5708756 w 12184003"/>
                <a:gd name="connsiteY4455" fmla="*/ 2643996 h 6857801"/>
                <a:gd name="connsiteX4456" fmla="*/ 5675908 w 12184003"/>
                <a:gd name="connsiteY4456" fmla="*/ 2611150 h 6857801"/>
                <a:gd name="connsiteX4457" fmla="*/ 5685764 w 12184003"/>
                <a:gd name="connsiteY4457" fmla="*/ 2588119 h 6857801"/>
                <a:gd name="connsiteX4458" fmla="*/ 5699999 w 12184003"/>
                <a:gd name="connsiteY4458" fmla="*/ 2582024 h 6857801"/>
                <a:gd name="connsiteX4459" fmla="*/ 5699999 w 12184003"/>
                <a:gd name="connsiteY4459" fmla="*/ 2243230 h 6857801"/>
                <a:gd name="connsiteX4460" fmla="*/ 5945246 w 12184003"/>
                <a:gd name="connsiteY4460" fmla="*/ 2000160 h 6857801"/>
                <a:gd name="connsiteX4461" fmla="*/ 5945246 w 12184003"/>
                <a:gd name="connsiteY4461" fmla="*/ 1498754 h 6857801"/>
                <a:gd name="connsiteX4462" fmla="*/ 5923347 w 12184003"/>
                <a:gd name="connsiteY4462" fmla="*/ 1489996 h 6857801"/>
                <a:gd name="connsiteX4463" fmla="*/ 5910209 w 12184003"/>
                <a:gd name="connsiteY4463" fmla="*/ 1457146 h 6857801"/>
                <a:gd name="connsiteX4464" fmla="*/ 5923347 w 12184003"/>
                <a:gd name="connsiteY4464" fmla="*/ 1424300 h 6857801"/>
                <a:gd name="connsiteX4465" fmla="*/ 5951814 w 12184003"/>
                <a:gd name="connsiteY4465" fmla="*/ 1412913 h 6857801"/>
                <a:gd name="connsiteX4466" fmla="*/ 5951814 w 12184003"/>
                <a:gd name="connsiteY4466" fmla="*/ 1312426 h 6857801"/>
                <a:gd name="connsiteX4467" fmla="*/ 5933474 w 12184003"/>
                <a:gd name="connsiteY4467" fmla="*/ 1305782 h 6857801"/>
                <a:gd name="connsiteX4468" fmla="*/ 5923347 w 12184003"/>
                <a:gd name="connsiteY4468" fmla="*/ 1281963 h 6857801"/>
                <a:gd name="connsiteX4469" fmla="*/ 5927420 w 12184003"/>
                <a:gd name="connsiteY4469" fmla="*/ 1273410 h 6857801"/>
                <a:gd name="connsiteX4470" fmla="*/ 5767879 w 12184003"/>
                <a:gd name="connsiteY4470" fmla="*/ 1113352 h 6857801"/>
                <a:gd name="connsiteX4471" fmla="*/ 5767879 w 12184003"/>
                <a:gd name="connsiteY4471" fmla="*/ 673220 h 6857801"/>
                <a:gd name="connsiteX4472" fmla="*/ 5638685 w 12184003"/>
                <a:gd name="connsiteY4472" fmla="*/ 544021 h 6857801"/>
                <a:gd name="connsiteX4473" fmla="*/ 5638685 w 12184003"/>
                <a:gd name="connsiteY4473" fmla="*/ 138902 h 6857801"/>
                <a:gd name="connsiteX4474" fmla="*/ 9221193 w 12184003"/>
                <a:gd name="connsiteY4474" fmla="*/ 113203 h 6857801"/>
                <a:gd name="connsiteX4475" fmla="*/ 9138897 w 12184003"/>
                <a:gd name="connsiteY4475" fmla="*/ 195778 h 6857801"/>
                <a:gd name="connsiteX4476" fmla="*/ 9157690 w 12184003"/>
                <a:gd name="connsiteY4476" fmla="*/ 195778 h 6857801"/>
                <a:gd name="connsiteX4477" fmla="*/ 9221193 w 12184003"/>
                <a:gd name="connsiteY4477" fmla="*/ 132276 h 6857801"/>
                <a:gd name="connsiteX4478" fmla="*/ 2962801 w 12184003"/>
                <a:gd name="connsiteY4478" fmla="*/ 112612 h 6857801"/>
                <a:gd name="connsiteX4479" fmla="*/ 2962801 w 12184003"/>
                <a:gd name="connsiteY4479" fmla="*/ 145453 h 6857801"/>
                <a:gd name="connsiteX4480" fmla="*/ 3076671 w 12184003"/>
                <a:gd name="connsiteY4480" fmla="*/ 259325 h 6857801"/>
                <a:gd name="connsiteX4481" fmla="*/ 3516819 w 12184003"/>
                <a:gd name="connsiteY4481" fmla="*/ 259325 h 6857801"/>
                <a:gd name="connsiteX4482" fmla="*/ 3829955 w 12184003"/>
                <a:gd name="connsiteY4482" fmla="*/ 572467 h 6857801"/>
                <a:gd name="connsiteX4483" fmla="*/ 3829955 w 12184003"/>
                <a:gd name="connsiteY4483" fmla="*/ 833053 h 6857801"/>
                <a:gd name="connsiteX4484" fmla="*/ 3925090 w 12184003"/>
                <a:gd name="connsiteY4484" fmla="*/ 833053 h 6857801"/>
                <a:gd name="connsiteX4485" fmla="*/ 3926298 w 12184003"/>
                <a:gd name="connsiteY4485" fmla="*/ 508966 h 6857801"/>
                <a:gd name="connsiteX4486" fmla="*/ 3866171 w 12184003"/>
                <a:gd name="connsiteY4486" fmla="*/ 448836 h 6857801"/>
                <a:gd name="connsiteX4487" fmla="*/ 3855954 w 12184003"/>
                <a:gd name="connsiteY4487" fmla="*/ 450654 h 6857801"/>
                <a:gd name="connsiteX4488" fmla="*/ 3821192 w 12184003"/>
                <a:gd name="connsiteY4488" fmla="*/ 436693 h 6857801"/>
                <a:gd name="connsiteX4489" fmla="*/ 3808054 w 12184003"/>
                <a:gd name="connsiteY4489" fmla="*/ 401930 h 6857801"/>
                <a:gd name="connsiteX4490" fmla="*/ 3811238 w 12184003"/>
                <a:gd name="connsiteY4490" fmla="*/ 393899 h 6857801"/>
                <a:gd name="connsiteX4491" fmla="*/ 3529963 w 12184003"/>
                <a:gd name="connsiteY4491" fmla="*/ 112612 h 6857801"/>
                <a:gd name="connsiteX4492" fmla="*/ 2929960 w 12184003"/>
                <a:gd name="connsiteY4492" fmla="*/ 112612 h 6857801"/>
                <a:gd name="connsiteX4493" fmla="*/ 2945279 w 12184003"/>
                <a:gd name="connsiteY4493" fmla="*/ 127935 h 6857801"/>
                <a:gd name="connsiteX4494" fmla="*/ 2945279 w 12184003"/>
                <a:gd name="connsiteY4494" fmla="*/ 112612 h 6857801"/>
                <a:gd name="connsiteX4495" fmla="*/ 2750390 w 12184003"/>
                <a:gd name="connsiteY4495" fmla="*/ 112612 h 6857801"/>
                <a:gd name="connsiteX4496" fmla="*/ 2750390 w 12184003"/>
                <a:gd name="connsiteY4496" fmla="*/ 259325 h 6857801"/>
                <a:gd name="connsiteX4497" fmla="*/ 3004408 w 12184003"/>
                <a:gd name="connsiteY4497" fmla="*/ 259325 h 6857801"/>
                <a:gd name="connsiteX4498" fmla="*/ 2945279 w 12184003"/>
                <a:gd name="connsiteY4498" fmla="*/ 200199 h 6857801"/>
                <a:gd name="connsiteX4499" fmla="*/ 2945279 w 12184003"/>
                <a:gd name="connsiteY4499" fmla="*/ 160205 h 6857801"/>
                <a:gd name="connsiteX4500" fmla="*/ 2897529 w 12184003"/>
                <a:gd name="connsiteY4500" fmla="*/ 112612 h 6857801"/>
                <a:gd name="connsiteX4501" fmla="*/ 2520483 w 12184003"/>
                <a:gd name="connsiteY4501" fmla="*/ 112612 h 6857801"/>
                <a:gd name="connsiteX4502" fmla="*/ 2667512 w 12184003"/>
                <a:gd name="connsiteY4502" fmla="*/ 259325 h 6857801"/>
                <a:gd name="connsiteX4503" fmla="*/ 2715352 w 12184003"/>
                <a:gd name="connsiteY4503" fmla="*/ 259325 h 6857801"/>
                <a:gd name="connsiteX4504" fmla="*/ 2715352 w 12184003"/>
                <a:gd name="connsiteY4504" fmla="*/ 112612 h 6857801"/>
                <a:gd name="connsiteX4505" fmla="*/ 2465191 w 12184003"/>
                <a:gd name="connsiteY4505" fmla="*/ 112612 h 6857801"/>
                <a:gd name="connsiteX4506" fmla="*/ 2465713 w 12184003"/>
                <a:gd name="connsiteY4506" fmla="*/ 113139 h 6857801"/>
                <a:gd name="connsiteX4507" fmla="*/ 2465713 w 12184003"/>
                <a:gd name="connsiteY4507" fmla="*/ 112612 h 6857801"/>
                <a:gd name="connsiteX4508" fmla="*/ 2347460 w 12184003"/>
                <a:gd name="connsiteY4508" fmla="*/ 112612 h 6857801"/>
                <a:gd name="connsiteX4509" fmla="*/ 2347460 w 12184003"/>
                <a:gd name="connsiteY4509" fmla="*/ 213337 h 6857801"/>
                <a:gd name="connsiteX4510" fmla="*/ 2612434 w 12184003"/>
                <a:gd name="connsiteY4510" fmla="*/ 478309 h 6857801"/>
                <a:gd name="connsiteX4511" fmla="*/ 2642409 w 12184003"/>
                <a:gd name="connsiteY4511" fmla="*/ 478309 h 6857801"/>
                <a:gd name="connsiteX4512" fmla="*/ 2649660 w 12184003"/>
                <a:gd name="connsiteY4512" fmla="*/ 460789 h 6857801"/>
                <a:gd name="connsiteX4513" fmla="*/ 2713166 w 12184003"/>
                <a:gd name="connsiteY4513" fmla="*/ 460789 h 6857801"/>
                <a:gd name="connsiteX4514" fmla="*/ 2726306 w 12184003"/>
                <a:gd name="connsiteY4514" fmla="*/ 492541 h 6857801"/>
                <a:gd name="connsiteX4515" fmla="*/ 2714524 w 12184003"/>
                <a:gd name="connsiteY4515" fmla="*/ 521014 h 6857801"/>
                <a:gd name="connsiteX4516" fmla="*/ 2755272 w 12184003"/>
                <a:gd name="connsiteY4516" fmla="*/ 561516 h 6857801"/>
                <a:gd name="connsiteX4517" fmla="*/ 2848832 w 12184003"/>
                <a:gd name="connsiteY4517" fmla="*/ 561516 h 6857801"/>
                <a:gd name="connsiteX4518" fmla="*/ 2853311 w 12184003"/>
                <a:gd name="connsiteY4518" fmla="*/ 550566 h 6857801"/>
                <a:gd name="connsiteX4519" fmla="*/ 2877398 w 12184003"/>
                <a:gd name="connsiteY4519" fmla="*/ 540711 h 6857801"/>
                <a:gd name="connsiteX4520" fmla="*/ 2894073 w 12184003"/>
                <a:gd name="connsiteY4520" fmla="*/ 547533 h 6857801"/>
                <a:gd name="connsiteX4521" fmla="*/ 2638706 w 12184003"/>
                <a:gd name="connsiteY4521" fmla="*/ 292171 h 6857801"/>
                <a:gd name="connsiteX4522" fmla="*/ 2597101 w 12184003"/>
                <a:gd name="connsiteY4522" fmla="*/ 292171 h 6857801"/>
                <a:gd name="connsiteX4523" fmla="*/ 2417541 w 12184003"/>
                <a:gd name="connsiteY4523" fmla="*/ 112612 h 6857801"/>
                <a:gd name="connsiteX4524" fmla="*/ 6733571 w 12184003"/>
                <a:gd name="connsiteY4524" fmla="*/ 79462 h 6857801"/>
                <a:gd name="connsiteX4525" fmla="*/ 6707913 w 12184003"/>
                <a:gd name="connsiteY4525" fmla="*/ 105306 h 6857801"/>
                <a:gd name="connsiteX4526" fmla="*/ 6713863 w 12184003"/>
                <a:gd name="connsiteY4526" fmla="*/ 119190 h 6857801"/>
                <a:gd name="connsiteX4527" fmla="*/ 6704009 w 12184003"/>
                <a:gd name="connsiteY4527" fmla="*/ 142183 h 6857801"/>
                <a:gd name="connsiteX4528" fmla="*/ 6689775 w 12184003"/>
                <a:gd name="connsiteY4528" fmla="*/ 148283 h 6857801"/>
                <a:gd name="connsiteX4529" fmla="*/ 6689775 w 12184003"/>
                <a:gd name="connsiteY4529" fmla="*/ 876867 h 6857801"/>
                <a:gd name="connsiteX4530" fmla="*/ 6712861 w 12184003"/>
                <a:gd name="connsiteY4530" fmla="*/ 853782 h 6857801"/>
                <a:gd name="connsiteX4531" fmla="*/ 6710579 w 12184003"/>
                <a:gd name="connsiteY4531" fmla="*/ 852781 h 6857801"/>
                <a:gd name="connsiteX4532" fmla="*/ 6691965 w 12184003"/>
                <a:gd name="connsiteY4532" fmla="*/ 806794 h 6857801"/>
                <a:gd name="connsiteX4533" fmla="*/ 6710579 w 12184003"/>
                <a:gd name="connsiteY4533" fmla="*/ 761903 h 6857801"/>
                <a:gd name="connsiteX4534" fmla="*/ 6733571 w 12184003"/>
                <a:gd name="connsiteY4534" fmla="*/ 752369 h 6857801"/>
                <a:gd name="connsiteX4535" fmla="*/ 5616786 w 12184003"/>
                <a:gd name="connsiteY4535" fmla="*/ 52405 h 6857801"/>
                <a:gd name="connsiteX4536" fmla="*/ 5616786 w 12184003"/>
                <a:gd name="connsiteY4536" fmla="*/ 95106 h 6857801"/>
                <a:gd name="connsiteX4537" fmla="*/ 5638685 w 12184003"/>
                <a:gd name="connsiteY4537" fmla="*/ 117005 h 6857801"/>
                <a:gd name="connsiteX4538" fmla="*/ 5638685 w 12184003"/>
                <a:gd name="connsiteY4538" fmla="*/ 74961 h 6857801"/>
                <a:gd name="connsiteX4539" fmla="*/ 5623355 w 12184003"/>
                <a:gd name="connsiteY4539" fmla="*/ 68830 h 6857801"/>
                <a:gd name="connsiteX4540" fmla="*/ 9764597 w 12184003"/>
                <a:gd name="connsiteY4540" fmla="*/ 51258 h 6857801"/>
                <a:gd name="connsiteX4541" fmla="*/ 9586890 w 12184003"/>
                <a:gd name="connsiteY4541" fmla="*/ 230816 h 6857801"/>
                <a:gd name="connsiteX4542" fmla="*/ 9545292 w 12184003"/>
                <a:gd name="connsiteY4542" fmla="*/ 230816 h 6857801"/>
                <a:gd name="connsiteX4543" fmla="*/ 9293644 w 12184003"/>
                <a:gd name="connsiteY4543" fmla="*/ 482465 h 6857801"/>
                <a:gd name="connsiteX4544" fmla="*/ 9306595 w 12184003"/>
                <a:gd name="connsiteY4544" fmla="*/ 477166 h 6857801"/>
                <a:gd name="connsiteX4545" fmla="*/ 9330683 w 12184003"/>
                <a:gd name="connsiteY4545" fmla="*/ 487021 h 6857801"/>
                <a:gd name="connsiteX4546" fmla="*/ 9336059 w 12184003"/>
                <a:gd name="connsiteY4546" fmla="*/ 500162 h 6857801"/>
                <a:gd name="connsiteX4547" fmla="*/ 9424853 w 12184003"/>
                <a:gd name="connsiteY4547" fmla="*/ 500162 h 6857801"/>
                <a:gd name="connsiteX4548" fmla="*/ 9466720 w 12184003"/>
                <a:gd name="connsiteY4548" fmla="*/ 458295 h 6857801"/>
                <a:gd name="connsiteX4549" fmla="*/ 9455503 w 12184003"/>
                <a:gd name="connsiteY4549" fmla="*/ 431188 h 6857801"/>
                <a:gd name="connsiteX4550" fmla="*/ 9468642 w 12184003"/>
                <a:gd name="connsiteY4550" fmla="*/ 399436 h 6857801"/>
                <a:gd name="connsiteX4551" fmla="*/ 9532146 w 12184003"/>
                <a:gd name="connsiteY4551" fmla="*/ 399436 h 6857801"/>
                <a:gd name="connsiteX4552" fmla="*/ 9538490 w 12184003"/>
                <a:gd name="connsiteY4552" fmla="*/ 414767 h 6857801"/>
                <a:gd name="connsiteX4553" fmla="*/ 9573744 w 12184003"/>
                <a:gd name="connsiteY4553" fmla="*/ 414767 h 6857801"/>
                <a:gd name="connsiteX4554" fmla="*/ 9836528 w 12184003"/>
                <a:gd name="connsiteY4554" fmla="*/ 151983 h 6857801"/>
                <a:gd name="connsiteX4555" fmla="*/ 9836528 w 12184003"/>
                <a:gd name="connsiteY4555" fmla="*/ 51258 h 6857801"/>
                <a:gd name="connsiteX4556" fmla="*/ 9466452 w 12184003"/>
                <a:gd name="connsiteY4556" fmla="*/ 51258 h 6857801"/>
                <a:gd name="connsiteX4557" fmla="*/ 9466452 w 12184003"/>
                <a:gd name="connsiteY4557" fmla="*/ 195778 h 6857801"/>
                <a:gd name="connsiteX4558" fmla="*/ 9516495 w 12184003"/>
                <a:gd name="connsiteY4558" fmla="*/ 195778 h 6857801"/>
                <a:gd name="connsiteX4559" fmla="*/ 9661323 w 12184003"/>
                <a:gd name="connsiteY4559" fmla="*/ 51258 h 6857801"/>
                <a:gd name="connsiteX4560" fmla="*/ 9282929 w 12184003"/>
                <a:gd name="connsiteY4560" fmla="*/ 51258 h 6857801"/>
                <a:gd name="connsiteX4561" fmla="*/ 9238711 w 12184003"/>
                <a:gd name="connsiteY4561" fmla="*/ 95625 h 6857801"/>
                <a:gd name="connsiteX4562" fmla="*/ 9238711 w 12184003"/>
                <a:gd name="connsiteY4562" fmla="*/ 138844 h 6857801"/>
                <a:gd name="connsiteX4563" fmla="*/ 9181777 w 12184003"/>
                <a:gd name="connsiteY4563" fmla="*/ 195778 h 6857801"/>
                <a:gd name="connsiteX4564" fmla="*/ 9433605 w 12184003"/>
                <a:gd name="connsiteY4564" fmla="*/ 195778 h 6857801"/>
                <a:gd name="connsiteX4565" fmla="*/ 9433605 w 12184003"/>
                <a:gd name="connsiteY4565" fmla="*/ 51258 h 6857801"/>
                <a:gd name="connsiteX4566" fmla="*/ 9238711 w 12184003"/>
                <a:gd name="connsiteY4566" fmla="*/ 51258 h 6857801"/>
                <a:gd name="connsiteX4567" fmla="*/ 9238711 w 12184003"/>
                <a:gd name="connsiteY4567" fmla="*/ 64900 h 6857801"/>
                <a:gd name="connsiteX4568" fmla="*/ 9252306 w 12184003"/>
                <a:gd name="connsiteY4568" fmla="*/ 51258 h 6857801"/>
                <a:gd name="connsiteX4569" fmla="*/ 8654032 w 12184003"/>
                <a:gd name="connsiteY4569" fmla="*/ 51258 h 6857801"/>
                <a:gd name="connsiteX4570" fmla="*/ 8372766 w 12184003"/>
                <a:gd name="connsiteY4570" fmla="*/ 332525 h 6857801"/>
                <a:gd name="connsiteX4571" fmla="*/ 8375380 w 12184003"/>
                <a:gd name="connsiteY4571" fmla="*/ 338384 h 6857801"/>
                <a:gd name="connsiteX4572" fmla="*/ 8360599 w 12184003"/>
                <a:gd name="connsiteY4572" fmla="*/ 373148 h 6857801"/>
                <a:gd name="connsiteX4573" fmla="*/ 8327477 w 12184003"/>
                <a:gd name="connsiteY4573" fmla="*/ 387107 h 6857801"/>
                <a:gd name="connsiteX4574" fmla="*/ 8319559 w 12184003"/>
                <a:gd name="connsiteY4574" fmla="*/ 385731 h 6857801"/>
                <a:gd name="connsiteX4575" fmla="*/ 8257677 w 12184003"/>
                <a:gd name="connsiteY4575" fmla="*/ 447613 h 6857801"/>
                <a:gd name="connsiteX4576" fmla="*/ 8257677 w 12184003"/>
                <a:gd name="connsiteY4576" fmla="*/ 769509 h 6857801"/>
                <a:gd name="connsiteX4577" fmla="*/ 8353149 w 12184003"/>
                <a:gd name="connsiteY4577" fmla="*/ 769509 h 6857801"/>
                <a:gd name="connsiteX4578" fmla="*/ 8351839 w 12184003"/>
                <a:gd name="connsiteY4578" fmla="*/ 508921 h 6857801"/>
                <a:gd name="connsiteX4579" fmla="*/ 8664982 w 12184003"/>
                <a:gd name="connsiteY4579" fmla="*/ 195778 h 6857801"/>
                <a:gd name="connsiteX4580" fmla="*/ 9108279 w 12184003"/>
                <a:gd name="connsiteY4580" fmla="*/ 195778 h 6857801"/>
                <a:gd name="connsiteX4581" fmla="*/ 9221193 w 12184003"/>
                <a:gd name="connsiteY4581" fmla="*/ 82477 h 6857801"/>
                <a:gd name="connsiteX4582" fmla="*/ 9221193 w 12184003"/>
                <a:gd name="connsiteY4582" fmla="*/ 51258 h 6857801"/>
                <a:gd name="connsiteX4583" fmla="*/ 6921894 w 12184003"/>
                <a:gd name="connsiteY4583" fmla="*/ 9991 h 6857801"/>
                <a:gd name="connsiteX4584" fmla="*/ 6882478 w 12184003"/>
                <a:gd name="connsiteY4584" fmla="*/ 49119 h 6857801"/>
                <a:gd name="connsiteX4585" fmla="*/ 6882478 w 12184003"/>
                <a:gd name="connsiteY4585" fmla="*/ 674046 h 6857801"/>
                <a:gd name="connsiteX4586" fmla="*/ 6894522 w 12184003"/>
                <a:gd name="connsiteY4586" fmla="*/ 679782 h 6857801"/>
                <a:gd name="connsiteX4587" fmla="*/ 6904376 w 12184003"/>
                <a:gd name="connsiteY4587" fmla="*/ 703869 h 6857801"/>
                <a:gd name="connsiteX4588" fmla="*/ 6896204 w 12184003"/>
                <a:gd name="connsiteY4588" fmla="*/ 722940 h 6857801"/>
                <a:gd name="connsiteX4589" fmla="*/ 6910146 w 12184003"/>
                <a:gd name="connsiteY4589" fmla="*/ 728710 h 6857801"/>
                <a:gd name="connsiteX4590" fmla="*/ 6921894 w 12184003"/>
                <a:gd name="connsiteY4590" fmla="*/ 716962 h 6857801"/>
                <a:gd name="connsiteX4591" fmla="*/ 6078819 w 12184003"/>
                <a:gd name="connsiteY4591" fmla="*/ 9567 h 6857801"/>
                <a:gd name="connsiteX4592" fmla="*/ 6065681 w 12184003"/>
                <a:gd name="connsiteY4592" fmla="*/ 22842 h 6857801"/>
                <a:gd name="connsiteX4593" fmla="*/ 6065681 w 12184003"/>
                <a:gd name="connsiteY4593" fmla="*/ 112625 h 6857801"/>
                <a:gd name="connsiteX4594" fmla="*/ 6078819 w 12184003"/>
                <a:gd name="connsiteY4594" fmla="*/ 125763 h 6857801"/>
                <a:gd name="connsiteX4595" fmla="*/ 5616786 w 12184003"/>
                <a:gd name="connsiteY4595" fmla="*/ 5327 h 6857801"/>
                <a:gd name="connsiteX4596" fmla="*/ 5616786 w 12184003"/>
                <a:gd name="connsiteY4596" fmla="*/ 19561 h 6857801"/>
                <a:gd name="connsiteX4597" fmla="*/ 5620852 w 12184003"/>
                <a:gd name="connsiteY4597" fmla="*/ 9393 h 6857801"/>
                <a:gd name="connsiteX4598" fmla="*/ 7368615 w 12184003"/>
                <a:gd name="connsiteY4598" fmla="*/ 0 h 6857801"/>
                <a:gd name="connsiteX4599" fmla="*/ 7390513 w 12184003"/>
                <a:gd name="connsiteY4599" fmla="*/ 0 h 6857801"/>
                <a:gd name="connsiteX4600" fmla="*/ 7390513 w 12184003"/>
                <a:gd name="connsiteY4600" fmla="*/ 307520 h 6857801"/>
                <a:gd name="connsiteX4601" fmla="*/ 7412411 w 12184003"/>
                <a:gd name="connsiteY4601" fmla="*/ 316279 h 6857801"/>
                <a:gd name="connsiteX4602" fmla="*/ 7425550 w 12184003"/>
                <a:gd name="connsiteY4602" fmla="*/ 349127 h 6857801"/>
                <a:gd name="connsiteX4603" fmla="*/ 7379564 w 12184003"/>
                <a:gd name="connsiteY4603" fmla="*/ 395112 h 6857801"/>
                <a:gd name="connsiteX4604" fmla="*/ 7333579 w 12184003"/>
                <a:gd name="connsiteY4604" fmla="*/ 349127 h 6857801"/>
                <a:gd name="connsiteX4605" fmla="*/ 7346718 w 12184003"/>
                <a:gd name="connsiteY4605" fmla="*/ 316279 h 6857801"/>
                <a:gd name="connsiteX4606" fmla="*/ 7368615 w 12184003"/>
                <a:gd name="connsiteY4606" fmla="*/ 307520 h 6857801"/>
                <a:gd name="connsiteX4607" fmla="*/ 798334 w 12184003"/>
                <a:gd name="connsiteY4607" fmla="*/ 0 h 6857801"/>
                <a:gd name="connsiteX4608" fmla="*/ 831295 w 12184003"/>
                <a:gd name="connsiteY4608" fmla="*/ 0 h 6857801"/>
                <a:gd name="connsiteX4609" fmla="*/ 1957653 w 12184003"/>
                <a:gd name="connsiteY4609" fmla="*/ 1124333 h 6857801"/>
                <a:gd name="connsiteX4610" fmla="*/ 1957669 w 12184003"/>
                <a:gd name="connsiteY4610" fmla="*/ 1124294 h 6857801"/>
                <a:gd name="connsiteX4611" fmla="*/ 1959858 w 12184003"/>
                <a:gd name="connsiteY4611" fmla="*/ 1124294 h 6857801"/>
                <a:gd name="connsiteX4612" fmla="*/ 2023363 w 12184003"/>
                <a:gd name="connsiteY4612" fmla="*/ 1124294 h 6857801"/>
                <a:gd name="connsiteX4613" fmla="*/ 2035143 w 12184003"/>
                <a:gd name="connsiteY4613" fmla="*/ 1152764 h 6857801"/>
                <a:gd name="connsiteX4614" fmla="*/ 2633122 w 12184003"/>
                <a:gd name="connsiteY4614" fmla="*/ 1152764 h 6857801"/>
                <a:gd name="connsiteX4615" fmla="*/ 2643089 w 12184003"/>
                <a:gd name="connsiteY4615" fmla="*/ 1128674 h 6857801"/>
                <a:gd name="connsiteX4616" fmla="*/ 2706597 w 12184003"/>
                <a:gd name="connsiteY4616" fmla="*/ 1128674 h 6857801"/>
                <a:gd name="connsiteX4617" fmla="*/ 2719738 w 12184003"/>
                <a:gd name="connsiteY4617" fmla="*/ 1160426 h 6857801"/>
                <a:gd name="connsiteX4618" fmla="*/ 2711082 w 12184003"/>
                <a:gd name="connsiteY4618" fmla="*/ 1181336 h 6857801"/>
                <a:gd name="connsiteX4619" fmla="*/ 3059154 w 12184003"/>
                <a:gd name="connsiteY4619" fmla="*/ 1529410 h 6857801"/>
                <a:gd name="connsiteX4620" fmla="*/ 3059154 w 12184003"/>
                <a:gd name="connsiteY4620" fmla="*/ 1267527 h 6857801"/>
                <a:gd name="connsiteX4621" fmla="*/ 2887723 w 12184003"/>
                <a:gd name="connsiteY4621" fmla="*/ 1095284 h 6857801"/>
                <a:gd name="connsiteX4622" fmla="*/ 2873018 w 12184003"/>
                <a:gd name="connsiteY4622" fmla="*/ 1101302 h 6857801"/>
                <a:gd name="connsiteX4623" fmla="*/ 2848931 w 12184003"/>
                <a:gd name="connsiteY4623" fmla="*/ 1091447 h 6857801"/>
                <a:gd name="connsiteX4624" fmla="*/ 2843555 w 12184003"/>
                <a:gd name="connsiteY4624" fmla="*/ 1078310 h 6857801"/>
                <a:gd name="connsiteX4625" fmla="*/ 2393544 w 12184003"/>
                <a:gd name="connsiteY4625" fmla="*/ 1078310 h 6857801"/>
                <a:gd name="connsiteX4626" fmla="*/ 2389065 w 12184003"/>
                <a:gd name="connsiteY4626" fmla="*/ 1089258 h 6857801"/>
                <a:gd name="connsiteX4627" fmla="*/ 2340889 w 12184003"/>
                <a:gd name="connsiteY4627" fmla="*/ 1089258 h 6857801"/>
                <a:gd name="connsiteX4628" fmla="*/ 2331036 w 12184003"/>
                <a:gd name="connsiteY4628" fmla="*/ 1065171 h 6857801"/>
                <a:gd name="connsiteX4629" fmla="*/ 2333896 w 12184003"/>
                <a:gd name="connsiteY4629" fmla="*/ 1058178 h 6857801"/>
                <a:gd name="connsiteX4630" fmla="*/ 1445251 w 12184003"/>
                <a:gd name="connsiteY4630" fmla="*/ 169542 h 6857801"/>
                <a:gd name="connsiteX4631" fmla="*/ 1445251 w 12184003"/>
                <a:gd name="connsiteY4631" fmla="*/ 0 h 6857801"/>
                <a:gd name="connsiteX4632" fmla="*/ 1460578 w 12184003"/>
                <a:gd name="connsiteY4632" fmla="*/ 0 h 6857801"/>
                <a:gd name="connsiteX4633" fmla="*/ 1460578 w 12184003"/>
                <a:gd name="connsiteY4633" fmla="*/ 162972 h 6857801"/>
                <a:gd name="connsiteX4634" fmla="*/ 2340875 w 12184003"/>
                <a:gd name="connsiteY4634" fmla="*/ 1041119 h 6857801"/>
                <a:gd name="connsiteX4635" fmla="*/ 2340889 w 12184003"/>
                <a:gd name="connsiteY4635" fmla="*/ 1041082 h 6857801"/>
                <a:gd name="connsiteX4636" fmla="*/ 2389065 w 12184003"/>
                <a:gd name="connsiteY4636" fmla="*/ 1041082 h 6857801"/>
                <a:gd name="connsiteX4637" fmla="*/ 2398026 w 12184003"/>
                <a:gd name="connsiteY4637" fmla="*/ 1062980 h 6857801"/>
                <a:gd name="connsiteX4638" fmla="*/ 2840869 w 12184003"/>
                <a:gd name="connsiteY4638" fmla="*/ 1062980 h 6857801"/>
                <a:gd name="connsiteX4639" fmla="*/ 2848931 w 12184003"/>
                <a:gd name="connsiteY4639" fmla="*/ 1043272 h 6857801"/>
                <a:gd name="connsiteX4640" fmla="*/ 2897106 w 12184003"/>
                <a:gd name="connsiteY4640" fmla="*/ 1043272 h 6857801"/>
                <a:gd name="connsiteX4641" fmla="*/ 2906962 w 12184003"/>
                <a:gd name="connsiteY4641" fmla="*/ 1067358 h 6857801"/>
                <a:gd name="connsiteX4642" fmla="*/ 2899649 w 12184003"/>
                <a:gd name="connsiteY4642" fmla="*/ 1085232 h 6857801"/>
                <a:gd name="connsiteX4643" fmla="*/ 3059154 w 12184003"/>
                <a:gd name="connsiteY4643" fmla="*/ 1244740 h 6857801"/>
                <a:gd name="connsiteX4644" fmla="*/ 3059154 w 12184003"/>
                <a:gd name="connsiteY4644" fmla="*/ 1168394 h 6857801"/>
                <a:gd name="connsiteX4645" fmla="*/ 3037256 w 12184003"/>
                <a:gd name="connsiteY4645" fmla="*/ 1159332 h 6857801"/>
                <a:gd name="connsiteX4646" fmla="*/ 3024119 w 12184003"/>
                <a:gd name="connsiteY4646" fmla="*/ 1127579 h 6857801"/>
                <a:gd name="connsiteX4647" fmla="*/ 3032769 w 12184003"/>
                <a:gd name="connsiteY4647" fmla="*/ 1106670 h 6857801"/>
                <a:gd name="connsiteX4648" fmla="*/ 2505124 w 12184003"/>
                <a:gd name="connsiteY4648" fmla="*/ 579035 h 6857801"/>
                <a:gd name="connsiteX4649" fmla="*/ 2437243 w 12184003"/>
                <a:gd name="connsiteY4649" fmla="*/ 579035 h 6857801"/>
                <a:gd name="connsiteX4650" fmla="*/ 2359245 w 12184003"/>
                <a:gd name="connsiteY4650" fmla="*/ 500206 h 6857801"/>
                <a:gd name="connsiteX4651" fmla="*/ 2089063 w 12184003"/>
                <a:gd name="connsiteY4651" fmla="*/ 500206 h 6857801"/>
                <a:gd name="connsiteX4652" fmla="*/ 1855604 w 12184003"/>
                <a:gd name="connsiteY4652" fmla="*/ 266749 h 6857801"/>
                <a:gd name="connsiteX4653" fmla="*/ 1847082 w 12184003"/>
                <a:gd name="connsiteY4653" fmla="*/ 270275 h 6857801"/>
                <a:gd name="connsiteX4654" fmla="*/ 1815331 w 12184003"/>
                <a:gd name="connsiteY4654" fmla="*/ 257135 h 6857801"/>
                <a:gd name="connsiteX4655" fmla="*/ 1815331 w 12184003"/>
                <a:gd name="connsiteY4655" fmla="*/ 193631 h 6857801"/>
                <a:gd name="connsiteX4656" fmla="*/ 1878835 w 12184003"/>
                <a:gd name="connsiteY4656" fmla="*/ 193631 h 6857801"/>
                <a:gd name="connsiteX4657" fmla="*/ 1878835 w 12184003"/>
                <a:gd name="connsiteY4657" fmla="*/ 257135 h 6857801"/>
                <a:gd name="connsiteX4658" fmla="*/ 1877286 w 12184003"/>
                <a:gd name="connsiteY4658" fmla="*/ 257776 h 6857801"/>
                <a:gd name="connsiteX4659" fmla="*/ 2097822 w 12184003"/>
                <a:gd name="connsiteY4659" fmla="*/ 478309 h 6857801"/>
                <a:gd name="connsiteX4660" fmla="*/ 2337576 w 12184003"/>
                <a:gd name="connsiteY4660" fmla="*/ 478309 h 6857801"/>
                <a:gd name="connsiteX4661" fmla="*/ 2266592 w 12184003"/>
                <a:gd name="connsiteY4661" fmla="*/ 406570 h 6857801"/>
                <a:gd name="connsiteX4662" fmla="*/ 2259864 w 12184003"/>
                <a:gd name="connsiteY4662" fmla="*/ 409321 h 6857801"/>
                <a:gd name="connsiteX4663" fmla="*/ 2235776 w 12184003"/>
                <a:gd name="connsiteY4663" fmla="*/ 399468 h 6857801"/>
                <a:gd name="connsiteX4664" fmla="*/ 2235776 w 12184003"/>
                <a:gd name="connsiteY4664" fmla="*/ 351292 h 6857801"/>
                <a:gd name="connsiteX4665" fmla="*/ 2259864 w 12184003"/>
                <a:gd name="connsiteY4665" fmla="*/ 341438 h 6857801"/>
                <a:gd name="connsiteX4666" fmla="*/ 2272833 w 12184003"/>
                <a:gd name="connsiteY4666" fmla="*/ 346742 h 6857801"/>
                <a:gd name="connsiteX4667" fmla="*/ 1942342 w 12184003"/>
                <a:gd name="connsiteY4667" fmla="*/ 16259 h 6857801"/>
                <a:gd name="connsiteX4668" fmla="*/ 1942342 w 12184003"/>
                <a:gd name="connsiteY4668" fmla="*/ 0 h 6857801"/>
                <a:gd name="connsiteX4669" fmla="*/ 1964240 w 12184003"/>
                <a:gd name="connsiteY4669" fmla="*/ 0 h 6857801"/>
                <a:gd name="connsiteX4670" fmla="*/ 1964240 w 12184003"/>
                <a:gd name="connsiteY4670" fmla="*/ 5310 h 6857801"/>
                <a:gd name="connsiteX4671" fmla="*/ 2437245 w 12184003"/>
                <a:gd name="connsiteY4671" fmla="*/ 478309 h 6857801"/>
                <a:gd name="connsiteX4672" fmla="*/ 2588344 w 12184003"/>
                <a:gd name="connsiteY4672" fmla="*/ 478309 h 6857801"/>
                <a:gd name="connsiteX4673" fmla="*/ 2329940 w 12184003"/>
                <a:gd name="connsiteY4673" fmla="*/ 219906 h 6857801"/>
                <a:gd name="connsiteX4674" fmla="*/ 2329940 w 12184003"/>
                <a:gd name="connsiteY4674" fmla="*/ 112612 h 6857801"/>
                <a:gd name="connsiteX4675" fmla="*/ 2303668 w 12184003"/>
                <a:gd name="connsiteY4675" fmla="*/ 112612 h 6857801"/>
                <a:gd name="connsiteX4676" fmla="*/ 2191054 w 12184003"/>
                <a:gd name="connsiteY4676" fmla="*/ 0 h 6857801"/>
                <a:gd name="connsiteX4677" fmla="*/ 2254560 w 12184003"/>
                <a:gd name="connsiteY4677" fmla="*/ 0 h 6857801"/>
                <a:gd name="connsiteX4678" fmla="*/ 2323376 w 12184003"/>
                <a:gd name="connsiteY4678" fmla="*/ 68815 h 6857801"/>
                <a:gd name="connsiteX4679" fmla="*/ 2329940 w 12184003"/>
                <a:gd name="connsiteY4679" fmla="*/ 68803 h 6857801"/>
                <a:gd name="connsiteX4680" fmla="*/ 2329940 w 12184003"/>
                <a:gd name="connsiteY4680" fmla="*/ 0 h 6857801"/>
                <a:gd name="connsiteX4681" fmla="*/ 2347460 w 12184003"/>
                <a:gd name="connsiteY4681" fmla="*/ 0 h 6857801"/>
                <a:gd name="connsiteX4682" fmla="*/ 2347460 w 12184003"/>
                <a:gd name="connsiteY4682" fmla="*/ 68771 h 6857801"/>
                <a:gd name="connsiteX4683" fmla="*/ 2384688 w 12184003"/>
                <a:gd name="connsiteY4683" fmla="*/ 68704 h 6857801"/>
                <a:gd name="connsiteX4684" fmla="*/ 2384688 w 12184003"/>
                <a:gd name="connsiteY4684" fmla="*/ 0 h 6857801"/>
                <a:gd name="connsiteX4685" fmla="*/ 2419723 w 12184003"/>
                <a:gd name="connsiteY4685" fmla="*/ 0 h 6857801"/>
                <a:gd name="connsiteX4686" fmla="*/ 2419723 w 12184003"/>
                <a:gd name="connsiteY4686" fmla="*/ 66620 h 6857801"/>
                <a:gd name="connsiteX4687" fmla="*/ 2421716 w 12184003"/>
                <a:gd name="connsiteY4687" fmla="*/ 68639 h 6857801"/>
                <a:gd name="connsiteX4688" fmla="*/ 2465713 w 12184003"/>
                <a:gd name="connsiteY4688" fmla="*/ 68560 h 6857801"/>
                <a:gd name="connsiteX4689" fmla="*/ 2465713 w 12184003"/>
                <a:gd name="connsiteY4689" fmla="*/ 0 h 6857801"/>
                <a:gd name="connsiteX4690" fmla="*/ 2509509 w 12184003"/>
                <a:gd name="connsiteY4690" fmla="*/ 0 h 6857801"/>
                <a:gd name="connsiteX4691" fmla="*/ 2509509 w 12184003"/>
                <a:gd name="connsiteY4691" fmla="*/ 68481 h 6857801"/>
                <a:gd name="connsiteX4692" fmla="*/ 2715352 w 12184003"/>
                <a:gd name="connsiteY4692" fmla="*/ 68114 h 6857801"/>
                <a:gd name="connsiteX4693" fmla="*/ 2715352 w 12184003"/>
                <a:gd name="connsiteY4693" fmla="*/ 0 h 6857801"/>
                <a:gd name="connsiteX4694" fmla="*/ 2750390 w 12184003"/>
                <a:gd name="connsiteY4694" fmla="*/ 0 h 6857801"/>
                <a:gd name="connsiteX4695" fmla="*/ 2750390 w 12184003"/>
                <a:gd name="connsiteY4695" fmla="*/ 68050 h 6857801"/>
                <a:gd name="connsiteX4696" fmla="*/ 2852635 w 12184003"/>
                <a:gd name="connsiteY4696" fmla="*/ 67868 h 6857801"/>
                <a:gd name="connsiteX4697" fmla="*/ 2784536 w 12184003"/>
                <a:gd name="connsiteY4697" fmla="*/ 0 h 6857801"/>
                <a:gd name="connsiteX4698" fmla="*/ 2817349 w 12184003"/>
                <a:gd name="connsiteY4698" fmla="*/ 0 h 6857801"/>
                <a:gd name="connsiteX4699" fmla="*/ 2885159 w 12184003"/>
                <a:gd name="connsiteY4699" fmla="*/ 67810 h 6857801"/>
                <a:gd name="connsiteX4700" fmla="*/ 2945279 w 12184003"/>
                <a:gd name="connsiteY4700" fmla="*/ 67702 h 6857801"/>
                <a:gd name="connsiteX4701" fmla="*/ 2945279 w 12184003"/>
                <a:gd name="connsiteY4701" fmla="*/ 0 h 6857801"/>
                <a:gd name="connsiteX4702" fmla="*/ 2962801 w 12184003"/>
                <a:gd name="connsiteY4702" fmla="*/ 0 h 6857801"/>
                <a:gd name="connsiteX4703" fmla="*/ 2962801 w 12184003"/>
                <a:gd name="connsiteY4703" fmla="*/ 67671 h 6857801"/>
                <a:gd name="connsiteX4704" fmla="*/ 3498242 w 12184003"/>
                <a:gd name="connsiteY4704" fmla="*/ 66713 h 6857801"/>
                <a:gd name="connsiteX4705" fmla="*/ 3431309 w 12184003"/>
                <a:gd name="connsiteY4705" fmla="*/ 0 h 6857801"/>
                <a:gd name="connsiteX4706" fmla="*/ 3478667 w 12184003"/>
                <a:gd name="connsiteY4706" fmla="*/ 0 h 6857801"/>
                <a:gd name="connsiteX4707" fmla="*/ 3545295 w 12184003"/>
                <a:gd name="connsiteY4707" fmla="*/ 66628 h 6857801"/>
                <a:gd name="connsiteX4708" fmla="*/ 3547483 w 12184003"/>
                <a:gd name="connsiteY4708" fmla="*/ 66624 h 6857801"/>
                <a:gd name="connsiteX4709" fmla="*/ 3841845 w 12184003"/>
                <a:gd name="connsiteY4709" fmla="*/ 361003 h 6857801"/>
                <a:gd name="connsiteX4710" fmla="*/ 3855954 w 12184003"/>
                <a:gd name="connsiteY4710" fmla="*/ 355670 h 6857801"/>
                <a:gd name="connsiteX4711" fmla="*/ 3889071 w 12184003"/>
                <a:gd name="connsiteY4711" fmla="*/ 368809 h 6857801"/>
                <a:gd name="connsiteX4712" fmla="*/ 3902210 w 12184003"/>
                <a:gd name="connsiteY4712" fmla="*/ 403572 h 6857801"/>
                <a:gd name="connsiteX4713" fmla="*/ 3897153 w 12184003"/>
                <a:gd name="connsiteY4713" fmla="*/ 416318 h 6857801"/>
                <a:gd name="connsiteX4714" fmla="*/ 3970092 w 12184003"/>
                <a:gd name="connsiteY4714" fmla="*/ 489259 h 6857801"/>
                <a:gd name="connsiteX4715" fmla="*/ 3970092 w 12184003"/>
                <a:gd name="connsiteY4715" fmla="*/ 833053 h 6857801"/>
                <a:gd name="connsiteX4716" fmla="*/ 4121683 w 12184003"/>
                <a:gd name="connsiteY4716" fmla="*/ 833053 h 6857801"/>
                <a:gd name="connsiteX4717" fmla="*/ 4007319 w 12184003"/>
                <a:gd name="connsiteY4717" fmla="*/ 719183 h 6857801"/>
                <a:gd name="connsiteX4718" fmla="*/ 4007319 w 12184003"/>
                <a:gd name="connsiteY4718" fmla="*/ 381952 h 6857801"/>
                <a:gd name="connsiteX4719" fmla="*/ 3625382 w 12184003"/>
                <a:gd name="connsiteY4719" fmla="*/ 0 h 6857801"/>
                <a:gd name="connsiteX4720" fmla="*/ 3651136 w 12184003"/>
                <a:gd name="connsiteY4720" fmla="*/ 0 h 6857801"/>
                <a:gd name="connsiteX4721" fmla="*/ 4007319 w 12184003"/>
                <a:gd name="connsiteY4721" fmla="*/ 357258 h 6857801"/>
                <a:gd name="connsiteX4722" fmla="*/ 4007319 w 12184003"/>
                <a:gd name="connsiteY4722" fmla="*/ 326762 h 6857801"/>
                <a:gd name="connsiteX4723" fmla="*/ 4005130 w 12184003"/>
                <a:gd name="connsiteY4723" fmla="*/ 327208 h 6857801"/>
                <a:gd name="connsiteX4724" fmla="*/ 3959143 w 12184003"/>
                <a:gd name="connsiteY4724" fmla="*/ 307499 h 6857801"/>
                <a:gd name="connsiteX4725" fmla="*/ 3944361 w 12184003"/>
                <a:gd name="connsiteY4725" fmla="*/ 236365 h 6857801"/>
                <a:gd name="connsiteX4726" fmla="*/ 3947327 w 12184003"/>
                <a:gd name="connsiteY4726" fmla="*/ 232184 h 6857801"/>
                <a:gd name="connsiteX4727" fmla="*/ 3715154 w 12184003"/>
                <a:gd name="connsiteY4727" fmla="*/ 0 h 6857801"/>
                <a:gd name="connsiteX4728" fmla="*/ 3777067 w 12184003"/>
                <a:gd name="connsiteY4728" fmla="*/ 0 h 6857801"/>
                <a:gd name="connsiteX4729" fmla="*/ 3979319 w 12184003"/>
                <a:gd name="connsiteY4729" fmla="*/ 202749 h 6857801"/>
                <a:gd name="connsiteX4730" fmla="*/ 3982137 w 12184003"/>
                <a:gd name="connsiteY4730" fmla="*/ 200746 h 6857801"/>
                <a:gd name="connsiteX4731" fmla="*/ 4007319 w 12184003"/>
                <a:gd name="connsiteY4731" fmla="*/ 198185 h 6857801"/>
                <a:gd name="connsiteX4732" fmla="*/ 4007319 w 12184003"/>
                <a:gd name="connsiteY4732" fmla="*/ 136392 h 6857801"/>
                <a:gd name="connsiteX4733" fmla="*/ 3991989 w 12184003"/>
                <a:gd name="connsiteY4733" fmla="*/ 130122 h 6857801"/>
                <a:gd name="connsiteX4734" fmla="*/ 3982137 w 12184003"/>
                <a:gd name="connsiteY4734" fmla="*/ 106034 h 6857801"/>
                <a:gd name="connsiteX4735" fmla="*/ 3988177 w 12184003"/>
                <a:gd name="connsiteY4735" fmla="*/ 91273 h 6857801"/>
                <a:gd name="connsiteX4736" fmla="*/ 3896907 w 12184003"/>
                <a:gd name="connsiteY4736" fmla="*/ 0 h 6857801"/>
                <a:gd name="connsiteX4737" fmla="*/ 3922706 w 12184003"/>
                <a:gd name="connsiteY4737" fmla="*/ 0 h 6857801"/>
                <a:gd name="connsiteX4738" fmla="*/ 4001236 w 12184003"/>
                <a:gd name="connsiteY4738" fmla="*/ 78164 h 6857801"/>
                <a:gd name="connsiteX4739" fmla="*/ 4016079 w 12184003"/>
                <a:gd name="connsiteY4739" fmla="*/ 72091 h 6857801"/>
                <a:gd name="connsiteX4740" fmla="*/ 4040167 w 12184003"/>
                <a:gd name="connsiteY4740" fmla="*/ 81947 h 6857801"/>
                <a:gd name="connsiteX4741" fmla="*/ 4040167 w 12184003"/>
                <a:gd name="connsiteY4741" fmla="*/ 130122 h 6857801"/>
                <a:gd name="connsiteX4742" fmla="*/ 4024839 w 12184003"/>
                <a:gd name="connsiteY4742" fmla="*/ 136393 h 6857801"/>
                <a:gd name="connsiteX4743" fmla="*/ 4024839 w 12184003"/>
                <a:gd name="connsiteY4743" fmla="*/ 200652 h 6857801"/>
                <a:gd name="connsiteX4744" fmla="*/ 4051117 w 12184003"/>
                <a:gd name="connsiteY4744" fmla="*/ 215528 h 6857801"/>
                <a:gd name="connsiteX4745" fmla="*/ 4051117 w 12184003"/>
                <a:gd name="connsiteY4745" fmla="*/ 307499 h 6857801"/>
                <a:gd name="connsiteX4746" fmla="*/ 4029356 w 12184003"/>
                <a:gd name="connsiteY4746" fmla="*/ 322281 h 6857801"/>
                <a:gd name="connsiteX4747" fmla="*/ 4024839 w 12184003"/>
                <a:gd name="connsiteY4747" fmla="*/ 323199 h 6857801"/>
                <a:gd name="connsiteX4748" fmla="*/ 4024839 w 12184003"/>
                <a:gd name="connsiteY4748" fmla="*/ 374830 h 6857801"/>
                <a:gd name="connsiteX4749" fmla="*/ 4192509 w 12184003"/>
                <a:gd name="connsiteY4749" fmla="*/ 542992 h 6857801"/>
                <a:gd name="connsiteX4750" fmla="*/ 4208789 w 12184003"/>
                <a:gd name="connsiteY4750" fmla="*/ 536333 h 6857801"/>
                <a:gd name="connsiteX4751" fmla="*/ 4210979 w 12184003"/>
                <a:gd name="connsiteY4751" fmla="*/ 537228 h 6857801"/>
                <a:gd name="connsiteX4752" fmla="*/ 4210979 w 12184003"/>
                <a:gd name="connsiteY4752" fmla="*/ 233629 h 6857801"/>
                <a:gd name="connsiteX4753" fmla="*/ 3976847 w 12184003"/>
                <a:gd name="connsiteY4753" fmla="*/ 0 h 6857801"/>
                <a:gd name="connsiteX4754" fmla="*/ 4009637 w 12184003"/>
                <a:gd name="connsiteY4754" fmla="*/ 0 h 6857801"/>
                <a:gd name="connsiteX4755" fmla="*/ 4210979 w 12184003"/>
                <a:gd name="connsiteY4755" fmla="*/ 201788 h 6857801"/>
                <a:gd name="connsiteX4756" fmla="*/ 4210979 w 12184003"/>
                <a:gd name="connsiteY4756" fmla="*/ 180417 h 6857801"/>
                <a:gd name="connsiteX4757" fmla="*/ 4066444 w 12184003"/>
                <a:gd name="connsiteY4757" fmla="*/ 33795 h 6857801"/>
                <a:gd name="connsiteX4758" fmla="*/ 4066444 w 12184003"/>
                <a:gd name="connsiteY4758" fmla="*/ 0 h 6857801"/>
                <a:gd name="connsiteX4759" fmla="*/ 4088385 w 12184003"/>
                <a:gd name="connsiteY4759" fmla="*/ 0 h 6857801"/>
                <a:gd name="connsiteX4760" fmla="*/ 4088347 w 12184003"/>
                <a:gd name="connsiteY4760" fmla="*/ 25036 h 6857801"/>
                <a:gd name="connsiteX4761" fmla="*/ 4210979 w 12184003"/>
                <a:gd name="connsiteY4761" fmla="*/ 145912 h 6857801"/>
                <a:gd name="connsiteX4762" fmla="*/ 4210979 w 12184003"/>
                <a:gd name="connsiteY4762" fmla="*/ 0 h 6857801"/>
                <a:gd name="connsiteX4763" fmla="*/ 4232829 w 12184003"/>
                <a:gd name="connsiteY4763" fmla="*/ 0 h 6857801"/>
                <a:gd name="connsiteX4764" fmla="*/ 4232829 w 12184003"/>
                <a:gd name="connsiteY4764" fmla="*/ 167498 h 6857801"/>
                <a:gd name="connsiteX4765" fmla="*/ 4241584 w 12184003"/>
                <a:gd name="connsiteY4765" fmla="*/ 176132 h 6857801"/>
                <a:gd name="connsiteX4766" fmla="*/ 4241584 w 12184003"/>
                <a:gd name="connsiteY4766" fmla="*/ 232513 h 6857801"/>
                <a:gd name="connsiteX4767" fmla="*/ 4460508 w 12184003"/>
                <a:gd name="connsiteY4767" fmla="*/ 451906 h 6857801"/>
                <a:gd name="connsiteX4768" fmla="*/ 4481384 w 12184003"/>
                <a:gd name="connsiteY4768" fmla="*/ 443270 h 6857801"/>
                <a:gd name="connsiteX4769" fmla="*/ 4513129 w 12184003"/>
                <a:gd name="connsiteY4769" fmla="*/ 456409 h 6857801"/>
                <a:gd name="connsiteX4770" fmla="*/ 4522190 w 12184003"/>
                <a:gd name="connsiteY4770" fmla="*/ 478310 h 6857801"/>
                <a:gd name="connsiteX4771" fmla="*/ 4672982 w 12184003"/>
                <a:gd name="connsiteY4771" fmla="*/ 478310 h 6857801"/>
                <a:gd name="connsiteX4772" fmla="*/ 4672982 w 12184003"/>
                <a:gd name="connsiteY4772" fmla="*/ 342553 h 6857801"/>
                <a:gd name="connsiteX4773" fmla="*/ 4561306 w 12184003"/>
                <a:gd name="connsiteY4773" fmla="*/ 230873 h 6857801"/>
                <a:gd name="connsiteX4774" fmla="*/ 4561306 w 12184003"/>
                <a:gd name="connsiteY4774" fmla="*/ 0 h 6857801"/>
                <a:gd name="connsiteX4775" fmla="*/ 4578826 w 12184003"/>
                <a:gd name="connsiteY4775" fmla="*/ 0 h 6857801"/>
                <a:gd name="connsiteX4776" fmla="*/ 4578826 w 12184003"/>
                <a:gd name="connsiteY4776" fmla="*/ 222114 h 6857801"/>
                <a:gd name="connsiteX4777" fmla="*/ 4690499 w 12184003"/>
                <a:gd name="connsiteY4777" fmla="*/ 335984 h 6857801"/>
                <a:gd name="connsiteX4778" fmla="*/ 4690499 w 12184003"/>
                <a:gd name="connsiteY4778" fmla="*/ 478310 h 6857801"/>
                <a:gd name="connsiteX4779" fmla="*/ 4959857 w 12184003"/>
                <a:gd name="connsiteY4779" fmla="*/ 478310 h 6857801"/>
                <a:gd name="connsiteX4780" fmla="*/ 5167876 w 12184003"/>
                <a:gd name="connsiteY4780" fmla="*/ 686342 h 6857801"/>
                <a:gd name="connsiteX4781" fmla="*/ 5167876 w 12184003"/>
                <a:gd name="connsiteY4781" fmla="*/ 543142 h 6857801"/>
                <a:gd name="connsiteX4782" fmla="*/ 5148168 w 12184003"/>
                <a:gd name="connsiteY4782" fmla="*/ 535259 h 6857801"/>
                <a:gd name="connsiteX4783" fmla="*/ 5135030 w 12184003"/>
                <a:gd name="connsiteY4783" fmla="*/ 502412 h 6857801"/>
                <a:gd name="connsiteX4784" fmla="*/ 5141285 w 12184003"/>
                <a:gd name="connsiteY4784" fmla="*/ 486771 h 6857801"/>
                <a:gd name="connsiteX4785" fmla="*/ 4711144 w 12184003"/>
                <a:gd name="connsiteY4785" fmla="*/ 56631 h 6857801"/>
                <a:gd name="connsiteX4786" fmla="*/ 4697069 w 12184003"/>
                <a:gd name="connsiteY4786" fmla="*/ 62260 h 6857801"/>
                <a:gd name="connsiteX4787" fmla="*/ 4651088 w 12184003"/>
                <a:gd name="connsiteY4787" fmla="*/ 16275 h 6857801"/>
                <a:gd name="connsiteX4788" fmla="*/ 4657598 w 12184003"/>
                <a:gd name="connsiteY4788" fmla="*/ 0 h 6857801"/>
                <a:gd name="connsiteX4789" fmla="*/ 4736544 w 12184003"/>
                <a:gd name="connsiteY4789" fmla="*/ 0 h 6857801"/>
                <a:gd name="connsiteX4790" fmla="*/ 4743054 w 12184003"/>
                <a:gd name="connsiteY4790" fmla="*/ 16275 h 6857801"/>
                <a:gd name="connsiteX4791" fmla="*/ 4731749 w 12184003"/>
                <a:gd name="connsiteY4791" fmla="*/ 44540 h 6857801"/>
                <a:gd name="connsiteX4792" fmla="*/ 5152970 w 12184003"/>
                <a:gd name="connsiteY4792" fmla="*/ 467642 h 6857801"/>
                <a:gd name="connsiteX4793" fmla="*/ 5181020 w 12184003"/>
                <a:gd name="connsiteY4793" fmla="*/ 456426 h 6857801"/>
                <a:gd name="connsiteX4794" fmla="*/ 5226997 w 12184003"/>
                <a:gd name="connsiteY4794" fmla="*/ 502412 h 6857801"/>
                <a:gd name="connsiteX4795" fmla="*/ 5213037 w 12184003"/>
                <a:gd name="connsiteY4795" fmla="*/ 535259 h 6857801"/>
                <a:gd name="connsiteX4796" fmla="*/ 5189778 w 12184003"/>
                <a:gd name="connsiteY4796" fmla="*/ 544804 h 6857801"/>
                <a:gd name="connsiteX4797" fmla="*/ 5189778 w 12184003"/>
                <a:gd name="connsiteY4797" fmla="*/ 708240 h 6857801"/>
                <a:gd name="connsiteX4798" fmla="*/ 5273152 w 12184003"/>
                <a:gd name="connsiteY4798" fmla="*/ 791611 h 6857801"/>
                <a:gd name="connsiteX4799" fmla="*/ 5289417 w 12184003"/>
                <a:gd name="connsiteY4799" fmla="*/ 784881 h 6857801"/>
                <a:gd name="connsiteX4800" fmla="*/ 5321171 w 12184003"/>
                <a:gd name="connsiteY4800" fmla="*/ 798020 h 6857801"/>
                <a:gd name="connsiteX4801" fmla="*/ 5321171 w 12184003"/>
                <a:gd name="connsiteY4801" fmla="*/ 861524 h 6857801"/>
                <a:gd name="connsiteX4802" fmla="*/ 5257668 w 12184003"/>
                <a:gd name="connsiteY4802" fmla="*/ 861524 h 6857801"/>
                <a:gd name="connsiteX4803" fmla="*/ 5244521 w 12184003"/>
                <a:gd name="connsiteY4803" fmla="*/ 829773 h 6857801"/>
                <a:gd name="connsiteX4804" fmla="*/ 5254463 w 12184003"/>
                <a:gd name="connsiteY4804" fmla="*/ 805766 h 6857801"/>
                <a:gd name="connsiteX4805" fmla="*/ 5189778 w 12184003"/>
                <a:gd name="connsiteY4805" fmla="*/ 741087 h 6857801"/>
                <a:gd name="connsiteX4806" fmla="*/ 5189778 w 12184003"/>
                <a:gd name="connsiteY4806" fmla="*/ 1034516 h 6857801"/>
                <a:gd name="connsiteX4807" fmla="*/ 5375914 w 12184003"/>
                <a:gd name="connsiteY4807" fmla="*/ 848404 h 6857801"/>
                <a:gd name="connsiteX4808" fmla="*/ 5375914 w 12184003"/>
                <a:gd name="connsiteY4808" fmla="*/ 603764 h 6857801"/>
                <a:gd name="connsiteX4809" fmla="*/ 5361680 w 12184003"/>
                <a:gd name="connsiteY4809" fmla="*/ 597665 h 6857801"/>
                <a:gd name="connsiteX4810" fmla="*/ 5351823 w 12184003"/>
                <a:gd name="connsiteY4810" fmla="*/ 574672 h 6857801"/>
                <a:gd name="connsiteX4811" fmla="*/ 5356419 w 12184003"/>
                <a:gd name="connsiteY4811" fmla="*/ 563943 h 6857801"/>
                <a:gd name="connsiteX4812" fmla="*/ 5036861 w 12184003"/>
                <a:gd name="connsiteY4812" fmla="*/ 244373 h 6857801"/>
                <a:gd name="connsiteX4813" fmla="*/ 5027742 w 12184003"/>
                <a:gd name="connsiteY4813" fmla="*/ 248390 h 6857801"/>
                <a:gd name="connsiteX4814" fmla="*/ 4994898 w 12184003"/>
                <a:gd name="connsiteY4814" fmla="*/ 213353 h 6857801"/>
                <a:gd name="connsiteX4815" fmla="*/ 5003102 w 12184003"/>
                <a:gd name="connsiteY4815" fmla="*/ 190360 h 6857801"/>
                <a:gd name="connsiteX4816" fmla="*/ 5010222 w 12184003"/>
                <a:gd name="connsiteY4816" fmla="*/ 187513 h 6857801"/>
                <a:gd name="connsiteX4817" fmla="*/ 5010222 w 12184003"/>
                <a:gd name="connsiteY4817" fmla="*/ 0 h 6857801"/>
                <a:gd name="connsiteX4818" fmla="*/ 5027744 w 12184003"/>
                <a:gd name="connsiteY4818" fmla="*/ 0 h 6857801"/>
                <a:gd name="connsiteX4819" fmla="*/ 5027744 w 12184003"/>
                <a:gd name="connsiteY4819" fmla="*/ 180506 h 6857801"/>
                <a:gd name="connsiteX4820" fmla="*/ 5050731 w 12184003"/>
                <a:gd name="connsiteY4820" fmla="*/ 190360 h 6857801"/>
                <a:gd name="connsiteX4821" fmla="*/ 5060581 w 12184003"/>
                <a:gd name="connsiteY4821" fmla="*/ 213353 h 6857801"/>
                <a:gd name="connsiteX4822" fmla="*/ 5051895 w 12184003"/>
                <a:gd name="connsiteY4822" fmla="*/ 235321 h 6857801"/>
                <a:gd name="connsiteX4823" fmla="*/ 5366280 w 12184003"/>
                <a:gd name="connsiteY4823" fmla="*/ 549709 h 6857801"/>
                <a:gd name="connsiteX4824" fmla="*/ 5384675 w 12184003"/>
                <a:gd name="connsiteY4824" fmla="*/ 541825 h 6857801"/>
                <a:gd name="connsiteX4825" fmla="*/ 5417522 w 12184003"/>
                <a:gd name="connsiteY4825" fmla="*/ 574672 h 6857801"/>
                <a:gd name="connsiteX4826" fmla="*/ 5407669 w 12184003"/>
                <a:gd name="connsiteY4826" fmla="*/ 597665 h 6857801"/>
                <a:gd name="connsiteX4827" fmla="*/ 5393435 w 12184003"/>
                <a:gd name="connsiteY4827" fmla="*/ 603765 h 6857801"/>
                <a:gd name="connsiteX4828" fmla="*/ 5393435 w 12184003"/>
                <a:gd name="connsiteY4828" fmla="*/ 830885 h 6857801"/>
                <a:gd name="connsiteX4829" fmla="*/ 5443800 w 12184003"/>
                <a:gd name="connsiteY4829" fmla="*/ 780520 h 6857801"/>
                <a:gd name="connsiteX4830" fmla="*/ 5435038 w 12184003"/>
                <a:gd name="connsiteY4830" fmla="*/ 758618 h 6857801"/>
                <a:gd name="connsiteX4831" fmla="*/ 5448179 w 12184003"/>
                <a:gd name="connsiteY4831" fmla="*/ 725772 h 6857801"/>
                <a:gd name="connsiteX4832" fmla="*/ 5470075 w 12184003"/>
                <a:gd name="connsiteY4832" fmla="*/ 717012 h 6857801"/>
                <a:gd name="connsiteX4833" fmla="*/ 5470075 w 12184003"/>
                <a:gd name="connsiteY4833" fmla="*/ 0 h 6857801"/>
                <a:gd name="connsiteX4834" fmla="*/ 5494165 w 12184003"/>
                <a:gd name="connsiteY4834" fmla="*/ 0 h 6857801"/>
                <a:gd name="connsiteX4835" fmla="*/ 5494165 w 12184003"/>
                <a:gd name="connsiteY4835" fmla="*/ 718218 h 6857801"/>
                <a:gd name="connsiteX4836" fmla="*/ 5513870 w 12184003"/>
                <a:gd name="connsiteY4836" fmla="*/ 726593 h 6857801"/>
                <a:gd name="connsiteX4837" fmla="*/ 5527008 w 12184003"/>
                <a:gd name="connsiteY4837" fmla="*/ 758618 h 6857801"/>
                <a:gd name="connsiteX4838" fmla="*/ 5481022 w 12184003"/>
                <a:gd name="connsiteY4838" fmla="*/ 804604 h 6857801"/>
                <a:gd name="connsiteX4839" fmla="*/ 5460693 w 12184003"/>
                <a:gd name="connsiteY4839" fmla="*/ 796472 h 6857801"/>
                <a:gd name="connsiteX4840" fmla="*/ 5393435 w 12184003"/>
                <a:gd name="connsiteY4840" fmla="*/ 863732 h 6857801"/>
                <a:gd name="connsiteX4841" fmla="*/ 5393435 w 12184003"/>
                <a:gd name="connsiteY4841" fmla="*/ 968039 h 6857801"/>
                <a:gd name="connsiteX4842" fmla="*/ 5581054 w 12184003"/>
                <a:gd name="connsiteY4842" fmla="*/ 779147 h 6857801"/>
                <a:gd name="connsiteX4843" fmla="*/ 5575184 w 12184003"/>
                <a:gd name="connsiteY4843" fmla="*/ 765184 h 6857801"/>
                <a:gd name="connsiteX4844" fmla="*/ 5585035 w 12184003"/>
                <a:gd name="connsiteY4844" fmla="*/ 742191 h 6857801"/>
                <a:gd name="connsiteX4845" fmla="*/ 5599269 w 12184003"/>
                <a:gd name="connsiteY4845" fmla="*/ 736091 h 6857801"/>
                <a:gd name="connsiteX4846" fmla="*/ 5599269 w 12184003"/>
                <a:gd name="connsiteY4846" fmla="*/ 99486 h 6857801"/>
                <a:gd name="connsiteX4847" fmla="*/ 5499790 w 12184003"/>
                <a:gd name="connsiteY4847" fmla="*/ 0 h 6857801"/>
                <a:gd name="connsiteX4848" fmla="*/ 5521686 w 12184003"/>
                <a:gd name="connsiteY4848" fmla="*/ 0 h 6857801"/>
                <a:gd name="connsiteX4849" fmla="*/ 5599269 w 12184003"/>
                <a:gd name="connsiteY4849" fmla="*/ 77588 h 6857801"/>
                <a:gd name="connsiteX4850" fmla="*/ 5599269 w 12184003"/>
                <a:gd name="connsiteY4850" fmla="*/ 0 h 6857801"/>
                <a:gd name="connsiteX4851" fmla="*/ 5681208 w 12184003"/>
                <a:gd name="connsiteY4851" fmla="*/ 0 h 6857801"/>
                <a:gd name="connsiteX4852" fmla="*/ 5689047 w 12184003"/>
                <a:gd name="connsiteY4852" fmla="*/ 3136 h 6857801"/>
                <a:gd name="connsiteX4853" fmla="*/ 5702185 w 12184003"/>
                <a:gd name="connsiteY4853" fmla="*/ 35984 h 6857801"/>
                <a:gd name="connsiteX4854" fmla="*/ 5689048 w 12184003"/>
                <a:gd name="connsiteY4854" fmla="*/ 68830 h 6857801"/>
                <a:gd name="connsiteX4855" fmla="*/ 5660581 w 12184003"/>
                <a:gd name="connsiteY4855" fmla="*/ 80216 h 6857801"/>
                <a:gd name="connsiteX4856" fmla="*/ 5660581 w 12184003"/>
                <a:gd name="connsiteY4856" fmla="*/ 138902 h 6857801"/>
                <a:gd name="connsiteX4857" fmla="*/ 5723280 w 12184003"/>
                <a:gd name="connsiteY4857" fmla="*/ 201604 h 6857801"/>
                <a:gd name="connsiteX4858" fmla="*/ 5737221 w 12184003"/>
                <a:gd name="connsiteY4858" fmla="*/ 195835 h 6857801"/>
                <a:gd name="connsiteX4859" fmla="*/ 5737221 w 12184003"/>
                <a:gd name="connsiteY4859" fmla="*/ 193645 h 6857801"/>
                <a:gd name="connsiteX4860" fmla="*/ 5760213 w 12184003"/>
                <a:gd name="connsiteY4860" fmla="*/ 203773 h 6857801"/>
                <a:gd name="connsiteX4861" fmla="*/ 5767879 w 12184003"/>
                <a:gd name="connsiteY4861" fmla="*/ 223148 h 6857801"/>
                <a:gd name="connsiteX4862" fmla="*/ 5767879 w 12184003"/>
                <a:gd name="connsiteY4862" fmla="*/ 0 h 6857801"/>
                <a:gd name="connsiteX4863" fmla="*/ 5811673 w 12184003"/>
                <a:gd name="connsiteY4863" fmla="*/ 0 h 6857801"/>
                <a:gd name="connsiteX4864" fmla="*/ 5811673 w 12184003"/>
                <a:gd name="connsiteY4864" fmla="*/ 670841 h 6857801"/>
                <a:gd name="connsiteX4865" fmla="*/ 5818240 w 12184003"/>
                <a:gd name="connsiteY4865" fmla="*/ 677393 h 6857801"/>
                <a:gd name="connsiteX4866" fmla="*/ 5818240 w 12184003"/>
                <a:gd name="connsiteY4866" fmla="*/ 0 h 6857801"/>
                <a:gd name="connsiteX4867" fmla="*/ 5853275 w 12184003"/>
                <a:gd name="connsiteY4867" fmla="*/ 0 h 6857801"/>
                <a:gd name="connsiteX4868" fmla="*/ 5853275 w 12184003"/>
                <a:gd name="connsiteY4868" fmla="*/ 712339 h 6857801"/>
                <a:gd name="connsiteX4869" fmla="*/ 6204859 w 12184003"/>
                <a:gd name="connsiteY4869" fmla="*/ 1063008 h 6857801"/>
                <a:gd name="connsiteX4870" fmla="*/ 6378823 w 12184003"/>
                <a:gd name="connsiteY4870" fmla="*/ 887817 h 6857801"/>
                <a:gd name="connsiteX4871" fmla="*/ 6378823 w 12184003"/>
                <a:gd name="connsiteY4871" fmla="*/ 473943 h 6857801"/>
                <a:gd name="connsiteX4872" fmla="*/ 6100716 w 12184003"/>
                <a:gd name="connsiteY4872" fmla="*/ 196785 h 6857801"/>
                <a:gd name="connsiteX4873" fmla="*/ 6100716 w 12184003"/>
                <a:gd name="connsiteY4873" fmla="*/ 613764 h 6857801"/>
                <a:gd name="connsiteX4874" fmla="*/ 6129184 w 12184003"/>
                <a:gd name="connsiteY4874" fmla="*/ 625863 h 6857801"/>
                <a:gd name="connsiteX4875" fmla="*/ 6142323 w 12184003"/>
                <a:gd name="connsiteY4875" fmla="*/ 657889 h 6857801"/>
                <a:gd name="connsiteX4876" fmla="*/ 6096338 w 12184003"/>
                <a:gd name="connsiteY4876" fmla="*/ 703874 h 6857801"/>
                <a:gd name="connsiteX4877" fmla="*/ 6093024 w 12184003"/>
                <a:gd name="connsiteY4877" fmla="*/ 702549 h 6857801"/>
                <a:gd name="connsiteX4878" fmla="*/ 6089494 w 12184003"/>
                <a:gd name="connsiteY4878" fmla="*/ 711534 h 6857801"/>
                <a:gd name="connsiteX4879" fmla="*/ 6065680 w 12184003"/>
                <a:gd name="connsiteY4879" fmla="*/ 721389 h 6857801"/>
                <a:gd name="connsiteX4880" fmla="*/ 6030645 w 12184003"/>
                <a:gd name="connsiteY4880" fmla="*/ 688542 h 6857801"/>
                <a:gd name="connsiteX4881" fmla="*/ 6040498 w 12184003"/>
                <a:gd name="connsiteY4881" fmla="*/ 665548 h 6857801"/>
                <a:gd name="connsiteX4882" fmla="*/ 6048165 w 12184003"/>
                <a:gd name="connsiteY4882" fmla="*/ 662264 h 6857801"/>
                <a:gd name="connsiteX4883" fmla="*/ 6048165 w 12184003"/>
                <a:gd name="connsiteY4883" fmla="*/ 144410 h 6857801"/>
                <a:gd name="connsiteX4884" fmla="*/ 5903264 w 12184003"/>
                <a:gd name="connsiteY4884" fmla="*/ 0 h 6857801"/>
                <a:gd name="connsiteX4885" fmla="*/ 5953062 w 12184003"/>
                <a:gd name="connsiteY4885" fmla="*/ 0 h 6857801"/>
                <a:gd name="connsiteX4886" fmla="*/ 6048165 w 12184003"/>
                <a:gd name="connsiteY4886" fmla="*/ 95106 h 6857801"/>
                <a:gd name="connsiteX4887" fmla="*/ 6048165 w 12184003"/>
                <a:gd name="connsiteY4887" fmla="*/ 14083 h 6857801"/>
                <a:gd name="connsiteX4888" fmla="*/ 6062393 w 12184003"/>
                <a:gd name="connsiteY4888" fmla="*/ 0 h 6857801"/>
                <a:gd name="connsiteX4889" fmla="*/ 6100716 w 12184003"/>
                <a:gd name="connsiteY4889" fmla="*/ 0 h 6857801"/>
                <a:gd name="connsiteX4890" fmla="*/ 6100716 w 12184003"/>
                <a:gd name="connsiteY4890" fmla="*/ 147661 h 6857801"/>
                <a:gd name="connsiteX4891" fmla="*/ 6413860 w 12184003"/>
                <a:gd name="connsiteY4891" fmla="*/ 460804 h 6857801"/>
                <a:gd name="connsiteX4892" fmla="*/ 6413860 w 12184003"/>
                <a:gd name="connsiteY4892" fmla="*/ 903146 h 6857801"/>
                <a:gd name="connsiteX4893" fmla="*/ 6228795 w 12184003"/>
                <a:gd name="connsiteY4893" fmla="*/ 1086885 h 6857801"/>
                <a:gd name="connsiteX4894" fmla="*/ 6295728 w 12184003"/>
                <a:gd name="connsiteY4894" fmla="*/ 1153642 h 6857801"/>
                <a:gd name="connsiteX4895" fmla="*/ 6523351 w 12184003"/>
                <a:gd name="connsiteY4895" fmla="*/ 927236 h 6857801"/>
                <a:gd name="connsiteX4896" fmla="*/ 6523351 w 12184003"/>
                <a:gd name="connsiteY4896" fmla="*/ 839566 h 6857801"/>
                <a:gd name="connsiteX4897" fmla="*/ 6515685 w 12184003"/>
                <a:gd name="connsiteY4897" fmla="*/ 836351 h 6857801"/>
                <a:gd name="connsiteX4898" fmla="*/ 6501452 w 12184003"/>
                <a:gd name="connsiteY4898" fmla="*/ 802409 h 6857801"/>
                <a:gd name="connsiteX4899" fmla="*/ 6515685 w 12184003"/>
                <a:gd name="connsiteY4899" fmla="*/ 768467 h 6857801"/>
                <a:gd name="connsiteX4900" fmla="*/ 6523351 w 12184003"/>
                <a:gd name="connsiteY4900" fmla="*/ 765253 h 6857801"/>
                <a:gd name="connsiteX4901" fmla="*/ 6523351 w 12184003"/>
                <a:gd name="connsiteY4901" fmla="*/ 366647 h 6857801"/>
                <a:gd name="connsiteX4902" fmla="*/ 6157631 w 12184003"/>
                <a:gd name="connsiteY4902" fmla="*/ 0 h 6857801"/>
                <a:gd name="connsiteX4903" fmla="*/ 6222398 w 12184003"/>
                <a:gd name="connsiteY4903" fmla="*/ 0 h 6857801"/>
                <a:gd name="connsiteX4904" fmla="*/ 6534299 w 12184003"/>
                <a:gd name="connsiteY4904" fmla="*/ 311901 h 6857801"/>
                <a:gd name="connsiteX4905" fmla="*/ 6534299 w 12184003"/>
                <a:gd name="connsiteY4905" fmla="*/ 0 h 6857801"/>
                <a:gd name="connsiteX4906" fmla="*/ 6569335 w 12184003"/>
                <a:gd name="connsiteY4906" fmla="*/ 0 h 6857801"/>
                <a:gd name="connsiteX4907" fmla="*/ 6569335 w 12184003"/>
                <a:gd name="connsiteY4907" fmla="*/ 346938 h 6857801"/>
                <a:gd name="connsiteX4908" fmla="*/ 6569335 w 12184003"/>
                <a:gd name="connsiteY4908" fmla="*/ 762499 h 6857801"/>
                <a:gd name="connsiteX4909" fmla="*/ 6583569 w 12184003"/>
                <a:gd name="connsiteY4909" fmla="*/ 768467 h 6857801"/>
                <a:gd name="connsiteX4910" fmla="*/ 6597803 w 12184003"/>
                <a:gd name="connsiteY4910" fmla="*/ 802409 h 6857801"/>
                <a:gd name="connsiteX4911" fmla="*/ 6582749 w 12184003"/>
                <a:gd name="connsiteY4911" fmla="*/ 836351 h 6857801"/>
                <a:gd name="connsiteX4912" fmla="*/ 6569335 w 12184003"/>
                <a:gd name="connsiteY4912" fmla="*/ 842115 h 6857801"/>
                <a:gd name="connsiteX4913" fmla="*/ 6569335 w 12184003"/>
                <a:gd name="connsiteY4913" fmla="*/ 944756 h 6857801"/>
                <a:gd name="connsiteX4914" fmla="*/ 6328121 w 12184003"/>
                <a:gd name="connsiteY4914" fmla="*/ 1185949 h 6857801"/>
                <a:gd name="connsiteX4915" fmla="*/ 6433567 w 12184003"/>
                <a:gd name="connsiteY4915" fmla="*/ 1291124 h 6857801"/>
                <a:gd name="connsiteX4916" fmla="*/ 6433567 w 12184003"/>
                <a:gd name="connsiteY4916" fmla="*/ 1133058 h 6857801"/>
                <a:gd name="connsiteX4917" fmla="*/ 6672256 w 12184003"/>
                <a:gd name="connsiteY4917" fmla="*/ 894386 h 6857801"/>
                <a:gd name="connsiteX4918" fmla="*/ 6672256 w 12184003"/>
                <a:gd name="connsiteY4918" fmla="*/ 148283 h 6857801"/>
                <a:gd name="connsiteX4919" fmla="*/ 6658024 w 12184003"/>
                <a:gd name="connsiteY4919" fmla="*/ 142183 h 6857801"/>
                <a:gd name="connsiteX4920" fmla="*/ 6648170 w 12184003"/>
                <a:gd name="connsiteY4920" fmla="*/ 119190 h 6857801"/>
                <a:gd name="connsiteX4921" fmla="*/ 6681016 w 12184003"/>
                <a:gd name="connsiteY4921" fmla="*/ 86343 h 6857801"/>
                <a:gd name="connsiteX4922" fmla="*/ 6696348 w 12184003"/>
                <a:gd name="connsiteY4922" fmla="*/ 92913 h 6857801"/>
                <a:gd name="connsiteX4923" fmla="*/ 6733571 w 12184003"/>
                <a:gd name="connsiteY4923" fmla="*/ 55690 h 6857801"/>
                <a:gd name="connsiteX4924" fmla="*/ 6733571 w 12184003"/>
                <a:gd name="connsiteY4924" fmla="*/ 0 h 6857801"/>
                <a:gd name="connsiteX4925" fmla="*/ 6779557 w 12184003"/>
                <a:gd name="connsiteY4925" fmla="*/ 0 h 6857801"/>
                <a:gd name="connsiteX4926" fmla="*/ 6779557 w 12184003"/>
                <a:gd name="connsiteY4926" fmla="*/ 9704 h 6857801"/>
                <a:gd name="connsiteX4927" fmla="*/ 6789261 w 12184003"/>
                <a:gd name="connsiteY4927" fmla="*/ 0 h 6857801"/>
                <a:gd name="connsiteX4928" fmla="*/ 6812466 w 12184003"/>
                <a:gd name="connsiteY4928" fmla="*/ 0 h 6857801"/>
                <a:gd name="connsiteX4929" fmla="*/ 6779557 w 12184003"/>
                <a:gd name="connsiteY4929" fmla="*/ 33145 h 6857801"/>
                <a:gd name="connsiteX4930" fmla="*/ 6779557 w 12184003"/>
                <a:gd name="connsiteY4930" fmla="*/ 752837 h 6857801"/>
                <a:gd name="connsiteX4931" fmla="*/ 6800361 w 12184003"/>
                <a:gd name="connsiteY4931" fmla="*/ 761082 h 6857801"/>
                <a:gd name="connsiteX4932" fmla="*/ 6802462 w 12184003"/>
                <a:gd name="connsiteY4932" fmla="*/ 764181 h 6857801"/>
                <a:gd name="connsiteX4933" fmla="*/ 6845909 w 12184003"/>
                <a:gd name="connsiteY4933" fmla="*/ 720733 h 6857801"/>
                <a:gd name="connsiteX4934" fmla="*/ 6838682 w 12184003"/>
                <a:gd name="connsiteY4934" fmla="*/ 703869 h 6857801"/>
                <a:gd name="connsiteX4935" fmla="*/ 6849631 w 12184003"/>
                <a:gd name="connsiteY4935" fmla="*/ 680877 h 6857801"/>
                <a:gd name="connsiteX4936" fmla="*/ 6864960 w 12184003"/>
                <a:gd name="connsiteY4936" fmla="*/ 674606 h 6857801"/>
                <a:gd name="connsiteX4937" fmla="*/ 6864960 w 12184003"/>
                <a:gd name="connsiteY4937" fmla="*/ 42550 h 6857801"/>
                <a:gd name="connsiteX4938" fmla="*/ 6907509 w 12184003"/>
                <a:gd name="connsiteY4938" fmla="*/ 0 h 6857801"/>
                <a:gd name="connsiteX4939" fmla="*/ 6943792 w 12184003"/>
                <a:gd name="connsiteY4939" fmla="*/ 0 h 6857801"/>
                <a:gd name="connsiteX4940" fmla="*/ 6943792 w 12184003"/>
                <a:gd name="connsiteY4940" fmla="*/ 695064 h 6857801"/>
                <a:gd name="connsiteX4941" fmla="*/ 7180292 w 12184003"/>
                <a:gd name="connsiteY4941" fmla="*/ 458564 h 6857801"/>
                <a:gd name="connsiteX4942" fmla="*/ 7180292 w 12184003"/>
                <a:gd name="connsiteY4942" fmla="*/ 40548 h 6857801"/>
                <a:gd name="connsiteX4943" fmla="*/ 7020436 w 12184003"/>
                <a:gd name="connsiteY4943" fmla="*/ 195836 h 6857801"/>
                <a:gd name="connsiteX4944" fmla="*/ 7020436 w 12184003"/>
                <a:gd name="connsiteY4944" fmla="*/ 431710 h 6857801"/>
                <a:gd name="connsiteX4945" fmla="*/ 7034670 w 12184003"/>
                <a:gd name="connsiteY4945" fmla="*/ 437809 h 6857801"/>
                <a:gd name="connsiteX4946" fmla="*/ 7044524 w 12184003"/>
                <a:gd name="connsiteY4946" fmla="*/ 460803 h 6857801"/>
                <a:gd name="connsiteX4947" fmla="*/ 7011676 w 12184003"/>
                <a:gd name="connsiteY4947" fmla="*/ 493650 h 6857801"/>
                <a:gd name="connsiteX4948" fmla="*/ 6978830 w 12184003"/>
                <a:gd name="connsiteY4948" fmla="*/ 460803 h 6857801"/>
                <a:gd name="connsiteX4949" fmla="*/ 6987863 w 12184003"/>
                <a:gd name="connsiteY4949" fmla="*/ 437809 h 6857801"/>
                <a:gd name="connsiteX4950" fmla="*/ 7002918 w 12184003"/>
                <a:gd name="connsiteY4950" fmla="*/ 431580 h 6857801"/>
                <a:gd name="connsiteX4951" fmla="*/ 7002918 w 12184003"/>
                <a:gd name="connsiteY4951" fmla="*/ 189268 h 6857801"/>
                <a:gd name="connsiteX4952" fmla="*/ 7180292 w 12184003"/>
                <a:gd name="connsiteY4952" fmla="*/ 15272 h 6857801"/>
                <a:gd name="connsiteX4953" fmla="*/ 7180292 w 12184003"/>
                <a:gd name="connsiteY4953" fmla="*/ 0 h 6857801"/>
                <a:gd name="connsiteX4954" fmla="*/ 7222034 w 12184003"/>
                <a:gd name="connsiteY4954" fmla="*/ 0 h 6857801"/>
                <a:gd name="connsiteX4955" fmla="*/ 7204380 w 12184003"/>
                <a:gd name="connsiteY4955" fmla="*/ 17149 h 6857801"/>
                <a:gd name="connsiteX4956" fmla="*/ 7204380 w 12184003"/>
                <a:gd name="connsiteY4956" fmla="*/ 434476 h 6857801"/>
                <a:gd name="connsiteX4957" fmla="*/ 7224088 w 12184003"/>
                <a:gd name="connsiteY4957" fmla="*/ 414768 h 6857801"/>
                <a:gd name="connsiteX4958" fmla="*/ 7660462 w 12184003"/>
                <a:gd name="connsiteY4958" fmla="*/ 414768 h 6857801"/>
                <a:gd name="connsiteX4959" fmla="*/ 7668619 w 12184003"/>
                <a:gd name="connsiteY4959" fmla="*/ 395056 h 6857801"/>
                <a:gd name="connsiteX4960" fmla="*/ 7700371 w 12184003"/>
                <a:gd name="connsiteY4960" fmla="*/ 381917 h 6857801"/>
                <a:gd name="connsiteX4961" fmla="*/ 7721284 w 12184003"/>
                <a:gd name="connsiteY4961" fmla="*/ 390570 h 6857801"/>
                <a:gd name="connsiteX4962" fmla="*/ 7948914 w 12184003"/>
                <a:gd name="connsiteY4962" fmla="*/ 162940 h 6857801"/>
                <a:gd name="connsiteX4963" fmla="*/ 7948914 w 12184003"/>
                <a:gd name="connsiteY4963" fmla="*/ 0 h 6857801"/>
                <a:gd name="connsiteX4964" fmla="*/ 7973003 w 12184003"/>
                <a:gd name="connsiteY4964" fmla="*/ 0 h 6857801"/>
                <a:gd name="connsiteX4965" fmla="*/ 7973003 w 12184003"/>
                <a:gd name="connsiteY4965" fmla="*/ 138851 h 6857801"/>
                <a:gd name="connsiteX4966" fmla="*/ 8111853 w 12184003"/>
                <a:gd name="connsiteY4966" fmla="*/ 0 h 6857801"/>
                <a:gd name="connsiteX4967" fmla="*/ 8143751 w 12184003"/>
                <a:gd name="connsiteY4967" fmla="*/ 0 h 6857801"/>
                <a:gd name="connsiteX4968" fmla="*/ 7973003 w 12184003"/>
                <a:gd name="connsiteY4968" fmla="*/ 171118 h 6857801"/>
                <a:gd name="connsiteX4969" fmla="*/ 7973003 w 12184003"/>
                <a:gd name="connsiteY4969" fmla="*/ 475770 h 6857801"/>
                <a:gd name="connsiteX4970" fmla="*/ 7974919 w 12184003"/>
                <a:gd name="connsiteY4970" fmla="*/ 474976 h 6857801"/>
                <a:gd name="connsiteX4971" fmla="*/ 7989513 w 12184003"/>
                <a:gd name="connsiteY4971" fmla="*/ 481463 h 6857801"/>
                <a:gd name="connsiteX4972" fmla="*/ 8159137 w 12184003"/>
                <a:gd name="connsiteY4972" fmla="*/ 311839 h 6857801"/>
                <a:gd name="connsiteX4973" fmla="*/ 8159137 w 12184003"/>
                <a:gd name="connsiteY4973" fmla="*/ 262201 h 6857801"/>
                <a:gd name="connsiteX4974" fmla="*/ 8152737 w 12184003"/>
                <a:gd name="connsiteY4974" fmla="*/ 260927 h 6857801"/>
                <a:gd name="connsiteX4975" fmla="*/ 8130668 w 12184003"/>
                <a:gd name="connsiteY4975" fmla="*/ 246145 h 6857801"/>
                <a:gd name="connsiteX4976" fmla="*/ 8130668 w 12184003"/>
                <a:gd name="connsiteY4976" fmla="*/ 154174 h 6857801"/>
                <a:gd name="connsiteX4977" fmla="*/ 8159137 w 12184003"/>
                <a:gd name="connsiteY4977" fmla="*/ 138574 h 6857801"/>
                <a:gd name="connsiteX4978" fmla="*/ 8159137 w 12184003"/>
                <a:gd name="connsiteY4978" fmla="*/ 75036 h 6857801"/>
                <a:gd name="connsiteX4979" fmla="*/ 8143807 w 12184003"/>
                <a:gd name="connsiteY4979" fmla="*/ 68764 h 6857801"/>
                <a:gd name="connsiteX4980" fmla="*/ 8143807 w 12184003"/>
                <a:gd name="connsiteY4980" fmla="*/ 20590 h 6857801"/>
                <a:gd name="connsiteX4981" fmla="*/ 8167896 w 12184003"/>
                <a:gd name="connsiteY4981" fmla="*/ 10735 h 6857801"/>
                <a:gd name="connsiteX4982" fmla="*/ 8182584 w 12184003"/>
                <a:gd name="connsiteY4982" fmla="*/ 16744 h 6857801"/>
                <a:gd name="connsiteX4983" fmla="*/ 8199250 w 12184003"/>
                <a:gd name="connsiteY4983" fmla="*/ 0 h 6857801"/>
                <a:gd name="connsiteX4984" fmla="*/ 8223528 w 12184003"/>
                <a:gd name="connsiteY4984" fmla="*/ 0 h 6857801"/>
                <a:gd name="connsiteX4985" fmla="*/ 8195163 w 12184003"/>
                <a:gd name="connsiteY4985" fmla="*/ 28365 h 6857801"/>
                <a:gd name="connsiteX4986" fmla="*/ 8201838 w 12184003"/>
                <a:gd name="connsiteY4986" fmla="*/ 44677 h 6857801"/>
                <a:gd name="connsiteX4987" fmla="*/ 8191983 w 12184003"/>
                <a:gd name="connsiteY4987" fmla="*/ 68764 h 6857801"/>
                <a:gd name="connsiteX4988" fmla="*/ 8176655 w 12184003"/>
                <a:gd name="connsiteY4988" fmla="*/ 75035 h 6857801"/>
                <a:gd name="connsiteX4989" fmla="*/ 8176655 w 12184003"/>
                <a:gd name="connsiteY4989" fmla="*/ 136939 h 6857801"/>
                <a:gd name="connsiteX4990" fmla="*/ 8200879 w 12184003"/>
                <a:gd name="connsiteY4990" fmla="*/ 139392 h 6857801"/>
                <a:gd name="connsiteX4991" fmla="*/ 8201780 w 12184003"/>
                <a:gd name="connsiteY4991" fmla="*/ 140005 h 6857801"/>
                <a:gd name="connsiteX4992" fmla="*/ 8341784 w 12184003"/>
                <a:gd name="connsiteY4992" fmla="*/ 0 h 6857801"/>
                <a:gd name="connsiteX4993" fmla="*/ 8407478 w 12184003"/>
                <a:gd name="connsiteY4993" fmla="*/ 0 h 6857801"/>
                <a:gd name="connsiteX4994" fmla="*/ 8234723 w 12184003"/>
                <a:gd name="connsiteY4994" fmla="*/ 172755 h 6857801"/>
                <a:gd name="connsiteX4995" fmla="*/ 8236190 w 12184003"/>
                <a:gd name="connsiteY4995" fmla="*/ 175011 h 6857801"/>
                <a:gd name="connsiteX4996" fmla="*/ 8222640 w 12184003"/>
                <a:gd name="connsiteY4996" fmla="*/ 246145 h 6857801"/>
                <a:gd name="connsiteX4997" fmla="*/ 8177475 w 12184003"/>
                <a:gd name="connsiteY4997" fmla="*/ 265854 h 6857801"/>
                <a:gd name="connsiteX4998" fmla="*/ 8176655 w 12184003"/>
                <a:gd name="connsiteY4998" fmla="*/ 265690 h 6857801"/>
                <a:gd name="connsiteX4999" fmla="*/ 8176655 w 12184003"/>
                <a:gd name="connsiteY4999" fmla="*/ 294320 h 6857801"/>
                <a:gd name="connsiteX5000" fmla="*/ 8470974 w 12184003"/>
                <a:gd name="connsiteY5000" fmla="*/ 0 h 6857801"/>
                <a:gd name="connsiteX5001" fmla="*/ 8495062 w 12184003"/>
                <a:gd name="connsiteY5001" fmla="*/ 0 h 6857801"/>
                <a:gd name="connsiteX5002" fmla="*/ 8176655 w 12184003"/>
                <a:gd name="connsiteY5002" fmla="*/ 318407 h 6857801"/>
                <a:gd name="connsiteX5003" fmla="*/ 8176655 w 12184003"/>
                <a:gd name="connsiteY5003" fmla="*/ 657830 h 6857801"/>
                <a:gd name="connsiteX5004" fmla="*/ 8064492 w 12184003"/>
                <a:gd name="connsiteY5004" fmla="*/ 769509 h 6857801"/>
                <a:gd name="connsiteX5005" fmla="*/ 8211691 w 12184003"/>
                <a:gd name="connsiteY5005" fmla="*/ 769509 h 6857801"/>
                <a:gd name="connsiteX5006" fmla="*/ 8211691 w 12184003"/>
                <a:gd name="connsiteY5006" fmla="*/ 427905 h 6857801"/>
                <a:gd name="connsiteX5007" fmla="*/ 8285255 w 12184003"/>
                <a:gd name="connsiteY5007" fmla="*/ 354343 h 6857801"/>
                <a:gd name="connsiteX5008" fmla="*/ 8279576 w 12184003"/>
                <a:gd name="connsiteY5008" fmla="*/ 340027 h 6857801"/>
                <a:gd name="connsiteX5009" fmla="*/ 8292714 w 12184003"/>
                <a:gd name="connsiteY5009" fmla="*/ 305264 h 6857801"/>
                <a:gd name="connsiteX5010" fmla="*/ 8326657 w 12184003"/>
                <a:gd name="connsiteY5010" fmla="*/ 292123 h 6857801"/>
                <a:gd name="connsiteX5011" fmla="*/ 8341664 w 12184003"/>
                <a:gd name="connsiteY5011" fmla="*/ 297934 h 6857801"/>
                <a:gd name="connsiteX5012" fmla="*/ 8634324 w 12184003"/>
                <a:gd name="connsiteY5012" fmla="*/ 5273 h 6857801"/>
                <a:gd name="connsiteX5013" fmla="*/ 8636507 w 12184003"/>
                <a:gd name="connsiteY5013" fmla="*/ 5273 h 6857801"/>
                <a:gd name="connsiteX5014" fmla="*/ 8641780 w 12184003"/>
                <a:gd name="connsiteY5014" fmla="*/ 0 h 6857801"/>
                <a:gd name="connsiteX5015" fmla="*/ 8689957 w 12184003"/>
                <a:gd name="connsiteY5015" fmla="*/ 0 h 6857801"/>
                <a:gd name="connsiteX5016" fmla="*/ 8684684 w 12184003"/>
                <a:gd name="connsiteY5016" fmla="*/ 5273 h 6857801"/>
                <a:gd name="connsiteX5017" fmla="*/ 9221193 w 12184003"/>
                <a:gd name="connsiteY5017" fmla="*/ 5273 h 6857801"/>
                <a:gd name="connsiteX5018" fmla="*/ 9221193 w 12184003"/>
                <a:gd name="connsiteY5018" fmla="*/ 0 h 6857801"/>
                <a:gd name="connsiteX5019" fmla="*/ 9238711 w 12184003"/>
                <a:gd name="connsiteY5019" fmla="*/ 0 h 6857801"/>
                <a:gd name="connsiteX5020" fmla="*/ 9238711 w 12184003"/>
                <a:gd name="connsiteY5020" fmla="*/ 5273 h 6857801"/>
                <a:gd name="connsiteX5021" fmla="*/ 9298135 w 12184003"/>
                <a:gd name="connsiteY5021" fmla="*/ 5273 h 6857801"/>
                <a:gd name="connsiteX5022" fmla="*/ 9303390 w 12184003"/>
                <a:gd name="connsiteY5022" fmla="*/ 0 h 6857801"/>
                <a:gd name="connsiteX5023" fmla="*/ 9334014 w 12184003"/>
                <a:gd name="connsiteY5023" fmla="*/ 0 h 6857801"/>
                <a:gd name="connsiteX5024" fmla="*/ 9328759 w 12184003"/>
                <a:gd name="connsiteY5024" fmla="*/ 5273 h 6857801"/>
                <a:gd name="connsiteX5025" fmla="*/ 9433605 w 12184003"/>
                <a:gd name="connsiteY5025" fmla="*/ 5273 h 6857801"/>
                <a:gd name="connsiteX5026" fmla="*/ 9433605 w 12184003"/>
                <a:gd name="connsiteY5026" fmla="*/ 0 h 6857801"/>
                <a:gd name="connsiteX5027" fmla="*/ 9466452 w 12184003"/>
                <a:gd name="connsiteY5027" fmla="*/ 0 h 6857801"/>
                <a:gd name="connsiteX5028" fmla="*/ 9466452 w 12184003"/>
                <a:gd name="connsiteY5028" fmla="*/ 5273 h 6857801"/>
                <a:gd name="connsiteX5029" fmla="*/ 9672293 w 12184003"/>
                <a:gd name="connsiteY5029" fmla="*/ 5273 h 6857801"/>
                <a:gd name="connsiteX5030" fmla="*/ 9672293 w 12184003"/>
                <a:gd name="connsiteY5030" fmla="*/ 0 h 6857801"/>
                <a:gd name="connsiteX5031" fmla="*/ 9718280 w 12184003"/>
                <a:gd name="connsiteY5031" fmla="*/ 0 h 6857801"/>
                <a:gd name="connsiteX5032" fmla="*/ 9718280 w 12184003"/>
                <a:gd name="connsiteY5032" fmla="*/ 5273 h 6857801"/>
                <a:gd name="connsiteX5033" fmla="*/ 9764258 w 12184003"/>
                <a:gd name="connsiteY5033" fmla="*/ 5273 h 6857801"/>
                <a:gd name="connsiteX5034" fmla="*/ 9764265 w 12184003"/>
                <a:gd name="connsiteY5034" fmla="*/ 5265 h 6857801"/>
                <a:gd name="connsiteX5035" fmla="*/ 9764265 w 12184003"/>
                <a:gd name="connsiteY5035" fmla="*/ 0 h 6857801"/>
                <a:gd name="connsiteX5036" fmla="*/ 9797112 w 12184003"/>
                <a:gd name="connsiteY5036" fmla="*/ 0 h 6857801"/>
                <a:gd name="connsiteX5037" fmla="*/ 9797112 w 12184003"/>
                <a:gd name="connsiteY5037" fmla="*/ 5273 h 6857801"/>
                <a:gd name="connsiteX5038" fmla="*/ 9836528 w 12184003"/>
                <a:gd name="connsiteY5038" fmla="*/ 5273 h 6857801"/>
                <a:gd name="connsiteX5039" fmla="*/ 9836528 w 12184003"/>
                <a:gd name="connsiteY5039" fmla="*/ 0 h 6857801"/>
                <a:gd name="connsiteX5040" fmla="*/ 9854047 w 12184003"/>
                <a:gd name="connsiteY5040" fmla="*/ 0 h 6857801"/>
                <a:gd name="connsiteX5041" fmla="*/ 9854047 w 12184003"/>
                <a:gd name="connsiteY5041" fmla="*/ 5273 h 6857801"/>
                <a:gd name="connsiteX5042" fmla="*/ 9860616 w 12184003"/>
                <a:gd name="connsiteY5042" fmla="*/ 5273 h 6857801"/>
                <a:gd name="connsiteX5043" fmla="*/ 9865889 w 12184003"/>
                <a:gd name="connsiteY5043" fmla="*/ 0 h 6857801"/>
                <a:gd name="connsiteX5044" fmla="*/ 9929392 w 12184003"/>
                <a:gd name="connsiteY5044" fmla="*/ 0 h 6857801"/>
                <a:gd name="connsiteX5045" fmla="*/ 9878135 w 12184003"/>
                <a:gd name="connsiteY5045" fmla="*/ 51258 h 6857801"/>
                <a:gd name="connsiteX5046" fmla="*/ 9854047 w 12184003"/>
                <a:gd name="connsiteY5046" fmla="*/ 51258 h 6857801"/>
                <a:gd name="connsiteX5047" fmla="*/ 9854047 w 12184003"/>
                <a:gd name="connsiteY5047" fmla="*/ 158552 h 6857801"/>
                <a:gd name="connsiteX5048" fmla="*/ 9597153 w 12184003"/>
                <a:gd name="connsiteY5048" fmla="*/ 414767 h 6857801"/>
                <a:gd name="connsiteX5049" fmla="*/ 9746747 w 12184003"/>
                <a:gd name="connsiteY5049" fmla="*/ 414767 h 6857801"/>
                <a:gd name="connsiteX5050" fmla="*/ 10161512 w 12184003"/>
                <a:gd name="connsiteY5050" fmla="*/ 0 h 6857801"/>
                <a:gd name="connsiteX5051" fmla="*/ 10194360 w 12184003"/>
                <a:gd name="connsiteY5051" fmla="*/ 0 h 6857801"/>
                <a:gd name="connsiteX5052" fmla="*/ 9907466 w 12184003"/>
                <a:gd name="connsiteY5052" fmla="*/ 286895 h 6857801"/>
                <a:gd name="connsiteX5053" fmla="*/ 9924122 w 12184003"/>
                <a:gd name="connsiteY5053" fmla="*/ 280082 h 6857801"/>
                <a:gd name="connsiteX5054" fmla="*/ 9948209 w 12184003"/>
                <a:gd name="connsiteY5054" fmla="*/ 289936 h 6857801"/>
                <a:gd name="connsiteX5055" fmla="*/ 9948209 w 12184003"/>
                <a:gd name="connsiteY5055" fmla="*/ 338112 h 6857801"/>
                <a:gd name="connsiteX5056" fmla="*/ 9924122 w 12184003"/>
                <a:gd name="connsiteY5056" fmla="*/ 347965 h 6857801"/>
                <a:gd name="connsiteX5057" fmla="*/ 9916864 w 12184003"/>
                <a:gd name="connsiteY5057" fmla="*/ 344997 h 6857801"/>
                <a:gd name="connsiteX5058" fmla="*/ 9846353 w 12184003"/>
                <a:gd name="connsiteY5058" fmla="*/ 414767 h 6857801"/>
                <a:gd name="connsiteX5059" fmla="*/ 10083978 w 12184003"/>
                <a:gd name="connsiteY5059" fmla="*/ 414767 h 6857801"/>
                <a:gd name="connsiteX5060" fmla="*/ 10305152 w 12184003"/>
                <a:gd name="connsiteY5060" fmla="*/ 193592 h 6857801"/>
                <a:gd name="connsiteX5061" fmla="*/ 10305148 w 12184003"/>
                <a:gd name="connsiteY5061" fmla="*/ 193591 h 6857801"/>
                <a:gd name="connsiteX5062" fmla="*/ 10305148 w 12184003"/>
                <a:gd name="connsiteY5062" fmla="*/ 130087 h 6857801"/>
                <a:gd name="connsiteX5063" fmla="*/ 10368652 w 12184003"/>
                <a:gd name="connsiteY5063" fmla="*/ 130087 h 6857801"/>
                <a:gd name="connsiteX5064" fmla="*/ 10368652 w 12184003"/>
                <a:gd name="connsiteY5064" fmla="*/ 193591 h 6857801"/>
                <a:gd name="connsiteX5065" fmla="*/ 10336900 w 12184003"/>
                <a:gd name="connsiteY5065" fmla="*/ 206730 h 6857801"/>
                <a:gd name="connsiteX5066" fmla="*/ 10329934 w 12184003"/>
                <a:gd name="connsiteY5066" fmla="*/ 203848 h 6857801"/>
                <a:gd name="connsiteX5067" fmla="*/ 10094926 w 12184003"/>
                <a:gd name="connsiteY5067" fmla="*/ 438856 h 6857801"/>
                <a:gd name="connsiteX5068" fmla="*/ 9822008 w 12184003"/>
                <a:gd name="connsiteY5068" fmla="*/ 438856 h 6857801"/>
                <a:gd name="connsiteX5069" fmla="*/ 9744556 w 12184003"/>
                <a:gd name="connsiteY5069" fmla="*/ 515492 h 6857801"/>
                <a:gd name="connsiteX5070" fmla="*/ 9678529 w 12184003"/>
                <a:gd name="connsiteY5070" fmla="*/ 515832 h 6857801"/>
                <a:gd name="connsiteX5071" fmla="*/ 9149037 w 12184003"/>
                <a:gd name="connsiteY5071" fmla="*/ 1045325 h 6857801"/>
                <a:gd name="connsiteX5072" fmla="*/ 9157688 w 12184003"/>
                <a:gd name="connsiteY5072" fmla="*/ 1066230 h 6857801"/>
                <a:gd name="connsiteX5073" fmla="*/ 9144549 w 12184003"/>
                <a:gd name="connsiteY5073" fmla="*/ 1097982 h 6857801"/>
                <a:gd name="connsiteX5074" fmla="*/ 9124842 w 12184003"/>
                <a:gd name="connsiteY5074" fmla="*/ 1106069 h 6857801"/>
                <a:gd name="connsiteX5075" fmla="*/ 9124842 w 12184003"/>
                <a:gd name="connsiteY5075" fmla="*/ 1179004 h 6857801"/>
                <a:gd name="connsiteX5076" fmla="*/ 9283074 w 12184003"/>
                <a:gd name="connsiteY5076" fmla="*/ 1020772 h 6857801"/>
                <a:gd name="connsiteX5077" fmla="*/ 9277032 w 12184003"/>
                <a:gd name="connsiteY5077" fmla="*/ 1006004 h 6857801"/>
                <a:gd name="connsiteX5078" fmla="*/ 9286887 w 12184003"/>
                <a:gd name="connsiteY5078" fmla="*/ 981916 h 6857801"/>
                <a:gd name="connsiteX5079" fmla="*/ 9335063 w 12184003"/>
                <a:gd name="connsiteY5079" fmla="*/ 981916 h 6857801"/>
                <a:gd name="connsiteX5080" fmla="*/ 9342230 w 12184003"/>
                <a:gd name="connsiteY5080" fmla="*/ 999440 h 6857801"/>
                <a:gd name="connsiteX5081" fmla="*/ 9786858 w 12184003"/>
                <a:gd name="connsiteY5081" fmla="*/ 999440 h 6857801"/>
                <a:gd name="connsiteX5082" fmla="*/ 9794923 w 12184003"/>
                <a:gd name="connsiteY5082" fmla="*/ 979728 h 6857801"/>
                <a:gd name="connsiteX5083" fmla="*/ 9819010 w 12184003"/>
                <a:gd name="connsiteY5083" fmla="*/ 969873 h 6857801"/>
                <a:gd name="connsiteX5084" fmla="*/ 9841547 w 12184003"/>
                <a:gd name="connsiteY5084" fmla="*/ 979093 h 6857801"/>
                <a:gd name="connsiteX5085" fmla="*/ 10721211 w 12184003"/>
                <a:gd name="connsiteY5085" fmla="*/ 99427 h 6857801"/>
                <a:gd name="connsiteX5086" fmla="*/ 10721211 w 12184003"/>
                <a:gd name="connsiteY5086" fmla="*/ 0 h 6857801"/>
                <a:gd name="connsiteX5087" fmla="*/ 10738730 w 12184003"/>
                <a:gd name="connsiteY5087" fmla="*/ 0 h 6857801"/>
                <a:gd name="connsiteX5088" fmla="*/ 10738730 w 12184003"/>
                <a:gd name="connsiteY5088" fmla="*/ 105997 h 6857801"/>
                <a:gd name="connsiteX5089" fmla="*/ 9849457 w 12184003"/>
                <a:gd name="connsiteY5089" fmla="*/ 995270 h 6857801"/>
                <a:gd name="connsiteX5090" fmla="*/ 9852952 w 12184003"/>
                <a:gd name="connsiteY5090" fmla="*/ 1003815 h 6857801"/>
                <a:gd name="connsiteX5091" fmla="*/ 9843099 w 12184003"/>
                <a:gd name="connsiteY5091" fmla="*/ 1027903 h 6857801"/>
                <a:gd name="connsiteX5092" fmla="*/ 9794923 w 12184003"/>
                <a:gd name="connsiteY5092" fmla="*/ 1027903 h 6857801"/>
                <a:gd name="connsiteX5093" fmla="*/ 9790445 w 12184003"/>
                <a:gd name="connsiteY5093" fmla="*/ 1016958 h 6857801"/>
                <a:gd name="connsiteX5094" fmla="*/ 9340436 w 12184003"/>
                <a:gd name="connsiteY5094" fmla="*/ 1016958 h 6857801"/>
                <a:gd name="connsiteX5095" fmla="*/ 9335063 w 12184003"/>
                <a:gd name="connsiteY5095" fmla="*/ 1030092 h 6857801"/>
                <a:gd name="connsiteX5096" fmla="*/ 9310975 w 12184003"/>
                <a:gd name="connsiteY5096" fmla="*/ 1039947 h 6857801"/>
                <a:gd name="connsiteX5097" fmla="*/ 9296158 w 12184003"/>
                <a:gd name="connsiteY5097" fmla="*/ 1033885 h 6857801"/>
                <a:gd name="connsiteX5098" fmla="*/ 9124842 w 12184003"/>
                <a:gd name="connsiteY5098" fmla="*/ 1204397 h 6857801"/>
                <a:gd name="connsiteX5099" fmla="*/ 9124842 w 12184003"/>
                <a:gd name="connsiteY5099" fmla="*/ 1465876 h 6857801"/>
                <a:gd name="connsiteX5100" fmla="*/ 9471366 w 12184003"/>
                <a:gd name="connsiteY5100" fmla="*/ 1119351 h 6857801"/>
                <a:gd name="connsiteX5101" fmla="*/ 9462071 w 12184003"/>
                <a:gd name="connsiteY5101" fmla="*/ 1096889 h 6857801"/>
                <a:gd name="connsiteX5102" fmla="*/ 9475210 w 12184003"/>
                <a:gd name="connsiteY5102" fmla="*/ 1065137 h 6857801"/>
                <a:gd name="connsiteX5103" fmla="*/ 9538715 w 12184003"/>
                <a:gd name="connsiteY5103" fmla="*/ 1065137 h 6857801"/>
                <a:gd name="connsiteX5104" fmla="*/ 9549590 w 12184003"/>
                <a:gd name="connsiteY5104" fmla="*/ 1091419 h 6857801"/>
                <a:gd name="connsiteX5105" fmla="*/ 10151029 w 12184003"/>
                <a:gd name="connsiteY5105" fmla="*/ 1091419 h 6857801"/>
                <a:gd name="connsiteX5106" fmla="*/ 10162810 w 12184003"/>
                <a:gd name="connsiteY5106" fmla="*/ 1062947 h 6857801"/>
                <a:gd name="connsiteX5107" fmla="*/ 10226314 w 12184003"/>
                <a:gd name="connsiteY5107" fmla="*/ 1062947 h 6857801"/>
                <a:gd name="connsiteX5108" fmla="*/ 10226315 w 12184003"/>
                <a:gd name="connsiteY5108" fmla="*/ 1062949 h 6857801"/>
                <a:gd name="connsiteX5109" fmla="*/ 11289265 w 12184003"/>
                <a:gd name="connsiteY5109" fmla="*/ 0 h 6857801"/>
                <a:gd name="connsiteX5110" fmla="*/ 11321907 w 12184003"/>
                <a:gd name="connsiteY5110" fmla="*/ 0 h 6857801"/>
                <a:gd name="connsiteX5111" fmla="*/ 10235303 w 12184003"/>
                <a:gd name="connsiteY5111" fmla="*/ 1084671 h 6857801"/>
                <a:gd name="connsiteX5112" fmla="*/ 10239453 w 12184003"/>
                <a:gd name="connsiteY5112" fmla="*/ 1094700 h 6857801"/>
                <a:gd name="connsiteX5113" fmla="*/ 10226314 w 12184003"/>
                <a:gd name="connsiteY5113" fmla="*/ 1126451 h 6857801"/>
                <a:gd name="connsiteX5114" fmla="*/ 10162810 w 12184003"/>
                <a:gd name="connsiteY5114" fmla="*/ 1126451 h 6857801"/>
                <a:gd name="connsiteX5115" fmla="*/ 10157375 w 12184003"/>
                <a:gd name="connsiteY5115" fmla="*/ 1113317 h 6857801"/>
                <a:gd name="connsiteX5116" fmla="*/ 9545056 w 12184003"/>
                <a:gd name="connsiteY5116" fmla="*/ 1113317 h 6857801"/>
                <a:gd name="connsiteX5117" fmla="*/ 9538715 w 12184003"/>
                <a:gd name="connsiteY5117" fmla="*/ 1128641 h 6857801"/>
                <a:gd name="connsiteX5118" fmla="*/ 9506963 w 12184003"/>
                <a:gd name="connsiteY5118" fmla="*/ 1141781 h 6857801"/>
                <a:gd name="connsiteX5119" fmla="*/ 9489153 w 12184003"/>
                <a:gd name="connsiteY5119" fmla="*/ 1134411 h 6857801"/>
                <a:gd name="connsiteX5120" fmla="*/ 9124842 w 12184003"/>
                <a:gd name="connsiteY5120" fmla="*/ 1498723 h 6857801"/>
                <a:gd name="connsiteX5121" fmla="*/ 9124842 w 12184003"/>
                <a:gd name="connsiteY5121" fmla="*/ 1693616 h 6857801"/>
                <a:gd name="connsiteX5122" fmla="*/ 9076674 w 12184003"/>
                <a:gd name="connsiteY5122" fmla="*/ 1741783 h 6857801"/>
                <a:gd name="connsiteX5123" fmla="*/ 9556233 w 12184003"/>
                <a:gd name="connsiteY5123" fmla="*/ 1741783 h 6857801"/>
                <a:gd name="connsiteX5124" fmla="*/ 9972297 w 12184003"/>
                <a:gd name="connsiteY5124" fmla="*/ 1325719 h 6857801"/>
                <a:gd name="connsiteX5125" fmla="*/ 10129963 w 12184003"/>
                <a:gd name="connsiteY5125" fmla="*/ 1325719 h 6857801"/>
                <a:gd name="connsiteX5126" fmla="*/ 10887637 w 12184003"/>
                <a:gd name="connsiteY5126" fmla="*/ 568045 h 6857801"/>
                <a:gd name="connsiteX5127" fmla="*/ 10887637 w 12184003"/>
                <a:gd name="connsiteY5127" fmla="*/ 449795 h 6857801"/>
                <a:gd name="connsiteX5128" fmla="*/ 11187640 w 12184003"/>
                <a:gd name="connsiteY5128" fmla="*/ 149792 h 6857801"/>
                <a:gd name="connsiteX5129" fmla="*/ 11200780 w 12184003"/>
                <a:gd name="connsiteY5129" fmla="*/ 160740 h 6857801"/>
                <a:gd name="connsiteX5130" fmla="*/ 10905154 w 12184003"/>
                <a:gd name="connsiteY5130" fmla="*/ 456365 h 6857801"/>
                <a:gd name="connsiteX5131" fmla="*/ 10905154 w 12184003"/>
                <a:gd name="connsiteY5131" fmla="*/ 574615 h 6857801"/>
                <a:gd name="connsiteX5132" fmla="*/ 10138722 w 12184003"/>
                <a:gd name="connsiteY5132" fmla="*/ 1343237 h 6857801"/>
                <a:gd name="connsiteX5133" fmla="*/ 9978866 w 12184003"/>
                <a:gd name="connsiteY5133" fmla="*/ 1343237 h 6857801"/>
                <a:gd name="connsiteX5134" fmla="*/ 9562802 w 12184003"/>
                <a:gd name="connsiteY5134" fmla="*/ 1759301 h 6857801"/>
                <a:gd name="connsiteX5135" fmla="*/ 9059156 w 12184003"/>
                <a:gd name="connsiteY5135" fmla="*/ 1759301 h 6857801"/>
                <a:gd name="connsiteX5136" fmla="*/ 8722445 w 12184003"/>
                <a:gd name="connsiteY5136" fmla="*/ 2095982 h 6857801"/>
                <a:gd name="connsiteX5137" fmla="*/ 9270703 w 12184003"/>
                <a:gd name="connsiteY5137" fmla="*/ 2095167 h 6857801"/>
                <a:gd name="connsiteX5138" fmla="*/ 9335064 w 12184003"/>
                <a:gd name="connsiteY5138" fmla="*/ 2030830 h 6857801"/>
                <a:gd name="connsiteX5139" fmla="*/ 9326304 w 12184003"/>
                <a:gd name="connsiteY5139" fmla="*/ 2008930 h 6857801"/>
                <a:gd name="connsiteX5140" fmla="*/ 9372289 w 12184003"/>
                <a:gd name="connsiteY5140" fmla="*/ 1962944 h 6857801"/>
                <a:gd name="connsiteX5141" fmla="*/ 9414478 w 12184003"/>
                <a:gd name="connsiteY5141" fmla="*/ 1990659 h 6857801"/>
                <a:gd name="connsiteX5142" fmla="*/ 9416000 w 12184003"/>
                <a:gd name="connsiteY5142" fmla="*/ 1997986 h 6857801"/>
                <a:gd name="connsiteX5143" fmla="*/ 9935081 w 12184003"/>
                <a:gd name="connsiteY5143" fmla="*/ 1997986 h 6857801"/>
                <a:gd name="connsiteX5144" fmla="*/ 10373671 w 12184003"/>
                <a:gd name="connsiteY5144" fmla="*/ 1559398 h 6857801"/>
                <a:gd name="connsiteX5145" fmla="*/ 10349039 w 12184003"/>
                <a:gd name="connsiteY5145" fmla="*/ 1549546 h 6857801"/>
                <a:gd name="connsiteX5146" fmla="*/ 10070839 w 12184003"/>
                <a:gd name="connsiteY5146" fmla="*/ 1833750 h 6857801"/>
                <a:gd name="connsiteX5147" fmla="*/ 9742366 w 12184003"/>
                <a:gd name="connsiteY5147" fmla="*/ 1833750 h 6857801"/>
                <a:gd name="connsiteX5148" fmla="*/ 9733607 w 12184003"/>
                <a:gd name="connsiteY5148" fmla="*/ 1855647 h 6857801"/>
                <a:gd name="connsiteX5149" fmla="*/ 9700760 w 12184003"/>
                <a:gd name="connsiteY5149" fmla="*/ 1868785 h 6857801"/>
                <a:gd name="connsiteX5150" fmla="*/ 9654774 w 12184003"/>
                <a:gd name="connsiteY5150" fmla="*/ 1822800 h 6857801"/>
                <a:gd name="connsiteX5151" fmla="*/ 9700760 w 12184003"/>
                <a:gd name="connsiteY5151" fmla="*/ 1776813 h 6857801"/>
                <a:gd name="connsiteX5152" fmla="*/ 9733607 w 12184003"/>
                <a:gd name="connsiteY5152" fmla="*/ 1789952 h 6857801"/>
                <a:gd name="connsiteX5153" fmla="*/ 9742367 w 12184003"/>
                <a:gd name="connsiteY5153" fmla="*/ 1811852 h 6857801"/>
                <a:gd name="connsiteX5154" fmla="*/ 10062080 w 12184003"/>
                <a:gd name="connsiteY5154" fmla="*/ 1811852 h 6857801"/>
                <a:gd name="connsiteX5155" fmla="*/ 10335169 w 12184003"/>
                <a:gd name="connsiteY5155" fmla="*/ 1528868 h 6857801"/>
                <a:gd name="connsiteX5156" fmla="*/ 10329235 w 12184003"/>
                <a:gd name="connsiteY5156" fmla="*/ 1514033 h 6857801"/>
                <a:gd name="connsiteX5157" fmla="*/ 10375222 w 12184003"/>
                <a:gd name="connsiteY5157" fmla="*/ 1468047 h 6857801"/>
                <a:gd name="connsiteX5158" fmla="*/ 10408069 w 12184003"/>
                <a:gd name="connsiteY5158" fmla="*/ 1481186 h 6857801"/>
                <a:gd name="connsiteX5159" fmla="*/ 10415079 w 12184003"/>
                <a:gd name="connsiteY5159" fmla="*/ 1498710 h 6857801"/>
                <a:gd name="connsiteX5160" fmla="*/ 10648960 w 12184003"/>
                <a:gd name="connsiteY5160" fmla="*/ 1498710 h 6857801"/>
                <a:gd name="connsiteX5161" fmla="*/ 11640931 w 12184003"/>
                <a:gd name="connsiteY5161" fmla="*/ 506740 h 6857801"/>
                <a:gd name="connsiteX5162" fmla="*/ 11640931 w 12184003"/>
                <a:gd name="connsiteY5162" fmla="*/ 346882 h 6857801"/>
                <a:gd name="connsiteX5163" fmla="*/ 11987813 w 12184003"/>
                <a:gd name="connsiteY5163" fmla="*/ 0 h 6857801"/>
                <a:gd name="connsiteX5164" fmla="*/ 12018471 w 12184003"/>
                <a:gd name="connsiteY5164" fmla="*/ 0 h 6857801"/>
                <a:gd name="connsiteX5165" fmla="*/ 11662829 w 12184003"/>
                <a:gd name="connsiteY5165" fmla="*/ 355643 h 6857801"/>
                <a:gd name="connsiteX5166" fmla="*/ 11662829 w 12184003"/>
                <a:gd name="connsiteY5166" fmla="*/ 517688 h 6857801"/>
                <a:gd name="connsiteX5167" fmla="*/ 10681809 w 12184003"/>
                <a:gd name="connsiteY5167" fmla="*/ 1498710 h 6857801"/>
                <a:gd name="connsiteX5168" fmla="*/ 11040923 w 12184003"/>
                <a:gd name="connsiteY5168" fmla="*/ 1498710 h 6857801"/>
                <a:gd name="connsiteX5169" fmla="*/ 11136509 w 12184003"/>
                <a:gd name="connsiteY5169" fmla="*/ 1404743 h 6857801"/>
                <a:gd name="connsiteX5170" fmla="*/ 11132313 w 12184003"/>
                <a:gd name="connsiteY5170" fmla="*/ 1398726 h 6857801"/>
                <a:gd name="connsiteX5171" fmla="*/ 11128516 w 12184003"/>
                <a:gd name="connsiteY5171" fmla="*/ 1380454 h 6857801"/>
                <a:gd name="connsiteX5172" fmla="*/ 11174501 w 12184003"/>
                <a:gd name="connsiteY5172" fmla="*/ 1334468 h 6857801"/>
                <a:gd name="connsiteX5173" fmla="*/ 11207349 w 12184003"/>
                <a:gd name="connsiteY5173" fmla="*/ 1347607 h 6857801"/>
                <a:gd name="connsiteX5174" fmla="*/ 11216986 w 12184003"/>
                <a:gd name="connsiteY5174" fmla="*/ 1371701 h 6857801"/>
                <a:gd name="connsiteX5175" fmla="*/ 11707936 w 12184003"/>
                <a:gd name="connsiteY5175" fmla="*/ 1371701 h 6857801"/>
                <a:gd name="connsiteX5176" fmla="*/ 11717575 w 12184003"/>
                <a:gd name="connsiteY5176" fmla="*/ 1347606 h 6857801"/>
                <a:gd name="connsiteX5177" fmla="*/ 11750421 w 12184003"/>
                <a:gd name="connsiteY5177" fmla="*/ 1334467 h 6857801"/>
                <a:gd name="connsiteX5178" fmla="*/ 11796407 w 12184003"/>
                <a:gd name="connsiteY5178" fmla="*/ 1380454 h 6857801"/>
                <a:gd name="connsiteX5179" fmla="*/ 11787487 w 12184003"/>
                <a:gd name="connsiteY5179" fmla="*/ 1402197 h 6857801"/>
                <a:gd name="connsiteX5180" fmla="*/ 12100790 w 12184003"/>
                <a:gd name="connsiteY5180" fmla="*/ 1715500 h 6857801"/>
                <a:gd name="connsiteX5181" fmla="*/ 12085462 w 12184003"/>
                <a:gd name="connsiteY5181" fmla="*/ 1730829 h 6857801"/>
                <a:gd name="connsiteX5182" fmla="*/ 11772559 w 12184003"/>
                <a:gd name="connsiteY5182" fmla="*/ 1419945 h 6857801"/>
                <a:gd name="connsiteX5183" fmla="*/ 11768692 w 12184003"/>
                <a:gd name="connsiteY5183" fmla="*/ 1422642 h 6857801"/>
                <a:gd name="connsiteX5184" fmla="*/ 11750421 w 12184003"/>
                <a:gd name="connsiteY5184" fmla="*/ 1426439 h 6857801"/>
                <a:gd name="connsiteX5185" fmla="*/ 11717575 w 12184003"/>
                <a:gd name="connsiteY5185" fmla="*/ 1413301 h 6857801"/>
                <a:gd name="connsiteX5186" fmla="*/ 11709694 w 12184003"/>
                <a:gd name="connsiteY5186" fmla="*/ 1393600 h 6857801"/>
                <a:gd name="connsiteX5187" fmla="*/ 11215095 w 12184003"/>
                <a:gd name="connsiteY5187" fmla="*/ 1393600 h 6857801"/>
                <a:gd name="connsiteX5188" fmla="*/ 11207349 w 12184003"/>
                <a:gd name="connsiteY5188" fmla="*/ 1412480 h 6857801"/>
                <a:gd name="connsiteX5189" fmla="*/ 11174501 w 12184003"/>
                <a:gd name="connsiteY5189" fmla="*/ 1426440 h 6857801"/>
                <a:gd name="connsiteX5190" fmla="*/ 11154320 w 12184003"/>
                <a:gd name="connsiteY5190" fmla="*/ 1418160 h 6857801"/>
                <a:gd name="connsiteX5191" fmla="*/ 11049683 w 12184003"/>
                <a:gd name="connsiteY5191" fmla="*/ 1522797 h 6857801"/>
                <a:gd name="connsiteX5192" fmla="*/ 10657721 w 12184003"/>
                <a:gd name="connsiteY5192" fmla="*/ 1522797 h 6857801"/>
                <a:gd name="connsiteX5193" fmla="*/ 10627049 w 12184003"/>
                <a:gd name="connsiteY5193" fmla="*/ 1553468 h 6857801"/>
                <a:gd name="connsiteX5194" fmla="*/ 10412448 w 12184003"/>
                <a:gd name="connsiteY5194" fmla="*/ 1553468 h 6857801"/>
                <a:gd name="connsiteX5195" fmla="*/ 9967928 w 12184003"/>
                <a:gd name="connsiteY5195" fmla="*/ 1997986 h 6857801"/>
                <a:gd name="connsiteX5196" fmla="*/ 10034480 w 12184003"/>
                <a:gd name="connsiteY5196" fmla="*/ 1997986 h 6857801"/>
                <a:gd name="connsiteX5197" fmla="*/ 10059569 w 12184003"/>
                <a:gd name="connsiteY5197" fmla="*/ 1972410 h 6857801"/>
                <a:gd name="connsiteX5198" fmla="*/ 10055509 w 12184003"/>
                <a:gd name="connsiteY5198" fmla="*/ 1962937 h 6857801"/>
                <a:gd name="connsiteX5199" fmla="*/ 10088357 w 12184003"/>
                <a:gd name="connsiteY5199" fmla="*/ 1930090 h 6857801"/>
                <a:gd name="connsiteX5200" fmla="*/ 10111350 w 12184003"/>
                <a:gd name="connsiteY5200" fmla="*/ 1939944 h 6857801"/>
                <a:gd name="connsiteX5201" fmla="*/ 10116514 w 12184003"/>
                <a:gd name="connsiteY5201" fmla="*/ 1951992 h 6857801"/>
                <a:gd name="connsiteX5202" fmla="*/ 10305155 w 12184003"/>
                <a:gd name="connsiteY5202" fmla="*/ 1951992 h 6857801"/>
                <a:gd name="connsiteX5203" fmla="*/ 10664277 w 12184003"/>
                <a:gd name="connsiteY5203" fmla="*/ 1592871 h 6857801"/>
                <a:gd name="connsiteX5204" fmla="*/ 11695235 w 12184003"/>
                <a:gd name="connsiteY5204" fmla="*/ 1592871 h 6857801"/>
                <a:gd name="connsiteX5205" fmla="*/ 11706625 w 12184003"/>
                <a:gd name="connsiteY5205" fmla="*/ 1564397 h 6857801"/>
                <a:gd name="connsiteX5206" fmla="*/ 11739471 w 12184003"/>
                <a:gd name="connsiteY5206" fmla="*/ 1551259 h 6857801"/>
                <a:gd name="connsiteX5207" fmla="*/ 11785458 w 12184003"/>
                <a:gd name="connsiteY5207" fmla="*/ 1597245 h 6857801"/>
                <a:gd name="connsiteX5208" fmla="*/ 11774081 w 12184003"/>
                <a:gd name="connsiteY5208" fmla="*/ 1625686 h 6857801"/>
                <a:gd name="connsiteX5209" fmla="*/ 11921226 w 12184003"/>
                <a:gd name="connsiteY5209" fmla="*/ 1774626 h 6857801"/>
                <a:gd name="connsiteX5210" fmla="*/ 12100790 w 12184003"/>
                <a:gd name="connsiteY5210" fmla="*/ 1774626 h 6857801"/>
                <a:gd name="connsiteX5211" fmla="*/ 12100790 w 12184003"/>
                <a:gd name="connsiteY5211" fmla="*/ 1796524 h 6857801"/>
                <a:gd name="connsiteX5212" fmla="*/ 11912467 w 12184003"/>
                <a:gd name="connsiteY5212" fmla="*/ 1796524 h 6857801"/>
                <a:gd name="connsiteX5213" fmla="*/ 11752166 w 12184003"/>
                <a:gd name="connsiteY5213" fmla="*/ 1638152 h 6857801"/>
                <a:gd name="connsiteX5214" fmla="*/ 11739471 w 12184003"/>
                <a:gd name="connsiteY5214" fmla="*/ 1643230 h 6857801"/>
                <a:gd name="connsiteX5215" fmla="*/ 11706625 w 12184003"/>
                <a:gd name="connsiteY5215" fmla="*/ 1630092 h 6857801"/>
                <a:gd name="connsiteX5216" fmla="*/ 11701371 w 12184003"/>
                <a:gd name="connsiteY5216" fmla="*/ 1616958 h 6857801"/>
                <a:gd name="connsiteX5217" fmla="*/ 10673037 w 12184003"/>
                <a:gd name="connsiteY5217" fmla="*/ 1616958 h 6857801"/>
                <a:gd name="connsiteX5218" fmla="*/ 10338002 w 12184003"/>
                <a:gd name="connsiteY5218" fmla="*/ 1951992 h 6857801"/>
                <a:gd name="connsiteX5219" fmla="*/ 10467200 w 12184003"/>
                <a:gd name="connsiteY5219" fmla="*/ 1951992 h 6857801"/>
                <a:gd name="connsiteX5220" fmla="*/ 10574494 w 12184003"/>
                <a:gd name="connsiteY5220" fmla="*/ 1844699 h 6857801"/>
                <a:gd name="connsiteX5221" fmla="*/ 10655198 w 12184003"/>
                <a:gd name="connsiteY5221" fmla="*/ 1844699 h 6857801"/>
                <a:gd name="connsiteX5222" fmla="*/ 10656611 w 12184003"/>
                <a:gd name="connsiteY5222" fmla="*/ 1841402 h 6857801"/>
                <a:gd name="connsiteX5223" fmla="*/ 10679605 w 12184003"/>
                <a:gd name="connsiteY5223" fmla="*/ 1831547 h 6857801"/>
                <a:gd name="connsiteX5224" fmla="*/ 10702598 w 12184003"/>
                <a:gd name="connsiteY5224" fmla="*/ 1841402 h 6857801"/>
                <a:gd name="connsiteX5225" fmla="*/ 10704011 w 12184003"/>
                <a:gd name="connsiteY5225" fmla="*/ 1844699 h 6857801"/>
                <a:gd name="connsiteX5226" fmla="*/ 10985738 w 12184003"/>
                <a:gd name="connsiteY5226" fmla="*/ 1844699 h 6857801"/>
                <a:gd name="connsiteX5227" fmla="*/ 10992747 w 12184003"/>
                <a:gd name="connsiteY5227" fmla="*/ 1827175 h 6857801"/>
                <a:gd name="connsiteX5228" fmla="*/ 11025593 w 12184003"/>
                <a:gd name="connsiteY5228" fmla="*/ 1814036 h 6857801"/>
                <a:gd name="connsiteX5229" fmla="*/ 11058442 w 12184003"/>
                <a:gd name="connsiteY5229" fmla="*/ 1827175 h 6857801"/>
                <a:gd name="connsiteX5230" fmla="*/ 11069828 w 12184003"/>
                <a:gd name="connsiteY5230" fmla="*/ 1855641 h 6857801"/>
                <a:gd name="connsiteX5231" fmla="*/ 11075332 w 12184003"/>
                <a:gd name="connsiteY5231" fmla="*/ 1855641 h 6857801"/>
                <a:gd name="connsiteX5232" fmla="*/ 11081434 w 12184003"/>
                <a:gd name="connsiteY5232" fmla="*/ 1841402 h 6857801"/>
                <a:gd name="connsiteX5233" fmla="*/ 11104427 w 12184003"/>
                <a:gd name="connsiteY5233" fmla="*/ 1831547 h 6857801"/>
                <a:gd name="connsiteX5234" fmla="*/ 11137274 w 12184003"/>
                <a:gd name="connsiteY5234" fmla="*/ 1864396 h 6857801"/>
                <a:gd name="connsiteX5235" fmla="*/ 11131302 w 12184003"/>
                <a:gd name="connsiteY5235" fmla="*/ 1878329 h 6857801"/>
                <a:gd name="connsiteX5236" fmla="*/ 11362825 w 12184003"/>
                <a:gd name="connsiteY5236" fmla="*/ 2111829 h 6857801"/>
                <a:gd name="connsiteX5237" fmla="*/ 11351876 w 12184003"/>
                <a:gd name="connsiteY5237" fmla="*/ 2122779 h 6857801"/>
                <a:gd name="connsiteX5238" fmla="*/ 11119753 w 12184003"/>
                <a:gd name="connsiteY5238" fmla="*/ 1890674 h 6857801"/>
                <a:gd name="connsiteX5239" fmla="*/ 11104427 w 12184003"/>
                <a:gd name="connsiteY5239" fmla="*/ 1897241 h 6857801"/>
                <a:gd name="connsiteX5240" fmla="*/ 11081434 w 12184003"/>
                <a:gd name="connsiteY5240" fmla="*/ 1887387 h 6857801"/>
                <a:gd name="connsiteX5241" fmla="*/ 11075337 w 12184003"/>
                <a:gd name="connsiteY5241" fmla="*/ 1873160 h 6857801"/>
                <a:gd name="connsiteX5242" fmla="*/ 11066326 w 12184003"/>
                <a:gd name="connsiteY5242" fmla="*/ 1873160 h 6857801"/>
                <a:gd name="connsiteX5243" fmla="*/ 11065323 w 12184003"/>
                <a:gd name="connsiteY5243" fmla="*/ 1875668 h 6857801"/>
                <a:gd name="connsiteX5244" fmla="*/ 11345303 w 12184003"/>
                <a:gd name="connsiteY5244" fmla="*/ 2155633 h 6857801"/>
                <a:gd name="connsiteX5245" fmla="*/ 11362825 w 12184003"/>
                <a:gd name="connsiteY5245" fmla="*/ 2155633 h 6857801"/>
                <a:gd name="connsiteX5246" fmla="*/ 11362825 w 12184003"/>
                <a:gd name="connsiteY5246" fmla="*/ 2170962 h 6857801"/>
                <a:gd name="connsiteX5247" fmla="*/ 11360632 w 12184003"/>
                <a:gd name="connsiteY5247" fmla="*/ 2170962 h 6857801"/>
                <a:gd name="connsiteX5248" fmla="*/ 11470126 w 12184003"/>
                <a:gd name="connsiteY5248" fmla="*/ 2280447 h 6857801"/>
                <a:gd name="connsiteX5249" fmla="*/ 12078892 w 12184003"/>
                <a:gd name="connsiteY5249" fmla="*/ 2280447 h 6857801"/>
                <a:gd name="connsiteX5250" fmla="*/ 12078892 w 12184003"/>
                <a:gd name="connsiteY5250" fmla="*/ 2302345 h 6857801"/>
                <a:gd name="connsiteX5251" fmla="*/ 11459178 w 12184003"/>
                <a:gd name="connsiteY5251" fmla="*/ 2302345 h 6857801"/>
                <a:gd name="connsiteX5252" fmla="*/ 11327785 w 12184003"/>
                <a:gd name="connsiteY5252" fmla="*/ 2170962 h 6857801"/>
                <a:gd name="connsiteX5253" fmla="*/ 11222678 w 12184003"/>
                <a:gd name="connsiteY5253" fmla="*/ 2170962 h 6857801"/>
                <a:gd name="connsiteX5254" fmla="*/ 11105518 w 12184003"/>
                <a:gd name="connsiteY5254" fmla="*/ 2053815 h 6857801"/>
                <a:gd name="connsiteX5255" fmla="*/ 11097859 w 12184003"/>
                <a:gd name="connsiteY5255" fmla="*/ 2057097 h 6857801"/>
                <a:gd name="connsiteX5256" fmla="*/ 11074866 w 12184003"/>
                <a:gd name="connsiteY5256" fmla="*/ 2047243 h 6857801"/>
                <a:gd name="connsiteX5257" fmla="*/ 11070645 w 12184003"/>
                <a:gd name="connsiteY5257" fmla="*/ 2037395 h 6857801"/>
                <a:gd name="connsiteX5258" fmla="*/ 10413748 w 12184003"/>
                <a:gd name="connsiteY5258" fmla="*/ 2037395 h 6857801"/>
                <a:gd name="connsiteX5259" fmla="*/ 10242032 w 12184003"/>
                <a:gd name="connsiteY5259" fmla="*/ 2208188 h 6857801"/>
                <a:gd name="connsiteX5260" fmla="*/ 10538829 w 12184003"/>
                <a:gd name="connsiteY5260" fmla="*/ 2208188 h 6857801"/>
                <a:gd name="connsiteX5261" fmla="*/ 10544931 w 12184003"/>
                <a:gd name="connsiteY5261" fmla="*/ 2193949 h 6857801"/>
                <a:gd name="connsiteX5262" fmla="*/ 10567924 w 12184003"/>
                <a:gd name="connsiteY5262" fmla="*/ 2184096 h 6857801"/>
                <a:gd name="connsiteX5263" fmla="*/ 10600771 w 12184003"/>
                <a:gd name="connsiteY5263" fmla="*/ 2216942 h 6857801"/>
                <a:gd name="connsiteX5264" fmla="*/ 10595557 w 12184003"/>
                <a:gd name="connsiteY5264" fmla="*/ 2229107 h 6857801"/>
                <a:gd name="connsiteX5265" fmla="*/ 10896396 w 12184003"/>
                <a:gd name="connsiteY5265" fmla="*/ 2527901 h 6857801"/>
                <a:gd name="connsiteX5266" fmla="*/ 11345307 w 12184003"/>
                <a:gd name="connsiteY5266" fmla="*/ 2527901 h 6857801"/>
                <a:gd name="connsiteX5267" fmla="*/ 11345307 w 12184003"/>
                <a:gd name="connsiteY5267" fmla="*/ 2545420 h 6857801"/>
                <a:gd name="connsiteX5268" fmla="*/ 10889826 w 12184003"/>
                <a:gd name="connsiteY5268" fmla="*/ 2545420 h 6857801"/>
                <a:gd name="connsiteX5269" fmla="*/ 10586315 w 12184003"/>
                <a:gd name="connsiteY5269" fmla="*/ 2241906 h 6857801"/>
                <a:gd name="connsiteX5270" fmla="*/ 10567924 w 12184003"/>
                <a:gd name="connsiteY5270" fmla="*/ 2249791 h 6857801"/>
                <a:gd name="connsiteX5271" fmla="*/ 10544931 w 12184003"/>
                <a:gd name="connsiteY5271" fmla="*/ 2239935 h 6857801"/>
                <a:gd name="connsiteX5272" fmla="*/ 10537895 w 12184003"/>
                <a:gd name="connsiteY5272" fmla="*/ 2223515 h 6857801"/>
                <a:gd name="connsiteX5273" fmla="*/ 10241643 w 12184003"/>
                <a:gd name="connsiteY5273" fmla="*/ 2223515 h 6857801"/>
                <a:gd name="connsiteX5274" fmla="*/ 10206606 w 12184003"/>
                <a:gd name="connsiteY5274" fmla="*/ 2258551 h 6857801"/>
                <a:gd name="connsiteX5275" fmla="*/ 10210986 w 12184003"/>
                <a:gd name="connsiteY5275" fmla="*/ 2269500 h 6857801"/>
                <a:gd name="connsiteX5276" fmla="*/ 10164999 w 12184003"/>
                <a:gd name="connsiteY5276" fmla="*/ 2315484 h 6857801"/>
                <a:gd name="connsiteX5277" fmla="*/ 10154050 w 12184003"/>
                <a:gd name="connsiteY5277" fmla="*/ 2311104 h 6857801"/>
                <a:gd name="connsiteX5278" fmla="*/ 10042371 w 12184003"/>
                <a:gd name="connsiteY5278" fmla="*/ 2422784 h 6857801"/>
                <a:gd name="connsiteX5279" fmla="*/ 10462303 w 12184003"/>
                <a:gd name="connsiteY5279" fmla="*/ 2422784 h 6857801"/>
                <a:gd name="connsiteX5280" fmla="*/ 10474859 w 12184003"/>
                <a:gd name="connsiteY5280" fmla="*/ 2404174 h 6857801"/>
                <a:gd name="connsiteX5281" fmla="*/ 10519749 w 12184003"/>
                <a:gd name="connsiteY5281" fmla="*/ 2385558 h 6857801"/>
                <a:gd name="connsiteX5282" fmla="*/ 10583254 w 12184003"/>
                <a:gd name="connsiteY5282" fmla="*/ 2449061 h 6857801"/>
                <a:gd name="connsiteX5283" fmla="*/ 10578259 w 12184003"/>
                <a:gd name="connsiteY5283" fmla="*/ 2473764 h 6857801"/>
                <a:gd name="connsiteX5284" fmla="*/ 10577193 w 12184003"/>
                <a:gd name="connsiteY5284" fmla="*/ 2475349 h 6857801"/>
                <a:gd name="connsiteX5285" fmla="*/ 10756248 w 12184003"/>
                <a:gd name="connsiteY5285" fmla="*/ 2652716 h 6857801"/>
                <a:gd name="connsiteX5286" fmla="*/ 10918947 w 12184003"/>
                <a:gd name="connsiteY5286" fmla="*/ 2652716 h 6857801"/>
                <a:gd name="connsiteX5287" fmla="*/ 10983988 w 12184003"/>
                <a:gd name="connsiteY5287" fmla="*/ 2587025 h 6857801"/>
                <a:gd name="connsiteX5288" fmla="*/ 11360639 w 12184003"/>
                <a:gd name="connsiteY5288" fmla="*/ 2587025 h 6857801"/>
                <a:gd name="connsiteX5289" fmla="*/ 11588376 w 12184003"/>
                <a:gd name="connsiteY5289" fmla="*/ 2359279 h 6857801"/>
                <a:gd name="connsiteX5290" fmla="*/ 12100790 w 12184003"/>
                <a:gd name="connsiteY5290" fmla="*/ 2359279 h 6857801"/>
                <a:gd name="connsiteX5291" fmla="*/ 12100790 w 12184003"/>
                <a:gd name="connsiteY5291" fmla="*/ 2405265 h 6857801"/>
                <a:gd name="connsiteX5292" fmla="*/ 11608084 w 12184003"/>
                <a:gd name="connsiteY5292" fmla="*/ 2405265 h 6857801"/>
                <a:gd name="connsiteX5293" fmla="*/ 11312460 w 12184003"/>
                <a:gd name="connsiteY5293" fmla="*/ 2698702 h 6857801"/>
                <a:gd name="connsiteX5294" fmla="*/ 10921898 w 12184003"/>
                <a:gd name="connsiteY5294" fmla="*/ 2698702 h 6857801"/>
                <a:gd name="connsiteX5295" fmla="*/ 10802455 w 12184003"/>
                <a:gd name="connsiteY5295" fmla="*/ 2816949 h 6857801"/>
                <a:gd name="connsiteX5296" fmla="*/ 11080792 w 12184003"/>
                <a:gd name="connsiteY5296" fmla="*/ 2816949 h 6857801"/>
                <a:gd name="connsiteX5297" fmla="*/ 11087568 w 12184003"/>
                <a:gd name="connsiteY5297" fmla="*/ 2810066 h 6857801"/>
                <a:gd name="connsiteX5298" fmla="*/ 11082530 w 12184003"/>
                <a:gd name="connsiteY5298" fmla="*/ 2797242 h 6857801"/>
                <a:gd name="connsiteX5299" fmla="*/ 11115377 w 12184003"/>
                <a:gd name="connsiteY5299" fmla="*/ 2764393 h 6857801"/>
                <a:gd name="connsiteX5300" fmla="*/ 11138369 w 12184003"/>
                <a:gd name="connsiteY5300" fmla="*/ 2774252 h 6857801"/>
                <a:gd name="connsiteX5301" fmla="*/ 11144470 w 12184003"/>
                <a:gd name="connsiteY5301" fmla="*/ 2788483 h 6857801"/>
                <a:gd name="connsiteX5302" fmla="*/ 11391292 w 12184003"/>
                <a:gd name="connsiteY5302" fmla="*/ 2788483 h 6857801"/>
                <a:gd name="connsiteX5303" fmla="*/ 11391292 w 12184003"/>
                <a:gd name="connsiteY5303" fmla="*/ 2806002 h 6857801"/>
                <a:gd name="connsiteX5304" fmla="*/ 11144469 w 12184003"/>
                <a:gd name="connsiteY5304" fmla="*/ 2806002 h 6857801"/>
                <a:gd name="connsiteX5305" fmla="*/ 11139777 w 12184003"/>
                <a:gd name="connsiteY5305" fmla="*/ 2816949 h 6857801"/>
                <a:gd name="connsiteX5306" fmla="*/ 11573046 w 12184003"/>
                <a:gd name="connsiteY5306" fmla="*/ 2816949 h 6857801"/>
                <a:gd name="connsiteX5307" fmla="*/ 11726333 w 12184003"/>
                <a:gd name="connsiteY5307" fmla="*/ 2663665 h 6857801"/>
                <a:gd name="connsiteX5308" fmla="*/ 11717574 w 12184003"/>
                <a:gd name="connsiteY5308" fmla="*/ 2641769 h 6857801"/>
                <a:gd name="connsiteX5309" fmla="*/ 11763560 w 12184003"/>
                <a:gd name="connsiteY5309" fmla="*/ 2595784 h 6857801"/>
                <a:gd name="connsiteX5310" fmla="*/ 11796407 w 12184003"/>
                <a:gd name="connsiteY5310" fmla="*/ 2608923 h 6857801"/>
                <a:gd name="connsiteX5311" fmla="*/ 11806043 w 12184003"/>
                <a:gd name="connsiteY5311" fmla="*/ 2633009 h 6857801"/>
                <a:gd name="connsiteX5312" fmla="*/ 12138017 w 12184003"/>
                <a:gd name="connsiteY5312" fmla="*/ 2633009 h 6857801"/>
                <a:gd name="connsiteX5313" fmla="*/ 12138017 w 12184003"/>
                <a:gd name="connsiteY5313" fmla="*/ 2654906 h 6857801"/>
                <a:gd name="connsiteX5314" fmla="*/ 11804290 w 12184003"/>
                <a:gd name="connsiteY5314" fmla="*/ 2654906 h 6857801"/>
                <a:gd name="connsiteX5315" fmla="*/ 11796407 w 12184003"/>
                <a:gd name="connsiteY5315" fmla="*/ 2674615 h 6857801"/>
                <a:gd name="connsiteX5316" fmla="*/ 11763560 w 12184003"/>
                <a:gd name="connsiteY5316" fmla="*/ 2687754 h 6857801"/>
                <a:gd name="connsiteX5317" fmla="*/ 11741663 w 12184003"/>
                <a:gd name="connsiteY5317" fmla="*/ 2678995 h 6857801"/>
                <a:gd name="connsiteX5318" fmla="*/ 11581806 w 12184003"/>
                <a:gd name="connsiteY5318" fmla="*/ 2838848 h 6857801"/>
                <a:gd name="connsiteX5319" fmla="*/ 11082530 w 12184003"/>
                <a:gd name="connsiteY5319" fmla="*/ 2838848 h 6857801"/>
                <a:gd name="connsiteX5320" fmla="*/ 10979609 w 12184003"/>
                <a:gd name="connsiteY5320" fmla="*/ 2941777 h 6857801"/>
                <a:gd name="connsiteX5321" fmla="*/ 10488304 w 12184003"/>
                <a:gd name="connsiteY5321" fmla="*/ 2941777 h 6857801"/>
                <a:gd name="connsiteX5322" fmla="*/ 10305148 w 12184003"/>
                <a:gd name="connsiteY5322" fmla="*/ 3123525 h 6857801"/>
                <a:gd name="connsiteX5323" fmla="*/ 10194710 w 12184003"/>
                <a:gd name="connsiteY5323" fmla="*/ 3123525 h 6857801"/>
                <a:gd name="connsiteX5324" fmla="*/ 10268244 w 12184003"/>
                <a:gd name="connsiteY5324" fmla="*/ 3196872 h 6857801"/>
                <a:gd name="connsiteX5325" fmla="*/ 10353323 w 12184003"/>
                <a:gd name="connsiteY5325" fmla="*/ 3112575 h 6857801"/>
                <a:gd name="connsiteX5326" fmla="*/ 10690556 w 12184003"/>
                <a:gd name="connsiteY5326" fmla="*/ 3112575 h 6857801"/>
                <a:gd name="connsiteX5327" fmla="*/ 10734350 w 12184003"/>
                <a:gd name="connsiteY5327" fmla="*/ 3068780 h 6857801"/>
                <a:gd name="connsiteX5328" fmla="*/ 12100789 w 12184003"/>
                <a:gd name="connsiteY5328" fmla="*/ 3068780 h 6857801"/>
                <a:gd name="connsiteX5329" fmla="*/ 12100789 w 12184003"/>
                <a:gd name="connsiteY5329" fmla="*/ 3114765 h 6857801"/>
                <a:gd name="connsiteX5330" fmla="*/ 11362825 w 12184003"/>
                <a:gd name="connsiteY5330" fmla="*/ 3114765 h 6857801"/>
                <a:gd name="connsiteX5331" fmla="*/ 11362825 w 12184003"/>
                <a:gd name="connsiteY5331" fmla="*/ 3145422 h 6857801"/>
                <a:gd name="connsiteX5332" fmla="*/ 10723192 w 12184003"/>
                <a:gd name="connsiteY5332" fmla="*/ 3145422 h 6857801"/>
                <a:gd name="connsiteX5333" fmla="*/ 10469383 w 12184003"/>
                <a:gd name="connsiteY5333" fmla="*/ 3397501 h 6857801"/>
                <a:gd name="connsiteX5334" fmla="*/ 10502059 w 12184003"/>
                <a:gd name="connsiteY5334" fmla="*/ 3430094 h 6857801"/>
                <a:gd name="connsiteX5335" fmla="*/ 10502230 w 12184003"/>
                <a:gd name="connsiteY5335" fmla="*/ 3430094 h 6857801"/>
                <a:gd name="connsiteX5336" fmla="*/ 10640189 w 12184003"/>
                <a:gd name="connsiteY5336" fmla="*/ 3292141 h 6857801"/>
                <a:gd name="connsiteX5337" fmla="*/ 10743108 w 12184003"/>
                <a:gd name="connsiteY5337" fmla="*/ 3292141 h 6857801"/>
                <a:gd name="connsiteX5338" fmla="*/ 10819752 w 12184003"/>
                <a:gd name="connsiteY5338" fmla="*/ 3215496 h 6857801"/>
                <a:gd name="connsiteX5339" fmla="*/ 11358445 w 12184003"/>
                <a:gd name="connsiteY5339" fmla="*/ 3215496 h 6857801"/>
                <a:gd name="connsiteX5340" fmla="*/ 11367204 w 12184003"/>
                <a:gd name="connsiteY5340" fmla="*/ 3206736 h 6857801"/>
                <a:gd name="connsiteX5341" fmla="*/ 12138017 w 12184003"/>
                <a:gd name="connsiteY5341" fmla="*/ 3206736 h 6857801"/>
                <a:gd name="connsiteX5342" fmla="*/ 12138017 w 12184003"/>
                <a:gd name="connsiteY5342" fmla="*/ 3230826 h 6857801"/>
                <a:gd name="connsiteX5343" fmla="*/ 11375964 w 12184003"/>
                <a:gd name="connsiteY5343" fmla="*/ 3230826 h 6857801"/>
                <a:gd name="connsiteX5344" fmla="*/ 11314917 w 12184003"/>
                <a:gd name="connsiteY5344" fmla="*/ 3292141 h 6857801"/>
                <a:gd name="connsiteX5345" fmla="*/ 11384724 w 12184003"/>
                <a:gd name="connsiteY5345" fmla="*/ 3292141 h 6857801"/>
                <a:gd name="connsiteX5346" fmla="*/ 11384724 w 12184003"/>
                <a:gd name="connsiteY5346" fmla="*/ 3314038 h 6857801"/>
                <a:gd name="connsiteX5347" fmla="*/ 12131448 w 12184003"/>
                <a:gd name="connsiteY5347" fmla="*/ 3314038 h 6857801"/>
                <a:gd name="connsiteX5348" fmla="*/ 12131448 w 12184003"/>
                <a:gd name="connsiteY5348" fmla="*/ 3360023 h 6857801"/>
                <a:gd name="connsiteX5349" fmla="*/ 11247330 w 12184003"/>
                <a:gd name="connsiteY5349" fmla="*/ 3360023 h 6857801"/>
                <a:gd name="connsiteX5350" fmla="*/ 10876687 w 12184003"/>
                <a:gd name="connsiteY5350" fmla="*/ 3732288 h 6857801"/>
                <a:gd name="connsiteX5351" fmla="*/ 10402229 w 12184003"/>
                <a:gd name="connsiteY5351" fmla="*/ 3732288 h 6857801"/>
                <a:gd name="connsiteX5352" fmla="*/ 10420113 w 12184003"/>
                <a:gd name="connsiteY5352" fmla="*/ 3739952 h 6857801"/>
                <a:gd name="connsiteX5353" fmla="*/ 10429967 w 12184003"/>
                <a:gd name="connsiteY5353" fmla="*/ 3762946 h 6857801"/>
                <a:gd name="connsiteX5354" fmla="*/ 10397120 w 12184003"/>
                <a:gd name="connsiteY5354" fmla="*/ 3795792 h 6857801"/>
                <a:gd name="connsiteX5355" fmla="*/ 10374127 w 12184003"/>
                <a:gd name="connsiteY5355" fmla="*/ 3785939 h 6857801"/>
                <a:gd name="connsiteX5356" fmla="*/ 10370842 w 12184003"/>
                <a:gd name="connsiteY5356" fmla="*/ 3778273 h 6857801"/>
                <a:gd name="connsiteX5357" fmla="*/ 10270110 w 12184003"/>
                <a:gd name="connsiteY5357" fmla="*/ 3778273 h 6857801"/>
                <a:gd name="connsiteX5358" fmla="*/ 10438725 w 12184003"/>
                <a:gd name="connsiteY5358" fmla="*/ 3946889 h 6857801"/>
                <a:gd name="connsiteX5359" fmla="*/ 10749679 w 12184003"/>
                <a:gd name="connsiteY5359" fmla="*/ 3946889 h 6857801"/>
                <a:gd name="connsiteX5360" fmla="*/ 10795664 w 12184003"/>
                <a:gd name="connsiteY5360" fmla="*/ 3900903 h 6857801"/>
                <a:gd name="connsiteX5361" fmla="*/ 10841650 w 12184003"/>
                <a:gd name="connsiteY5361" fmla="*/ 3946889 h 6857801"/>
                <a:gd name="connsiteX5362" fmla="*/ 10795664 w 12184003"/>
                <a:gd name="connsiteY5362" fmla="*/ 3992875 h 6857801"/>
                <a:gd name="connsiteX5363" fmla="*/ 10762818 w 12184003"/>
                <a:gd name="connsiteY5363" fmla="*/ 3979736 h 6857801"/>
                <a:gd name="connsiteX5364" fmla="*/ 10759314 w 12184003"/>
                <a:gd name="connsiteY5364" fmla="*/ 3970977 h 6857801"/>
                <a:gd name="connsiteX5365" fmla="*/ 10429967 w 12184003"/>
                <a:gd name="connsiteY5365" fmla="*/ 3970977 h 6857801"/>
                <a:gd name="connsiteX5366" fmla="*/ 10238299 w 12184003"/>
                <a:gd name="connsiteY5366" fmla="*/ 3778273 h 6857801"/>
                <a:gd name="connsiteX5367" fmla="*/ 10127773 w 12184003"/>
                <a:gd name="connsiteY5367" fmla="*/ 3778273 h 6857801"/>
                <a:gd name="connsiteX5368" fmla="*/ 10081788 w 12184003"/>
                <a:gd name="connsiteY5368" fmla="*/ 3732288 h 6857801"/>
                <a:gd name="connsiteX5369" fmla="*/ 9332872 w 12184003"/>
                <a:gd name="connsiteY5369" fmla="*/ 3732288 h 6857801"/>
                <a:gd name="connsiteX5370" fmla="*/ 9324113 w 12184003"/>
                <a:gd name="connsiteY5370" fmla="*/ 3754186 h 6857801"/>
                <a:gd name="connsiteX5371" fmla="*/ 9291266 w 12184003"/>
                <a:gd name="connsiteY5371" fmla="*/ 3767325 h 6857801"/>
                <a:gd name="connsiteX5372" fmla="*/ 9270836 w 12184003"/>
                <a:gd name="connsiteY5372" fmla="*/ 3759153 h 6857801"/>
                <a:gd name="connsiteX5373" fmla="*/ 9220813 w 12184003"/>
                <a:gd name="connsiteY5373" fmla="*/ 3808930 h 6857801"/>
                <a:gd name="connsiteX5374" fmla="*/ 9446117 w 12184003"/>
                <a:gd name="connsiteY5374" fmla="*/ 3808930 h 6857801"/>
                <a:gd name="connsiteX5375" fmla="*/ 9452216 w 12184003"/>
                <a:gd name="connsiteY5375" fmla="*/ 3794698 h 6857801"/>
                <a:gd name="connsiteX5376" fmla="*/ 9475210 w 12184003"/>
                <a:gd name="connsiteY5376" fmla="*/ 3784844 h 6857801"/>
                <a:gd name="connsiteX5377" fmla="*/ 9508056 w 12184003"/>
                <a:gd name="connsiteY5377" fmla="*/ 3817691 h 6857801"/>
                <a:gd name="connsiteX5378" fmla="*/ 9500962 w 12184003"/>
                <a:gd name="connsiteY5378" fmla="*/ 3834837 h 6857801"/>
                <a:gd name="connsiteX5379" fmla="*/ 9814666 w 12184003"/>
                <a:gd name="connsiteY5379" fmla="*/ 4150432 h 6857801"/>
                <a:gd name="connsiteX5380" fmla="*/ 9836528 w 12184003"/>
                <a:gd name="connsiteY5380" fmla="*/ 4141783 h 6857801"/>
                <a:gd name="connsiteX5381" fmla="*/ 9860343 w 12184003"/>
                <a:gd name="connsiteY5381" fmla="*/ 4151637 h 6857801"/>
                <a:gd name="connsiteX5382" fmla="*/ 9869375 w 12184003"/>
                <a:gd name="connsiteY5382" fmla="*/ 4174629 h 6857801"/>
                <a:gd name="connsiteX5383" fmla="*/ 11113187 w 12184003"/>
                <a:gd name="connsiteY5383" fmla="*/ 4174629 h 6857801"/>
                <a:gd name="connsiteX5384" fmla="*/ 11343117 w 12184003"/>
                <a:gd name="connsiteY5384" fmla="*/ 3944699 h 6857801"/>
                <a:gd name="connsiteX5385" fmla="*/ 11424140 w 12184003"/>
                <a:gd name="connsiteY5385" fmla="*/ 3944699 h 6857801"/>
                <a:gd name="connsiteX5386" fmla="*/ 11424140 w 12184003"/>
                <a:gd name="connsiteY5386" fmla="*/ 3962218 h 6857801"/>
                <a:gd name="connsiteX5387" fmla="*/ 11349687 w 12184003"/>
                <a:gd name="connsiteY5387" fmla="*/ 3962218 h 6857801"/>
                <a:gd name="connsiteX5388" fmla="*/ 11119757 w 12184003"/>
                <a:gd name="connsiteY5388" fmla="*/ 4192147 h 6857801"/>
                <a:gd name="connsiteX5389" fmla="*/ 9862369 w 12184003"/>
                <a:gd name="connsiteY5389" fmla="*/ 4192147 h 6857801"/>
                <a:gd name="connsiteX5390" fmla="*/ 9859521 w 12184003"/>
                <a:gd name="connsiteY5390" fmla="*/ 4199266 h 6857801"/>
                <a:gd name="connsiteX5391" fmla="*/ 9836528 w 12184003"/>
                <a:gd name="connsiteY5391" fmla="*/ 4207477 h 6857801"/>
                <a:gd name="connsiteX5392" fmla="*/ 9801491 w 12184003"/>
                <a:gd name="connsiteY5392" fmla="*/ 4174630 h 6857801"/>
                <a:gd name="connsiteX5393" fmla="*/ 9805510 w 12184003"/>
                <a:gd name="connsiteY5393" fmla="*/ 4165507 h 6857801"/>
                <a:gd name="connsiteX5394" fmla="*/ 9486216 w 12184003"/>
                <a:gd name="connsiteY5394" fmla="*/ 3846214 h 6857801"/>
                <a:gd name="connsiteX5395" fmla="*/ 9475210 w 12184003"/>
                <a:gd name="connsiteY5395" fmla="*/ 3850538 h 6857801"/>
                <a:gd name="connsiteX5396" fmla="*/ 9452216 w 12184003"/>
                <a:gd name="connsiteY5396" fmla="*/ 3840684 h 6857801"/>
                <a:gd name="connsiteX5397" fmla="*/ 9446116 w 12184003"/>
                <a:gd name="connsiteY5397" fmla="*/ 3826449 h 6857801"/>
                <a:gd name="connsiteX5398" fmla="*/ 9203206 w 12184003"/>
                <a:gd name="connsiteY5398" fmla="*/ 3826449 h 6857801"/>
                <a:gd name="connsiteX5399" fmla="*/ 9016147 w 12184003"/>
                <a:gd name="connsiteY5399" fmla="*/ 4012583 h 6857801"/>
                <a:gd name="connsiteX5400" fmla="*/ 9505081 w 12184003"/>
                <a:gd name="connsiteY5400" fmla="*/ 4012583 h 6857801"/>
                <a:gd name="connsiteX5401" fmla="*/ 9514627 w 12184003"/>
                <a:gd name="connsiteY5401" fmla="*/ 3989316 h 6857801"/>
                <a:gd name="connsiteX5402" fmla="*/ 9547473 w 12184003"/>
                <a:gd name="connsiteY5402" fmla="*/ 3975357 h 6857801"/>
                <a:gd name="connsiteX5403" fmla="*/ 9593461 w 12184003"/>
                <a:gd name="connsiteY5403" fmla="*/ 4021343 h 6857801"/>
                <a:gd name="connsiteX5404" fmla="*/ 9582824 w 12184003"/>
                <a:gd name="connsiteY5404" fmla="*/ 4047933 h 6857801"/>
                <a:gd name="connsiteX5405" fmla="*/ 10006084 w 12184003"/>
                <a:gd name="connsiteY5405" fmla="*/ 4471193 h 6857801"/>
                <a:gd name="connsiteX5406" fmla="*/ 10035802 w 12184003"/>
                <a:gd name="connsiteY5406" fmla="*/ 4459305 h 6857801"/>
                <a:gd name="connsiteX5407" fmla="*/ 10068649 w 12184003"/>
                <a:gd name="connsiteY5407" fmla="*/ 4472444 h 6857801"/>
                <a:gd name="connsiteX5408" fmla="*/ 10081788 w 12184003"/>
                <a:gd name="connsiteY5408" fmla="*/ 4505290 h 6857801"/>
                <a:gd name="connsiteX5409" fmla="*/ 11761370 w 12184003"/>
                <a:gd name="connsiteY5409" fmla="*/ 4505290 h 6857801"/>
                <a:gd name="connsiteX5410" fmla="*/ 12072323 w 12184003"/>
                <a:gd name="connsiteY5410" fmla="*/ 4194338 h 6857801"/>
                <a:gd name="connsiteX5411" fmla="*/ 12184003 w 12184003"/>
                <a:gd name="connsiteY5411" fmla="*/ 4194338 h 6857801"/>
                <a:gd name="connsiteX5412" fmla="*/ 12184003 w 12184003"/>
                <a:gd name="connsiteY5412" fmla="*/ 4216236 h 6857801"/>
                <a:gd name="connsiteX5413" fmla="*/ 12083272 w 12184003"/>
                <a:gd name="connsiteY5413" fmla="*/ 4216236 h 6857801"/>
                <a:gd name="connsiteX5414" fmla="*/ 11772319 w 12184003"/>
                <a:gd name="connsiteY5414" fmla="*/ 4529379 h 6857801"/>
                <a:gd name="connsiteX5415" fmla="*/ 10072153 w 12184003"/>
                <a:gd name="connsiteY5415" fmla="*/ 4529379 h 6857801"/>
                <a:gd name="connsiteX5416" fmla="*/ 10068649 w 12184003"/>
                <a:gd name="connsiteY5416" fmla="*/ 4538139 h 6857801"/>
                <a:gd name="connsiteX5417" fmla="*/ 10035802 w 12184003"/>
                <a:gd name="connsiteY5417" fmla="*/ 4551277 h 6857801"/>
                <a:gd name="connsiteX5418" fmla="*/ 9989815 w 12184003"/>
                <a:gd name="connsiteY5418" fmla="*/ 4505291 h 6857801"/>
                <a:gd name="connsiteX5419" fmla="*/ 9994867 w 12184003"/>
                <a:gd name="connsiteY5419" fmla="*/ 4492662 h 6857801"/>
                <a:gd name="connsiteX5420" fmla="*/ 9564597 w 12184003"/>
                <a:gd name="connsiteY5420" fmla="*/ 4060479 h 6857801"/>
                <a:gd name="connsiteX5421" fmla="*/ 9547473 w 12184003"/>
                <a:gd name="connsiteY5421" fmla="*/ 4067328 h 6857801"/>
                <a:gd name="connsiteX5422" fmla="*/ 9514627 w 12184003"/>
                <a:gd name="connsiteY5422" fmla="*/ 4054189 h 6857801"/>
                <a:gd name="connsiteX5423" fmla="*/ 9506743 w 12184003"/>
                <a:gd name="connsiteY5423" fmla="*/ 4034482 h 6857801"/>
                <a:gd name="connsiteX5424" fmla="*/ 8994139 w 12184003"/>
                <a:gd name="connsiteY5424" fmla="*/ 4034482 h 6857801"/>
                <a:gd name="connsiteX5425" fmla="*/ 8971842 w 12184003"/>
                <a:gd name="connsiteY5425" fmla="*/ 4056668 h 6857801"/>
                <a:gd name="connsiteX5426" fmla="*/ 9028489 w 12184003"/>
                <a:gd name="connsiteY5426" fmla="*/ 4113315 h 6857801"/>
                <a:gd name="connsiteX5427" fmla="*/ 9028489 w 12184003"/>
                <a:gd name="connsiteY5427" fmla="*/ 4413598 h 6857801"/>
                <a:gd name="connsiteX5428" fmla="*/ 9127031 w 12184003"/>
                <a:gd name="connsiteY5428" fmla="*/ 4511860 h 6857801"/>
                <a:gd name="connsiteX5429" fmla="*/ 9716089 w 12184003"/>
                <a:gd name="connsiteY5429" fmla="*/ 4511860 h 6857801"/>
                <a:gd name="connsiteX5430" fmla="*/ 9827770 w 12184003"/>
                <a:gd name="connsiteY5430" fmla="*/ 4623541 h 6857801"/>
                <a:gd name="connsiteX5431" fmla="*/ 10898586 w 12184003"/>
                <a:gd name="connsiteY5431" fmla="*/ 4623541 h 6857801"/>
                <a:gd name="connsiteX5432" fmla="*/ 10983988 w 12184003"/>
                <a:gd name="connsiteY5432" fmla="*/ 4540327 h 6857801"/>
                <a:gd name="connsiteX5433" fmla="*/ 11408811 w 12184003"/>
                <a:gd name="connsiteY5433" fmla="*/ 4540327 h 6857801"/>
                <a:gd name="connsiteX5434" fmla="*/ 11408811 w 12184003"/>
                <a:gd name="connsiteY5434" fmla="*/ 4555657 h 6857801"/>
                <a:gd name="connsiteX5435" fmla="*/ 10990558 w 12184003"/>
                <a:gd name="connsiteY5435" fmla="*/ 4555657 h 6857801"/>
                <a:gd name="connsiteX5436" fmla="*/ 10905155 w 12184003"/>
                <a:gd name="connsiteY5436" fmla="*/ 4641059 h 6857801"/>
                <a:gd name="connsiteX5437" fmla="*/ 9821201 w 12184003"/>
                <a:gd name="connsiteY5437" fmla="*/ 4641059 h 6857801"/>
                <a:gd name="connsiteX5438" fmla="*/ 9709521 w 12184003"/>
                <a:gd name="connsiteY5438" fmla="*/ 4529379 h 6857801"/>
                <a:gd name="connsiteX5439" fmla="*/ 9118272 w 12184003"/>
                <a:gd name="connsiteY5439" fmla="*/ 4529379 h 6857801"/>
                <a:gd name="connsiteX5440" fmla="*/ 9028489 w 12184003"/>
                <a:gd name="connsiteY5440" fmla="*/ 4439340 h 6857801"/>
                <a:gd name="connsiteX5441" fmla="*/ 9028489 w 12184003"/>
                <a:gd name="connsiteY5441" fmla="*/ 4551881 h 6857801"/>
                <a:gd name="connsiteX5442" fmla="*/ 9048197 w 12184003"/>
                <a:gd name="connsiteY5442" fmla="*/ 4560037 h 6857801"/>
                <a:gd name="connsiteX5443" fmla="*/ 9061336 w 12184003"/>
                <a:gd name="connsiteY5443" fmla="*/ 4591789 h 6857801"/>
                <a:gd name="connsiteX5444" fmla="*/ 9053341 w 12184003"/>
                <a:gd name="connsiteY5444" fmla="*/ 4611111 h 6857801"/>
                <a:gd name="connsiteX5445" fmla="*/ 9283065 w 12184003"/>
                <a:gd name="connsiteY5445" fmla="*/ 4840331 h 6857801"/>
                <a:gd name="connsiteX5446" fmla="*/ 9606813 w 12184003"/>
                <a:gd name="connsiteY5446" fmla="*/ 4840331 h 6857801"/>
                <a:gd name="connsiteX5447" fmla="*/ 9615359 w 12184003"/>
                <a:gd name="connsiteY5447" fmla="*/ 4818434 h 6857801"/>
                <a:gd name="connsiteX5448" fmla="*/ 9678863 w 12184003"/>
                <a:gd name="connsiteY5448" fmla="*/ 4818434 h 6857801"/>
                <a:gd name="connsiteX5449" fmla="*/ 9692002 w 12184003"/>
                <a:gd name="connsiteY5449" fmla="*/ 4850186 h 6857801"/>
                <a:gd name="connsiteX5450" fmla="*/ 9682708 w 12184003"/>
                <a:gd name="connsiteY5450" fmla="*/ 4872645 h 6857801"/>
                <a:gd name="connsiteX5451" fmla="*/ 9770834 w 12184003"/>
                <a:gd name="connsiteY5451" fmla="*/ 4960771 h 6857801"/>
                <a:gd name="connsiteX5452" fmla="*/ 9873755 w 12184003"/>
                <a:gd name="connsiteY5452" fmla="*/ 4960771 h 6857801"/>
                <a:gd name="connsiteX5453" fmla="*/ 10024852 w 12184003"/>
                <a:gd name="connsiteY5453" fmla="*/ 5111868 h 6857801"/>
                <a:gd name="connsiteX5454" fmla="*/ 10156241 w 12184003"/>
                <a:gd name="connsiteY5454" fmla="*/ 5111868 h 6857801"/>
                <a:gd name="connsiteX5455" fmla="*/ 10031529 w 12184003"/>
                <a:gd name="connsiteY5455" fmla="*/ 4987156 h 6857801"/>
                <a:gd name="connsiteX5456" fmla="*/ 10010620 w 12184003"/>
                <a:gd name="connsiteY5456" fmla="*/ 4995808 h 6857801"/>
                <a:gd name="connsiteX5457" fmla="*/ 9978867 w 12184003"/>
                <a:gd name="connsiteY5457" fmla="*/ 4982669 h 6857801"/>
                <a:gd name="connsiteX5458" fmla="*/ 9978867 w 12184003"/>
                <a:gd name="connsiteY5458" fmla="*/ 4919165 h 6857801"/>
                <a:gd name="connsiteX5459" fmla="*/ 10010620 w 12184003"/>
                <a:gd name="connsiteY5459" fmla="*/ 4906026 h 6857801"/>
                <a:gd name="connsiteX5460" fmla="*/ 10042371 w 12184003"/>
                <a:gd name="connsiteY5460" fmla="*/ 4919165 h 6857801"/>
                <a:gd name="connsiteX5461" fmla="*/ 10055510 w 12184003"/>
                <a:gd name="connsiteY5461" fmla="*/ 4950918 h 6857801"/>
                <a:gd name="connsiteX5462" fmla="*/ 10046857 w 12184003"/>
                <a:gd name="connsiteY5462" fmla="*/ 4971829 h 6857801"/>
                <a:gd name="connsiteX5463" fmla="*/ 10186898 w 12184003"/>
                <a:gd name="connsiteY5463" fmla="*/ 5111868 h 6857801"/>
                <a:gd name="connsiteX5464" fmla="*/ 11474506 w 12184003"/>
                <a:gd name="connsiteY5464" fmla="*/ 5111868 h 6857801"/>
                <a:gd name="connsiteX5465" fmla="*/ 11588375 w 12184003"/>
                <a:gd name="connsiteY5465" fmla="*/ 4997999 h 6857801"/>
                <a:gd name="connsiteX5466" fmla="*/ 12162105 w 12184003"/>
                <a:gd name="connsiteY5466" fmla="*/ 4997999 h 6857801"/>
                <a:gd name="connsiteX5467" fmla="*/ 12162105 w 12184003"/>
                <a:gd name="connsiteY5467" fmla="*/ 5022086 h 6857801"/>
                <a:gd name="connsiteX5468" fmla="*/ 11597135 w 12184003"/>
                <a:gd name="connsiteY5468" fmla="*/ 5022086 h 6857801"/>
                <a:gd name="connsiteX5469" fmla="*/ 11483264 w 12184003"/>
                <a:gd name="connsiteY5469" fmla="*/ 5135957 h 6857801"/>
                <a:gd name="connsiteX5470" fmla="*/ 10210986 w 12184003"/>
                <a:gd name="connsiteY5470" fmla="*/ 5135957 h 6857801"/>
                <a:gd name="connsiteX5471" fmla="*/ 10272301 w 12184003"/>
                <a:gd name="connsiteY5471" fmla="*/ 5197271 h 6857801"/>
                <a:gd name="connsiteX5472" fmla="*/ 10667344 w 12184003"/>
                <a:gd name="connsiteY5472" fmla="*/ 5191316 h 6857801"/>
                <a:gd name="connsiteX5473" fmla="*/ 10673035 w 12184003"/>
                <a:gd name="connsiteY5473" fmla="*/ 5177563 h 6857801"/>
                <a:gd name="connsiteX5474" fmla="*/ 10736540 w 12184003"/>
                <a:gd name="connsiteY5474" fmla="*/ 5177563 h 6857801"/>
                <a:gd name="connsiteX5475" fmla="*/ 10749679 w 12184003"/>
                <a:gd name="connsiteY5475" fmla="*/ 5209590 h 6857801"/>
                <a:gd name="connsiteX5476" fmla="*/ 10743302 w 12184003"/>
                <a:gd name="connsiteY5476" fmla="*/ 5225930 h 6857801"/>
                <a:gd name="connsiteX5477" fmla="*/ 11185451 w 12184003"/>
                <a:gd name="connsiteY5477" fmla="*/ 5668081 h 6857801"/>
                <a:gd name="connsiteX5478" fmla="*/ 11326405 w 12184003"/>
                <a:gd name="connsiteY5478" fmla="*/ 5669779 h 6857801"/>
                <a:gd name="connsiteX5479" fmla="*/ 11334358 w 12184003"/>
                <a:gd name="connsiteY5479" fmla="*/ 5650562 h 6857801"/>
                <a:gd name="connsiteX5480" fmla="*/ 11397862 w 12184003"/>
                <a:gd name="connsiteY5480" fmla="*/ 5650562 h 6857801"/>
                <a:gd name="connsiteX5481" fmla="*/ 11411001 w 12184003"/>
                <a:gd name="connsiteY5481" fmla="*/ 5682588 h 6857801"/>
                <a:gd name="connsiteX5482" fmla="*/ 11402217 w 12184003"/>
                <a:gd name="connsiteY5482" fmla="*/ 5705098 h 6857801"/>
                <a:gd name="connsiteX5483" fmla="*/ 11750190 w 12184003"/>
                <a:gd name="connsiteY5483" fmla="*/ 6051241 h 6857801"/>
                <a:gd name="connsiteX5484" fmla="*/ 11771225 w 12184003"/>
                <a:gd name="connsiteY5484" fmla="*/ 6042538 h 6857801"/>
                <a:gd name="connsiteX5485" fmla="*/ 11802978 w 12184003"/>
                <a:gd name="connsiteY5485" fmla="*/ 6055677 h 6857801"/>
                <a:gd name="connsiteX5486" fmla="*/ 11802978 w 12184003"/>
                <a:gd name="connsiteY5486" fmla="*/ 6121371 h 6857801"/>
                <a:gd name="connsiteX5487" fmla="*/ 11802978 w 12184003"/>
                <a:gd name="connsiteY5487" fmla="*/ 6119181 h 6857801"/>
                <a:gd name="connsiteX5488" fmla="*/ 11783268 w 12184003"/>
                <a:gd name="connsiteY5488" fmla="*/ 6127336 h 6857801"/>
                <a:gd name="connsiteX5489" fmla="*/ 11783268 w 12184003"/>
                <a:gd name="connsiteY5489" fmla="*/ 6572472 h 6857801"/>
                <a:gd name="connsiteX5490" fmla="*/ 11761370 w 12184003"/>
                <a:gd name="connsiteY5490" fmla="*/ 6572472 h 6857801"/>
                <a:gd name="connsiteX5491" fmla="*/ 11759338 w 12184003"/>
                <a:gd name="connsiteY5491" fmla="*/ 6127402 h 6857801"/>
                <a:gd name="connsiteX5492" fmla="*/ 11739472 w 12184003"/>
                <a:gd name="connsiteY5492" fmla="*/ 6119181 h 6857801"/>
                <a:gd name="connsiteX5493" fmla="*/ 11726333 w 12184003"/>
                <a:gd name="connsiteY5493" fmla="*/ 6087429 h 6857801"/>
                <a:gd name="connsiteX5494" fmla="*/ 11734345 w 12184003"/>
                <a:gd name="connsiteY5494" fmla="*/ 6068068 h 6857801"/>
                <a:gd name="connsiteX5495" fmla="*/ 11385470 w 12184003"/>
                <a:gd name="connsiteY5495" fmla="*/ 5719195 h 6857801"/>
                <a:gd name="connsiteX5496" fmla="*/ 11366110 w 12184003"/>
                <a:gd name="connsiteY5496" fmla="*/ 5727205 h 6857801"/>
                <a:gd name="connsiteX5497" fmla="*/ 11334358 w 12184003"/>
                <a:gd name="connsiteY5497" fmla="*/ 5714066 h 6857801"/>
                <a:gd name="connsiteX5498" fmla="*/ 11325297 w 12184003"/>
                <a:gd name="connsiteY5498" fmla="*/ 5692169 h 6857801"/>
                <a:gd name="connsiteX5499" fmla="*/ 11176691 w 12184003"/>
                <a:gd name="connsiteY5499" fmla="*/ 5692169 h 6857801"/>
                <a:gd name="connsiteX5500" fmla="*/ 10728795 w 12184003"/>
                <a:gd name="connsiteY5500" fmla="*/ 5244272 h 6857801"/>
                <a:gd name="connsiteX5501" fmla="*/ 10704788 w 12184003"/>
                <a:gd name="connsiteY5501" fmla="*/ 5254206 h 6857801"/>
                <a:gd name="connsiteX5502" fmla="*/ 10673035 w 12184003"/>
                <a:gd name="connsiteY5502" fmla="*/ 5241067 h 6857801"/>
                <a:gd name="connsiteX5503" fmla="*/ 10662316 w 12184003"/>
                <a:gd name="connsiteY5503" fmla="*/ 5215162 h 6857801"/>
                <a:gd name="connsiteX5504" fmla="*/ 10263541 w 12184003"/>
                <a:gd name="connsiteY5504" fmla="*/ 5219169 h 6857801"/>
                <a:gd name="connsiteX5505" fmla="*/ 10180328 w 12184003"/>
                <a:gd name="connsiteY5505" fmla="*/ 5135957 h 6857801"/>
                <a:gd name="connsiteX5506" fmla="*/ 10016093 w 12184003"/>
                <a:gd name="connsiteY5506" fmla="*/ 5135957 h 6857801"/>
                <a:gd name="connsiteX5507" fmla="*/ 9864996 w 12184003"/>
                <a:gd name="connsiteY5507" fmla="*/ 4984859 h 6857801"/>
                <a:gd name="connsiteX5508" fmla="*/ 9794922 w 12184003"/>
                <a:gd name="connsiteY5508" fmla="*/ 4984859 h 6857801"/>
                <a:gd name="connsiteX5509" fmla="*/ 10119926 w 12184003"/>
                <a:gd name="connsiteY5509" fmla="*/ 5309864 h 6857801"/>
                <a:gd name="connsiteX5510" fmla="*/ 10153766 w 12184003"/>
                <a:gd name="connsiteY5510" fmla="*/ 5309404 h 6857801"/>
                <a:gd name="connsiteX5511" fmla="*/ 10158430 w 12184003"/>
                <a:gd name="connsiteY5511" fmla="*/ 5298002 h 6857801"/>
                <a:gd name="connsiteX5512" fmla="*/ 10206606 w 12184003"/>
                <a:gd name="connsiteY5512" fmla="*/ 5298002 h 6857801"/>
                <a:gd name="connsiteX5513" fmla="*/ 10216461 w 12184003"/>
                <a:gd name="connsiteY5513" fmla="*/ 5322090 h 6857801"/>
                <a:gd name="connsiteX5514" fmla="*/ 10211692 w 12184003"/>
                <a:gd name="connsiteY5514" fmla="*/ 5333746 h 6857801"/>
                <a:gd name="connsiteX5515" fmla="*/ 10346753 w 12184003"/>
                <a:gd name="connsiteY5515" fmla="*/ 5468807 h 6857801"/>
                <a:gd name="connsiteX5516" fmla="*/ 10852600 w 12184003"/>
                <a:gd name="connsiteY5516" fmla="*/ 5468807 h 6857801"/>
                <a:gd name="connsiteX5517" fmla="*/ 11583637 w 12184003"/>
                <a:gd name="connsiteY5517" fmla="*/ 6199846 h 6857801"/>
                <a:gd name="connsiteX5518" fmla="*/ 11609453 w 12184003"/>
                <a:gd name="connsiteY5518" fmla="*/ 6189255 h 6857801"/>
                <a:gd name="connsiteX5519" fmla="*/ 11643120 w 12184003"/>
                <a:gd name="connsiteY5519" fmla="*/ 6202394 h 6857801"/>
                <a:gd name="connsiteX5520" fmla="*/ 11643120 w 12184003"/>
                <a:gd name="connsiteY5520" fmla="*/ 6265899 h 6857801"/>
                <a:gd name="connsiteX5521" fmla="*/ 11614652 w 12184003"/>
                <a:gd name="connsiteY5521" fmla="*/ 6277577 h 6857801"/>
                <a:gd name="connsiteX5522" fmla="*/ 11614652 w 12184003"/>
                <a:gd name="connsiteY5522" fmla="*/ 6487069 h 6857801"/>
                <a:gd name="connsiteX5523" fmla="*/ 11741661 w 12184003"/>
                <a:gd name="connsiteY5523" fmla="*/ 6611888 h 6857801"/>
                <a:gd name="connsiteX5524" fmla="*/ 11724143 w 12184003"/>
                <a:gd name="connsiteY5524" fmla="*/ 6629407 h 6857801"/>
                <a:gd name="connsiteX5525" fmla="*/ 11590565 w 12184003"/>
                <a:gd name="connsiteY5525" fmla="*/ 6495828 h 6857801"/>
                <a:gd name="connsiteX5526" fmla="*/ 11590565 w 12184003"/>
                <a:gd name="connsiteY5526" fmla="*/ 6271026 h 6857801"/>
                <a:gd name="connsiteX5527" fmla="*/ 11577426 w 12184003"/>
                <a:gd name="connsiteY5527" fmla="*/ 6265899 h 6857801"/>
                <a:gd name="connsiteX5528" fmla="*/ 11563466 w 12184003"/>
                <a:gd name="connsiteY5528" fmla="*/ 6234147 h 6857801"/>
                <a:gd name="connsiteX5529" fmla="*/ 11570070 w 12184003"/>
                <a:gd name="connsiteY5529" fmla="*/ 6219126 h 6857801"/>
                <a:gd name="connsiteX5530" fmla="*/ 10843841 w 12184003"/>
                <a:gd name="connsiteY5530" fmla="*/ 5492895 h 6857801"/>
                <a:gd name="connsiteX5531" fmla="*/ 10370841 w 12184003"/>
                <a:gd name="connsiteY5531" fmla="*/ 5492895 h 6857801"/>
                <a:gd name="connsiteX5532" fmla="*/ 10460624 w 12184003"/>
                <a:gd name="connsiteY5532" fmla="*/ 5582678 h 6857801"/>
                <a:gd name="connsiteX5533" fmla="*/ 10611721 w 12184003"/>
                <a:gd name="connsiteY5533" fmla="*/ 5582678 h 6857801"/>
                <a:gd name="connsiteX5534" fmla="*/ 10666961 w 12184003"/>
                <a:gd name="connsiteY5534" fmla="*/ 5637919 h 6857801"/>
                <a:gd name="connsiteX5535" fmla="*/ 10670845 w 12184003"/>
                <a:gd name="connsiteY5535" fmla="*/ 5636329 h 6857801"/>
                <a:gd name="connsiteX5536" fmla="*/ 10694933 w 12184003"/>
                <a:gd name="connsiteY5536" fmla="*/ 5646182 h 6857801"/>
                <a:gd name="connsiteX5537" fmla="*/ 10704788 w 12184003"/>
                <a:gd name="connsiteY5537" fmla="*/ 5670270 h 6857801"/>
                <a:gd name="connsiteX5538" fmla="*/ 10703198 w 12184003"/>
                <a:gd name="connsiteY5538" fmla="*/ 5674156 h 6857801"/>
                <a:gd name="connsiteX5539" fmla="*/ 10903767 w 12184003"/>
                <a:gd name="connsiteY5539" fmla="*/ 5874725 h 6857801"/>
                <a:gd name="connsiteX5540" fmla="*/ 10921580 w 12184003"/>
                <a:gd name="connsiteY5540" fmla="*/ 5867354 h 6857801"/>
                <a:gd name="connsiteX5541" fmla="*/ 10953331 w 12184003"/>
                <a:gd name="connsiteY5541" fmla="*/ 5880493 h 6857801"/>
                <a:gd name="connsiteX5542" fmla="*/ 10966469 w 12184003"/>
                <a:gd name="connsiteY5542" fmla="*/ 5912245 h 6857801"/>
                <a:gd name="connsiteX5543" fmla="*/ 10954613 w 12184003"/>
                <a:gd name="connsiteY5543" fmla="*/ 5940900 h 6857801"/>
                <a:gd name="connsiteX5544" fmla="*/ 10958276 w 12184003"/>
                <a:gd name="connsiteY5544" fmla="*/ 5944562 h 6857801"/>
                <a:gd name="connsiteX5545" fmla="*/ 10973040 w 12184003"/>
                <a:gd name="connsiteY5545" fmla="*/ 5938522 h 6857801"/>
                <a:gd name="connsiteX5546" fmla="*/ 10997127 w 12184003"/>
                <a:gd name="connsiteY5546" fmla="*/ 5948377 h 6857801"/>
                <a:gd name="connsiteX5547" fmla="*/ 10997127 w 12184003"/>
                <a:gd name="connsiteY5547" fmla="*/ 5996553 h 6857801"/>
                <a:gd name="connsiteX5548" fmla="*/ 10981799 w 12184003"/>
                <a:gd name="connsiteY5548" fmla="*/ 6002823 h 6857801"/>
                <a:gd name="connsiteX5549" fmla="*/ 10981799 w 12184003"/>
                <a:gd name="connsiteY5549" fmla="*/ 6329404 h 6857801"/>
                <a:gd name="connsiteX5550" fmla="*/ 10964280 w 12184003"/>
                <a:gd name="connsiteY5550" fmla="*/ 6329404 h 6857801"/>
                <a:gd name="connsiteX5551" fmla="*/ 10964280 w 12184003"/>
                <a:gd name="connsiteY5551" fmla="*/ 6002823 h 6857801"/>
                <a:gd name="connsiteX5552" fmla="*/ 10948951 w 12184003"/>
                <a:gd name="connsiteY5552" fmla="*/ 5996553 h 6857801"/>
                <a:gd name="connsiteX5553" fmla="*/ 10939097 w 12184003"/>
                <a:gd name="connsiteY5553" fmla="*/ 5972465 h 6857801"/>
                <a:gd name="connsiteX5554" fmla="*/ 10945136 w 12184003"/>
                <a:gd name="connsiteY5554" fmla="*/ 5957702 h 6857801"/>
                <a:gd name="connsiteX5555" fmla="*/ 10938002 w 12184003"/>
                <a:gd name="connsiteY5555" fmla="*/ 5950566 h 6857801"/>
                <a:gd name="connsiteX5556" fmla="*/ 10938002 w 12184003"/>
                <a:gd name="connsiteY5556" fmla="*/ 6346922 h 6857801"/>
                <a:gd name="connsiteX5557" fmla="*/ 10951141 w 12184003"/>
                <a:gd name="connsiteY5557" fmla="*/ 6360061 h 6857801"/>
                <a:gd name="connsiteX5558" fmla="*/ 10938003 w 12184003"/>
                <a:gd name="connsiteY5558" fmla="*/ 6371009 h 6857801"/>
                <a:gd name="connsiteX5559" fmla="*/ 10938002 w 12184003"/>
                <a:gd name="connsiteY5559" fmla="*/ 6371008 h 6857801"/>
                <a:gd name="connsiteX5560" fmla="*/ 10938002 w 12184003"/>
                <a:gd name="connsiteY5560" fmla="*/ 6524297 h 6857801"/>
                <a:gd name="connsiteX5561" fmla="*/ 11271506 w 12184003"/>
                <a:gd name="connsiteY5561" fmla="*/ 6857801 h 6857801"/>
                <a:gd name="connsiteX5562" fmla="*/ 11238660 w 12184003"/>
                <a:gd name="connsiteY5562" fmla="*/ 6857801 h 6857801"/>
                <a:gd name="connsiteX5563" fmla="*/ 10913914 w 12184003"/>
                <a:gd name="connsiteY5563" fmla="*/ 6533054 h 6857801"/>
                <a:gd name="connsiteX5564" fmla="*/ 10913914 w 12184003"/>
                <a:gd name="connsiteY5564" fmla="*/ 6346921 h 6857801"/>
                <a:gd name="connsiteX5565" fmla="*/ 10839461 w 12184003"/>
                <a:gd name="connsiteY5565" fmla="*/ 6272468 h 6857801"/>
                <a:gd name="connsiteX5566" fmla="*/ 10839461 w 12184003"/>
                <a:gd name="connsiteY5566" fmla="*/ 6108332 h 6857801"/>
                <a:gd name="connsiteX5567" fmla="*/ 10828512 w 12184003"/>
                <a:gd name="connsiteY5567" fmla="*/ 6103852 h 6857801"/>
                <a:gd name="connsiteX5568" fmla="*/ 10818658 w 12184003"/>
                <a:gd name="connsiteY5568" fmla="*/ 6079765 h 6857801"/>
                <a:gd name="connsiteX5569" fmla="*/ 10823426 w 12184003"/>
                <a:gd name="connsiteY5569" fmla="*/ 6068109 h 6857801"/>
                <a:gd name="connsiteX5570" fmla="*/ 10362083 w 12184003"/>
                <a:gd name="connsiteY5570" fmla="*/ 5606765 h 6857801"/>
                <a:gd name="connsiteX5571" fmla="*/ 10123392 w 12184003"/>
                <a:gd name="connsiteY5571" fmla="*/ 5606765 h 6857801"/>
                <a:gd name="connsiteX5572" fmla="*/ 10329165 w 12184003"/>
                <a:gd name="connsiteY5572" fmla="*/ 5812538 h 6857801"/>
                <a:gd name="connsiteX5573" fmla="*/ 10342373 w 12184003"/>
                <a:gd name="connsiteY5573" fmla="*/ 5807134 h 6857801"/>
                <a:gd name="connsiteX5574" fmla="*/ 10366462 w 12184003"/>
                <a:gd name="connsiteY5574" fmla="*/ 5816988 h 6857801"/>
                <a:gd name="connsiteX5575" fmla="*/ 10366462 w 12184003"/>
                <a:gd name="connsiteY5575" fmla="*/ 5865163 h 6857801"/>
                <a:gd name="connsiteX5576" fmla="*/ 10355513 w 12184003"/>
                <a:gd name="connsiteY5576" fmla="*/ 5869643 h 6857801"/>
                <a:gd name="connsiteX5577" fmla="*/ 10355513 w 12184003"/>
                <a:gd name="connsiteY5577" fmla="*/ 6294367 h 6857801"/>
                <a:gd name="connsiteX5578" fmla="*/ 10673035 w 12184003"/>
                <a:gd name="connsiteY5578" fmla="*/ 6611888 h 6857801"/>
                <a:gd name="connsiteX5579" fmla="*/ 10662086 w 12184003"/>
                <a:gd name="connsiteY5579" fmla="*/ 6625028 h 6857801"/>
                <a:gd name="connsiteX5580" fmla="*/ 10337994 w 12184003"/>
                <a:gd name="connsiteY5580" fmla="*/ 6300935 h 6857801"/>
                <a:gd name="connsiteX5581" fmla="*/ 10337994 w 12184003"/>
                <a:gd name="connsiteY5581" fmla="*/ 5873226 h 6857801"/>
                <a:gd name="connsiteX5582" fmla="*/ 10318286 w 12184003"/>
                <a:gd name="connsiteY5582" fmla="*/ 5865163 h 6857801"/>
                <a:gd name="connsiteX5583" fmla="*/ 10308432 w 12184003"/>
                <a:gd name="connsiteY5583" fmla="*/ 5841076 h 6857801"/>
                <a:gd name="connsiteX5584" fmla="*/ 10315171 w 12184003"/>
                <a:gd name="connsiteY5584" fmla="*/ 5824604 h 6857801"/>
                <a:gd name="connsiteX5585" fmla="*/ 10108065 w 12184003"/>
                <a:gd name="connsiteY5585" fmla="*/ 5615525 h 6857801"/>
                <a:gd name="connsiteX5586" fmla="*/ 10057851 w 12184003"/>
                <a:gd name="connsiteY5586" fmla="*/ 5615525 h 6857801"/>
                <a:gd name="connsiteX5587" fmla="*/ 10053320 w 12184003"/>
                <a:gd name="connsiteY5587" fmla="*/ 5626474 h 6857801"/>
                <a:gd name="connsiteX5588" fmla="*/ 9989815 w 12184003"/>
                <a:gd name="connsiteY5588" fmla="*/ 5626474 h 6857801"/>
                <a:gd name="connsiteX5589" fmla="*/ 9985285 w 12184003"/>
                <a:gd name="connsiteY5589" fmla="*/ 5615525 h 6857801"/>
                <a:gd name="connsiteX5590" fmla="*/ 9826949 w 12184003"/>
                <a:gd name="connsiteY5590" fmla="*/ 5615525 h 6857801"/>
                <a:gd name="connsiteX5591" fmla="*/ 10121544 w 12184003"/>
                <a:gd name="connsiteY5591" fmla="*/ 5909410 h 6857801"/>
                <a:gd name="connsiteX5592" fmla="*/ 10145291 w 12184003"/>
                <a:gd name="connsiteY5592" fmla="*/ 5904580 h 6857801"/>
                <a:gd name="connsiteX5593" fmla="*/ 10191278 w 12184003"/>
                <a:gd name="connsiteY5593" fmla="*/ 5924288 h 6857801"/>
                <a:gd name="connsiteX5594" fmla="*/ 10191278 w 12184003"/>
                <a:gd name="connsiteY5594" fmla="*/ 6016261 h 6857801"/>
                <a:gd name="connsiteX5595" fmla="*/ 10169517 w 12184003"/>
                <a:gd name="connsiteY5595" fmla="*/ 6031041 h 6857801"/>
                <a:gd name="connsiteX5596" fmla="*/ 10167189 w 12184003"/>
                <a:gd name="connsiteY5596" fmla="*/ 6031515 h 6857801"/>
                <a:gd name="connsiteX5597" fmla="*/ 10167189 w 12184003"/>
                <a:gd name="connsiteY5597" fmla="*/ 6283417 h 6857801"/>
                <a:gd name="connsiteX5598" fmla="*/ 10281060 w 12184003"/>
                <a:gd name="connsiteY5598" fmla="*/ 6397287 h 6857801"/>
                <a:gd name="connsiteX5599" fmla="*/ 10375222 w 12184003"/>
                <a:gd name="connsiteY5599" fmla="*/ 6397287 h 6857801"/>
                <a:gd name="connsiteX5600" fmla="*/ 10642379 w 12184003"/>
                <a:gd name="connsiteY5600" fmla="*/ 6664444 h 6857801"/>
                <a:gd name="connsiteX5601" fmla="*/ 10964280 w 12184003"/>
                <a:gd name="connsiteY5601" fmla="*/ 6664444 h 6857801"/>
                <a:gd name="connsiteX5602" fmla="*/ 11158808 w 12184003"/>
                <a:gd name="connsiteY5602" fmla="*/ 6857801 h 6857801"/>
                <a:gd name="connsiteX5603" fmla="*/ 11094132 w 12184003"/>
                <a:gd name="connsiteY5603" fmla="*/ 6857801 h 6857801"/>
                <a:gd name="connsiteX5604" fmla="*/ 10946762 w 12184003"/>
                <a:gd name="connsiteY5604" fmla="*/ 6710430 h 6857801"/>
                <a:gd name="connsiteX5605" fmla="*/ 10528508 w 12184003"/>
                <a:gd name="connsiteY5605" fmla="*/ 6710430 h 6857801"/>
                <a:gd name="connsiteX5606" fmla="*/ 10250403 w 12184003"/>
                <a:gd name="connsiteY5606" fmla="*/ 6432324 h 6857801"/>
                <a:gd name="connsiteX5607" fmla="*/ 10086166 w 12184003"/>
                <a:gd name="connsiteY5607" fmla="*/ 6432324 h 6857801"/>
                <a:gd name="connsiteX5608" fmla="*/ 10283249 w 12184003"/>
                <a:gd name="connsiteY5608" fmla="*/ 6629407 h 6857801"/>
                <a:gd name="connsiteX5609" fmla="*/ 10290118 w 12184003"/>
                <a:gd name="connsiteY5609" fmla="*/ 6629407 h 6857801"/>
                <a:gd name="connsiteX5610" fmla="*/ 10296389 w 12184003"/>
                <a:gd name="connsiteY5610" fmla="*/ 6614079 h 6857801"/>
                <a:gd name="connsiteX5611" fmla="*/ 10344565 w 12184003"/>
                <a:gd name="connsiteY5611" fmla="*/ 6614079 h 6857801"/>
                <a:gd name="connsiteX5612" fmla="*/ 10354419 w 12184003"/>
                <a:gd name="connsiteY5612" fmla="*/ 6638166 h 6857801"/>
                <a:gd name="connsiteX5613" fmla="*/ 10347192 w 12184003"/>
                <a:gd name="connsiteY5613" fmla="*/ 6655832 h 6857801"/>
                <a:gd name="connsiteX5614" fmla="*/ 10521939 w 12184003"/>
                <a:gd name="connsiteY5614" fmla="*/ 6828680 h 6857801"/>
                <a:gd name="connsiteX5615" fmla="*/ 10508801 w 12184003"/>
                <a:gd name="connsiteY5615" fmla="*/ 6841819 h 6857801"/>
                <a:gd name="connsiteX5616" fmla="*/ 10335071 w 12184003"/>
                <a:gd name="connsiteY5616" fmla="*/ 6666138 h 6857801"/>
                <a:gd name="connsiteX5617" fmla="*/ 10324361 w 12184003"/>
                <a:gd name="connsiteY5617" fmla="*/ 6670519 h 6857801"/>
                <a:gd name="connsiteX5618" fmla="*/ 10511643 w 12184003"/>
                <a:gd name="connsiteY5618" fmla="*/ 6857801 h 6857801"/>
                <a:gd name="connsiteX5619" fmla="*/ 10478795 w 12184003"/>
                <a:gd name="connsiteY5619" fmla="*/ 6857801 h 6857801"/>
                <a:gd name="connsiteX5620" fmla="*/ 10265730 w 12184003"/>
                <a:gd name="connsiteY5620" fmla="*/ 6644736 h 6857801"/>
                <a:gd name="connsiteX5621" fmla="*/ 10121205 w 12184003"/>
                <a:gd name="connsiteY5621" fmla="*/ 6644736 h 6857801"/>
                <a:gd name="connsiteX5622" fmla="*/ 9775216 w 12184003"/>
                <a:gd name="connsiteY5622" fmla="*/ 6298746 h 6857801"/>
                <a:gd name="connsiteX5623" fmla="*/ 9516816 w 12184003"/>
                <a:gd name="connsiteY5623" fmla="*/ 6298746 h 6857801"/>
                <a:gd name="connsiteX5624" fmla="*/ 9438931 w 12184003"/>
                <a:gd name="connsiteY5624" fmla="*/ 6220596 h 6857801"/>
                <a:gd name="connsiteX5625" fmla="*/ 9438747 w 12184003"/>
                <a:gd name="connsiteY5625" fmla="*/ 6322834 h 6857801"/>
                <a:gd name="connsiteX5626" fmla="*/ 9558423 w 12184003"/>
                <a:gd name="connsiteY5626" fmla="*/ 6322834 h 6857801"/>
                <a:gd name="connsiteX5627" fmla="*/ 9797111 w 12184003"/>
                <a:gd name="connsiteY5627" fmla="*/ 6561523 h 6857801"/>
                <a:gd name="connsiteX5628" fmla="*/ 9858427 w 12184003"/>
                <a:gd name="connsiteY5628" fmla="*/ 6561523 h 6857801"/>
                <a:gd name="connsiteX5629" fmla="*/ 10155376 w 12184003"/>
                <a:gd name="connsiteY5629" fmla="*/ 6857801 h 6857801"/>
                <a:gd name="connsiteX5630" fmla="*/ 10045843 w 12184003"/>
                <a:gd name="connsiteY5630" fmla="*/ 6857801 h 6857801"/>
                <a:gd name="connsiteX5631" fmla="*/ 9796329 w 12184003"/>
                <a:gd name="connsiteY5631" fmla="*/ 6607509 h 6857801"/>
                <a:gd name="connsiteX5632" fmla="*/ 9438239 w 12184003"/>
                <a:gd name="connsiteY5632" fmla="*/ 6607509 h 6857801"/>
                <a:gd name="connsiteX5633" fmla="*/ 9438160 w 12184003"/>
                <a:gd name="connsiteY5633" fmla="*/ 6651481 h 6857801"/>
                <a:gd name="connsiteX5634" fmla="*/ 9440174 w 12184003"/>
                <a:gd name="connsiteY5634" fmla="*/ 6653495 h 6857801"/>
                <a:gd name="connsiteX5635" fmla="*/ 9632877 w 12184003"/>
                <a:gd name="connsiteY5635" fmla="*/ 6653495 h 6857801"/>
                <a:gd name="connsiteX5636" fmla="*/ 9705141 w 12184003"/>
                <a:gd name="connsiteY5636" fmla="*/ 6725759 h 6857801"/>
                <a:gd name="connsiteX5637" fmla="*/ 9816821 w 12184003"/>
                <a:gd name="connsiteY5637" fmla="*/ 6725759 h 6857801"/>
                <a:gd name="connsiteX5638" fmla="*/ 9948863 w 12184003"/>
                <a:gd name="connsiteY5638" fmla="*/ 6857801 h 6857801"/>
                <a:gd name="connsiteX5639" fmla="*/ 9924774 w 12184003"/>
                <a:gd name="connsiteY5639" fmla="*/ 6857801 h 6857801"/>
                <a:gd name="connsiteX5640" fmla="*/ 9810251 w 12184003"/>
                <a:gd name="connsiteY5640" fmla="*/ 6743278 h 6857801"/>
                <a:gd name="connsiteX5641" fmla="*/ 9722660 w 12184003"/>
                <a:gd name="connsiteY5641" fmla="*/ 6743278 h 6857801"/>
                <a:gd name="connsiteX5642" fmla="*/ 9837183 w 12184003"/>
                <a:gd name="connsiteY5642" fmla="*/ 6857801 h 6857801"/>
                <a:gd name="connsiteX5643" fmla="*/ 9789007 w 12184003"/>
                <a:gd name="connsiteY5643" fmla="*/ 6857801 h 6857801"/>
                <a:gd name="connsiteX5644" fmla="*/ 9674484 w 12184003"/>
                <a:gd name="connsiteY5644" fmla="*/ 6743278 h 6857801"/>
                <a:gd name="connsiteX5645" fmla="*/ 9437996 w 12184003"/>
                <a:gd name="connsiteY5645" fmla="*/ 6743278 h 6857801"/>
                <a:gd name="connsiteX5646" fmla="*/ 9437984 w 12184003"/>
                <a:gd name="connsiteY5646" fmla="*/ 6749847 h 6857801"/>
                <a:gd name="connsiteX5647" fmla="*/ 9545938 w 12184003"/>
                <a:gd name="connsiteY5647" fmla="*/ 6857801 h 6857801"/>
                <a:gd name="connsiteX5648" fmla="*/ 9481761 w 12184003"/>
                <a:gd name="connsiteY5648" fmla="*/ 6857801 h 6857801"/>
                <a:gd name="connsiteX5649" fmla="*/ 9394188 w 12184003"/>
                <a:gd name="connsiteY5649" fmla="*/ 6769554 h 6857801"/>
                <a:gd name="connsiteX5650" fmla="*/ 9394188 w 12184003"/>
                <a:gd name="connsiteY5650" fmla="*/ 6743278 h 6857801"/>
                <a:gd name="connsiteX5651" fmla="*/ 9286887 w 12184003"/>
                <a:gd name="connsiteY5651" fmla="*/ 6743278 h 6857801"/>
                <a:gd name="connsiteX5652" fmla="*/ 9028490 w 12184003"/>
                <a:gd name="connsiteY5652" fmla="*/ 6485565 h 6857801"/>
                <a:gd name="connsiteX5653" fmla="*/ 9028490 w 12184003"/>
                <a:gd name="connsiteY5653" fmla="*/ 6635977 h 6857801"/>
                <a:gd name="connsiteX5654" fmla="*/ 9250314 w 12184003"/>
                <a:gd name="connsiteY5654" fmla="*/ 6857801 h 6857801"/>
                <a:gd name="connsiteX5655" fmla="*/ 9217467 w 12184003"/>
                <a:gd name="connsiteY5655" fmla="*/ 6857801 h 6857801"/>
                <a:gd name="connsiteX5656" fmla="*/ 9156338 w 12184003"/>
                <a:gd name="connsiteY5656" fmla="*/ 6796672 h 6857801"/>
                <a:gd name="connsiteX5657" fmla="*/ 9163163 w 12184003"/>
                <a:gd name="connsiteY5657" fmla="*/ 6813352 h 6857801"/>
                <a:gd name="connsiteX5658" fmla="*/ 9153308 w 12184003"/>
                <a:gd name="connsiteY5658" fmla="*/ 6837440 h 6857801"/>
                <a:gd name="connsiteX5659" fmla="*/ 9105133 w 12184003"/>
                <a:gd name="connsiteY5659" fmla="*/ 6837440 h 6857801"/>
                <a:gd name="connsiteX5660" fmla="*/ 9095279 w 12184003"/>
                <a:gd name="connsiteY5660" fmla="*/ 6813352 h 6857801"/>
                <a:gd name="connsiteX5661" fmla="*/ 9098249 w 12184003"/>
                <a:gd name="connsiteY5661" fmla="*/ 6806091 h 6857801"/>
                <a:gd name="connsiteX5662" fmla="*/ 9028490 w 12184003"/>
                <a:gd name="connsiteY5662" fmla="*/ 6735590 h 6857801"/>
                <a:gd name="connsiteX5663" fmla="*/ 9028490 w 12184003"/>
                <a:gd name="connsiteY5663" fmla="*/ 6857801 h 6857801"/>
                <a:gd name="connsiteX5664" fmla="*/ 9006592 w 12184003"/>
                <a:gd name="connsiteY5664" fmla="*/ 6857801 h 6857801"/>
                <a:gd name="connsiteX5665" fmla="*/ 9006592 w 12184003"/>
                <a:gd name="connsiteY5665" fmla="*/ 6713459 h 6857801"/>
                <a:gd name="connsiteX5666" fmla="*/ 8927760 w 12184003"/>
                <a:gd name="connsiteY5666" fmla="*/ 6633787 h 6857801"/>
                <a:gd name="connsiteX5667" fmla="*/ 8927760 w 12184003"/>
                <a:gd name="connsiteY5667" fmla="*/ 6568093 h 6857801"/>
                <a:gd name="connsiteX5668" fmla="*/ 8400123 w 12184003"/>
                <a:gd name="connsiteY5668" fmla="*/ 6040456 h 6857801"/>
                <a:gd name="connsiteX5669" fmla="*/ 8379212 w 12184003"/>
                <a:gd name="connsiteY5669" fmla="*/ 6049108 h 6857801"/>
                <a:gd name="connsiteX5670" fmla="*/ 8347460 w 12184003"/>
                <a:gd name="connsiteY5670" fmla="*/ 6035969 h 6857801"/>
                <a:gd name="connsiteX5671" fmla="*/ 8338476 w 12184003"/>
                <a:gd name="connsiteY5671" fmla="*/ 6014070 h 6857801"/>
                <a:gd name="connsiteX5672" fmla="*/ 8262057 w 12184003"/>
                <a:gd name="connsiteY5672" fmla="*/ 6014070 h 6857801"/>
                <a:gd name="connsiteX5673" fmla="*/ 8421560 w 12184003"/>
                <a:gd name="connsiteY5673" fmla="*/ 6173574 h 6857801"/>
                <a:gd name="connsiteX5674" fmla="*/ 8439432 w 12184003"/>
                <a:gd name="connsiteY5674" fmla="*/ 6166262 h 6857801"/>
                <a:gd name="connsiteX5675" fmla="*/ 8463519 w 12184003"/>
                <a:gd name="connsiteY5675" fmla="*/ 6176117 h 6857801"/>
                <a:gd name="connsiteX5676" fmla="*/ 8463519 w 12184003"/>
                <a:gd name="connsiteY5676" fmla="*/ 6224291 h 6857801"/>
                <a:gd name="connsiteX5677" fmla="*/ 8443811 w 12184003"/>
                <a:gd name="connsiteY5677" fmla="*/ 6232354 h 6857801"/>
                <a:gd name="connsiteX5678" fmla="*/ 8443811 w 12184003"/>
                <a:gd name="connsiteY5678" fmla="*/ 6675194 h 6857801"/>
                <a:gd name="connsiteX5679" fmla="*/ 8465709 w 12184003"/>
                <a:gd name="connsiteY5679" fmla="*/ 6684152 h 6857801"/>
                <a:gd name="connsiteX5680" fmla="*/ 8465709 w 12184003"/>
                <a:gd name="connsiteY5680" fmla="*/ 6732328 h 6857801"/>
                <a:gd name="connsiteX5681" fmla="*/ 8591182 w 12184003"/>
                <a:gd name="connsiteY5681" fmla="*/ 6857801 h 6857801"/>
                <a:gd name="connsiteX5682" fmla="*/ 8567093 w 12184003"/>
                <a:gd name="connsiteY5682" fmla="*/ 6857801 h 6857801"/>
                <a:gd name="connsiteX5683" fmla="*/ 8448614 w 12184003"/>
                <a:gd name="connsiteY5683" fmla="*/ 6739322 h 6857801"/>
                <a:gd name="connsiteX5684" fmla="*/ 8441622 w 12184003"/>
                <a:gd name="connsiteY5684" fmla="*/ 6742182 h 6857801"/>
                <a:gd name="connsiteX5685" fmla="*/ 8417533 w 12184003"/>
                <a:gd name="connsiteY5685" fmla="*/ 6732328 h 6857801"/>
                <a:gd name="connsiteX5686" fmla="*/ 8417533 w 12184003"/>
                <a:gd name="connsiteY5686" fmla="*/ 6684152 h 6857801"/>
                <a:gd name="connsiteX5687" fmla="*/ 8428315 w 12184003"/>
                <a:gd name="connsiteY5687" fmla="*/ 6679741 h 6857801"/>
                <a:gd name="connsiteX5688" fmla="*/ 8426405 w 12184003"/>
                <a:gd name="connsiteY5688" fmla="*/ 6228816 h 6857801"/>
                <a:gd name="connsiteX5689" fmla="*/ 8415344 w 12184003"/>
                <a:gd name="connsiteY5689" fmla="*/ 6224291 h 6857801"/>
                <a:gd name="connsiteX5690" fmla="*/ 8405489 w 12184003"/>
                <a:gd name="connsiteY5690" fmla="*/ 6200204 h 6857801"/>
                <a:gd name="connsiteX5691" fmla="*/ 8410893 w 12184003"/>
                <a:gd name="connsiteY5691" fmla="*/ 6186995 h 6857801"/>
                <a:gd name="connsiteX5692" fmla="*/ 8237969 w 12184003"/>
                <a:gd name="connsiteY5692" fmla="*/ 6014070 h 6857801"/>
                <a:gd name="connsiteX5693" fmla="*/ 7976505 w 12184003"/>
                <a:gd name="connsiteY5693" fmla="*/ 6014070 h 6857801"/>
                <a:gd name="connsiteX5694" fmla="*/ 8322430 w 12184003"/>
                <a:gd name="connsiteY5694" fmla="*/ 6361205 h 6857801"/>
                <a:gd name="connsiteX5695" fmla="*/ 8346365 w 12184003"/>
                <a:gd name="connsiteY5695" fmla="*/ 6351301 h 6857801"/>
                <a:gd name="connsiteX5696" fmla="*/ 8378117 w 12184003"/>
                <a:gd name="connsiteY5696" fmla="*/ 6364440 h 6857801"/>
                <a:gd name="connsiteX5697" fmla="*/ 8378117 w 12184003"/>
                <a:gd name="connsiteY5697" fmla="*/ 6427944 h 6857801"/>
                <a:gd name="connsiteX5698" fmla="*/ 8351840 w 12184003"/>
                <a:gd name="connsiteY5698" fmla="*/ 6438818 h 6857801"/>
                <a:gd name="connsiteX5699" fmla="*/ 8351840 w 12184003"/>
                <a:gd name="connsiteY5699" fmla="*/ 6857801 h 6857801"/>
                <a:gd name="connsiteX5700" fmla="*/ 8329942 w 12184003"/>
                <a:gd name="connsiteY5700" fmla="*/ 6857801 h 6857801"/>
                <a:gd name="connsiteX5701" fmla="*/ 8329942 w 12184003"/>
                <a:gd name="connsiteY5701" fmla="*/ 6434288 h 6857801"/>
                <a:gd name="connsiteX5702" fmla="*/ 8314612 w 12184003"/>
                <a:gd name="connsiteY5702" fmla="*/ 6427944 h 6857801"/>
                <a:gd name="connsiteX5703" fmla="*/ 8301473 w 12184003"/>
                <a:gd name="connsiteY5703" fmla="*/ 6396192 h 6857801"/>
                <a:gd name="connsiteX5704" fmla="*/ 8308845 w 12184003"/>
                <a:gd name="connsiteY5704" fmla="*/ 6378380 h 6857801"/>
                <a:gd name="connsiteX5705" fmla="*/ 7944534 w 12184003"/>
                <a:gd name="connsiteY5705" fmla="*/ 6014070 h 6857801"/>
                <a:gd name="connsiteX5706" fmla="*/ 7751832 w 12184003"/>
                <a:gd name="connsiteY5706" fmla="*/ 6014070 h 6857801"/>
                <a:gd name="connsiteX5707" fmla="*/ 7701466 w 12184003"/>
                <a:gd name="connsiteY5707" fmla="*/ 5963704 h 6857801"/>
                <a:gd name="connsiteX5708" fmla="*/ 7701466 w 12184003"/>
                <a:gd name="connsiteY5708" fmla="*/ 6445464 h 6857801"/>
                <a:gd name="connsiteX5709" fmla="*/ 8115975 w 12184003"/>
                <a:gd name="connsiteY5709" fmla="*/ 6857801 h 6857801"/>
                <a:gd name="connsiteX5710" fmla="*/ 8089716 w 12184003"/>
                <a:gd name="connsiteY5710" fmla="*/ 6857801 h 6857801"/>
                <a:gd name="connsiteX5711" fmla="*/ 7683948 w 12184003"/>
                <a:gd name="connsiteY5711" fmla="*/ 6452032 h 6857801"/>
                <a:gd name="connsiteX5712" fmla="*/ 7683948 w 12184003"/>
                <a:gd name="connsiteY5712" fmla="*/ 5946186 h 6857801"/>
                <a:gd name="connsiteX5713" fmla="*/ 7348907 w 12184003"/>
                <a:gd name="connsiteY5713" fmla="*/ 5611145 h 6857801"/>
                <a:gd name="connsiteX5714" fmla="*/ 7348907 w 12184003"/>
                <a:gd name="connsiteY5714" fmla="*/ 5781950 h 6857801"/>
                <a:gd name="connsiteX5715" fmla="*/ 7681759 w 12184003"/>
                <a:gd name="connsiteY5715" fmla="*/ 6114802 h 6857801"/>
                <a:gd name="connsiteX5716" fmla="*/ 7681759 w 12184003"/>
                <a:gd name="connsiteY5716" fmla="*/ 6857801 h 6857801"/>
                <a:gd name="connsiteX5717" fmla="*/ 7657670 w 12184003"/>
                <a:gd name="connsiteY5717" fmla="*/ 6857801 h 6857801"/>
                <a:gd name="connsiteX5718" fmla="*/ 7657670 w 12184003"/>
                <a:gd name="connsiteY5718" fmla="*/ 6123561 h 6857801"/>
                <a:gd name="connsiteX5719" fmla="*/ 7348907 w 12184003"/>
                <a:gd name="connsiteY5719" fmla="*/ 5814798 h 6857801"/>
                <a:gd name="connsiteX5720" fmla="*/ 7348907 w 12184003"/>
                <a:gd name="connsiteY5720" fmla="*/ 6727949 h 6857801"/>
                <a:gd name="connsiteX5721" fmla="*/ 7478759 w 12184003"/>
                <a:gd name="connsiteY5721" fmla="*/ 6857801 h 6857801"/>
                <a:gd name="connsiteX5722" fmla="*/ 7447632 w 12184003"/>
                <a:gd name="connsiteY5722" fmla="*/ 6857801 h 6857801"/>
                <a:gd name="connsiteX5723" fmla="*/ 7327009 w 12184003"/>
                <a:gd name="connsiteY5723" fmla="*/ 6736708 h 6857801"/>
                <a:gd name="connsiteX5724" fmla="*/ 7327009 w 12184003"/>
                <a:gd name="connsiteY5724" fmla="*/ 5792900 h 6857801"/>
                <a:gd name="connsiteX5725" fmla="*/ 6869339 w 12184003"/>
                <a:gd name="connsiteY5725" fmla="*/ 5335229 h 6857801"/>
                <a:gd name="connsiteX5726" fmla="*/ 6869339 w 12184003"/>
                <a:gd name="connsiteY5726" fmla="*/ 5810418 h 6857801"/>
                <a:gd name="connsiteX5727" fmla="*/ 7226278 w 12184003"/>
                <a:gd name="connsiteY5727" fmla="*/ 6167357 h 6857801"/>
                <a:gd name="connsiteX5728" fmla="*/ 7226278 w 12184003"/>
                <a:gd name="connsiteY5728" fmla="*/ 6756416 h 6857801"/>
                <a:gd name="connsiteX5729" fmla="*/ 7327662 w 12184003"/>
                <a:gd name="connsiteY5729" fmla="*/ 6857801 h 6857801"/>
                <a:gd name="connsiteX5730" fmla="*/ 7303575 w 12184003"/>
                <a:gd name="connsiteY5730" fmla="*/ 6857801 h 6857801"/>
                <a:gd name="connsiteX5731" fmla="*/ 7208759 w 12184003"/>
                <a:gd name="connsiteY5731" fmla="*/ 6762986 h 6857801"/>
                <a:gd name="connsiteX5732" fmla="*/ 7208759 w 12184003"/>
                <a:gd name="connsiteY5732" fmla="*/ 6173926 h 6857801"/>
                <a:gd name="connsiteX5733" fmla="*/ 6869339 w 12184003"/>
                <a:gd name="connsiteY5733" fmla="*/ 5834506 h 6857801"/>
                <a:gd name="connsiteX5734" fmla="*/ 6869339 w 12184003"/>
                <a:gd name="connsiteY5734" fmla="*/ 5902390 h 6857801"/>
                <a:gd name="connsiteX5735" fmla="*/ 6731382 w 12184003"/>
                <a:gd name="connsiteY5735" fmla="*/ 6041034 h 6857801"/>
                <a:gd name="connsiteX5736" fmla="*/ 6731382 w 12184003"/>
                <a:gd name="connsiteY5736" fmla="*/ 6553641 h 6857801"/>
                <a:gd name="connsiteX5737" fmla="*/ 6751089 w 12184003"/>
                <a:gd name="connsiteY5737" fmla="*/ 6561524 h 6857801"/>
                <a:gd name="connsiteX5738" fmla="*/ 6764229 w 12184003"/>
                <a:gd name="connsiteY5738" fmla="*/ 6594371 h 6857801"/>
                <a:gd name="connsiteX5739" fmla="*/ 6757380 w 12184003"/>
                <a:gd name="connsiteY5739" fmla="*/ 6611493 h 6857801"/>
                <a:gd name="connsiteX5740" fmla="*/ 7004782 w 12184003"/>
                <a:gd name="connsiteY5740" fmla="*/ 6857801 h 6857801"/>
                <a:gd name="connsiteX5741" fmla="*/ 6972915 w 12184003"/>
                <a:gd name="connsiteY5741" fmla="*/ 6857801 h 6857801"/>
                <a:gd name="connsiteX5742" fmla="*/ 6744834 w 12184003"/>
                <a:gd name="connsiteY5742" fmla="*/ 6629720 h 6857801"/>
                <a:gd name="connsiteX5743" fmla="*/ 6718243 w 12184003"/>
                <a:gd name="connsiteY5743" fmla="*/ 6640357 h 6857801"/>
                <a:gd name="connsiteX5744" fmla="*/ 6672256 w 12184003"/>
                <a:gd name="connsiteY5744" fmla="*/ 6594371 h 6857801"/>
                <a:gd name="connsiteX5745" fmla="*/ 6686217 w 12184003"/>
                <a:gd name="connsiteY5745" fmla="*/ 6561524 h 6857801"/>
                <a:gd name="connsiteX5746" fmla="*/ 6709484 w 12184003"/>
                <a:gd name="connsiteY5746" fmla="*/ 6551978 h 6857801"/>
                <a:gd name="connsiteX5747" fmla="*/ 6709484 w 12184003"/>
                <a:gd name="connsiteY5747" fmla="*/ 6063042 h 6857801"/>
                <a:gd name="connsiteX5748" fmla="*/ 6523351 w 12184003"/>
                <a:gd name="connsiteY5748" fmla="*/ 6250102 h 6857801"/>
                <a:gd name="connsiteX5749" fmla="*/ 6523351 w 12184003"/>
                <a:gd name="connsiteY5749" fmla="*/ 6493014 h 6857801"/>
                <a:gd name="connsiteX5750" fmla="*/ 6537583 w 12184003"/>
                <a:gd name="connsiteY5750" fmla="*/ 6499113 h 6857801"/>
                <a:gd name="connsiteX5751" fmla="*/ 6547436 w 12184003"/>
                <a:gd name="connsiteY5751" fmla="*/ 6522106 h 6857801"/>
                <a:gd name="connsiteX5752" fmla="*/ 6542216 w 12184003"/>
                <a:gd name="connsiteY5752" fmla="*/ 6534290 h 6857801"/>
                <a:gd name="connsiteX5753" fmla="*/ 6862296 w 12184003"/>
                <a:gd name="connsiteY5753" fmla="*/ 6852455 h 6857801"/>
                <a:gd name="connsiteX5754" fmla="*/ 6871529 w 12184003"/>
                <a:gd name="connsiteY5754" fmla="*/ 6848388 h 6857801"/>
                <a:gd name="connsiteX5755" fmla="*/ 6891297 w 12184003"/>
                <a:gd name="connsiteY5755" fmla="*/ 6857801 h 6857801"/>
                <a:gd name="connsiteX5756" fmla="*/ 6843549 w 12184003"/>
                <a:gd name="connsiteY5756" fmla="*/ 6857801 h 6857801"/>
                <a:gd name="connsiteX5757" fmla="*/ 6531561 w 12184003"/>
                <a:gd name="connsiteY5757" fmla="*/ 6547681 h 6857801"/>
                <a:gd name="connsiteX5758" fmla="*/ 6514590 w 12184003"/>
                <a:gd name="connsiteY5758" fmla="*/ 6554953 h 6857801"/>
                <a:gd name="connsiteX5759" fmla="*/ 6481743 w 12184003"/>
                <a:gd name="connsiteY5759" fmla="*/ 6522106 h 6857801"/>
                <a:gd name="connsiteX5760" fmla="*/ 6491598 w 12184003"/>
                <a:gd name="connsiteY5760" fmla="*/ 6499113 h 6857801"/>
                <a:gd name="connsiteX5761" fmla="*/ 6505831 w 12184003"/>
                <a:gd name="connsiteY5761" fmla="*/ 6493013 h 6857801"/>
                <a:gd name="connsiteX5762" fmla="*/ 6505831 w 12184003"/>
                <a:gd name="connsiteY5762" fmla="*/ 6267707 h 6857801"/>
                <a:gd name="connsiteX5763" fmla="*/ 6456053 w 12184003"/>
                <a:gd name="connsiteY5763" fmla="*/ 6317733 h 6857801"/>
                <a:gd name="connsiteX5764" fmla="*/ 6464225 w 12184003"/>
                <a:gd name="connsiteY5764" fmla="*/ 6338163 h 6857801"/>
                <a:gd name="connsiteX5765" fmla="*/ 6451086 w 12184003"/>
                <a:gd name="connsiteY5765" fmla="*/ 6371010 h 6857801"/>
                <a:gd name="connsiteX5766" fmla="*/ 6429188 w 12184003"/>
                <a:gd name="connsiteY5766" fmla="*/ 6379769 h 6857801"/>
                <a:gd name="connsiteX5767" fmla="*/ 6429188 w 12184003"/>
                <a:gd name="connsiteY5767" fmla="*/ 6857801 h 6857801"/>
                <a:gd name="connsiteX5768" fmla="*/ 6405100 w 12184003"/>
                <a:gd name="connsiteY5768" fmla="*/ 6857801 h 6857801"/>
                <a:gd name="connsiteX5769" fmla="*/ 6405100 w 12184003"/>
                <a:gd name="connsiteY5769" fmla="*/ 6378894 h 6857801"/>
                <a:gd name="connsiteX5770" fmla="*/ 6385393 w 12184003"/>
                <a:gd name="connsiteY5770" fmla="*/ 6371010 h 6857801"/>
                <a:gd name="connsiteX5771" fmla="*/ 6372253 w 12184003"/>
                <a:gd name="connsiteY5771" fmla="*/ 6338163 h 6857801"/>
                <a:gd name="connsiteX5772" fmla="*/ 6418239 w 12184003"/>
                <a:gd name="connsiteY5772" fmla="*/ 6292177 h 6857801"/>
                <a:gd name="connsiteX5773" fmla="*/ 6438572 w 12184003"/>
                <a:gd name="connsiteY5773" fmla="*/ 6300310 h 6857801"/>
                <a:gd name="connsiteX5774" fmla="*/ 6505831 w 12184003"/>
                <a:gd name="connsiteY5774" fmla="*/ 6233051 h 6857801"/>
                <a:gd name="connsiteX5775" fmla="*/ 6505831 w 12184003"/>
                <a:gd name="connsiteY5775" fmla="*/ 6128739 h 6857801"/>
                <a:gd name="connsiteX5776" fmla="*/ 6317560 w 12184003"/>
                <a:gd name="connsiteY5776" fmla="*/ 6318282 h 6857801"/>
                <a:gd name="connsiteX5777" fmla="*/ 6324077 w 12184003"/>
                <a:gd name="connsiteY5777" fmla="*/ 6333782 h 6857801"/>
                <a:gd name="connsiteX5778" fmla="*/ 6314224 w 12184003"/>
                <a:gd name="connsiteY5778" fmla="*/ 6356776 h 6857801"/>
                <a:gd name="connsiteX5779" fmla="*/ 6299990 w 12184003"/>
                <a:gd name="connsiteY5779" fmla="*/ 6362876 h 6857801"/>
                <a:gd name="connsiteX5780" fmla="*/ 6299990 w 12184003"/>
                <a:gd name="connsiteY5780" fmla="*/ 6857801 h 6857801"/>
                <a:gd name="connsiteX5781" fmla="*/ 6282472 w 12184003"/>
                <a:gd name="connsiteY5781" fmla="*/ 6857801 h 6857801"/>
                <a:gd name="connsiteX5782" fmla="*/ 6282472 w 12184003"/>
                <a:gd name="connsiteY5782" fmla="*/ 6361625 h 6857801"/>
                <a:gd name="connsiteX5783" fmla="*/ 6266048 w 12184003"/>
                <a:gd name="connsiteY5783" fmla="*/ 6354586 h 6857801"/>
                <a:gd name="connsiteX5784" fmla="*/ 6256193 w 12184003"/>
                <a:gd name="connsiteY5784" fmla="*/ 6331592 h 6857801"/>
                <a:gd name="connsiteX5785" fmla="*/ 6289041 w 12184003"/>
                <a:gd name="connsiteY5785" fmla="*/ 6298745 h 6857801"/>
                <a:gd name="connsiteX5786" fmla="*/ 6305775 w 12184003"/>
                <a:gd name="connsiteY5786" fmla="*/ 6306101 h 6857801"/>
                <a:gd name="connsiteX5787" fmla="*/ 6505831 w 12184003"/>
                <a:gd name="connsiteY5787" fmla="*/ 6106044 h 6857801"/>
                <a:gd name="connsiteX5788" fmla="*/ 6505831 w 12184003"/>
                <a:gd name="connsiteY5788" fmla="*/ 5865163 h 6857801"/>
                <a:gd name="connsiteX5789" fmla="*/ 6249624 w 12184003"/>
                <a:gd name="connsiteY5789" fmla="*/ 5606765 h 6857801"/>
                <a:gd name="connsiteX5790" fmla="*/ 6249624 w 12184003"/>
                <a:gd name="connsiteY5790" fmla="*/ 5377149 h 6857801"/>
                <a:gd name="connsiteX5791" fmla="*/ 6231011 w 12184003"/>
                <a:gd name="connsiteY5791" fmla="*/ 5369171 h 6857801"/>
                <a:gd name="connsiteX5792" fmla="*/ 6221155 w 12184003"/>
                <a:gd name="connsiteY5792" fmla="*/ 5346178 h 6857801"/>
                <a:gd name="connsiteX5793" fmla="*/ 6254003 w 12184003"/>
                <a:gd name="connsiteY5793" fmla="*/ 5313330 h 6857801"/>
                <a:gd name="connsiteX5794" fmla="*/ 6286849 w 12184003"/>
                <a:gd name="connsiteY5794" fmla="*/ 5346178 h 6857801"/>
                <a:gd name="connsiteX5795" fmla="*/ 6277818 w 12184003"/>
                <a:gd name="connsiteY5795" fmla="*/ 5369171 h 6857801"/>
                <a:gd name="connsiteX5796" fmla="*/ 6264952 w 12184003"/>
                <a:gd name="connsiteY5796" fmla="*/ 5374494 h 6857801"/>
                <a:gd name="connsiteX5797" fmla="*/ 6264952 w 12184003"/>
                <a:gd name="connsiteY5797" fmla="*/ 5600197 h 6857801"/>
                <a:gd name="connsiteX5798" fmla="*/ 6523351 w 12184003"/>
                <a:gd name="connsiteY5798" fmla="*/ 5856405 h 6857801"/>
                <a:gd name="connsiteX5799" fmla="*/ 6523351 w 12184003"/>
                <a:gd name="connsiteY5799" fmla="*/ 6088525 h 6857801"/>
                <a:gd name="connsiteX5800" fmla="*/ 6608752 w 12184003"/>
                <a:gd name="connsiteY5800" fmla="*/ 6003122 h 6857801"/>
                <a:gd name="connsiteX5801" fmla="*/ 6608752 w 12184003"/>
                <a:gd name="connsiteY5801" fmla="*/ 5604576 h 6857801"/>
                <a:gd name="connsiteX5802" fmla="*/ 6437432 w 12184003"/>
                <a:gd name="connsiteY5802" fmla="*/ 5433255 h 6857801"/>
                <a:gd name="connsiteX5803" fmla="*/ 6432474 w 12184003"/>
                <a:gd name="connsiteY5803" fmla="*/ 5431307 h 6857801"/>
                <a:gd name="connsiteX5804" fmla="*/ 6430348 w 12184003"/>
                <a:gd name="connsiteY5804" fmla="*/ 5426172 h 6857801"/>
                <a:gd name="connsiteX5805" fmla="*/ 6361304 w 12184003"/>
                <a:gd name="connsiteY5805" fmla="*/ 5357127 h 6857801"/>
                <a:gd name="connsiteX5806" fmla="*/ 6361304 w 12184003"/>
                <a:gd name="connsiteY5806" fmla="*/ 5045738 h 6857801"/>
                <a:gd name="connsiteX5807" fmla="*/ 6335026 w 12184003"/>
                <a:gd name="connsiteY5807" fmla="*/ 5035226 h 6857801"/>
                <a:gd name="connsiteX5808" fmla="*/ 6321887 w 12184003"/>
                <a:gd name="connsiteY5808" fmla="*/ 5002379 h 6857801"/>
                <a:gd name="connsiteX5809" fmla="*/ 6367872 w 12184003"/>
                <a:gd name="connsiteY5809" fmla="*/ 4956392 h 6857801"/>
                <a:gd name="connsiteX5810" fmla="*/ 6413859 w 12184003"/>
                <a:gd name="connsiteY5810" fmla="*/ 5002379 h 6857801"/>
                <a:gd name="connsiteX5811" fmla="*/ 6400720 w 12184003"/>
                <a:gd name="connsiteY5811" fmla="*/ 5035226 h 6857801"/>
                <a:gd name="connsiteX5812" fmla="*/ 6383202 w 12184003"/>
                <a:gd name="connsiteY5812" fmla="*/ 5042233 h 6857801"/>
                <a:gd name="connsiteX5813" fmla="*/ 6383202 w 12184003"/>
                <a:gd name="connsiteY5813" fmla="*/ 5348368 h 6857801"/>
                <a:gd name="connsiteX5814" fmla="*/ 6428206 w 12184003"/>
                <a:gd name="connsiteY5814" fmla="*/ 5393372 h 6857801"/>
                <a:gd name="connsiteX5815" fmla="*/ 6432474 w 12184003"/>
                <a:gd name="connsiteY5815" fmla="*/ 5382583 h 6857801"/>
                <a:gd name="connsiteX5816" fmla="*/ 6440137 w 12184003"/>
                <a:gd name="connsiteY5816" fmla="*/ 5379208 h 6857801"/>
                <a:gd name="connsiteX5817" fmla="*/ 6440137 w 12184003"/>
                <a:gd name="connsiteY5817" fmla="*/ 4380472 h 6857801"/>
                <a:gd name="connsiteX5818" fmla="*/ 6335026 w 12184003"/>
                <a:gd name="connsiteY5818" fmla="*/ 4275362 h 6857801"/>
                <a:gd name="connsiteX5819" fmla="*/ 6291230 w 12184003"/>
                <a:gd name="connsiteY5819" fmla="*/ 4275362 h 6857801"/>
                <a:gd name="connsiteX5820" fmla="*/ 6291230 w 12184003"/>
                <a:gd name="connsiteY5820" fmla="*/ 4338865 h 6857801"/>
                <a:gd name="connsiteX5821" fmla="*/ 6169436 w 12184003"/>
                <a:gd name="connsiteY5821" fmla="*/ 4461451 h 6857801"/>
                <a:gd name="connsiteX5822" fmla="*/ 6190499 w 12184003"/>
                <a:gd name="connsiteY5822" fmla="*/ 4452736 h 6857801"/>
                <a:gd name="connsiteX5823" fmla="*/ 6223345 w 12184003"/>
                <a:gd name="connsiteY5823" fmla="*/ 4485583 h 6857801"/>
                <a:gd name="connsiteX5824" fmla="*/ 6213491 w 12184003"/>
                <a:gd name="connsiteY5824" fmla="*/ 4508576 h 6857801"/>
                <a:gd name="connsiteX5825" fmla="*/ 6199259 w 12184003"/>
                <a:gd name="connsiteY5825" fmla="*/ 4514676 h 6857801"/>
                <a:gd name="connsiteX5826" fmla="*/ 6199259 w 12184003"/>
                <a:gd name="connsiteY5826" fmla="*/ 4853471 h 6857801"/>
                <a:gd name="connsiteX5827" fmla="*/ 5954002 w 12184003"/>
                <a:gd name="connsiteY5827" fmla="*/ 5096596 h 6857801"/>
                <a:gd name="connsiteX5828" fmla="*/ 5954002 w 12184003"/>
                <a:gd name="connsiteY5828" fmla="*/ 5598007 h 6857801"/>
                <a:gd name="connsiteX5829" fmla="*/ 5975898 w 12184003"/>
                <a:gd name="connsiteY5829" fmla="*/ 5606766 h 6857801"/>
                <a:gd name="connsiteX5830" fmla="*/ 5989038 w 12184003"/>
                <a:gd name="connsiteY5830" fmla="*/ 5639614 h 6857801"/>
                <a:gd name="connsiteX5831" fmla="*/ 5975899 w 12184003"/>
                <a:gd name="connsiteY5831" fmla="*/ 5672460 h 6857801"/>
                <a:gd name="connsiteX5832" fmla="*/ 5947431 w 12184003"/>
                <a:gd name="connsiteY5832" fmla="*/ 5683847 h 6857801"/>
                <a:gd name="connsiteX5833" fmla="*/ 5947431 w 12184003"/>
                <a:gd name="connsiteY5833" fmla="*/ 5787317 h 6857801"/>
                <a:gd name="connsiteX5834" fmla="*/ 5963581 w 12184003"/>
                <a:gd name="connsiteY5834" fmla="*/ 5793174 h 6857801"/>
                <a:gd name="connsiteX5835" fmla="*/ 5973709 w 12184003"/>
                <a:gd name="connsiteY5835" fmla="*/ 5816988 h 6857801"/>
                <a:gd name="connsiteX5836" fmla="*/ 5970884 w 12184003"/>
                <a:gd name="connsiteY5836" fmla="*/ 5822921 h 6857801"/>
                <a:gd name="connsiteX5837" fmla="*/ 6131373 w 12184003"/>
                <a:gd name="connsiteY5837" fmla="*/ 5983414 h 6857801"/>
                <a:gd name="connsiteX5838" fmla="*/ 6131373 w 12184003"/>
                <a:gd name="connsiteY5838" fmla="*/ 6425754 h 6857801"/>
                <a:gd name="connsiteX5839" fmla="*/ 6260573 w 12184003"/>
                <a:gd name="connsiteY5839" fmla="*/ 6554953 h 6857801"/>
                <a:gd name="connsiteX5840" fmla="*/ 6260573 w 12184003"/>
                <a:gd name="connsiteY5840" fmla="*/ 6857801 h 6857801"/>
                <a:gd name="connsiteX5841" fmla="*/ 6238675 w 12184003"/>
                <a:gd name="connsiteY5841" fmla="*/ 6857801 h 6857801"/>
                <a:gd name="connsiteX5842" fmla="*/ 6238675 w 12184003"/>
                <a:gd name="connsiteY5842" fmla="*/ 6563713 h 6857801"/>
                <a:gd name="connsiteX5843" fmla="*/ 6175170 w 12184003"/>
                <a:gd name="connsiteY5843" fmla="*/ 6500209 h 6857801"/>
                <a:gd name="connsiteX5844" fmla="*/ 6175170 w 12184003"/>
                <a:gd name="connsiteY5844" fmla="*/ 6840880 h 6857801"/>
                <a:gd name="connsiteX5845" fmla="*/ 6185024 w 12184003"/>
                <a:gd name="connsiteY5845" fmla="*/ 6845104 h 6857801"/>
                <a:gd name="connsiteX5846" fmla="*/ 6190466 w 12184003"/>
                <a:gd name="connsiteY5846" fmla="*/ 6857801 h 6857801"/>
                <a:gd name="connsiteX5847" fmla="*/ 6133596 w 12184003"/>
                <a:gd name="connsiteY5847" fmla="*/ 6857801 h 6857801"/>
                <a:gd name="connsiteX5848" fmla="*/ 6139038 w 12184003"/>
                <a:gd name="connsiteY5848" fmla="*/ 6845104 h 6857801"/>
                <a:gd name="connsiteX5849" fmla="*/ 6157652 w 12184003"/>
                <a:gd name="connsiteY5849" fmla="*/ 6837126 h 6857801"/>
                <a:gd name="connsiteX5850" fmla="*/ 6157652 w 12184003"/>
                <a:gd name="connsiteY5850" fmla="*/ 6498018 h 6857801"/>
                <a:gd name="connsiteX5851" fmla="*/ 6131373 w 12184003"/>
                <a:gd name="connsiteY5851" fmla="*/ 6471740 h 6857801"/>
                <a:gd name="connsiteX5852" fmla="*/ 6131373 w 12184003"/>
                <a:gd name="connsiteY5852" fmla="*/ 6857801 h 6857801"/>
                <a:gd name="connsiteX5853" fmla="*/ 6087577 w 12184003"/>
                <a:gd name="connsiteY5853" fmla="*/ 6857801 h 6857801"/>
                <a:gd name="connsiteX5854" fmla="*/ 6087577 w 12184003"/>
                <a:gd name="connsiteY5854" fmla="*/ 6427945 h 6857801"/>
                <a:gd name="connsiteX5855" fmla="*/ 6081009 w 12184003"/>
                <a:gd name="connsiteY5855" fmla="*/ 6421376 h 6857801"/>
                <a:gd name="connsiteX5856" fmla="*/ 6081009 w 12184003"/>
                <a:gd name="connsiteY5856" fmla="*/ 6857801 h 6857801"/>
                <a:gd name="connsiteX5857" fmla="*/ 6045972 w 12184003"/>
                <a:gd name="connsiteY5857" fmla="*/ 6857801 h 6857801"/>
                <a:gd name="connsiteX5858" fmla="*/ 6045972 w 12184003"/>
                <a:gd name="connsiteY5858" fmla="*/ 6386340 h 6857801"/>
                <a:gd name="connsiteX5859" fmla="*/ 5694509 w 12184003"/>
                <a:gd name="connsiteY5859" fmla="*/ 6034874 h 6857801"/>
                <a:gd name="connsiteX5860" fmla="*/ 5520420 w 12184003"/>
                <a:gd name="connsiteY5860" fmla="*/ 6208963 h 6857801"/>
                <a:gd name="connsiteX5861" fmla="*/ 5520420 w 12184003"/>
                <a:gd name="connsiteY5861" fmla="*/ 6622839 h 6857801"/>
                <a:gd name="connsiteX5862" fmla="*/ 5755381 w 12184003"/>
                <a:gd name="connsiteY5862" fmla="*/ 6857801 h 6857801"/>
                <a:gd name="connsiteX5863" fmla="*/ 5705768 w 12184003"/>
                <a:gd name="connsiteY5863" fmla="*/ 6857801 h 6857801"/>
                <a:gd name="connsiteX5864" fmla="*/ 5485384 w 12184003"/>
                <a:gd name="connsiteY5864" fmla="*/ 6638167 h 6857801"/>
                <a:gd name="connsiteX5865" fmla="*/ 5485384 w 12184003"/>
                <a:gd name="connsiteY5865" fmla="*/ 6195825 h 6857801"/>
                <a:gd name="connsiteX5866" fmla="*/ 5670422 w 12184003"/>
                <a:gd name="connsiteY5866" fmla="*/ 6010786 h 6857801"/>
                <a:gd name="connsiteX5867" fmla="*/ 5603634 w 12184003"/>
                <a:gd name="connsiteY5867" fmla="*/ 5943999 h 6857801"/>
                <a:gd name="connsiteX5868" fmla="*/ 5375897 w 12184003"/>
                <a:gd name="connsiteY5868" fmla="*/ 6171738 h 6857801"/>
                <a:gd name="connsiteX5869" fmla="*/ 5375897 w 12184003"/>
                <a:gd name="connsiteY5869" fmla="*/ 6257419 h 6857801"/>
                <a:gd name="connsiteX5870" fmla="*/ 5383555 w 12184003"/>
                <a:gd name="connsiteY5870" fmla="*/ 6262614 h 6857801"/>
                <a:gd name="connsiteX5871" fmla="*/ 5397788 w 12184003"/>
                <a:gd name="connsiteY5871" fmla="*/ 6296556 h 6857801"/>
                <a:gd name="connsiteX5872" fmla="*/ 5383555 w 12184003"/>
                <a:gd name="connsiteY5872" fmla="*/ 6330499 h 6857801"/>
                <a:gd name="connsiteX5873" fmla="*/ 5375897 w 12184003"/>
                <a:gd name="connsiteY5873" fmla="*/ 6335694 h 6857801"/>
                <a:gd name="connsiteX5874" fmla="*/ 5375897 w 12184003"/>
                <a:gd name="connsiteY5874" fmla="*/ 6732329 h 6857801"/>
                <a:gd name="connsiteX5875" fmla="*/ 5501368 w 12184003"/>
                <a:gd name="connsiteY5875" fmla="*/ 6857801 h 6857801"/>
                <a:gd name="connsiteX5876" fmla="*/ 5435942 w 12184003"/>
                <a:gd name="connsiteY5876" fmla="*/ 6857801 h 6857801"/>
                <a:gd name="connsiteX5877" fmla="*/ 5364944 w 12184003"/>
                <a:gd name="connsiteY5877" fmla="*/ 6786982 h 6857801"/>
                <a:gd name="connsiteX5878" fmla="*/ 5364944 w 12184003"/>
                <a:gd name="connsiteY5878" fmla="*/ 6857801 h 6857801"/>
                <a:gd name="connsiteX5879" fmla="*/ 5329908 w 12184003"/>
                <a:gd name="connsiteY5879" fmla="*/ 6857801 h 6857801"/>
                <a:gd name="connsiteX5880" fmla="*/ 5329908 w 12184003"/>
                <a:gd name="connsiteY5880" fmla="*/ 6338674 h 6857801"/>
                <a:gd name="connsiteX5881" fmla="*/ 5317860 w 12184003"/>
                <a:gd name="connsiteY5881" fmla="*/ 6330499 h 6857801"/>
                <a:gd name="connsiteX5882" fmla="*/ 5303626 w 12184003"/>
                <a:gd name="connsiteY5882" fmla="*/ 6296556 h 6857801"/>
                <a:gd name="connsiteX5883" fmla="*/ 5316765 w 12184003"/>
                <a:gd name="connsiteY5883" fmla="*/ 6262614 h 6857801"/>
                <a:gd name="connsiteX5884" fmla="*/ 5329910 w 12184003"/>
                <a:gd name="connsiteY5884" fmla="*/ 6253233 h 6857801"/>
                <a:gd name="connsiteX5885" fmla="*/ 5329910 w 12184003"/>
                <a:gd name="connsiteY5885" fmla="*/ 6152029 h 6857801"/>
                <a:gd name="connsiteX5886" fmla="*/ 5571422 w 12184003"/>
                <a:gd name="connsiteY5886" fmla="*/ 5911787 h 6857801"/>
                <a:gd name="connsiteX5887" fmla="*/ 5465677 w 12184003"/>
                <a:gd name="connsiteY5887" fmla="*/ 5806040 h 6857801"/>
                <a:gd name="connsiteX5888" fmla="*/ 5465677 w 12184003"/>
                <a:gd name="connsiteY5888" fmla="*/ 5965895 h 6857801"/>
                <a:gd name="connsiteX5889" fmla="*/ 5226985 w 12184003"/>
                <a:gd name="connsiteY5889" fmla="*/ 6204584 h 6857801"/>
                <a:gd name="connsiteX5890" fmla="*/ 5226985 w 12184003"/>
                <a:gd name="connsiteY5890" fmla="*/ 6857801 h 6857801"/>
                <a:gd name="connsiteX5891" fmla="*/ 5209466 w 12184003"/>
                <a:gd name="connsiteY5891" fmla="*/ 6857801 h 6857801"/>
                <a:gd name="connsiteX5892" fmla="*/ 5209466 w 12184003"/>
                <a:gd name="connsiteY5892" fmla="*/ 6222103 h 6857801"/>
                <a:gd name="connsiteX5893" fmla="*/ 5186745 w 12184003"/>
                <a:gd name="connsiteY5893" fmla="*/ 6244825 h 6857801"/>
                <a:gd name="connsiteX5894" fmla="*/ 5188665 w 12184003"/>
                <a:gd name="connsiteY5894" fmla="*/ 6246190 h 6857801"/>
                <a:gd name="connsiteX5895" fmla="*/ 5207275 w 12184003"/>
                <a:gd name="connsiteY5895" fmla="*/ 6292176 h 6857801"/>
                <a:gd name="connsiteX5896" fmla="*/ 5168476 w 12184003"/>
                <a:gd name="connsiteY5896" fmla="*/ 6350685 h 6857801"/>
                <a:gd name="connsiteX5897" fmla="*/ 5165676 w 12184003"/>
                <a:gd name="connsiteY5897" fmla="*/ 6351252 h 6857801"/>
                <a:gd name="connsiteX5898" fmla="*/ 5165676 w 12184003"/>
                <a:gd name="connsiteY5898" fmla="*/ 6857801 h 6857801"/>
                <a:gd name="connsiteX5899" fmla="*/ 5119687 w 12184003"/>
                <a:gd name="connsiteY5899" fmla="*/ 6857801 h 6857801"/>
                <a:gd name="connsiteX5900" fmla="*/ 5119687 w 12184003"/>
                <a:gd name="connsiteY5900" fmla="*/ 6351110 h 6857801"/>
                <a:gd name="connsiteX5901" fmla="*/ 5119068 w 12184003"/>
                <a:gd name="connsiteY5901" fmla="*/ 6350994 h 6857801"/>
                <a:gd name="connsiteX5902" fmla="*/ 5097689 w 12184003"/>
                <a:gd name="connsiteY5902" fmla="*/ 6333883 h 6857801"/>
                <a:gd name="connsiteX5903" fmla="*/ 5052457 w 12184003"/>
                <a:gd name="connsiteY5903" fmla="*/ 6379115 h 6857801"/>
                <a:gd name="connsiteX5904" fmla="*/ 5058369 w 12184003"/>
                <a:gd name="connsiteY5904" fmla="*/ 6392907 h 6857801"/>
                <a:gd name="connsiteX5905" fmla="*/ 5048515 w 12184003"/>
                <a:gd name="connsiteY5905" fmla="*/ 6415901 h 6857801"/>
                <a:gd name="connsiteX5906" fmla="*/ 5034286 w 12184003"/>
                <a:gd name="connsiteY5906" fmla="*/ 6421999 h 6857801"/>
                <a:gd name="connsiteX5907" fmla="*/ 5034286 w 12184003"/>
                <a:gd name="connsiteY5907" fmla="*/ 6857801 h 6857801"/>
                <a:gd name="connsiteX5908" fmla="*/ 5016767 w 12184003"/>
                <a:gd name="connsiteY5908" fmla="*/ 6857801 h 6857801"/>
                <a:gd name="connsiteX5909" fmla="*/ 5016767 w 12184003"/>
                <a:gd name="connsiteY5909" fmla="*/ 6423775 h 6857801"/>
                <a:gd name="connsiteX5910" fmla="*/ 5002529 w 12184003"/>
                <a:gd name="connsiteY5910" fmla="*/ 6416995 h 6857801"/>
                <a:gd name="connsiteX5911" fmla="*/ 4992676 w 12184003"/>
                <a:gd name="connsiteY5911" fmla="*/ 6392907 h 6857801"/>
                <a:gd name="connsiteX5912" fmla="*/ 5025522 w 12184003"/>
                <a:gd name="connsiteY5912" fmla="*/ 6360061 h 6857801"/>
                <a:gd name="connsiteX5913" fmla="*/ 5040853 w 12184003"/>
                <a:gd name="connsiteY5913" fmla="*/ 6366631 h 6857801"/>
                <a:gd name="connsiteX5914" fmla="*/ 5088309 w 12184003"/>
                <a:gd name="connsiteY5914" fmla="*/ 6319174 h 6857801"/>
                <a:gd name="connsiteX5915" fmla="*/ 5080269 w 12184003"/>
                <a:gd name="connsiteY5915" fmla="*/ 6292176 h 6857801"/>
                <a:gd name="connsiteX5916" fmla="*/ 5143772 w 12184003"/>
                <a:gd name="connsiteY5916" fmla="*/ 6226482 h 6857801"/>
                <a:gd name="connsiteX5917" fmla="*/ 5168476 w 12184003"/>
                <a:gd name="connsiteY5917" fmla="*/ 6231820 h 6857801"/>
                <a:gd name="connsiteX5918" fmla="*/ 5172672 w 12184003"/>
                <a:gd name="connsiteY5918" fmla="*/ 6234808 h 6857801"/>
                <a:gd name="connsiteX5919" fmla="*/ 5209466 w 12184003"/>
                <a:gd name="connsiteY5919" fmla="*/ 6198014 h 6857801"/>
                <a:gd name="connsiteX5920" fmla="*/ 5209466 w 12184003"/>
                <a:gd name="connsiteY5920" fmla="*/ 5958075 h 6857801"/>
                <a:gd name="connsiteX5921" fmla="*/ 5195231 w 12184003"/>
                <a:gd name="connsiteY5921" fmla="*/ 5952483 h 6857801"/>
                <a:gd name="connsiteX5922" fmla="*/ 5194352 w 12184003"/>
                <a:gd name="connsiteY5922" fmla="*/ 5950356 h 6857801"/>
                <a:gd name="connsiteX5923" fmla="*/ 4977359 w 12184003"/>
                <a:gd name="connsiteY5923" fmla="*/ 6167358 h 6857801"/>
                <a:gd name="connsiteX5924" fmla="*/ 4977359 w 12184003"/>
                <a:gd name="connsiteY5924" fmla="*/ 6857801 h 6857801"/>
                <a:gd name="connsiteX5925" fmla="*/ 4955458 w 12184003"/>
                <a:gd name="connsiteY5925" fmla="*/ 6857801 h 6857801"/>
                <a:gd name="connsiteX5926" fmla="*/ 4955458 w 12184003"/>
                <a:gd name="connsiteY5926" fmla="*/ 6189255 h 6857801"/>
                <a:gd name="connsiteX5927" fmla="*/ 4780284 w 12184003"/>
                <a:gd name="connsiteY5927" fmla="*/ 6364425 h 6857801"/>
                <a:gd name="connsiteX5928" fmla="*/ 4780284 w 12184003"/>
                <a:gd name="connsiteY5928" fmla="*/ 6736708 h 6857801"/>
                <a:gd name="connsiteX5929" fmla="*/ 4718953 w 12184003"/>
                <a:gd name="connsiteY5929" fmla="*/ 6798042 h 6857801"/>
                <a:gd name="connsiteX5930" fmla="*/ 4718953 w 12184003"/>
                <a:gd name="connsiteY5930" fmla="*/ 6857801 h 6857801"/>
                <a:gd name="connsiteX5931" fmla="*/ 4694866 w 12184003"/>
                <a:gd name="connsiteY5931" fmla="*/ 6857801 h 6857801"/>
                <a:gd name="connsiteX5932" fmla="*/ 4694866 w 12184003"/>
                <a:gd name="connsiteY5932" fmla="*/ 6822131 h 6857801"/>
                <a:gd name="connsiteX5933" fmla="*/ 4659199 w 12184003"/>
                <a:gd name="connsiteY5933" fmla="*/ 6857801 h 6857801"/>
                <a:gd name="connsiteX5934" fmla="*/ 4626351 w 12184003"/>
                <a:gd name="connsiteY5934" fmla="*/ 6857801 h 6857801"/>
                <a:gd name="connsiteX5935" fmla="*/ 4694866 w 12184003"/>
                <a:gd name="connsiteY5935" fmla="*/ 6789280 h 6857801"/>
                <a:gd name="connsiteX5936" fmla="*/ 4694866 w 12184003"/>
                <a:gd name="connsiteY5936" fmla="*/ 6465086 h 6857801"/>
                <a:gd name="connsiteX5937" fmla="*/ 4687541 w 12184003"/>
                <a:gd name="connsiteY5937" fmla="*/ 6463563 h 6857801"/>
                <a:gd name="connsiteX5938" fmla="*/ 4659826 w 12184003"/>
                <a:gd name="connsiteY5938" fmla="*/ 6421375 h 6857801"/>
                <a:gd name="connsiteX5939" fmla="*/ 4705812 w 12184003"/>
                <a:gd name="connsiteY5939" fmla="*/ 6375389 h 6857801"/>
                <a:gd name="connsiteX5940" fmla="*/ 4727625 w 12184003"/>
                <a:gd name="connsiteY5940" fmla="*/ 6384115 h 6857801"/>
                <a:gd name="connsiteX5941" fmla="*/ 4756193 w 12184003"/>
                <a:gd name="connsiteY5941" fmla="*/ 6355439 h 6857801"/>
                <a:gd name="connsiteX5942" fmla="*/ 4756193 w 12184003"/>
                <a:gd name="connsiteY5942" fmla="*/ 5612302 h 6857801"/>
                <a:gd name="connsiteX5943" fmla="*/ 4421155 w 12184003"/>
                <a:gd name="connsiteY5943" fmla="*/ 5948207 h 6857801"/>
                <a:gd name="connsiteX5944" fmla="*/ 4421155 w 12184003"/>
                <a:gd name="connsiteY5944" fmla="*/ 6452032 h 6857801"/>
                <a:gd name="connsiteX5945" fmla="*/ 4017550 w 12184003"/>
                <a:gd name="connsiteY5945" fmla="*/ 6857801 h 6857801"/>
                <a:gd name="connsiteX5946" fmla="*/ 3991338 w 12184003"/>
                <a:gd name="connsiteY5946" fmla="*/ 6857801 h 6857801"/>
                <a:gd name="connsiteX5947" fmla="*/ 4403638 w 12184003"/>
                <a:gd name="connsiteY5947" fmla="*/ 6445464 h 6857801"/>
                <a:gd name="connsiteX5948" fmla="*/ 4403638 w 12184003"/>
                <a:gd name="connsiteY5948" fmla="*/ 5965771 h 6857801"/>
                <a:gd name="connsiteX5949" fmla="*/ 4355458 w 12184003"/>
                <a:gd name="connsiteY5949" fmla="*/ 6014070 h 6857801"/>
                <a:gd name="connsiteX5950" fmla="*/ 4160611 w 12184003"/>
                <a:gd name="connsiteY5950" fmla="*/ 6014070 h 6857801"/>
                <a:gd name="connsiteX5951" fmla="*/ 3796301 w 12184003"/>
                <a:gd name="connsiteY5951" fmla="*/ 6378382 h 6857801"/>
                <a:gd name="connsiteX5952" fmla="*/ 3803669 w 12184003"/>
                <a:gd name="connsiteY5952" fmla="*/ 6396192 h 6857801"/>
                <a:gd name="connsiteX5953" fmla="*/ 3790532 w 12184003"/>
                <a:gd name="connsiteY5953" fmla="*/ 6427944 h 6857801"/>
                <a:gd name="connsiteX5954" fmla="*/ 3775207 w 12184003"/>
                <a:gd name="connsiteY5954" fmla="*/ 6434287 h 6857801"/>
                <a:gd name="connsiteX5955" fmla="*/ 3775207 w 12184003"/>
                <a:gd name="connsiteY5955" fmla="*/ 6857801 h 6857801"/>
                <a:gd name="connsiteX5956" fmla="*/ 3753304 w 12184003"/>
                <a:gd name="connsiteY5956" fmla="*/ 6857801 h 6857801"/>
                <a:gd name="connsiteX5957" fmla="*/ 3753304 w 12184003"/>
                <a:gd name="connsiteY5957" fmla="*/ 6438819 h 6857801"/>
                <a:gd name="connsiteX5958" fmla="*/ 3727024 w 12184003"/>
                <a:gd name="connsiteY5958" fmla="*/ 6427944 h 6857801"/>
                <a:gd name="connsiteX5959" fmla="*/ 3727024 w 12184003"/>
                <a:gd name="connsiteY5959" fmla="*/ 6364440 h 6857801"/>
                <a:gd name="connsiteX5960" fmla="*/ 3758777 w 12184003"/>
                <a:gd name="connsiteY5960" fmla="*/ 6351301 h 6857801"/>
                <a:gd name="connsiteX5961" fmla="*/ 3782790 w 12184003"/>
                <a:gd name="connsiteY5961" fmla="*/ 6361236 h 6857801"/>
                <a:gd name="connsiteX5962" fmla="*/ 4129948 w 12184003"/>
                <a:gd name="connsiteY5962" fmla="*/ 6014070 h 6857801"/>
                <a:gd name="connsiteX5963" fmla="*/ 3867170 w 12184003"/>
                <a:gd name="connsiteY5963" fmla="*/ 6014070 h 6857801"/>
                <a:gd name="connsiteX5964" fmla="*/ 3694244 w 12184003"/>
                <a:gd name="connsiteY5964" fmla="*/ 6186996 h 6857801"/>
                <a:gd name="connsiteX5965" fmla="*/ 3699645 w 12184003"/>
                <a:gd name="connsiteY5965" fmla="*/ 6200204 h 6857801"/>
                <a:gd name="connsiteX5966" fmla="*/ 3689794 w 12184003"/>
                <a:gd name="connsiteY5966" fmla="*/ 6224291 h 6857801"/>
                <a:gd name="connsiteX5967" fmla="*/ 3678846 w 12184003"/>
                <a:gd name="connsiteY5967" fmla="*/ 6228770 h 6857801"/>
                <a:gd name="connsiteX5968" fmla="*/ 3678846 w 12184003"/>
                <a:gd name="connsiteY5968" fmla="*/ 6680570 h 6857801"/>
                <a:gd name="connsiteX5969" fmla="*/ 3687602 w 12184003"/>
                <a:gd name="connsiteY5969" fmla="*/ 6684152 h 6857801"/>
                <a:gd name="connsiteX5970" fmla="*/ 3687602 w 12184003"/>
                <a:gd name="connsiteY5970" fmla="*/ 6732328 h 6857801"/>
                <a:gd name="connsiteX5971" fmla="*/ 3663516 w 12184003"/>
                <a:gd name="connsiteY5971" fmla="*/ 6742182 h 6857801"/>
                <a:gd name="connsiteX5972" fmla="*/ 3658045 w 12184003"/>
                <a:gd name="connsiteY5972" fmla="*/ 6739943 h 6857801"/>
                <a:gd name="connsiteX5973" fmla="*/ 3539905 w 12184003"/>
                <a:gd name="connsiteY5973" fmla="*/ 6857801 h 6857801"/>
                <a:gd name="connsiteX5974" fmla="*/ 3513960 w 12184003"/>
                <a:gd name="connsiteY5974" fmla="*/ 6857801 h 6857801"/>
                <a:gd name="connsiteX5975" fmla="*/ 3639431 w 12184003"/>
                <a:gd name="connsiteY5975" fmla="*/ 6732328 h 6857801"/>
                <a:gd name="connsiteX5976" fmla="*/ 3639431 w 12184003"/>
                <a:gd name="connsiteY5976" fmla="*/ 6684152 h 6857801"/>
                <a:gd name="connsiteX5977" fmla="*/ 3661327 w 12184003"/>
                <a:gd name="connsiteY5977" fmla="*/ 6675193 h 6857801"/>
                <a:gd name="connsiteX5978" fmla="*/ 3661327 w 12184003"/>
                <a:gd name="connsiteY5978" fmla="*/ 6232354 h 6857801"/>
                <a:gd name="connsiteX5979" fmla="*/ 3641620 w 12184003"/>
                <a:gd name="connsiteY5979" fmla="*/ 6224291 h 6857801"/>
                <a:gd name="connsiteX5980" fmla="*/ 3641620 w 12184003"/>
                <a:gd name="connsiteY5980" fmla="*/ 6176117 h 6857801"/>
                <a:gd name="connsiteX5981" fmla="*/ 3665705 w 12184003"/>
                <a:gd name="connsiteY5981" fmla="*/ 6166262 h 6857801"/>
                <a:gd name="connsiteX5982" fmla="*/ 3683578 w 12184003"/>
                <a:gd name="connsiteY5982" fmla="*/ 6173574 h 6857801"/>
                <a:gd name="connsiteX5983" fmla="*/ 3843082 w 12184003"/>
                <a:gd name="connsiteY5983" fmla="*/ 6014070 h 6857801"/>
                <a:gd name="connsiteX5984" fmla="*/ 3768856 w 12184003"/>
                <a:gd name="connsiteY5984" fmla="*/ 6014070 h 6857801"/>
                <a:gd name="connsiteX5985" fmla="*/ 3759873 w 12184003"/>
                <a:gd name="connsiteY5985" fmla="*/ 6035969 h 6857801"/>
                <a:gd name="connsiteX5986" fmla="*/ 3728119 w 12184003"/>
                <a:gd name="connsiteY5986" fmla="*/ 6049108 h 6857801"/>
                <a:gd name="connsiteX5987" fmla="*/ 3705663 w 12184003"/>
                <a:gd name="connsiteY5987" fmla="*/ 6039815 h 6857801"/>
                <a:gd name="connsiteX5988" fmla="*/ 3177735 w 12184003"/>
                <a:gd name="connsiteY5988" fmla="*/ 6567755 h 6857801"/>
                <a:gd name="connsiteX5989" fmla="*/ 3177396 w 12184003"/>
                <a:gd name="connsiteY5989" fmla="*/ 6633787 h 6857801"/>
                <a:gd name="connsiteX5990" fmla="*/ 3098564 w 12184003"/>
                <a:gd name="connsiteY5990" fmla="*/ 6713454 h 6857801"/>
                <a:gd name="connsiteX5991" fmla="*/ 3098564 w 12184003"/>
                <a:gd name="connsiteY5991" fmla="*/ 6857801 h 6857801"/>
                <a:gd name="connsiteX5992" fmla="*/ 3076666 w 12184003"/>
                <a:gd name="connsiteY5992" fmla="*/ 6857801 h 6857801"/>
                <a:gd name="connsiteX5993" fmla="*/ 3076666 w 12184003"/>
                <a:gd name="connsiteY5993" fmla="*/ 6735584 h 6857801"/>
                <a:gd name="connsiteX5994" fmla="*/ 3006901 w 12184003"/>
                <a:gd name="connsiteY5994" fmla="*/ 6806094 h 6857801"/>
                <a:gd name="connsiteX5995" fmla="*/ 3009868 w 12184003"/>
                <a:gd name="connsiteY5995" fmla="*/ 6813352 h 6857801"/>
                <a:gd name="connsiteX5996" fmla="*/ 3000015 w 12184003"/>
                <a:gd name="connsiteY5996" fmla="*/ 6837440 h 6857801"/>
                <a:gd name="connsiteX5997" fmla="*/ 2951839 w 12184003"/>
                <a:gd name="connsiteY5997" fmla="*/ 6837440 h 6857801"/>
                <a:gd name="connsiteX5998" fmla="*/ 2941984 w 12184003"/>
                <a:gd name="connsiteY5998" fmla="*/ 6813352 h 6857801"/>
                <a:gd name="connsiteX5999" fmla="*/ 2948802 w 12184003"/>
                <a:gd name="connsiteY5999" fmla="*/ 6796684 h 6857801"/>
                <a:gd name="connsiteX6000" fmla="*/ 2887686 w 12184003"/>
                <a:gd name="connsiteY6000" fmla="*/ 6857801 h 6857801"/>
                <a:gd name="connsiteX6001" fmla="*/ 2854840 w 12184003"/>
                <a:gd name="connsiteY6001" fmla="*/ 6857801 h 6857801"/>
                <a:gd name="connsiteX6002" fmla="*/ 3076666 w 12184003"/>
                <a:gd name="connsiteY6002" fmla="*/ 6635975 h 6857801"/>
                <a:gd name="connsiteX6003" fmla="*/ 3076666 w 12184003"/>
                <a:gd name="connsiteY6003" fmla="*/ 6487064 h 6857801"/>
                <a:gd name="connsiteX6004" fmla="*/ 2820455 w 12184003"/>
                <a:gd name="connsiteY6004" fmla="*/ 6743278 h 6857801"/>
                <a:gd name="connsiteX6005" fmla="*/ 2713158 w 12184003"/>
                <a:gd name="connsiteY6005" fmla="*/ 6743278 h 6857801"/>
                <a:gd name="connsiteX6006" fmla="*/ 2713158 w 12184003"/>
                <a:gd name="connsiteY6006" fmla="*/ 6769554 h 6857801"/>
                <a:gd name="connsiteX6007" fmla="*/ 2624911 w 12184003"/>
                <a:gd name="connsiteY6007" fmla="*/ 6857801 h 6857801"/>
                <a:gd name="connsiteX6008" fmla="*/ 2559215 w 12184003"/>
                <a:gd name="connsiteY6008" fmla="*/ 6857801 h 6857801"/>
                <a:gd name="connsiteX6009" fmla="*/ 2667171 w 12184003"/>
                <a:gd name="connsiteY6009" fmla="*/ 6749847 h 6857801"/>
                <a:gd name="connsiteX6010" fmla="*/ 2667171 w 12184003"/>
                <a:gd name="connsiteY6010" fmla="*/ 6743278 h 6857801"/>
                <a:gd name="connsiteX6011" fmla="*/ 2430666 w 12184003"/>
                <a:gd name="connsiteY6011" fmla="*/ 6743278 h 6857801"/>
                <a:gd name="connsiteX6012" fmla="*/ 2316144 w 12184003"/>
                <a:gd name="connsiteY6012" fmla="*/ 6857801 h 6857801"/>
                <a:gd name="connsiteX6013" fmla="*/ 2267963 w 12184003"/>
                <a:gd name="connsiteY6013" fmla="*/ 6857801 h 6857801"/>
                <a:gd name="connsiteX6014" fmla="*/ 2382490 w 12184003"/>
                <a:gd name="connsiteY6014" fmla="*/ 6743278 h 6857801"/>
                <a:gd name="connsiteX6015" fmla="*/ 2297088 w 12184003"/>
                <a:gd name="connsiteY6015" fmla="*/ 6743278 h 6857801"/>
                <a:gd name="connsiteX6016" fmla="*/ 2182561 w 12184003"/>
                <a:gd name="connsiteY6016" fmla="*/ 6857801 h 6857801"/>
                <a:gd name="connsiteX6017" fmla="*/ 2157755 w 12184003"/>
                <a:gd name="connsiteY6017" fmla="*/ 6857801 h 6857801"/>
                <a:gd name="connsiteX6018" fmla="*/ 2290519 w 12184003"/>
                <a:gd name="connsiteY6018" fmla="*/ 6725759 h 6857801"/>
                <a:gd name="connsiteX6019" fmla="*/ 2400011 w 12184003"/>
                <a:gd name="connsiteY6019" fmla="*/ 6725759 h 6857801"/>
                <a:gd name="connsiteX6020" fmla="*/ 2472270 w 12184003"/>
                <a:gd name="connsiteY6020" fmla="*/ 6653495 h 6857801"/>
                <a:gd name="connsiteX6021" fmla="*/ 2667168 w 12184003"/>
                <a:gd name="connsiteY6021" fmla="*/ 6653495 h 6857801"/>
                <a:gd name="connsiteX6022" fmla="*/ 2667171 w 12184003"/>
                <a:gd name="connsiteY6022" fmla="*/ 6653491 h 6857801"/>
                <a:gd name="connsiteX6023" fmla="*/ 2667171 w 12184003"/>
                <a:gd name="connsiteY6023" fmla="*/ 6607509 h 6857801"/>
                <a:gd name="connsiteX6024" fmla="*/ 2310227 w 12184003"/>
                <a:gd name="connsiteY6024" fmla="*/ 6607509 h 6857801"/>
                <a:gd name="connsiteX6025" fmla="*/ 2059929 w 12184003"/>
                <a:gd name="connsiteY6025" fmla="*/ 6857801 h 6857801"/>
                <a:gd name="connsiteX6026" fmla="*/ 1950445 w 12184003"/>
                <a:gd name="connsiteY6026" fmla="*/ 6857801 h 6857801"/>
                <a:gd name="connsiteX6027" fmla="*/ 2246724 w 12184003"/>
                <a:gd name="connsiteY6027" fmla="*/ 6561523 h 6857801"/>
                <a:gd name="connsiteX6028" fmla="*/ 2308037 w 12184003"/>
                <a:gd name="connsiteY6028" fmla="*/ 6561523 h 6857801"/>
                <a:gd name="connsiteX6029" fmla="*/ 2546725 w 12184003"/>
                <a:gd name="connsiteY6029" fmla="*/ 6322834 h 6857801"/>
                <a:gd name="connsiteX6030" fmla="*/ 2667171 w 12184003"/>
                <a:gd name="connsiteY6030" fmla="*/ 6322834 h 6857801"/>
                <a:gd name="connsiteX6031" fmla="*/ 2667171 w 12184003"/>
                <a:gd name="connsiteY6031" fmla="*/ 6219913 h 6857801"/>
                <a:gd name="connsiteX6032" fmla="*/ 2588338 w 12184003"/>
                <a:gd name="connsiteY6032" fmla="*/ 6298746 h 6857801"/>
                <a:gd name="connsiteX6033" fmla="*/ 2331401 w 12184003"/>
                <a:gd name="connsiteY6033" fmla="*/ 6298746 h 6857801"/>
                <a:gd name="connsiteX6034" fmla="*/ 1983935 w 12184003"/>
                <a:gd name="connsiteY6034" fmla="*/ 6644736 h 6857801"/>
                <a:gd name="connsiteX6035" fmla="*/ 1839411 w 12184003"/>
                <a:gd name="connsiteY6035" fmla="*/ 6644736 h 6857801"/>
                <a:gd name="connsiteX6036" fmla="*/ 1626347 w 12184003"/>
                <a:gd name="connsiteY6036" fmla="*/ 6857801 h 6857801"/>
                <a:gd name="connsiteX6037" fmla="*/ 1593501 w 12184003"/>
                <a:gd name="connsiteY6037" fmla="*/ 6857801 h 6857801"/>
                <a:gd name="connsiteX6038" fmla="*/ 1781415 w 12184003"/>
                <a:gd name="connsiteY6038" fmla="*/ 6669885 h 6857801"/>
                <a:gd name="connsiteX6039" fmla="*/ 1770696 w 12184003"/>
                <a:gd name="connsiteY6039" fmla="*/ 6665500 h 6857801"/>
                <a:gd name="connsiteX6040" fmla="*/ 1596338 w 12184003"/>
                <a:gd name="connsiteY6040" fmla="*/ 6841819 h 6857801"/>
                <a:gd name="connsiteX6041" fmla="*/ 1585388 w 12184003"/>
                <a:gd name="connsiteY6041" fmla="*/ 6828680 h 6857801"/>
                <a:gd name="connsiteX6042" fmla="*/ 1759582 w 12184003"/>
                <a:gd name="connsiteY6042" fmla="*/ 6654485 h 6857801"/>
                <a:gd name="connsiteX6043" fmla="*/ 1752906 w 12184003"/>
                <a:gd name="connsiteY6043" fmla="*/ 6638166 h 6857801"/>
                <a:gd name="connsiteX6044" fmla="*/ 1762760 w 12184003"/>
                <a:gd name="connsiteY6044" fmla="*/ 6614079 h 6857801"/>
                <a:gd name="connsiteX6045" fmla="*/ 1810937 w 12184003"/>
                <a:gd name="connsiteY6045" fmla="*/ 6614079 h 6857801"/>
                <a:gd name="connsiteX6046" fmla="*/ 1817207 w 12184003"/>
                <a:gd name="connsiteY6046" fmla="*/ 6629407 h 6857801"/>
                <a:gd name="connsiteX6047" fmla="*/ 1821893 w 12184003"/>
                <a:gd name="connsiteY6047" fmla="*/ 6629407 h 6857801"/>
                <a:gd name="connsiteX6048" fmla="*/ 2018976 w 12184003"/>
                <a:gd name="connsiteY6048" fmla="*/ 6432324 h 6857801"/>
                <a:gd name="connsiteX6049" fmla="*/ 1854742 w 12184003"/>
                <a:gd name="connsiteY6049" fmla="*/ 6432324 h 6857801"/>
                <a:gd name="connsiteX6050" fmla="*/ 1576635 w 12184003"/>
                <a:gd name="connsiteY6050" fmla="*/ 6710430 h 6857801"/>
                <a:gd name="connsiteX6051" fmla="*/ 1160574 w 12184003"/>
                <a:gd name="connsiteY6051" fmla="*/ 6710430 h 6857801"/>
                <a:gd name="connsiteX6052" fmla="*/ 1012277 w 12184003"/>
                <a:gd name="connsiteY6052" fmla="*/ 6857801 h 6857801"/>
                <a:gd name="connsiteX6053" fmla="*/ 947509 w 12184003"/>
                <a:gd name="connsiteY6053" fmla="*/ 6857801 h 6857801"/>
                <a:gd name="connsiteX6054" fmla="*/ 1140865 w 12184003"/>
                <a:gd name="connsiteY6054" fmla="*/ 6664444 h 6857801"/>
                <a:gd name="connsiteX6055" fmla="*/ 1464932 w 12184003"/>
                <a:gd name="connsiteY6055" fmla="*/ 6664444 h 6857801"/>
                <a:gd name="connsiteX6056" fmla="*/ 1729917 w 12184003"/>
                <a:gd name="connsiteY6056" fmla="*/ 6397287 h 6857801"/>
                <a:gd name="connsiteX6057" fmla="*/ 1824083 w 12184003"/>
                <a:gd name="connsiteY6057" fmla="*/ 6397287 h 6857801"/>
                <a:gd name="connsiteX6058" fmla="*/ 1937953 w 12184003"/>
                <a:gd name="connsiteY6058" fmla="*/ 6283417 h 6857801"/>
                <a:gd name="connsiteX6059" fmla="*/ 1937953 w 12184003"/>
                <a:gd name="connsiteY6059" fmla="*/ 6025648 h 6857801"/>
                <a:gd name="connsiteX6060" fmla="*/ 1916050 w 12184003"/>
                <a:gd name="connsiteY6060" fmla="*/ 6016261 h 6857801"/>
                <a:gd name="connsiteX6061" fmla="*/ 1916050 w 12184003"/>
                <a:gd name="connsiteY6061" fmla="*/ 5924288 h 6857801"/>
                <a:gd name="connsiteX6062" fmla="*/ 1962037 w 12184003"/>
                <a:gd name="connsiteY6062" fmla="*/ 5904580 h 6857801"/>
                <a:gd name="connsiteX6063" fmla="*/ 1980505 w 12184003"/>
                <a:gd name="connsiteY6063" fmla="*/ 5912496 h 6857801"/>
                <a:gd name="connsiteX6064" fmla="*/ 2278206 w 12184003"/>
                <a:gd name="connsiteY6064" fmla="*/ 5615525 h 6857801"/>
                <a:gd name="connsiteX6065" fmla="*/ 2119863 w 12184003"/>
                <a:gd name="connsiteY6065" fmla="*/ 5615525 h 6857801"/>
                <a:gd name="connsiteX6066" fmla="*/ 2115333 w 12184003"/>
                <a:gd name="connsiteY6066" fmla="*/ 5626474 h 6857801"/>
                <a:gd name="connsiteX6067" fmla="*/ 2051820 w 12184003"/>
                <a:gd name="connsiteY6067" fmla="*/ 5626474 h 6857801"/>
                <a:gd name="connsiteX6068" fmla="*/ 2047290 w 12184003"/>
                <a:gd name="connsiteY6068" fmla="*/ 5615525 h 6857801"/>
                <a:gd name="connsiteX6069" fmla="*/ 1999265 w 12184003"/>
                <a:gd name="connsiteY6069" fmla="*/ 5615525 h 6857801"/>
                <a:gd name="connsiteX6070" fmla="*/ 1790027 w 12184003"/>
                <a:gd name="connsiteY6070" fmla="*/ 5824762 h 6857801"/>
                <a:gd name="connsiteX6071" fmla="*/ 1796700 w 12184003"/>
                <a:gd name="connsiteY6071" fmla="*/ 5841076 h 6857801"/>
                <a:gd name="connsiteX6072" fmla="*/ 1786846 w 12184003"/>
                <a:gd name="connsiteY6072" fmla="*/ 5865163 h 6857801"/>
                <a:gd name="connsiteX6073" fmla="*/ 1767144 w 12184003"/>
                <a:gd name="connsiteY6073" fmla="*/ 5873224 h 6857801"/>
                <a:gd name="connsiteX6074" fmla="*/ 1767144 w 12184003"/>
                <a:gd name="connsiteY6074" fmla="*/ 6300935 h 6857801"/>
                <a:gd name="connsiteX6075" fmla="*/ 1445242 w 12184003"/>
                <a:gd name="connsiteY6075" fmla="*/ 6625028 h 6857801"/>
                <a:gd name="connsiteX6076" fmla="*/ 1432103 w 12184003"/>
                <a:gd name="connsiteY6076" fmla="*/ 6611888 h 6857801"/>
                <a:gd name="connsiteX6077" fmla="*/ 1749625 w 12184003"/>
                <a:gd name="connsiteY6077" fmla="*/ 6294367 h 6857801"/>
                <a:gd name="connsiteX6078" fmla="*/ 1749625 w 12184003"/>
                <a:gd name="connsiteY6078" fmla="*/ 5869645 h 6857801"/>
                <a:gd name="connsiteX6079" fmla="*/ 1738671 w 12184003"/>
                <a:gd name="connsiteY6079" fmla="*/ 5865163 h 6857801"/>
                <a:gd name="connsiteX6080" fmla="*/ 1738671 w 12184003"/>
                <a:gd name="connsiteY6080" fmla="*/ 5816988 h 6857801"/>
                <a:gd name="connsiteX6081" fmla="*/ 1762759 w 12184003"/>
                <a:gd name="connsiteY6081" fmla="*/ 5807134 h 6857801"/>
                <a:gd name="connsiteX6082" fmla="*/ 1775971 w 12184003"/>
                <a:gd name="connsiteY6082" fmla="*/ 5812540 h 6857801"/>
                <a:gd name="connsiteX6083" fmla="*/ 1981745 w 12184003"/>
                <a:gd name="connsiteY6083" fmla="*/ 5606765 h 6857801"/>
                <a:gd name="connsiteX6084" fmla="*/ 1743054 w 12184003"/>
                <a:gd name="connsiteY6084" fmla="*/ 5606765 h 6857801"/>
                <a:gd name="connsiteX6085" fmla="*/ 1281711 w 12184003"/>
                <a:gd name="connsiteY6085" fmla="*/ 6068113 h 6857801"/>
                <a:gd name="connsiteX6086" fmla="*/ 1286478 w 12184003"/>
                <a:gd name="connsiteY6086" fmla="*/ 6079765 h 6857801"/>
                <a:gd name="connsiteX6087" fmla="*/ 1276623 w 12184003"/>
                <a:gd name="connsiteY6087" fmla="*/ 6103852 h 6857801"/>
                <a:gd name="connsiteX6088" fmla="*/ 1265959 w 12184003"/>
                <a:gd name="connsiteY6088" fmla="*/ 6108215 h 6857801"/>
                <a:gd name="connsiteX6089" fmla="*/ 1267868 w 12184003"/>
                <a:gd name="connsiteY6089" fmla="*/ 6272468 h 6857801"/>
                <a:gd name="connsiteX6090" fmla="*/ 1191231 w 12184003"/>
                <a:gd name="connsiteY6090" fmla="*/ 6347440 h 6857801"/>
                <a:gd name="connsiteX6091" fmla="*/ 1191231 w 12184003"/>
                <a:gd name="connsiteY6091" fmla="*/ 6533054 h 6857801"/>
                <a:gd name="connsiteX6092" fmla="*/ 868110 w 12184003"/>
                <a:gd name="connsiteY6092" fmla="*/ 6857801 h 6857801"/>
                <a:gd name="connsiteX6093" fmla="*/ 834128 w 12184003"/>
                <a:gd name="connsiteY6093" fmla="*/ 6857801 h 6857801"/>
                <a:gd name="connsiteX6094" fmla="*/ 1169333 w 12184003"/>
                <a:gd name="connsiteY6094" fmla="*/ 6524297 h 6857801"/>
                <a:gd name="connsiteX6095" fmla="*/ 1169333 w 12184003"/>
                <a:gd name="connsiteY6095" fmla="*/ 6368862 h 6857801"/>
                <a:gd name="connsiteX6096" fmla="*/ 1167139 w 12184003"/>
                <a:gd name="connsiteY6096" fmla="*/ 6371009 h 6857801"/>
                <a:gd name="connsiteX6097" fmla="*/ 1156189 w 12184003"/>
                <a:gd name="connsiteY6097" fmla="*/ 6360061 h 6857801"/>
                <a:gd name="connsiteX6098" fmla="*/ 1169333 w 12184003"/>
                <a:gd name="connsiteY6098" fmla="*/ 6346917 h 6857801"/>
                <a:gd name="connsiteX6099" fmla="*/ 1169333 w 12184003"/>
                <a:gd name="connsiteY6099" fmla="*/ 5950342 h 6857801"/>
                <a:gd name="connsiteX6100" fmla="*/ 1167940 w 12184003"/>
                <a:gd name="connsiteY6100" fmla="*/ 5949766 h 6857801"/>
                <a:gd name="connsiteX6101" fmla="*/ 1161554 w 12184003"/>
                <a:gd name="connsiteY6101" fmla="*/ 5956151 h 6857801"/>
                <a:gd name="connsiteX6102" fmla="*/ 1168228 w 12184003"/>
                <a:gd name="connsiteY6102" fmla="*/ 5972465 h 6857801"/>
                <a:gd name="connsiteX6103" fmla="*/ 1158374 w 12184003"/>
                <a:gd name="connsiteY6103" fmla="*/ 5996553 h 6857801"/>
                <a:gd name="connsiteX6104" fmla="*/ 1140861 w 12184003"/>
                <a:gd name="connsiteY6104" fmla="*/ 6003717 h 6857801"/>
                <a:gd name="connsiteX6105" fmla="*/ 1140861 w 12184003"/>
                <a:gd name="connsiteY6105" fmla="*/ 6329404 h 6857801"/>
                <a:gd name="connsiteX6106" fmla="*/ 1125532 w 12184003"/>
                <a:gd name="connsiteY6106" fmla="*/ 6329404 h 6857801"/>
                <a:gd name="connsiteX6107" fmla="*/ 1125532 w 12184003"/>
                <a:gd name="connsiteY6107" fmla="*/ 6002825 h 6857801"/>
                <a:gd name="connsiteX6108" fmla="*/ 1110199 w 12184003"/>
                <a:gd name="connsiteY6108" fmla="*/ 5996553 h 6857801"/>
                <a:gd name="connsiteX6109" fmla="*/ 1110199 w 12184003"/>
                <a:gd name="connsiteY6109" fmla="*/ 5948377 h 6857801"/>
                <a:gd name="connsiteX6110" fmla="*/ 1134287 w 12184003"/>
                <a:gd name="connsiteY6110" fmla="*/ 5938522 h 6857801"/>
                <a:gd name="connsiteX6111" fmla="*/ 1149055 w 12184003"/>
                <a:gd name="connsiteY6111" fmla="*/ 5944564 h 6857801"/>
                <a:gd name="connsiteX6112" fmla="*/ 1152719 w 12184003"/>
                <a:gd name="connsiteY6112" fmla="*/ 5940899 h 6857801"/>
                <a:gd name="connsiteX6113" fmla="*/ 1140861 w 12184003"/>
                <a:gd name="connsiteY6113" fmla="*/ 5912245 h 6857801"/>
                <a:gd name="connsiteX6114" fmla="*/ 1154001 w 12184003"/>
                <a:gd name="connsiteY6114" fmla="*/ 5880493 h 6857801"/>
                <a:gd name="connsiteX6115" fmla="*/ 1185752 w 12184003"/>
                <a:gd name="connsiteY6115" fmla="*/ 5867354 h 6857801"/>
                <a:gd name="connsiteX6116" fmla="*/ 1203566 w 12184003"/>
                <a:gd name="connsiteY6116" fmla="*/ 5874726 h 6857801"/>
                <a:gd name="connsiteX6117" fmla="*/ 1402576 w 12184003"/>
                <a:gd name="connsiteY6117" fmla="*/ 5675715 h 6857801"/>
                <a:gd name="connsiteX6118" fmla="*/ 1400348 w 12184003"/>
                <a:gd name="connsiteY6118" fmla="*/ 5670270 h 6857801"/>
                <a:gd name="connsiteX6119" fmla="*/ 1410202 w 12184003"/>
                <a:gd name="connsiteY6119" fmla="*/ 5646182 h 6857801"/>
                <a:gd name="connsiteX6120" fmla="*/ 1434289 w 12184003"/>
                <a:gd name="connsiteY6120" fmla="*/ 5636329 h 6857801"/>
                <a:gd name="connsiteX6121" fmla="*/ 1439735 w 12184003"/>
                <a:gd name="connsiteY6121" fmla="*/ 5638556 h 6857801"/>
                <a:gd name="connsiteX6122" fmla="*/ 1495612 w 12184003"/>
                <a:gd name="connsiteY6122" fmla="*/ 5582678 h 6857801"/>
                <a:gd name="connsiteX6123" fmla="*/ 1645005 w 12184003"/>
                <a:gd name="connsiteY6123" fmla="*/ 5582678 h 6857801"/>
                <a:gd name="connsiteX6124" fmla="*/ 1735345 w 12184003"/>
                <a:gd name="connsiteY6124" fmla="*/ 5492895 h 6857801"/>
                <a:gd name="connsiteX6125" fmla="*/ 1263495 w 12184003"/>
                <a:gd name="connsiteY6125" fmla="*/ 5492895 h 6857801"/>
                <a:gd name="connsiteX6126" fmla="*/ 534786 w 12184003"/>
                <a:gd name="connsiteY6126" fmla="*/ 6219477 h 6857801"/>
                <a:gd name="connsiteX6127" fmla="*/ 540857 w 12184003"/>
                <a:gd name="connsiteY6127" fmla="*/ 6234147 h 6857801"/>
                <a:gd name="connsiteX6128" fmla="*/ 527717 w 12184003"/>
                <a:gd name="connsiteY6128" fmla="*/ 6265899 h 6857801"/>
                <a:gd name="connsiteX6129" fmla="*/ 514583 w 12184003"/>
                <a:gd name="connsiteY6129" fmla="*/ 6271024 h 6857801"/>
                <a:gd name="connsiteX6130" fmla="*/ 514583 w 12184003"/>
                <a:gd name="connsiteY6130" fmla="*/ 6495828 h 6857801"/>
                <a:gd name="connsiteX6131" fmla="*/ 381005 w 12184003"/>
                <a:gd name="connsiteY6131" fmla="*/ 6629407 h 6857801"/>
                <a:gd name="connsiteX6132" fmla="*/ 365677 w 12184003"/>
                <a:gd name="connsiteY6132" fmla="*/ 6611888 h 6857801"/>
                <a:gd name="connsiteX6133" fmla="*/ 492684 w 12184003"/>
                <a:gd name="connsiteY6133" fmla="*/ 6487069 h 6857801"/>
                <a:gd name="connsiteX6134" fmla="*/ 492684 w 12184003"/>
                <a:gd name="connsiteY6134" fmla="*/ 6278478 h 6857801"/>
                <a:gd name="connsiteX6135" fmla="*/ 462025 w 12184003"/>
                <a:gd name="connsiteY6135" fmla="*/ 6265899 h 6857801"/>
                <a:gd name="connsiteX6136" fmla="*/ 464214 w 12184003"/>
                <a:gd name="connsiteY6136" fmla="*/ 6265899 h 6857801"/>
                <a:gd name="connsiteX6137" fmla="*/ 464214 w 12184003"/>
                <a:gd name="connsiteY6137" fmla="*/ 6202394 h 6857801"/>
                <a:gd name="connsiteX6138" fmla="*/ 495966 w 12184003"/>
                <a:gd name="connsiteY6138" fmla="*/ 6189255 h 6857801"/>
                <a:gd name="connsiteX6139" fmla="*/ 523012 w 12184003"/>
                <a:gd name="connsiteY6139" fmla="*/ 6200448 h 6857801"/>
                <a:gd name="connsiteX6140" fmla="*/ 1252546 w 12184003"/>
                <a:gd name="connsiteY6140" fmla="*/ 5468807 h 6857801"/>
                <a:gd name="connsiteX6141" fmla="*/ 1759582 w 12184003"/>
                <a:gd name="connsiteY6141" fmla="*/ 5468807 h 6857801"/>
                <a:gd name="connsiteX6142" fmla="*/ 1894032 w 12184003"/>
                <a:gd name="connsiteY6142" fmla="*/ 5335188 h 6857801"/>
                <a:gd name="connsiteX6143" fmla="*/ 1888674 w 12184003"/>
                <a:gd name="connsiteY6143" fmla="*/ 5322090 h 6857801"/>
                <a:gd name="connsiteX6144" fmla="*/ 1898526 w 12184003"/>
                <a:gd name="connsiteY6144" fmla="*/ 5298002 h 6857801"/>
                <a:gd name="connsiteX6145" fmla="*/ 1946705 w 12184003"/>
                <a:gd name="connsiteY6145" fmla="*/ 5298002 h 6857801"/>
                <a:gd name="connsiteX6146" fmla="*/ 1951355 w 12184003"/>
                <a:gd name="connsiteY6146" fmla="*/ 5309373 h 6857801"/>
                <a:gd name="connsiteX6147" fmla="*/ 1985247 w 12184003"/>
                <a:gd name="connsiteY6147" fmla="*/ 5309835 h 6857801"/>
                <a:gd name="connsiteX6148" fmla="*/ 2159136 w 12184003"/>
                <a:gd name="connsiteY6148" fmla="*/ 5135957 h 6857801"/>
                <a:gd name="connsiteX6149" fmla="*/ 1924813 w 12184003"/>
                <a:gd name="connsiteY6149" fmla="*/ 5135957 h 6857801"/>
                <a:gd name="connsiteX6150" fmla="*/ 1841601 w 12184003"/>
                <a:gd name="connsiteY6150" fmla="*/ 5219169 h 6857801"/>
                <a:gd name="connsiteX6151" fmla="*/ 1442833 w 12184003"/>
                <a:gd name="connsiteY6151" fmla="*/ 5215142 h 6857801"/>
                <a:gd name="connsiteX6152" fmla="*/ 1432105 w 12184003"/>
                <a:gd name="connsiteY6152" fmla="*/ 5241067 h 6857801"/>
                <a:gd name="connsiteX6153" fmla="*/ 1400353 w 12184003"/>
                <a:gd name="connsiteY6153" fmla="*/ 5254206 h 6857801"/>
                <a:gd name="connsiteX6154" fmla="*/ 1377897 w 12184003"/>
                <a:gd name="connsiteY6154" fmla="*/ 5244914 h 6857801"/>
                <a:gd name="connsiteX6155" fmla="*/ 930644 w 12184003"/>
                <a:gd name="connsiteY6155" fmla="*/ 5692169 h 6857801"/>
                <a:gd name="connsiteX6156" fmla="*/ 782036 w 12184003"/>
                <a:gd name="connsiteY6156" fmla="*/ 5692169 h 6857801"/>
                <a:gd name="connsiteX6157" fmla="*/ 772974 w 12184003"/>
                <a:gd name="connsiteY6157" fmla="*/ 5714066 h 6857801"/>
                <a:gd name="connsiteX6158" fmla="*/ 741223 w 12184003"/>
                <a:gd name="connsiteY6158" fmla="*/ 5727205 h 6857801"/>
                <a:gd name="connsiteX6159" fmla="*/ 720316 w 12184003"/>
                <a:gd name="connsiteY6159" fmla="*/ 5718554 h 6857801"/>
                <a:gd name="connsiteX6160" fmla="*/ 370801 w 12184003"/>
                <a:gd name="connsiteY6160" fmla="*/ 6068070 h 6857801"/>
                <a:gd name="connsiteX6161" fmla="*/ 378812 w 12184003"/>
                <a:gd name="connsiteY6161" fmla="*/ 6087429 h 6857801"/>
                <a:gd name="connsiteX6162" fmla="*/ 365673 w 12184003"/>
                <a:gd name="connsiteY6162" fmla="*/ 6119181 h 6857801"/>
                <a:gd name="connsiteX6163" fmla="*/ 345968 w 12184003"/>
                <a:gd name="connsiteY6163" fmla="*/ 6127335 h 6857801"/>
                <a:gd name="connsiteX6164" fmla="*/ 345968 w 12184003"/>
                <a:gd name="connsiteY6164" fmla="*/ 6572472 h 6857801"/>
                <a:gd name="connsiteX6165" fmla="*/ 324071 w 12184003"/>
                <a:gd name="connsiteY6165" fmla="*/ 6572472 h 6857801"/>
                <a:gd name="connsiteX6166" fmla="*/ 324071 w 12184003"/>
                <a:gd name="connsiteY6166" fmla="*/ 6128244 h 6857801"/>
                <a:gd name="connsiteX6167" fmla="*/ 302169 w 12184003"/>
                <a:gd name="connsiteY6167" fmla="*/ 6119181 h 6857801"/>
                <a:gd name="connsiteX6168" fmla="*/ 302169 w 12184003"/>
                <a:gd name="connsiteY6168" fmla="*/ 6121371 h 6857801"/>
                <a:gd name="connsiteX6169" fmla="*/ 302169 w 12184003"/>
                <a:gd name="connsiteY6169" fmla="*/ 6055677 h 6857801"/>
                <a:gd name="connsiteX6170" fmla="*/ 333920 w 12184003"/>
                <a:gd name="connsiteY6170" fmla="*/ 6042538 h 6857801"/>
                <a:gd name="connsiteX6171" fmla="*/ 356382 w 12184003"/>
                <a:gd name="connsiteY6171" fmla="*/ 6051832 h 6857801"/>
                <a:gd name="connsiteX6172" fmla="*/ 704554 w 12184003"/>
                <a:gd name="connsiteY6172" fmla="*/ 5703658 h 6857801"/>
                <a:gd name="connsiteX6173" fmla="*/ 696332 w 12184003"/>
                <a:gd name="connsiteY6173" fmla="*/ 5682588 h 6857801"/>
                <a:gd name="connsiteX6174" fmla="*/ 709471 w 12184003"/>
                <a:gd name="connsiteY6174" fmla="*/ 5650562 h 6857801"/>
                <a:gd name="connsiteX6175" fmla="*/ 772974 w 12184003"/>
                <a:gd name="connsiteY6175" fmla="*/ 5650562 h 6857801"/>
                <a:gd name="connsiteX6176" fmla="*/ 780915 w 12184003"/>
                <a:gd name="connsiteY6176" fmla="*/ 5669753 h 6857801"/>
                <a:gd name="connsiteX6177" fmla="*/ 919694 w 12184003"/>
                <a:gd name="connsiteY6177" fmla="*/ 5668081 h 6857801"/>
                <a:gd name="connsiteX6178" fmla="*/ 1362408 w 12184003"/>
                <a:gd name="connsiteY6178" fmla="*/ 5227387 h 6857801"/>
                <a:gd name="connsiteX6179" fmla="*/ 1355462 w 12184003"/>
                <a:gd name="connsiteY6179" fmla="*/ 5209590 h 6857801"/>
                <a:gd name="connsiteX6180" fmla="*/ 1368602 w 12184003"/>
                <a:gd name="connsiteY6180" fmla="*/ 5177563 h 6857801"/>
                <a:gd name="connsiteX6181" fmla="*/ 1432105 w 12184003"/>
                <a:gd name="connsiteY6181" fmla="*/ 5177563 h 6857801"/>
                <a:gd name="connsiteX6182" fmla="*/ 1437783 w 12184003"/>
                <a:gd name="connsiteY6182" fmla="*/ 5191286 h 6857801"/>
                <a:gd name="connsiteX6183" fmla="*/ 1832842 w 12184003"/>
                <a:gd name="connsiteY6183" fmla="*/ 5197271 h 6857801"/>
                <a:gd name="connsiteX6184" fmla="*/ 1894155 w 12184003"/>
                <a:gd name="connsiteY6184" fmla="*/ 5135957 h 6857801"/>
                <a:gd name="connsiteX6185" fmla="*/ 700732 w 12184003"/>
                <a:gd name="connsiteY6185" fmla="*/ 5135957 h 6857801"/>
                <a:gd name="connsiteX6186" fmla="*/ 586864 w 12184003"/>
                <a:gd name="connsiteY6186" fmla="*/ 5022086 h 6857801"/>
                <a:gd name="connsiteX6187" fmla="*/ 21898 w 12184003"/>
                <a:gd name="connsiteY6187" fmla="*/ 5022086 h 6857801"/>
                <a:gd name="connsiteX6188" fmla="*/ 21898 w 12184003"/>
                <a:gd name="connsiteY6188" fmla="*/ 4997999 h 6857801"/>
                <a:gd name="connsiteX6189" fmla="*/ 595623 w 12184003"/>
                <a:gd name="connsiteY6189" fmla="*/ 4997999 h 6857801"/>
                <a:gd name="connsiteX6190" fmla="*/ 711682 w 12184003"/>
                <a:gd name="connsiteY6190" fmla="*/ 5111868 h 6857801"/>
                <a:gd name="connsiteX6191" fmla="*/ 1918245 w 12184003"/>
                <a:gd name="connsiteY6191" fmla="*/ 5111868 h 6857801"/>
                <a:gd name="connsiteX6192" fmla="*/ 2058288 w 12184003"/>
                <a:gd name="connsiteY6192" fmla="*/ 4971829 h 6857801"/>
                <a:gd name="connsiteX6193" fmla="*/ 2049633 w 12184003"/>
                <a:gd name="connsiteY6193" fmla="*/ 4950918 h 6857801"/>
                <a:gd name="connsiteX6194" fmla="*/ 2062773 w 12184003"/>
                <a:gd name="connsiteY6194" fmla="*/ 4919165 h 6857801"/>
                <a:gd name="connsiteX6195" fmla="*/ 2126284 w 12184003"/>
                <a:gd name="connsiteY6195" fmla="*/ 4919165 h 6857801"/>
                <a:gd name="connsiteX6196" fmla="*/ 2126284 w 12184003"/>
                <a:gd name="connsiteY6196" fmla="*/ 4982669 h 6857801"/>
                <a:gd name="connsiteX6197" fmla="*/ 2094526 w 12184003"/>
                <a:gd name="connsiteY6197" fmla="*/ 4995808 h 6857801"/>
                <a:gd name="connsiteX6198" fmla="*/ 2073618 w 12184003"/>
                <a:gd name="connsiteY6198" fmla="*/ 4987156 h 6857801"/>
                <a:gd name="connsiteX6199" fmla="*/ 1948902 w 12184003"/>
                <a:gd name="connsiteY6199" fmla="*/ 5111868 h 6857801"/>
                <a:gd name="connsiteX6200" fmla="*/ 2159149 w 12184003"/>
                <a:gd name="connsiteY6200" fmla="*/ 5111868 h 6857801"/>
                <a:gd name="connsiteX6201" fmla="*/ 2310246 w 12184003"/>
                <a:gd name="connsiteY6201" fmla="*/ 4960771 h 6857801"/>
                <a:gd name="connsiteX6202" fmla="*/ 2334319 w 12184003"/>
                <a:gd name="connsiteY6202" fmla="*/ 4960771 h 6857801"/>
                <a:gd name="connsiteX6203" fmla="*/ 2423990 w 12184003"/>
                <a:gd name="connsiteY6203" fmla="*/ 4871098 h 6857801"/>
                <a:gd name="connsiteX6204" fmla="*/ 2415338 w 12184003"/>
                <a:gd name="connsiteY6204" fmla="*/ 4850186 h 6857801"/>
                <a:gd name="connsiteX6205" fmla="*/ 2428479 w 12184003"/>
                <a:gd name="connsiteY6205" fmla="*/ 4818434 h 6857801"/>
                <a:gd name="connsiteX6206" fmla="*/ 2491982 w 12184003"/>
                <a:gd name="connsiteY6206" fmla="*/ 4818434 h 6857801"/>
                <a:gd name="connsiteX6207" fmla="*/ 2500525 w 12184003"/>
                <a:gd name="connsiteY6207" fmla="*/ 4840331 h 6857801"/>
                <a:gd name="connsiteX6208" fmla="*/ 2822650 w 12184003"/>
                <a:gd name="connsiteY6208" fmla="*/ 4840331 h 6857801"/>
                <a:gd name="connsiteX6209" fmla="*/ 3051828 w 12184003"/>
                <a:gd name="connsiteY6209" fmla="*/ 4611150 h 6857801"/>
                <a:gd name="connsiteX6210" fmla="*/ 3043817 w 12184003"/>
                <a:gd name="connsiteY6210" fmla="*/ 4591789 h 6857801"/>
                <a:gd name="connsiteX6211" fmla="*/ 3056953 w 12184003"/>
                <a:gd name="connsiteY6211" fmla="*/ 4560037 h 6857801"/>
                <a:gd name="connsiteX6212" fmla="*/ 3076666 w 12184003"/>
                <a:gd name="connsiteY6212" fmla="*/ 4551881 h 6857801"/>
                <a:gd name="connsiteX6213" fmla="*/ 3076666 w 12184003"/>
                <a:gd name="connsiteY6213" fmla="*/ 4518413 h 6857801"/>
                <a:gd name="connsiteX6214" fmla="*/ 3065729 w 12184003"/>
                <a:gd name="connsiteY6214" fmla="*/ 4529379 h 6857801"/>
                <a:gd name="connsiteX6215" fmla="*/ 2474477 w 12184003"/>
                <a:gd name="connsiteY6215" fmla="*/ 4529379 h 6857801"/>
                <a:gd name="connsiteX6216" fmla="*/ 2362798 w 12184003"/>
                <a:gd name="connsiteY6216" fmla="*/ 4641059 h 6857801"/>
                <a:gd name="connsiteX6217" fmla="*/ 1278837 w 12184003"/>
                <a:gd name="connsiteY6217" fmla="*/ 4641059 h 6857801"/>
                <a:gd name="connsiteX6218" fmla="*/ 1193434 w 12184003"/>
                <a:gd name="connsiteY6218" fmla="*/ 4555657 h 6857801"/>
                <a:gd name="connsiteX6219" fmla="*/ 777370 w 12184003"/>
                <a:gd name="connsiteY6219" fmla="*/ 4555657 h 6857801"/>
                <a:gd name="connsiteX6220" fmla="*/ 777370 w 12184003"/>
                <a:gd name="connsiteY6220" fmla="*/ 4540327 h 6857801"/>
                <a:gd name="connsiteX6221" fmla="*/ 1200003 w 12184003"/>
                <a:gd name="connsiteY6221" fmla="*/ 4540327 h 6857801"/>
                <a:gd name="connsiteX6222" fmla="*/ 1285407 w 12184003"/>
                <a:gd name="connsiteY6222" fmla="*/ 4623541 h 6857801"/>
                <a:gd name="connsiteX6223" fmla="*/ 2356228 w 12184003"/>
                <a:gd name="connsiteY6223" fmla="*/ 4623541 h 6857801"/>
                <a:gd name="connsiteX6224" fmla="*/ 2467906 w 12184003"/>
                <a:gd name="connsiteY6224" fmla="*/ 4511860 h 6857801"/>
                <a:gd name="connsiteX6225" fmla="*/ 3056970 w 12184003"/>
                <a:gd name="connsiteY6225" fmla="*/ 4511860 h 6857801"/>
                <a:gd name="connsiteX6226" fmla="*/ 3076666 w 12184003"/>
                <a:gd name="connsiteY6226" fmla="*/ 4492222 h 6857801"/>
                <a:gd name="connsiteX6227" fmla="*/ 3076666 w 12184003"/>
                <a:gd name="connsiteY6227" fmla="*/ 4113315 h 6857801"/>
                <a:gd name="connsiteX6228" fmla="*/ 3155500 w 12184003"/>
                <a:gd name="connsiteY6228" fmla="*/ 4034482 h 6857801"/>
                <a:gd name="connsiteX6229" fmla="*/ 2677261 w 12184003"/>
                <a:gd name="connsiteY6229" fmla="*/ 4034482 h 6857801"/>
                <a:gd name="connsiteX6230" fmla="*/ 2669376 w 12184003"/>
                <a:gd name="connsiteY6230" fmla="*/ 4054189 h 6857801"/>
                <a:gd name="connsiteX6231" fmla="*/ 2636527 w 12184003"/>
                <a:gd name="connsiteY6231" fmla="*/ 4067328 h 6857801"/>
                <a:gd name="connsiteX6232" fmla="*/ 2619408 w 12184003"/>
                <a:gd name="connsiteY6232" fmla="*/ 4060480 h 6857801"/>
                <a:gd name="connsiteX6233" fmla="*/ 2189129 w 12184003"/>
                <a:gd name="connsiteY6233" fmla="*/ 4492664 h 6857801"/>
                <a:gd name="connsiteX6234" fmla="*/ 2194181 w 12184003"/>
                <a:gd name="connsiteY6234" fmla="*/ 4505291 h 6857801"/>
                <a:gd name="connsiteX6235" fmla="*/ 2148200 w 12184003"/>
                <a:gd name="connsiteY6235" fmla="*/ 4551277 h 6857801"/>
                <a:gd name="connsiteX6236" fmla="*/ 2115346 w 12184003"/>
                <a:gd name="connsiteY6236" fmla="*/ 4538139 h 6857801"/>
                <a:gd name="connsiteX6237" fmla="*/ 2111844 w 12184003"/>
                <a:gd name="connsiteY6237" fmla="*/ 4529379 h 6857801"/>
                <a:gd name="connsiteX6238" fmla="*/ 411681 w 12184003"/>
                <a:gd name="connsiteY6238" fmla="*/ 4529379 h 6857801"/>
                <a:gd name="connsiteX6239" fmla="*/ 100731 w 12184003"/>
                <a:gd name="connsiteY6239" fmla="*/ 4216236 h 6857801"/>
                <a:gd name="connsiteX6240" fmla="*/ 0 w 12184003"/>
                <a:gd name="connsiteY6240" fmla="*/ 4216236 h 6857801"/>
                <a:gd name="connsiteX6241" fmla="*/ 0 w 12184003"/>
                <a:gd name="connsiteY6241" fmla="*/ 4194338 h 6857801"/>
                <a:gd name="connsiteX6242" fmla="*/ 111679 w 12184003"/>
                <a:gd name="connsiteY6242" fmla="*/ 4194338 h 6857801"/>
                <a:gd name="connsiteX6243" fmla="*/ 422629 w 12184003"/>
                <a:gd name="connsiteY6243" fmla="*/ 4505290 h 6857801"/>
                <a:gd name="connsiteX6244" fmla="*/ 2102207 w 12184003"/>
                <a:gd name="connsiteY6244" fmla="*/ 4505290 h 6857801"/>
                <a:gd name="connsiteX6245" fmla="*/ 2115346 w 12184003"/>
                <a:gd name="connsiteY6245" fmla="*/ 4472444 h 6857801"/>
                <a:gd name="connsiteX6246" fmla="*/ 2148200 w 12184003"/>
                <a:gd name="connsiteY6246" fmla="*/ 4459305 h 6857801"/>
                <a:gd name="connsiteX6247" fmla="*/ 2177917 w 12184003"/>
                <a:gd name="connsiteY6247" fmla="*/ 4471193 h 6857801"/>
                <a:gd name="connsiteX6248" fmla="*/ 2601178 w 12184003"/>
                <a:gd name="connsiteY6248" fmla="*/ 4047934 h 6857801"/>
                <a:gd name="connsiteX6249" fmla="*/ 2590543 w 12184003"/>
                <a:gd name="connsiteY6249" fmla="*/ 4021343 h 6857801"/>
                <a:gd name="connsiteX6250" fmla="*/ 2636527 w 12184003"/>
                <a:gd name="connsiteY6250" fmla="*/ 3975357 h 6857801"/>
                <a:gd name="connsiteX6251" fmla="*/ 2669376 w 12184003"/>
                <a:gd name="connsiteY6251" fmla="*/ 3989316 h 6857801"/>
                <a:gd name="connsiteX6252" fmla="*/ 2678922 w 12184003"/>
                <a:gd name="connsiteY6252" fmla="*/ 4012583 h 6857801"/>
                <a:gd name="connsiteX6253" fmla="*/ 3168658 w 12184003"/>
                <a:gd name="connsiteY6253" fmla="*/ 4012583 h 6857801"/>
                <a:gd name="connsiteX6254" fmla="*/ 2982522 w 12184003"/>
                <a:gd name="connsiteY6254" fmla="*/ 3826449 h 6857801"/>
                <a:gd name="connsiteX6255" fmla="*/ 2737887 w 12184003"/>
                <a:gd name="connsiteY6255" fmla="*/ 3826449 h 6857801"/>
                <a:gd name="connsiteX6256" fmla="*/ 2731786 w 12184003"/>
                <a:gd name="connsiteY6256" fmla="*/ 3840684 h 6857801"/>
                <a:gd name="connsiteX6257" fmla="*/ 2708792 w 12184003"/>
                <a:gd name="connsiteY6257" fmla="*/ 3850538 h 6857801"/>
                <a:gd name="connsiteX6258" fmla="*/ 2697785 w 12184003"/>
                <a:gd name="connsiteY6258" fmla="*/ 3846214 h 6857801"/>
                <a:gd name="connsiteX6259" fmla="*/ 2378487 w 12184003"/>
                <a:gd name="connsiteY6259" fmla="*/ 4165509 h 6857801"/>
                <a:gd name="connsiteX6260" fmla="*/ 2382504 w 12184003"/>
                <a:gd name="connsiteY6260" fmla="*/ 4174630 h 6857801"/>
                <a:gd name="connsiteX6261" fmla="*/ 2347467 w 12184003"/>
                <a:gd name="connsiteY6261" fmla="*/ 4207477 h 6857801"/>
                <a:gd name="connsiteX6262" fmla="*/ 2324473 w 12184003"/>
                <a:gd name="connsiteY6262" fmla="*/ 4199266 h 6857801"/>
                <a:gd name="connsiteX6263" fmla="*/ 2321625 w 12184003"/>
                <a:gd name="connsiteY6263" fmla="*/ 4192147 h 6857801"/>
                <a:gd name="connsiteX6264" fmla="*/ 1064236 w 12184003"/>
                <a:gd name="connsiteY6264" fmla="*/ 4192147 h 6857801"/>
                <a:gd name="connsiteX6265" fmla="*/ 834305 w 12184003"/>
                <a:gd name="connsiteY6265" fmla="*/ 3962218 h 6857801"/>
                <a:gd name="connsiteX6266" fmla="*/ 759852 w 12184003"/>
                <a:gd name="connsiteY6266" fmla="*/ 3962218 h 6857801"/>
                <a:gd name="connsiteX6267" fmla="*/ 759852 w 12184003"/>
                <a:gd name="connsiteY6267" fmla="*/ 3944699 h 6857801"/>
                <a:gd name="connsiteX6268" fmla="*/ 840875 w 12184003"/>
                <a:gd name="connsiteY6268" fmla="*/ 3944699 h 6857801"/>
                <a:gd name="connsiteX6269" fmla="*/ 1070806 w 12184003"/>
                <a:gd name="connsiteY6269" fmla="*/ 4174629 h 6857801"/>
                <a:gd name="connsiteX6270" fmla="*/ 2314619 w 12184003"/>
                <a:gd name="connsiteY6270" fmla="*/ 4174629 h 6857801"/>
                <a:gd name="connsiteX6271" fmla="*/ 2323652 w 12184003"/>
                <a:gd name="connsiteY6271" fmla="*/ 4151637 h 6857801"/>
                <a:gd name="connsiteX6272" fmla="*/ 2347467 w 12184003"/>
                <a:gd name="connsiteY6272" fmla="*/ 4141783 h 6857801"/>
                <a:gd name="connsiteX6273" fmla="*/ 2369435 w 12184003"/>
                <a:gd name="connsiteY6273" fmla="*/ 4150473 h 6857801"/>
                <a:gd name="connsiteX6274" fmla="*/ 2683634 w 12184003"/>
                <a:gd name="connsiteY6274" fmla="*/ 3836278 h 6857801"/>
                <a:gd name="connsiteX6275" fmla="*/ 2675943 w 12184003"/>
                <a:gd name="connsiteY6275" fmla="*/ 3817691 h 6857801"/>
                <a:gd name="connsiteX6276" fmla="*/ 2708792 w 12184003"/>
                <a:gd name="connsiteY6276" fmla="*/ 3784844 h 6857801"/>
                <a:gd name="connsiteX6277" fmla="*/ 2731786 w 12184003"/>
                <a:gd name="connsiteY6277" fmla="*/ 3794698 h 6857801"/>
                <a:gd name="connsiteX6278" fmla="*/ 2737887 w 12184003"/>
                <a:gd name="connsiteY6278" fmla="*/ 3808930 h 6857801"/>
                <a:gd name="connsiteX6279" fmla="*/ 2965002 w 12184003"/>
                <a:gd name="connsiteY6279" fmla="*/ 3808930 h 6857801"/>
                <a:gd name="connsiteX6280" fmla="*/ 2914640 w 12184003"/>
                <a:gd name="connsiteY6280" fmla="*/ 3758565 h 6857801"/>
                <a:gd name="connsiteX6281" fmla="*/ 2892740 w 12184003"/>
                <a:gd name="connsiteY6281" fmla="*/ 3767325 h 6857801"/>
                <a:gd name="connsiteX6282" fmla="*/ 2859891 w 12184003"/>
                <a:gd name="connsiteY6282" fmla="*/ 3754186 h 6857801"/>
                <a:gd name="connsiteX6283" fmla="*/ 2851131 w 12184003"/>
                <a:gd name="connsiteY6283" fmla="*/ 3732288 h 6857801"/>
                <a:gd name="connsiteX6284" fmla="*/ 2102539 w 12184003"/>
                <a:gd name="connsiteY6284" fmla="*/ 3732288 h 6857801"/>
                <a:gd name="connsiteX6285" fmla="*/ 2056219 w 12184003"/>
                <a:gd name="connsiteY6285" fmla="*/ 3778273 h 6857801"/>
                <a:gd name="connsiteX6286" fmla="*/ 1946732 w 12184003"/>
                <a:gd name="connsiteY6286" fmla="*/ 3778273 h 6857801"/>
                <a:gd name="connsiteX6287" fmla="*/ 1754028 w 12184003"/>
                <a:gd name="connsiteY6287" fmla="*/ 3970977 h 6857801"/>
                <a:gd name="connsiteX6288" fmla="*/ 1424679 w 12184003"/>
                <a:gd name="connsiteY6288" fmla="*/ 3970977 h 6857801"/>
                <a:gd name="connsiteX6289" fmla="*/ 1421176 w 12184003"/>
                <a:gd name="connsiteY6289" fmla="*/ 3979736 h 6857801"/>
                <a:gd name="connsiteX6290" fmla="*/ 1388331 w 12184003"/>
                <a:gd name="connsiteY6290" fmla="*/ 3992875 h 6857801"/>
                <a:gd name="connsiteX6291" fmla="*/ 1342345 w 12184003"/>
                <a:gd name="connsiteY6291" fmla="*/ 3946889 h 6857801"/>
                <a:gd name="connsiteX6292" fmla="*/ 1388331 w 12184003"/>
                <a:gd name="connsiteY6292" fmla="*/ 3900903 h 6857801"/>
                <a:gd name="connsiteX6293" fmla="*/ 1434314 w 12184003"/>
                <a:gd name="connsiteY6293" fmla="*/ 3946889 h 6857801"/>
                <a:gd name="connsiteX6294" fmla="*/ 1745268 w 12184003"/>
                <a:gd name="connsiteY6294" fmla="*/ 3946889 h 6857801"/>
                <a:gd name="connsiteX6295" fmla="*/ 1913886 w 12184003"/>
                <a:gd name="connsiteY6295" fmla="*/ 3778273 h 6857801"/>
                <a:gd name="connsiteX6296" fmla="*/ 1813146 w 12184003"/>
                <a:gd name="connsiteY6296" fmla="*/ 3778273 h 6857801"/>
                <a:gd name="connsiteX6297" fmla="*/ 1809862 w 12184003"/>
                <a:gd name="connsiteY6297" fmla="*/ 3785939 h 6857801"/>
                <a:gd name="connsiteX6298" fmla="*/ 1786870 w 12184003"/>
                <a:gd name="connsiteY6298" fmla="*/ 3795792 h 6857801"/>
                <a:gd name="connsiteX6299" fmla="*/ 1754020 w 12184003"/>
                <a:gd name="connsiteY6299" fmla="*/ 3762946 h 6857801"/>
                <a:gd name="connsiteX6300" fmla="*/ 1763876 w 12184003"/>
                <a:gd name="connsiteY6300" fmla="*/ 3739952 h 6857801"/>
                <a:gd name="connsiteX6301" fmla="*/ 1781760 w 12184003"/>
                <a:gd name="connsiteY6301" fmla="*/ 3732288 h 6857801"/>
                <a:gd name="connsiteX6302" fmla="*/ 1307309 w 12184003"/>
                <a:gd name="connsiteY6302" fmla="*/ 3732288 h 6857801"/>
                <a:gd name="connsiteX6303" fmla="*/ 936665 w 12184003"/>
                <a:gd name="connsiteY6303" fmla="*/ 3360023 h 6857801"/>
                <a:gd name="connsiteX6304" fmla="*/ 52555 w 12184003"/>
                <a:gd name="connsiteY6304" fmla="*/ 3360023 h 6857801"/>
                <a:gd name="connsiteX6305" fmla="*/ 52555 w 12184003"/>
                <a:gd name="connsiteY6305" fmla="*/ 3314077 h 6857801"/>
                <a:gd name="connsiteX6306" fmla="*/ 799268 w 12184003"/>
                <a:gd name="connsiteY6306" fmla="*/ 3314077 h 6857801"/>
                <a:gd name="connsiteX6307" fmla="*/ 799268 w 12184003"/>
                <a:gd name="connsiteY6307" fmla="*/ 3292148 h 6857801"/>
                <a:gd name="connsiteX6308" fmla="*/ 869079 w 12184003"/>
                <a:gd name="connsiteY6308" fmla="*/ 3292148 h 6857801"/>
                <a:gd name="connsiteX6309" fmla="*/ 808032 w 12184003"/>
                <a:gd name="connsiteY6309" fmla="*/ 3230826 h 6857801"/>
                <a:gd name="connsiteX6310" fmla="*/ 45984 w 12184003"/>
                <a:gd name="connsiteY6310" fmla="*/ 3230826 h 6857801"/>
                <a:gd name="connsiteX6311" fmla="*/ 45984 w 12184003"/>
                <a:gd name="connsiteY6311" fmla="*/ 3206780 h 6857801"/>
                <a:gd name="connsiteX6312" fmla="*/ 816791 w 12184003"/>
                <a:gd name="connsiteY6312" fmla="*/ 3206780 h 6857801"/>
                <a:gd name="connsiteX6313" fmla="*/ 825550 w 12184003"/>
                <a:gd name="connsiteY6313" fmla="*/ 3215539 h 6857801"/>
                <a:gd name="connsiteX6314" fmla="*/ 1364240 w 12184003"/>
                <a:gd name="connsiteY6314" fmla="*/ 3215539 h 6857801"/>
                <a:gd name="connsiteX6315" fmla="*/ 1440881 w 12184003"/>
                <a:gd name="connsiteY6315" fmla="*/ 3292148 h 6857801"/>
                <a:gd name="connsiteX6316" fmla="*/ 1543801 w 12184003"/>
                <a:gd name="connsiteY6316" fmla="*/ 3292148 h 6857801"/>
                <a:gd name="connsiteX6317" fmla="*/ 1681760 w 12184003"/>
                <a:gd name="connsiteY6317" fmla="*/ 3430094 h 6857801"/>
                <a:gd name="connsiteX6318" fmla="*/ 1681935 w 12184003"/>
                <a:gd name="connsiteY6318" fmla="*/ 3430094 h 6857801"/>
                <a:gd name="connsiteX6319" fmla="*/ 1714612 w 12184003"/>
                <a:gd name="connsiteY6319" fmla="*/ 3397501 h 6857801"/>
                <a:gd name="connsiteX6320" fmla="*/ 1460805 w 12184003"/>
                <a:gd name="connsiteY6320" fmla="*/ 3145425 h 6857801"/>
                <a:gd name="connsiteX6321" fmla="*/ 821167 w 12184003"/>
                <a:gd name="connsiteY6321" fmla="*/ 3145425 h 6857801"/>
                <a:gd name="connsiteX6322" fmla="*/ 821167 w 12184003"/>
                <a:gd name="connsiteY6322" fmla="*/ 3114811 h 6857801"/>
                <a:gd name="connsiteX6323" fmla="*/ 83212 w 12184003"/>
                <a:gd name="connsiteY6323" fmla="*/ 3114811 h 6857801"/>
                <a:gd name="connsiteX6324" fmla="*/ 83212 w 12184003"/>
                <a:gd name="connsiteY6324" fmla="*/ 3068828 h 6857801"/>
                <a:gd name="connsiteX6325" fmla="*/ 1449645 w 12184003"/>
                <a:gd name="connsiteY6325" fmla="*/ 3068828 h 6857801"/>
                <a:gd name="connsiteX6326" fmla="*/ 1493443 w 12184003"/>
                <a:gd name="connsiteY6326" fmla="*/ 3112621 h 6857801"/>
                <a:gd name="connsiteX6327" fmla="*/ 1832856 w 12184003"/>
                <a:gd name="connsiteY6327" fmla="*/ 3112621 h 6857801"/>
                <a:gd name="connsiteX6328" fmla="*/ 1916454 w 12184003"/>
                <a:gd name="connsiteY6328" fmla="*/ 3196175 h 6857801"/>
                <a:gd name="connsiteX6329" fmla="*/ 1989285 w 12184003"/>
                <a:gd name="connsiteY6329" fmla="*/ 3123571 h 6857801"/>
                <a:gd name="connsiteX6330" fmla="*/ 1878847 w 12184003"/>
                <a:gd name="connsiteY6330" fmla="*/ 3123571 h 6857801"/>
                <a:gd name="connsiteX6331" fmla="*/ 1697094 w 12184003"/>
                <a:gd name="connsiteY6331" fmla="*/ 2941812 h 6857801"/>
                <a:gd name="connsiteX6332" fmla="*/ 1204384 w 12184003"/>
                <a:gd name="connsiteY6332" fmla="*/ 2941812 h 6857801"/>
                <a:gd name="connsiteX6333" fmla="*/ 1101461 w 12184003"/>
                <a:gd name="connsiteY6333" fmla="*/ 2838859 h 6857801"/>
                <a:gd name="connsiteX6334" fmla="*/ 602192 w 12184003"/>
                <a:gd name="connsiteY6334" fmla="*/ 2838859 h 6857801"/>
                <a:gd name="connsiteX6335" fmla="*/ 442337 w 12184003"/>
                <a:gd name="connsiteY6335" fmla="*/ 2679041 h 6857801"/>
                <a:gd name="connsiteX6336" fmla="*/ 420437 w 12184003"/>
                <a:gd name="connsiteY6336" fmla="*/ 2687801 h 6857801"/>
                <a:gd name="connsiteX6337" fmla="*/ 387591 w 12184003"/>
                <a:gd name="connsiteY6337" fmla="*/ 2674629 h 6857801"/>
                <a:gd name="connsiteX6338" fmla="*/ 379707 w 12184003"/>
                <a:gd name="connsiteY6338" fmla="*/ 2654952 h 6857801"/>
                <a:gd name="connsiteX6339" fmla="*/ 45986 w 12184003"/>
                <a:gd name="connsiteY6339" fmla="*/ 2654952 h 6857801"/>
                <a:gd name="connsiteX6340" fmla="*/ 45986 w 12184003"/>
                <a:gd name="connsiteY6340" fmla="*/ 2633015 h 6857801"/>
                <a:gd name="connsiteX6341" fmla="*/ 377956 w 12184003"/>
                <a:gd name="connsiteY6341" fmla="*/ 2633015 h 6857801"/>
                <a:gd name="connsiteX6342" fmla="*/ 387591 w 12184003"/>
                <a:gd name="connsiteY6342" fmla="*/ 2608969 h 6857801"/>
                <a:gd name="connsiteX6343" fmla="*/ 420437 w 12184003"/>
                <a:gd name="connsiteY6343" fmla="*/ 2595801 h 6857801"/>
                <a:gd name="connsiteX6344" fmla="*/ 466423 w 12184003"/>
                <a:gd name="connsiteY6344" fmla="*/ 2641775 h 6857801"/>
                <a:gd name="connsiteX6345" fmla="*/ 457664 w 12184003"/>
                <a:gd name="connsiteY6345" fmla="*/ 2663703 h 6857801"/>
                <a:gd name="connsiteX6346" fmla="*/ 610951 w 12184003"/>
                <a:gd name="connsiteY6346" fmla="*/ 2816994 h 6857801"/>
                <a:gd name="connsiteX6347" fmla="*/ 1044211 w 12184003"/>
                <a:gd name="connsiteY6347" fmla="*/ 2816994 h 6857801"/>
                <a:gd name="connsiteX6348" fmla="*/ 1039519 w 12184003"/>
                <a:gd name="connsiteY6348" fmla="*/ 2806014 h 6857801"/>
                <a:gd name="connsiteX6349" fmla="*/ 792699 w 12184003"/>
                <a:gd name="connsiteY6349" fmla="*/ 2806014 h 6857801"/>
                <a:gd name="connsiteX6350" fmla="*/ 792699 w 12184003"/>
                <a:gd name="connsiteY6350" fmla="*/ 2788486 h 6857801"/>
                <a:gd name="connsiteX6351" fmla="*/ 1039519 w 12184003"/>
                <a:gd name="connsiteY6351" fmla="*/ 2788486 h 6857801"/>
                <a:gd name="connsiteX6352" fmla="*/ 1045618 w 12184003"/>
                <a:gd name="connsiteY6352" fmla="*/ 2774289 h 6857801"/>
                <a:gd name="connsiteX6353" fmla="*/ 1068616 w 12184003"/>
                <a:gd name="connsiteY6353" fmla="*/ 2764399 h 6857801"/>
                <a:gd name="connsiteX6354" fmla="*/ 1101461 w 12184003"/>
                <a:gd name="connsiteY6354" fmla="*/ 2797246 h 6857801"/>
                <a:gd name="connsiteX6355" fmla="*/ 1096521 w 12184003"/>
                <a:gd name="connsiteY6355" fmla="*/ 2809865 h 6857801"/>
                <a:gd name="connsiteX6356" fmla="*/ 1103650 w 12184003"/>
                <a:gd name="connsiteY6356" fmla="*/ 2816994 h 6857801"/>
                <a:gd name="connsiteX6357" fmla="*/ 1381760 w 12184003"/>
                <a:gd name="connsiteY6357" fmla="*/ 2816994 h 6857801"/>
                <a:gd name="connsiteX6358" fmla="*/ 1263510 w 12184003"/>
                <a:gd name="connsiteY6358" fmla="*/ 2698747 h 6857801"/>
                <a:gd name="connsiteX6359" fmla="*/ 871536 w 12184003"/>
                <a:gd name="connsiteY6359" fmla="*/ 2698747 h 6857801"/>
                <a:gd name="connsiteX6360" fmla="*/ 575915 w 12184003"/>
                <a:gd name="connsiteY6360" fmla="*/ 2405314 h 6857801"/>
                <a:gd name="connsiteX6361" fmla="*/ 83213 w 12184003"/>
                <a:gd name="connsiteY6361" fmla="*/ 2405314 h 6857801"/>
                <a:gd name="connsiteX6362" fmla="*/ 83213 w 12184003"/>
                <a:gd name="connsiteY6362" fmla="*/ 2359329 h 6857801"/>
                <a:gd name="connsiteX6363" fmla="*/ 595623 w 12184003"/>
                <a:gd name="connsiteY6363" fmla="*/ 2359329 h 6857801"/>
                <a:gd name="connsiteX6364" fmla="*/ 823362 w 12184003"/>
                <a:gd name="connsiteY6364" fmla="*/ 2587072 h 6857801"/>
                <a:gd name="connsiteX6365" fmla="*/ 1200005 w 12184003"/>
                <a:gd name="connsiteY6365" fmla="*/ 2587072 h 6857801"/>
                <a:gd name="connsiteX6366" fmla="*/ 1265043 w 12184003"/>
                <a:gd name="connsiteY6366" fmla="*/ 2652764 h 6857801"/>
                <a:gd name="connsiteX6367" fmla="*/ 1429938 w 12184003"/>
                <a:gd name="connsiteY6367" fmla="*/ 2652764 h 6857801"/>
                <a:gd name="connsiteX6368" fmla="*/ 1607004 w 12184003"/>
                <a:gd name="connsiteY6368" fmla="*/ 2475651 h 6857801"/>
                <a:gd name="connsiteX6369" fmla="*/ 1605734 w 12184003"/>
                <a:gd name="connsiteY6369" fmla="*/ 2473813 h 6857801"/>
                <a:gd name="connsiteX6370" fmla="*/ 1600740 w 12184003"/>
                <a:gd name="connsiteY6370" fmla="*/ 2449072 h 6857801"/>
                <a:gd name="connsiteX6371" fmla="*/ 1664244 w 12184003"/>
                <a:gd name="connsiteY6371" fmla="*/ 2385602 h 6857801"/>
                <a:gd name="connsiteX6372" fmla="*/ 1709134 w 12184003"/>
                <a:gd name="connsiteY6372" fmla="*/ 2404211 h 6857801"/>
                <a:gd name="connsiteX6373" fmla="*/ 1721689 w 12184003"/>
                <a:gd name="connsiteY6373" fmla="*/ 2422785 h 6857801"/>
                <a:gd name="connsiteX6374" fmla="*/ 2141628 w 12184003"/>
                <a:gd name="connsiteY6374" fmla="*/ 2422785 h 6857801"/>
                <a:gd name="connsiteX6375" fmla="*/ 2029942 w 12184003"/>
                <a:gd name="connsiteY6375" fmla="*/ 2311106 h 6857801"/>
                <a:gd name="connsiteX6376" fmla="*/ 2018994 w 12184003"/>
                <a:gd name="connsiteY6376" fmla="*/ 2315532 h 6857801"/>
                <a:gd name="connsiteX6377" fmla="*/ 1973007 w 12184003"/>
                <a:gd name="connsiteY6377" fmla="*/ 2269500 h 6857801"/>
                <a:gd name="connsiteX6378" fmla="*/ 1977387 w 12184003"/>
                <a:gd name="connsiteY6378" fmla="*/ 2258551 h 6857801"/>
                <a:gd name="connsiteX6379" fmla="*/ 1942349 w 12184003"/>
                <a:gd name="connsiteY6379" fmla="*/ 2223515 h 6857801"/>
                <a:gd name="connsiteX6380" fmla="*/ 1646095 w 12184003"/>
                <a:gd name="connsiteY6380" fmla="*/ 2223515 h 6857801"/>
                <a:gd name="connsiteX6381" fmla="*/ 1639056 w 12184003"/>
                <a:gd name="connsiteY6381" fmla="*/ 2239977 h 6857801"/>
                <a:gd name="connsiteX6382" fmla="*/ 1616062 w 12184003"/>
                <a:gd name="connsiteY6382" fmla="*/ 2249792 h 6857801"/>
                <a:gd name="connsiteX6383" fmla="*/ 1597672 w 12184003"/>
                <a:gd name="connsiteY6383" fmla="*/ 2241910 h 6857801"/>
                <a:gd name="connsiteX6384" fmla="*/ 1294166 w 12184003"/>
                <a:gd name="connsiteY6384" fmla="*/ 2545423 h 6857801"/>
                <a:gd name="connsiteX6385" fmla="*/ 838685 w 12184003"/>
                <a:gd name="connsiteY6385" fmla="*/ 2545423 h 6857801"/>
                <a:gd name="connsiteX6386" fmla="*/ 838685 w 12184003"/>
                <a:gd name="connsiteY6386" fmla="*/ 2527901 h 6857801"/>
                <a:gd name="connsiteX6387" fmla="*/ 1287597 w 12184003"/>
                <a:gd name="connsiteY6387" fmla="*/ 2527901 h 6857801"/>
                <a:gd name="connsiteX6388" fmla="*/ 1588429 w 12184003"/>
                <a:gd name="connsiteY6388" fmla="*/ 2229152 h 6857801"/>
                <a:gd name="connsiteX6389" fmla="*/ 1583216 w 12184003"/>
                <a:gd name="connsiteY6389" fmla="*/ 2216946 h 6857801"/>
                <a:gd name="connsiteX6390" fmla="*/ 1616062 w 12184003"/>
                <a:gd name="connsiteY6390" fmla="*/ 2184099 h 6857801"/>
                <a:gd name="connsiteX6391" fmla="*/ 1639056 w 12184003"/>
                <a:gd name="connsiteY6391" fmla="*/ 2193992 h 6857801"/>
                <a:gd name="connsiteX6392" fmla="*/ 1645157 w 12184003"/>
                <a:gd name="connsiteY6392" fmla="*/ 2208188 h 6857801"/>
                <a:gd name="connsiteX6393" fmla="*/ 1941969 w 12184003"/>
                <a:gd name="connsiteY6393" fmla="*/ 2208188 h 6857801"/>
                <a:gd name="connsiteX6394" fmla="*/ 1770255 w 12184003"/>
                <a:gd name="connsiteY6394" fmla="*/ 2037445 h 6857801"/>
                <a:gd name="connsiteX6395" fmla="*/ 1113347 w 12184003"/>
                <a:gd name="connsiteY6395" fmla="*/ 2037445 h 6857801"/>
                <a:gd name="connsiteX6396" fmla="*/ 1109124 w 12184003"/>
                <a:gd name="connsiteY6396" fmla="*/ 2047298 h 6857801"/>
                <a:gd name="connsiteX6397" fmla="*/ 1086131 w 12184003"/>
                <a:gd name="connsiteY6397" fmla="*/ 2057151 h 6857801"/>
                <a:gd name="connsiteX6398" fmla="*/ 1078470 w 12184003"/>
                <a:gd name="connsiteY6398" fmla="*/ 2053869 h 6857801"/>
                <a:gd name="connsiteX6399" fmla="*/ 961313 w 12184003"/>
                <a:gd name="connsiteY6399" fmla="*/ 2170998 h 6857801"/>
                <a:gd name="connsiteX6400" fmla="*/ 856210 w 12184003"/>
                <a:gd name="connsiteY6400" fmla="*/ 2170998 h 6857801"/>
                <a:gd name="connsiteX6401" fmla="*/ 724821 w 12184003"/>
                <a:gd name="connsiteY6401" fmla="*/ 2302347 h 6857801"/>
                <a:gd name="connsiteX6402" fmla="*/ 105111 w 12184003"/>
                <a:gd name="connsiteY6402" fmla="*/ 2302347 h 6857801"/>
                <a:gd name="connsiteX6403" fmla="*/ 105111 w 12184003"/>
                <a:gd name="connsiteY6403" fmla="*/ 2280494 h 6857801"/>
                <a:gd name="connsiteX6404" fmla="*/ 713872 w 12184003"/>
                <a:gd name="connsiteY6404" fmla="*/ 2280494 h 6857801"/>
                <a:gd name="connsiteX6405" fmla="*/ 823363 w 12184003"/>
                <a:gd name="connsiteY6405" fmla="*/ 2170998 h 6857801"/>
                <a:gd name="connsiteX6406" fmla="*/ 821167 w 12184003"/>
                <a:gd name="connsiteY6406" fmla="*/ 2170998 h 6857801"/>
                <a:gd name="connsiteX6407" fmla="*/ 821167 w 12184003"/>
                <a:gd name="connsiteY6407" fmla="*/ 2155636 h 6857801"/>
                <a:gd name="connsiteX6408" fmla="*/ 838691 w 12184003"/>
                <a:gd name="connsiteY6408" fmla="*/ 2155636 h 6857801"/>
                <a:gd name="connsiteX6409" fmla="*/ 1118672 w 12184003"/>
                <a:gd name="connsiteY6409" fmla="*/ 1875714 h 6857801"/>
                <a:gd name="connsiteX6410" fmla="*/ 1117670 w 12184003"/>
                <a:gd name="connsiteY6410" fmla="*/ 1873209 h 6857801"/>
                <a:gd name="connsiteX6411" fmla="*/ 1108654 w 12184003"/>
                <a:gd name="connsiteY6411" fmla="*/ 1873209 h 6857801"/>
                <a:gd name="connsiteX6412" fmla="*/ 1102552 w 12184003"/>
                <a:gd name="connsiteY6412" fmla="*/ 1887443 h 6857801"/>
                <a:gd name="connsiteX6413" fmla="*/ 1079562 w 12184003"/>
                <a:gd name="connsiteY6413" fmla="*/ 1897297 h 6857801"/>
                <a:gd name="connsiteX6414" fmla="*/ 1065658 w 12184003"/>
                <a:gd name="connsiteY6414" fmla="*/ 1891337 h 6857801"/>
                <a:gd name="connsiteX6415" fmla="*/ 832118 w 12184003"/>
                <a:gd name="connsiteY6415" fmla="*/ 2122790 h 6857801"/>
                <a:gd name="connsiteX6416" fmla="*/ 821168 w 12184003"/>
                <a:gd name="connsiteY6416" fmla="*/ 2111838 h 6857801"/>
                <a:gd name="connsiteX6417" fmla="*/ 1052687 w 12184003"/>
                <a:gd name="connsiteY6417" fmla="*/ 1878384 h 6857801"/>
                <a:gd name="connsiteX6418" fmla="*/ 1046712 w 12184003"/>
                <a:gd name="connsiteY6418" fmla="*/ 1864450 h 6857801"/>
                <a:gd name="connsiteX6419" fmla="*/ 1079562 w 12184003"/>
                <a:gd name="connsiteY6419" fmla="*/ 1831603 h 6857801"/>
                <a:gd name="connsiteX6420" fmla="*/ 1102552 w 12184003"/>
                <a:gd name="connsiteY6420" fmla="*/ 1841458 h 6857801"/>
                <a:gd name="connsiteX6421" fmla="*/ 1108654 w 12184003"/>
                <a:gd name="connsiteY6421" fmla="*/ 1855690 h 6857801"/>
                <a:gd name="connsiteX6422" fmla="*/ 1114166 w 12184003"/>
                <a:gd name="connsiteY6422" fmla="*/ 1855690 h 6857801"/>
                <a:gd name="connsiteX6423" fmla="*/ 1125552 w 12184003"/>
                <a:gd name="connsiteY6423" fmla="*/ 1827224 h 6857801"/>
                <a:gd name="connsiteX6424" fmla="*/ 1158402 w 12184003"/>
                <a:gd name="connsiteY6424" fmla="*/ 1814084 h 6857801"/>
                <a:gd name="connsiteX6425" fmla="*/ 1191247 w 12184003"/>
                <a:gd name="connsiteY6425" fmla="*/ 1827224 h 6857801"/>
                <a:gd name="connsiteX6426" fmla="*/ 1198254 w 12184003"/>
                <a:gd name="connsiteY6426" fmla="*/ 1844742 h 6857801"/>
                <a:gd name="connsiteX6427" fmla="*/ 1479982 w 12184003"/>
                <a:gd name="connsiteY6427" fmla="*/ 1844742 h 6857801"/>
                <a:gd name="connsiteX6428" fmla="*/ 1481390 w 12184003"/>
                <a:gd name="connsiteY6428" fmla="*/ 1841458 h 6857801"/>
                <a:gd name="connsiteX6429" fmla="*/ 1504383 w 12184003"/>
                <a:gd name="connsiteY6429" fmla="*/ 1831603 h 6857801"/>
                <a:gd name="connsiteX6430" fmla="*/ 1527373 w 12184003"/>
                <a:gd name="connsiteY6430" fmla="*/ 1841458 h 6857801"/>
                <a:gd name="connsiteX6431" fmla="*/ 1528783 w 12184003"/>
                <a:gd name="connsiteY6431" fmla="*/ 1844742 h 6857801"/>
                <a:gd name="connsiteX6432" fmla="*/ 1609501 w 12184003"/>
                <a:gd name="connsiteY6432" fmla="*/ 1844742 h 6857801"/>
                <a:gd name="connsiteX6433" fmla="*/ 1716802 w 12184003"/>
                <a:gd name="connsiteY6433" fmla="*/ 1952042 h 6857801"/>
                <a:gd name="connsiteX6434" fmla="*/ 1846001 w 12184003"/>
                <a:gd name="connsiteY6434" fmla="*/ 1952042 h 6857801"/>
                <a:gd name="connsiteX6435" fmla="*/ 1510964 w 12184003"/>
                <a:gd name="connsiteY6435" fmla="*/ 1617001 h 6857801"/>
                <a:gd name="connsiteX6436" fmla="*/ 482626 w 12184003"/>
                <a:gd name="connsiteY6436" fmla="*/ 1617001 h 6857801"/>
                <a:gd name="connsiteX6437" fmla="*/ 477370 w 12184003"/>
                <a:gd name="connsiteY6437" fmla="*/ 1630140 h 6857801"/>
                <a:gd name="connsiteX6438" fmla="*/ 444524 w 12184003"/>
                <a:gd name="connsiteY6438" fmla="*/ 1643278 h 6857801"/>
                <a:gd name="connsiteX6439" fmla="*/ 431829 w 12184003"/>
                <a:gd name="connsiteY6439" fmla="*/ 1638201 h 6857801"/>
                <a:gd name="connsiteX6440" fmla="*/ 271534 w 12184003"/>
                <a:gd name="connsiteY6440" fmla="*/ 1796566 h 6857801"/>
                <a:gd name="connsiteX6441" fmla="*/ 83213 w 12184003"/>
                <a:gd name="connsiteY6441" fmla="*/ 1796566 h 6857801"/>
                <a:gd name="connsiteX6442" fmla="*/ 83213 w 12184003"/>
                <a:gd name="connsiteY6442" fmla="*/ 1774668 h 6857801"/>
                <a:gd name="connsiteX6443" fmla="*/ 262775 w 12184003"/>
                <a:gd name="connsiteY6443" fmla="*/ 1774668 h 6857801"/>
                <a:gd name="connsiteX6444" fmla="*/ 409915 w 12184003"/>
                <a:gd name="connsiteY6444" fmla="*/ 1625733 h 6857801"/>
                <a:gd name="connsiteX6445" fmla="*/ 398538 w 12184003"/>
                <a:gd name="connsiteY6445" fmla="*/ 1597293 h 6857801"/>
                <a:gd name="connsiteX6446" fmla="*/ 444524 w 12184003"/>
                <a:gd name="connsiteY6446" fmla="*/ 1551307 h 6857801"/>
                <a:gd name="connsiteX6447" fmla="*/ 477370 w 12184003"/>
                <a:gd name="connsiteY6447" fmla="*/ 1564446 h 6857801"/>
                <a:gd name="connsiteX6448" fmla="*/ 488758 w 12184003"/>
                <a:gd name="connsiteY6448" fmla="*/ 1592913 h 6857801"/>
                <a:gd name="connsiteX6449" fmla="*/ 1519718 w 12184003"/>
                <a:gd name="connsiteY6449" fmla="*/ 1592913 h 6857801"/>
                <a:gd name="connsiteX6450" fmla="*/ 1878847 w 12184003"/>
                <a:gd name="connsiteY6450" fmla="*/ 1952042 h 6857801"/>
                <a:gd name="connsiteX6451" fmla="*/ 2067478 w 12184003"/>
                <a:gd name="connsiteY6451" fmla="*/ 1952042 h 6857801"/>
                <a:gd name="connsiteX6452" fmla="*/ 2072640 w 12184003"/>
                <a:gd name="connsiteY6452" fmla="*/ 1939999 h 6857801"/>
                <a:gd name="connsiteX6453" fmla="*/ 2088827 w 12184003"/>
                <a:gd name="connsiteY6453" fmla="*/ 1933062 h 6857801"/>
                <a:gd name="connsiteX6454" fmla="*/ 1771537 w 12184003"/>
                <a:gd name="connsiteY6454" fmla="*/ 1617002 h 6857801"/>
                <a:gd name="connsiteX6455" fmla="*/ 1556937 w 12184003"/>
                <a:gd name="connsiteY6455" fmla="*/ 1617002 h 6857801"/>
                <a:gd name="connsiteX6456" fmla="*/ 1462773 w 12184003"/>
                <a:gd name="connsiteY6456" fmla="*/ 1522840 h 6857801"/>
                <a:gd name="connsiteX6457" fmla="*/ 1134315 w 12184003"/>
                <a:gd name="connsiteY6457" fmla="*/ 1522840 h 6857801"/>
                <a:gd name="connsiteX6458" fmla="*/ 1029677 w 12184003"/>
                <a:gd name="connsiteY6458" fmla="*/ 1418207 h 6857801"/>
                <a:gd name="connsiteX6459" fmla="*/ 1009490 w 12184003"/>
                <a:gd name="connsiteY6459" fmla="*/ 1426490 h 6857801"/>
                <a:gd name="connsiteX6460" fmla="*/ 976643 w 12184003"/>
                <a:gd name="connsiteY6460" fmla="*/ 1412531 h 6857801"/>
                <a:gd name="connsiteX6461" fmla="*/ 968896 w 12184003"/>
                <a:gd name="connsiteY6461" fmla="*/ 1393646 h 6857801"/>
                <a:gd name="connsiteX6462" fmla="*/ 474304 w 12184003"/>
                <a:gd name="connsiteY6462" fmla="*/ 1393646 h 6857801"/>
                <a:gd name="connsiteX6463" fmla="*/ 466422 w 12184003"/>
                <a:gd name="connsiteY6463" fmla="*/ 1413352 h 6857801"/>
                <a:gd name="connsiteX6464" fmla="*/ 433576 w 12184003"/>
                <a:gd name="connsiteY6464" fmla="*/ 1426490 h 6857801"/>
                <a:gd name="connsiteX6465" fmla="*/ 415305 w 12184003"/>
                <a:gd name="connsiteY6465" fmla="*/ 1422692 h 6857801"/>
                <a:gd name="connsiteX6466" fmla="*/ 411438 w 12184003"/>
                <a:gd name="connsiteY6466" fmla="*/ 1419998 h 6857801"/>
                <a:gd name="connsiteX6467" fmla="*/ 98541 w 12184003"/>
                <a:gd name="connsiteY6467" fmla="*/ 1730871 h 6857801"/>
                <a:gd name="connsiteX6468" fmla="*/ 83213 w 12184003"/>
                <a:gd name="connsiteY6468" fmla="*/ 1715543 h 6857801"/>
                <a:gd name="connsiteX6469" fmla="*/ 396510 w 12184003"/>
                <a:gd name="connsiteY6469" fmla="*/ 1402251 h 6857801"/>
                <a:gd name="connsiteX6470" fmla="*/ 387590 w 12184003"/>
                <a:gd name="connsiteY6470" fmla="*/ 1380509 h 6857801"/>
                <a:gd name="connsiteX6471" fmla="*/ 433576 w 12184003"/>
                <a:gd name="connsiteY6471" fmla="*/ 1334523 h 6857801"/>
                <a:gd name="connsiteX6472" fmla="*/ 466422 w 12184003"/>
                <a:gd name="connsiteY6472" fmla="*/ 1347658 h 6857801"/>
                <a:gd name="connsiteX6473" fmla="*/ 476058 w 12184003"/>
                <a:gd name="connsiteY6473" fmla="*/ 1371747 h 6857801"/>
                <a:gd name="connsiteX6474" fmla="*/ 967008 w 12184003"/>
                <a:gd name="connsiteY6474" fmla="*/ 1371747 h 6857801"/>
                <a:gd name="connsiteX6475" fmla="*/ 976643 w 12184003"/>
                <a:gd name="connsiteY6475" fmla="*/ 1347658 h 6857801"/>
                <a:gd name="connsiteX6476" fmla="*/ 1009490 w 12184003"/>
                <a:gd name="connsiteY6476" fmla="*/ 1334523 h 6857801"/>
                <a:gd name="connsiteX6477" fmla="*/ 1055479 w 12184003"/>
                <a:gd name="connsiteY6477" fmla="*/ 1380509 h 6857801"/>
                <a:gd name="connsiteX6478" fmla="*/ 1051681 w 12184003"/>
                <a:gd name="connsiteY6478" fmla="*/ 1398777 h 6857801"/>
                <a:gd name="connsiteX6479" fmla="*/ 1047485 w 12184003"/>
                <a:gd name="connsiteY6479" fmla="*/ 1404788 h 6857801"/>
                <a:gd name="connsiteX6480" fmla="*/ 1143076 w 12184003"/>
                <a:gd name="connsiteY6480" fmla="*/ 1498754 h 6857801"/>
                <a:gd name="connsiteX6481" fmla="*/ 1438689 w 12184003"/>
                <a:gd name="connsiteY6481" fmla="*/ 1498754 h 6857801"/>
                <a:gd name="connsiteX6482" fmla="*/ 518970 w 12184003"/>
                <a:gd name="connsiteY6482" fmla="*/ 579039 h 6857801"/>
                <a:gd name="connsiteX6483" fmla="*/ 518970 w 12184003"/>
                <a:gd name="connsiteY6483" fmla="*/ 419183 h 6857801"/>
                <a:gd name="connsiteX6484" fmla="*/ 120428 w 12184003"/>
                <a:gd name="connsiteY6484" fmla="*/ 18447 h 6857801"/>
                <a:gd name="connsiteX6485" fmla="*/ 135757 w 12184003"/>
                <a:gd name="connsiteY6485" fmla="*/ 3119 h 6857801"/>
                <a:gd name="connsiteX6486" fmla="*/ 543058 w 12184003"/>
                <a:gd name="connsiteY6486" fmla="*/ 408234 h 6857801"/>
                <a:gd name="connsiteX6487" fmla="*/ 543058 w 12184003"/>
                <a:gd name="connsiteY6487" fmla="*/ 570280 h 6857801"/>
                <a:gd name="connsiteX6488" fmla="*/ 1471536 w 12184003"/>
                <a:gd name="connsiteY6488" fmla="*/ 1498754 h 6857801"/>
                <a:gd name="connsiteX6489" fmla="*/ 1768915 w 12184003"/>
                <a:gd name="connsiteY6489" fmla="*/ 1498754 h 6857801"/>
                <a:gd name="connsiteX6490" fmla="*/ 1775925 w 12184003"/>
                <a:gd name="connsiteY6490" fmla="*/ 1481232 h 6857801"/>
                <a:gd name="connsiteX6491" fmla="*/ 1808770 w 12184003"/>
                <a:gd name="connsiteY6491" fmla="*/ 1468094 h 6857801"/>
                <a:gd name="connsiteX6492" fmla="*/ 1854757 w 12184003"/>
                <a:gd name="connsiteY6492" fmla="*/ 1514081 h 6857801"/>
                <a:gd name="connsiteX6493" fmla="*/ 1848826 w 12184003"/>
                <a:gd name="connsiteY6493" fmla="*/ 1528908 h 6857801"/>
                <a:gd name="connsiteX6494" fmla="*/ 2121919 w 12184003"/>
                <a:gd name="connsiteY6494" fmla="*/ 1811893 h 6857801"/>
                <a:gd name="connsiteX6495" fmla="*/ 2441632 w 12184003"/>
                <a:gd name="connsiteY6495" fmla="*/ 1811893 h 6857801"/>
                <a:gd name="connsiteX6496" fmla="*/ 2450392 w 12184003"/>
                <a:gd name="connsiteY6496" fmla="*/ 1789997 h 6857801"/>
                <a:gd name="connsiteX6497" fmla="*/ 2483240 w 12184003"/>
                <a:gd name="connsiteY6497" fmla="*/ 1776857 h 6857801"/>
                <a:gd name="connsiteX6498" fmla="*/ 2529224 w 12184003"/>
                <a:gd name="connsiteY6498" fmla="*/ 1822844 h 6857801"/>
                <a:gd name="connsiteX6499" fmla="*/ 2483240 w 12184003"/>
                <a:gd name="connsiteY6499" fmla="*/ 1868829 h 6857801"/>
                <a:gd name="connsiteX6500" fmla="*/ 2450392 w 12184003"/>
                <a:gd name="connsiteY6500" fmla="*/ 1855690 h 6857801"/>
                <a:gd name="connsiteX6501" fmla="*/ 2441632 w 12184003"/>
                <a:gd name="connsiteY6501" fmla="*/ 1833791 h 6857801"/>
                <a:gd name="connsiteX6502" fmla="*/ 2113162 w 12184003"/>
                <a:gd name="connsiteY6502" fmla="*/ 1833791 h 6857801"/>
                <a:gd name="connsiteX6503" fmla="*/ 1834962 w 12184003"/>
                <a:gd name="connsiteY6503" fmla="*/ 1549590 h 6857801"/>
                <a:gd name="connsiteX6504" fmla="*/ 1808770 w 12184003"/>
                <a:gd name="connsiteY6504" fmla="*/ 1560065 h 6857801"/>
                <a:gd name="connsiteX6505" fmla="*/ 1775925 w 12184003"/>
                <a:gd name="connsiteY6505" fmla="*/ 1546106 h 6857801"/>
                <a:gd name="connsiteX6506" fmla="*/ 1766379 w 12184003"/>
                <a:gd name="connsiteY6506" fmla="*/ 1522840 h 6857801"/>
                <a:gd name="connsiteX6507" fmla="*/ 1495622 w 12184003"/>
                <a:gd name="connsiteY6507" fmla="*/ 1522840 h 6857801"/>
                <a:gd name="connsiteX6508" fmla="*/ 1565696 w 12184003"/>
                <a:gd name="connsiteY6508" fmla="*/ 1592913 h 6857801"/>
                <a:gd name="connsiteX6509" fmla="*/ 1780297 w 12184003"/>
                <a:gd name="connsiteY6509" fmla="*/ 1592913 h 6857801"/>
                <a:gd name="connsiteX6510" fmla="*/ 2185418 w 12184003"/>
                <a:gd name="connsiteY6510" fmla="*/ 1998028 h 6857801"/>
                <a:gd name="connsiteX6511" fmla="*/ 2768005 w 12184003"/>
                <a:gd name="connsiteY6511" fmla="*/ 1998028 h 6857801"/>
                <a:gd name="connsiteX6512" fmla="*/ 2769527 w 12184003"/>
                <a:gd name="connsiteY6512" fmla="*/ 1990706 h 6857801"/>
                <a:gd name="connsiteX6513" fmla="*/ 2811715 w 12184003"/>
                <a:gd name="connsiteY6513" fmla="*/ 1962991 h 6857801"/>
                <a:gd name="connsiteX6514" fmla="*/ 2857702 w 12184003"/>
                <a:gd name="connsiteY6514" fmla="*/ 2008978 h 6857801"/>
                <a:gd name="connsiteX6515" fmla="*/ 2848945 w 12184003"/>
                <a:gd name="connsiteY6515" fmla="*/ 2030873 h 6857801"/>
                <a:gd name="connsiteX6516" fmla="*/ 2975956 w 12184003"/>
                <a:gd name="connsiteY6516" fmla="*/ 2157822 h 6857801"/>
                <a:gd name="connsiteX6517" fmla="*/ 3462080 w 12184003"/>
                <a:gd name="connsiteY6517" fmla="*/ 2157822 h 6857801"/>
                <a:gd name="connsiteX6518" fmla="*/ 3124849 w 12184003"/>
                <a:gd name="connsiteY6518" fmla="*/ 1820653 h 6857801"/>
                <a:gd name="connsiteX6519" fmla="*/ 2621189 w 12184003"/>
                <a:gd name="connsiteY6519" fmla="*/ 1820653 h 6857801"/>
                <a:gd name="connsiteX6520" fmla="*/ 2202932 w 12184003"/>
                <a:gd name="connsiteY6520" fmla="*/ 1404589 h 6857801"/>
                <a:gd name="connsiteX6521" fmla="*/ 2045258 w 12184003"/>
                <a:gd name="connsiteY6521" fmla="*/ 1404589 h 6857801"/>
                <a:gd name="connsiteX6522" fmla="*/ 1276637 w 12184003"/>
                <a:gd name="connsiteY6522" fmla="*/ 638159 h 6857801"/>
                <a:gd name="connsiteX6523" fmla="*/ 1276637 w 12184003"/>
                <a:gd name="connsiteY6523" fmla="*/ 517721 h 6857801"/>
                <a:gd name="connsiteX6524" fmla="*/ 983202 w 12184003"/>
                <a:gd name="connsiteY6524" fmla="*/ 222096 h 6857801"/>
                <a:gd name="connsiteX6525" fmla="*/ 994151 w 12184003"/>
                <a:gd name="connsiteY6525" fmla="*/ 211146 h 6857801"/>
                <a:gd name="connsiteX6526" fmla="*/ 1294155 w 12184003"/>
                <a:gd name="connsiteY6526" fmla="*/ 511150 h 6857801"/>
                <a:gd name="connsiteX6527" fmla="*/ 1294155 w 12184003"/>
                <a:gd name="connsiteY6527" fmla="*/ 631590 h 6857801"/>
                <a:gd name="connsiteX6528" fmla="*/ 2051829 w 12184003"/>
                <a:gd name="connsiteY6528" fmla="*/ 1387071 h 6857801"/>
                <a:gd name="connsiteX6529" fmla="*/ 2211688 w 12184003"/>
                <a:gd name="connsiteY6529" fmla="*/ 1387071 h 6857801"/>
                <a:gd name="connsiteX6530" fmla="*/ 2627758 w 12184003"/>
                <a:gd name="connsiteY6530" fmla="*/ 1805325 h 6857801"/>
                <a:gd name="connsiteX6531" fmla="*/ 3109520 w 12184003"/>
                <a:gd name="connsiteY6531" fmla="*/ 1805325 h 6857801"/>
                <a:gd name="connsiteX6532" fmla="*/ 3059154 w 12184003"/>
                <a:gd name="connsiteY6532" fmla="*/ 1754960 h 6857801"/>
                <a:gd name="connsiteX6533" fmla="*/ 3059154 w 12184003"/>
                <a:gd name="connsiteY6533" fmla="*/ 1562258 h 6857801"/>
                <a:gd name="connsiteX6534" fmla="*/ 2694204 w 12184003"/>
                <a:gd name="connsiteY6534" fmla="*/ 1197307 h 6857801"/>
                <a:gd name="connsiteX6535" fmla="*/ 2674843 w 12184003"/>
                <a:gd name="connsiteY6535" fmla="*/ 1205320 h 6857801"/>
                <a:gd name="connsiteX6536" fmla="*/ 2643089 w 12184003"/>
                <a:gd name="connsiteY6536" fmla="*/ 1192179 h 6857801"/>
                <a:gd name="connsiteX6537" fmla="*/ 2636748 w 12184003"/>
                <a:gd name="connsiteY6537" fmla="*/ 1176852 h 6857801"/>
                <a:gd name="connsiteX6538" fmla="*/ 2027893 w 12184003"/>
                <a:gd name="connsiteY6538" fmla="*/ 1176852 h 6857801"/>
                <a:gd name="connsiteX6539" fmla="*/ 2023363 w 12184003"/>
                <a:gd name="connsiteY6539" fmla="*/ 1187800 h 6857801"/>
                <a:gd name="connsiteX6540" fmla="*/ 1957669 w 12184003"/>
                <a:gd name="connsiteY6540" fmla="*/ 1187800 h 6857801"/>
                <a:gd name="connsiteX6541" fmla="*/ 1944529 w 12184003"/>
                <a:gd name="connsiteY6541" fmla="*/ 1156047 h 6857801"/>
                <a:gd name="connsiteX6542" fmla="*/ 1947414 w 12184003"/>
                <a:gd name="connsiteY6542" fmla="*/ 1149078 h 6857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  <a:cxn ang="0">
                  <a:pos x="connsiteX2796" y="connsiteY2796"/>
                </a:cxn>
                <a:cxn ang="0">
                  <a:pos x="connsiteX2797" y="connsiteY2797"/>
                </a:cxn>
                <a:cxn ang="0">
                  <a:pos x="connsiteX2798" y="connsiteY2798"/>
                </a:cxn>
                <a:cxn ang="0">
                  <a:pos x="connsiteX2799" y="connsiteY2799"/>
                </a:cxn>
                <a:cxn ang="0">
                  <a:pos x="connsiteX2800" y="connsiteY2800"/>
                </a:cxn>
                <a:cxn ang="0">
                  <a:pos x="connsiteX2801" y="connsiteY2801"/>
                </a:cxn>
                <a:cxn ang="0">
                  <a:pos x="connsiteX2802" y="connsiteY2802"/>
                </a:cxn>
                <a:cxn ang="0">
                  <a:pos x="connsiteX2803" y="connsiteY2803"/>
                </a:cxn>
                <a:cxn ang="0">
                  <a:pos x="connsiteX2804" y="connsiteY2804"/>
                </a:cxn>
                <a:cxn ang="0">
                  <a:pos x="connsiteX2805" y="connsiteY2805"/>
                </a:cxn>
                <a:cxn ang="0">
                  <a:pos x="connsiteX2806" y="connsiteY2806"/>
                </a:cxn>
                <a:cxn ang="0">
                  <a:pos x="connsiteX2807" y="connsiteY2807"/>
                </a:cxn>
                <a:cxn ang="0">
                  <a:pos x="connsiteX2808" y="connsiteY2808"/>
                </a:cxn>
                <a:cxn ang="0">
                  <a:pos x="connsiteX2809" y="connsiteY2809"/>
                </a:cxn>
                <a:cxn ang="0">
                  <a:pos x="connsiteX2810" y="connsiteY2810"/>
                </a:cxn>
                <a:cxn ang="0">
                  <a:pos x="connsiteX2811" y="connsiteY2811"/>
                </a:cxn>
                <a:cxn ang="0">
                  <a:pos x="connsiteX2812" y="connsiteY2812"/>
                </a:cxn>
                <a:cxn ang="0">
                  <a:pos x="connsiteX2813" y="connsiteY2813"/>
                </a:cxn>
                <a:cxn ang="0">
                  <a:pos x="connsiteX2814" y="connsiteY2814"/>
                </a:cxn>
                <a:cxn ang="0">
                  <a:pos x="connsiteX2815" y="connsiteY2815"/>
                </a:cxn>
                <a:cxn ang="0">
                  <a:pos x="connsiteX2816" y="connsiteY2816"/>
                </a:cxn>
                <a:cxn ang="0">
                  <a:pos x="connsiteX2817" y="connsiteY2817"/>
                </a:cxn>
                <a:cxn ang="0">
                  <a:pos x="connsiteX2818" y="connsiteY2818"/>
                </a:cxn>
                <a:cxn ang="0">
                  <a:pos x="connsiteX2819" y="connsiteY2819"/>
                </a:cxn>
                <a:cxn ang="0">
                  <a:pos x="connsiteX2820" y="connsiteY2820"/>
                </a:cxn>
                <a:cxn ang="0">
                  <a:pos x="connsiteX2821" y="connsiteY2821"/>
                </a:cxn>
                <a:cxn ang="0">
                  <a:pos x="connsiteX2822" y="connsiteY2822"/>
                </a:cxn>
                <a:cxn ang="0">
                  <a:pos x="connsiteX2823" y="connsiteY2823"/>
                </a:cxn>
                <a:cxn ang="0">
                  <a:pos x="connsiteX2824" y="connsiteY2824"/>
                </a:cxn>
                <a:cxn ang="0">
                  <a:pos x="connsiteX2825" y="connsiteY2825"/>
                </a:cxn>
                <a:cxn ang="0">
                  <a:pos x="connsiteX2826" y="connsiteY2826"/>
                </a:cxn>
                <a:cxn ang="0">
                  <a:pos x="connsiteX2827" y="connsiteY2827"/>
                </a:cxn>
                <a:cxn ang="0">
                  <a:pos x="connsiteX2828" y="connsiteY2828"/>
                </a:cxn>
                <a:cxn ang="0">
                  <a:pos x="connsiteX2829" y="connsiteY2829"/>
                </a:cxn>
                <a:cxn ang="0">
                  <a:pos x="connsiteX2830" y="connsiteY2830"/>
                </a:cxn>
                <a:cxn ang="0">
                  <a:pos x="connsiteX2831" y="connsiteY2831"/>
                </a:cxn>
                <a:cxn ang="0">
                  <a:pos x="connsiteX2832" y="connsiteY2832"/>
                </a:cxn>
                <a:cxn ang="0">
                  <a:pos x="connsiteX2833" y="connsiteY2833"/>
                </a:cxn>
                <a:cxn ang="0">
                  <a:pos x="connsiteX2834" y="connsiteY2834"/>
                </a:cxn>
                <a:cxn ang="0">
                  <a:pos x="connsiteX2835" y="connsiteY2835"/>
                </a:cxn>
                <a:cxn ang="0">
                  <a:pos x="connsiteX2836" y="connsiteY2836"/>
                </a:cxn>
                <a:cxn ang="0">
                  <a:pos x="connsiteX2837" y="connsiteY2837"/>
                </a:cxn>
                <a:cxn ang="0">
                  <a:pos x="connsiteX2838" y="connsiteY2838"/>
                </a:cxn>
                <a:cxn ang="0">
                  <a:pos x="connsiteX2839" y="connsiteY2839"/>
                </a:cxn>
                <a:cxn ang="0">
                  <a:pos x="connsiteX2840" y="connsiteY2840"/>
                </a:cxn>
                <a:cxn ang="0">
                  <a:pos x="connsiteX2841" y="connsiteY2841"/>
                </a:cxn>
                <a:cxn ang="0">
                  <a:pos x="connsiteX2842" y="connsiteY2842"/>
                </a:cxn>
                <a:cxn ang="0">
                  <a:pos x="connsiteX2843" y="connsiteY2843"/>
                </a:cxn>
                <a:cxn ang="0">
                  <a:pos x="connsiteX2844" y="connsiteY2844"/>
                </a:cxn>
                <a:cxn ang="0">
                  <a:pos x="connsiteX2845" y="connsiteY2845"/>
                </a:cxn>
                <a:cxn ang="0">
                  <a:pos x="connsiteX2846" y="connsiteY2846"/>
                </a:cxn>
                <a:cxn ang="0">
                  <a:pos x="connsiteX2847" y="connsiteY2847"/>
                </a:cxn>
                <a:cxn ang="0">
                  <a:pos x="connsiteX2848" y="connsiteY2848"/>
                </a:cxn>
                <a:cxn ang="0">
                  <a:pos x="connsiteX2849" y="connsiteY2849"/>
                </a:cxn>
                <a:cxn ang="0">
                  <a:pos x="connsiteX2850" y="connsiteY2850"/>
                </a:cxn>
                <a:cxn ang="0">
                  <a:pos x="connsiteX2851" y="connsiteY2851"/>
                </a:cxn>
                <a:cxn ang="0">
                  <a:pos x="connsiteX2852" y="connsiteY2852"/>
                </a:cxn>
                <a:cxn ang="0">
                  <a:pos x="connsiteX2853" y="connsiteY2853"/>
                </a:cxn>
                <a:cxn ang="0">
                  <a:pos x="connsiteX2854" y="connsiteY2854"/>
                </a:cxn>
                <a:cxn ang="0">
                  <a:pos x="connsiteX2855" y="connsiteY2855"/>
                </a:cxn>
                <a:cxn ang="0">
                  <a:pos x="connsiteX2856" y="connsiteY2856"/>
                </a:cxn>
                <a:cxn ang="0">
                  <a:pos x="connsiteX2857" y="connsiteY2857"/>
                </a:cxn>
                <a:cxn ang="0">
                  <a:pos x="connsiteX2858" y="connsiteY2858"/>
                </a:cxn>
                <a:cxn ang="0">
                  <a:pos x="connsiteX2859" y="connsiteY2859"/>
                </a:cxn>
                <a:cxn ang="0">
                  <a:pos x="connsiteX2860" y="connsiteY2860"/>
                </a:cxn>
                <a:cxn ang="0">
                  <a:pos x="connsiteX2861" y="connsiteY2861"/>
                </a:cxn>
                <a:cxn ang="0">
                  <a:pos x="connsiteX2862" y="connsiteY2862"/>
                </a:cxn>
                <a:cxn ang="0">
                  <a:pos x="connsiteX2863" y="connsiteY2863"/>
                </a:cxn>
                <a:cxn ang="0">
                  <a:pos x="connsiteX2864" y="connsiteY2864"/>
                </a:cxn>
                <a:cxn ang="0">
                  <a:pos x="connsiteX2865" y="connsiteY2865"/>
                </a:cxn>
                <a:cxn ang="0">
                  <a:pos x="connsiteX2866" y="connsiteY2866"/>
                </a:cxn>
                <a:cxn ang="0">
                  <a:pos x="connsiteX2867" y="connsiteY2867"/>
                </a:cxn>
                <a:cxn ang="0">
                  <a:pos x="connsiteX2868" y="connsiteY2868"/>
                </a:cxn>
                <a:cxn ang="0">
                  <a:pos x="connsiteX2869" y="connsiteY2869"/>
                </a:cxn>
                <a:cxn ang="0">
                  <a:pos x="connsiteX2870" y="connsiteY2870"/>
                </a:cxn>
                <a:cxn ang="0">
                  <a:pos x="connsiteX2871" y="connsiteY2871"/>
                </a:cxn>
                <a:cxn ang="0">
                  <a:pos x="connsiteX2872" y="connsiteY2872"/>
                </a:cxn>
                <a:cxn ang="0">
                  <a:pos x="connsiteX2873" y="connsiteY2873"/>
                </a:cxn>
                <a:cxn ang="0">
                  <a:pos x="connsiteX2874" y="connsiteY2874"/>
                </a:cxn>
                <a:cxn ang="0">
                  <a:pos x="connsiteX2875" y="connsiteY2875"/>
                </a:cxn>
                <a:cxn ang="0">
                  <a:pos x="connsiteX2876" y="connsiteY2876"/>
                </a:cxn>
                <a:cxn ang="0">
                  <a:pos x="connsiteX2877" y="connsiteY2877"/>
                </a:cxn>
                <a:cxn ang="0">
                  <a:pos x="connsiteX2878" y="connsiteY2878"/>
                </a:cxn>
                <a:cxn ang="0">
                  <a:pos x="connsiteX2879" y="connsiteY2879"/>
                </a:cxn>
                <a:cxn ang="0">
                  <a:pos x="connsiteX2880" y="connsiteY2880"/>
                </a:cxn>
                <a:cxn ang="0">
                  <a:pos x="connsiteX2881" y="connsiteY2881"/>
                </a:cxn>
                <a:cxn ang="0">
                  <a:pos x="connsiteX2882" y="connsiteY2882"/>
                </a:cxn>
                <a:cxn ang="0">
                  <a:pos x="connsiteX2883" y="connsiteY2883"/>
                </a:cxn>
                <a:cxn ang="0">
                  <a:pos x="connsiteX2884" y="connsiteY2884"/>
                </a:cxn>
                <a:cxn ang="0">
                  <a:pos x="connsiteX2885" y="connsiteY2885"/>
                </a:cxn>
                <a:cxn ang="0">
                  <a:pos x="connsiteX2886" y="connsiteY2886"/>
                </a:cxn>
                <a:cxn ang="0">
                  <a:pos x="connsiteX2887" y="connsiteY2887"/>
                </a:cxn>
                <a:cxn ang="0">
                  <a:pos x="connsiteX2888" y="connsiteY2888"/>
                </a:cxn>
                <a:cxn ang="0">
                  <a:pos x="connsiteX2889" y="connsiteY2889"/>
                </a:cxn>
                <a:cxn ang="0">
                  <a:pos x="connsiteX2890" y="connsiteY2890"/>
                </a:cxn>
                <a:cxn ang="0">
                  <a:pos x="connsiteX2891" y="connsiteY2891"/>
                </a:cxn>
                <a:cxn ang="0">
                  <a:pos x="connsiteX2892" y="connsiteY2892"/>
                </a:cxn>
                <a:cxn ang="0">
                  <a:pos x="connsiteX2893" y="connsiteY2893"/>
                </a:cxn>
                <a:cxn ang="0">
                  <a:pos x="connsiteX2894" y="connsiteY2894"/>
                </a:cxn>
                <a:cxn ang="0">
                  <a:pos x="connsiteX2895" y="connsiteY2895"/>
                </a:cxn>
                <a:cxn ang="0">
                  <a:pos x="connsiteX2896" y="connsiteY2896"/>
                </a:cxn>
                <a:cxn ang="0">
                  <a:pos x="connsiteX2897" y="connsiteY2897"/>
                </a:cxn>
                <a:cxn ang="0">
                  <a:pos x="connsiteX2898" y="connsiteY2898"/>
                </a:cxn>
                <a:cxn ang="0">
                  <a:pos x="connsiteX2899" y="connsiteY2899"/>
                </a:cxn>
                <a:cxn ang="0">
                  <a:pos x="connsiteX2900" y="connsiteY2900"/>
                </a:cxn>
                <a:cxn ang="0">
                  <a:pos x="connsiteX2901" y="connsiteY2901"/>
                </a:cxn>
                <a:cxn ang="0">
                  <a:pos x="connsiteX2902" y="connsiteY2902"/>
                </a:cxn>
                <a:cxn ang="0">
                  <a:pos x="connsiteX2903" y="connsiteY2903"/>
                </a:cxn>
                <a:cxn ang="0">
                  <a:pos x="connsiteX2904" y="connsiteY2904"/>
                </a:cxn>
                <a:cxn ang="0">
                  <a:pos x="connsiteX2905" y="connsiteY2905"/>
                </a:cxn>
                <a:cxn ang="0">
                  <a:pos x="connsiteX2906" y="connsiteY2906"/>
                </a:cxn>
                <a:cxn ang="0">
                  <a:pos x="connsiteX2907" y="connsiteY2907"/>
                </a:cxn>
                <a:cxn ang="0">
                  <a:pos x="connsiteX2908" y="connsiteY2908"/>
                </a:cxn>
                <a:cxn ang="0">
                  <a:pos x="connsiteX2909" y="connsiteY2909"/>
                </a:cxn>
                <a:cxn ang="0">
                  <a:pos x="connsiteX2910" y="connsiteY2910"/>
                </a:cxn>
                <a:cxn ang="0">
                  <a:pos x="connsiteX2911" y="connsiteY2911"/>
                </a:cxn>
                <a:cxn ang="0">
                  <a:pos x="connsiteX2912" y="connsiteY2912"/>
                </a:cxn>
                <a:cxn ang="0">
                  <a:pos x="connsiteX2913" y="connsiteY2913"/>
                </a:cxn>
                <a:cxn ang="0">
                  <a:pos x="connsiteX2914" y="connsiteY2914"/>
                </a:cxn>
                <a:cxn ang="0">
                  <a:pos x="connsiteX2915" y="connsiteY2915"/>
                </a:cxn>
                <a:cxn ang="0">
                  <a:pos x="connsiteX2916" y="connsiteY2916"/>
                </a:cxn>
                <a:cxn ang="0">
                  <a:pos x="connsiteX2917" y="connsiteY2917"/>
                </a:cxn>
                <a:cxn ang="0">
                  <a:pos x="connsiteX2918" y="connsiteY2918"/>
                </a:cxn>
                <a:cxn ang="0">
                  <a:pos x="connsiteX2919" y="connsiteY2919"/>
                </a:cxn>
                <a:cxn ang="0">
                  <a:pos x="connsiteX2920" y="connsiteY2920"/>
                </a:cxn>
                <a:cxn ang="0">
                  <a:pos x="connsiteX2921" y="connsiteY2921"/>
                </a:cxn>
                <a:cxn ang="0">
                  <a:pos x="connsiteX2922" y="connsiteY2922"/>
                </a:cxn>
                <a:cxn ang="0">
                  <a:pos x="connsiteX2923" y="connsiteY2923"/>
                </a:cxn>
                <a:cxn ang="0">
                  <a:pos x="connsiteX2924" y="connsiteY2924"/>
                </a:cxn>
                <a:cxn ang="0">
                  <a:pos x="connsiteX2925" y="connsiteY2925"/>
                </a:cxn>
                <a:cxn ang="0">
                  <a:pos x="connsiteX2926" y="connsiteY2926"/>
                </a:cxn>
                <a:cxn ang="0">
                  <a:pos x="connsiteX2927" y="connsiteY2927"/>
                </a:cxn>
                <a:cxn ang="0">
                  <a:pos x="connsiteX2928" y="connsiteY2928"/>
                </a:cxn>
                <a:cxn ang="0">
                  <a:pos x="connsiteX2929" y="connsiteY2929"/>
                </a:cxn>
                <a:cxn ang="0">
                  <a:pos x="connsiteX2930" y="connsiteY2930"/>
                </a:cxn>
                <a:cxn ang="0">
                  <a:pos x="connsiteX2931" y="connsiteY2931"/>
                </a:cxn>
                <a:cxn ang="0">
                  <a:pos x="connsiteX2932" y="connsiteY2932"/>
                </a:cxn>
                <a:cxn ang="0">
                  <a:pos x="connsiteX2933" y="connsiteY2933"/>
                </a:cxn>
                <a:cxn ang="0">
                  <a:pos x="connsiteX2934" y="connsiteY2934"/>
                </a:cxn>
                <a:cxn ang="0">
                  <a:pos x="connsiteX2935" y="connsiteY2935"/>
                </a:cxn>
                <a:cxn ang="0">
                  <a:pos x="connsiteX2936" y="connsiteY2936"/>
                </a:cxn>
                <a:cxn ang="0">
                  <a:pos x="connsiteX2937" y="connsiteY2937"/>
                </a:cxn>
                <a:cxn ang="0">
                  <a:pos x="connsiteX2938" y="connsiteY2938"/>
                </a:cxn>
                <a:cxn ang="0">
                  <a:pos x="connsiteX2939" y="connsiteY2939"/>
                </a:cxn>
                <a:cxn ang="0">
                  <a:pos x="connsiteX2940" y="connsiteY2940"/>
                </a:cxn>
                <a:cxn ang="0">
                  <a:pos x="connsiteX2941" y="connsiteY2941"/>
                </a:cxn>
                <a:cxn ang="0">
                  <a:pos x="connsiteX2942" y="connsiteY2942"/>
                </a:cxn>
                <a:cxn ang="0">
                  <a:pos x="connsiteX2943" y="connsiteY2943"/>
                </a:cxn>
                <a:cxn ang="0">
                  <a:pos x="connsiteX2944" y="connsiteY2944"/>
                </a:cxn>
                <a:cxn ang="0">
                  <a:pos x="connsiteX2945" y="connsiteY2945"/>
                </a:cxn>
                <a:cxn ang="0">
                  <a:pos x="connsiteX2946" y="connsiteY2946"/>
                </a:cxn>
                <a:cxn ang="0">
                  <a:pos x="connsiteX2947" y="connsiteY2947"/>
                </a:cxn>
                <a:cxn ang="0">
                  <a:pos x="connsiteX2948" y="connsiteY2948"/>
                </a:cxn>
                <a:cxn ang="0">
                  <a:pos x="connsiteX2949" y="connsiteY2949"/>
                </a:cxn>
                <a:cxn ang="0">
                  <a:pos x="connsiteX2950" y="connsiteY2950"/>
                </a:cxn>
                <a:cxn ang="0">
                  <a:pos x="connsiteX2951" y="connsiteY2951"/>
                </a:cxn>
                <a:cxn ang="0">
                  <a:pos x="connsiteX2952" y="connsiteY2952"/>
                </a:cxn>
                <a:cxn ang="0">
                  <a:pos x="connsiteX2953" y="connsiteY2953"/>
                </a:cxn>
                <a:cxn ang="0">
                  <a:pos x="connsiteX2954" y="connsiteY2954"/>
                </a:cxn>
                <a:cxn ang="0">
                  <a:pos x="connsiteX2955" y="connsiteY2955"/>
                </a:cxn>
                <a:cxn ang="0">
                  <a:pos x="connsiteX2956" y="connsiteY2956"/>
                </a:cxn>
                <a:cxn ang="0">
                  <a:pos x="connsiteX2957" y="connsiteY2957"/>
                </a:cxn>
                <a:cxn ang="0">
                  <a:pos x="connsiteX2958" y="connsiteY2958"/>
                </a:cxn>
                <a:cxn ang="0">
                  <a:pos x="connsiteX2959" y="connsiteY2959"/>
                </a:cxn>
                <a:cxn ang="0">
                  <a:pos x="connsiteX2960" y="connsiteY2960"/>
                </a:cxn>
                <a:cxn ang="0">
                  <a:pos x="connsiteX2961" y="connsiteY2961"/>
                </a:cxn>
                <a:cxn ang="0">
                  <a:pos x="connsiteX2962" y="connsiteY2962"/>
                </a:cxn>
                <a:cxn ang="0">
                  <a:pos x="connsiteX2963" y="connsiteY2963"/>
                </a:cxn>
                <a:cxn ang="0">
                  <a:pos x="connsiteX2964" y="connsiteY2964"/>
                </a:cxn>
                <a:cxn ang="0">
                  <a:pos x="connsiteX2965" y="connsiteY2965"/>
                </a:cxn>
                <a:cxn ang="0">
                  <a:pos x="connsiteX2966" y="connsiteY2966"/>
                </a:cxn>
                <a:cxn ang="0">
                  <a:pos x="connsiteX2967" y="connsiteY2967"/>
                </a:cxn>
                <a:cxn ang="0">
                  <a:pos x="connsiteX2968" y="connsiteY2968"/>
                </a:cxn>
                <a:cxn ang="0">
                  <a:pos x="connsiteX2969" y="connsiteY2969"/>
                </a:cxn>
                <a:cxn ang="0">
                  <a:pos x="connsiteX2970" y="connsiteY2970"/>
                </a:cxn>
                <a:cxn ang="0">
                  <a:pos x="connsiteX2971" y="connsiteY2971"/>
                </a:cxn>
                <a:cxn ang="0">
                  <a:pos x="connsiteX2972" y="connsiteY2972"/>
                </a:cxn>
                <a:cxn ang="0">
                  <a:pos x="connsiteX2973" y="connsiteY2973"/>
                </a:cxn>
                <a:cxn ang="0">
                  <a:pos x="connsiteX2974" y="connsiteY2974"/>
                </a:cxn>
                <a:cxn ang="0">
                  <a:pos x="connsiteX2975" y="connsiteY2975"/>
                </a:cxn>
                <a:cxn ang="0">
                  <a:pos x="connsiteX2976" y="connsiteY2976"/>
                </a:cxn>
                <a:cxn ang="0">
                  <a:pos x="connsiteX2977" y="connsiteY2977"/>
                </a:cxn>
                <a:cxn ang="0">
                  <a:pos x="connsiteX2978" y="connsiteY2978"/>
                </a:cxn>
                <a:cxn ang="0">
                  <a:pos x="connsiteX2979" y="connsiteY2979"/>
                </a:cxn>
                <a:cxn ang="0">
                  <a:pos x="connsiteX2980" y="connsiteY2980"/>
                </a:cxn>
                <a:cxn ang="0">
                  <a:pos x="connsiteX2981" y="connsiteY2981"/>
                </a:cxn>
                <a:cxn ang="0">
                  <a:pos x="connsiteX2982" y="connsiteY2982"/>
                </a:cxn>
                <a:cxn ang="0">
                  <a:pos x="connsiteX2983" y="connsiteY2983"/>
                </a:cxn>
                <a:cxn ang="0">
                  <a:pos x="connsiteX2984" y="connsiteY2984"/>
                </a:cxn>
                <a:cxn ang="0">
                  <a:pos x="connsiteX2985" y="connsiteY2985"/>
                </a:cxn>
                <a:cxn ang="0">
                  <a:pos x="connsiteX2986" y="connsiteY2986"/>
                </a:cxn>
                <a:cxn ang="0">
                  <a:pos x="connsiteX2987" y="connsiteY2987"/>
                </a:cxn>
                <a:cxn ang="0">
                  <a:pos x="connsiteX2988" y="connsiteY2988"/>
                </a:cxn>
                <a:cxn ang="0">
                  <a:pos x="connsiteX2989" y="connsiteY2989"/>
                </a:cxn>
                <a:cxn ang="0">
                  <a:pos x="connsiteX2990" y="connsiteY2990"/>
                </a:cxn>
                <a:cxn ang="0">
                  <a:pos x="connsiteX2991" y="connsiteY2991"/>
                </a:cxn>
                <a:cxn ang="0">
                  <a:pos x="connsiteX2992" y="connsiteY2992"/>
                </a:cxn>
                <a:cxn ang="0">
                  <a:pos x="connsiteX2993" y="connsiteY2993"/>
                </a:cxn>
                <a:cxn ang="0">
                  <a:pos x="connsiteX2994" y="connsiteY2994"/>
                </a:cxn>
                <a:cxn ang="0">
                  <a:pos x="connsiteX2995" y="connsiteY2995"/>
                </a:cxn>
                <a:cxn ang="0">
                  <a:pos x="connsiteX2996" y="connsiteY2996"/>
                </a:cxn>
                <a:cxn ang="0">
                  <a:pos x="connsiteX2997" y="connsiteY2997"/>
                </a:cxn>
                <a:cxn ang="0">
                  <a:pos x="connsiteX2998" y="connsiteY2998"/>
                </a:cxn>
                <a:cxn ang="0">
                  <a:pos x="connsiteX2999" y="connsiteY2999"/>
                </a:cxn>
                <a:cxn ang="0">
                  <a:pos x="connsiteX3000" y="connsiteY3000"/>
                </a:cxn>
                <a:cxn ang="0">
                  <a:pos x="connsiteX3001" y="connsiteY3001"/>
                </a:cxn>
                <a:cxn ang="0">
                  <a:pos x="connsiteX3002" y="connsiteY3002"/>
                </a:cxn>
                <a:cxn ang="0">
                  <a:pos x="connsiteX3003" y="connsiteY3003"/>
                </a:cxn>
                <a:cxn ang="0">
                  <a:pos x="connsiteX3004" y="connsiteY3004"/>
                </a:cxn>
                <a:cxn ang="0">
                  <a:pos x="connsiteX3005" y="connsiteY3005"/>
                </a:cxn>
                <a:cxn ang="0">
                  <a:pos x="connsiteX3006" y="connsiteY3006"/>
                </a:cxn>
                <a:cxn ang="0">
                  <a:pos x="connsiteX3007" y="connsiteY3007"/>
                </a:cxn>
                <a:cxn ang="0">
                  <a:pos x="connsiteX3008" y="connsiteY3008"/>
                </a:cxn>
                <a:cxn ang="0">
                  <a:pos x="connsiteX3009" y="connsiteY3009"/>
                </a:cxn>
                <a:cxn ang="0">
                  <a:pos x="connsiteX3010" y="connsiteY3010"/>
                </a:cxn>
                <a:cxn ang="0">
                  <a:pos x="connsiteX3011" y="connsiteY3011"/>
                </a:cxn>
                <a:cxn ang="0">
                  <a:pos x="connsiteX3012" y="connsiteY3012"/>
                </a:cxn>
                <a:cxn ang="0">
                  <a:pos x="connsiteX3013" y="connsiteY3013"/>
                </a:cxn>
                <a:cxn ang="0">
                  <a:pos x="connsiteX3014" y="connsiteY3014"/>
                </a:cxn>
                <a:cxn ang="0">
                  <a:pos x="connsiteX3015" y="connsiteY3015"/>
                </a:cxn>
                <a:cxn ang="0">
                  <a:pos x="connsiteX3016" y="connsiteY3016"/>
                </a:cxn>
                <a:cxn ang="0">
                  <a:pos x="connsiteX3017" y="connsiteY3017"/>
                </a:cxn>
                <a:cxn ang="0">
                  <a:pos x="connsiteX3018" y="connsiteY3018"/>
                </a:cxn>
                <a:cxn ang="0">
                  <a:pos x="connsiteX3019" y="connsiteY3019"/>
                </a:cxn>
                <a:cxn ang="0">
                  <a:pos x="connsiteX3020" y="connsiteY3020"/>
                </a:cxn>
                <a:cxn ang="0">
                  <a:pos x="connsiteX3021" y="connsiteY3021"/>
                </a:cxn>
                <a:cxn ang="0">
                  <a:pos x="connsiteX3022" y="connsiteY3022"/>
                </a:cxn>
                <a:cxn ang="0">
                  <a:pos x="connsiteX3023" y="connsiteY3023"/>
                </a:cxn>
                <a:cxn ang="0">
                  <a:pos x="connsiteX3024" y="connsiteY3024"/>
                </a:cxn>
                <a:cxn ang="0">
                  <a:pos x="connsiteX3025" y="connsiteY3025"/>
                </a:cxn>
                <a:cxn ang="0">
                  <a:pos x="connsiteX3026" y="connsiteY3026"/>
                </a:cxn>
                <a:cxn ang="0">
                  <a:pos x="connsiteX3027" y="connsiteY3027"/>
                </a:cxn>
                <a:cxn ang="0">
                  <a:pos x="connsiteX3028" y="connsiteY3028"/>
                </a:cxn>
                <a:cxn ang="0">
                  <a:pos x="connsiteX3029" y="connsiteY3029"/>
                </a:cxn>
                <a:cxn ang="0">
                  <a:pos x="connsiteX3030" y="connsiteY3030"/>
                </a:cxn>
                <a:cxn ang="0">
                  <a:pos x="connsiteX3031" y="connsiteY3031"/>
                </a:cxn>
                <a:cxn ang="0">
                  <a:pos x="connsiteX3032" y="connsiteY3032"/>
                </a:cxn>
                <a:cxn ang="0">
                  <a:pos x="connsiteX3033" y="connsiteY3033"/>
                </a:cxn>
                <a:cxn ang="0">
                  <a:pos x="connsiteX3034" y="connsiteY3034"/>
                </a:cxn>
                <a:cxn ang="0">
                  <a:pos x="connsiteX3035" y="connsiteY3035"/>
                </a:cxn>
                <a:cxn ang="0">
                  <a:pos x="connsiteX3036" y="connsiteY3036"/>
                </a:cxn>
                <a:cxn ang="0">
                  <a:pos x="connsiteX3037" y="connsiteY3037"/>
                </a:cxn>
                <a:cxn ang="0">
                  <a:pos x="connsiteX3038" y="connsiteY3038"/>
                </a:cxn>
                <a:cxn ang="0">
                  <a:pos x="connsiteX3039" y="connsiteY3039"/>
                </a:cxn>
                <a:cxn ang="0">
                  <a:pos x="connsiteX3040" y="connsiteY3040"/>
                </a:cxn>
                <a:cxn ang="0">
                  <a:pos x="connsiteX3041" y="connsiteY3041"/>
                </a:cxn>
                <a:cxn ang="0">
                  <a:pos x="connsiteX3042" y="connsiteY3042"/>
                </a:cxn>
                <a:cxn ang="0">
                  <a:pos x="connsiteX3043" y="connsiteY3043"/>
                </a:cxn>
                <a:cxn ang="0">
                  <a:pos x="connsiteX3044" y="connsiteY3044"/>
                </a:cxn>
                <a:cxn ang="0">
                  <a:pos x="connsiteX3045" y="connsiteY3045"/>
                </a:cxn>
                <a:cxn ang="0">
                  <a:pos x="connsiteX3046" y="connsiteY3046"/>
                </a:cxn>
                <a:cxn ang="0">
                  <a:pos x="connsiteX3047" y="connsiteY3047"/>
                </a:cxn>
                <a:cxn ang="0">
                  <a:pos x="connsiteX3048" y="connsiteY3048"/>
                </a:cxn>
                <a:cxn ang="0">
                  <a:pos x="connsiteX3049" y="connsiteY3049"/>
                </a:cxn>
                <a:cxn ang="0">
                  <a:pos x="connsiteX3050" y="connsiteY3050"/>
                </a:cxn>
                <a:cxn ang="0">
                  <a:pos x="connsiteX3051" y="connsiteY3051"/>
                </a:cxn>
                <a:cxn ang="0">
                  <a:pos x="connsiteX3052" y="connsiteY3052"/>
                </a:cxn>
                <a:cxn ang="0">
                  <a:pos x="connsiteX3053" y="connsiteY3053"/>
                </a:cxn>
                <a:cxn ang="0">
                  <a:pos x="connsiteX3054" y="connsiteY3054"/>
                </a:cxn>
                <a:cxn ang="0">
                  <a:pos x="connsiteX3055" y="connsiteY3055"/>
                </a:cxn>
                <a:cxn ang="0">
                  <a:pos x="connsiteX3056" y="connsiteY3056"/>
                </a:cxn>
                <a:cxn ang="0">
                  <a:pos x="connsiteX3057" y="connsiteY3057"/>
                </a:cxn>
                <a:cxn ang="0">
                  <a:pos x="connsiteX3058" y="connsiteY3058"/>
                </a:cxn>
                <a:cxn ang="0">
                  <a:pos x="connsiteX3059" y="connsiteY3059"/>
                </a:cxn>
                <a:cxn ang="0">
                  <a:pos x="connsiteX3060" y="connsiteY3060"/>
                </a:cxn>
                <a:cxn ang="0">
                  <a:pos x="connsiteX3061" y="connsiteY3061"/>
                </a:cxn>
                <a:cxn ang="0">
                  <a:pos x="connsiteX3062" y="connsiteY3062"/>
                </a:cxn>
                <a:cxn ang="0">
                  <a:pos x="connsiteX3063" y="connsiteY3063"/>
                </a:cxn>
                <a:cxn ang="0">
                  <a:pos x="connsiteX3064" y="connsiteY3064"/>
                </a:cxn>
                <a:cxn ang="0">
                  <a:pos x="connsiteX3065" y="connsiteY3065"/>
                </a:cxn>
                <a:cxn ang="0">
                  <a:pos x="connsiteX3066" y="connsiteY3066"/>
                </a:cxn>
                <a:cxn ang="0">
                  <a:pos x="connsiteX3067" y="connsiteY3067"/>
                </a:cxn>
                <a:cxn ang="0">
                  <a:pos x="connsiteX3068" y="connsiteY3068"/>
                </a:cxn>
                <a:cxn ang="0">
                  <a:pos x="connsiteX3069" y="connsiteY3069"/>
                </a:cxn>
                <a:cxn ang="0">
                  <a:pos x="connsiteX3070" y="connsiteY3070"/>
                </a:cxn>
                <a:cxn ang="0">
                  <a:pos x="connsiteX3071" y="connsiteY3071"/>
                </a:cxn>
                <a:cxn ang="0">
                  <a:pos x="connsiteX3072" y="connsiteY3072"/>
                </a:cxn>
                <a:cxn ang="0">
                  <a:pos x="connsiteX3073" y="connsiteY3073"/>
                </a:cxn>
                <a:cxn ang="0">
                  <a:pos x="connsiteX3074" y="connsiteY3074"/>
                </a:cxn>
                <a:cxn ang="0">
                  <a:pos x="connsiteX3075" y="connsiteY3075"/>
                </a:cxn>
                <a:cxn ang="0">
                  <a:pos x="connsiteX3076" y="connsiteY3076"/>
                </a:cxn>
                <a:cxn ang="0">
                  <a:pos x="connsiteX3077" y="connsiteY3077"/>
                </a:cxn>
                <a:cxn ang="0">
                  <a:pos x="connsiteX3078" y="connsiteY3078"/>
                </a:cxn>
                <a:cxn ang="0">
                  <a:pos x="connsiteX3079" y="connsiteY3079"/>
                </a:cxn>
                <a:cxn ang="0">
                  <a:pos x="connsiteX3080" y="connsiteY3080"/>
                </a:cxn>
                <a:cxn ang="0">
                  <a:pos x="connsiteX3081" y="connsiteY3081"/>
                </a:cxn>
                <a:cxn ang="0">
                  <a:pos x="connsiteX3082" y="connsiteY3082"/>
                </a:cxn>
                <a:cxn ang="0">
                  <a:pos x="connsiteX3083" y="connsiteY3083"/>
                </a:cxn>
                <a:cxn ang="0">
                  <a:pos x="connsiteX3084" y="connsiteY3084"/>
                </a:cxn>
                <a:cxn ang="0">
                  <a:pos x="connsiteX3085" y="connsiteY3085"/>
                </a:cxn>
                <a:cxn ang="0">
                  <a:pos x="connsiteX3086" y="connsiteY3086"/>
                </a:cxn>
                <a:cxn ang="0">
                  <a:pos x="connsiteX3087" y="connsiteY3087"/>
                </a:cxn>
                <a:cxn ang="0">
                  <a:pos x="connsiteX3088" y="connsiteY3088"/>
                </a:cxn>
                <a:cxn ang="0">
                  <a:pos x="connsiteX3089" y="connsiteY3089"/>
                </a:cxn>
                <a:cxn ang="0">
                  <a:pos x="connsiteX3090" y="connsiteY3090"/>
                </a:cxn>
                <a:cxn ang="0">
                  <a:pos x="connsiteX3091" y="connsiteY3091"/>
                </a:cxn>
                <a:cxn ang="0">
                  <a:pos x="connsiteX3092" y="connsiteY3092"/>
                </a:cxn>
                <a:cxn ang="0">
                  <a:pos x="connsiteX3093" y="connsiteY3093"/>
                </a:cxn>
                <a:cxn ang="0">
                  <a:pos x="connsiteX3094" y="connsiteY3094"/>
                </a:cxn>
                <a:cxn ang="0">
                  <a:pos x="connsiteX3095" y="connsiteY3095"/>
                </a:cxn>
                <a:cxn ang="0">
                  <a:pos x="connsiteX3096" y="connsiteY3096"/>
                </a:cxn>
                <a:cxn ang="0">
                  <a:pos x="connsiteX3097" y="connsiteY3097"/>
                </a:cxn>
                <a:cxn ang="0">
                  <a:pos x="connsiteX3098" y="connsiteY3098"/>
                </a:cxn>
                <a:cxn ang="0">
                  <a:pos x="connsiteX3099" y="connsiteY3099"/>
                </a:cxn>
                <a:cxn ang="0">
                  <a:pos x="connsiteX3100" y="connsiteY3100"/>
                </a:cxn>
                <a:cxn ang="0">
                  <a:pos x="connsiteX3101" y="connsiteY3101"/>
                </a:cxn>
                <a:cxn ang="0">
                  <a:pos x="connsiteX3102" y="connsiteY3102"/>
                </a:cxn>
                <a:cxn ang="0">
                  <a:pos x="connsiteX3103" y="connsiteY3103"/>
                </a:cxn>
                <a:cxn ang="0">
                  <a:pos x="connsiteX3104" y="connsiteY3104"/>
                </a:cxn>
                <a:cxn ang="0">
                  <a:pos x="connsiteX3105" y="connsiteY3105"/>
                </a:cxn>
                <a:cxn ang="0">
                  <a:pos x="connsiteX3106" y="connsiteY3106"/>
                </a:cxn>
                <a:cxn ang="0">
                  <a:pos x="connsiteX3107" y="connsiteY3107"/>
                </a:cxn>
                <a:cxn ang="0">
                  <a:pos x="connsiteX3108" y="connsiteY3108"/>
                </a:cxn>
                <a:cxn ang="0">
                  <a:pos x="connsiteX3109" y="connsiteY3109"/>
                </a:cxn>
                <a:cxn ang="0">
                  <a:pos x="connsiteX3110" y="connsiteY3110"/>
                </a:cxn>
                <a:cxn ang="0">
                  <a:pos x="connsiteX3111" y="connsiteY3111"/>
                </a:cxn>
                <a:cxn ang="0">
                  <a:pos x="connsiteX3112" y="connsiteY3112"/>
                </a:cxn>
                <a:cxn ang="0">
                  <a:pos x="connsiteX3113" y="connsiteY3113"/>
                </a:cxn>
                <a:cxn ang="0">
                  <a:pos x="connsiteX3114" y="connsiteY3114"/>
                </a:cxn>
                <a:cxn ang="0">
                  <a:pos x="connsiteX3115" y="connsiteY3115"/>
                </a:cxn>
                <a:cxn ang="0">
                  <a:pos x="connsiteX3116" y="connsiteY3116"/>
                </a:cxn>
                <a:cxn ang="0">
                  <a:pos x="connsiteX3117" y="connsiteY3117"/>
                </a:cxn>
                <a:cxn ang="0">
                  <a:pos x="connsiteX3118" y="connsiteY3118"/>
                </a:cxn>
                <a:cxn ang="0">
                  <a:pos x="connsiteX3119" y="connsiteY3119"/>
                </a:cxn>
                <a:cxn ang="0">
                  <a:pos x="connsiteX3120" y="connsiteY3120"/>
                </a:cxn>
                <a:cxn ang="0">
                  <a:pos x="connsiteX3121" y="connsiteY3121"/>
                </a:cxn>
                <a:cxn ang="0">
                  <a:pos x="connsiteX3122" y="connsiteY3122"/>
                </a:cxn>
                <a:cxn ang="0">
                  <a:pos x="connsiteX3123" y="connsiteY3123"/>
                </a:cxn>
                <a:cxn ang="0">
                  <a:pos x="connsiteX3124" y="connsiteY3124"/>
                </a:cxn>
                <a:cxn ang="0">
                  <a:pos x="connsiteX3125" y="connsiteY3125"/>
                </a:cxn>
                <a:cxn ang="0">
                  <a:pos x="connsiteX3126" y="connsiteY3126"/>
                </a:cxn>
                <a:cxn ang="0">
                  <a:pos x="connsiteX3127" y="connsiteY3127"/>
                </a:cxn>
                <a:cxn ang="0">
                  <a:pos x="connsiteX3128" y="connsiteY3128"/>
                </a:cxn>
                <a:cxn ang="0">
                  <a:pos x="connsiteX3129" y="connsiteY3129"/>
                </a:cxn>
                <a:cxn ang="0">
                  <a:pos x="connsiteX3130" y="connsiteY3130"/>
                </a:cxn>
                <a:cxn ang="0">
                  <a:pos x="connsiteX3131" y="connsiteY3131"/>
                </a:cxn>
                <a:cxn ang="0">
                  <a:pos x="connsiteX3132" y="connsiteY3132"/>
                </a:cxn>
                <a:cxn ang="0">
                  <a:pos x="connsiteX3133" y="connsiteY3133"/>
                </a:cxn>
                <a:cxn ang="0">
                  <a:pos x="connsiteX3134" y="connsiteY3134"/>
                </a:cxn>
                <a:cxn ang="0">
                  <a:pos x="connsiteX3135" y="connsiteY3135"/>
                </a:cxn>
                <a:cxn ang="0">
                  <a:pos x="connsiteX3136" y="connsiteY3136"/>
                </a:cxn>
                <a:cxn ang="0">
                  <a:pos x="connsiteX3137" y="connsiteY3137"/>
                </a:cxn>
                <a:cxn ang="0">
                  <a:pos x="connsiteX3138" y="connsiteY3138"/>
                </a:cxn>
                <a:cxn ang="0">
                  <a:pos x="connsiteX3139" y="connsiteY3139"/>
                </a:cxn>
                <a:cxn ang="0">
                  <a:pos x="connsiteX3140" y="connsiteY3140"/>
                </a:cxn>
                <a:cxn ang="0">
                  <a:pos x="connsiteX3141" y="connsiteY3141"/>
                </a:cxn>
                <a:cxn ang="0">
                  <a:pos x="connsiteX3142" y="connsiteY3142"/>
                </a:cxn>
                <a:cxn ang="0">
                  <a:pos x="connsiteX3143" y="connsiteY3143"/>
                </a:cxn>
                <a:cxn ang="0">
                  <a:pos x="connsiteX3144" y="connsiteY3144"/>
                </a:cxn>
                <a:cxn ang="0">
                  <a:pos x="connsiteX3145" y="connsiteY3145"/>
                </a:cxn>
                <a:cxn ang="0">
                  <a:pos x="connsiteX3146" y="connsiteY3146"/>
                </a:cxn>
                <a:cxn ang="0">
                  <a:pos x="connsiteX3147" y="connsiteY3147"/>
                </a:cxn>
                <a:cxn ang="0">
                  <a:pos x="connsiteX3148" y="connsiteY3148"/>
                </a:cxn>
                <a:cxn ang="0">
                  <a:pos x="connsiteX3149" y="connsiteY3149"/>
                </a:cxn>
                <a:cxn ang="0">
                  <a:pos x="connsiteX3150" y="connsiteY3150"/>
                </a:cxn>
                <a:cxn ang="0">
                  <a:pos x="connsiteX3151" y="connsiteY3151"/>
                </a:cxn>
                <a:cxn ang="0">
                  <a:pos x="connsiteX3152" y="connsiteY3152"/>
                </a:cxn>
                <a:cxn ang="0">
                  <a:pos x="connsiteX3153" y="connsiteY3153"/>
                </a:cxn>
                <a:cxn ang="0">
                  <a:pos x="connsiteX3154" y="connsiteY3154"/>
                </a:cxn>
                <a:cxn ang="0">
                  <a:pos x="connsiteX3155" y="connsiteY3155"/>
                </a:cxn>
                <a:cxn ang="0">
                  <a:pos x="connsiteX3156" y="connsiteY3156"/>
                </a:cxn>
                <a:cxn ang="0">
                  <a:pos x="connsiteX3157" y="connsiteY3157"/>
                </a:cxn>
                <a:cxn ang="0">
                  <a:pos x="connsiteX3158" y="connsiteY3158"/>
                </a:cxn>
                <a:cxn ang="0">
                  <a:pos x="connsiteX3159" y="connsiteY3159"/>
                </a:cxn>
                <a:cxn ang="0">
                  <a:pos x="connsiteX3160" y="connsiteY3160"/>
                </a:cxn>
                <a:cxn ang="0">
                  <a:pos x="connsiteX3161" y="connsiteY3161"/>
                </a:cxn>
                <a:cxn ang="0">
                  <a:pos x="connsiteX3162" y="connsiteY3162"/>
                </a:cxn>
                <a:cxn ang="0">
                  <a:pos x="connsiteX3163" y="connsiteY3163"/>
                </a:cxn>
                <a:cxn ang="0">
                  <a:pos x="connsiteX3164" y="connsiteY3164"/>
                </a:cxn>
                <a:cxn ang="0">
                  <a:pos x="connsiteX3165" y="connsiteY3165"/>
                </a:cxn>
                <a:cxn ang="0">
                  <a:pos x="connsiteX3166" y="connsiteY3166"/>
                </a:cxn>
                <a:cxn ang="0">
                  <a:pos x="connsiteX3167" y="connsiteY3167"/>
                </a:cxn>
                <a:cxn ang="0">
                  <a:pos x="connsiteX3168" y="connsiteY3168"/>
                </a:cxn>
                <a:cxn ang="0">
                  <a:pos x="connsiteX3169" y="connsiteY3169"/>
                </a:cxn>
                <a:cxn ang="0">
                  <a:pos x="connsiteX3170" y="connsiteY3170"/>
                </a:cxn>
                <a:cxn ang="0">
                  <a:pos x="connsiteX3171" y="connsiteY3171"/>
                </a:cxn>
                <a:cxn ang="0">
                  <a:pos x="connsiteX3172" y="connsiteY3172"/>
                </a:cxn>
                <a:cxn ang="0">
                  <a:pos x="connsiteX3173" y="connsiteY3173"/>
                </a:cxn>
                <a:cxn ang="0">
                  <a:pos x="connsiteX3174" y="connsiteY3174"/>
                </a:cxn>
                <a:cxn ang="0">
                  <a:pos x="connsiteX3175" y="connsiteY3175"/>
                </a:cxn>
                <a:cxn ang="0">
                  <a:pos x="connsiteX3176" y="connsiteY3176"/>
                </a:cxn>
                <a:cxn ang="0">
                  <a:pos x="connsiteX3177" y="connsiteY3177"/>
                </a:cxn>
                <a:cxn ang="0">
                  <a:pos x="connsiteX3178" y="connsiteY3178"/>
                </a:cxn>
                <a:cxn ang="0">
                  <a:pos x="connsiteX3179" y="connsiteY3179"/>
                </a:cxn>
                <a:cxn ang="0">
                  <a:pos x="connsiteX3180" y="connsiteY3180"/>
                </a:cxn>
                <a:cxn ang="0">
                  <a:pos x="connsiteX3181" y="connsiteY3181"/>
                </a:cxn>
                <a:cxn ang="0">
                  <a:pos x="connsiteX3182" y="connsiteY3182"/>
                </a:cxn>
                <a:cxn ang="0">
                  <a:pos x="connsiteX3183" y="connsiteY3183"/>
                </a:cxn>
                <a:cxn ang="0">
                  <a:pos x="connsiteX3184" y="connsiteY3184"/>
                </a:cxn>
                <a:cxn ang="0">
                  <a:pos x="connsiteX3185" y="connsiteY3185"/>
                </a:cxn>
                <a:cxn ang="0">
                  <a:pos x="connsiteX3186" y="connsiteY3186"/>
                </a:cxn>
                <a:cxn ang="0">
                  <a:pos x="connsiteX3187" y="connsiteY3187"/>
                </a:cxn>
                <a:cxn ang="0">
                  <a:pos x="connsiteX3188" y="connsiteY3188"/>
                </a:cxn>
                <a:cxn ang="0">
                  <a:pos x="connsiteX3189" y="connsiteY3189"/>
                </a:cxn>
                <a:cxn ang="0">
                  <a:pos x="connsiteX3190" y="connsiteY3190"/>
                </a:cxn>
                <a:cxn ang="0">
                  <a:pos x="connsiteX3191" y="connsiteY3191"/>
                </a:cxn>
                <a:cxn ang="0">
                  <a:pos x="connsiteX3192" y="connsiteY3192"/>
                </a:cxn>
                <a:cxn ang="0">
                  <a:pos x="connsiteX3193" y="connsiteY3193"/>
                </a:cxn>
                <a:cxn ang="0">
                  <a:pos x="connsiteX3194" y="connsiteY3194"/>
                </a:cxn>
                <a:cxn ang="0">
                  <a:pos x="connsiteX3195" y="connsiteY3195"/>
                </a:cxn>
                <a:cxn ang="0">
                  <a:pos x="connsiteX3196" y="connsiteY3196"/>
                </a:cxn>
                <a:cxn ang="0">
                  <a:pos x="connsiteX3197" y="connsiteY3197"/>
                </a:cxn>
                <a:cxn ang="0">
                  <a:pos x="connsiteX3198" y="connsiteY3198"/>
                </a:cxn>
                <a:cxn ang="0">
                  <a:pos x="connsiteX3199" y="connsiteY3199"/>
                </a:cxn>
                <a:cxn ang="0">
                  <a:pos x="connsiteX3200" y="connsiteY3200"/>
                </a:cxn>
                <a:cxn ang="0">
                  <a:pos x="connsiteX3201" y="connsiteY3201"/>
                </a:cxn>
                <a:cxn ang="0">
                  <a:pos x="connsiteX3202" y="connsiteY3202"/>
                </a:cxn>
                <a:cxn ang="0">
                  <a:pos x="connsiteX3203" y="connsiteY3203"/>
                </a:cxn>
                <a:cxn ang="0">
                  <a:pos x="connsiteX3204" y="connsiteY3204"/>
                </a:cxn>
                <a:cxn ang="0">
                  <a:pos x="connsiteX3205" y="connsiteY3205"/>
                </a:cxn>
                <a:cxn ang="0">
                  <a:pos x="connsiteX3206" y="connsiteY3206"/>
                </a:cxn>
                <a:cxn ang="0">
                  <a:pos x="connsiteX3207" y="connsiteY3207"/>
                </a:cxn>
                <a:cxn ang="0">
                  <a:pos x="connsiteX3208" y="connsiteY3208"/>
                </a:cxn>
                <a:cxn ang="0">
                  <a:pos x="connsiteX3209" y="connsiteY3209"/>
                </a:cxn>
                <a:cxn ang="0">
                  <a:pos x="connsiteX3210" y="connsiteY3210"/>
                </a:cxn>
                <a:cxn ang="0">
                  <a:pos x="connsiteX3211" y="connsiteY3211"/>
                </a:cxn>
                <a:cxn ang="0">
                  <a:pos x="connsiteX3212" y="connsiteY3212"/>
                </a:cxn>
                <a:cxn ang="0">
                  <a:pos x="connsiteX3213" y="connsiteY3213"/>
                </a:cxn>
                <a:cxn ang="0">
                  <a:pos x="connsiteX3214" y="connsiteY3214"/>
                </a:cxn>
                <a:cxn ang="0">
                  <a:pos x="connsiteX3215" y="connsiteY3215"/>
                </a:cxn>
                <a:cxn ang="0">
                  <a:pos x="connsiteX3216" y="connsiteY3216"/>
                </a:cxn>
                <a:cxn ang="0">
                  <a:pos x="connsiteX3217" y="connsiteY3217"/>
                </a:cxn>
                <a:cxn ang="0">
                  <a:pos x="connsiteX3218" y="connsiteY3218"/>
                </a:cxn>
                <a:cxn ang="0">
                  <a:pos x="connsiteX3219" y="connsiteY3219"/>
                </a:cxn>
                <a:cxn ang="0">
                  <a:pos x="connsiteX3220" y="connsiteY3220"/>
                </a:cxn>
                <a:cxn ang="0">
                  <a:pos x="connsiteX3221" y="connsiteY3221"/>
                </a:cxn>
                <a:cxn ang="0">
                  <a:pos x="connsiteX3222" y="connsiteY3222"/>
                </a:cxn>
                <a:cxn ang="0">
                  <a:pos x="connsiteX3223" y="connsiteY3223"/>
                </a:cxn>
                <a:cxn ang="0">
                  <a:pos x="connsiteX3224" y="connsiteY3224"/>
                </a:cxn>
                <a:cxn ang="0">
                  <a:pos x="connsiteX3225" y="connsiteY3225"/>
                </a:cxn>
                <a:cxn ang="0">
                  <a:pos x="connsiteX3226" y="connsiteY3226"/>
                </a:cxn>
                <a:cxn ang="0">
                  <a:pos x="connsiteX3227" y="connsiteY3227"/>
                </a:cxn>
                <a:cxn ang="0">
                  <a:pos x="connsiteX3228" y="connsiteY3228"/>
                </a:cxn>
                <a:cxn ang="0">
                  <a:pos x="connsiteX3229" y="connsiteY3229"/>
                </a:cxn>
                <a:cxn ang="0">
                  <a:pos x="connsiteX3230" y="connsiteY3230"/>
                </a:cxn>
                <a:cxn ang="0">
                  <a:pos x="connsiteX3231" y="connsiteY3231"/>
                </a:cxn>
                <a:cxn ang="0">
                  <a:pos x="connsiteX3232" y="connsiteY3232"/>
                </a:cxn>
                <a:cxn ang="0">
                  <a:pos x="connsiteX3233" y="connsiteY3233"/>
                </a:cxn>
                <a:cxn ang="0">
                  <a:pos x="connsiteX3234" y="connsiteY3234"/>
                </a:cxn>
                <a:cxn ang="0">
                  <a:pos x="connsiteX3235" y="connsiteY3235"/>
                </a:cxn>
                <a:cxn ang="0">
                  <a:pos x="connsiteX3236" y="connsiteY3236"/>
                </a:cxn>
                <a:cxn ang="0">
                  <a:pos x="connsiteX3237" y="connsiteY3237"/>
                </a:cxn>
                <a:cxn ang="0">
                  <a:pos x="connsiteX3238" y="connsiteY3238"/>
                </a:cxn>
                <a:cxn ang="0">
                  <a:pos x="connsiteX3239" y="connsiteY3239"/>
                </a:cxn>
                <a:cxn ang="0">
                  <a:pos x="connsiteX3240" y="connsiteY3240"/>
                </a:cxn>
                <a:cxn ang="0">
                  <a:pos x="connsiteX3241" y="connsiteY3241"/>
                </a:cxn>
                <a:cxn ang="0">
                  <a:pos x="connsiteX3242" y="connsiteY3242"/>
                </a:cxn>
                <a:cxn ang="0">
                  <a:pos x="connsiteX3243" y="connsiteY3243"/>
                </a:cxn>
                <a:cxn ang="0">
                  <a:pos x="connsiteX3244" y="connsiteY3244"/>
                </a:cxn>
                <a:cxn ang="0">
                  <a:pos x="connsiteX3245" y="connsiteY3245"/>
                </a:cxn>
                <a:cxn ang="0">
                  <a:pos x="connsiteX3246" y="connsiteY3246"/>
                </a:cxn>
                <a:cxn ang="0">
                  <a:pos x="connsiteX3247" y="connsiteY3247"/>
                </a:cxn>
                <a:cxn ang="0">
                  <a:pos x="connsiteX3248" y="connsiteY3248"/>
                </a:cxn>
                <a:cxn ang="0">
                  <a:pos x="connsiteX3249" y="connsiteY3249"/>
                </a:cxn>
                <a:cxn ang="0">
                  <a:pos x="connsiteX3250" y="connsiteY3250"/>
                </a:cxn>
                <a:cxn ang="0">
                  <a:pos x="connsiteX3251" y="connsiteY3251"/>
                </a:cxn>
                <a:cxn ang="0">
                  <a:pos x="connsiteX3252" y="connsiteY3252"/>
                </a:cxn>
                <a:cxn ang="0">
                  <a:pos x="connsiteX3253" y="connsiteY3253"/>
                </a:cxn>
                <a:cxn ang="0">
                  <a:pos x="connsiteX3254" y="connsiteY3254"/>
                </a:cxn>
                <a:cxn ang="0">
                  <a:pos x="connsiteX3255" y="connsiteY3255"/>
                </a:cxn>
                <a:cxn ang="0">
                  <a:pos x="connsiteX3256" y="connsiteY3256"/>
                </a:cxn>
                <a:cxn ang="0">
                  <a:pos x="connsiteX3257" y="connsiteY3257"/>
                </a:cxn>
                <a:cxn ang="0">
                  <a:pos x="connsiteX3258" y="connsiteY3258"/>
                </a:cxn>
                <a:cxn ang="0">
                  <a:pos x="connsiteX3259" y="connsiteY3259"/>
                </a:cxn>
                <a:cxn ang="0">
                  <a:pos x="connsiteX3260" y="connsiteY3260"/>
                </a:cxn>
                <a:cxn ang="0">
                  <a:pos x="connsiteX3261" y="connsiteY3261"/>
                </a:cxn>
                <a:cxn ang="0">
                  <a:pos x="connsiteX3262" y="connsiteY3262"/>
                </a:cxn>
                <a:cxn ang="0">
                  <a:pos x="connsiteX3263" y="connsiteY3263"/>
                </a:cxn>
                <a:cxn ang="0">
                  <a:pos x="connsiteX3264" y="connsiteY3264"/>
                </a:cxn>
                <a:cxn ang="0">
                  <a:pos x="connsiteX3265" y="connsiteY3265"/>
                </a:cxn>
                <a:cxn ang="0">
                  <a:pos x="connsiteX3266" y="connsiteY3266"/>
                </a:cxn>
                <a:cxn ang="0">
                  <a:pos x="connsiteX3267" y="connsiteY3267"/>
                </a:cxn>
                <a:cxn ang="0">
                  <a:pos x="connsiteX3268" y="connsiteY3268"/>
                </a:cxn>
                <a:cxn ang="0">
                  <a:pos x="connsiteX3269" y="connsiteY3269"/>
                </a:cxn>
                <a:cxn ang="0">
                  <a:pos x="connsiteX3270" y="connsiteY3270"/>
                </a:cxn>
                <a:cxn ang="0">
                  <a:pos x="connsiteX3271" y="connsiteY3271"/>
                </a:cxn>
                <a:cxn ang="0">
                  <a:pos x="connsiteX3272" y="connsiteY3272"/>
                </a:cxn>
                <a:cxn ang="0">
                  <a:pos x="connsiteX3273" y="connsiteY3273"/>
                </a:cxn>
                <a:cxn ang="0">
                  <a:pos x="connsiteX3274" y="connsiteY3274"/>
                </a:cxn>
                <a:cxn ang="0">
                  <a:pos x="connsiteX3275" y="connsiteY3275"/>
                </a:cxn>
                <a:cxn ang="0">
                  <a:pos x="connsiteX3276" y="connsiteY3276"/>
                </a:cxn>
                <a:cxn ang="0">
                  <a:pos x="connsiteX3277" y="connsiteY3277"/>
                </a:cxn>
                <a:cxn ang="0">
                  <a:pos x="connsiteX3278" y="connsiteY3278"/>
                </a:cxn>
                <a:cxn ang="0">
                  <a:pos x="connsiteX3279" y="connsiteY3279"/>
                </a:cxn>
                <a:cxn ang="0">
                  <a:pos x="connsiteX3280" y="connsiteY3280"/>
                </a:cxn>
                <a:cxn ang="0">
                  <a:pos x="connsiteX3281" y="connsiteY3281"/>
                </a:cxn>
                <a:cxn ang="0">
                  <a:pos x="connsiteX3282" y="connsiteY3282"/>
                </a:cxn>
                <a:cxn ang="0">
                  <a:pos x="connsiteX3283" y="connsiteY3283"/>
                </a:cxn>
                <a:cxn ang="0">
                  <a:pos x="connsiteX3284" y="connsiteY3284"/>
                </a:cxn>
                <a:cxn ang="0">
                  <a:pos x="connsiteX3285" y="connsiteY3285"/>
                </a:cxn>
                <a:cxn ang="0">
                  <a:pos x="connsiteX3286" y="connsiteY3286"/>
                </a:cxn>
                <a:cxn ang="0">
                  <a:pos x="connsiteX3287" y="connsiteY3287"/>
                </a:cxn>
                <a:cxn ang="0">
                  <a:pos x="connsiteX3288" y="connsiteY3288"/>
                </a:cxn>
                <a:cxn ang="0">
                  <a:pos x="connsiteX3289" y="connsiteY3289"/>
                </a:cxn>
                <a:cxn ang="0">
                  <a:pos x="connsiteX3290" y="connsiteY3290"/>
                </a:cxn>
                <a:cxn ang="0">
                  <a:pos x="connsiteX3291" y="connsiteY3291"/>
                </a:cxn>
                <a:cxn ang="0">
                  <a:pos x="connsiteX3292" y="connsiteY3292"/>
                </a:cxn>
                <a:cxn ang="0">
                  <a:pos x="connsiteX3293" y="connsiteY3293"/>
                </a:cxn>
                <a:cxn ang="0">
                  <a:pos x="connsiteX3294" y="connsiteY3294"/>
                </a:cxn>
                <a:cxn ang="0">
                  <a:pos x="connsiteX3295" y="connsiteY3295"/>
                </a:cxn>
                <a:cxn ang="0">
                  <a:pos x="connsiteX3296" y="connsiteY3296"/>
                </a:cxn>
                <a:cxn ang="0">
                  <a:pos x="connsiteX3297" y="connsiteY3297"/>
                </a:cxn>
                <a:cxn ang="0">
                  <a:pos x="connsiteX3298" y="connsiteY3298"/>
                </a:cxn>
                <a:cxn ang="0">
                  <a:pos x="connsiteX3299" y="connsiteY3299"/>
                </a:cxn>
                <a:cxn ang="0">
                  <a:pos x="connsiteX3300" y="connsiteY3300"/>
                </a:cxn>
                <a:cxn ang="0">
                  <a:pos x="connsiteX3301" y="connsiteY3301"/>
                </a:cxn>
                <a:cxn ang="0">
                  <a:pos x="connsiteX3302" y="connsiteY3302"/>
                </a:cxn>
                <a:cxn ang="0">
                  <a:pos x="connsiteX3303" y="connsiteY3303"/>
                </a:cxn>
                <a:cxn ang="0">
                  <a:pos x="connsiteX3304" y="connsiteY3304"/>
                </a:cxn>
                <a:cxn ang="0">
                  <a:pos x="connsiteX3305" y="connsiteY3305"/>
                </a:cxn>
                <a:cxn ang="0">
                  <a:pos x="connsiteX3306" y="connsiteY3306"/>
                </a:cxn>
                <a:cxn ang="0">
                  <a:pos x="connsiteX3307" y="connsiteY3307"/>
                </a:cxn>
                <a:cxn ang="0">
                  <a:pos x="connsiteX3308" y="connsiteY3308"/>
                </a:cxn>
                <a:cxn ang="0">
                  <a:pos x="connsiteX3309" y="connsiteY3309"/>
                </a:cxn>
                <a:cxn ang="0">
                  <a:pos x="connsiteX3310" y="connsiteY3310"/>
                </a:cxn>
                <a:cxn ang="0">
                  <a:pos x="connsiteX3311" y="connsiteY3311"/>
                </a:cxn>
                <a:cxn ang="0">
                  <a:pos x="connsiteX3312" y="connsiteY3312"/>
                </a:cxn>
                <a:cxn ang="0">
                  <a:pos x="connsiteX3313" y="connsiteY3313"/>
                </a:cxn>
                <a:cxn ang="0">
                  <a:pos x="connsiteX3314" y="connsiteY3314"/>
                </a:cxn>
                <a:cxn ang="0">
                  <a:pos x="connsiteX3315" y="connsiteY3315"/>
                </a:cxn>
                <a:cxn ang="0">
                  <a:pos x="connsiteX3316" y="connsiteY3316"/>
                </a:cxn>
                <a:cxn ang="0">
                  <a:pos x="connsiteX3317" y="connsiteY3317"/>
                </a:cxn>
                <a:cxn ang="0">
                  <a:pos x="connsiteX3318" y="connsiteY3318"/>
                </a:cxn>
                <a:cxn ang="0">
                  <a:pos x="connsiteX3319" y="connsiteY3319"/>
                </a:cxn>
                <a:cxn ang="0">
                  <a:pos x="connsiteX3320" y="connsiteY3320"/>
                </a:cxn>
                <a:cxn ang="0">
                  <a:pos x="connsiteX3321" y="connsiteY3321"/>
                </a:cxn>
                <a:cxn ang="0">
                  <a:pos x="connsiteX3322" y="connsiteY3322"/>
                </a:cxn>
                <a:cxn ang="0">
                  <a:pos x="connsiteX3323" y="connsiteY3323"/>
                </a:cxn>
                <a:cxn ang="0">
                  <a:pos x="connsiteX3324" y="connsiteY3324"/>
                </a:cxn>
                <a:cxn ang="0">
                  <a:pos x="connsiteX3325" y="connsiteY3325"/>
                </a:cxn>
                <a:cxn ang="0">
                  <a:pos x="connsiteX3326" y="connsiteY3326"/>
                </a:cxn>
                <a:cxn ang="0">
                  <a:pos x="connsiteX3327" y="connsiteY3327"/>
                </a:cxn>
                <a:cxn ang="0">
                  <a:pos x="connsiteX3328" y="connsiteY3328"/>
                </a:cxn>
                <a:cxn ang="0">
                  <a:pos x="connsiteX3329" y="connsiteY3329"/>
                </a:cxn>
                <a:cxn ang="0">
                  <a:pos x="connsiteX3330" y="connsiteY3330"/>
                </a:cxn>
                <a:cxn ang="0">
                  <a:pos x="connsiteX3331" y="connsiteY3331"/>
                </a:cxn>
                <a:cxn ang="0">
                  <a:pos x="connsiteX3332" y="connsiteY3332"/>
                </a:cxn>
                <a:cxn ang="0">
                  <a:pos x="connsiteX3333" y="connsiteY3333"/>
                </a:cxn>
                <a:cxn ang="0">
                  <a:pos x="connsiteX3334" y="connsiteY3334"/>
                </a:cxn>
                <a:cxn ang="0">
                  <a:pos x="connsiteX3335" y="connsiteY3335"/>
                </a:cxn>
                <a:cxn ang="0">
                  <a:pos x="connsiteX3336" y="connsiteY3336"/>
                </a:cxn>
                <a:cxn ang="0">
                  <a:pos x="connsiteX3337" y="connsiteY3337"/>
                </a:cxn>
                <a:cxn ang="0">
                  <a:pos x="connsiteX3338" y="connsiteY3338"/>
                </a:cxn>
                <a:cxn ang="0">
                  <a:pos x="connsiteX3339" y="connsiteY3339"/>
                </a:cxn>
                <a:cxn ang="0">
                  <a:pos x="connsiteX3340" y="connsiteY3340"/>
                </a:cxn>
                <a:cxn ang="0">
                  <a:pos x="connsiteX3341" y="connsiteY3341"/>
                </a:cxn>
                <a:cxn ang="0">
                  <a:pos x="connsiteX3342" y="connsiteY3342"/>
                </a:cxn>
                <a:cxn ang="0">
                  <a:pos x="connsiteX3343" y="connsiteY3343"/>
                </a:cxn>
                <a:cxn ang="0">
                  <a:pos x="connsiteX3344" y="connsiteY3344"/>
                </a:cxn>
                <a:cxn ang="0">
                  <a:pos x="connsiteX3345" y="connsiteY3345"/>
                </a:cxn>
                <a:cxn ang="0">
                  <a:pos x="connsiteX3346" y="connsiteY3346"/>
                </a:cxn>
                <a:cxn ang="0">
                  <a:pos x="connsiteX3347" y="connsiteY3347"/>
                </a:cxn>
                <a:cxn ang="0">
                  <a:pos x="connsiteX3348" y="connsiteY3348"/>
                </a:cxn>
                <a:cxn ang="0">
                  <a:pos x="connsiteX3349" y="connsiteY3349"/>
                </a:cxn>
                <a:cxn ang="0">
                  <a:pos x="connsiteX3350" y="connsiteY3350"/>
                </a:cxn>
                <a:cxn ang="0">
                  <a:pos x="connsiteX3351" y="connsiteY3351"/>
                </a:cxn>
                <a:cxn ang="0">
                  <a:pos x="connsiteX3352" y="connsiteY3352"/>
                </a:cxn>
                <a:cxn ang="0">
                  <a:pos x="connsiteX3353" y="connsiteY3353"/>
                </a:cxn>
                <a:cxn ang="0">
                  <a:pos x="connsiteX3354" y="connsiteY3354"/>
                </a:cxn>
                <a:cxn ang="0">
                  <a:pos x="connsiteX3355" y="connsiteY3355"/>
                </a:cxn>
                <a:cxn ang="0">
                  <a:pos x="connsiteX3356" y="connsiteY3356"/>
                </a:cxn>
                <a:cxn ang="0">
                  <a:pos x="connsiteX3357" y="connsiteY3357"/>
                </a:cxn>
                <a:cxn ang="0">
                  <a:pos x="connsiteX3358" y="connsiteY3358"/>
                </a:cxn>
                <a:cxn ang="0">
                  <a:pos x="connsiteX3359" y="connsiteY3359"/>
                </a:cxn>
                <a:cxn ang="0">
                  <a:pos x="connsiteX3360" y="connsiteY3360"/>
                </a:cxn>
                <a:cxn ang="0">
                  <a:pos x="connsiteX3361" y="connsiteY3361"/>
                </a:cxn>
                <a:cxn ang="0">
                  <a:pos x="connsiteX3362" y="connsiteY3362"/>
                </a:cxn>
                <a:cxn ang="0">
                  <a:pos x="connsiteX3363" y="connsiteY3363"/>
                </a:cxn>
                <a:cxn ang="0">
                  <a:pos x="connsiteX3364" y="connsiteY3364"/>
                </a:cxn>
                <a:cxn ang="0">
                  <a:pos x="connsiteX3365" y="connsiteY3365"/>
                </a:cxn>
                <a:cxn ang="0">
                  <a:pos x="connsiteX3366" y="connsiteY3366"/>
                </a:cxn>
                <a:cxn ang="0">
                  <a:pos x="connsiteX3367" y="connsiteY3367"/>
                </a:cxn>
                <a:cxn ang="0">
                  <a:pos x="connsiteX3368" y="connsiteY3368"/>
                </a:cxn>
                <a:cxn ang="0">
                  <a:pos x="connsiteX3369" y="connsiteY3369"/>
                </a:cxn>
                <a:cxn ang="0">
                  <a:pos x="connsiteX3370" y="connsiteY3370"/>
                </a:cxn>
                <a:cxn ang="0">
                  <a:pos x="connsiteX3371" y="connsiteY3371"/>
                </a:cxn>
                <a:cxn ang="0">
                  <a:pos x="connsiteX3372" y="connsiteY3372"/>
                </a:cxn>
                <a:cxn ang="0">
                  <a:pos x="connsiteX3373" y="connsiteY3373"/>
                </a:cxn>
                <a:cxn ang="0">
                  <a:pos x="connsiteX3374" y="connsiteY3374"/>
                </a:cxn>
                <a:cxn ang="0">
                  <a:pos x="connsiteX3375" y="connsiteY3375"/>
                </a:cxn>
                <a:cxn ang="0">
                  <a:pos x="connsiteX3376" y="connsiteY3376"/>
                </a:cxn>
                <a:cxn ang="0">
                  <a:pos x="connsiteX3377" y="connsiteY3377"/>
                </a:cxn>
                <a:cxn ang="0">
                  <a:pos x="connsiteX3378" y="connsiteY3378"/>
                </a:cxn>
                <a:cxn ang="0">
                  <a:pos x="connsiteX3379" y="connsiteY3379"/>
                </a:cxn>
                <a:cxn ang="0">
                  <a:pos x="connsiteX3380" y="connsiteY3380"/>
                </a:cxn>
                <a:cxn ang="0">
                  <a:pos x="connsiteX3381" y="connsiteY3381"/>
                </a:cxn>
                <a:cxn ang="0">
                  <a:pos x="connsiteX3382" y="connsiteY3382"/>
                </a:cxn>
                <a:cxn ang="0">
                  <a:pos x="connsiteX3383" y="connsiteY3383"/>
                </a:cxn>
                <a:cxn ang="0">
                  <a:pos x="connsiteX3384" y="connsiteY3384"/>
                </a:cxn>
                <a:cxn ang="0">
                  <a:pos x="connsiteX3385" y="connsiteY3385"/>
                </a:cxn>
                <a:cxn ang="0">
                  <a:pos x="connsiteX3386" y="connsiteY3386"/>
                </a:cxn>
                <a:cxn ang="0">
                  <a:pos x="connsiteX3387" y="connsiteY3387"/>
                </a:cxn>
                <a:cxn ang="0">
                  <a:pos x="connsiteX3388" y="connsiteY3388"/>
                </a:cxn>
                <a:cxn ang="0">
                  <a:pos x="connsiteX3389" y="connsiteY3389"/>
                </a:cxn>
                <a:cxn ang="0">
                  <a:pos x="connsiteX3390" y="connsiteY3390"/>
                </a:cxn>
                <a:cxn ang="0">
                  <a:pos x="connsiteX3391" y="connsiteY3391"/>
                </a:cxn>
                <a:cxn ang="0">
                  <a:pos x="connsiteX3392" y="connsiteY3392"/>
                </a:cxn>
                <a:cxn ang="0">
                  <a:pos x="connsiteX3393" y="connsiteY3393"/>
                </a:cxn>
                <a:cxn ang="0">
                  <a:pos x="connsiteX3394" y="connsiteY3394"/>
                </a:cxn>
                <a:cxn ang="0">
                  <a:pos x="connsiteX3395" y="connsiteY3395"/>
                </a:cxn>
                <a:cxn ang="0">
                  <a:pos x="connsiteX3396" y="connsiteY3396"/>
                </a:cxn>
                <a:cxn ang="0">
                  <a:pos x="connsiteX3397" y="connsiteY3397"/>
                </a:cxn>
                <a:cxn ang="0">
                  <a:pos x="connsiteX3398" y="connsiteY3398"/>
                </a:cxn>
                <a:cxn ang="0">
                  <a:pos x="connsiteX3399" y="connsiteY3399"/>
                </a:cxn>
                <a:cxn ang="0">
                  <a:pos x="connsiteX3400" y="connsiteY3400"/>
                </a:cxn>
                <a:cxn ang="0">
                  <a:pos x="connsiteX3401" y="connsiteY3401"/>
                </a:cxn>
                <a:cxn ang="0">
                  <a:pos x="connsiteX3402" y="connsiteY3402"/>
                </a:cxn>
                <a:cxn ang="0">
                  <a:pos x="connsiteX3403" y="connsiteY3403"/>
                </a:cxn>
                <a:cxn ang="0">
                  <a:pos x="connsiteX3404" y="connsiteY3404"/>
                </a:cxn>
                <a:cxn ang="0">
                  <a:pos x="connsiteX3405" y="connsiteY3405"/>
                </a:cxn>
                <a:cxn ang="0">
                  <a:pos x="connsiteX3406" y="connsiteY3406"/>
                </a:cxn>
                <a:cxn ang="0">
                  <a:pos x="connsiteX3407" y="connsiteY3407"/>
                </a:cxn>
                <a:cxn ang="0">
                  <a:pos x="connsiteX3408" y="connsiteY3408"/>
                </a:cxn>
                <a:cxn ang="0">
                  <a:pos x="connsiteX3409" y="connsiteY3409"/>
                </a:cxn>
                <a:cxn ang="0">
                  <a:pos x="connsiteX3410" y="connsiteY3410"/>
                </a:cxn>
                <a:cxn ang="0">
                  <a:pos x="connsiteX3411" y="connsiteY3411"/>
                </a:cxn>
                <a:cxn ang="0">
                  <a:pos x="connsiteX3412" y="connsiteY3412"/>
                </a:cxn>
                <a:cxn ang="0">
                  <a:pos x="connsiteX3413" y="connsiteY3413"/>
                </a:cxn>
                <a:cxn ang="0">
                  <a:pos x="connsiteX3414" y="connsiteY3414"/>
                </a:cxn>
                <a:cxn ang="0">
                  <a:pos x="connsiteX3415" y="connsiteY3415"/>
                </a:cxn>
                <a:cxn ang="0">
                  <a:pos x="connsiteX3416" y="connsiteY3416"/>
                </a:cxn>
                <a:cxn ang="0">
                  <a:pos x="connsiteX3417" y="connsiteY3417"/>
                </a:cxn>
                <a:cxn ang="0">
                  <a:pos x="connsiteX3418" y="connsiteY3418"/>
                </a:cxn>
                <a:cxn ang="0">
                  <a:pos x="connsiteX3419" y="connsiteY3419"/>
                </a:cxn>
                <a:cxn ang="0">
                  <a:pos x="connsiteX3420" y="connsiteY3420"/>
                </a:cxn>
                <a:cxn ang="0">
                  <a:pos x="connsiteX3421" y="connsiteY3421"/>
                </a:cxn>
                <a:cxn ang="0">
                  <a:pos x="connsiteX3422" y="connsiteY3422"/>
                </a:cxn>
                <a:cxn ang="0">
                  <a:pos x="connsiteX3423" y="connsiteY3423"/>
                </a:cxn>
                <a:cxn ang="0">
                  <a:pos x="connsiteX3424" y="connsiteY3424"/>
                </a:cxn>
                <a:cxn ang="0">
                  <a:pos x="connsiteX3425" y="connsiteY3425"/>
                </a:cxn>
                <a:cxn ang="0">
                  <a:pos x="connsiteX3426" y="connsiteY3426"/>
                </a:cxn>
                <a:cxn ang="0">
                  <a:pos x="connsiteX3427" y="connsiteY3427"/>
                </a:cxn>
                <a:cxn ang="0">
                  <a:pos x="connsiteX3428" y="connsiteY3428"/>
                </a:cxn>
                <a:cxn ang="0">
                  <a:pos x="connsiteX3429" y="connsiteY3429"/>
                </a:cxn>
                <a:cxn ang="0">
                  <a:pos x="connsiteX3430" y="connsiteY3430"/>
                </a:cxn>
                <a:cxn ang="0">
                  <a:pos x="connsiteX3431" y="connsiteY3431"/>
                </a:cxn>
                <a:cxn ang="0">
                  <a:pos x="connsiteX3432" y="connsiteY3432"/>
                </a:cxn>
                <a:cxn ang="0">
                  <a:pos x="connsiteX3433" y="connsiteY3433"/>
                </a:cxn>
                <a:cxn ang="0">
                  <a:pos x="connsiteX3434" y="connsiteY3434"/>
                </a:cxn>
                <a:cxn ang="0">
                  <a:pos x="connsiteX3435" y="connsiteY3435"/>
                </a:cxn>
                <a:cxn ang="0">
                  <a:pos x="connsiteX3436" y="connsiteY3436"/>
                </a:cxn>
                <a:cxn ang="0">
                  <a:pos x="connsiteX3437" y="connsiteY3437"/>
                </a:cxn>
                <a:cxn ang="0">
                  <a:pos x="connsiteX3438" y="connsiteY3438"/>
                </a:cxn>
                <a:cxn ang="0">
                  <a:pos x="connsiteX3439" y="connsiteY3439"/>
                </a:cxn>
                <a:cxn ang="0">
                  <a:pos x="connsiteX3440" y="connsiteY3440"/>
                </a:cxn>
                <a:cxn ang="0">
                  <a:pos x="connsiteX3441" y="connsiteY3441"/>
                </a:cxn>
                <a:cxn ang="0">
                  <a:pos x="connsiteX3442" y="connsiteY3442"/>
                </a:cxn>
                <a:cxn ang="0">
                  <a:pos x="connsiteX3443" y="connsiteY3443"/>
                </a:cxn>
                <a:cxn ang="0">
                  <a:pos x="connsiteX3444" y="connsiteY3444"/>
                </a:cxn>
                <a:cxn ang="0">
                  <a:pos x="connsiteX3445" y="connsiteY3445"/>
                </a:cxn>
                <a:cxn ang="0">
                  <a:pos x="connsiteX3446" y="connsiteY3446"/>
                </a:cxn>
                <a:cxn ang="0">
                  <a:pos x="connsiteX3447" y="connsiteY3447"/>
                </a:cxn>
                <a:cxn ang="0">
                  <a:pos x="connsiteX3448" y="connsiteY3448"/>
                </a:cxn>
                <a:cxn ang="0">
                  <a:pos x="connsiteX3449" y="connsiteY3449"/>
                </a:cxn>
                <a:cxn ang="0">
                  <a:pos x="connsiteX3450" y="connsiteY3450"/>
                </a:cxn>
                <a:cxn ang="0">
                  <a:pos x="connsiteX3451" y="connsiteY3451"/>
                </a:cxn>
                <a:cxn ang="0">
                  <a:pos x="connsiteX3452" y="connsiteY3452"/>
                </a:cxn>
                <a:cxn ang="0">
                  <a:pos x="connsiteX3453" y="connsiteY3453"/>
                </a:cxn>
                <a:cxn ang="0">
                  <a:pos x="connsiteX3454" y="connsiteY3454"/>
                </a:cxn>
                <a:cxn ang="0">
                  <a:pos x="connsiteX3455" y="connsiteY3455"/>
                </a:cxn>
                <a:cxn ang="0">
                  <a:pos x="connsiteX3456" y="connsiteY3456"/>
                </a:cxn>
                <a:cxn ang="0">
                  <a:pos x="connsiteX3457" y="connsiteY3457"/>
                </a:cxn>
                <a:cxn ang="0">
                  <a:pos x="connsiteX3458" y="connsiteY3458"/>
                </a:cxn>
                <a:cxn ang="0">
                  <a:pos x="connsiteX3459" y="connsiteY3459"/>
                </a:cxn>
                <a:cxn ang="0">
                  <a:pos x="connsiteX3460" y="connsiteY3460"/>
                </a:cxn>
                <a:cxn ang="0">
                  <a:pos x="connsiteX3461" y="connsiteY3461"/>
                </a:cxn>
                <a:cxn ang="0">
                  <a:pos x="connsiteX3462" y="connsiteY3462"/>
                </a:cxn>
                <a:cxn ang="0">
                  <a:pos x="connsiteX3463" y="connsiteY3463"/>
                </a:cxn>
                <a:cxn ang="0">
                  <a:pos x="connsiteX3464" y="connsiteY3464"/>
                </a:cxn>
                <a:cxn ang="0">
                  <a:pos x="connsiteX3465" y="connsiteY3465"/>
                </a:cxn>
                <a:cxn ang="0">
                  <a:pos x="connsiteX3466" y="connsiteY3466"/>
                </a:cxn>
                <a:cxn ang="0">
                  <a:pos x="connsiteX3467" y="connsiteY3467"/>
                </a:cxn>
                <a:cxn ang="0">
                  <a:pos x="connsiteX3468" y="connsiteY3468"/>
                </a:cxn>
                <a:cxn ang="0">
                  <a:pos x="connsiteX3469" y="connsiteY3469"/>
                </a:cxn>
                <a:cxn ang="0">
                  <a:pos x="connsiteX3470" y="connsiteY3470"/>
                </a:cxn>
                <a:cxn ang="0">
                  <a:pos x="connsiteX3471" y="connsiteY3471"/>
                </a:cxn>
                <a:cxn ang="0">
                  <a:pos x="connsiteX3472" y="connsiteY3472"/>
                </a:cxn>
                <a:cxn ang="0">
                  <a:pos x="connsiteX3473" y="connsiteY3473"/>
                </a:cxn>
                <a:cxn ang="0">
                  <a:pos x="connsiteX3474" y="connsiteY3474"/>
                </a:cxn>
                <a:cxn ang="0">
                  <a:pos x="connsiteX3475" y="connsiteY3475"/>
                </a:cxn>
                <a:cxn ang="0">
                  <a:pos x="connsiteX3476" y="connsiteY3476"/>
                </a:cxn>
                <a:cxn ang="0">
                  <a:pos x="connsiteX3477" y="connsiteY3477"/>
                </a:cxn>
                <a:cxn ang="0">
                  <a:pos x="connsiteX3478" y="connsiteY3478"/>
                </a:cxn>
                <a:cxn ang="0">
                  <a:pos x="connsiteX3479" y="connsiteY3479"/>
                </a:cxn>
                <a:cxn ang="0">
                  <a:pos x="connsiteX3480" y="connsiteY3480"/>
                </a:cxn>
                <a:cxn ang="0">
                  <a:pos x="connsiteX3481" y="connsiteY3481"/>
                </a:cxn>
                <a:cxn ang="0">
                  <a:pos x="connsiteX3482" y="connsiteY3482"/>
                </a:cxn>
                <a:cxn ang="0">
                  <a:pos x="connsiteX3483" y="connsiteY3483"/>
                </a:cxn>
                <a:cxn ang="0">
                  <a:pos x="connsiteX3484" y="connsiteY3484"/>
                </a:cxn>
                <a:cxn ang="0">
                  <a:pos x="connsiteX3485" y="connsiteY3485"/>
                </a:cxn>
                <a:cxn ang="0">
                  <a:pos x="connsiteX3486" y="connsiteY3486"/>
                </a:cxn>
                <a:cxn ang="0">
                  <a:pos x="connsiteX3487" y="connsiteY3487"/>
                </a:cxn>
                <a:cxn ang="0">
                  <a:pos x="connsiteX3488" y="connsiteY3488"/>
                </a:cxn>
                <a:cxn ang="0">
                  <a:pos x="connsiteX3489" y="connsiteY3489"/>
                </a:cxn>
                <a:cxn ang="0">
                  <a:pos x="connsiteX3490" y="connsiteY3490"/>
                </a:cxn>
                <a:cxn ang="0">
                  <a:pos x="connsiteX3491" y="connsiteY3491"/>
                </a:cxn>
                <a:cxn ang="0">
                  <a:pos x="connsiteX3492" y="connsiteY3492"/>
                </a:cxn>
                <a:cxn ang="0">
                  <a:pos x="connsiteX3493" y="connsiteY3493"/>
                </a:cxn>
                <a:cxn ang="0">
                  <a:pos x="connsiteX3494" y="connsiteY3494"/>
                </a:cxn>
                <a:cxn ang="0">
                  <a:pos x="connsiteX3495" y="connsiteY3495"/>
                </a:cxn>
                <a:cxn ang="0">
                  <a:pos x="connsiteX3496" y="connsiteY3496"/>
                </a:cxn>
                <a:cxn ang="0">
                  <a:pos x="connsiteX3497" y="connsiteY3497"/>
                </a:cxn>
                <a:cxn ang="0">
                  <a:pos x="connsiteX3498" y="connsiteY3498"/>
                </a:cxn>
                <a:cxn ang="0">
                  <a:pos x="connsiteX3499" y="connsiteY3499"/>
                </a:cxn>
                <a:cxn ang="0">
                  <a:pos x="connsiteX3500" y="connsiteY3500"/>
                </a:cxn>
                <a:cxn ang="0">
                  <a:pos x="connsiteX3501" y="connsiteY3501"/>
                </a:cxn>
                <a:cxn ang="0">
                  <a:pos x="connsiteX3502" y="connsiteY3502"/>
                </a:cxn>
                <a:cxn ang="0">
                  <a:pos x="connsiteX3503" y="connsiteY3503"/>
                </a:cxn>
                <a:cxn ang="0">
                  <a:pos x="connsiteX3504" y="connsiteY3504"/>
                </a:cxn>
                <a:cxn ang="0">
                  <a:pos x="connsiteX3505" y="connsiteY3505"/>
                </a:cxn>
                <a:cxn ang="0">
                  <a:pos x="connsiteX3506" y="connsiteY3506"/>
                </a:cxn>
                <a:cxn ang="0">
                  <a:pos x="connsiteX3507" y="connsiteY3507"/>
                </a:cxn>
                <a:cxn ang="0">
                  <a:pos x="connsiteX3508" y="connsiteY3508"/>
                </a:cxn>
                <a:cxn ang="0">
                  <a:pos x="connsiteX3509" y="connsiteY3509"/>
                </a:cxn>
                <a:cxn ang="0">
                  <a:pos x="connsiteX3510" y="connsiteY3510"/>
                </a:cxn>
                <a:cxn ang="0">
                  <a:pos x="connsiteX3511" y="connsiteY3511"/>
                </a:cxn>
                <a:cxn ang="0">
                  <a:pos x="connsiteX3512" y="connsiteY3512"/>
                </a:cxn>
                <a:cxn ang="0">
                  <a:pos x="connsiteX3513" y="connsiteY3513"/>
                </a:cxn>
                <a:cxn ang="0">
                  <a:pos x="connsiteX3514" y="connsiteY3514"/>
                </a:cxn>
                <a:cxn ang="0">
                  <a:pos x="connsiteX3515" y="connsiteY3515"/>
                </a:cxn>
                <a:cxn ang="0">
                  <a:pos x="connsiteX3516" y="connsiteY3516"/>
                </a:cxn>
                <a:cxn ang="0">
                  <a:pos x="connsiteX3517" y="connsiteY3517"/>
                </a:cxn>
                <a:cxn ang="0">
                  <a:pos x="connsiteX3518" y="connsiteY3518"/>
                </a:cxn>
                <a:cxn ang="0">
                  <a:pos x="connsiteX3519" y="connsiteY3519"/>
                </a:cxn>
                <a:cxn ang="0">
                  <a:pos x="connsiteX3520" y="connsiteY3520"/>
                </a:cxn>
                <a:cxn ang="0">
                  <a:pos x="connsiteX3521" y="connsiteY3521"/>
                </a:cxn>
                <a:cxn ang="0">
                  <a:pos x="connsiteX3522" y="connsiteY3522"/>
                </a:cxn>
                <a:cxn ang="0">
                  <a:pos x="connsiteX3523" y="connsiteY3523"/>
                </a:cxn>
                <a:cxn ang="0">
                  <a:pos x="connsiteX3524" y="connsiteY3524"/>
                </a:cxn>
                <a:cxn ang="0">
                  <a:pos x="connsiteX3525" y="connsiteY3525"/>
                </a:cxn>
                <a:cxn ang="0">
                  <a:pos x="connsiteX3526" y="connsiteY3526"/>
                </a:cxn>
                <a:cxn ang="0">
                  <a:pos x="connsiteX3527" y="connsiteY3527"/>
                </a:cxn>
                <a:cxn ang="0">
                  <a:pos x="connsiteX3528" y="connsiteY3528"/>
                </a:cxn>
                <a:cxn ang="0">
                  <a:pos x="connsiteX3529" y="connsiteY3529"/>
                </a:cxn>
                <a:cxn ang="0">
                  <a:pos x="connsiteX3530" y="connsiteY3530"/>
                </a:cxn>
                <a:cxn ang="0">
                  <a:pos x="connsiteX3531" y="connsiteY3531"/>
                </a:cxn>
                <a:cxn ang="0">
                  <a:pos x="connsiteX3532" y="connsiteY3532"/>
                </a:cxn>
                <a:cxn ang="0">
                  <a:pos x="connsiteX3533" y="connsiteY3533"/>
                </a:cxn>
                <a:cxn ang="0">
                  <a:pos x="connsiteX3534" y="connsiteY3534"/>
                </a:cxn>
                <a:cxn ang="0">
                  <a:pos x="connsiteX3535" y="connsiteY3535"/>
                </a:cxn>
                <a:cxn ang="0">
                  <a:pos x="connsiteX3536" y="connsiteY3536"/>
                </a:cxn>
                <a:cxn ang="0">
                  <a:pos x="connsiteX3537" y="connsiteY3537"/>
                </a:cxn>
                <a:cxn ang="0">
                  <a:pos x="connsiteX3538" y="connsiteY3538"/>
                </a:cxn>
                <a:cxn ang="0">
                  <a:pos x="connsiteX3539" y="connsiteY3539"/>
                </a:cxn>
                <a:cxn ang="0">
                  <a:pos x="connsiteX3540" y="connsiteY3540"/>
                </a:cxn>
                <a:cxn ang="0">
                  <a:pos x="connsiteX3541" y="connsiteY3541"/>
                </a:cxn>
                <a:cxn ang="0">
                  <a:pos x="connsiteX3542" y="connsiteY3542"/>
                </a:cxn>
                <a:cxn ang="0">
                  <a:pos x="connsiteX3543" y="connsiteY3543"/>
                </a:cxn>
                <a:cxn ang="0">
                  <a:pos x="connsiteX3544" y="connsiteY3544"/>
                </a:cxn>
                <a:cxn ang="0">
                  <a:pos x="connsiteX3545" y="connsiteY3545"/>
                </a:cxn>
                <a:cxn ang="0">
                  <a:pos x="connsiteX3546" y="connsiteY3546"/>
                </a:cxn>
                <a:cxn ang="0">
                  <a:pos x="connsiteX3547" y="connsiteY3547"/>
                </a:cxn>
                <a:cxn ang="0">
                  <a:pos x="connsiteX3548" y="connsiteY3548"/>
                </a:cxn>
                <a:cxn ang="0">
                  <a:pos x="connsiteX3549" y="connsiteY3549"/>
                </a:cxn>
                <a:cxn ang="0">
                  <a:pos x="connsiteX3550" y="connsiteY3550"/>
                </a:cxn>
                <a:cxn ang="0">
                  <a:pos x="connsiteX3551" y="connsiteY3551"/>
                </a:cxn>
                <a:cxn ang="0">
                  <a:pos x="connsiteX3552" y="connsiteY3552"/>
                </a:cxn>
                <a:cxn ang="0">
                  <a:pos x="connsiteX3553" y="connsiteY3553"/>
                </a:cxn>
                <a:cxn ang="0">
                  <a:pos x="connsiteX3554" y="connsiteY3554"/>
                </a:cxn>
                <a:cxn ang="0">
                  <a:pos x="connsiteX3555" y="connsiteY3555"/>
                </a:cxn>
                <a:cxn ang="0">
                  <a:pos x="connsiteX3556" y="connsiteY3556"/>
                </a:cxn>
                <a:cxn ang="0">
                  <a:pos x="connsiteX3557" y="connsiteY3557"/>
                </a:cxn>
                <a:cxn ang="0">
                  <a:pos x="connsiteX3558" y="connsiteY3558"/>
                </a:cxn>
                <a:cxn ang="0">
                  <a:pos x="connsiteX3559" y="connsiteY3559"/>
                </a:cxn>
                <a:cxn ang="0">
                  <a:pos x="connsiteX3560" y="connsiteY3560"/>
                </a:cxn>
                <a:cxn ang="0">
                  <a:pos x="connsiteX3561" y="connsiteY3561"/>
                </a:cxn>
                <a:cxn ang="0">
                  <a:pos x="connsiteX3562" y="connsiteY3562"/>
                </a:cxn>
                <a:cxn ang="0">
                  <a:pos x="connsiteX3563" y="connsiteY3563"/>
                </a:cxn>
                <a:cxn ang="0">
                  <a:pos x="connsiteX3564" y="connsiteY3564"/>
                </a:cxn>
                <a:cxn ang="0">
                  <a:pos x="connsiteX3565" y="connsiteY3565"/>
                </a:cxn>
                <a:cxn ang="0">
                  <a:pos x="connsiteX3566" y="connsiteY3566"/>
                </a:cxn>
                <a:cxn ang="0">
                  <a:pos x="connsiteX3567" y="connsiteY3567"/>
                </a:cxn>
                <a:cxn ang="0">
                  <a:pos x="connsiteX3568" y="connsiteY3568"/>
                </a:cxn>
                <a:cxn ang="0">
                  <a:pos x="connsiteX3569" y="connsiteY3569"/>
                </a:cxn>
                <a:cxn ang="0">
                  <a:pos x="connsiteX3570" y="connsiteY3570"/>
                </a:cxn>
                <a:cxn ang="0">
                  <a:pos x="connsiteX3571" y="connsiteY3571"/>
                </a:cxn>
                <a:cxn ang="0">
                  <a:pos x="connsiteX3572" y="connsiteY3572"/>
                </a:cxn>
                <a:cxn ang="0">
                  <a:pos x="connsiteX3573" y="connsiteY3573"/>
                </a:cxn>
                <a:cxn ang="0">
                  <a:pos x="connsiteX3574" y="connsiteY3574"/>
                </a:cxn>
                <a:cxn ang="0">
                  <a:pos x="connsiteX3575" y="connsiteY3575"/>
                </a:cxn>
                <a:cxn ang="0">
                  <a:pos x="connsiteX3576" y="connsiteY3576"/>
                </a:cxn>
                <a:cxn ang="0">
                  <a:pos x="connsiteX3577" y="connsiteY3577"/>
                </a:cxn>
                <a:cxn ang="0">
                  <a:pos x="connsiteX3578" y="connsiteY3578"/>
                </a:cxn>
                <a:cxn ang="0">
                  <a:pos x="connsiteX3579" y="connsiteY3579"/>
                </a:cxn>
                <a:cxn ang="0">
                  <a:pos x="connsiteX3580" y="connsiteY3580"/>
                </a:cxn>
                <a:cxn ang="0">
                  <a:pos x="connsiteX3581" y="connsiteY3581"/>
                </a:cxn>
                <a:cxn ang="0">
                  <a:pos x="connsiteX3582" y="connsiteY3582"/>
                </a:cxn>
                <a:cxn ang="0">
                  <a:pos x="connsiteX3583" y="connsiteY3583"/>
                </a:cxn>
                <a:cxn ang="0">
                  <a:pos x="connsiteX3584" y="connsiteY3584"/>
                </a:cxn>
                <a:cxn ang="0">
                  <a:pos x="connsiteX3585" y="connsiteY3585"/>
                </a:cxn>
                <a:cxn ang="0">
                  <a:pos x="connsiteX3586" y="connsiteY3586"/>
                </a:cxn>
                <a:cxn ang="0">
                  <a:pos x="connsiteX3587" y="connsiteY3587"/>
                </a:cxn>
                <a:cxn ang="0">
                  <a:pos x="connsiteX3588" y="connsiteY3588"/>
                </a:cxn>
                <a:cxn ang="0">
                  <a:pos x="connsiteX3589" y="connsiteY3589"/>
                </a:cxn>
                <a:cxn ang="0">
                  <a:pos x="connsiteX3590" y="connsiteY3590"/>
                </a:cxn>
                <a:cxn ang="0">
                  <a:pos x="connsiteX3591" y="connsiteY3591"/>
                </a:cxn>
                <a:cxn ang="0">
                  <a:pos x="connsiteX3592" y="connsiteY3592"/>
                </a:cxn>
                <a:cxn ang="0">
                  <a:pos x="connsiteX3593" y="connsiteY3593"/>
                </a:cxn>
                <a:cxn ang="0">
                  <a:pos x="connsiteX3594" y="connsiteY3594"/>
                </a:cxn>
                <a:cxn ang="0">
                  <a:pos x="connsiteX3595" y="connsiteY3595"/>
                </a:cxn>
                <a:cxn ang="0">
                  <a:pos x="connsiteX3596" y="connsiteY3596"/>
                </a:cxn>
                <a:cxn ang="0">
                  <a:pos x="connsiteX3597" y="connsiteY3597"/>
                </a:cxn>
                <a:cxn ang="0">
                  <a:pos x="connsiteX3598" y="connsiteY3598"/>
                </a:cxn>
                <a:cxn ang="0">
                  <a:pos x="connsiteX3599" y="connsiteY3599"/>
                </a:cxn>
                <a:cxn ang="0">
                  <a:pos x="connsiteX3600" y="connsiteY3600"/>
                </a:cxn>
                <a:cxn ang="0">
                  <a:pos x="connsiteX3601" y="connsiteY3601"/>
                </a:cxn>
                <a:cxn ang="0">
                  <a:pos x="connsiteX3602" y="connsiteY3602"/>
                </a:cxn>
                <a:cxn ang="0">
                  <a:pos x="connsiteX3603" y="connsiteY3603"/>
                </a:cxn>
                <a:cxn ang="0">
                  <a:pos x="connsiteX3604" y="connsiteY3604"/>
                </a:cxn>
                <a:cxn ang="0">
                  <a:pos x="connsiteX3605" y="connsiteY3605"/>
                </a:cxn>
                <a:cxn ang="0">
                  <a:pos x="connsiteX3606" y="connsiteY3606"/>
                </a:cxn>
                <a:cxn ang="0">
                  <a:pos x="connsiteX3607" y="connsiteY3607"/>
                </a:cxn>
                <a:cxn ang="0">
                  <a:pos x="connsiteX3608" y="connsiteY3608"/>
                </a:cxn>
                <a:cxn ang="0">
                  <a:pos x="connsiteX3609" y="connsiteY3609"/>
                </a:cxn>
                <a:cxn ang="0">
                  <a:pos x="connsiteX3610" y="connsiteY3610"/>
                </a:cxn>
                <a:cxn ang="0">
                  <a:pos x="connsiteX3611" y="connsiteY3611"/>
                </a:cxn>
                <a:cxn ang="0">
                  <a:pos x="connsiteX3612" y="connsiteY3612"/>
                </a:cxn>
                <a:cxn ang="0">
                  <a:pos x="connsiteX3613" y="connsiteY3613"/>
                </a:cxn>
                <a:cxn ang="0">
                  <a:pos x="connsiteX3614" y="connsiteY3614"/>
                </a:cxn>
                <a:cxn ang="0">
                  <a:pos x="connsiteX3615" y="connsiteY3615"/>
                </a:cxn>
                <a:cxn ang="0">
                  <a:pos x="connsiteX3616" y="connsiteY3616"/>
                </a:cxn>
                <a:cxn ang="0">
                  <a:pos x="connsiteX3617" y="connsiteY3617"/>
                </a:cxn>
                <a:cxn ang="0">
                  <a:pos x="connsiteX3618" y="connsiteY3618"/>
                </a:cxn>
                <a:cxn ang="0">
                  <a:pos x="connsiteX3619" y="connsiteY3619"/>
                </a:cxn>
                <a:cxn ang="0">
                  <a:pos x="connsiteX3620" y="connsiteY3620"/>
                </a:cxn>
                <a:cxn ang="0">
                  <a:pos x="connsiteX3621" y="connsiteY3621"/>
                </a:cxn>
                <a:cxn ang="0">
                  <a:pos x="connsiteX3622" y="connsiteY3622"/>
                </a:cxn>
                <a:cxn ang="0">
                  <a:pos x="connsiteX3623" y="connsiteY3623"/>
                </a:cxn>
                <a:cxn ang="0">
                  <a:pos x="connsiteX3624" y="connsiteY3624"/>
                </a:cxn>
                <a:cxn ang="0">
                  <a:pos x="connsiteX3625" y="connsiteY3625"/>
                </a:cxn>
                <a:cxn ang="0">
                  <a:pos x="connsiteX3626" y="connsiteY3626"/>
                </a:cxn>
                <a:cxn ang="0">
                  <a:pos x="connsiteX3627" y="connsiteY3627"/>
                </a:cxn>
                <a:cxn ang="0">
                  <a:pos x="connsiteX3628" y="connsiteY3628"/>
                </a:cxn>
                <a:cxn ang="0">
                  <a:pos x="connsiteX3629" y="connsiteY3629"/>
                </a:cxn>
                <a:cxn ang="0">
                  <a:pos x="connsiteX3630" y="connsiteY3630"/>
                </a:cxn>
                <a:cxn ang="0">
                  <a:pos x="connsiteX3631" y="connsiteY3631"/>
                </a:cxn>
                <a:cxn ang="0">
                  <a:pos x="connsiteX3632" y="connsiteY3632"/>
                </a:cxn>
                <a:cxn ang="0">
                  <a:pos x="connsiteX3633" y="connsiteY3633"/>
                </a:cxn>
                <a:cxn ang="0">
                  <a:pos x="connsiteX3634" y="connsiteY3634"/>
                </a:cxn>
                <a:cxn ang="0">
                  <a:pos x="connsiteX3635" y="connsiteY3635"/>
                </a:cxn>
                <a:cxn ang="0">
                  <a:pos x="connsiteX3636" y="connsiteY3636"/>
                </a:cxn>
                <a:cxn ang="0">
                  <a:pos x="connsiteX3637" y="connsiteY3637"/>
                </a:cxn>
                <a:cxn ang="0">
                  <a:pos x="connsiteX3638" y="connsiteY3638"/>
                </a:cxn>
                <a:cxn ang="0">
                  <a:pos x="connsiteX3639" y="connsiteY3639"/>
                </a:cxn>
                <a:cxn ang="0">
                  <a:pos x="connsiteX3640" y="connsiteY3640"/>
                </a:cxn>
                <a:cxn ang="0">
                  <a:pos x="connsiteX3641" y="connsiteY3641"/>
                </a:cxn>
                <a:cxn ang="0">
                  <a:pos x="connsiteX3642" y="connsiteY3642"/>
                </a:cxn>
                <a:cxn ang="0">
                  <a:pos x="connsiteX3643" y="connsiteY3643"/>
                </a:cxn>
                <a:cxn ang="0">
                  <a:pos x="connsiteX3644" y="connsiteY3644"/>
                </a:cxn>
                <a:cxn ang="0">
                  <a:pos x="connsiteX3645" y="connsiteY3645"/>
                </a:cxn>
                <a:cxn ang="0">
                  <a:pos x="connsiteX3646" y="connsiteY3646"/>
                </a:cxn>
                <a:cxn ang="0">
                  <a:pos x="connsiteX3647" y="connsiteY3647"/>
                </a:cxn>
                <a:cxn ang="0">
                  <a:pos x="connsiteX3648" y="connsiteY3648"/>
                </a:cxn>
                <a:cxn ang="0">
                  <a:pos x="connsiteX3649" y="connsiteY3649"/>
                </a:cxn>
                <a:cxn ang="0">
                  <a:pos x="connsiteX3650" y="connsiteY3650"/>
                </a:cxn>
                <a:cxn ang="0">
                  <a:pos x="connsiteX3651" y="connsiteY3651"/>
                </a:cxn>
                <a:cxn ang="0">
                  <a:pos x="connsiteX3652" y="connsiteY3652"/>
                </a:cxn>
                <a:cxn ang="0">
                  <a:pos x="connsiteX3653" y="connsiteY3653"/>
                </a:cxn>
                <a:cxn ang="0">
                  <a:pos x="connsiteX3654" y="connsiteY3654"/>
                </a:cxn>
                <a:cxn ang="0">
                  <a:pos x="connsiteX3655" y="connsiteY3655"/>
                </a:cxn>
                <a:cxn ang="0">
                  <a:pos x="connsiteX3656" y="connsiteY3656"/>
                </a:cxn>
                <a:cxn ang="0">
                  <a:pos x="connsiteX3657" y="connsiteY3657"/>
                </a:cxn>
                <a:cxn ang="0">
                  <a:pos x="connsiteX3658" y="connsiteY3658"/>
                </a:cxn>
                <a:cxn ang="0">
                  <a:pos x="connsiteX3659" y="connsiteY3659"/>
                </a:cxn>
                <a:cxn ang="0">
                  <a:pos x="connsiteX3660" y="connsiteY3660"/>
                </a:cxn>
                <a:cxn ang="0">
                  <a:pos x="connsiteX3661" y="connsiteY3661"/>
                </a:cxn>
                <a:cxn ang="0">
                  <a:pos x="connsiteX3662" y="connsiteY3662"/>
                </a:cxn>
                <a:cxn ang="0">
                  <a:pos x="connsiteX3663" y="connsiteY3663"/>
                </a:cxn>
                <a:cxn ang="0">
                  <a:pos x="connsiteX3664" y="connsiteY3664"/>
                </a:cxn>
                <a:cxn ang="0">
                  <a:pos x="connsiteX3665" y="connsiteY3665"/>
                </a:cxn>
                <a:cxn ang="0">
                  <a:pos x="connsiteX3666" y="connsiteY3666"/>
                </a:cxn>
                <a:cxn ang="0">
                  <a:pos x="connsiteX3667" y="connsiteY3667"/>
                </a:cxn>
                <a:cxn ang="0">
                  <a:pos x="connsiteX3668" y="connsiteY3668"/>
                </a:cxn>
                <a:cxn ang="0">
                  <a:pos x="connsiteX3669" y="connsiteY3669"/>
                </a:cxn>
                <a:cxn ang="0">
                  <a:pos x="connsiteX3670" y="connsiteY3670"/>
                </a:cxn>
                <a:cxn ang="0">
                  <a:pos x="connsiteX3671" y="connsiteY3671"/>
                </a:cxn>
                <a:cxn ang="0">
                  <a:pos x="connsiteX3672" y="connsiteY3672"/>
                </a:cxn>
                <a:cxn ang="0">
                  <a:pos x="connsiteX3673" y="connsiteY3673"/>
                </a:cxn>
                <a:cxn ang="0">
                  <a:pos x="connsiteX3674" y="connsiteY3674"/>
                </a:cxn>
                <a:cxn ang="0">
                  <a:pos x="connsiteX3675" y="connsiteY3675"/>
                </a:cxn>
                <a:cxn ang="0">
                  <a:pos x="connsiteX3676" y="connsiteY3676"/>
                </a:cxn>
                <a:cxn ang="0">
                  <a:pos x="connsiteX3677" y="connsiteY3677"/>
                </a:cxn>
                <a:cxn ang="0">
                  <a:pos x="connsiteX3678" y="connsiteY3678"/>
                </a:cxn>
                <a:cxn ang="0">
                  <a:pos x="connsiteX3679" y="connsiteY3679"/>
                </a:cxn>
                <a:cxn ang="0">
                  <a:pos x="connsiteX3680" y="connsiteY3680"/>
                </a:cxn>
                <a:cxn ang="0">
                  <a:pos x="connsiteX3681" y="connsiteY3681"/>
                </a:cxn>
                <a:cxn ang="0">
                  <a:pos x="connsiteX3682" y="connsiteY3682"/>
                </a:cxn>
                <a:cxn ang="0">
                  <a:pos x="connsiteX3683" y="connsiteY3683"/>
                </a:cxn>
                <a:cxn ang="0">
                  <a:pos x="connsiteX3684" y="connsiteY3684"/>
                </a:cxn>
                <a:cxn ang="0">
                  <a:pos x="connsiteX3685" y="connsiteY3685"/>
                </a:cxn>
                <a:cxn ang="0">
                  <a:pos x="connsiteX3686" y="connsiteY3686"/>
                </a:cxn>
                <a:cxn ang="0">
                  <a:pos x="connsiteX3687" y="connsiteY3687"/>
                </a:cxn>
                <a:cxn ang="0">
                  <a:pos x="connsiteX3688" y="connsiteY3688"/>
                </a:cxn>
                <a:cxn ang="0">
                  <a:pos x="connsiteX3689" y="connsiteY3689"/>
                </a:cxn>
                <a:cxn ang="0">
                  <a:pos x="connsiteX3690" y="connsiteY3690"/>
                </a:cxn>
                <a:cxn ang="0">
                  <a:pos x="connsiteX3691" y="connsiteY3691"/>
                </a:cxn>
                <a:cxn ang="0">
                  <a:pos x="connsiteX3692" y="connsiteY3692"/>
                </a:cxn>
                <a:cxn ang="0">
                  <a:pos x="connsiteX3693" y="connsiteY3693"/>
                </a:cxn>
                <a:cxn ang="0">
                  <a:pos x="connsiteX3694" y="connsiteY3694"/>
                </a:cxn>
                <a:cxn ang="0">
                  <a:pos x="connsiteX3695" y="connsiteY3695"/>
                </a:cxn>
                <a:cxn ang="0">
                  <a:pos x="connsiteX3696" y="connsiteY3696"/>
                </a:cxn>
                <a:cxn ang="0">
                  <a:pos x="connsiteX3697" y="connsiteY3697"/>
                </a:cxn>
                <a:cxn ang="0">
                  <a:pos x="connsiteX3698" y="connsiteY3698"/>
                </a:cxn>
                <a:cxn ang="0">
                  <a:pos x="connsiteX3699" y="connsiteY3699"/>
                </a:cxn>
                <a:cxn ang="0">
                  <a:pos x="connsiteX3700" y="connsiteY3700"/>
                </a:cxn>
                <a:cxn ang="0">
                  <a:pos x="connsiteX3701" y="connsiteY3701"/>
                </a:cxn>
                <a:cxn ang="0">
                  <a:pos x="connsiteX3702" y="connsiteY3702"/>
                </a:cxn>
                <a:cxn ang="0">
                  <a:pos x="connsiteX3703" y="connsiteY3703"/>
                </a:cxn>
                <a:cxn ang="0">
                  <a:pos x="connsiteX3704" y="connsiteY3704"/>
                </a:cxn>
                <a:cxn ang="0">
                  <a:pos x="connsiteX3705" y="connsiteY3705"/>
                </a:cxn>
                <a:cxn ang="0">
                  <a:pos x="connsiteX3706" y="connsiteY3706"/>
                </a:cxn>
                <a:cxn ang="0">
                  <a:pos x="connsiteX3707" y="connsiteY3707"/>
                </a:cxn>
                <a:cxn ang="0">
                  <a:pos x="connsiteX3708" y="connsiteY3708"/>
                </a:cxn>
                <a:cxn ang="0">
                  <a:pos x="connsiteX3709" y="connsiteY3709"/>
                </a:cxn>
                <a:cxn ang="0">
                  <a:pos x="connsiteX3710" y="connsiteY3710"/>
                </a:cxn>
                <a:cxn ang="0">
                  <a:pos x="connsiteX3711" y="connsiteY3711"/>
                </a:cxn>
                <a:cxn ang="0">
                  <a:pos x="connsiteX3712" y="connsiteY3712"/>
                </a:cxn>
                <a:cxn ang="0">
                  <a:pos x="connsiteX3713" y="connsiteY3713"/>
                </a:cxn>
                <a:cxn ang="0">
                  <a:pos x="connsiteX3714" y="connsiteY3714"/>
                </a:cxn>
                <a:cxn ang="0">
                  <a:pos x="connsiteX3715" y="connsiteY3715"/>
                </a:cxn>
                <a:cxn ang="0">
                  <a:pos x="connsiteX3716" y="connsiteY3716"/>
                </a:cxn>
                <a:cxn ang="0">
                  <a:pos x="connsiteX3717" y="connsiteY3717"/>
                </a:cxn>
                <a:cxn ang="0">
                  <a:pos x="connsiteX3718" y="connsiteY3718"/>
                </a:cxn>
                <a:cxn ang="0">
                  <a:pos x="connsiteX3719" y="connsiteY3719"/>
                </a:cxn>
                <a:cxn ang="0">
                  <a:pos x="connsiteX3720" y="connsiteY3720"/>
                </a:cxn>
                <a:cxn ang="0">
                  <a:pos x="connsiteX3721" y="connsiteY3721"/>
                </a:cxn>
                <a:cxn ang="0">
                  <a:pos x="connsiteX3722" y="connsiteY3722"/>
                </a:cxn>
                <a:cxn ang="0">
                  <a:pos x="connsiteX3723" y="connsiteY3723"/>
                </a:cxn>
                <a:cxn ang="0">
                  <a:pos x="connsiteX3724" y="connsiteY3724"/>
                </a:cxn>
                <a:cxn ang="0">
                  <a:pos x="connsiteX3725" y="connsiteY3725"/>
                </a:cxn>
                <a:cxn ang="0">
                  <a:pos x="connsiteX3726" y="connsiteY3726"/>
                </a:cxn>
                <a:cxn ang="0">
                  <a:pos x="connsiteX3727" y="connsiteY3727"/>
                </a:cxn>
                <a:cxn ang="0">
                  <a:pos x="connsiteX3728" y="connsiteY3728"/>
                </a:cxn>
                <a:cxn ang="0">
                  <a:pos x="connsiteX3729" y="connsiteY3729"/>
                </a:cxn>
                <a:cxn ang="0">
                  <a:pos x="connsiteX3730" y="connsiteY3730"/>
                </a:cxn>
                <a:cxn ang="0">
                  <a:pos x="connsiteX3731" y="connsiteY3731"/>
                </a:cxn>
                <a:cxn ang="0">
                  <a:pos x="connsiteX3732" y="connsiteY3732"/>
                </a:cxn>
                <a:cxn ang="0">
                  <a:pos x="connsiteX3733" y="connsiteY3733"/>
                </a:cxn>
                <a:cxn ang="0">
                  <a:pos x="connsiteX3734" y="connsiteY3734"/>
                </a:cxn>
                <a:cxn ang="0">
                  <a:pos x="connsiteX3735" y="connsiteY3735"/>
                </a:cxn>
                <a:cxn ang="0">
                  <a:pos x="connsiteX3736" y="connsiteY3736"/>
                </a:cxn>
                <a:cxn ang="0">
                  <a:pos x="connsiteX3737" y="connsiteY3737"/>
                </a:cxn>
                <a:cxn ang="0">
                  <a:pos x="connsiteX3738" y="connsiteY3738"/>
                </a:cxn>
                <a:cxn ang="0">
                  <a:pos x="connsiteX3739" y="connsiteY3739"/>
                </a:cxn>
                <a:cxn ang="0">
                  <a:pos x="connsiteX3740" y="connsiteY3740"/>
                </a:cxn>
                <a:cxn ang="0">
                  <a:pos x="connsiteX3741" y="connsiteY3741"/>
                </a:cxn>
                <a:cxn ang="0">
                  <a:pos x="connsiteX3742" y="connsiteY3742"/>
                </a:cxn>
                <a:cxn ang="0">
                  <a:pos x="connsiteX3743" y="connsiteY3743"/>
                </a:cxn>
                <a:cxn ang="0">
                  <a:pos x="connsiteX3744" y="connsiteY3744"/>
                </a:cxn>
                <a:cxn ang="0">
                  <a:pos x="connsiteX3745" y="connsiteY3745"/>
                </a:cxn>
                <a:cxn ang="0">
                  <a:pos x="connsiteX3746" y="connsiteY3746"/>
                </a:cxn>
                <a:cxn ang="0">
                  <a:pos x="connsiteX3747" y="connsiteY3747"/>
                </a:cxn>
                <a:cxn ang="0">
                  <a:pos x="connsiteX3748" y="connsiteY3748"/>
                </a:cxn>
                <a:cxn ang="0">
                  <a:pos x="connsiteX3749" y="connsiteY3749"/>
                </a:cxn>
                <a:cxn ang="0">
                  <a:pos x="connsiteX3750" y="connsiteY3750"/>
                </a:cxn>
                <a:cxn ang="0">
                  <a:pos x="connsiteX3751" y="connsiteY3751"/>
                </a:cxn>
                <a:cxn ang="0">
                  <a:pos x="connsiteX3752" y="connsiteY3752"/>
                </a:cxn>
                <a:cxn ang="0">
                  <a:pos x="connsiteX3753" y="connsiteY3753"/>
                </a:cxn>
                <a:cxn ang="0">
                  <a:pos x="connsiteX3754" y="connsiteY3754"/>
                </a:cxn>
                <a:cxn ang="0">
                  <a:pos x="connsiteX3755" y="connsiteY3755"/>
                </a:cxn>
                <a:cxn ang="0">
                  <a:pos x="connsiteX3756" y="connsiteY3756"/>
                </a:cxn>
                <a:cxn ang="0">
                  <a:pos x="connsiteX3757" y="connsiteY3757"/>
                </a:cxn>
                <a:cxn ang="0">
                  <a:pos x="connsiteX3758" y="connsiteY3758"/>
                </a:cxn>
                <a:cxn ang="0">
                  <a:pos x="connsiteX3759" y="connsiteY3759"/>
                </a:cxn>
                <a:cxn ang="0">
                  <a:pos x="connsiteX3760" y="connsiteY3760"/>
                </a:cxn>
                <a:cxn ang="0">
                  <a:pos x="connsiteX3761" y="connsiteY3761"/>
                </a:cxn>
                <a:cxn ang="0">
                  <a:pos x="connsiteX3762" y="connsiteY3762"/>
                </a:cxn>
                <a:cxn ang="0">
                  <a:pos x="connsiteX3763" y="connsiteY3763"/>
                </a:cxn>
                <a:cxn ang="0">
                  <a:pos x="connsiteX3764" y="connsiteY3764"/>
                </a:cxn>
                <a:cxn ang="0">
                  <a:pos x="connsiteX3765" y="connsiteY3765"/>
                </a:cxn>
                <a:cxn ang="0">
                  <a:pos x="connsiteX3766" y="connsiteY3766"/>
                </a:cxn>
                <a:cxn ang="0">
                  <a:pos x="connsiteX3767" y="connsiteY3767"/>
                </a:cxn>
                <a:cxn ang="0">
                  <a:pos x="connsiteX3768" y="connsiteY3768"/>
                </a:cxn>
                <a:cxn ang="0">
                  <a:pos x="connsiteX3769" y="connsiteY3769"/>
                </a:cxn>
                <a:cxn ang="0">
                  <a:pos x="connsiteX3770" y="connsiteY3770"/>
                </a:cxn>
                <a:cxn ang="0">
                  <a:pos x="connsiteX3771" y="connsiteY3771"/>
                </a:cxn>
                <a:cxn ang="0">
                  <a:pos x="connsiteX3772" y="connsiteY3772"/>
                </a:cxn>
                <a:cxn ang="0">
                  <a:pos x="connsiteX3773" y="connsiteY3773"/>
                </a:cxn>
                <a:cxn ang="0">
                  <a:pos x="connsiteX3774" y="connsiteY3774"/>
                </a:cxn>
                <a:cxn ang="0">
                  <a:pos x="connsiteX3775" y="connsiteY3775"/>
                </a:cxn>
                <a:cxn ang="0">
                  <a:pos x="connsiteX3776" y="connsiteY3776"/>
                </a:cxn>
                <a:cxn ang="0">
                  <a:pos x="connsiteX3777" y="connsiteY3777"/>
                </a:cxn>
                <a:cxn ang="0">
                  <a:pos x="connsiteX3778" y="connsiteY3778"/>
                </a:cxn>
                <a:cxn ang="0">
                  <a:pos x="connsiteX3779" y="connsiteY3779"/>
                </a:cxn>
                <a:cxn ang="0">
                  <a:pos x="connsiteX3780" y="connsiteY3780"/>
                </a:cxn>
                <a:cxn ang="0">
                  <a:pos x="connsiteX3781" y="connsiteY3781"/>
                </a:cxn>
                <a:cxn ang="0">
                  <a:pos x="connsiteX3782" y="connsiteY3782"/>
                </a:cxn>
                <a:cxn ang="0">
                  <a:pos x="connsiteX3783" y="connsiteY3783"/>
                </a:cxn>
                <a:cxn ang="0">
                  <a:pos x="connsiteX3784" y="connsiteY3784"/>
                </a:cxn>
                <a:cxn ang="0">
                  <a:pos x="connsiteX3785" y="connsiteY3785"/>
                </a:cxn>
                <a:cxn ang="0">
                  <a:pos x="connsiteX3786" y="connsiteY3786"/>
                </a:cxn>
                <a:cxn ang="0">
                  <a:pos x="connsiteX3787" y="connsiteY3787"/>
                </a:cxn>
                <a:cxn ang="0">
                  <a:pos x="connsiteX3788" y="connsiteY3788"/>
                </a:cxn>
                <a:cxn ang="0">
                  <a:pos x="connsiteX3789" y="connsiteY3789"/>
                </a:cxn>
                <a:cxn ang="0">
                  <a:pos x="connsiteX3790" y="connsiteY3790"/>
                </a:cxn>
                <a:cxn ang="0">
                  <a:pos x="connsiteX3791" y="connsiteY3791"/>
                </a:cxn>
                <a:cxn ang="0">
                  <a:pos x="connsiteX3792" y="connsiteY3792"/>
                </a:cxn>
                <a:cxn ang="0">
                  <a:pos x="connsiteX3793" y="connsiteY3793"/>
                </a:cxn>
                <a:cxn ang="0">
                  <a:pos x="connsiteX3794" y="connsiteY3794"/>
                </a:cxn>
                <a:cxn ang="0">
                  <a:pos x="connsiteX3795" y="connsiteY3795"/>
                </a:cxn>
                <a:cxn ang="0">
                  <a:pos x="connsiteX3796" y="connsiteY3796"/>
                </a:cxn>
                <a:cxn ang="0">
                  <a:pos x="connsiteX3797" y="connsiteY3797"/>
                </a:cxn>
                <a:cxn ang="0">
                  <a:pos x="connsiteX3798" y="connsiteY3798"/>
                </a:cxn>
                <a:cxn ang="0">
                  <a:pos x="connsiteX3799" y="connsiteY3799"/>
                </a:cxn>
                <a:cxn ang="0">
                  <a:pos x="connsiteX3800" y="connsiteY3800"/>
                </a:cxn>
                <a:cxn ang="0">
                  <a:pos x="connsiteX3801" y="connsiteY3801"/>
                </a:cxn>
                <a:cxn ang="0">
                  <a:pos x="connsiteX3802" y="connsiteY3802"/>
                </a:cxn>
                <a:cxn ang="0">
                  <a:pos x="connsiteX3803" y="connsiteY3803"/>
                </a:cxn>
                <a:cxn ang="0">
                  <a:pos x="connsiteX3804" y="connsiteY3804"/>
                </a:cxn>
                <a:cxn ang="0">
                  <a:pos x="connsiteX3805" y="connsiteY3805"/>
                </a:cxn>
                <a:cxn ang="0">
                  <a:pos x="connsiteX3806" y="connsiteY3806"/>
                </a:cxn>
                <a:cxn ang="0">
                  <a:pos x="connsiteX3807" y="connsiteY3807"/>
                </a:cxn>
                <a:cxn ang="0">
                  <a:pos x="connsiteX3808" y="connsiteY3808"/>
                </a:cxn>
                <a:cxn ang="0">
                  <a:pos x="connsiteX3809" y="connsiteY3809"/>
                </a:cxn>
                <a:cxn ang="0">
                  <a:pos x="connsiteX3810" y="connsiteY3810"/>
                </a:cxn>
                <a:cxn ang="0">
                  <a:pos x="connsiteX3811" y="connsiteY3811"/>
                </a:cxn>
                <a:cxn ang="0">
                  <a:pos x="connsiteX3812" y="connsiteY3812"/>
                </a:cxn>
                <a:cxn ang="0">
                  <a:pos x="connsiteX3813" y="connsiteY3813"/>
                </a:cxn>
                <a:cxn ang="0">
                  <a:pos x="connsiteX3814" y="connsiteY3814"/>
                </a:cxn>
                <a:cxn ang="0">
                  <a:pos x="connsiteX3815" y="connsiteY3815"/>
                </a:cxn>
                <a:cxn ang="0">
                  <a:pos x="connsiteX3816" y="connsiteY3816"/>
                </a:cxn>
                <a:cxn ang="0">
                  <a:pos x="connsiteX3817" y="connsiteY3817"/>
                </a:cxn>
                <a:cxn ang="0">
                  <a:pos x="connsiteX3818" y="connsiteY3818"/>
                </a:cxn>
                <a:cxn ang="0">
                  <a:pos x="connsiteX3819" y="connsiteY3819"/>
                </a:cxn>
                <a:cxn ang="0">
                  <a:pos x="connsiteX3820" y="connsiteY3820"/>
                </a:cxn>
                <a:cxn ang="0">
                  <a:pos x="connsiteX3821" y="connsiteY3821"/>
                </a:cxn>
                <a:cxn ang="0">
                  <a:pos x="connsiteX3822" y="connsiteY3822"/>
                </a:cxn>
                <a:cxn ang="0">
                  <a:pos x="connsiteX3823" y="connsiteY3823"/>
                </a:cxn>
                <a:cxn ang="0">
                  <a:pos x="connsiteX3824" y="connsiteY3824"/>
                </a:cxn>
                <a:cxn ang="0">
                  <a:pos x="connsiteX3825" y="connsiteY3825"/>
                </a:cxn>
                <a:cxn ang="0">
                  <a:pos x="connsiteX3826" y="connsiteY3826"/>
                </a:cxn>
                <a:cxn ang="0">
                  <a:pos x="connsiteX3827" y="connsiteY3827"/>
                </a:cxn>
                <a:cxn ang="0">
                  <a:pos x="connsiteX3828" y="connsiteY3828"/>
                </a:cxn>
                <a:cxn ang="0">
                  <a:pos x="connsiteX3829" y="connsiteY3829"/>
                </a:cxn>
                <a:cxn ang="0">
                  <a:pos x="connsiteX3830" y="connsiteY3830"/>
                </a:cxn>
                <a:cxn ang="0">
                  <a:pos x="connsiteX3831" y="connsiteY3831"/>
                </a:cxn>
                <a:cxn ang="0">
                  <a:pos x="connsiteX3832" y="connsiteY3832"/>
                </a:cxn>
                <a:cxn ang="0">
                  <a:pos x="connsiteX3833" y="connsiteY3833"/>
                </a:cxn>
                <a:cxn ang="0">
                  <a:pos x="connsiteX3834" y="connsiteY3834"/>
                </a:cxn>
                <a:cxn ang="0">
                  <a:pos x="connsiteX3835" y="connsiteY3835"/>
                </a:cxn>
                <a:cxn ang="0">
                  <a:pos x="connsiteX3836" y="connsiteY3836"/>
                </a:cxn>
                <a:cxn ang="0">
                  <a:pos x="connsiteX3837" y="connsiteY3837"/>
                </a:cxn>
                <a:cxn ang="0">
                  <a:pos x="connsiteX3838" y="connsiteY3838"/>
                </a:cxn>
                <a:cxn ang="0">
                  <a:pos x="connsiteX3839" y="connsiteY3839"/>
                </a:cxn>
                <a:cxn ang="0">
                  <a:pos x="connsiteX3840" y="connsiteY3840"/>
                </a:cxn>
                <a:cxn ang="0">
                  <a:pos x="connsiteX3841" y="connsiteY3841"/>
                </a:cxn>
                <a:cxn ang="0">
                  <a:pos x="connsiteX3842" y="connsiteY3842"/>
                </a:cxn>
                <a:cxn ang="0">
                  <a:pos x="connsiteX3843" y="connsiteY3843"/>
                </a:cxn>
                <a:cxn ang="0">
                  <a:pos x="connsiteX3844" y="connsiteY3844"/>
                </a:cxn>
                <a:cxn ang="0">
                  <a:pos x="connsiteX3845" y="connsiteY3845"/>
                </a:cxn>
                <a:cxn ang="0">
                  <a:pos x="connsiteX3846" y="connsiteY3846"/>
                </a:cxn>
                <a:cxn ang="0">
                  <a:pos x="connsiteX3847" y="connsiteY3847"/>
                </a:cxn>
                <a:cxn ang="0">
                  <a:pos x="connsiteX3848" y="connsiteY3848"/>
                </a:cxn>
                <a:cxn ang="0">
                  <a:pos x="connsiteX3849" y="connsiteY3849"/>
                </a:cxn>
                <a:cxn ang="0">
                  <a:pos x="connsiteX3850" y="connsiteY3850"/>
                </a:cxn>
                <a:cxn ang="0">
                  <a:pos x="connsiteX3851" y="connsiteY3851"/>
                </a:cxn>
                <a:cxn ang="0">
                  <a:pos x="connsiteX3852" y="connsiteY3852"/>
                </a:cxn>
                <a:cxn ang="0">
                  <a:pos x="connsiteX3853" y="connsiteY3853"/>
                </a:cxn>
                <a:cxn ang="0">
                  <a:pos x="connsiteX3854" y="connsiteY3854"/>
                </a:cxn>
                <a:cxn ang="0">
                  <a:pos x="connsiteX3855" y="connsiteY3855"/>
                </a:cxn>
                <a:cxn ang="0">
                  <a:pos x="connsiteX3856" y="connsiteY3856"/>
                </a:cxn>
                <a:cxn ang="0">
                  <a:pos x="connsiteX3857" y="connsiteY3857"/>
                </a:cxn>
                <a:cxn ang="0">
                  <a:pos x="connsiteX3858" y="connsiteY3858"/>
                </a:cxn>
                <a:cxn ang="0">
                  <a:pos x="connsiteX3859" y="connsiteY3859"/>
                </a:cxn>
                <a:cxn ang="0">
                  <a:pos x="connsiteX3860" y="connsiteY3860"/>
                </a:cxn>
                <a:cxn ang="0">
                  <a:pos x="connsiteX3861" y="connsiteY3861"/>
                </a:cxn>
                <a:cxn ang="0">
                  <a:pos x="connsiteX3862" y="connsiteY3862"/>
                </a:cxn>
                <a:cxn ang="0">
                  <a:pos x="connsiteX3863" y="connsiteY3863"/>
                </a:cxn>
                <a:cxn ang="0">
                  <a:pos x="connsiteX3864" y="connsiteY3864"/>
                </a:cxn>
                <a:cxn ang="0">
                  <a:pos x="connsiteX3865" y="connsiteY3865"/>
                </a:cxn>
                <a:cxn ang="0">
                  <a:pos x="connsiteX3866" y="connsiteY3866"/>
                </a:cxn>
                <a:cxn ang="0">
                  <a:pos x="connsiteX3867" y="connsiteY3867"/>
                </a:cxn>
                <a:cxn ang="0">
                  <a:pos x="connsiteX3868" y="connsiteY3868"/>
                </a:cxn>
                <a:cxn ang="0">
                  <a:pos x="connsiteX3869" y="connsiteY3869"/>
                </a:cxn>
                <a:cxn ang="0">
                  <a:pos x="connsiteX3870" y="connsiteY3870"/>
                </a:cxn>
                <a:cxn ang="0">
                  <a:pos x="connsiteX3871" y="connsiteY3871"/>
                </a:cxn>
                <a:cxn ang="0">
                  <a:pos x="connsiteX3872" y="connsiteY3872"/>
                </a:cxn>
                <a:cxn ang="0">
                  <a:pos x="connsiteX3873" y="connsiteY3873"/>
                </a:cxn>
                <a:cxn ang="0">
                  <a:pos x="connsiteX3874" y="connsiteY3874"/>
                </a:cxn>
                <a:cxn ang="0">
                  <a:pos x="connsiteX3875" y="connsiteY3875"/>
                </a:cxn>
                <a:cxn ang="0">
                  <a:pos x="connsiteX3876" y="connsiteY3876"/>
                </a:cxn>
                <a:cxn ang="0">
                  <a:pos x="connsiteX3877" y="connsiteY3877"/>
                </a:cxn>
                <a:cxn ang="0">
                  <a:pos x="connsiteX3878" y="connsiteY3878"/>
                </a:cxn>
                <a:cxn ang="0">
                  <a:pos x="connsiteX3879" y="connsiteY3879"/>
                </a:cxn>
                <a:cxn ang="0">
                  <a:pos x="connsiteX3880" y="connsiteY3880"/>
                </a:cxn>
                <a:cxn ang="0">
                  <a:pos x="connsiteX3881" y="connsiteY3881"/>
                </a:cxn>
                <a:cxn ang="0">
                  <a:pos x="connsiteX3882" y="connsiteY3882"/>
                </a:cxn>
                <a:cxn ang="0">
                  <a:pos x="connsiteX3883" y="connsiteY3883"/>
                </a:cxn>
                <a:cxn ang="0">
                  <a:pos x="connsiteX3884" y="connsiteY3884"/>
                </a:cxn>
                <a:cxn ang="0">
                  <a:pos x="connsiteX3885" y="connsiteY3885"/>
                </a:cxn>
                <a:cxn ang="0">
                  <a:pos x="connsiteX3886" y="connsiteY3886"/>
                </a:cxn>
                <a:cxn ang="0">
                  <a:pos x="connsiteX3887" y="connsiteY3887"/>
                </a:cxn>
                <a:cxn ang="0">
                  <a:pos x="connsiteX3888" y="connsiteY3888"/>
                </a:cxn>
                <a:cxn ang="0">
                  <a:pos x="connsiteX3889" y="connsiteY3889"/>
                </a:cxn>
                <a:cxn ang="0">
                  <a:pos x="connsiteX3890" y="connsiteY3890"/>
                </a:cxn>
                <a:cxn ang="0">
                  <a:pos x="connsiteX3891" y="connsiteY3891"/>
                </a:cxn>
                <a:cxn ang="0">
                  <a:pos x="connsiteX3892" y="connsiteY3892"/>
                </a:cxn>
                <a:cxn ang="0">
                  <a:pos x="connsiteX3893" y="connsiteY3893"/>
                </a:cxn>
                <a:cxn ang="0">
                  <a:pos x="connsiteX3894" y="connsiteY3894"/>
                </a:cxn>
                <a:cxn ang="0">
                  <a:pos x="connsiteX3895" y="connsiteY3895"/>
                </a:cxn>
                <a:cxn ang="0">
                  <a:pos x="connsiteX3896" y="connsiteY3896"/>
                </a:cxn>
                <a:cxn ang="0">
                  <a:pos x="connsiteX3897" y="connsiteY3897"/>
                </a:cxn>
                <a:cxn ang="0">
                  <a:pos x="connsiteX3898" y="connsiteY3898"/>
                </a:cxn>
                <a:cxn ang="0">
                  <a:pos x="connsiteX3899" y="connsiteY3899"/>
                </a:cxn>
                <a:cxn ang="0">
                  <a:pos x="connsiteX3900" y="connsiteY3900"/>
                </a:cxn>
                <a:cxn ang="0">
                  <a:pos x="connsiteX3901" y="connsiteY3901"/>
                </a:cxn>
                <a:cxn ang="0">
                  <a:pos x="connsiteX3902" y="connsiteY3902"/>
                </a:cxn>
                <a:cxn ang="0">
                  <a:pos x="connsiteX3903" y="connsiteY3903"/>
                </a:cxn>
                <a:cxn ang="0">
                  <a:pos x="connsiteX3904" y="connsiteY3904"/>
                </a:cxn>
                <a:cxn ang="0">
                  <a:pos x="connsiteX3905" y="connsiteY3905"/>
                </a:cxn>
                <a:cxn ang="0">
                  <a:pos x="connsiteX3906" y="connsiteY3906"/>
                </a:cxn>
                <a:cxn ang="0">
                  <a:pos x="connsiteX3907" y="connsiteY3907"/>
                </a:cxn>
                <a:cxn ang="0">
                  <a:pos x="connsiteX3908" y="connsiteY3908"/>
                </a:cxn>
                <a:cxn ang="0">
                  <a:pos x="connsiteX3909" y="connsiteY3909"/>
                </a:cxn>
                <a:cxn ang="0">
                  <a:pos x="connsiteX3910" y="connsiteY3910"/>
                </a:cxn>
                <a:cxn ang="0">
                  <a:pos x="connsiteX3911" y="connsiteY3911"/>
                </a:cxn>
                <a:cxn ang="0">
                  <a:pos x="connsiteX3912" y="connsiteY3912"/>
                </a:cxn>
                <a:cxn ang="0">
                  <a:pos x="connsiteX3913" y="connsiteY3913"/>
                </a:cxn>
                <a:cxn ang="0">
                  <a:pos x="connsiteX3914" y="connsiteY3914"/>
                </a:cxn>
                <a:cxn ang="0">
                  <a:pos x="connsiteX3915" y="connsiteY3915"/>
                </a:cxn>
                <a:cxn ang="0">
                  <a:pos x="connsiteX3916" y="connsiteY3916"/>
                </a:cxn>
                <a:cxn ang="0">
                  <a:pos x="connsiteX3917" y="connsiteY3917"/>
                </a:cxn>
                <a:cxn ang="0">
                  <a:pos x="connsiteX3918" y="connsiteY3918"/>
                </a:cxn>
                <a:cxn ang="0">
                  <a:pos x="connsiteX3919" y="connsiteY3919"/>
                </a:cxn>
                <a:cxn ang="0">
                  <a:pos x="connsiteX3920" y="connsiteY3920"/>
                </a:cxn>
                <a:cxn ang="0">
                  <a:pos x="connsiteX3921" y="connsiteY3921"/>
                </a:cxn>
                <a:cxn ang="0">
                  <a:pos x="connsiteX3922" y="connsiteY3922"/>
                </a:cxn>
                <a:cxn ang="0">
                  <a:pos x="connsiteX3923" y="connsiteY3923"/>
                </a:cxn>
                <a:cxn ang="0">
                  <a:pos x="connsiteX3924" y="connsiteY3924"/>
                </a:cxn>
                <a:cxn ang="0">
                  <a:pos x="connsiteX3925" y="connsiteY3925"/>
                </a:cxn>
                <a:cxn ang="0">
                  <a:pos x="connsiteX3926" y="connsiteY3926"/>
                </a:cxn>
                <a:cxn ang="0">
                  <a:pos x="connsiteX3927" y="connsiteY3927"/>
                </a:cxn>
                <a:cxn ang="0">
                  <a:pos x="connsiteX3928" y="connsiteY3928"/>
                </a:cxn>
                <a:cxn ang="0">
                  <a:pos x="connsiteX3929" y="connsiteY3929"/>
                </a:cxn>
                <a:cxn ang="0">
                  <a:pos x="connsiteX3930" y="connsiteY3930"/>
                </a:cxn>
                <a:cxn ang="0">
                  <a:pos x="connsiteX3931" y="connsiteY3931"/>
                </a:cxn>
                <a:cxn ang="0">
                  <a:pos x="connsiteX3932" y="connsiteY3932"/>
                </a:cxn>
                <a:cxn ang="0">
                  <a:pos x="connsiteX3933" y="connsiteY3933"/>
                </a:cxn>
                <a:cxn ang="0">
                  <a:pos x="connsiteX3934" y="connsiteY3934"/>
                </a:cxn>
                <a:cxn ang="0">
                  <a:pos x="connsiteX3935" y="connsiteY3935"/>
                </a:cxn>
                <a:cxn ang="0">
                  <a:pos x="connsiteX3936" y="connsiteY3936"/>
                </a:cxn>
                <a:cxn ang="0">
                  <a:pos x="connsiteX3937" y="connsiteY3937"/>
                </a:cxn>
                <a:cxn ang="0">
                  <a:pos x="connsiteX3938" y="connsiteY3938"/>
                </a:cxn>
                <a:cxn ang="0">
                  <a:pos x="connsiteX3939" y="connsiteY3939"/>
                </a:cxn>
                <a:cxn ang="0">
                  <a:pos x="connsiteX3940" y="connsiteY3940"/>
                </a:cxn>
                <a:cxn ang="0">
                  <a:pos x="connsiteX3941" y="connsiteY3941"/>
                </a:cxn>
                <a:cxn ang="0">
                  <a:pos x="connsiteX3942" y="connsiteY3942"/>
                </a:cxn>
                <a:cxn ang="0">
                  <a:pos x="connsiteX3943" y="connsiteY3943"/>
                </a:cxn>
                <a:cxn ang="0">
                  <a:pos x="connsiteX3944" y="connsiteY3944"/>
                </a:cxn>
                <a:cxn ang="0">
                  <a:pos x="connsiteX3945" y="connsiteY3945"/>
                </a:cxn>
                <a:cxn ang="0">
                  <a:pos x="connsiteX3946" y="connsiteY3946"/>
                </a:cxn>
                <a:cxn ang="0">
                  <a:pos x="connsiteX3947" y="connsiteY3947"/>
                </a:cxn>
                <a:cxn ang="0">
                  <a:pos x="connsiteX3948" y="connsiteY3948"/>
                </a:cxn>
                <a:cxn ang="0">
                  <a:pos x="connsiteX3949" y="connsiteY3949"/>
                </a:cxn>
                <a:cxn ang="0">
                  <a:pos x="connsiteX3950" y="connsiteY3950"/>
                </a:cxn>
                <a:cxn ang="0">
                  <a:pos x="connsiteX3951" y="connsiteY3951"/>
                </a:cxn>
                <a:cxn ang="0">
                  <a:pos x="connsiteX3952" y="connsiteY3952"/>
                </a:cxn>
                <a:cxn ang="0">
                  <a:pos x="connsiteX3953" y="connsiteY3953"/>
                </a:cxn>
                <a:cxn ang="0">
                  <a:pos x="connsiteX3954" y="connsiteY3954"/>
                </a:cxn>
                <a:cxn ang="0">
                  <a:pos x="connsiteX3955" y="connsiteY3955"/>
                </a:cxn>
                <a:cxn ang="0">
                  <a:pos x="connsiteX3956" y="connsiteY3956"/>
                </a:cxn>
                <a:cxn ang="0">
                  <a:pos x="connsiteX3957" y="connsiteY3957"/>
                </a:cxn>
                <a:cxn ang="0">
                  <a:pos x="connsiteX3958" y="connsiteY3958"/>
                </a:cxn>
                <a:cxn ang="0">
                  <a:pos x="connsiteX3959" y="connsiteY3959"/>
                </a:cxn>
                <a:cxn ang="0">
                  <a:pos x="connsiteX3960" y="connsiteY3960"/>
                </a:cxn>
                <a:cxn ang="0">
                  <a:pos x="connsiteX3961" y="connsiteY3961"/>
                </a:cxn>
                <a:cxn ang="0">
                  <a:pos x="connsiteX3962" y="connsiteY3962"/>
                </a:cxn>
                <a:cxn ang="0">
                  <a:pos x="connsiteX3963" y="connsiteY3963"/>
                </a:cxn>
                <a:cxn ang="0">
                  <a:pos x="connsiteX3964" y="connsiteY3964"/>
                </a:cxn>
                <a:cxn ang="0">
                  <a:pos x="connsiteX3965" y="connsiteY3965"/>
                </a:cxn>
                <a:cxn ang="0">
                  <a:pos x="connsiteX3966" y="connsiteY3966"/>
                </a:cxn>
                <a:cxn ang="0">
                  <a:pos x="connsiteX3967" y="connsiteY3967"/>
                </a:cxn>
                <a:cxn ang="0">
                  <a:pos x="connsiteX3968" y="connsiteY3968"/>
                </a:cxn>
                <a:cxn ang="0">
                  <a:pos x="connsiteX3969" y="connsiteY3969"/>
                </a:cxn>
                <a:cxn ang="0">
                  <a:pos x="connsiteX3970" y="connsiteY3970"/>
                </a:cxn>
                <a:cxn ang="0">
                  <a:pos x="connsiteX3971" y="connsiteY3971"/>
                </a:cxn>
                <a:cxn ang="0">
                  <a:pos x="connsiteX3972" y="connsiteY3972"/>
                </a:cxn>
                <a:cxn ang="0">
                  <a:pos x="connsiteX3973" y="connsiteY3973"/>
                </a:cxn>
                <a:cxn ang="0">
                  <a:pos x="connsiteX3974" y="connsiteY3974"/>
                </a:cxn>
                <a:cxn ang="0">
                  <a:pos x="connsiteX3975" y="connsiteY3975"/>
                </a:cxn>
                <a:cxn ang="0">
                  <a:pos x="connsiteX3976" y="connsiteY3976"/>
                </a:cxn>
                <a:cxn ang="0">
                  <a:pos x="connsiteX3977" y="connsiteY3977"/>
                </a:cxn>
                <a:cxn ang="0">
                  <a:pos x="connsiteX3978" y="connsiteY3978"/>
                </a:cxn>
                <a:cxn ang="0">
                  <a:pos x="connsiteX3979" y="connsiteY3979"/>
                </a:cxn>
                <a:cxn ang="0">
                  <a:pos x="connsiteX3980" y="connsiteY3980"/>
                </a:cxn>
                <a:cxn ang="0">
                  <a:pos x="connsiteX3981" y="connsiteY3981"/>
                </a:cxn>
                <a:cxn ang="0">
                  <a:pos x="connsiteX3982" y="connsiteY3982"/>
                </a:cxn>
                <a:cxn ang="0">
                  <a:pos x="connsiteX3983" y="connsiteY3983"/>
                </a:cxn>
                <a:cxn ang="0">
                  <a:pos x="connsiteX3984" y="connsiteY3984"/>
                </a:cxn>
                <a:cxn ang="0">
                  <a:pos x="connsiteX3985" y="connsiteY3985"/>
                </a:cxn>
                <a:cxn ang="0">
                  <a:pos x="connsiteX3986" y="connsiteY3986"/>
                </a:cxn>
                <a:cxn ang="0">
                  <a:pos x="connsiteX3987" y="connsiteY3987"/>
                </a:cxn>
                <a:cxn ang="0">
                  <a:pos x="connsiteX3988" y="connsiteY3988"/>
                </a:cxn>
                <a:cxn ang="0">
                  <a:pos x="connsiteX3989" y="connsiteY3989"/>
                </a:cxn>
                <a:cxn ang="0">
                  <a:pos x="connsiteX3990" y="connsiteY3990"/>
                </a:cxn>
                <a:cxn ang="0">
                  <a:pos x="connsiteX3991" y="connsiteY3991"/>
                </a:cxn>
                <a:cxn ang="0">
                  <a:pos x="connsiteX3992" y="connsiteY3992"/>
                </a:cxn>
                <a:cxn ang="0">
                  <a:pos x="connsiteX3993" y="connsiteY3993"/>
                </a:cxn>
                <a:cxn ang="0">
                  <a:pos x="connsiteX3994" y="connsiteY3994"/>
                </a:cxn>
                <a:cxn ang="0">
                  <a:pos x="connsiteX3995" y="connsiteY3995"/>
                </a:cxn>
                <a:cxn ang="0">
                  <a:pos x="connsiteX3996" y="connsiteY3996"/>
                </a:cxn>
                <a:cxn ang="0">
                  <a:pos x="connsiteX3997" y="connsiteY3997"/>
                </a:cxn>
                <a:cxn ang="0">
                  <a:pos x="connsiteX3998" y="connsiteY3998"/>
                </a:cxn>
                <a:cxn ang="0">
                  <a:pos x="connsiteX3999" y="connsiteY3999"/>
                </a:cxn>
                <a:cxn ang="0">
                  <a:pos x="connsiteX4000" y="connsiteY4000"/>
                </a:cxn>
                <a:cxn ang="0">
                  <a:pos x="connsiteX4001" y="connsiteY4001"/>
                </a:cxn>
                <a:cxn ang="0">
                  <a:pos x="connsiteX4002" y="connsiteY4002"/>
                </a:cxn>
                <a:cxn ang="0">
                  <a:pos x="connsiteX4003" y="connsiteY4003"/>
                </a:cxn>
                <a:cxn ang="0">
                  <a:pos x="connsiteX4004" y="connsiteY4004"/>
                </a:cxn>
                <a:cxn ang="0">
                  <a:pos x="connsiteX4005" y="connsiteY4005"/>
                </a:cxn>
                <a:cxn ang="0">
                  <a:pos x="connsiteX4006" y="connsiteY4006"/>
                </a:cxn>
                <a:cxn ang="0">
                  <a:pos x="connsiteX4007" y="connsiteY4007"/>
                </a:cxn>
                <a:cxn ang="0">
                  <a:pos x="connsiteX4008" y="connsiteY4008"/>
                </a:cxn>
                <a:cxn ang="0">
                  <a:pos x="connsiteX4009" y="connsiteY4009"/>
                </a:cxn>
                <a:cxn ang="0">
                  <a:pos x="connsiteX4010" y="connsiteY4010"/>
                </a:cxn>
                <a:cxn ang="0">
                  <a:pos x="connsiteX4011" y="connsiteY4011"/>
                </a:cxn>
                <a:cxn ang="0">
                  <a:pos x="connsiteX4012" y="connsiteY4012"/>
                </a:cxn>
                <a:cxn ang="0">
                  <a:pos x="connsiteX4013" y="connsiteY4013"/>
                </a:cxn>
                <a:cxn ang="0">
                  <a:pos x="connsiteX4014" y="connsiteY4014"/>
                </a:cxn>
                <a:cxn ang="0">
                  <a:pos x="connsiteX4015" y="connsiteY4015"/>
                </a:cxn>
                <a:cxn ang="0">
                  <a:pos x="connsiteX4016" y="connsiteY4016"/>
                </a:cxn>
                <a:cxn ang="0">
                  <a:pos x="connsiteX4017" y="connsiteY4017"/>
                </a:cxn>
                <a:cxn ang="0">
                  <a:pos x="connsiteX4018" y="connsiteY4018"/>
                </a:cxn>
                <a:cxn ang="0">
                  <a:pos x="connsiteX4019" y="connsiteY4019"/>
                </a:cxn>
                <a:cxn ang="0">
                  <a:pos x="connsiteX4020" y="connsiteY4020"/>
                </a:cxn>
                <a:cxn ang="0">
                  <a:pos x="connsiteX4021" y="connsiteY4021"/>
                </a:cxn>
                <a:cxn ang="0">
                  <a:pos x="connsiteX4022" y="connsiteY4022"/>
                </a:cxn>
                <a:cxn ang="0">
                  <a:pos x="connsiteX4023" y="connsiteY4023"/>
                </a:cxn>
                <a:cxn ang="0">
                  <a:pos x="connsiteX4024" y="connsiteY4024"/>
                </a:cxn>
                <a:cxn ang="0">
                  <a:pos x="connsiteX4025" y="connsiteY4025"/>
                </a:cxn>
                <a:cxn ang="0">
                  <a:pos x="connsiteX4026" y="connsiteY4026"/>
                </a:cxn>
                <a:cxn ang="0">
                  <a:pos x="connsiteX4027" y="connsiteY4027"/>
                </a:cxn>
                <a:cxn ang="0">
                  <a:pos x="connsiteX4028" y="connsiteY4028"/>
                </a:cxn>
                <a:cxn ang="0">
                  <a:pos x="connsiteX4029" y="connsiteY4029"/>
                </a:cxn>
                <a:cxn ang="0">
                  <a:pos x="connsiteX4030" y="connsiteY4030"/>
                </a:cxn>
                <a:cxn ang="0">
                  <a:pos x="connsiteX4031" y="connsiteY4031"/>
                </a:cxn>
                <a:cxn ang="0">
                  <a:pos x="connsiteX4032" y="connsiteY4032"/>
                </a:cxn>
                <a:cxn ang="0">
                  <a:pos x="connsiteX4033" y="connsiteY4033"/>
                </a:cxn>
                <a:cxn ang="0">
                  <a:pos x="connsiteX4034" y="connsiteY4034"/>
                </a:cxn>
                <a:cxn ang="0">
                  <a:pos x="connsiteX4035" y="connsiteY4035"/>
                </a:cxn>
                <a:cxn ang="0">
                  <a:pos x="connsiteX4036" y="connsiteY4036"/>
                </a:cxn>
                <a:cxn ang="0">
                  <a:pos x="connsiteX4037" y="connsiteY4037"/>
                </a:cxn>
                <a:cxn ang="0">
                  <a:pos x="connsiteX4038" y="connsiteY4038"/>
                </a:cxn>
                <a:cxn ang="0">
                  <a:pos x="connsiteX4039" y="connsiteY4039"/>
                </a:cxn>
                <a:cxn ang="0">
                  <a:pos x="connsiteX4040" y="connsiteY4040"/>
                </a:cxn>
                <a:cxn ang="0">
                  <a:pos x="connsiteX4041" y="connsiteY4041"/>
                </a:cxn>
                <a:cxn ang="0">
                  <a:pos x="connsiteX4042" y="connsiteY4042"/>
                </a:cxn>
                <a:cxn ang="0">
                  <a:pos x="connsiteX4043" y="connsiteY4043"/>
                </a:cxn>
                <a:cxn ang="0">
                  <a:pos x="connsiteX4044" y="connsiteY4044"/>
                </a:cxn>
                <a:cxn ang="0">
                  <a:pos x="connsiteX4045" y="connsiteY4045"/>
                </a:cxn>
                <a:cxn ang="0">
                  <a:pos x="connsiteX4046" y="connsiteY4046"/>
                </a:cxn>
                <a:cxn ang="0">
                  <a:pos x="connsiteX4047" y="connsiteY4047"/>
                </a:cxn>
                <a:cxn ang="0">
                  <a:pos x="connsiteX4048" y="connsiteY4048"/>
                </a:cxn>
                <a:cxn ang="0">
                  <a:pos x="connsiteX4049" y="connsiteY4049"/>
                </a:cxn>
                <a:cxn ang="0">
                  <a:pos x="connsiteX4050" y="connsiteY4050"/>
                </a:cxn>
                <a:cxn ang="0">
                  <a:pos x="connsiteX4051" y="connsiteY4051"/>
                </a:cxn>
                <a:cxn ang="0">
                  <a:pos x="connsiteX4052" y="connsiteY4052"/>
                </a:cxn>
                <a:cxn ang="0">
                  <a:pos x="connsiteX4053" y="connsiteY4053"/>
                </a:cxn>
                <a:cxn ang="0">
                  <a:pos x="connsiteX4054" y="connsiteY4054"/>
                </a:cxn>
                <a:cxn ang="0">
                  <a:pos x="connsiteX4055" y="connsiteY4055"/>
                </a:cxn>
                <a:cxn ang="0">
                  <a:pos x="connsiteX4056" y="connsiteY4056"/>
                </a:cxn>
                <a:cxn ang="0">
                  <a:pos x="connsiteX4057" y="connsiteY4057"/>
                </a:cxn>
                <a:cxn ang="0">
                  <a:pos x="connsiteX4058" y="connsiteY4058"/>
                </a:cxn>
                <a:cxn ang="0">
                  <a:pos x="connsiteX4059" y="connsiteY4059"/>
                </a:cxn>
                <a:cxn ang="0">
                  <a:pos x="connsiteX4060" y="connsiteY4060"/>
                </a:cxn>
                <a:cxn ang="0">
                  <a:pos x="connsiteX4061" y="connsiteY4061"/>
                </a:cxn>
                <a:cxn ang="0">
                  <a:pos x="connsiteX4062" y="connsiteY4062"/>
                </a:cxn>
                <a:cxn ang="0">
                  <a:pos x="connsiteX4063" y="connsiteY4063"/>
                </a:cxn>
                <a:cxn ang="0">
                  <a:pos x="connsiteX4064" y="connsiteY4064"/>
                </a:cxn>
                <a:cxn ang="0">
                  <a:pos x="connsiteX4065" y="connsiteY4065"/>
                </a:cxn>
                <a:cxn ang="0">
                  <a:pos x="connsiteX4066" y="connsiteY4066"/>
                </a:cxn>
                <a:cxn ang="0">
                  <a:pos x="connsiteX4067" y="connsiteY4067"/>
                </a:cxn>
                <a:cxn ang="0">
                  <a:pos x="connsiteX4068" y="connsiteY4068"/>
                </a:cxn>
                <a:cxn ang="0">
                  <a:pos x="connsiteX4069" y="connsiteY4069"/>
                </a:cxn>
                <a:cxn ang="0">
                  <a:pos x="connsiteX4070" y="connsiteY4070"/>
                </a:cxn>
                <a:cxn ang="0">
                  <a:pos x="connsiteX4071" y="connsiteY4071"/>
                </a:cxn>
                <a:cxn ang="0">
                  <a:pos x="connsiteX4072" y="connsiteY4072"/>
                </a:cxn>
                <a:cxn ang="0">
                  <a:pos x="connsiteX4073" y="connsiteY4073"/>
                </a:cxn>
                <a:cxn ang="0">
                  <a:pos x="connsiteX4074" y="connsiteY4074"/>
                </a:cxn>
                <a:cxn ang="0">
                  <a:pos x="connsiteX4075" y="connsiteY4075"/>
                </a:cxn>
                <a:cxn ang="0">
                  <a:pos x="connsiteX4076" y="connsiteY4076"/>
                </a:cxn>
                <a:cxn ang="0">
                  <a:pos x="connsiteX4077" y="connsiteY4077"/>
                </a:cxn>
                <a:cxn ang="0">
                  <a:pos x="connsiteX4078" y="connsiteY4078"/>
                </a:cxn>
                <a:cxn ang="0">
                  <a:pos x="connsiteX4079" y="connsiteY4079"/>
                </a:cxn>
                <a:cxn ang="0">
                  <a:pos x="connsiteX4080" y="connsiteY4080"/>
                </a:cxn>
                <a:cxn ang="0">
                  <a:pos x="connsiteX4081" y="connsiteY4081"/>
                </a:cxn>
                <a:cxn ang="0">
                  <a:pos x="connsiteX4082" y="connsiteY4082"/>
                </a:cxn>
                <a:cxn ang="0">
                  <a:pos x="connsiteX4083" y="connsiteY4083"/>
                </a:cxn>
                <a:cxn ang="0">
                  <a:pos x="connsiteX4084" y="connsiteY4084"/>
                </a:cxn>
                <a:cxn ang="0">
                  <a:pos x="connsiteX4085" y="connsiteY4085"/>
                </a:cxn>
                <a:cxn ang="0">
                  <a:pos x="connsiteX4086" y="connsiteY4086"/>
                </a:cxn>
                <a:cxn ang="0">
                  <a:pos x="connsiteX4087" y="connsiteY4087"/>
                </a:cxn>
                <a:cxn ang="0">
                  <a:pos x="connsiteX4088" y="connsiteY4088"/>
                </a:cxn>
                <a:cxn ang="0">
                  <a:pos x="connsiteX4089" y="connsiteY4089"/>
                </a:cxn>
                <a:cxn ang="0">
                  <a:pos x="connsiteX4090" y="connsiteY4090"/>
                </a:cxn>
                <a:cxn ang="0">
                  <a:pos x="connsiteX4091" y="connsiteY4091"/>
                </a:cxn>
                <a:cxn ang="0">
                  <a:pos x="connsiteX4092" y="connsiteY4092"/>
                </a:cxn>
                <a:cxn ang="0">
                  <a:pos x="connsiteX4093" y="connsiteY4093"/>
                </a:cxn>
                <a:cxn ang="0">
                  <a:pos x="connsiteX4094" y="connsiteY4094"/>
                </a:cxn>
                <a:cxn ang="0">
                  <a:pos x="connsiteX4095" y="connsiteY4095"/>
                </a:cxn>
                <a:cxn ang="0">
                  <a:pos x="connsiteX4096" y="connsiteY4096"/>
                </a:cxn>
                <a:cxn ang="0">
                  <a:pos x="connsiteX4097" y="connsiteY4097"/>
                </a:cxn>
                <a:cxn ang="0">
                  <a:pos x="connsiteX4098" y="connsiteY4098"/>
                </a:cxn>
                <a:cxn ang="0">
                  <a:pos x="connsiteX4099" y="connsiteY4099"/>
                </a:cxn>
                <a:cxn ang="0">
                  <a:pos x="connsiteX4100" y="connsiteY4100"/>
                </a:cxn>
                <a:cxn ang="0">
                  <a:pos x="connsiteX4101" y="connsiteY4101"/>
                </a:cxn>
                <a:cxn ang="0">
                  <a:pos x="connsiteX4102" y="connsiteY4102"/>
                </a:cxn>
                <a:cxn ang="0">
                  <a:pos x="connsiteX4103" y="connsiteY4103"/>
                </a:cxn>
                <a:cxn ang="0">
                  <a:pos x="connsiteX4104" y="connsiteY4104"/>
                </a:cxn>
                <a:cxn ang="0">
                  <a:pos x="connsiteX4105" y="connsiteY4105"/>
                </a:cxn>
                <a:cxn ang="0">
                  <a:pos x="connsiteX4106" y="connsiteY4106"/>
                </a:cxn>
                <a:cxn ang="0">
                  <a:pos x="connsiteX4107" y="connsiteY4107"/>
                </a:cxn>
                <a:cxn ang="0">
                  <a:pos x="connsiteX4108" y="connsiteY4108"/>
                </a:cxn>
                <a:cxn ang="0">
                  <a:pos x="connsiteX4109" y="connsiteY4109"/>
                </a:cxn>
                <a:cxn ang="0">
                  <a:pos x="connsiteX4110" y="connsiteY4110"/>
                </a:cxn>
                <a:cxn ang="0">
                  <a:pos x="connsiteX4111" y="connsiteY4111"/>
                </a:cxn>
                <a:cxn ang="0">
                  <a:pos x="connsiteX4112" y="connsiteY4112"/>
                </a:cxn>
                <a:cxn ang="0">
                  <a:pos x="connsiteX4113" y="connsiteY4113"/>
                </a:cxn>
                <a:cxn ang="0">
                  <a:pos x="connsiteX4114" y="connsiteY4114"/>
                </a:cxn>
                <a:cxn ang="0">
                  <a:pos x="connsiteX4115" y="connsiteY4115"/>
                </a:cxn>
                <a:cxn ang="0">
                  <a:pos x="connsiteX4116" y="connsiteY4116"/>
                </a:cxn>
                <a:cxn ang="0">
                  <a:pos x="connsiteX4117" y="connsiteY4117"/>
                </a:cxn>
                <a:cxn ang="0">
                  <a:pos x="connsiteX4118" y="connsiteY4118"/>
                </a:cxn>
                <a:cxn ang="0">
                  <a:pos x="connsiteX4119" y="connsiteY4119"/>
                </a:cxn>
                <a:cxn ang="0">
                  <a:pos x="connsiteX4120" y="connsiteY4120"/>
                </a:cxn>
                <a:cxn ang="0">
                  <a:pos x="connsiteX4121" y="connsiteY4121"/>
                </a:cxn>
                <a:cxn ang="0">
                  <a:pos x="connsiteX4122" y="connsiteY4122"/>
                </a:cxn>
                <a:cxn ang="0">
                  <a:pos x="connsiteX4123" y="connsiteY4123"/>
                </a:cxn>
                <a:cxn ang="0">
                  <a:pos x="connsiteX4124" y="connsiteY4124"/>
                </a:cxn>
                <a:cxn ang="0">
                  <a:pos x="connsiteX4125" y="connsiteY4125"/>
                </a:cxn>
                <a:cxn ang="0">
                  <a:pos x="connsiteX4126" y="connsiteY4126"/>
                </a:cxn>
                <a:cxn ang="0">
                  <a:pos x="connsiteX4127" y="connsiteY4127"/>
                </a:cxn>
                <a:cxn ang="0">
                  <a:pos x="connsiteX4128" y="connsiteY4128"/>
                </a:cxn>
                <a:cxn ang="0">
                  <a:pos x="connsiteX4129" y="connsiteY4129"/>
                </a:cxn>
                <a:cxn ang="0">
                  <a:pos x="connsiteX4130" y="connsiteY4130"/>
                </a:cxn>
                <a:cxn ang="0">
                  <a:pos x="connsiteX4131" y="connsiteY4131"/>
                </a:cxn>
                <a:cxn ang="0">
                  <a:pos x="connsiteX4132" y="connsiteY4132"/>
                </a:cxn>
                <a:cxn ang="0">
                  <a:pos x="connsiteX4133" y="connsiteY4133"/>
                </a:cxn>
                <a:cxn ang="0">
                  <a:pos x="connsiteX4134" y="connsiteY4134"/>
                </a:cxn>
                <a:cxn ang="0">
                  <a:pos x="connsiteX4135" y="connsiteY4135"/>
                </a:cxn>
                <a:cxn ang="0">
                  <a:pos x="connsiteX4136" y="connsiteY4136"/>
                </a:cxn>
                <a:cxn ang="0">
                  <a:pos x="connsiteX4137" y="connsiteY4137"/>
                </a:cxn>
                <a:cxn ang="0">
                  <a:pos x="connsiteX4138" y="connsiteY4138"/>
                </a:cxn>
                <a:cxn ang="0">
                  <a:pos x="connsiteX4139" y="connsiteY4139"/>
                </a:cxn>
                <a:cxn ang="0">
                  <a:pos x="connsiteX4140" y="connsiteY4140"/>
                </a:cxn>
                <a:cxn ang="0">
                  <a:pos x="connsiteX4141" y="connsiteY4141"/>
                </a:cxn>
                <a:cxn ang="0">
                  <a:pos x="connsiteX4142" y="connsiteY4142"/>
                </a:cxn>
                <a:cxn ang="0">
                  <a:pos x="connsiteX4143" y="connsiteY4143"/>
                </a:cxn>
                <a:cxn ang="0">
                  <a:pos x="connsiteX4144" y="connsiteY4144"/>
                </a:cxn>
                <a:cxn ang="0">
                  <a:pos x="connsiteX4145" y="connsiteY4145"/>
                </a:cxn>
                <a:cxn ang="0">
                  <a:pos x="connsiteX4146" y="connsiteY4146"/>
                </a:cxn>
                <a:cxn ang="0">
                  <a:pos x="connsiteX4147" y="connsiteY4147"/>
                </a:cxn>
                <a:cxn ang="0">
                  <a:pos x="connsiteX4148" y="connsiteY4148"/>
                </a:cxn>
                <a:cxn ang="0">
                  <a:pos x="connsiteX4149" y="connsiteY4149"/>
                </a:cxn>
                <a:cxn ang="0">
                  <a:pos x="connsiteX4150" y="connsiteY4150"/>
                </a:cxn>
                <a:cxn ang="0">
                  <a:pos x="connsiteX4151" y="connsiteY4151"/>
                </a:cxn>
                <a:cxn ang="0">
                  <a:pos x="connsiteX4152" y="connsiteY4152"/>
                </a:cxn>
                <a:cxn ang="0">
                  <a:pos x="connsiteX4153" y="connsiteY4153"/>
                </a:cxn>
                <a:cxn ang="0">
                  <a:pos x="connsiteX4154" y="connsiteY4154"/>
                </a:cxn>
                <a:cxn ang="0">
                  <a:pos x="connsiteX4155" y="connsiteY4155"/>
                </a:cxn>
                <a:cxn ang="0">
                  <a:pos x="connsiteX4156" y="connsiteY4156"/>
                </a:cxn>
                <a:cxn ang="0">
                  <a:pos x="connsiteX4157" y="connsiteY4157"/>
                </a:cxn>
                <a:cxn ang="0">
                  <a:pos x="connsiteX4158" y="connsiteY4158"/>
                </a:cxn>
                <a:cxn ang="0">
                  <a:pos x="connsiteX4159" y="connsiteY4159"/>
                </a:cxn>
                <a:cxn ang="0">
                  <a:pos x="connsiteX4160" y="connsiteY4160"/>
                </a:cxn>
                <a:cxn ang="0">
                  <a:pos x="connsiteX4161" y="connsiteY4161"/>
                </a:cxn>
                <a:cxn ang="0">
                  <a:pos x="connsiteX4162" y="connsiteY4162"/>
                </a:cxn>
                <a:cxn ang="0">
                  <a:pos x="connsiteX4163" y="connsiteY4163"/>
                </a:cxn>
                <a:cxn ang="0">
                  <a:pos x="connsiteX4164" y="connsiteY4164"/>
                </a:cxn>
                <a:cxn ang="0">
                  <a:pos x="connsiteX4165" y="connsiteY4165"/>
                </a:cxn>
                <a:cxn ang="0">
                  <a:pos x="connsiteX4166" y="connsiteY4166"/>
                </a:cxn>
                <a:cxn ang="0">
                  <a:pos x="connsiteX4167" y="connsiteY4167"/>
                </a:cxn>
                <a:cxn ang="0">
                  <a:pos x="connsiteX4168" y="connsiteY4168"/>
                </a:cxn>
                <a:cxn ang="0">
                  <a:pos x="connsiteX4169" y="connsiteY4169"/>
                </a:cxn>
                <a:cxn ang="0">
                  <a:pos x="connsiteX4170" y="connsiteY4170"/>
                </a:cxn>
                <a:cxn ang="0">
                  <a:pos x="connsiteX4171" y="connsiteY4171"/>
                </a:cxn>
                <a:cxn ang="0">
                  <a:pos x="connsiteX4172" y="connsiteY4172"/>
                </a:cxn>
                <a:cxn ang="0">
                  <a:pos x="connsiteX4173" y="connsiteY4173"/>
                </a:cxn>
                <a:cxn ang="0">
                  <a:pos x="connsiteX4174" y="connsiteY4174"/>
                </a:cxn>
                <a:cxn ang="0">
                  <a:pos x="connsiteX4175" y="connsiteY4175"/>
                </a:cxn>
                <a:cxn ang="0">
                  <a:pos x="connsiteX4176" y="connsiteY4176"/>
                </a:cxn>
                <a:cxn ang="0">
                  <a:pos x="connsiteX4177" y="connsiteY4177"/>
                </a:cxn>
                <a:cxn ang="0">
                  <a:pos x="connsiteX4178" y="connsiteY4178"/>
                </a:cxn>
                <a:cxn ang="0">
                  <a:pos x="connsiteX4179" y="connsiteY4179"/>
                </a:cxn>
                <a:cxn ang="0">
                  <a:pos x="connsiteX4180" y="connsiteY4180"/>
                </a:cxn>
                <a:cxn ang="0">
                  <a:pos x="connsiteX4181" y="connsiteY4181"/>
                </a:cxn>
                <a:cxn ang="0">
                  <a:pos x="connsiteX4182" y="connsiteY4182"/>
                </a:cxn>
                <a:cxn ang="0">
                  <a:pos x="connsiteX4183" y="connsiteY4183"/>
                </a:cxn>
                <a:cxn ang="0">
                  <a:pos x="connsiteX4184" y="connsiteY4184"/>
                </a:cxn>
                <a:cxn ang="0">
                  <a:pos x="connsiteX4185" y="connsiteY4185"/>
                </a:cxn>
                <a:cxn ang="0">
                  <a:pos x="connsiteX4186" y="connsiteY4186"/>
                </a:cxn>
                <a:cxn ang="0">
                  <a:pos x="connsiteX4187" y="connsiteY4187"/>
                </a:cxn>
                <a:cxn ang="0">
                  <a:pos x="connsiteX4188" y="connsiteY4188"/>
                </a:cxn>
                <a:cxn ang="0">
                  <a:pos x="connsiteX4189" y="connsiteY4189"/>
                </a:cxn>
                <a:cxn ang="0">
                  <a:pos x="connsiteX4190" y="connsiteY4190"/>
                </a:cxn>
                <a:cxn ang="0">
                  <a:pos x="connsiteX4191" y="connsiteY4191"/>
                </a:cxn>
                <a:cxn ang="0">
                  <a:pos x="connsiteX4192" y="connsiteY4192"/>
                </a:cxn>
                <a:cxn ang="0">
                  <a:pos x="connsiteX4193" y="connsiteY4193"/>
                </a:cxn>
                <a:cxn ang="0">
                  <a:pos x="connsiteX4194" y="connsiteY4194"/>
                </a:cxn>
                <a:cxn ang="0">
                  <a:pos x="connsiteX4195" y="connsiteY4195"/>
                </a:cxn>
                <a:cxn ang="0">
                  <a:pos x="connsiteX4196" y="connsiteY4196"/>
                </a:cxn>
                <a:cxn ang="0">
                  <a:pos x="connsiteX4197" y="connsiteY4197"/>
                </a:cxn>
                <a:cxn ang="0">
                  <a:pos x="connsiteX4198" y="connsiteY4198"/>
                </a:cxn>
                <a:cxn ang="0">
                  <a:pos x="connsiteX4199" y="connsiteY4199"/>
                </a:cxn>
                <a:cxn ang="0">
                  <a:pos x="connsiteX4200" y="connsiteY4200"/>
                </a:cxn>
                <a:cxn ang="0">
                  <a:pos x="connsiteX4201" y="connsiteY4201"/>
                </a:cxn>
                <a:cxn ang="0">
                  <a:pos x="connsiteX4202" y="connsiteY4202"/>
                </a:cxn>
                <a:cxn ang="0">
                  <a:pos x="connsiteX4203" y="connsiteY4203"/>
                </a:cxn>
                <a:cxn ang="0">
                  <a:pos x="connsiteX4204" y="connsiteY4204"/>
                </a:cxn>
                <a:cxn ang="0">
                  <a:pos x="connsiteX4205" y="connsiteY4205"/>
                </a:cxn>
                <a:cxn ang="0">
                  <a:pos x="connsiteX4206" y="connsiteY4206"/>
                </a:cxn>
                <a:cxn ang="0">
                  <a:pos x="connsiteX4207" y="connsiteY4207"/>
                </a:cxn>
                <a:cxn ang="0">
                  <a:pos x="connsiteX4208" y="connsiteY4208"/>
                </a:cxn>
                <a:cxn ang="0">
                  <a:pos x="connsiteX4209" y="connsiteY4209"/>
                </a:cxn>
                <a:cxn ang="0">
                  <a:pos x="connsiteX4210" y="connsiteY4210"/>
                </a:cxn>
                <a:cxn ang="0">
                  <a:pos x="connsiteX4211" y="connsiteY4211"/>
                </a:cxn>
                <a:cxn ang="0">
                  <a:pos x="connsiteX4212" y="connsiteY4212"/>
                </a:cxn>
                <a:cxn ang="0">
                  <a:pos x="connsiteX4213" y="connsiteY4213"/>
                </a:cxn>
                <a:cxn ang="0">
                  <a:pos x="connsiteX4214" y="connsiteY4214"/>
                </a:cxn>
                <a:cxn ang="0">
                  <a:pos x="connsiteX4215" y="connsiteY4215"/>
                </a:cxn>
                <a:cxn ang="0">
                  <a:pos x="connsiteX4216" y="connsiteY4216"/>
                </a:cxn>
                <a:cxn ang="0">
                  <a:pos x="connsiteX4217" y="connsiteY4217"/>
                </a:cxn>
                <a:cxn ang="0">
                  <a:pos x="connsiteX4218" y="connsiteY4218"/>
                </a:cxn>
                <a:cxn ang="0">
                  <a:pos x="connsiteX4219" y="connsiteY4219"/>
                </a:cxn>
                <a:cxn ang="0">
                  <a:pos x="connsiteX4220" y="connsiteY4220"/>
                </a:cxn>
                <a:cxn ang="0">
                  <a:pos x="connsiteX4221" y="connsiteY4221"/>
                </a:cxn>
                <a:cxn ang="0">
                  <a:pos x="connsiteX4222" y="connsiteY4222"/>
                </a:cxn>
                <a:cxn ang="0">
                  <a:pos x="connsiteX4223" y="connsiteY4223"/>
                </a:cxn>
                <a:cxn ang="0">
                  <a:pos x="connsiteX4224" y="connsiteY4224"/>
                </a:cxn>
                <a:cxn ang="0">
                  <a:pos x="connsiteX4225" y="connsiteY4225"/>
                </a:cxn>
                <a:cxn ang="0">
                  <a:pos x="connsiteX4226" y="connsiteY4226"/>
                </a:cxn>
                <a:cxn ang="0">
                  <a:pos x="connsiteX4227" y="connsiteY4227"/>
                </a:cxn>
                <a:cxn ang="0">
                  <a:pos x="connsiteX4228" y="connsiteY4228"/>
                </a:cxn>
                <a:cxn ang="0">
                  <a:pos x="connsiteX4229" y="connsiteY4229"/>
                </a:cxn>
                <a:cxn ang="0">
                  <a:pos x="connsiteX4230" y="connsiteY4230"/>
                </a:cxn>
                <a:cxn ang="0">
                  <a:pos x="connsiteX4231" y="connsiteY4231"/>
                </a:cxn>
                <a:cxn ang="0">
                  <a:pos x="connsiteX4232" y="connsiteY4232"/>
                </a:cxn>
                <a:cxn ang="0">
                  <a:pos x="connsiteX4233" y="connsiteY4233"/>
                </a:cxn>
                <a:cxn ang="0">
                  <a:pos x="connsiteX4234" y="connsiteY4234"/>
                </a:cxn>
                <a:cxn ang="0">
                  <a:pos x="connsiteX4235" y="connsiteY4235"/>
                </a:cxn>
                <a:cxn ang="0">
                  <a:pos x="connsiteX4236" y="connsiteY4236"/>
                </a:cxn>
                <a:cxn ang="0">
                  <a:pos x="connsiteX4237" y="connsiteY4237"/>
                </a:cxn>
                <a:cxn ang="0">
                  <a:pos x="connsiteX4238" y="connsiteY4238"/>
                </a:cxn>
                <a:cxn ang="0">
                  <a:pos x="connsiteX4239" y="connsiteY4239"/>
                </a:cxn>
                <a:cxn ang="0">
                  <a:pos x="connsiteX4240" y="connsiteY4240"/>
                </a:cxn>
                <a:cxn ang="0">
                  <a:pos x="connsiteX4241" y="connsiteY4241"/>
                </a:cxn>
                <a:cxn ang="0">
                  <a:pos x="connsiteX4242" y="connsiteY4242"/>
                </a:cxn>
                <a:cxn ang="0">
                  <a:pos x="connsiteX4243" y="connsiteY4243"/>
                </a:cxn>
                <a:cxn ang="0">
                  <a:pos x="connsiteX4244" y="connsiteY4244"/>
                </a:cxn>
                <a:cxn ang="0">
                  <a:pos x="connsiteX4245" y="connsiteY4245"/>
                </a:cxn>
                <a:cxn ang="0">
                  <a:pos x="connsiteX4246" y="connsiteY4246"/>
                </a:cxn>
                <a:cxn ang="0">
                  <a:pos x="connsiteX4247" y="connsiteY4247"/>
                </a:cxn>
                <a:cxn ang="0">
                  <a:pos x="connsiteX4248" y="connsiteY4248"/>
                </a:cxn>
                <a:cxn ang="0">
                  <a:pos x="connsiteX4249" y="connsiteY4249"/>
                </a:cxn>
                <a:cxn ang="0">
                  <a:pos x="connsiteX4250" y="connsiteY4250"/>
                </a:cxn>
                <a:cxn ang="0">
                  <a:pos x="connsiteX4251" y="connsiteY4251"/>
                </a:cxn>
                <a:cxn ang="0">
                  <a:pos x="connsiteX4252" y="connsiteY4252"/>
                </a:cxn>
                <a:cxn ang="0">
                  <a:pos x="connsiteX4253" y="connsiteY4253"/>
                </a:cxn>
                <a:cxn ang="0">
                  <a:pos x="connsiteX4254" y="connsiteY4254"/>
                </a:cxn>
                <a:cxn ang="0">
                  <a:pos x="connsiteX4255" y="connsiteY4255"/>
                </a:cxn>
                <a:cxn ang="0">
                  <a:pos x="connsiteX4256" y="connsiteY4256"/>
                </a:cxn>
                <a:cxn ang="0">
                  <a:pos x="connsiteX4257" y="connsiteY4257"/>
                </a:cxn>
                <a:cxn ang="0">
                  <a:pos x="connsiteX4258" y="connsiteY4258"/>
                </a:cxn>
                <a:cxn ang="0">
                  <a:pos x="connsiteX4259" y="connsiteY4259"/>
                </a:cxn>
                <a:cxn ang="0">
                  <a:pos x="connsiteX4260" y="connsiteY4260"/>
                </a:cxn>
                <a:cxn ang="0">
                  <a:pos x="connsiteX4261" y="connsiteY4261"/>
                </a:cxn>
                <a:cxn ang="0">
                  <a:pos x="connsiteX4262" y="connsiteY4262"/>
                </a:cxn>
                <a:cxn ang="0">
                  <a:pos x="connsiteX4263" y="connsiteY4263"/>
                </a:cxn>
                <a:cxn ang="0">
                  <a:pos x="connsiteX4264" y="connsiteY4264"/>
                </a:cxn>
                <a:cxn ang="0">
                  <a:pos x="connsiteX4265" y="connsiteY4265"/>
                </a:cxn>
                <a:cxn ang="0">
                  <a:pos x="connsiteX4266" y="connsiteY4266"/>
                </a:cxn>
                <a:cxn ang="0">
                  <a:pos x="connsiteX4267" y="connsiteY4267"/>
                </a:cxn>
                <a:cxn ang="0">
                  <a:pos x="connsiteX4268" y="connsiteY4268"/>
                </a:cxn>
                <a:cxn ang="0">
                  <a:pos x="connsiteX4269" y="connsiteY4269"/>
                </a:cxn>
                <a:cxn ang="0">
                  <a:pos x="connsiteX4270" y="connsiteY4270"/>
                </a:cxn>
                <a:cxn ang="0">
                  <a:pos x="connsiteX4271" y="connsiteY4271"/>
                </a:cxn>
                <a:cxn ang="0">
                  <a:pos x="connsiteX4272" y="connsiteY4272"/>
                </a:cxn>
                <a:cxn ang="0">
                  <a:pos x="connsiteX4273" y="connsiteY4273"/>
                </a:cxn>
                <a:cxn ang="0">
                  <a:pos x="connsiteX4274" y="connsiteY4274"/>
                </a:cxn>
                <a:cxn ang="0">
                  <a:pos x="connsiteX4275" y="connsiteY4275"/>
                </a:cxn>
                <a:cxn ang="0">
                  <a:pos x="connsiteX4276" y="connsiteY4276"/>
                </a:cxn>
                <a:cxn ang="0">
                  <a:pos x="connsiteX4277" y="connsiteY4277"/>
                </a:cxn>
                <a:cxn ang="0">
                  <a:pos x="connsiteX4278" y="connsiteY4278"/>
                </a:cxn>
                <a:cxn ang="0">
                  <a:pos x="connsiteX4279" y="connsiteY4279"/>
                </a:cxn>
                <a:cxn ang="0">
                  <a:pos x="connsiteX4280" y="connsiteY4280"/>
                </a:cxn>
                <a:cxn ang="0">
                  <a:pos x="connsiteX4281" y="connsiteY4281"/>
                </a:cxn>
                <a:cxn ang="0">
                  <a:pos x="connsiteX4282" y="connsiteY4282"/>
                </a:cxn>
                <a:cxn ang="0">
                  <a:pos x="connsiteX4283" y="connsiteY4283"/>
                </a:cxn>
                <a:cxn ang="0">
                  <a:pos x="connsiteX4284" y="connsiteY4284"/>
                </a:cxn>
                <a:cxn ang="0">
                  <a:pos x="connsiteX4285" y="connsiteY4285"/>
                </a:cxn>
                <a:cxn ang="0">
                  <a:pos x="connsiteX4286" y="connsiteY4286"/>
                </a:cxn>
                <a:cxn ang="0">
                  <a:pos x="connsiteX4287" y="connsiteY4287"/>
                </a:cxn>
                <a:cxn ang="0">
                  <a:pos x="connsiteX4288" y="connsiteY4288"/>
                </a:cxn>
                <a:cxn ang="0">
                  <a:pos x="connsiteX4289" y="connsiteY4289"/>
                </a:cxn>
                <a:cxn ang="0">
                  <a:pos x="connsiteX4290" y="connsiteY4290"/>
                </a:cxn>
                <a:cxn ang="0">
                  <a:pos x="connsiteX4291" y="connsiteY4291"/>
                </a:cxn>
                <a:cxn ang="0">
                  <a:pos x="connsiteX4292" y="connsiteY4292"/>
                </a:cxn>
                <a:cxn ang="0">
                  <a:pos x="connsiteX4293" y="connsiteY4293"/>
                </a:cxn>
                <a:cxn ang="0">
                  <a:pos x="connsiteX4294" y="connsiteY4294"/>
                </a:cxn>
                <a:cxn ang="0">
                  <a:pos x="connsiteX4295" y="connsiteY4295"/>
                </a:cxn>
                <a:cxn ang="0">
                  <a:pos x="connsiteX4296" y="connsiteY4296"/>
                </a:cxn>
                <a:cxn ang="0">
                  <a:pos x="connsiteX4297" y="connsiteY4297"/>
                </a:cxn>
                <a:cxn ang="0">
                  <a:pos x="connsiteX4298" y="connsiteY4298"/>
                </a:cxn>
                <a:cxn ang="0">
                  <a:pos x="connsiteX4299" y="connsiteY4299"/>
                </a:cxn>
                <a:cxn ang="0">
                  <a:pos x="connsiteX4300" y="connsiteY4300"/>
                </a:cxn>
                <a:cxn ang="0">
                  <a:pos x="connsiteX4301" y="connsiteY4301"/>
                </a:cxn>
                <a:cxn ang="0">
                  <a:pos x="connsiteX4302" y="connsiteY4302"/>
                </a:cxn>
                <a:cxn ang="0">
                  <a:pos x="connsiteX4303" y="connsiteY4303"/>
                </a:cxn>
                <a:cxn ang="0">
                  <a:pos x="connsiteX4304" y="connsiteY4304"/>
                </a:cxn>
                <a:cxn ang="0">
                  <a:pos x="connsiteX4305" y="connsiteY4305"/>
                </a:cxn>
                <a:cxn ang="0">
                  <a:pos x="connsiteX4306" y="connsiteY4306"/>
                </a:cxn>
                <a:cxn ang="0">
                  <a:pos x="connsiteX4307" y="connsiteY4307"/>
                </a:cxn>
                <a:cxn ang="0">
                  <a:pos x="connsiteX4308" y="connsiteY4308"/>
                </a:cxn>
                <a:cxn ang="0">
                  <a:pos x="connsiteX4309" y="connsiteY4309"/>
                </a:cxn>
                <a:cxn ang="0">
                  <a:pos x="connsiteX4310" y="connsiteY4310"/>
                </a:cxn>
                <a:cxn ang="0">
                  <a:pos x="connsiteX4311" y="connsiteY4311"/>
                </a:cxn>
                <a:cxn ang="0">
                  <a:pos x="connsiteX4312" y="connsiteY4312"/>
                </a:cxn>
                <a:cxn ang="0">
                  <a:pos x="connsiteX4313" y="connsiteY4313"/>
                </a:cxn>
                <a:cxn ang="0">
                  <a:pos x="connsiteX4314" y="connsiteY4314"/>
                </a:cxn>
                <a:cxn ang="0">
                  <a:pos x="connsiteX4315" y="connsiteY4315"/>
                </a:cxn>
                <a:cxn ang="0">
                  <a:pos x="connsiteX4316" y="connsiteY4316"/>
                </a:cxn>
                <a:cxn ang="0">
                  <a:pos x="connsiteX4317" y="connsiteY4317"/>
                </a:cxn>
                <a:cxn ang="0">
                  <a:pos x="connsiteX4318" y="connsiteY4318"/>
                </a:cxn>
                <a:cxn ang="0">
                  <a:pos x="connsiteX4319" y="connsiteY4319"/>
                </a:cxn>
                <a:cxn ang="0">
                  <a:pos x="connsiteX4320" y="connsiteY4320"/>
                </a:cxn>
                <a:cxn ang="0">
                  <a:pos x="connsiteX4321" y="connsiteY4321"/>
                </a:cxn>
                <a:cxn ang="0">
                  <a:pos x="connsiteX4322" y="connsiteY4322"/>
                </a:cxn>
                <a:cxn ang="0">
                  <a:pos x="connsiteX4323" y="connsiteY4323"/>
                </a:cxn>
                <a:cxn ang="0">
                  <a:pos x="connsiteX4324" y="connsiteY4324"/>
                </a:cxn>
                <a:cxn ang="0">
                  <a:pos x="connsiteX4325" y="connsiteY4325"/>
                </a:cxn>
                <a:cxn ang="0">
                  <a:pos x="connsiteX4326" y="connsiteY4326"/>
                </a:cxn>
                <a:cxn ang="0">
                  <a:pos x="connsiteX4327" y="connsiteY4327"/>
                </a:cxn>
                <a:cxn ang="0">
                  <a:pos x="connsiteX4328" y="connsiteY4328"/>
                </a:cxn>
                <a:cxn ang="0">
                  <a:pos x="connsiteX4329" y="connsiteY4329"/>
                </a:cxn>
                <a:cxn ang="0">
                  <a:pos x="connsiteX4330" y="connsiteY4330"/>
                </a:cxn>
                <a:cxn ang="0">
                  <a:pos x="connsiteX4331" y="connsiteY4331"/>
                </a:cxn>
                <a:cxn ang="0">
                  <a:pos x="connsiteX4332" y="connsiteY4332"/>
                </a:cxn>
                <a:cxn ang="0">
                  <a:pos x="connsiteX4333" y="connsiteY4333"/>
                </a:cxn>
                <a:cxn ang="0">
                  <a:pos x="connsiteX4334" y="connsiteY4334"/>
                </a:cxn>
                <a:cxn ang="0">
                  <a:pos x="connsiteX4335" y="connsiteY4335"/>
                </a:cxn>
                <a:cxn ang="0">
                  <a:pos x="connsiteX4336" y="connsiteY4336"/>
                </a:cxn>
                <a:cxn ang="0">
                  <a:pos x="connsiteX4337" y="connsiteY4337"/>
                </a:cxn>
                <a:cxn ang="0">
                  <a:pos x="connsiteX4338" y="connsiteY4338"/>
                </a:cxn>
                <a:cxn ang="0">
                  <a:pos x="connsiteX4339" y="connsiteY4339"/>
                </a:cxn>
                <a:cxn ang="0">
                  <a:pos x="connsiteX4340" y="connsiteY4340"/>
                </a:cxn>
                <a:cxn ang="0">
                  <a:pos x="connsiteX4341" y="connsiteY4341"/>
                </a:cxn>
                <a:cxn ang="0">
                  <a:pos x="connsiteX4342" y="connsiteY4342"/>
                </a:cxn>
                <a:cxn ang="0">
                  <a:pos x="connsiteX4343" y="connsiteY4343"/>
                </a:cxn>
                <a:cxn ang="0">
                  <a:pos x="connsiteX4344" y="connsiteY4344"/>
                </a:cxn>
                <a:cxn ang="0">
                  <a:pos x="connsiteX4345" y="connsiteY4345"/>
                </a:cxn>
                <a:cxn ang="0">
                  <a:pos x="connsiteX4346" y="connsiteY4346"/>
                </a:cxn>
                <a:cxn ang="0">
                  <a:pos x="connsiteX4347" y="connsiteY4347"/>
                </a:cxn>
                <a:cxn ang="0">
                  <a:pos x="connsiteX4348" y="connsiteY4348"/>
                </a:cxn>
                <a:cxn ang="0">
                  <a:pos x="connsiteX4349" y="connsiteY4349"/>
                </a:cxn>
                <a:cxn ang="0">
                  <a:pos x="connsiteX4350" y="connsiteY4350"/>
                </a:cxn>
                <a:cxn ang="0">
                  <a:pos x="connsiteX4351" y="connsiteY4351"/>
                </a:cxn>
                <a:cxn ang="0">
                  <a:pos x="connsiteX4352" y="connsiteY4352"/>
                </a:cxn>
                <a:cxn ang="0">
                  <a:pos x="connsiteX4353" y="connsiteY4353"/>
                </a:cxn>
                <a:cxn ang="0">
                  <a:pos x="connsiteX4354" y="connsiteY4354"/>
                </a:cxn>
                <a:cxn ang="0">
                  <a:pos x="connsiteX4355" y="connsiteY4355"/>
                </a:cxn>
                <a:cxn ang="0">
                  <a:pos x="connsiteX4356" y="connsiteY4356"/>
                </a:cxn>
                <a:cxn ang="0">
                  <a:pos x="connsiteX4357" y="connsiteY4357"/>
                </a:cxn>
                <a:cxn ang="0">
                  <a:pos x="connsiteX4358" y="connsiteY4358"/>
                </a:cxn>
                <a:cxn ang="0">
                  <a:pos x="connsiteX4359" y="connsiteY4359"/>
                </a:cxn>
                <a:cxn ang="0">
                  <a:pos x="connsiteX4360" y="connsiteY4360"/>
                </a:cxn>
                <a:cxn ang="0">
                  <a:pos x="connsiteX4361" y="connsiteY4361"/>
                </a:cxn>
                <a:cxn ang="0">
                  <a:pos x="connsiteX4362" y="connsiteY4362"/>
                </a:cxn>
                <a:cxn ang="0">
                  <a:pos x="connsiteX4363" y="connsiteY4363"/>
                </a:cxn>
                <a:cxn ang="0">
                  <a:pos x="connsiteX4364" y="connsiteY4364"/>
                </a:cxn>
                <a:cxn ang="0">
                  <a:pos x="connsiteX4365" y="connsiteY4365"/>
                </a:cxn>
                <a:cxn ang="0">
                  <a:pos x="connsiteX4366" y="connsiteY4366"/>
                </a:cxn>
                <a:cxn ang="0">
                  <a:pos x="connsiteX4367" y="connsiteY4367"/>
                </a:cxn>
                <a:cxn ang="0">
                  <a:pos x="connsiteX4368" y="connsiteY4368"/>
                </a:cxn>
                <a:cxn ang="0">
                  <a:pos x="connsiteX4369" y="connsiteY4369"/>
                </a:cxn>
                <a:cxn ang="0">
                  <a:pos x="connsiteX4370" y="connsiteY4370"/>
                </a:cxn>
                <a:cxn ang="0">
                  <a:pos x="connsiteX4371" y="connsiteY4371"/>
                </a:cxn>
                <a:cxn ang="0">
                  <a:pos x="connsiteX4372" y="connsiteY4372"/>
                </a:cxn>
                <a:cxn ang="0">
                  <a:pos x="connsiteX4373" y="connsiteY4373"/>
                </a:cxn>
                <a:cxn ang="0">
                  <a:pos x="connsiteX4374" y="connsiteY4374"/>
                </a:cxn>
                <a:cxn ang="0">
                  <a:pos x="connsiteX4375" y="connsiteY4375"/>
                </a:cxn>
                <a:cxn ang="0">
                  <a:pos x="connsiteX4376" y="connsiteY4376"/>
                </a:cxn>
                <a:cxn ang="0">
                  <a:pos x="connsiteX4377" y="connsiteY4377"/>
                </a:cxn>
                <a:cxn ang="0">
                  <a:pos x="connsiteX4378" y="connsiteY4378"/>
                </a:cxn>
                <a:cxn ang="0">
                  <a:pos x="connsiteX4379" y="connsiteY4379"/>
                </a:cxn>
                <a:cxn ang="0">
                  <a:pos x="connsiteX4380" y="connsiteY4380"/>
                </a:cxn>
                <a:cxn ang="0">
                  <a:pos x="connsiteX4381" y="connsiteY4381"/>
                </a:cxn>
                <a:cxn ang="0">
                  <a:pos x="connsiteX4382" y="connsiteY4382"/>
                </a:cxn>
                <a:cxn ang="0">
                  <a:pos x="connsiteX4383" y="connsiteY4383"/>
                </a:cxn>
                <a:cxn ang="0">
                  <a:pos x="connsiteX4384" y="connsiteY4384"/>
                </a:cxn>
                <a:cxn ang="0">
                  <a:pos x="connsiteX4385" y="connsiteY4385"/>
                </a:cxn>
                <a:cxn ang="0">
                  <a:pos x="connsiteX4386" y="connsiteY4386"/>
                </a:cxn>
                <a:cxn ang="0">
                  <a:pos x="connsiteX4387" y="connsiteY4387"/>
                </a:cxn>
                <a:cxn ang="0">
                  <a:pos x="connsiteX4388" y="connsiteY4388"/>
                </a:cxn>
                <a:cxn ang="0">
                  <a:pos x="connsiteX4389" y="connsiteY4389"/>
                </a:cxn>
                <a:cxn ang="0">
                  <a:pos x="connsiteX4390" y="connsiteY4390"/>
                </a:cxn>
                <a:cxn ang="0">
                  <a:pos x="connsiteX4391" y="connsiteY4391"/>
                </a:cxn>
                <a:cxn ang="0">
                  <a:pos x="connsiteX4392" y="connsiteY4392"/>
                </a:cxn>
                <a:cxn ang="0">
                  <a:pos x="connsiteX4393" y="connsiteY4393"/>
                </a:cxn>
                <a:cxn ang="0">
                  <a:pos x="connsiteX4394" y="connsiteY4394"/>
                </a:cxn>
                <a:cxn ang="0">
                  <a:pos x="connsiteX4395" y="connsiteY4395"/>
                </a:cxn>
                <a:cxn ang="0">
                  <a:pos x="connsiteX4396" y="connsiteY4396"/>
                </a:cxn>
                <a:cxn ang="0">
                  <a:pos x="connsiteX4397" y="connsiteY4397"/>
                </a:cxn>
                <a:cxn ang="0">
                  <a:pos x="connsiteX4398" y="connsiteY4398"/>
                </a:cxn>
                <a:cxn ang="0">
                  <a:pos x="connsiteX4399" y="connsiteY4399"/>
                </a:cxn>
                <a:cxn ang="0">
                  <a:pos x="connsiteX4400" y="connsiteY4400"/>
                </a:cxn>
                <a:cxn ang="0">
                  <a:pos x="connsiteX4401" y="connsiteY4401"/>
                </a:cxn>
                <a:cxn ang="0">
                  <a:pos x="connsiteX4402" y="connsiteY4402"/>
                </a:cxn>
                <a:cxn ang="0">
                  <a:pos x="connsiteX4403" y="connsiteY4403"/>
                </a:cxn>
                <a:cxn ang="0">
                  <a:pos x="connsiteX4404" y="connsiteY4404"/>
                </a:cxn>
                <a:cxn ang="0">
                  <a:pos x="connsiteX4405" y="connsiteY4405"/>
                </a:cxn>
                <a:cxn ang="0">
                  <a:pos x="connsiteX4406" y="connsiteY4406"/>
                </a:cxn>
                <a:cxn ang="0">
                  <a:pos x="connsiteX4407" y="connsiteY4407"/>
                </a:cxn>
                <a:cxn ang="0">
                  <a:pos x="connsiteX4408" y="connsiteY4408"/>
                </a:cxn>
                <a:cxn ang="0">
                  <a:pos x="connsiteX4409" y="connsiteY4409"/>
                </a:cxn>
                <a:cxn ang="0">
                  <a:pos x="connsiteX4410" y="connsiteY4410"/>
                </a:cxn>
                <a:cxn ang="0">
                  <a:pos x="connsiteX4411" y="connsiteY4411"/>
                </a:cxn>
                <a:cxn ang="0">
                  <a:pos x="connsiteX4412" y="connsiteY4412"/>
                </a:cxn>
                <a:cxn ang="0">
                  <a:pos x="connsiteX4413" y="connsiteY4413"/>
                </a:cxn>
                <a:cxn ang="0">
                  <a:pos x="connsiteX4414" y="connsiteY4414"/>
                </a:cxn>
                <a:cxn ang="0">
                  <a:pos x="connsiteX4415" y="connsiteY4415"/>
                </a:cxn>
                <a:cxn ang="0">
                  <a:pos x="connsiteX4416" y="connsiteY4416"/>
                </a:cxn>
                <a:cxn ang="0">
                  <a:pos x="connsiteX4417" y="connsiteY4417"/>
                </a:cxn>
                <a:cxn ang="0">
                  <a:pos x="connsiteX4418" y="connsiteY4418"/>
                </a:cxn>
                <a:cxn ang="0">
                  <a:pos x="connsiteX4419" y="connsiteY4419"/>
                </a:cxn>
                <a:cxn ang="0">
                  <a:pos x="connsiteX4420" y="connsiteY4420"/>
                </a:cxn>
                <a:cxn ang="0">
                  <a:pos x="connsiteX4421" y="connsiteY4421"/>
                </a:cxn>
                <a:cxn ang="0">
                  <a:pos x="connsiteX4422" y="connsiteY4422"/>
                </a:cxn>
                <a:cxn ang="0">
                  <a:pos x="connsiteX4423" y="connsiteY4423"/>
                </a:cxn>
                <a:cxn ang="0">
                  <a:pos x="connsiteX4424" y="connsiteY4424"/>
                </a:cxn>
                <a:cxn ang="0">
                  <a:pos x="connsiteX4425" y="connsiteY4425"/>
                </a:cxn>
                <a:cxn ang="0">
                  <a:pos x="connsiteX4426" y="connsiteY4426"/>
                </a:cxn>
                <a:cxn ang="0">
                  <a:pos x="connsiteX4427" y="connsiteY4427"/>
                </a:cxn>
                <a:cxn ang="0">
                  <a:pos x="connsiteX4428" y="connsiteY4428"/>
                </a:cxn>
                <a:cxn ang="0">
                  <a:pos x="connsiteX4429" y="connsiteY4429"/>
                </a:cxn>
                <a:cxn ang="0">
                  <a:pos x="connsiteX4430" y="connsiteY4430"/>
                </a:cxn>
                <a:cxn ang="0">
                  <a:pos x="connsiteX4431" y="connsiteY4431"/>
                </a:cxn>
                <a:cxn ang="0">
                  <a:pos x="connsiteX4432" y="connsiteY4432"/>
                </a:cxn>
                <a:cxn ang="0">
                  <a:pos x="connsiteX4433" y="connsiteY4433"/>
                </a:cxn>
                <a:cxn ang="0">
                  <a:pos x="connsiteX4434" y="connsiteY4434"/>
                </a:cxn>
                <a:cxn ang="0">
                  <a:pos x="connsiteX4435" y="connsiteY4435"/>
                </a:cxn>
                <a:cxn ang="0">
                  <a:pos x="connsiteX4436" y="connsiteY4436"/>
                </a:cxn>
                <a:cxn ang="0">
                  <a:pos x="connsiteX4437" y="connsiteY4437"/>
                </a:cxn>
                <a:cxn ang="0">
                  <a:pos x="connsiteX4438" y="connsiteY4438"/>
                </a:cxn>
                <a:cxn ang="0">
                  <a:pos x="connsiteX4439" y="connsiteY4439"/>
                </a:cxn>
                <a:cxn ang="0">
                  <a:pos x="connsiteX4440" y="connsiteY4440"/>
                </a:cxn>
                <a:cxn ang="0">
                  <a:pos x="connsiteX4441" y="connsiteY4441"/>
                </a:cxn>
                <a:cxn ang="0">
                  <a:pos x="connsiteX4442" y="connsiteY4442"/>
                </a:cxn>
                <a:cxn ang="0">
                  <a:pos x="connsiteX4443" y="connsiteY4443"/>
                </a:cxn>
                <a:cxn ang="0">
                  <a:pos x="connsiteX4444" y="connsiteY4444"/>
                </a:cxn>
                <a:cxn ang="0">
                  <a:pos x="connsiteX4445" y="connsiteY4445"/>
                </a:cxn>
                <a:cxn ang="0">
                  <a:pos x="connsiteX4446" y="connsiteY4446"/>
                </a:cxn>
                <a:cxn ang="0">
                  <a:pos x="connsiteX4447" y="connsiteY4447"/>
                </a:cxn>
                <a:cxn ang="0">
                  <a:pos x="connsiteX4448" y="connsiteY4448"/>
                </a:cxn>
                <a:cxn ang="0">
                  <a:pos x="connsiteX4449" y="connsiteY4449"/>
                </a:cxn>
                <a:cxn ang="0">
                  <a:pos x="connsiteX4450" y="connsiteY4450"/>
                </a:cxn>
                <a:cxn ang="0">
                  <a:pos x="connsiteX4451" y="connsiteY4451"/>
                </a:cxn>
                <a:cxn ang="0">
                  <a:pos x="connsiteX4452" y="connsiteY4452"/>
                </a:cxn>
                <a:cxn ang="0">
                  <a:pos x="connsiteX4453" y="connsiteY4453"/>
                </a:cxn>
                <a:cxn ang="0">
                  <a:pos x="connsiteX4454" y="connsiteY4454"/>
                </a:cxn>
                <a:cxn ang="0">
                  <a:pos x="connsiteX4455" y="connsiteY4455"/>
                </a:cxn>
                <a:cxn ang="0">
                  <a:pos x="connsiteX4456" y="connsiteY4456"/>
                </a:cxn>
                <a:cxn ang="0">
                  <a:pos x="connsiteX4457" y="connsiteY4457"/>
                </a:cxn>
                <a:cxn ang="0">
                  <a:pos x="connsiteX4458" y="connsiteY4458"/>
                </a:cxn>
                <a:cxn ang="0">
                  <a:pos x="connsiteX4459" y="connsiteY4459"/>
                </a:cxn>
                <a:cxn ang="0">
                  <a:pos x="connsiteX4460" y="connsiteY4460"/>
                </a:cxn>
                <a:cxn ang="0">
                  <a:pos x="connsiteX4461" y="connsiteY4461"/>
                </a:cxn>
                <a:cxn ang="0">
                  <a:pos x="connsiteX4462" y="connsiteY4462"/>
                </a:cxn>
                <a:cxn ang="0">
                  <a:pos x="connsiteX4463" y="connsiteY4463"/>
                </a:cxn>
                <a:cxn ang="0">
                  <a:pos x="connsiteX4464" y="connsiteY4464"/>
                </a:cxn>
                <a:cxn ang="0">
                  <a:pos x="connsiteX4465" y="connsiteY4465"/>
                </a:cxn>
                <a:cxn ang="0">
                  <a:pos x="connsiteX4466" y="connsiteY4466"/>
                </a:cxn>
                <a:cxn ang="0">
                  <a:pos x="connsiteX4467" y="connsiteY4467"/>
                </a:cxn>
                <a:cxn ang="0">
                  <a:pos x="connsiteX4468" y="connsiteY4468"/>
                </a:cxn>
                <a:cxn ang="0">
                  <a:pos x="connsiteX4469" y="connsiteY4469"/>
                </a:cxn>
                <a:cxn ang="0">
                  <a:pos x="connsiteX4470" y="connsiteY4470"/>
                </a:cxn>
                <a:cxn ang="0">
                  <a:pos x="connsiteX4471" y="connsiteY4471"/>
                </a:cxn>
                <a:cxn ang="0">
                  <a:pos x="connsiteX4472" y="connsiteY4472"/>
                </a:cxn>
                <a:cxn ang="0">
                  <a:pos x="connsiteX4473" y="connsiteY4473"/>
                </a:cxn>
                <a:cxn ang="0">
                  <a:pos x="connsiteX4474" y="connsiteY4474"/>
                </a:cxn>
                <a:cxn ang="0">
                  <a:pos x="connsiteX4475" y="connsiteY4475"/>
                </a:cxn>
                <a:cxn ang="0">
                  <a:pos x="connsiteX4476" y="connsiteY4476"/>
                </a:cxn>
                <a:cxn ang="0">
                  <a:pos x="connsiteX4477" y="connsiteY4477"/>
                </a:cxn>
                <a:cxn ang="0">
                  <a:pos x="connsiteX4478" y="connsiteY4478"/>
                </a:cxn>
                <a:cxn ang="0">
                  <a:pos x="connsiteX4479" y="connsiteY4479"/>
                </a:cxn>
                <a:cxn ang="0">
                  <a:pos x="connsiteX4480" y="connsiteY4480"/>
                </a:cxn>
                <a:cxn ang="0">
                  <a:pos x="connsiteX4481" y="connsiteY4481"/>
                </a:cxn>
                <a:cxn ang="0">
                  <a:pos x="connsiteX4482" y="connsiteY4482"/>
                </a:cxn>
                <a:cxn ang="0">
                  <a:pos x="connsiteX4483" y="connsiteY4483"/>
                </a:cxn>
                <a:cxn ang="0">
                  <a:pos x="connsiteX4484" y="connsiteY4484"/>
                </a:cxn>
                <a:cxn ang="0">
                  <a:pos x="connsiteX4485" y="connsiteY4485"/>
                </a:cxn>
                <a:cxn ang="0">
                  <a:pos x="connsiteX4486" y="connsiteY4486"/>
                </a:cxn>
                <a:cxn ang="0">
                  <a:pos x="connsiteX4487" y="connsiteY4487"/>
                </a:cxn>
                <a:cxn ang="0">
                  <a:pos x="connsiteX4488" y="connsiteY4488"/>
                </a:cxn>
                <a:cxn ang="0">
                  <a:pos x="connsiteX4489" y="connsiteY4489"/>
                </a:cxn>
                <a:cxn ang="0">
                  <a:pos x="connsiteX4490" y="connsiteY4490"/>
                </a:cxn>
                <a:cxn ang="0">
                  <a:pos x="connsiteX4491" y="connsiteY4491"/>
                </a:cxn>
                <a:cxn ang="0">
                  <a:pos x="connsiteX4492" y="connsiteY4492"/>
                </a:cxn>
                <a:cxn ang="0">
                  <a:pos x="connsiteX4493" y="connsiteY4493"/>
                </a:cxn>
                <a:cxn ang="0">
                  <a:pos x="connsiteX4494" y="connsiteY4494"/>
                </a:cxn>
                <a:cxn ang="0">
                  <a:pos x="connsiteX4495" y="connsiteY4495"/>
                </a:cxn>
                <a:cxn ang="0">
                  <a:pos x="connsiteX4496" y="connsiteY4496"/>
                </a:cxn>
                <a:cxn ang="0">
                  <a:pos x="connsiteX4497" y="connsiteY4497"/>
                </a:cxn>
                <a:cxn ang="0">
                  <a:pos x="connsiteX4498" y="connsiteY4498"/>
                </a:cxn>
                <a:cxn ang="0">
                  <a:pos x="connsiteX4499" y="connsiteY4499"/>
                </a:cxn>
                <a:cxn ang="0">
                  <a:pos x="connsiteX4500" y="connsiteY4500"/>
                </a:cxn>
                <a:cxn ang="0">
                  <a:pos x="connsiteX4501" y="connsiteY4501"/>
                </a:cxn>
                <a:cxn ang="0">
                  <a:pos x="connsiteX4502" y="connsiteY4502"/>
                </a:cxn>
                <a:cxn ang="0">
                  <a:pos x="connsiteX4503" y="connsiteY4503"/>
                </a:cxn>
                <a:cxn ang="0">
                  <a:pos x="connsiteX4504" y="connsiteY4504"/>
                </a:cxn>
                <a:cxn ang="0">
                  <a:pos x="connsiteX4505" y="connsiteY4505"/>
                </a:cxn>
                <a:cxn ang="0">
                  <a:pos x="connsiteX4506" y="connsiteY4506"/>
                </a:cxn>
                <a:cxn ang="0">
                  <a:pos x="connsiteX4507" y="connsiteY4507"/>
                </a:cxn>
                <a:cxn ang="0">
                  <a:pos x="connsiteX4508" y="connsiteY4508"/>
                </a:cxn>
                <a:cxn ang="0">
                  <a:pos x="connsiteX4509" y="connsiteY4509"/>
                </a:cxn>
                <a:cxn ang="0">
                  <a:pos x="connsiteX4510" y="connsiteY4510"/>
                </a:cxn>
                <a:cxn ang="0">
                  <a:pos x="connsiteX4511" y="connsiteY4511"/>
                </a:cxn>
                <a:cxn ang="0">
                  <a:pos x="connsiteX4512" y="connsiteY4512"/>
                </a:cxn>
                <a:cxn ang="0">
                  <a:pos x="connsiteX4513" y="connsiteY4513"/>
                </a:cxn>
                <a:cxn ang="0">
                  <a:pos x="connsiteX4514" y="connsiteY4514"/>
                </a:cxn>
                <a:cxn ang="0">
                  <a:pos x="connsiteX4515" y="connsiteY4515"/>
                </a:cxn>
                <a:cxn ang="0">
                  <a:pos x="connsiteX4516" y="connsiteY4516"/>
                </a:cxn>
                <a:cxn ang="0">
                  <a:pos x="connsiteX4517" y="connsiteY4517"/>
                </a:cxn>
                <a:cxn ang="0">
                  <a:pos x="connsiteX4518" y="connsiteY4518"/>
                </a:cxn>
                <a:cxn ang="0">
                  <a:pos x="connsiteX4519" y="connsiteY4519"/>
                </a:cxn>
                <a:cxn ang="0">
                  <a:pos x="connsiteX4520" y="connsiteY4520"/>
                </a:cxn>
                <a:cxn ang="0">
                  <a:pos x="connsiteX4521" y="connsiteY4521"/>
                </a:cxn>
                <a:cxn ang="0">
                  <a:pos x="connsiteX4522" y="connsiteY4522"/>
                </a:cxn>
                <a:cxn ang="0">
                  <a:pos x="connsiteX4523" y="connsiteY4523"/>
                </a:cxn>
                <a:cxn ang="0">
                  <a:pos x="connsiteX4524" y="connsiteY4524"/>
                </a:cxn>
                <a:cxn ang="0">
                  <a:pos x="connsiteX4525" y="connsiteY4525"/>
                </a:cxn>
                <a:cxn ang="0">
                  <a:pos x="connsiteX4526" y="connsiteY4526"/>
                </a:cxn>
                <a:cxn ang="0">
                  <a:pos x="connsiteX4527" y="connsiteY4527"/>
                </a:cxn>
                <a:cxn ang="0">
                  <a:pos x="connsiteX4528" y="connsiteY4528"/>
                </a:cxn>
                <a:cxn ang="0">
                  <a:pos x="connsiteX4529" y="connsiteY4529"/>
                </a:cxn>
                <a:cxn ang="0">
                  <a:pos x="connsiteX4530" y="connsiteY4530"/>
                </a:cxn>
                <a:cxn ang="0">
                  <a:pos x="connsiteX4531" y="connsiteY4531"/>
                </a:cxn>
                <a:cxn ang="0">
                  <a:pos x="connsiteX4532" y="connsiteY4532"/>
                </a:cxn>
                <a:cxn ang="0">
                  <a:pos x="connsiteX4533" y="connsiteY4533"/>
                </a:cxn>
                <a:cxn ang="0">
                  <a:pos x="connsiteX4534" y="connsiteY4534"/>
                </a:cxn>
                <a:cxn ang="0">
                  <a:pos x="connsiteX4535" y="connsiteY4535"/>
                </a:cxn>
                <a:cxn ang="0">
                  <a:pos x="connsiteX4536" y="connsiteY4536"/>
                </a:cxn>
                <a:cxn ang="0">
                  <a:pos x="connsiteX4537" y="connsiteY4537"/>
                </a:cxn>
                <a:cxn ang="0">
                  <a:pos x="connsiteX4538" y="connsiteY4538"/>
                </a:cxn>
                <a:cxn ang="0">
                  <a:pos x="connsiteX4539" y="connsiteY4539"/>
                </a:cxn>
                <a:cxn ang="0">
                  <a:pos x="connsiteX4540" y="connsiteY4540"/>
                </a:cxn>
                <a:cxn ang="0">
                  <a:pos x="connsiteX4541" y="connsiteY4541"/>
                </a:cxn>
                <a:cxn ang="0">
                  <a:pos x="connsiteX4542" y="connsiteY4542"/>
                </a:cxn>
                <a:cxn ang="0">
                  <a:pos x="connsiteX4543" y="connsiteY4543"/>
                </a:cxn>
                <a:cxn ang="0">
                  <a:pos x="connsiteX4544" y="connsiteY4544"/>
                </a:cxn>
                <a:cxn ang="0">
                  <a:pos x="connsiteX4545" y="connsiteY4545"/>
                </a:cxn>
                <a:cxn ang="0">
                  <a:pos x="connsiteX4546" y="connsiteY4546"/>
                </a:cxn>
                <a:cxn ang="0">
                  <a:pos x="connsiteX4547" y="connsiteY4547"/>
                </a:cxn>
                <a:cxn ang="0">
                  <a:pos x="connsiteX4548" y="connsiteY4548"/>
                </a:cxn>
                <a:cxn ang="0">
                  <a:pos x="connsiteX4549" y="connsiteY4549"/>
                </a:cxn>
                <a:cxn ang="0">
                  <a:pos x="connsiteX4550" y="connsiteY4550"/>
                </a:cxn>
                <a:cxn ang="0">
                  <a:pos x="connsiteX4551" y="connsiteY4551"/>
                </a:cxn>
                <a:cxn ang="0">
                  <a:pos x="connsiteX4552" y="connsiteY4552"/>
                </a:cxn>
                <a:cxn ang="0">
                  <a:pos x="connsiteX4553" y="connsiteY4553"/>
                </a:cxn>
                <a:cxn ang="0">
                  <a:pos x="connsiteX4554" y="connsiteY4554"/>
                </a:cxn>
                <a:cxn ang="0">
                  <a:pos x="connsiteX4555" y="connsiteY4555"/>
                </a:cxn>
                <a:cxn ang="0">
                  <a:pos x="connsiteX4556" y="connsiteY4556"/>
                </a:cxn>
                <a:cxn ang="0">
                  <a:pos x="connsiteX4557" y="connsiteY4557"/>
                </a:cxn>
                <a:cxn ang="0">
                  <a:pos x="connsiteX4558" y="connsiteY4558"/>
                </a:cxn>
                <a:cxn ang="0">
                  <a:pos x="connsiteX4559" y="connsiteY4559"/>
                </a:cxn>
                <a:cxn ang="0">
                  <a:pos x="connsiteX4560" y="connsiteY4560"/>
                </a:cxn>
                <a:cxn ang="0">
                  <a:pos x="connsiteX4561" y="connsiteY4561"/>
                </a:cxn>
                <a:cxn ang="0">
                  <a:pos x="connsiteX4562" y="connsiteY4562"/>
                </a:cxn>
                <a:cxn ang="0">
                  <a:pos x="connsiteX4563" y="connsiteY4563"/>
                </a:cxn>
                <a:cxn ang="0">
                  <a:pos x="connsiteX4564" y="connsiteY4564"/>
                </a:cxn>
                <a:cxn ang="0">
                  <a:pos x="connsiteX4565" y="connsiteY4565"/>
                </a:cxn>
                <a:cxn ang="0">
                  <a:pos x="connsiteX4566" y="connsiteY4566"/>
                </a:cxn>
                <a:cxn ang="0">
                  <a:pos x="connsiteX4567" y="connsiteY4567"/>
                </a:cxn>
                <a:cxn ang="0">
                  <a:pos x="connsiteX4568" y="connsiteY4568"/>
                </a:cxn>
                <a:cxn ang="0">
                  <a:pos x="connsiteX4569" y="connsiteY4569"/>
                </a:cxn>
                <a:cxn ang="0">
                  <a:pos x="connsiteX4570" y="connsiteY4570"/>
                </a:cxn>
                <a:cxn ang="0">
                  <a:pos x="connsiteX4571" y="connsiteY4571"/>
                </a:cxn>
                <a:cxn ang="0">
                  <a:pos x="connsiteX4572" y="connsiteY4572"/>
                </a:cxn>
                <a:cxn ang="0">
                  <a:pos x="connsiteX4573" y="connsiteY4573"/>
                </a:cxn>
                <a:cxn ang="0">
                  <a:pos x="connsiteX4574" y="connsiteY4574"/>
                </a:cxn>
                <a:cxn ang="0">
                  <a:pos x="connsiteX4575" y="connsiteY4575"/>
                </a:cxn>
                <a:cxn ang="0">
                  <a:pos x="connsiteX4576" y="connsiteY4576"/>
                </a:cxn>
                <a:cxn ang="0">
                  <a:pos x="connsiteX4577" y="connsiteY4577"/>
                </a:cxn>
                <a:cxn ang="0">
                  <a:pos x="connsiteX4578" y="connsiteY4578"/>
                </a:cxn>
                <a:cxn ang="0">
                  <a:pos x="connsiteX4579" y="connsiteY4579"/>
                </a:cxn>
                <a:cxn ang="0">
                  <a:pos x="connsiteX4580" y="connsiteY4580"/>
                </a:cxn>
                <a:cxn ang="0">
                  <a:pos x="connsiteX4581" y="connsiteY4581"/>
                </a:cxn>
                <a:cxn ang="0">
                  <a:pos x="connsiteX4582" y="connsiteY4582"/>
                </a:cxn>
                <a:cxn ang="0">
                  <a:pos x="connsiteX4583" y="connsiteY4583"/>
                </a:cxn>
                <a:cxn ang="0">
                  <a:pos x="connsiteX4584" y="connsiteY4584"/>
                </a:cxn>
                <a:cxn ang="0">
                  <a:pos x="connsiteX4585" y="connsiteY4585"/>
                </a:cxn>
                <a:cxn ang="0">
                  <a:pos x="connsiteX4586" y="connsiteY4586"/>
                </a:cxn>
                <a:cxn ang="0">
                  <a:pos x="connsiteX4587" y="connsiteY4587"/>
                </a:cxn>
                <a:cxn ang="0">
                  <a:pos x="connsiteX4588" y="connsiteY4588"/>
                </a:cxn>
                <a:cxn ang="0">
                  <a:pos x="connsiteX4589" y="connsiteY4589"/>
                </a:cxn>
                <a:cxn ang="0">
                  <a:pos x="connsiteX4590" y="connsiteY4590"/>
                </a:cxn>
                <a:cxn ang="0">
                  <a:pos x="connsiteX4591" y="connsiteY4591"/>
                </a:cxn>
                <a:cxn ang="0">
                  <a:pos x="connsiteX4592" y="connsiteY4592"/>
                </a:cxn>
                <a:cxn ang="0">
                  <a:pos x="connsiteX4593" y="connsiteY4593"/>
                </a:cxn>
                <a:cxn ang="0">
                  <a:pos x="connsiteX4594" y="connsiteY4594"/>
                </a:cxn>
                <a:cxn ang="0">
                  <a:pos x="connsiteX4595" y="connsiteY4595"/>
                </a:cxn>
                <a:cxn ang="0">
                  <a:pos x="connsiteX4596" y="connsiteY4596"/>
                </a:cxn>
                <a:cxn ang="0">
                  <a:pos x="connsiteX4597" y="connsiteY4597"/>
                </a:cxn>
                <a:cxn ang="0">
                  <a:pos x="connsiteX4598" y="connsiteY4598"/>
                </a:cxn>
                <a:cxn ang="0">
                  <a:pos x="connsiteX4599" y="connsiteY4599"/>
                </a:cxn>
                <a:cxn ang="0">
                  <a:pos x="connsiteX4600" y="connsiteY4600"/>
                </a:cxn>
                <a:cxn ang="0">
                  <a:pos x="connsiteX4601" y="connsiteY4601"/>
                </a:cxn>
                <a:cxn ang="0">
                  <a:pos x="connsiteX4602" y="connsiteY4602"/>
                </a:cxn>
                <a:cxn ang="0">
                  <a:pos x="connsiteX4603" y="connsiteY4603"/>
                </a:cxn>
                <a:cxn ang="0">
                  <a:pos x="connsiteX4604" y="connsiteY4604"/>
                </a:cxn>
                <a:cxn ang="0">
                  <a:pos x="connsiteX4605" y="connsiteY4605"/>
                </a:cxn>
                <a:cxn ang="0">
                  <a:pos x="connsiteX4606" y="connsiteY4606"/>
                </a:cxn>
                <a:cxn ang="0">
                  <a:pos x="connsiteX4607" y="connsiteY4607"/>
                </a:cxn>
                <a:cxn ang="0">
                  <a:pos x="connsiteX4608" y="connsiteY4608"/>
                </a:cxn>
                <a:cxn ang="0">
                  <a:pos x="connsiteX4609" y="connsiteY4609"/>
                </a:cxn>
                <a:cxn ang="0">
                  <a:pos x="connsiteX4610" y="connsiteY4610"/>
                </a:cxn>
                <a:cxn ang="0">
                  <a:pos x="connsiteX4611" y="connsiteY4611"/>
                </a:cxn>
                <a:cxn ang="0">
                  <a:pos x="connsiteX4612" y="connsiteY4612"/>
                </a:cxn>
                <a:cxn ang="0">
                  <a:pos x="connsiteX4613" y="connsiteY4613"/>
                </a:cxn>
                <a:cxn ang="0">
                  <a:pos x="connsiteX4614" y="connsiteY4614"/>
                </a:cxn>
                <a:cxn ang="0">
                  <a:pos x="connsiteX4615" y="connsiteY4615"/>
                </a:cxn>
                <a:cxn ang="0">
                  <a:pos x="connsiteX4616" y="connsiteY4616"/>
                </a:cxn>
                <a:cxn ang="0">
                  <a:pos x="connsiteX4617" y="connsiteY4617"/>
                </a:cxn>
                <a:cxn ang="0">
                  <a:pos x="connsiteX4618" y="connsiteY4618"/>
                </a:cxn>
                <a:cxn ang="0">
                  <a:pos x="connsiteX4619" y="connsiteY4619"/>
                </a:cxn>
                <a:cxn ang="0">
                  <a:pos x="connsiteX4620" y="connsiteY4620"/>
                </a:cxn>
                <a:cxn ang="0">
                  <a:pos x="connsiteX4621" y="connsiteY4621"/>
                </a:cxn>
                <a:cxn ang="0">
                  <a:pos x="connsiteX4622" y="connsiteY4622"/>
                </a:cxn>
                <a:cxn ang="0">
                  <a:pos x="connsiteX4623" y="connsiteY4623"/>
                </a:cxn>
                <a:cxn ang="0">
                  <a:pos x="connsiteX4624" y="connsiteY4624"/>
                </a:cxn>
                <a:cxn ang="0">
                  <a:pos x="connsiteX4625" y="connsiteY4625"/>
                </a:cxn>
                <a:cxn ang="0">
                  <a:pos x="connsiteX4626" y="connsiteY4626"/>
                </a:cxn>
                <a:cxn ang="0">
                  <a:pos x="connsiteX4627" y="connsiteY4627"/>
                </a:cxn>
                <a:cxn ang="0">
                  <a:pos x="connsiteX4628" y="connsiteY4628"/>
                </a:cxn>
                <a:cxn ang="0">
                  <a:pos x="connsiteX4629" y="connsiteY4629"/>
                </a:cxn>
                <a:cxn ang="0">
                  <a:pos x="connsiteX4630" y="connsiteY4630"/>
                </a:cxn>
                <a:cxn ang="0">
                  <a:pos x="connsiteX4631" y="connsiteY4631"/>
                </a:cxn>
                <a:cxn ang="0">
                  <a:pos x="connsiteX4632" y="connsiteY4632"/>
                </a:cxn>
                <a:cxn ang="0">
                  <a:pos x="connsiteX4633" y="connsiteY4633"/>
                </a:cxn>
                <a:cxn ang="0">
                  <a:pos x="connsiteX4634" y="connsiteY4634"/>
                </a:cxn>
                <a:cxn ang="0">
                  <a:pos x="connsiteX4635" y="connsiteY4635"/>
                </a:cxn>
                <a:cxn ang="0">
                  <a:pos x="connsiteX4636" y="connsiteY4636"/>
                </a:cxn>
                <a:cxn ang="0">
                  <a:pos x="connsiteX4637" y="connsiteY4637"/>
                </a:cxn>
                <a:cxn ang="0">
                  <a:pos x="connsiteX4638" y="connsiteY4638"/>
                </a:cxn>
                <a:cxn ang="0">
                  <a:pos x="connsiteX4639" y="connsiteY4639"/>
                </a:cxn>
                <a:cxn ang="0">
                  <a:pos x="connsiteX4640" y="connsiteY4640"/>
                </a:cxn>
                <a:cxn ang="0">
                  <a:pos x="connsiteX4641" y="connsiteY4641"/>
                </a:cxn>
                <a:cxn ang="0">
                  <a:pos x="connsiteX4642" y="connsiteY4642"/>
                </a:cxn>
                <a:cxn ang="0">
                  <a:pos x="connsiteX4643" y="connsiteY4643"/>
                </a:cxn>
                <a:cxn ang="0">
                  <a:pos x="connsiteX4644" y="connsiteY4644"/>
                </a:cxn>
                <a:cxn ang="0">
                  <a:pos x="connsiteX4645" y="connsiteY4645"/>
                </a:cxn>
                <a:cxn ang="0">
                  <a:pos x="connsiteX4646" y="connsiteY4646"/>
                </a:cxn>
                <a:cxn ang="0">
                  <a:pos x="connsiteX4647" y="connsiteY4647"/>
                </a:cxn>
                <a:cxn ang="0">
                  <a:pos x="connsiteX4648" y="connsiteY4648"/>
                </a:cxn>
                <a:cxn ang="0">
                  <a:pos x="connsiteX4649" y="connsiteY4649"/>
                </a:cxn>
                <a:cxn ang="0">
                  <a:pos x="connsiteX4650" y="connsiteY4650"/>
                </a:cxn>
                <a:cxn ang="0">
                  <a:pos x="connsiteX4651" y="connsiteY4651"/>
                </a:cxn>
                <a:cxn ang="0">
                  <a:pos x="connsiteX4652" y="connsiteY4652"/>
                </a:cxn>
                <a:cxn ang="0">
                  <a:pos x="connsiteX4653" y="connsiteY4653"/>
                </a:cxn>
                <a:cxn ang="0">
                  <a:pos x="connsiteX4654" y="connsiteY4654"/>
                </a:cxn>
                <a:cxn ang="0">
                  <a:pos x="connsiteX4655" y="connsiteY4655"/>
                </a:cxn>
                <a:cxn ang="0">
                  <a:pos x="connsiteX4656" y="connsiteY4656"/>
                </a:cxn>
                <a:cxn ang="0">
                  <a:pos x="connsiteX4657" y="connsiteY4657"/>
                </a:cxn>
                <a:cxn ang="0">
                  <a:pos x="connsiteX4658" y="connsiteY4658"/>
                </a:cxn>
                <a:cxn ang="0">
                  <a:pos x="connsiteX4659" y="connsiteY4659"/>
                </a:cxn>
                <a:cxn ang="0">
                  <a:pos x="connsiteX4660" y="connsiteY4660"/>
                </a:cxn>
                <a:cxn ang="0">
                  <a:pos x="connsiteX4661" y="connsiteY4661"/>
                </a:cxn>
                <a:cxn ang="0">
                  <a:pos x="connsiteX4662" y="connsiteY4662"/>
                </a:cxn>
                <a:cxn ang="0">
                  <a:pos x="connsiteX4663" y="connsiteY4663"/>
                </a:cxn>
                <a:cxn ang="0">
                  <a:pos x="connsiteX4664" y="connsiteY4664"/>
                </a:cxn>
                <a:cxn ang="0">
                  <a:pos x="connsiteX4665" y="connsiteY4665"/>
                </a:cxn>
                <a:cxn ang="0">
                  <a:pos x="connsiteX4666" y="connsiteY4666"/>
                </a:cxn>
                <a:cxn ang="0">
                  <a:pos x="connsiteX4667" y="connsiteY4667"/>
                </a:cxn>
                <a:cxn ang="0">
                  <a:pos x="connsiteX4668" y="connsiteY4668"/>
                </a:cxn>
                <a:cxn ang="0">
                  <a:pos x="connsiteX4669" y="connsiteY4669"/>
                </a:cxn>
                <a:cxn ang="0">
                  <a:pos x="connsiteX4670" y="connsiteY4670"/>
                </a:cxn>
                <a:cxn ang="0">
                  <a:pos x="connsiteX4671" y="connsiteY4671"/>
                </a:cxn>
                <a:cxn ang="0">
                  <a:pos x="connsiteX4672" y="connsiteY4672"/>
                </a:cxn>
                <a:cxn ang="0">
                  <a:pos x="connsiteX4673" y="connsiteY4673"/>
                </a:cxn>
                <a:cxn ang="0">
                  <a:pos x="connsiteX4674" y="connsiteY4674"/>
                </a:cxn>
                <a:cxn ang="0">
                  <a:pos x="connsiteX4675" y="connsiteY4675"/>
                </a:cxn>
                <a:cxn ang="0">
                  <a:pos x="connsiteX4676" y="connsiteY4676"/>
                </a:cxn>
                <a:cxn ang="0">
                  <a:pos x="connsiteX4677" y="connsiteY4677"/>
                </a:cxn>
                <a:cxn ang="0">
                  <a:pos x="connsiteX4678" y="connsiteY4678"/>
                </a:cxn>
                <a:cxn ang="0">
                  <a:pos x="connsiteX4679" y="connsiteY4679"/>
                </a:cxn>
                <a:cxn ang="0">
                  <a:pos x="connsiteX4680" y="connsiteY4680"/>
                </a:cxn>
                <a:cxn ang="0">
                  <a:pos x="connsiteX4681" y="connsiteY4681"/>
                </a:cxn>
                <a:cxn ang="0">
                  <a:pos x="connsiteX4682" y="connsiteY4682"/>
                </a:cxn>
                <a:cxn ang="0">
                  <a:pos x="connsiteX4683" y="connsiteY4683"/>
                </a:cxn>
                <a:cxn ang="0">
                  <a:pos x="connsiteX4684" y="connsiteY4684"/>
                </a:cxn>
                <a:cxn ang="0">
                  <a:pos x="connsiteX4685" y="connsiteY4685"/>
                </a:cxn>
                <a:cxn ang="0">
                  <a:pos x="connsiteX4686" y="connsiteY4686"/>
                </a:cxn>
                <a:cxn ang="0">
                  <a:pos x="connsiteX4687" y="connsiteY4687"/>
                </a:cxn>
                <a:cxn ang="0">
                  <a:pos x="connsiteX4688" y="connsiteY4688"/>
                </a:cxn>
                <a:cxn ang="0">
                  <a:pos x="connsiteX4689" y="connsiteY4689"/>
                </a:cxn>
                <a:cxn ang="0">
                  <a:pos x="connsiteX4690" y="connsiteY4690"/>
                </a:cxn>
                <a:cxn ang="0">
                  <a:pos x="connsiteX4691" y="connsiteY4691"/>
                </a:cxn>
                <a:cxn ang="0">
                  <a:pos x="connsiteX4692" y="connsiteY4692"/>
                </a:cxn>
                <a:cxn ang="0">
                  <a:pos x="connsiteX4693" y="connsiteY4693"/>
                </a:cxn>
                <a:cxn ang="0">
                  <a:pos x="connsiteX4694" y="connsiteY4694"/>
                </a:cxn>
                <a:cxn ang="0">
                  <a:pos x="connsiteX4695" y="connsiteY4695"/>
                </a:cxn>
                <a:cxn ang="0">
                  <a:pos x="connsiteX4696" y="connsiteY4696"/>
                </a:cxn>
                <a:cxn ang="0">
                  <a:pos x="connsiteX4697" y="connsiteY4697"/>
                </a:cxn>
                <a:cxn ang="0">
                  <a:pos x="connsiteX4698" y="connsiteY4698"/>
                </a:cxn>
                <a:cxn ang="0">
                  <a:pos x="connsiteX4699" y="connsiteY4699"/>
                </a:cxn>
                <a:cxn ang="0">
                  <a:pos x="connsiteX4700" y="connsiteY4700"/>
                </a:cxn>
                <a:cxn ang="0">
                  <a:pos x="connsiteX4701" y="connsiteY4701"/>
                </a:cxn>
                <a:cxn ang="0">
                  <a:pos x="connsiteX4702" y="connsiteY4702"/>
                </a:cxn>
                <a:cxn ang="0">
                  <a:pos x="connsiteX4703" y="connsiteY4703"/>
                </a:cxn>
                <a:cxn ang="0">
                  <a:pos x="connsiteX4704" y="connsiteY4704"/>
                </a:cxn>
                <a:cxn ang="0">
                  <a:pos x="connsiteX4705" y="connsiteY4705"/>
                </a:cxn>
                <a:cxn ang="0">
                  <a:pos x="connsiteX4706" y="connsiteY4706"/>
                </a:cxn>
                <a:cxn ang="0">
                  <a:pos x="connsiteX4707" y="connsiteY4707"/>
                </a:cxn>
                <a:cxn ang="0">
                  <a:pos x="connsiteX4708" y="connsiteY4708"/>
                </a:cxn>
                <a:cxn ang="0">
                  <a:pos x="connsiteX4709" y="connsiteY4709"/>
                </a:cxn>
                <a:cxn ang="0">
                  <a:pos x="connsiteX4710" y="connsiteY4710"/>
                </a:cxn>
                <a:cxn ang="0">
                  <a:pos x="connsiteX4711" y="connsiteY4711"/>
                </a:cxn>
                <a:cxn ang="0">
                  <a:pos x="connsiteX4712" y="connsiteY4712"/>
                </a:cxn>
                <a:cxn ang="0">
                  <a:pos x="connsiteX4713" y="connsiteY4713"/>
                </a:cxn>
                <a:cxn ang="0">
                  <a:pos x="connsiteX4714" y="connsiteY4714"/>
                </a:cxn>
                <a:cxn ang="0">
                  <a:pos x="connsiteX4715" y="connsiteY4715"/>
                </a:cxn>
                <a:cxn ang="0">
                  <a:pos x="connsiteX4716" y="connsiteY4716"/>
                </a:cxn>
                <a:cxn ang="0">
                  <a:pos x="connsiteX4717" y="connsiteY4717"/>
                </a:cxn>
                <a:cxn ang="0">
                  <a:pos x="connsiteX4718" y="connsiteY4718"/>
                </a:cxn>
                <a:cxn ang="0">
                  <a:pos x="connsiteX4719" y="connsiteY4719"/>
                </a:cxn>
                <a:cxn ang="0">
                  <a:pos x="connsiteX4720" y="connsiteY4720"/>
                </a:cxn>
                <a:cxn ang="0">
                  <a:pos x="connsiteX4721" y="connsiteY4721"/>
                </a:cxn>
                <a:cxn ang="0">
                  <a:pos x="connsiteX4722" y="connsiteY4722"/>
                </a:cxn>
                <a:cxn ang="0">
                  <a:pos x="connsiteX4723" y="connsiteY4723"/>
                </a:cxn>
                <a:cxn ang="0">
                  <a:pos x="connsiteX4724" y="connsiteY4724"/>
                </a:cxn>
                <a:cxn ang="0">
                  <a:pos x="connsiteX4725" y="connsiteY4725"/>
                </a:cxn>
                <a:cxn ang="0">
                  <a:pos x="connsiteX4726" y="connsiteY4726"/>
                </a:cxn>
                <a:cxn ang="0">
                  <a:pos x="connsiteX4727" y="connsiteY4727"/>
                </a:cxn>
                <a:cxn ang="0">
                  <a:pos x="connsiteX4728" y="connsiteY4728"/>
                </a:cxn>
                <a:cxn ang="0">
                  <a:pos x="connsiteX4729" y="connsiteY4729"/>
                </a:cxn>
                <a:cxn ang="0">
                  <a:pos x="connsiteX4730" y="connsiteY4730"/>
                </a:cxn>
                <a:cxn ang="0">
                  <a:pos x="connsiteX4731" y="connsiteY4731"/>
                </a:cxn>
                <a:cxn ang="0">
                  <a:pos x="connsiteX4732" y="connsiteY4732"/>
                </a:cxn>
                <a:cxn ang="0">
                  <a:pos x="connsiteX4733" y="connsiteY4733"/>
                </a:cxn>
                <a:cxn ang="0">
                  <a:pos x="connsiteX4734" y="connsiteY4734"/>
                </a:cxn>
                <a:cxn ang="0">
                  <a:pos x="connsiteX4735" y="connsiteY4735"/>
                </a:cxn>
                <a:cxn ang="0">
                  <a:pos x="connsiteX4736" y="connsiteY4736"/>
                </a:cxn>
                <a:cxn ang="0">
                  <a:pos x="connsiteX4737" y="connsiteY4737"/>
                </a:cxn>
                <a:cxn ang="0">
                  <a:pos x="connsiteX4738" y="connsiteY4738"/>
                </a:cxn>
                <a:cxn ang="0">
                  <a:pos x="connsiteX4739" y="connsiteY4739"/>
                </a:cxn>
                <a:cxn ang="0">
                  <a:pos x="connsiteX4740" y="connsiteY4740"/>
                </a:cxn>
                <a:cxn ang="0">
                  <a:pos x="connsiteX4741" y="connsiteY4741"/>
                </a:cxn>
                <a:cxn ang="0">
                  <a:pos x="connsiteX4742" y="connsiteY4742"/>
                </a:cxn>
                <a:cxn ang="0">
                  <a:pos x="connsiteX4743" y="connsiteY4743"/>
                </a:cxn>
                <a:cxn ang="0">
                  <a:pos x="connsiteX4744" y="connsiteY4744"/>
                </a:cxn>
                <a:cxn ang="0">
                  <a:pos x="connsiteX4745" y="connsiteY4745"/>
                </a:cxn>
                <a:cxn ang="0">
                  <a:pos x="connsiteX4746" y="connsiteY4746"/>
                </a:cxn>
                <a:cxn ang="0">
                  <a:pos x="connsiteX4747" y="connsiteY4747"/>
                </a:cxn>
                <a:cxn ang="0">
                  <a:pos x="connsiteX4748" y="connsiteY4748"/>
                </a:cxn>
                <a:cxn ang="0">
                  <a:pos x="connsiteX4749" y="connsiteY4749"/>
                </a:cxn>
                <a:cxn ang="0">
                  <a:pos x="connsiteX4750" y="connsiteY4750"/>
                </a:cxn>
                <a:cxn ang="0">
                  <a:pos x="connsiteX4751" y="connsiteY4751"/>
                </a:cxn>
                <a:cxn ang="0">
                  <a:pos x="connsiteX4752" y="connsiteY4752"/>
                </a:cxn>
                <a:cxn ang="0">
                  <a:pos x="connsiteX4753" y="connsiteY4753"/>
                </a:cxn>
                <a:cxn ang="0">
                  <a:pos x="connsiteX4754" y="connsiteY4754"/>
                </a:cxn>
                <a:cxn ang="0">
                  <a:pos x="connsiteX4755" y="connsiteY4755"/>
                </a:cxn>
                <a:cxn ang="0">
                  <a:pos x="connsiteX4756" y="connsiteY4756"/>
                </a:cxn>
                <a:cxn ang="0">
                  <a:pos x="connsiteX4757" y="connsiteY4757"/>
                </a:cxn>
                <a:cxn ang="0">
                  <a:pos x="connsiteX4758" y="connsiteY4758"/>
                </a:cxn>
                <a:cxn ang="0">
                  <a:pos x="connsiteX4759" y="connsiteY4759"/>
                </a:cxn>
                <a:cxn ang="0">
                  <a:pos x="connsiteX4760" y="connsiteY4760"/>
                </a:cxn>
                <a:cxn ang="0">
                  <a:pos x="connsiteX4761" y="connsiteY4761"/>
                </a:cxn>
                <a:cxn ang="0">
                  <a:pos x="connsiteX4762" y="connsiteY4762"/>
                </a:cxn>
                <a:cxn ang="0">
                  <a:pos x="connsiteX4763" y="connsiteY4763"/>
                </a:cxn>
                <a:cxn ang="0">
                  <a:pos x="connsiteX4764" y="connsiteY4764"/>
                </a:cxn>
                <a:cxn ang="0">
                  <a:pos x="connsiteX4765" y="connsiteY4765"/>
                </a:cxn>
                <a:cxn ang="0">
                  <a:pos x="connsiteX4766" y="connsiteY4766"/>
                </a:cxn>
                <a:cxn ang="0">
                  <a:pos x="connsiteX4767" y="connsiteY4767"/>
                </a:cxn>
                <a:cxn ang="0">
                  <a:pos x="connsiteX4768" y="connsiteY4768"/>
                </a:cxn>
                <a:cxn ang="0">
                  <a:pos x="connsiteX4769" y="connsiteY4769"/>
                </a:cxn>
                <a:cxn ang="0">
                  <a:pos x="connsiteX4770" y="connsiteY4770"/>
                </a:cxn>
                <a:cxn ang="0">
                  <a:pos x="connsiteX4771" y="connsiteY4771"/>
                </a:cxn>
                <a:cxn ang="0">
                  <a:pos x="connsiteX4772" y="connsiteY4772"/>
                </a:cxn>
                <a:cxn ang="0">
                  <a:pos x="connsiteX4773" y="connsiteY4773"/>
                </a:cxn>
                <a:cxn ang="0">
                  <a:pos x="connsiteX4774" y="connsiteY4774"/>
                </a:cxn>
                <a:cxn ang="0">
                  <a:pos x="connsiteX4775" y="connsiteY4775"/>
                </a:cxn>
                <a:cxn ang="0">
                  <a:pos x="connsiteX4776" y="connsiteY4776"/>
                </a:cxn>
                <a:cxn ang="0">
                  <a:pos x="connsiteX4777" y="connsiteY4777"/>
                </a:cxn>
                <a:cxn ang="0">
                  <a:pos x="connsiteX4778" y="connsiteY4778"/>
                </a:cxn>
                <a:cxn ang="0">
                  <a:pos x="connsiteX4779" y="connsiteY4779"/>
                </a:cxn>
                <a:cxn ang="0">
                  <a:pos x="connsiteX4780" y="connsiteY4780"/>
                </a:cxn>
                <a:cxn ang="0">
                  <a:pos x="connsiteX4781" y="connsiteY4781"/>
                </a:cxn>
                <a:cxn ang="0">
                  <a:pos x="connsiteX4782" y="connsiteY4782"/>
                </a:cxn>
                <a:cxn ang="0">
                  <a:pos x="connsiteX4783" y="connsiteY4783"/>
                </a:cxn>
                <a:cxn ang="0">
                  <a:pos x="connsiteX4784" y="connsiteY4784"/>
                </a:cxn>
                <a:cxn ang="0">
                  <a:pos x="connsiteX4785" y="connsiteY4785"/>
                </a:cxn>
                <a:cxn ang="0">
                  <a:pos x="connsiteX4786" y="connsiteY4786"/>
                </a:cxn>
                <a:cxn ang="0">
                  <a:pos x="connsiteX4787" y="connsiteY4787"/>
                </a:cxn>
                <a:cxn ang="0">
                  <a:pos x="connsiteX4788" y="connsiteY4788"/>
                </a:cxn>
                <a:cxn ang="0">
                  <a:pos x="connsiteX4789" y="connsiteY4789"/>
                </a:cxn>
                <a:cxn ang="0">
                  <a:pos x="connsiteX4790" y="connsiteY4790"/>
                </a:cxn>
                <a:cxn ang="0">
                  <a:pos x="connsiteX4791" y="connsiteY4791"/>
                </a:cxn>
                <a:cxn ang="0">
                  <a:pos x="connsiteX4792" y="connsiteY4792"/>
                </a:cxn>
                <a:cxn ang="0">
                  <a:pos x="connsiteX4793" y="connsiteY4793"/>
                </a:cxn>
                <a:cxn ang="0">
                  <a:pos x="connsiteX4794" y="connsiteY4794"/>
                </a:cxn>
                <a:cxn ang="0">
                  <a:pos x="connsiteX4795" y="connsiteY4795"/>
                </a:cxn>
                <a:cxn ang="0">
                  <a:pos x="connsiteX4796" y="connsiteY4796"/>
                </a:cxn>
                <a:cxn ang="0">
                  <a:pos x="connsiteX4797" y="connsiteY4797"/>
                </a:cxn>
                <a:cxn ang="0">
                  <a:pos x="connsiteX4798" y="connsiteY4798"/>
                </a:cxn>
                <a:cxn ang="0">
                  <a:pos x="connsiteX4799" y="connsiteY4799"/>
                </a:cxn>
                <a:cxn ang="0">
                  <a:pos x="connsiteX4800" y="connsiteY4800"/>
                </a:cxn>
                <a:cxn ang="0">
                  <a:pos x="connsiteX4801" y="connsiteY4801"/>
                </a:cxn>
                <a:cxn ang="0">
                  <a:pos x="connsiteX4802" y="connsiteY4802"/>
                </a:cxn>
                <a:cxn ang="0">
                  <a:pos x="connsiteX4803" y="connsiteY4803"/>
                </a:cxn>
                <a:cxn ang="0">
                  <a:pos x="connsiteX4804" y="connsiteY4804"/>
                </a:cxn>
                <a:cxn ang="0">
                  <a:pos x="connsiteX4805" y="connsiteY4805"/>
                </a:cxn>
                <a:cxn ang="0">
                  <a:pos x="connsiteX4806" y="connsiteY4806"/>
                </a:cxn>
                <a:cxn ang="0">
                  <a:pos x="connsiteX4807" y="connsiteY4807"/>
                </a:cxn>
                <a:cxn ang="0">
                  <a:pos x="connsiteX4808" y="connsiteY4808"/>
                </a:cxn>
                <a:cxn ang="0">
                  <a:pos x="connsiteX4809" y="connsiteY4809"/>
                </a:cxn>
                <a:cxn ang="0">
                  <a:pos x="connsiteX4810" y="connsiteY4810"/>
                </a:cxn>
                <a:cxn ang="0">
                  <a:pos x="connsiteX4811" y="connsiteY4811"/>
                </a:cxn>
                <a:cxn ang="0">
                  <a:pos x="connsiteX4812" y="connsiteY4812"/>
                </a:cxn>
                <a:cxn ang="0">
                  <a:pos x="connsiteX4813" y="connsiteY4813"/>
                </a:cxn>
                <a:cxn ang="0">
                  <a:pos x="connsiteX4814" y="connsiteY4814"/>
                </a:cxn>
                <a:cxn ang="0">
                  <a:pos x="connsiteX4815" y="connsiteY4815"/>
                </a:cxn>
                <a:cxn ang="0">
                  <a:pos x="connsiteX4816" y="connsiteY4816"/>
                </a:cxn>
                <a:cxn ang="0">
                  <a:pos x="connsiteX4817" y="connsiteY4817"/>
                </a:cxn>
                <a:cxn ang="0">
                  <a:pos x="connsiteX4818" y="connsiteY4818"/>
                </a:cxn>
                <a:cxn ang="0">
                  <a:pos x="connsiteX4819" y="connsiteY4819"/>
                </a:cxn>
                <a:cxn ang="0">
                  <a:pos x="connsiteX4820" y="connsiteY4820"/>
                </a:cxn>
                <a:cxn ang="0">
                  <a:pos x="connsiteX4821" y="connsiteY4821"/>
                </a:cxn>
                <a:cxn ang="0">
                  <a:pos x="connsiteX4822" y="connsiteY4822"/>
                </a:cxn>
                <a:cxn ang="0">
                  <a:pos x="connsiteX4823" y="connsiteY4823"/>
                </a:cxn>
                <a:cxn ang="0">
                  <a:pos x="connsiteX4824" y="connsiteY4824"/>
                </a:cxn>
                <a:cxn ang="0">
                  <a:pos x="connsiteX4825" y="connsiteY4825"/>
                </a:cxn>
                <a:cxn ang="0">
                  <a:pos x="connsiteX4826" y="connsiteY4826"/>
                </a:cxn>
                <a:cxn ang="0">
                  <a:pos x="connsiteX4827" y="connsiteY4827"/>
                </a:cxn>
                <a:cxn ang="0">
                  <a:pos x="connsiteX4828" y="connsiteY4828"/>
                </a:cxn>
                <a:cxn ang="0">
                  <a:pos x="connsiteX4829" y="connsiteY4829"/>
                </a:cxn>
                <a:cxn ang="0">
                  <a:pos x="connsiteX4830" y="connsiteY4830"/>
                </a:cxn>
                <a:cxn ang="0">
                  <a:pos x="connsiteX4831" y="connsiteY4831"/>
                </a:cxn>
                <a:cxn ang="0">
                  <a:pos x="connsiteX4832" y="connsiteY4832"/>
                </a:cxn>
                <a:cxn ang="0">
                  <a:pos x="connsiteX4833" y="connsiteY4833"/>
                </a:cxn>
                <a:cxn ang="0">
                  <a:pos x="connsiteX4834" y="connsiteY4834"/>
                </a:cxn>
                <a:cxn ang="0">
                  <a:pos x="connsiteX4835" y="connsiteY4835"/>
                </a:cxn>
                <a:cxn ang="0">
                  <a:pos x="connsiteX4836" y="connsiteY4836"/>
                </a:cxn>
                <a:cxn ang="0">
                  <a:pos x="connsiteX4837" y="connsiteY4837"/>
                </a:cxn>
                <a:cxn ang="0">
                  <a:pos x="connsiteX4838" y="connsiteY4838"/>
                </a:cxn>
                <a:cxn ang="0">
                  <a:pos x="connsiteX4839" y="connsiteY4839"/>
                </a:cxn>
                <a:cxn ang="0">
                  <a:pos x="connsiteX4840" y="connsiteY4840"/>
                </a:cxn>
                <a:cxn ang="0">
                  <a:pos x="connsiteX4841" y="connsiteY4841"/>
                </a:cxn>
                <a:cxn ang="0">
                  <a:pos x="connsiteX4842" y="connsiteY4842"/>
                </a:cxn>
                <a:cxn ang="0">
                  <a:pos x="connsiteX4843" y="connsiteY4843"/>
                </a:cxn>
                <a:cxn ang="0">
                  <a:pos x="connsiteX4844" y="connsiteY4844"/>
                </a:cxn>
                <a:cxn ang="0">
                  <a:pos x="connsiteX4845" y="connsiteY4845"/>
                </a:cxn>
                <a:cxn ang="0">
                  <a:pos x="connsiteX4846" y="connsiteY4846"/>
                </a:cxn>
                <a:cxn ang="0">
                  <a:pos x="connsiteX4847" y="connsiteY4847"/>
                </a:cxn>
                <a:cxn ang="0">
                  <a:pos x="connsiteX4848" y="connsiteY4848"/>
                </a:cxn>
                <a:cxn ang="0">
                  <a:pos x="connsiteX4849" y="connsiteY4849"/>
                </a:cxn>
                <a:cxn ang="0">
                  <a:pos x="connsiteX4850" y="connsiteY4850"/>
                </a:cxn>
                <a:cxn ang="0">
                  <a:pos x="connsiteX4851" y="connsiteY4851"/>
                </a:cxn>
                <a:cxn ang="0">
                  <a:pos x="connsiteX4852" y="connsiteY4852"/>
                </a:cxn>
                <a:cxn ang="0">
                  <a:pos x="connsiteX4853" y="connsiteY4853"/>
                </a:cxn>
                <a:cxn ang="0">
                  <a:pos x="connsiteX4854" y="connsiteY4854"/>
                </a:cxn>
                <a:cxn ang="0">
                  <a:pos x="connsiteX4855" y="connsiteY4855"/>
                </a:cxn>
                <a:cxn ang="0">
                  <a:pos x="connsiteX4856" y="connsiteY4856"/>
                </a:cxn>
                <a:cxn ang="0">
                  <a:pos x="connsiteX4857" y="connsiteY4857"/>
                </a:cxn>
                <a:cxn ang="0">
                  <a:pos x="connsiteX4858" y="connsiteY4858"/>
                </a:cxn>
                <a:cxn ang="0">
                  <a:pos x="connsiteX4859" y="connsiteY4859"/>
                </a:cxn>
                <a:cxn ang="0">
                  <a:pos x="connsiteX4860" y="connsiteY4860"/>
                </a:cxn>
                <a:cxn ang="0">
                  <a:pos x="connsiteX4861" y="connsiteY4861"/>
                </a:cxn>
                <a:cxn ang="0">
                  <a:pos x="connsiteX4862" y="connsiteY4862"/>
                </a:cxn>
                <a:cxn ang="0">
                  <a:pos x="connsiteX4863" y="connsiteY4863"/>
                </a:cxn>
                <a:cxn ang="0">
                  <a:pos x="connsiteX4864" y="connsiteY4864"/>
                </a:cxn>
                <a:cxn ang="0">
                  <a:pos x="connsiteX4865" y="connsiteY4865"/>
                </a:cxn>
                <a:cxn ang="0">
                  <a:pos x="connsiteX4866" y="connsiteY4866"/>
                </a:cxn>
                <a:cxn ang="0">
                  <a:pos x="connsiteX4867" y="connsiteY4867"/>
                </a:cxn>
                <a:cxn ang="0">
                  <a:pos x="connsiteX4868" y="connsiteY4868"/>
                </a:cxn>
                <a:cxn ang="0">
                  <a:pos x="connsiteX4869" y="connsiteY4869"/>
                </a:cxn>
                <a:cxn ang="0">
                  <a:pos x="connsiteX4870" y="connsiteY4870"/>
                </a:cxn>
                <a:cxn ang="0">
                  <a:pos x="connsiteX4871" y="connsiteY4871"/>
                </a:cxn>
                <a:cxn ang="0">
                  <a:pos x="connsiteX4872" y="connsiteY4872"/>
                </a:cxn>
                <a:cxn ang="0">
                  <a:pos x="connsiteX4873" y="connsiteY4873"/>
                </a:cxn>
                <a:cxn ang="0">
                  <a:pos x="connsiteX4874" y="connsiteY4874"/>
                </a:cxn>
                <a:cxn ang="0">
                  <a:pos x="connsiteX4875" y="connsiteY4875"/>
                </a:cxn>
                <a:cxn ang="0">
                  <a:pos x="connsiteX4876" y="connsiteY4876"/>
                </a:cxn>
                <a:cxn ang="0">
                  <a:pos x="connsiteX4877" y="connsiteY4877"/>
                </a:cxn>
                <a:cxn ang="0">
                  <a:pos x="connsiteX4878" y="connsiteY4878"/>
                </a:cxn>
                <a:cxn ang="0">
                  <a:pos x="connsiteX4879" y="connsiteY4879"/>
                </a:cxn>
                <a:cxn ang="0">
                  <a:pos x="connsiteX4880" y="connsiteY4880"/>
                </a:cxn>
                <a:cxn ang="0">
                  <a:pos x="connsiteX4881" y="connsiteY4881"/>
                </a:cxn>
                <a:cxn ang="0">
                  <a:pos x="connsiteX4882" y="connsiteY4882"/>
                </a:cxn>
                <a:cxn ang="0">
                  <a:pos x="connsiteX4883" y="connsiteY4883"/>
                </a:cxn>
                <a:cxn ang="0">
                  <a:pos x="connsiteX4884" y="connsiteY4884"/>
                </a:cxn>
                <a:cxn ang="0">
                  <a:pos x="connsiteX4885" y="connsiteY4885"/>
                </a:cxn>
                <a:cxn ang="0">
                  <a:pos x="connsiteX4886" y="connsiteY4886"/>
                </a:cxn>
                <a:cxn ang="0">
                  <a:pos x="connsiteX4887" y="connsiteY4887"/>
                </a:cxn>
                <a:cxn ang="0">
                  <a:pos x="connsiteX4888" y="connsiteY4888"/>
                </a:cxn>
                <a:cxn ang="0">
                  <a:pos x="connsiteX4889" y="connsiteY4889"/>
                </a:cxn>
                <a:cxn ang="0">
                  <a:pos x="connsiteX4890" y="connsiteY4890"/>
                </a:cxn>
                <a:cxn ang="0">
                  <a:pos x="connsiteX4891" y="connsiteY4891"/>
                </a:cxn>
                <a:cxn ang="0">
                  <a:pos x="connsiteX4892" y="connsiteY4892"/>
                </a:cxn>
                <a:cxn ang="0">
                  <a:pos x="connsiteX4893" y="connsiteY4893"/>
                </a:cxn>
                <a:cxn ang="0">
                  <a:pos x="connsiteX4894" y="connsiteY4894"/>
                </a:cxn>
                <a:cxn ang="0">
                  <a:pos x="connsiteX4895" y="connsiteY4895"/>
                </a:cxn>
                <a:cxn ang="0">
                  <a:pos x="connsiteX4896" y="connsiteY4896"/>
                </a:cxn>
                <a:cxn ang="0">
                  <a:pos x="connsiteX4897" y="connsiteY4897"/>
                </a:cxn>
                <a:cxn ang="0">
                  <a:pos x="connsiteX4898" y="connsiteY4898"/>
                </a:cxn>
                <a:cxn ang="0">
                  <a:pos x="connsiteX4899" y="connsiteY4899"/>
                </a:cxn>
                <a:cxn ang="0">
                  <a:pos x="connsiteX4900" y="connsiteY4900"/>
                </a:cxn>
                <a:cxn ang="0">
                  <a:pos x="connsiteX4901" y="connsiteY4901"/>
                </a:cxn>
                <a:cxn ang="0">
                  <a:pos x="connsiteX4902" y="connsiteY4902"/>
                </a:cxn>
                <a:cxn ang="0">
                  <a:pos x="connsiteX4903" y="connsiteY4903"/>
                </a:cxn>
                <a:cxn ang="0">
                  <a:pos x="connsiteX4904" y="connsiteY4904"/>
                </a:cxn>
                <a:cxn ang="0">
                  <a:pos x="connsiteX4905" y="connsiteY4905"/>
                </a:cxn>
                <a:cxn ang="0">
                  <a:pos x="connsiteX4906" y="connsiteY4906"/>
                </a:cxn>
                <a:cxn ang="0">
                  <a:pos x="connsiteX4907" y="connsiteY4907"/>
                </a:cxn>
                <a:cxn ang="0">
                  <a:pos x="connsiteX4908" y="connsiteY4908"/>
                </a:cxn>
                <a:cxn ang="0">
                  <a:pos x="connsiteX4909" y="connsiteY4909"/>
                </a:cxn>
                <a:cxn ang="0">
                  <a:pos x="connsiteX4910" y="connsiteY4910"/>
                </a:cxn>
                <a:cxn ang="0">
                  <a:pos x="connsiteX4911" y="connsiteY4911"/>
                </a:cxn>
                <a:cxn ang="0">
                  <a:pos x="connsiteX4912" y="connsiteY4912"/>
                </a:cxn>
                <a:cxn ang="0">
                  <a:pos x="connsiteX4913" y="connsiteY4913"/>
                </a:cxn>
                <a:cxn ang="0">
                  <a:pos x="connsiteX4914" y="connsiteY4914"/>
                </a:cxn>
                <a:cxn ang="0">
                  <a:pos x="connsiteX4915" y="connsiteY4915"/>
                </a:cxn>
                <a:cxn ang="0">
                  <a:pos x="connsiteX4916" y="connsiteY4916"/>
                </a:cxn>
                <a:cxn ang="0">
                  <a:pos x="connsiteX4917" y="connsiteY4917"/>
                </a:cxn>
                <a:cxn ang="0">
                  <a:pos x="connsiteX4918" y="connsiteY4918"/>
                </a:cxn>
                <a:cxn ang="0">
                  <a:pos x="connsiteX4919" y="connsiteY4919"/>
                </a:cxn>
                <a:cxn ang="0">
                  <a:pos x="connsiteX4920" y="connsiteY4920"/>
                </a:cxn>
                <a:cxn ang="0">
                  <a:pos x="connsiteX4921" y="connsiteY4921"/>
                </a:cxn>
                <a:cxn ang="0">
                  <a:pos x="connsiteX4922" y="connsiteY4922"/>
                </a:cxn>
                <a:cxn ang="0">
                  <a:pos x="connsiteX4923" y="connsiteY4923"/>
                </a:cxn>
                <a:cxn ang="0">
                  <a:pos x="connsiteX4924" y="connsiteY4924"/>
                </a:cxn>
                <a:cxn ang="0">
                  <a:pos x="connsiteX4925" y="connsiteY4925"/>
                </a:cxn>
                <a:cxn ang="0">
                  <a:pos x="connsiteX4926" y="connsiteY4926"/>
                </a:cxn>
                <a:cxn ang="0">
                  <a:pos x="connsiteX4927" y="connsiteY4927"/>
                </a:cxn>
                <a:cxn ang="0">
                  <a:pos x="connsiteX4928" y="connsiteY4928"/>
                </a:cxn>
                <a:cxn ang="0">
                  <a:pos x="connsiteX4929" y="connsiteY4929"/>
                </a:cxn>
                <a:cxn ang="0">
                  <a:pos x="connsiteX4930" y="connsiteY4930"/>
                </a:cxn>
                <a:cxn ang="0">
                  <a:pos x="connsiteX4931" y="connsiteY4931"/>
                </a:cxn>
                <a:cxn ang="0">
                  <a:pos x="connsiteX4932" y="connsiteY4932"/>
                </a:cxn>
                <a:cxn ang="0">
                  <a:pos x="connsiteX4933" y="connsiteY4933"/>
                </a:cxn>
                <a:cxn ang="0">
                  <a:pos x="connsiteX4934" y="connsiteY4934"/>
                </a:cxn>
                <a:cxn ang="0">
                  <a:pos x="connsiteX4935" y="connsiteY4935"/>
                </a:cxn>
                <a:cxn ang="0">
                  <a:pos x="connsiteX4936" y="connsiteY4936"/>
                </a:cxn>
                <a:cxn ang="0">
                  <a:pos x="connsiteX4937" y="connsiteY4937"/>
                </a:cxn>
                <a:cxn ang="0">
                  <a:pos x="connsiteX4938" y="connsiteY4938"/>
                </a:cxn>
                <a:cxn ang="0">
                  <a:pos x="connsiteX4939" y="connsiteY4939"/>
                </a:cxn>
                <a:cxn ang="0">
                  <a:pos x="connsiteX4940" y="connsiteY4940"/>
                </a:cxn>
                <a:cxn ang="0">
                  <a:pos x="connsiteX4941" y="connsiteY4941"/>
                </a:cxn>
                <a:cxn ang="0">
                  <a:pos x="connsiteX4942" y="connsiteY4942"/>
                </a:cxn>
                <a:cxn ang="0">
                  <a:pos x="connsiteX4943" y="connsiteY4943"/>
                </a:cxn>
                <a:cxn ang="0">
                  <a:pos x="connsiteX4944" y="connsiteY4944"/>
                </a:cxn>
                <a:cxn ang="0">
                  <a:pos x="connsiteX4945" y="connsiteY4945"/>
                </a:cxn>
                <a:cxn ang="0">
                  <a:pos x="connsiteX4946" y="connsiteY4946"/>
                </a:cxn>
                <a:cxn ang="0">
                  <a:pos x="connsiteX4947" y="connsiteY4947"/>
                </a:cxn>
                <a:cxn ang="0">
                  <a:pos x="connsiteX4948" y="connsiteY4948"/>
                </a:cxn>
                <a:cxn ang="0">
                  <a:pos x="connsiteX4949" y="connsiteY4949"/>
                </a:cxn>
                <a:cxn ang="0">
                  <a:pos x="connsiteX4950" y="connsiteY4950"/>
                </a:cxn>
                <a:cxn ang="0">
                  <a:pos x="connsiteX4951" y="connsiteY4951"/>
                </a:cxn>
                <a:cxn ang="0">
                  <a:pos x="connsiteX4952" y="connsiteY4952"/>
                </a:cxn>
                <a:cxn ang="0">
                  <a:pos x="connsiteX4953" y="connsiteY4953"/>
                </a:cxn>
                <a:cxn ang="0">
                  <a:pos x="connsiteX4954" y="connsiteY4954"/>
                </a:cxn>
                <a:cxn ang="0">
                  <a:pos x="connsiteX4955" y="connsiteY4955"/>
                </a:cxn>
                <a:cxn ang="0">
                  <a:pos x="connsiteX4956" y="connsiteY4956"/>
                </a:cxn>
                <a:cxn ang="0">
                  <a:pos x="connsiteX4957" y="connsiteY4957"/>
                </a:cxn>
                <a:cxn ang="0">
                  <a:pos x="connsiteX4958" y="connsiteY4958"/>
                </a:cxn>
                <a:cxn ang="0">
                  <a:pos x="connsiteX4959" y="connsiteY4959"/>
                </a:cxn>
                <a:cxn ang="0">
                  <a:pos x="connsiteX4960" y="connsiteY4960"/>
                </a:cxn>
                <a:cxn ang="0">
                  <a:pos x="connsiteX4961" y="connsiteY4961"/>
                </a:cxn>
                <a:cxn ang="0">
                  <a:pos x="connsiteX4962" y="connsiteY4962"/>
                </a:cxn>
                <a:cxn ang="0">
                  <a:pos x="connsiteX4963" y="connsiteY4963"/>
                </a:cxn>
                <a:cxn ang="0">
                  <a:pos x="connsiteX4964" y="connsiteY4964"/>
                </a:cxn>
                <a:cxn ang="0">
                  <a:pos x="connsiteX4965" y="connsiteY4965"/>
                </a:cxn>
                <a:cxn ang="0">
                  <a:pos x="connsiteX4966" y="connsiteY4966"/>
                </a:cxn>
                <a:cxn ang="0">
                  <a:pos x="connsiteX4967" y="connsiteY4967"/>
                </a:cxn>
                <a:cxn ang="0">
                  <a:pos x="connsiteX4968" y="connsiteY4968"/>
                </a:cxn>
                <a:cxn ang="0">
                  <a:pos x="connsiteX4969" y="connsiteY4969"/>
                </a:cxn>
                <a:cxn ang="0">
                  <a:pos x="connsiteX4970" y="connsiteY4970"/>
                </a:cxn>
                <a:cxn ang="0">
                  <a:pos x="connsiteX4971" y="connsiteY4971"/>
                </a:cxn>
                <a:cxn ang="0">
                  <a:pos x="connsiteX4972" y="connsiteY4972"/>
                </a:cxn>
                <a:cxn ang="0">
                  <a:pos x="connsiteX4973" y="connsiteY4973"/>
                </a:cxn>
                <a:cxn ang="0">
                  <a:pos x="connsiteX4974" y="connsiteY4974"/>
                </a:cxn>
                <a:cxn ang="0">
                  <a:pos x="connsiteX4975" y="connsiteY4975"/>
                </a:cxn>
                <a:cxn ang="0">
                  <a:pos x="connsiteX4976" y="connsiteY4976"/>
                </a:cxn>
                <a:cxn ang="0">
                  <a:pos x="connsiteX4977" y="connsiteY4977"/>
                </a:cxn>
                <a:cxn ang="0">
                  <a:pos x="connsiteX4978" y="connsiteY4978"/>
                </a:cxn>
                <a:cxn ang="0">
                  <a:pos x="connsiteX4979" y="connsiteY4979"/>
                </a:cxn>
                <a:cxn ang="0">
                  <a:pos x="connsiteX4980" y="connsiteY4980"/>
                </a:cxn>
                <a:cxn ang="0">
                  <a:pos x="connsiteX4981" y="connsiteY4981"/>
                </a:cxn>
                <a:cxn ang="0">
                  <a:pos x="connsiteX4982" y="connsiteY4982"/>
                </a:cxn>
                <a:cxn ang="0">
                  <a:pos x="connsiteX4983" y="connsiteY4983"/>
                </a:cxn>
                <a:cxn ang="0">
                  <a:pos x="connsiteX4984" y="connsiteY4984"/>
                </a:cxn>
                <a:cxn ang="0">
                  <a:pos x="connsiteX4985" y="connsiteY4985"/>
                </a:cxn>
                <a:cxn ang="0">
                  <a:pos x="connsiteX4986" y="connsiteY4986"/>
                </a:cxn>
                <a:cxn ang="0">
                  <a:pos x="connsiteX4987" y="connsiteY4987"/>
                </a:cxn>
                <a:cxn ang="0">
                  <a:pos x="connsiteX4988" y="connsiteY4988"/>
                </a:cxn>
                <a:cxn ang="0">
                  <a:pos x="connsiteX4989" y="connsiteY4989"/>
                </a:cxn>
                <a:cxn ang="0">
                  <a:pos x="connsiteX4990" y="connsiteY4990"/>
                </a:cxn>
                <a:cxn ang="0">
                  <a:pos x="connsiteX4991" y="connsiteY4991"/>
                </a:cxn>
                <a:cxn ang="0">
                  <a:pos x="connsiteX4992" y="connsiteY4992"/>
                </a:cxn>
                <a:cxn ang="0">
                  <a:pos x="connsiteX4993" y="connsiteY4993"/>
                </a:cxn>
                <a:cxn ang="0">
                  <a:pos x="connsiteX4994" y="connsiteY4994"/>
                </a:cxn>
                <a:cxn ang="0">
                  <a:pos x="connsiteX4995" y="connsiteY4995"/>
                </a:cxn>
                <a:cxn ang="0">
                  <a:pos x="connsiteX4996" y="connsiteY4996"/>
                </a:cxn>
                <a:cxn ang="0">
                  <a:pos x="connsiteX4997" y="connsiteY4997"/>
                </a:cxn>
                <a:cxn ang="0">
                  <a:pos x="connsiteX4998" y="connsiteY4998"/>
                </a:cxn>
                <a:cxn ang="0">
                  <a:pos x="connsiteX4999" y="connsiteY4999"/>
                </a:cxn>
                <a:cxn ang="0">
                  <a:pos x="connsiteX5000" y="connsiteY5000"/>
                </a:cxn>
                <a:cxn ang="0">
                  <a:pos x="connsiteX5001" y="connsiteY5001"/>
                </a:cxn>
                <a:cxn ang="0">
                  <a:pos x="connsiteX5002" y="connsiteY5002"/>
                </a:cxn>
                <a:cxn ang="0">
                  <a:pos x="connsiteX5003" y="connsiteY5003"/>
                </a:cxn>
                <a:cxn ang="0">
                  <a:pos x="connsiteX5004" y="connsiteY5004"/>
                </a:cxn>
                <a:cxn ang="0">
                  <a:pos x="connsiteX5005" y="connsiteY5005"/>
                </a:cxn>
                <a:cxn ang="0">
                  <a:pos x="connsiteX5006" y="connsiteY5006"/>
                </a:cxn>
                <a:cxn ang="0">
                  <a:pos x="connsiteX5007" y="connsiteY5007"/>
                </a:cxn>
                <a:cxn ang="0">
                  <a:pos x="connsiteX5008" y="connsiteY5008"/>
                </a:cxn>
                <a:cxn ang="0">
                  <a:pos x="connsiteX5009" y="connsiteY5009"/>
                </a:cxn>
                <a:cxn ang="0">
                  <a:pos x="connsiteX5010" y="connsiteY5010"/>
                </a:cxn>
                <a:cxn ang="0">
                  <a:pos x="connsiteX5011" y="connsiteY5011"/>
                </a:cxn>
                <a:cxn ang="0">
                  <a:pos x="connsiteX5012" y="connsiteY5012"/>
                </a:cxn>
                <a:cxn ang="0">
                  <a:pos x="connsiteX5013" y="connsiteY5013"/>
                </a:cxn>
                <a:cxn ang="0">
                  <a:pos x="connsiteX5014" y="connsiteY5014"/>
                </a:cxn>
                <a:cxn ang="0">
                  <a:pos x="connsiteX5015" y="connsiteY5015"/>
                </a:cxn>
                <a:cxn ang="0">
                  <a:pos x="connsiteX5016" y="connsiteY5016"/>
                </a:cxn>
                <a:cxn ang="0">
                  <a:pos x="connsiteX5017" y="connsiteY5017"/>
                </a:cxn>
                <a:cxn ang="0">
                  <a:pos x="connsiteX5018" y="connsiteY5018"/>
                </a:cxn>
                <a:cxn ang="0">
                  <a:pos x="connsiteX5019" y="connsiteY5019"/>
                </a:cxn>
                <a:cxn ang="0">
                  <a:pos x="connsiteX5020" y="connsiteY5020"/>
                </a:cxn>
                <a:cxn ang="0">
                  <a:pos x="connsiteX5021" y="connsiteY5021"/>
                </a:cxn>
                <a:cxn ang="0">
                  <a:pos x="connsiteX5022" y="connsiteY5022"/>
                </a:cxn>
                <a:cxn ang="0">
                  <a:pos x="connsiteX5023" y="connsiteY5023"/>
                </a:cxn>
                <a:cxn ang="0">
                  <a:pos x="connsiteX5024" y="connsiteY5024"/>
                </a:cxn>
                <a:cxn ang="0">
                  <a:pos x="connsiteX5025" y="connsiteY5025"/>
                </a:cxn>
                <a:cxn ang="0">
                  <a:pos x="connsiteX5026" y="connsiteY5026"/>
                </a:cxn>
                <a:cxn ang="0">
                  <a:pos x="connsiteX5027" y="connsiteY5027"/>
                </a:cxn>
                <a:cxn ang="0">
                  <a:pos x="connsiteX5028" y="connsiteY5028"/>
                </a:cxn>
                <a:cxn ang="0">
                  <a:pos x="connsiteX5029" y="connsiteY5029"/>
                </a:cxn>
                <a:cxn ang="0">
                  <a:pos x="connsiteX5030" y="connsiteY5030"/>
                </a:cxn>
                <a:cxn ang="0">
                  <a:pos x="connsiteX5031" y="connsiteY5031"/>
                </a:cxn>
                <a:cxn ang="0">
                  <a:pos x="connsiteX5032" y="connsiteY5032"/>
                </a:cxn>
                <a:cxn ang="0">
                  <a:pos x="connsiteX5033" y="connsiteY5033"/>
                </a:cxn>
                <a:cxn ang="0">
                  <a:pos x="connsiteX5034" y="connsiteY5034"/>
                </a:cxn>
                <a:cxn ang="0">
                  <a:pos x="connsiteX5035" y="connsiteY5035"/>
                </a:cxn>
                <a:cxn ang="0">
                  <a:pos x="connsiteX5036" y="connsiteY5036"/>
                </a:cxn>
                <a:cxn ang="0">
                  <a:pos x="connsiteX5037" y="connsiteY5037"/>
                </a:cxn>
                <a:cxn ang="0">
                  <a:pos x="connsiteX5038" y="connsiteY5038"/>
                </a:cxn>
                <a:cxn ang="0">
                  <a:pos x="connsiteX5039" y="connsiteY5039"/>
                </a:cxn>
                <a:cxn ang="0">
                  <a:pos x="connsiteX5040" y="connsiteY5040"/>
                </a:cxn>
                <a:cxn ang="0">
                  <a:pos x="connsiteX5041" y="connsiteY5041"/>
                </a:cxn>
                <a:cxn ang="0">
                  <a:pos x="connsiteX5042" y="connsiteY5042"/>
                </a:cxn>
                <a:cxn ang="0">
                  <a:pos x="connsiteX5043" y="connsiteY5043"/>
                </a:cxn>
                <a:cxn ang="0">
                  <a:pos x="connsiteX5044" y="connsiteY5044"/>
                </a:cxn>
                <a:cxn ang="0">
                  <a:pos x="connsiteX5045" y="connsiteY5045"/>
                </a:cxn>
                <a:cxn ang="0">
                  <a:pos x="connsiteX5046" y="connsiteY5046"/>
                </a:cxn>
                <a:cxn ang="0">
                  <a:pos x="connsiteX5047" y="connsiteY5047"/>
                </a:cxn>
                <a:cxn ang="0">
                  <a:pos x="connsiteX5048" y="connsiteY5048"/>
                </a:cxn>
                <a:cxn ang="0">
                  <a:pos x="connsiteX5049" y="connsiteY5049"/>
                </a:cxn>
                <a:cxn ang="0">
                  <a:pos x="connsiteX5050" y="connsiteY5050"/>
                </a:cxn>
                <a:cxn ang="0">
                  <a:pos x="connsiteX5051" y="connsiteY5051"/>
                </a:cxn>
                <a:cxn ang="0">
                  <a:pos x="connsiteX5052" y="connsiteY5052"/>
                </a:cxn>
                <a:cxn ang="0">
                  <a:pos x="connsiteX5053" y="connsiteY5053"/>
                </a:cxn>
                <a:cxn ang="0">
                  <a:pos x="connsiteX5054" y="connsiteY5054"/>
                </a:cxn>
                <a:cxn ang="0">
                  <a:pos x="connsiteX5055" y="connsiteY5055"/>
                </a:cxn>
                <a:cxn ang="0">
                  <a:pos x="connsiteX5056" y="connsiteY5056"/>
                </a:cxn>
                <a:cxn ang="0">
                  <a:pos x="connsiteX5057" y="connsiteY5057"/>
                </a:cxn>
                <a:cxn ang="0">
                  <a:pos x="connsiteX5058" y="connsiteY5058"/>
                </a:cxn>
                <a:cxn ang="0">
                  <a:pos x="connsiteX5059" y="connsiteY5059"/>
                </a:cxn>
                <a:cxn ang="0">
                  <a:pos x="connsiteX5060" y="connsiteY5060"/>
                </a:cxn>
                <a:cxn ang="0">
                  <a:pos x="connsiteX5061" y="connsiteY5061"/>
                </a:cxn>
                <a:cxn ang="0">
                  <a:pos x="connsiteX5062" y="connsiteY5062"/>
                </a:cxn>
                <a:cxn ang="0">
                  <a:pos x="connsiteX5063" y="connsiteY5063"/>
                </a:cxn>
                <a:cxn ang="0">
                  <a:pos x="connsiteX5064" y="connsiteY5064"/>
                </a:cxn>
                <a:cxn ang="0">
                  <a:pos x="connsiteX5065" y="connsiteY5065"/>
                </a:cxn>
                <a:cxn ang="0">
                  <a:pos x="connsiteX5066" y="connsiteY5066"/>
                </a:cxn>
                <a:cxn ang="0">
                  <a:pos x="connsiteX5067" y="connsiteY5067"/>
                </a:cxn>
                <a:cxn ang="0">
                  <a:pos x="connsiteX5068" y="connsiteY5068"/>
                </a:cxn>
                <a:cxn ang="0">
                  <a:pos x="connsiteX5069" y="connsiteY5069"/>
                </a:cxn>
                <a:cxn ang="0">
                  <a:pos x="connsiteX5070" y="connsiteY5070"/>
                </a:cxn>
                <a:cxn ang="0">
                  <a:pos x="connsiteX5071" y="connsiteY5071"/>
                </a:cxn>
                <a:cxn ang="0">
                  <a:pos x="connsiteX5072" y="connsiteY5072"/>
                </a:cxn>
                <a:cxn ang="0">
                  <a:pos x="connsiteX5073" y="connsiteY5073"/>
                </a:cxn>
                <a:cxn ang="0">
                  <a:pos x="connsiteX5074" y="connsiteY5074"/>
                </a:cxn>
                <a:cxn ang="0">
                  <a:pos x="connsiteX5075" y="connsiteY5075"/>
                </a:cxn>
                <a:cxn ang="0">
                  <a:pos x="connsiteX5076" y="connsiteY5076"/>
                </a:cxn>
                <a:cxn ang="0">
                  <a:pos x="connsiteX5077" y="connsiteY5077"/>
                </a:cxn>
                <a:cxn ang="0">
                  <a:pos x="connsiteX5078" y="connsiteY5078"/>
                </a:cxn>
                <a:cxn ang="0">
                  <a:pos x="connsiteX5079" y="connsiteY5079"/>
                </a:cxn>
                <a:cxn ang="0">
                  <a:pos x="connsiteX5080" y="connsiteY5080"/>
                </a:cxn>
                <a:cxn ang="0">
                  <a:pos x="connsiteX5081" y="connsiteY5081"/>
                </a:cxn>
                <a:cxn ang="0">
                  <a:pos x="connsiteX5082" y="connsiteY5082"/>
                </a:cxn>
                <a:cxn ang="0">
                  <a:pos x="connsiteX5083" y="connsiteY5083"/>
                </a:cxn>
                <a:cxn ang="0">
                  <a:pos x="connsiteX5084" y="connsiteY5084"/>
                </a:cxn>
                <a:cxn ang="0">
                  <a:pos x="connsiteX5085" y="connsiteY5085"/>
                </a:cxn>
                <a:cxn ang="0">
                  <a:pos x="connsiteX5086" y="connsiteY5086"/>
                </a:cxn>
                <a:cxn ang="0">
                  <a:pos x="connsiteX5087" y="connsiteY5087"/>
                </a:cxn>
                <a:cxn ang="0">
                  <a:pos x="connsiteX5088" y="connsiteY5088"/>
                </a:cxn>
                <a:cxn ang="0">
                  <a:pos x="connsiteX5089" y="connsiteY5089"/>
                </a:cxn>
                <a:cxn ang="0">
                  <a:pos x="connsiteX5090" y="connsiteY5090"/>
                </a:cxn>
                <a:cxn ang="0">
                  <a:pos x="connsiteX5091" y="connsiteY5091"/>
                </a:cxn>
                <a:cxn ang="0">
                  <a:pos x="connsiteX5092" y="connsiteY5092"/>
                </a:cxn>
                <a:cxn ang="0">
                  <a:pos x="connsiteX5093" y="connsiteY5093"/>
                </a:cxn>
                <a:cxn ang="0">
                  <a:pos x="connsiteX5094" y="connsiteY5094"/>
                </a:cxn>
                <a:cxn ang="0">
                  <a:pos x="connsiteX5095" y="connsiteY5095"/>
                </a:cxn>
                <a:cxn ang="0">
                  <a:pos x="connsiteX5096" y="connsiteY5096"/>
                </a:cxn>
                <a:cxn ang="0">
                  <a:pos x="connsiteX5097" y="connsiteY5097"/>
                </a:cxn>
                <a:cxn ang="0">
                  <a:pos x="connsiteX5098" y="connsiteY5098"/>
                </a:cxn>
                <a:cxn ang="0">
                  <a:pos x="connsiteX5099" y="connsiteY5099"/>
                </a:cxn>
                <a:cxn ang="0">
                  <a:pos x="connsiteX5100" y="connsiteY5100"/>
                </a:cxn>
                <a:cxn ang="0">
                  <a:pos x="connsiteX5101" y="connsiteY5101"/>
                </a:cxn>
                <a:cxn ang="0">
                  <a:pos x="connsiteX5102" y="connsiteY5102"/>
                </a:cxn>
                <a:cxn ang="0">
                  <a:pos x="connsiteX5103" y="connsiteY5103"/>
                </a:cxn>
                <a:cxn ang="0">
                  <a:pos x="connsiteX5104" y="connsiteY5104"/>
                </a:cxn>
                <a:cxn ang="0">
                  <a:pos x="connsiteX5105" y="connsiteY5105"/>
                </a:cxn>
                <a:cxn ang="0">
                  <a:pos x="connsiteX5106" y="connsiteY5106"/>
                </a:cxn>
                <a:cxn ang="0">
                  <a:pos x="connsiteX5107" y="connsiteY5107"/>
                </a:cxn>
                <a:cxn ang="0">
                  <a:pos x="connsiteX5108" y="connsiteY5108"/>
                </a:cxn>
                <a:cxn ang="0">
                  <a:pos x="connsiteX5109" y="connsiteY5109"/>
                </a:cxn>
                <a:cxn ang="0">
                  <a:pos x="connsiteX5110" y="connsiteY5110"/>
                </a:cxn>
                <a:cxn ang="0">
                  <a:pos x="connsiteX5111" y="connsiteY5111"/>
                </a:cxn>
                <a:cxn ang="0">
                  <a:pos x="connsiteX5112" y="connsiteY5112"/>
                </a:cxn>
                <a:cxn ang="0">
                  <a:pos x="connsiteX5113" y="connsiteY5113"/>
                </a:cxn>
                <a:cxn ang="0">
                  <a:pos x="connsiteX5114" y="connsiteY5114"/>
                </a:cxn>
                <a:cxn ang="0">
                  <a:pos x="connsiteX5115" y="connsiteY5115"/>
                </a:cxn>
                <a:cxn ang="0">
                  <a:pos x="connsiteX5116" y="connsiteY5116"/>
                </a:cxn>
                <a:cxn ang="0">
                  <a:pos x="connsiteX5117" y="connsiteY5117"/>
                </a:cxn>
                <a:cxn ang="0">
                  <a:pos x="connsiteX5118" y="connsiteY5118"/>
                </a:cxn>
                <a:cxn ang="0">
                  <a:pos x="connsiteX5119" y="connsiteY5119"/>
                </a:cxn>
                <a:cxn ang="0">
                  <a:pos x="connsiteX5120" y="connsiteY5120"/>
                </a:cxn>
                <a:cxn ang="0">
                  <a:pos x="connsiteX5121" y="connsiteY5121"/>
                </a:cxn>
                <a:cxn ang="0">
                  <a:pos x="connsiteX5122" y="connsiteY5122"/>
                </a:cxn>
                <a:cxn ang="0">
                  <a:pos x="connsiteX5123" y="connsiteY5123"/>
                </a:cxn>
                <a:cxn ang="0">
                  <a:pos x="connsiteX5124" y="connsiteY5124"/>
                </a:cxn>
                <a:cxn ang="0">
                  <a:pos x="connsiteX5125" y="connsiteY5125"/>
                </a:cxn>
                <a:cxn ang="0">
                  <a:pos x="connsiteX5126" y="connsiteY5126"/>
                </a:cxn>
                <a:cxn ang="0">
                  <a:pos x="connsiteX5127" y="connsiteY5127"/>
                </a:cxn>
                <a:cxn ang="0">
                  <a:pos x="connsiteX5128" y="connsiteY5128"/>
                </a:cxn>
                <a:cxn ang="0">
                  <a:pos x="connsiteX5129" y="connsiteY5129"/>
                </a:cxn>
                <a:cxn ang="0">
                  <a:pos x="connsiteX5130" y="connsiteY5130"/>
                </a:cxn>
                <a:cxn ang="0">
                  <a:pos x="connsiteX5131" y="connsiteY5131"/>
                </a:cxn>
                <a:cxn ang="0">
                  <a:pos x="connsiteX5132" y="connsiteY5132"/>
                </a:cxn>
                <a:cxn ang="0">
                  <a:pos x="connsiteX5133" y="connsiteY5133"/>
                </a:cxn>
                <a:cxn ang="0">
                  <a:pos x="connsiteX5134" y="connsiteY5134"/>
                </a:cxn>
                <a:cxn ang="0">
                  <a:pos x="connsiteX5135" y="connsiteY5135"/>
                </a:cxn>
                <a:cxn ang="0">
                  <a:pos x="connsiteX5136" y="connsiteY5136"/>
                </a:cxn>
                <a:cxn ang="0">
                  <a:pos x="connsiteX5137" y="connsiteY5137"/>
                </a:cxn>
                <a:cxn ang="0">
                  <a:pos x="connsiteX5138" y="connsiteY5138"/>
                </a:cxn>
                <a:cxn ang="0">
                  <a:pos x="connsiteX5139" y="connsiteY5139"/>
                </a:cxn>
                <a:cxn ang="0">
                  <a:pos x="connsiteX5140" y="connsiteY5140"/>
                </a:cxn>
                <a:cxn ang="0">
                  <a:pos x="connsiteX5141" y="connsiteY5141"/>
                </a:cxn>
                <a:cxn ang="0">
                  <a:pos x="connsiteX5142" y="connsiteY5142"/>
                </a:cxn>
                <a:cxn ang="0">
                  <a:pos x="connsiteX5143" y="connsiteY5143"/>
                </a:cxn>
                <a:cxn ang="0">
                  <a:pos x="connsiteX5144" y="connsiteY5144"/>
                </a:cxn>
                <a:cxn ang="0">
                  <a:pos x="connsiteX5145" y="connsiteY5145"/>
                </a:cxn>
                <a:cxn ang="0">
                  <a:pos x="connsiteX5146" y="connsiteY5146"/>
                </a:cxn>
                <a:cxn ang="0">
                  <a:pos x="connsiteX5147" y="connsiteY5147"/>
                </a:cxn>
                <a:cxn ang="0">
                  <a:pos x="connsiteX5148" y="connsiteY5148"/>
                </a:cxn>
                <a:cxn ang="0">
                  <a:pos x="connsiteX5149" y="connsiteY5149"/>
                </a:cxn>
                <a:cxn ang="0">
                  <a:pos x="connsiteX5150" y="connsiteY5150"/>
                </a:cxn>
                <a:cxn ang="0">
                  <a:pos x="connsiteX5151" y="connsiteY5151"/>
                </a:cxn>
                <a:cxn ang="0">
                  <a:pos x="connsiteX5152" y="connsiteY5152"/>
                </a:cxn>
                <a:cxn ang="0">
                  <a:pos x="connsiteX5153" y="connsiteY5153"/>
                </a:cxn>
                <a:cxn ang="0">
                  <a:pos x="connsiteX5154" y="connsiteY5154"/>
                </a:cxn>
                <a:cxn ang="0">
                  <a:pos x="connsiteX5155" y="connsiteY5155"/>
                </a:cxn>
                <a:cxn ang="0">
                  <a:pos x="connsiteX5156" y="connsiteY5156"/>
                </a:cxn>
                <a:cxn ang="0">
                  <a:pos x="connsiteX5157" y="connsiteY5157"/>
                </a:cxn>
                <a:cxn ang="0">
                  <a:pos x="connsiteX5158" y="connsiteY5158"/>
                </a:cxn>
                <a:cxn ang="0">
                  <a:pos x="connsiteX5159" y="connsiteY5159"/>
                </a:cxn>
                <a:cxn ang="0">
                  <a:pos x="connsiteX5160" y="connsiteY5160"/>
                </a:cxn>
                <a:cxn ang="0">
                  <a:pos x="connsiteX5161" y="connsiteY5161"/>
                </a:cxn>
                <a:cxn ang="0">
                  <a:pos x="connsiteX5162" y="connsiteY5162"/>
                </a:cxn>
                <a:cxn ang="0">
                  <a:pos x="connsiteX5163" y="connsiteY5163"/>
                </a:cxn>
                <a:cxn ang="0">
                  <a:pos x="connsiteX5164" y="connsiteY5164"/>
                </a:cxn>
                <a:cxn ang="0">
                  <a:pos x="connsiteX5165" y="connsiteY5165"/>
                </a:cxn>
                <a:cxn ang="0">
                  <a:pos x="connsiteX5166" y="connsiteY5166"/>
                </a:cxn>
                <a:cxn ang="0">
                  <a:pos x="connsiteX5167" y="connsiteY5167"/>
                </a:cxn>
                <a:cxn ang="0">
                  <a:pos x="connsiteX5168" y="connsiteY5168"/>
                </a:cxn>
                <a:cxn ang="0">
                  <a:pos x="connsiteX5169" y="connsiteY5169"/>
                </a:cxn>
                <a:cxn ang="0">
                  <a:pos x="connsiteX5170" y="connsiteY5170"/>
                </a:cxn>
                <a:cxn ang="0">
                  <a:pos x="connsiteX5171" y="connsiteY5171"/>
                </a:cxn>
                <a:cxn ang="0">
                  <a:pos x="connsiteX5172" y="connsiteY5172"/>
                </a:cxn>
                <a:cxn ang="0">
                  <a:pos x="connsiteX5173" y="connsiteY5173"/>
                </a:cxn>
                <a:cxn ang="0">
                  <a:pos x="connsiteX5174" y="connsiteY5174"/>
                </a:cxn>
                <a:cxn ang="0">
                  <a:pos x="connsiteX5175" y="connsiteY5175"/>
                </a:cxn>
                <a:cxn ang="0">
                  <a:pos x="connsiteX5176" y="connsiteY5176"/>
                </a:cxn>
                <a:cxn ang="0">
                  <a:pos x="connsiteX5177" y="connsiteY5177"/>
                </a:cxn>
                <a:cxn ang="0">
                  <a:pos x="connsiteX5178" y="connsiteY5178"/>
                </a:cxn>
                <a:cxn ang="0">
                  <a:pos x="connsiteX5179" y="connsiteY5179"/>
                </a:cxn>
                <a:cxn ang="0">
                  <a:pos x="connsiteX5180" y="connsiteY5180"/>
                </a:cxn>
                <a:cxn ang="0">
                  <a:pos x="connsiteX5181" y="connsiteY5181"/>
                </a:cxn>
                <a:cxn ang="0">
                  <a:pos x="connsiteX5182" y="connsiteY5182"/>
                </a:cxn>
                <a:cxn ang="0">
                  <a:pos x="connsiteX5183" y="connsiteY5183"/>
                </a:cxn>
                <a:cxn ang="0">
                  <a:pos x="connsiteX5184" y="connsiteY5184"/>
                </a:cxn>
                <a:cxn ang="0">
                  <a:pos x="connsiteX5185" y="connsiteY5185"/>
                </a:cxn>
                <a:cxn ang="0">
                  <a:pos x="connsiteX5186" y="connsiteY5186"/>
                </a:cxn>
                <a:cxn ang="0">
                  <a:pos x="connsiteX5187" y="connsiteY5187"/>
                </a:cxn>
                <a:cxn ang="0">
                  <a:pos x="connsiteX5188" y="connsiteY5188"/>
                </a:cxn>
                <a:cxn ang="0">
                  <a:pos x="connsiteX5189" y="connsiteY5189"/>
                </a:cxn>
                <a:cxn ang="0">
                  <a:pos x="connsiteX5190" y="connsiteY5190"/>
                </a:cxn>
                <a:cxn ang="0">
                  <a:pos x="connsiteX5191" y="connsiteY5191"/>
                </a:cxn>
                <a:cxn ang="0">
                  <a:pos x="connsiteX5192" y="connsiteY5192"/>
                </a:cxn>
                <a:cxn ang="0">
                  <a:pos x="connsiteX5193" y="connsiteY5193"/>
                </a:cxn>
                <a:cxn ang="0">
                  <a:pos x="connsiteX5194" y="connsiteY5194"/>
                </a:cxn>
                <a:cxn ang="0">
                  <a:pos x="connsiteX5195" y="connsiteY5195"/>
                </a:cxn>
                <a:cxn ang="0">
                  <a:pos x="connsiteX5196" y="connsiteY5196"/>
                </a:cxn>
                <a:cxn ang="0">
                  <a:pos x="connsiteX5197" y="connsiteY5197"/>
                </a:cxn>
                <a:cxn ang="0">
                  <a:pos x="connsiteX5198" y="connsiteY5198"/>
                </a:cxn>
                <a:cxn ang="0">
                  <a:pos x="connsiteX5199" y="connsiteY5199"/>
                </a:cxn>
                <a:cxn ang="0">
                  <a:pos x="connsiteX5200" y="connsiteY5200"/>
                </a:cxn>
                <a:cxn ang="0">
                  <a:pos x="connsiteX5201" y="connsiteY5201"/>
                </a:cxn>
                <a:cxn ang="0">
                  <a:pos x="connsiteX5202" y="connsiteY5202"/>
                </a:cxn>
                <a:cxn ang="0">
                  <a:pos x="connsiteX5203" y="connsiteY5203"/>
                </a:cxn>
                <a:cxn ang="0">
                  <a:pos x="connsiteX5204" y="connsiteY5204"/>
                </a:cxn>
                <a:cxn ang="0">
                  <a:pos x="connsiteX5205" y="connsiteY5205"/>
                </a:cxn>
                <a:cxn ang="0">
                  <a:pos x="connsiteX5206" y="connsiteY5206"/>
                </a:cxn>
                <a:cxn ang="0">
                  <a:pos x="connsiteX5207" y="connsiteY5207"/>
                </a:cxn>
                <a:cxn ang="0">
                  <a:pos x="connsiteX5208" y="connsiteY5208"/>
                </a:cxn>
                <a:cxn ang="0">
                  <a:pos x="connsiteX5209" y="connsiteY5209"/>
                </a:cxn>
                <a:cxn ang="0">
                  <a:pos x="connsiteX5210" y="connsiteY5210"/>
                </a:cxn>
                <a:cxn ang="0">
                  <a:pos x="connsiteX5211" y="connsiteY5211"/>
                </a:cxn>
                <a:cxn ang="0">
                  <a:pos x="connsiteX5212" y="connsiteY5212"/>
                </a:cxn>
                <a:cxn ang="0">
                  <a:pos x="connsiteX5213" y="connsiteY5213"/>
                </a:cxn>
                <a:cxn ang="0">
                  <a:pos x="connsiteX5214" y="connsiteY5214"/>
                </a:cxn>
                <a:cxn ang="0">
                  <a:pos x="connsiteX5215" y="connsiteY5215"/>
                </a:cxn>
                <a:cxn ang="0">
                  <a:pos x="connsiteX5216" y="connsiteY5216"/>
                </a:cxn>
                <a:cxn ang="0">
                  <a:pos x="connsiteX5217" y="connsiteY5217"/>
                </a:cxn>
                <a:cxn ang="0">
                  <a:pos x="connsiteX5218" y="connsiteY5218"/>
                </a:cxn>
                <a:cxn ang="0">
                  <a:pos x="connsiteX5219" y="connsiteY5219"/>
                </a:cxn>
                <a:cxn ang="0">
                  <a:pos x="connsiteX5220" y="connsiteY5220"/>
                </a:cxn>
                <a:cxn ang="0">
                  <a:pos x="connsiteX5221" y="connsiteY5221"/>
                </a:cxn>
                <a:cxn ang="0">
                  <a:pos x="connsiteX5222" y="connsiteY5222"/>
                </a:cxn>
                <a:cxn ang="0">
                  <a:pos x="connsiteX5223" y="connsiteY5223"/>
                </a:cxn>
                <a:cxn ang="0">
                  <a:pos x="connsiteX5224" y="connsiteY5224"/>
                </a:cxn>
                <a:cxn ang="0">
                  <a:pos x="connsiteX5225" y="connsiteY5225"/>
                </a:cxn>
                <a:cxn ang="0">
                  <a:pos x="connsiteX5226" y="connsiteY5226"/>
                </a:cxn>
                <a:cxn ang="0">
                  <a:pos x="connsiteX5227" y="connsiteY5227"/>
                </a:cxn>
                <a:cxn ang="0">
                  <a:pos x="connsiteX5228" y="connsiteY5228"/>
                </a:cxn>
                <a:cxn ang="0">
                  <a:pos x="connsiteX5229" y="connsiteY5229"/>
                </a:cxn>
                <a:cxn ang="0">
                  <a:pos x="connsiteX5230" y="connsiteY5230"/>
                </a:cxn>
                <a:cxn ang="0">
                  <a:pos x="connsiteX5231" y="connsiteY5231"/>
                </a:cxn>
                <a:cxn ang="0">
                  <a:pos x="connsiteX5232" y="connsiteY5232"/>
                </a:cxn>
                <a:cxn ang="0">
                  <a:pos x="connsiteX5233" y="connsiteY5233"/>
                </a:cxn>
                <a:cxn ang="0">
                  <a:pos x="connsiteX5234" y="connsiteY5234"/>
                </a:cxn>
                <a:cxn ang="0">
                  <a:pos x="connsiteX5235" y="connsiteY5235"/>
                </a:cxn>
                <a:cxn ang="0">
                  <a:pos x="connsiteX5236" y="connsiteY5236"/>
                </a:cxn>
                <a:cxn ang="0">
                  <a:pos x="connsiteX5237" y="connsiteY5237"/>
                </a:cxn>
                <a:cxn ang="0">
                  <a:pos x="connsiteX5238" y="connsiteY5238"/>
                </a:cxn>
                <a:cxn ang="0">
                  <a:pos x="connsiteX5239" y="connsiteY5239"/>
                </a:cxn>
                <a:cxn ang="0">
                  <a:pos x="connsiteX5240" y="connsiteY5240"/>
                </a:cxn>
                <a:cxn ang="0">
                  <a:pos x="connsiteX5241" y="connsiteY5241"/>
                </a:cxn>
                <a:cxn ang="0">
                  <a:pos x="connsiteX5242" y="connsiteY5242"/>
                </a:cxn>
                <a:cxn ang="0">
                  <a:pos x="connsiteX5243" y="connsiteY5243"/>
                </a:cxn>
                <a:cxn ang="0">
                  <a:pos x="connsiteX5244" y="connsiteY5244"/>
                </a:cxn>
                <a:cxn ang="0">
                  <a:pos x="connsiteX5245" y="connsiteY5245"/>
                </a:cxn>
                <a:cxn ang="0">
                  <a:pos x="connsiteX5246" y="connsiteY5246"/>
                </a:cxn>
                <a:cxn ang="0">
                  <a:pos x="connsiteX5247" y="connsiteY5247"/>
                </a:cxn>
                <a:cxn ang="0">
                  <a:pos x="connsiteX5248" y="connsiteY5248"/>
                </a:cxn>
                <a:cxn ang="0">
                  <a:pos x="connsiteX5249" y="connsiteY5249"/>
                </a:cxn>
                <a:cxn ang="0">
                  <a:pos x="connsiteX5250" y="connsiteY5250"/>
                </a:cxn>
                <a:cxn ang="0">
                  <a:pos x="connsiteX5251" y="connsiteY5251"/>
                </a:cxn>
                <a:cxn ang="0">
                  <a:pos x="connsiteX5252" y="connsiteY5252"/>
                </a:cxn>
                <a:cxn ang="0">
                  <a:pos x="connsiteX5253" y="connsiteY5253"/>
                </a:cxn>
                <a:cxn ang="0">
                  <a:pos x="connsiteX5254" y="connsiteY5254"/>
                </a:cxn>
                <a:cxn ang="0">
                  <a:pos x="connsiteX5255" y="connsiteY5255"/>
                </a:cxn>
                <a:cxn ang="0">
                  <a:pos x="connsiteX5256" y="connsiteY5256"/>
                </a:cxn>
                <a:cxn ang="0">
                  <a:pos x="connsiteX5257" y="connsiteY5257"/>
                </a:cxn>
                <a:cxn ang="0">
                  <a:pos x="connsiteX5258" y="connsiteY5258"/>
                </a:cxn>
                <a:cxn ang="0">
                  <a:pos x="connsiteX5259" y="connsiteY5259"/>
                </a:cxn>
                <a:cxn ang="0">
                  <a:pos x="connsiteX5260" y="connsiteY5260"/>
                </a:cxn>
                <a:cxn ang="0">
                  <a:pos x="connsiteX5261" y="connsiteY5261"/>
                </a:cxn>
                <a:cxn ang="0">
                  <a:pos x="connsiteX5262" y="connsiteY5262"/>
                </a:cxn>
                <a:cxn ang="0">
                  <a:pos x="connsiteX5263" y="connsiteY5263"/>
                </a:cxn>
                <a:cxn ang="0">
                  <a:pos x="connsiteX5264" y="connsiteY5264"/>
                </a:cxn>
                <a:cxn ang="0">
                  <a:pos x="connsiteX5265" y="connsiteY5265"/>
                </a:cxn>
                <a:cxn ang="0">
                  <a:pos x="connsiteX5266" y="connsiteY5266"/>
                </a:cxn>
                <a:cxn ang="0">
                  <a:pos x="connsiteX5267" y="connsiteY5267"/>
                </a:cxn>
                <a:cxn ang="0">
                  <a:pos x="connsiteX5268" y="connsiteY5268"/>
                </a:cxn>
                <a:cxn ang="0">
                  <a:pos x="connsiteX5269" y="connsiteY5269"/>
                </a:cxn>
                <a:cxn ang="0">
                  <a:pos x="connsiteX5270" y="connsiteY5270"/>
                </a:cxn>
                <a:cxn ang="0">
                  <a:pos x="connsiteX5271" y="connsiteY5271"/>
                </a:cxn>
                <a:cxn ang="0">
                  <a:pos x="connsiteX5272" y="connsiteY5272"/>
                </a:cxn>
                <a:cxn ang="0">
                  <a:pos x="connsiteX5273" y="connsiteY5273"/>
                </a:cxn>
                <a:cxn ang="0">
                  <a:pos x="connsiteX5274" y="connsiteY5274"/>
                </a:cxn>
                <a:cxn ang="0">
                  <a:pos x="connsiteX5275" y="connsiteY5275"/>
                </a:cxn>
                <a:cxn ang="0">
                  <a:pos x="connsiteX5276" y="connsiteY5276"/>
                </a:cxn>
                <a:cxn ang="0">
                  <a:pos x="connsiteX5277" y="connsiteY5277"/>
                </a:cxn>
                <a:cxn ang="0">
                  <a:pos x="connsiteX5278" y="connsiteY5278"/>
                </a:cxn>
                <a:cxn ang="0">
                  <a:pos x="connsiteX5279" y="connsiteY5279"/>
                </a:cxn>
                <a:cxn ang="0">
                  <a:pos x="connsiteX5280" y="connsiteY5280"/>
                </a:cxn>
                <a:cxn ang="0">
                  <a:pos x="connsiteX5281" y="connsiteY5281"/>
                </a:cxn>
                <a:cxn ang="0">
                  <a:pos x="connsiteX5282" y="connsiteY5282"/>
                </a:cxn>
                <a:cxn ang="0">
                  <a:pos x="connsiteX5283" y="connsiteY5283"/>
                </a:cxn>
                <a:cxn ang="0">
                  <a:pos x="connsiteX5284" y="connsiteY5284"/>
                </a:cxn>
                <a:cxn ang="0">
                  <a:pos x="connsiteX5285" y="connsiteY5285"/>
                </a:cxn>
                <a:cxn ang="0">
                  <a:pos x="connsiteX5286" y="connsiteY5286"/>
                </a:cxn>
                <a:cxn ang="0">
                  <a:pos x="connsiteX5287" y="connsiteY5287"/>
                </a:cxn>
                <a:cxn ang="0">
                  <a:pos x="connsiteX5288" y="connsiteY5288"/>
                </a:cxn>
                <a:cxn ang="0">
                  <a:pos x="connsiteX5289" y="connsiteY5289"/>
                </a:cxn>
                <a:cxn ang="0">
                  <a:pos x="connsiteX5290" y="connsiteY5290"/>
                </a:cxn>
                <a:cxn ang="0">
                  <a:pos x="connsiteX5291" y="connsiteY5291"/>
                </a:cxn>
                <a:cxn ang="0">
                  <a:pos x="connsiteX5292" y="connsiteY5292"/>
                </a:cxn>
                <a:cxn ang="0">
                  <a:pos x="connsiteX5293" y="connsiteY5293"/>
                </a:cxn>
                <a:cxn ang="0">
                  <a:pos x="connsiteX5294" y="connsiteY5294"/>
                </a:cxn>
                <a:cxn ang="0">
                  <a:pos x="connsiteX5295" y="connsiteY5295"/>
                </a:cxn>
                <a:cxn ang="0">
                  <a:pos x="connsiteX5296" y="connsiteY5296"/>
                </a:cxn>
                <a:cxn ang="0">
                  <a:pos x="connsiteX5297" y="connsiteY5297"/>
                </a:cxn>
                <a:cxn ang="0">
                  <a:pos x="connsiteX5298" y="connsiteY5298"/>
                </a:cxn>
                <a:cxn ang="0">
                  <a:pos x="connsiteX5299" y="connsiteY5299"/>
                </a:cxn>
                <a:cxn ang="0">
                  <a:pos x="connsiteX5300" y="connsiteY5300"/>
                </a:cxn>
                <a:cxn ang="0">
                  <a:pos x="connsiteX5301" y="connsiteY5301"/>
                </a:cxn>
                <a:cxn ang="0">
                  <a:pos x="connsiteX5302" y="connsiteY5302"/>
                </a:cxn>
                <a:cxn ang="0">
                  <a:pos x="connsiteX5303" y="connsiteY5303"/>
                </a:cxn>
                <a:cxn ang="0">
                  <a:pos x="connsiteX5304" y="connsiteY5304"/>
                </a:cxn>
                <a:cxn ang="0">
                  <a:pos x="connsiteX5305" y="connsiteY5305"/>
                </a:cxn>
                <a:cxn ang="0">
                  <a:pos x="connsiteX5306" y="connsiteY5306"/>
                </a:cxn>
                <a:cxn ang="0">
                  <a:pos x="connsiteX5307" y="connsiteY5307"/>
                </a:cxn>
                <a:cxn ang="0">
                  <a:pos x="connsiteX5308" y="connsiteY5308"/>
                </a:cxn>
                <a:cxn ang="0">
                  <a:pos x="connsiteX5309" y="connsiteY5309"/>
                </a:cxn>
                <a:cxn ang="0">
                  <a:pos x="connsiteX5310" y="connsiteY5310"/>
                </a:cxn>
                <a:cxn ang="0">
                  <a:pos x="connsiteX5311" y="connsiteY5311"/>
                </a:cxn>
                <a:cxn ang="0">
                  <a:pos x="connsiteX5312" y="connsiteY5312"/>
                </a:cxn>
                <a:cxn ang="0">
                  <a:pos x="connsiteX5313" y="connsiteY5313"/>
                </a:cxn>
                <a:cxn ang="0">
                  <a:pos x="connsiteX5314" y="connsiteY5314"/>
                </a:cxn>
                <a:cxn ang="0">
                  <a:pos x="connsiteX5315" y="connsiteY5315"/>
                </a:cxn>
                <a:cxn ang="0">
                  <a:pos x="connsiteX5316" y="connsiteY5316"/>
                </a:cxn>
                <a:cxn ang="0">
                  <a:pos x="connsiteX5317" y="connsiteY5317"/>
                </a:cxn>
                <a:cxn ang="0">
                  <a:pos x="connsiteX5318" y="connsiteY5318"/>
                </a:cxn>
                <a:cxn ang="0">
                  <a:pos x="connsiteX5319" y="connsiteY5319"/>
                </a:cxn>
                <a:cxn ang="0">
                  <a:pos x="connsiteX5320" y="connsiteY5320"/>
                </a:cxn>
                <a:cxn ang="0">
                  <a:pos x="connsiteX5321" y="connsiteY5321"/>
                </a:cxn>
                <a:cxn ang="0">
                  <a:pos x="connsiteX5322" y="connsiteY5322"/>
                </a:cxn>
                <a:cxn ang="0">
                  <a:pos x="connsiteX5323" y="connsiteY5323"/>
                </a:cxn>
                <a:cxn ang="0">
                  <a:pos x="connsiteX5324" y="connsiteY5324"/>
                </a:cxn>
                <a:cxn ang="0">
                  <a:pos x="connsiteX5325" y="connsiteY5325"/>
                </a:cxn>
                <a:cxn ang="0">
                  <a:pos x="connsiteX5326" y="connsiteY5326"/>
                </a:cxn>
                <a:cxn ang="0">
                  <a:pos x="connsiteX5327" y="connsiteY5327"/>
                </a:cxn>
                <a:cxn ang="0">
                  <a:pos x="connsiteX5328" y="connsiteY5328"/>
                </a:cxn>
                <a:cxn ang="0">
                  <a:pos x="connsiteX5329" y="connsiteY5329"/>
                </a:cxn>
                <a:cxn ang="0">
                  <a:pos x="connsiteX5330" y="connsiteY5330"/>
                </a:cxn>
                <a:cxn ang="0">
                  <a:pos x="connsiteX5331" y="connsiteY5331"/>
                </a:cxn>
                <a:cxn ang="0">
                  <a:pos x="connsiteX5332" y="connsiteY5332"/>
                </a:cxn>
                <a:cxn ang="0">
                  <a:pos x="connsiteX5333" y="connsiteY5333"/>
                </a:cxn>
                <a:cxn ang="0">
                  <a:pos x="connsiteX5334" y="connsiteY5334"/>
                </a:cxn>
                <a:cxn ang="0">
                  <a:pos x="connsiteX5335" y="connsiteY5335"/>
                </a:cxn>
                <a:cxn ang="0">
                  <a:pos x="connsiteX5336" y="connsiteY5336"/>
                </a:cxn>
                <a:cxn ang="0">
                  <a:pos x="connsiteX5337" y="connsiteY5337"/>
                </a:cxn>
                <a:cxn ang="0">
                  <a:pos x="connsiteX5338" y="connsiteY5338"/>
                </a:cxn>
                <a:cxn ang="0">
                  <a:pos x="connsiteX5339" y="connsiteY5339"/>
                </a:cxn>
                <a:cxn ang="0">
                  <a:pos x="connsiteX5340" y="connsiteY5340"/>
                </a:cxn>
                <a:cxn ang="0">
                  <a:pos x="connsiteX5341" y="connsiteY5341"/>
                </a:cxn>
                <a:cxn ang="0">
                  <a:pos x="connsiteX5342" y="connsiteY5342"/>
                </a:cxn>
                <a:cxn ang="0">
                  <a:pos x="connsiteX5343" y="connsiteY5343"/>
                </a:cxn>
                <a:cxn ang="0">
                  <a:pos x="connsiteX5344" y="connsiteY5344"/>
                </a:cxn>
                <a:cxn ang="0">
                  <a:pos x="connsiteX5345" y="connsiteY5345"/>
                </a:cxn>
                <a:cxn ang="0">
                  <a:pos x="connsiteX5346" y="connsiteY5346"/>
                </a:cxn>
                <a:cxn ang="0">
                  <a:pos x="connsiteX5347" y="connsiteY5347"/>
                </a:cxn>
                <a:cxn ang="0">
                  <a:pos x="connsiteX5348" y="connsiteY5348"/>
                </a:cxn>
                <a:cxn ang="0">
                  <a:pos x="connsiteX5349" y="connsiteY5349"/>
                </a:cxn>
                <a:cxn ang="0">
                  <a:pos x="connsiteX5350" y="connsiteY5350"/>
                </a:cxn>
                <a:cxn ang="0">
                  <a:pos x="connsiteX5351" y="connsiteY5351"/>
                </a:cxn>
                <a:cxn ang="0">
                  <a:pos x="connsiteX5352" y="connsiteY5352"/>
                </a:cxn>
                <a:cxn ang="0">
                  <a:pos x="connsiteX5353" y="connsiteY5353"/>
                </a:cxn>
                <a:cxn ang="0">
                  <a:pos x="connsiteX5354" y="connsiteY5354"/>
                </a:cxn>
                <a:cxn ang="0">
                  <a:pos x="connsiteX5355" y="connsiteY5355"/>
                </a:cxn>
                <a:cxn ang="0">
                  <a:pos x="connsiteX5356" y="connsiteY5356"/>
                </a:cxn>
                <a:cxn ang="0">
                  <a:pos x="connsiteX5357" y="connsiteY5357"/>
                </a:cxn>
                <a:cxn ang="0">
                  <a:pos x="connsiteX5358" y="connsiteY5358"/>
                </a:cxn>
                <a:cxn ang="0">
                  <a:pos x="connsiteX5359" y="connsiteY5359"/>
                </a:cxn>
                <a:cxn ang="0">
                  <a:pos x="connsiteX5360" y="connsiteY5360"/>
                </a:cxn>
                <a:cxn ang="0">
                  <a:pos x="connsiteX5361" y="connsiteY5361"/>
                </a:cxn>
                <a:cxn ang="0">
                  <a:pos x="connsiteX5362" y="connsiteY5362"/>
                </a:cxn>
                <a:cxn ang="0">
                  <a:pos x="connsiteX5363" y="connsiteY5363"/>
                </a:cxn>
                <a:cxn ang="0">
                  <a:pos x="connsiteX5364" y="connsiteY5364"/>
                </a:cxn>
                <a:cxn ang="0">
                  <a:pos x="connsiteX5365" y="connsiteY5365"/>
                </a:cxn>
                <a:cxn ang="0">
                  <a:pos x="connsiteX5366" y="connsiteY5366"/>
                </a:cxn>
                <a:cxn ang="0">
                  <a:pos x="connsiteX5367" y="connsiteY5367"/>
                </a:cxn>
                <a:cxn ang="0">
                  <a:pos x="connsiteX5368" y="connsiteY5368"/>
                </a:cxn>
                <a:cxn ang="0">
                  <a:pos x="connsiteX5369" y="connsiteY5369"/>
                </a:cxn>
                <a:cxn ang="0">
                  <a:pos x="connsiteX5370" y="connsiteY5370"/>
                </a:cxn>
                <a:cxn ang="0">
                  <a:pos x="connsiteX5371" y="connsiteY5371"/>
                </a:cxn>
                <a:cxn ang="0">
                  <a:pos x="connsiteX5372" y="connsiteY5372"/>
                </a:cxn>
                <a:cxn ang="0">
                  <a:pos x="connsiteX5373" y="connsiteY5373"/>
                </a:cxn>
                <a:cxn ang="0">
                  <a:pos x="connsiteX5374" y="connsiteY5374"/>
                </a:cxn>
                <a:cxn ang="0">
                  <a:pos x="connsiteX5375" y="connsiteY5375"/>
                </a:cxn>
                <a:cxn ang="0">
                  <a:pos x="connsiteX5376" y="connsiteY5376"/>
                </a:cxn>
                <a:cxn ang="0">
                  <a:pos x="connsiteX5377" y="connsiteY5377"/>
                </a:cxn>
                <a:cxn ang="0">
                  <a:pos x="connsiteX5378" y="connsiteY5378"/>
                </a:cxn>
                <a:cxn ang="0">
                  <a:pos x="connsiteX5379" y="connsiteY5379"/>
                </a:cxn>
                <a:cxn ang="0">
                  <a:pos x="connsiteX5380" y="connsiteY5380"/>
                </a:cxn>
                <a:cxn ang="0">
                  <a:pos x="connsiteX5381" y="connsiteY5381"/>
                </a:cxn>
                <a:cxn ang="0">
                  <a:pos x="connsiteX5382" y="connsiteY5382"/>
                </a:cxn>
                <a:cxn ang="0">
                  <a:pos x="connsiteX5383" y="connsiteY5383"/>
                </a:cxn>
                <a:cxn ang="0">
                  <a:pos x="connsiteX5384" y="connsiteY5384"/>
                </a:cxn>
                <a:cxn ang="0">
                  <a:pos x="connsiteX5385" y="connsiteY5385"/>
                </a:cxn>
                <a:cxn ang="0">
                  <a:pos x="connsiteX5386" y="connsiteY5386"/>
                </a:cxn>
                <a:cxn ang="0">
                  <a:pos x="connsiteX5387" y="connsiteY5387"/>
                </a:cxn>
                <a:cxn ang="0">
                  <a:pos x="connsiteX5388" y="connsiteY5388"/>
                </a:cxn>
                <a:cxn ang="0">
                  <a:pos x="connsiteX5389" y="connsiteY5389"/>
                </a:cxn>
                <a:cxn ang="0">
                  <a:pos x="connsiteX5390" y="connsiteY5390"/>
                </a:cxn>
                <a:cxn ang="0">
                  <a:pos x="connsiteX5391" y="connsiteY5391"/>
                </a:cxn>
                <a:cxn ang="0">
                  <a:pos x="connsiteX5392" y="connsiteY5392"/>
                </a:cxn>
                <a:cxn ang="0">
                  <a:pos x="connsiteX5393" y="connsiteY5393"/>
                </a:cxn>
                <a:cxn ang="0">
                  <a:pos x="connsiteX5394" y="connsiteY5394"/>
                </a:cxn>
                <a:cxn ang="0">
                  <a:pos x="connsiteX5395" y="connsiteY5395"/>
                </a:cxn>
                <a:cxn ang="0">
                  <a:pos x="connsiteX5396" y="connsiteY5396"/>
                </a:cxn>
                <a:cxn ang="0">
                  <a:pos x="connsiteX5397" y="connsiteY5397"/>
                </a:cxn>
                <a:cxn ang="0">
                  <a:pos x="connsiteX5398" y="connsiteY5398"/>
                </a:cxn>
                <a:cxn ang="0">
                  <a:pos x="connsiteX5399" y="connsiteY5399"/>
                </a:cxn>
                <a:cxn ang="0">
                  <a:pos x="connsiteX5400" y="connsiteY5400"/>
                </a:cxn>
                <a:cxn ang="0">
                  <a:pos x="connsiteX5401" y="connsiteY5401"/>
                </a:cxn>
                <a:cxn ang="0">
                  <a:pos x="connsiteX5402" y="connsiteY5402"/>
                </a:cxn>
                <a:cxn ang="0">
                  <a:pos x="connsiteX5403" y="connsiteY5403"/>
                </a:cxn>
                <a:cxn ang="0">
                  <a:pos x="connsiteX5404" y="connsiteY5404"/>
                </a:cxn>
                <a:cxn ang="0">
                  <a:pos x="connsiteX5405" y="connsiteY5405"/>
                </a:cxn>
                <a:cxn ang="0">
                  <a:pos x="connsiteX5406" y="connsiteY5406"/>
                </a:cxn>
                <a:cxn ang="0">
                  <a:pos x="connsiteX5407" y="connsiteY5407"/>
                </a:cxn>
                <a:cxn ang="0">
                  <a:pos x="connsiteX5408" y="connsiteY5408"/>
                </a:cxn>
                <a:cxn ang="0">
                  <a:pos x="connsiteX5409" y="connsiteY5409"/>
                </a:cxn>
                <a:cxn ang="0">
                  <a:pos x="connsiteX5410" y="connsiteY5410"/>
                </a:cxn>
                <a:cxn ang="0">
                  <a:pos x="connsiteX5411" y="connsiteY5411"/>
                </a:cxn>
                <a:cxn ang="0">
                  <a:pos x="connsiteX5412" y="connsiteY5412"/>
                </a:cxn>
                <a:cxn ang="0">
                  <a:pos x="connsiteX5413" y="connsiteY5413"/>
                </a:cxn>
                <a:cxn ang="0">
                  <a:pos x="connsiteX5414" y="connsiteY5414"/>
                </a:cxn>
                <a:cxn ang="0">
                  <a:pos x="connsiteX5415" y="connsiteY5415"/>
                </a:cxn>
                <a:cxn ang="0">
                  <a:pos x="connsiteX5416" y="connsiteY5416"/>
                </a:cxn>
                <a:cxn ang="0">
                  <a:pos x="connsiteX5417" y="connsiteY5417"/>
                </a:cxn>
                <a:cxn ang="0">
                  <a:pos x="connsiteX5418" y="connsiteY5418"/>
                </a:cxn>
                <a:cxn ang="0">
                  <a:pos x="connsiteX5419" y="connsiteY5419"/>
                </a:cxn>
                <a:cxn ang="0">
                  <a:pos x="connsiteX5420" y="connsiteY5420"/>
                </a:cxn>
                <a:cxn ang="0">
                  <a:pos x="connsiteX5421" y="connsiteY5421"/>
                </a:cxn>
                <a:cxn ang="0">
                  <a:pos x="connsiteX5422" y="connsiteY5422"/>
                </a:cxn>
                <a:cxn ang="0">
                  <a:pos x="connsiteX5423" y="connsiteY5423"/>
                </a:cxn>
                <a:cxn ang="0">
                  <a:pos x="connsiteX5424" y="connsiteY5424"/>
                </a:cxn>
                <a:cxn ang="0">
                  <a:pos x="connsiteX5425" y="connsiteY5425"/>
                </a:cxn>
                <a:cxn ang="0">
                  <a:pos x="connsiteX5426" y="connsiteY5426"/>
                </a:cxn>
                <a:cxn ang="0">
                  <a:pos x="connsiteX5427" y="connsiteY5427"/>
                </a:cxn>
                <a:cxn ang="0">
                  <a:pos x="connsiteX5428" y="connsiteY5428"/>
                </a:cxn>
                <a:cxn ang="0">
                  <a:pos x="connsiteX5429" y="connsiteY5429"/>
                </a:cxn>
                <a:cxn ang="0">
                  <a:pos x="connsiteX5430" y="connsiteY5430"/>
                </a:cxn>
                <a:cxn ang="0">
                  <a:pos x="connsiteX5431" y="connsiteY5431"/>
                </a:cxn>
                <a:cxn ang="0">
                  <a:pos x="connsiteX5432" y="connsiteY5432"/>
                </a:cxn>
                <a:cxn ang="0">
                  <a:pos x="connsiteX5433" y="connsiteY5433"/>
                </a:cxn>
                <a:cxn ang="0">
                  <a:pos x="connsiteX5434" y="connsiteY5434"/>
                </a:cxn>
                <a:cxn ang="0">
                  <a:pos x="connsiteX5435" y="connsiteY5435"/>
                </a:cxn>
                <a:cxn ang="0">
                  <a:pos x="connsiteX5436" y="connsiteY5436"/>
                </a:cxn>
                <a:cxn ang="0">
                  <a:pos x="connsiteX5437" y="connsiteY5437"/>
                </a:cxn>
                <a:cxn ang="0">
                  <a:pos x="connsiteX5438" y="connsiteY5438"/>
                </a:cxn>
                <a:cxn ang="0">
                  <a:pos x="connsiteX5439" y="connsiteY5439"/>
                </a:cxn>
                <a:cxn ang="0">
                  <a:pos x="connsiteX5440" y="connsiteY5440"/>
                </a:cxn>
                <a:cxn ang="0">
                  <a:pos x="connsiteX5441" y="connsiteY5441"/>
                </a:cxn>
                <a:cxn ang="0">
                  <a:pos x="connsiteX5442" y="connsiteY5442"/>
                </a:cxn>
                <a:cxn ang="0">
                  <a:pos x="connsiteX5443" y="connsiteY5443"/>
                </a:cxn>
                <a:cxn ang="0">
                  <a:pos x="connsiteX5444" y="connsiteY5444"/>
                </a:cxn>
                <a:cxn ang="0">
                  <a:pos x="connsiteX5445" y="connsiteY5445"/>
                </a:cxn>
                <a:cxn ang="0">
                  <a:pos x="connsiteX5446" y="connsiteY5446"/>
                </a:cxn>
                <a:cxn ang="0">
                  <a:pos x="connsiteX5447" y="connsiteY5447"/>
                </a:cxn>
                <a:cxn ang="0">
                  <a:pos x="connsiteX5448" y="connsiteY5448"/>
                </a:cxn>
                <a:cxn ang="0">
                  <a:pos x="connsiteX5449" y="connsiteY5449"/>
                </a:cxn>
                <a:cxn ang="0">
                  <a:pos x="connsiteX5450" y="connsiteY5450"/>
                </a:cxn>
                <a:cxn ang="0">
                  <a:pos x="connsiteX5451" y="connsiteY5451"/>
                </a:cxn>
                <a:cxn ang="0">
                  <a:pos x="connsiteX5452" y="connsiteY5452"/>
                </a:cxn>
                <a:cxn ang="0">
                  <a:pos x="connsiteX5453" y="connsiteY5453"/>
                </a:cxn>
                <a:cxn ang="0">
                  <a:pos x="connsiteX5454" y="connsiteY5454"/>
                </a:cxn>
                <a:cxn ang="0">
                  <a:pos x="connsiteX5455" y="connsiteY5455"/>
                </a:cxn>
                <a:cxn ang="0">
                  <a:pos x="connsiteX5456" y="connsiteY5456"/>
                </a:cxn>
                <a:cxn ang="0">
                  <a:pos x="connsiteX5457" y="connsiteY5457"/>
                </a:cxn>
                <a:cxn ang="0">
                  <a:pos x="connsiteX5458" y="connsiteY5458"/>
                </a:cxn>
                <a:cxn ang="0">
                  <a:pos x="connsiteX5459" y="connsiteY5459"/>
                </a:cxn>
                <a:cxn ang="0">
                  <a:pos x="connsiteX5460" y="connsiteY5460"/>
                </a:cxn>
                <a:cxn ang="0">
                  <a:pos x="connsiteX5461" y="connsiteY5461"/>
                </a:cxn>
                <a:cxn ang="0">
                  <a:pos x="connsiteX5462" y="connsiteY5462"/>
                </a:cxn>
                <a:cxn ang="0">
                  <a:pos x="connsiteX5463" y="connsiteY5463"/>
                </a:cxn>
                <a:cxn ang="0">
                  <a:pos x="connsiteX5464" y="connsiteY5464"/>
                </a:cxn>
                <a:cxn ang="0">
                  <a:pos x="connsiteX5465" y="connsiteY5465"/>
                </a:cxn>
                <a:cxn ang="0">
                  <a:pos x="connsiteX5466" y="connsiteY5466"/>
                </a:cxn>
                <a:cxn ang="0">
                  <a:pos x="connsiteX5467" y="connsiteY5467"/>
                </a:cxn>
                <a:cxn ang="0">
                  <a:pos x="connsiteX5468" y="connsiteY5468"/>
                </a:cxn>
                <a:cxn ang="0">
                  <a:pos x="connsiteX5469" y="connsiteY5469"/>
                </a:cxn>
                <a:cxn ang="0">
                  <a:pos x="connsiteX5470" y="connsiteY5470"/>
                </a:cxn>
                <a:cxn ang="0">
                  <a:pos x="connsiteX5471" y="connsiteY5471"/>
                </a:cxn>
                <a:cxn ang="0">
                  <a:pos x="connsiteX5472" y="connsiteY5472"/>
                </a:cxn>
                <a:cxn ang="0">
                  <a:pos x="connsiteX5473" y="connsiteY5473"/>
                </a:cxn>
                <a:cxn ang="0">
                  <a:pos x="connsiteX5474" y="connsiteY5474"/>
                </a:cxn>
                <a:cxn ang="0">
                  <a:pos x="connsiteX5475" y="connsiteY5475"/>
                </a:cxn>
                <a:cxn ang="0">
                  <a:pos x="connsiteX5476" y="connsiteY5476"/>
                </a:cxn>
                <a:cxn ang="0">
                  <a:pos x="connsiteX5477" y="connsiteY5477"/>
                </a:cxn>
                <a:cxn ang="0">
                  <a:pos x="connsiteX5478" y="connsiteY5478"/>
                </a:cxn>
                <a:cxn ang="0">
                  <a:pos x="connsiteX5479" y="connsiteY5479"/>
                </a:cxn>
                <a:cxn ang="0">
                  <a:pos x="connsiteX5480" y="connsiteY5480"/>
                </a:cxn>
                <a:cxn ang="0">
                  <a:pos x="connsiteX5481" y="connsiteY5481"/>
                </a:cxn>
                <a:cxn ang="0">
                  <a:pos x="connsiteX5482" y="connsiteY5482"/>
                </a:cxn>
                <a:cxn ang="0">
                  <a:pos x="connsiteX5483" y="connsiteY5483"/>
                </a:cxn>
                <a:cxn ang="0">
                  <a:pos x="connsiteX5484" y="connsiteY5484"/>
                </a:cxn>
                <a:cxn ang="0">
                  <a:pos x="connsiteX5485" y="connsiteY5485"/>
                </a:cxn>
                <a:cxn ang="0">
                  <a:pos x="connsiteX5486" y="connsiteY5486"/>
                </a:cxn>
                <a:cxn ang="0">
                  <a:pos x="connsiteX5487" y="connsiteY5487"/>
                </a:cxn>
                <a:cxn ang="0">
                  <a:pos x="connsiteX5488" y="connsiteY5488"/>
                </a:cxn>
                <a:cxn ang="0">
                  <a:pos x="connsiteX5489" y="connsiteY5489"/>
                </a:cxn>
                <a:cxn ang="0">
                  <a:pos x="connsiteX5490" y="connsiteY5490"/>
                </a:cxn>
                <a:cxn ang="0">
                  <a:pos x="connsiteX5491" y="connsiteY5491"/>
                </a:cxn>
                <a:cxn ang="0">
                  <a:pos x="connsiteX5492" y="connsiteY5492"/>
                </a:cxn>
                <a:cxn ang="0">
                  <a:pos x="connsiteX5493" y="connsiteY5493"/>
                </a:cxn>
                <a:cxn ang="0">
                  <a:pos x="connsiteX5494" y="connsiteY5494"/>
                </a:cxn>
                <a:cxn ang="0">
                  <a:pos x="connsiteX5495" y="connsiteY5495"/>
                </a:cxn>
                <a:cxn ang="0">
                  <a:pos x="connsiteX5496" y="connsiteY5496"/>
                </a:cxn>
                <a:cxn ang="0">
                  <a:pos x="connsiteX5497" y="connsiteY5497"/>
                </a:cxn>
                <a:cxn ang="0">
                  <a:pos x="connsiteX5498" y="connsiteY5498"/>
                </a:cxn>
                <a:cxn ang="0">
                  <a:pos x="connsiteX5499" y="connsiteY5499"/>
                </a:cxn>
                <a:cxn ang="0">
                  <a:pos x="connsiteX5500" y="connsiteY5500"/>
                </a:cxn>
                <a:cxn ang="0">
                  <a:pos x="connsiteX5501" y="connsiteY5501"/>
                </a:cxn>
                <a:cxn ang="0">
                  <a:pos x="connsiteX5502" y="connsiteY5502"/>
                </a:cxn>
                <a:cxn ang="0">
                  <a:pos x="connsiteX5503" y="connsiteY5503"/>
                </a:cxn>
                <a:cxn ang="0">
                  <a:pos x="connsiteX5504" y="connsiteY5504"/>
                </a:cxn>
                <a:cxn ang="0">
                  <a:pos x="connsiteX5505" y="connsiteY5505"/>
                </a:cxn>
                <a:cxn ang="0">
                  <a:pos x="connsiteX5506" y="connsiteY5506"/>
                </a:cxn>
                <a:cxn ang="0">
                  <a:pos x="connsiteX5507" y="connsiteY5507"/>
                </a:cxn>
                <a:cxn ang="0">
                  <a:pos x="connsiteX5508" y="connsiteY5508"/>
                </a:cxn>
                <a:cxn ang="0">
                  <a:pos x="connsiteX5509" y="connsiteY5509"/>
                </a:cxn>
                <a:cxn ang="0">
                  <a:pos x="connsiteX5510" y="connsiteY5510"/>
                </a:cxn>
                <a:cxn ang="0">
                  <a:pos x="connsiteX5511" y="connsiteY5511"/>
                </a:cxn>
                <a:cxn ang="0">
                  <a:pos x="connsiteX5512" y="connsiteY5512"/>
                </a:cxn>
                <a:cxn ang="0">
                  <a:pos x="connsiteX5513" y="connsiteY5513"/>
                </a:cxn>
                <a:cxn ang="0">
                  <a:pos x="connsiteX5514" y="connsiteY5514"/>
                </a:cxn>
                <a:cxn ang="0">
                  <a:pos x="connsiteX5515" y="connsiteY5515"/>
                </a:cxn>
                <a:cxn ang="0">
                  <a:pos x="connsiteX5516" y="connsiteY5516"/>
                </a:cxn>
                <a:cxn ang="0">
                  <a:pos x="connsiteX5517" y="connsiteY5517"/>
                </a:cxn>
                <a:cxn ang="0">
                  <a:pos x="connsiteX5518" y="connsiteY5518"/>
                </a:cxn>
                <a:cxn ang="0">
                  <a:pos x="connsiteX5519" y="connsiteY5519"/>
                </a:cxn>
                <a:cxn ang="0">
                  <a:pos x="connsiteX5520" y="connsiteY5520"/>
                </a:cxn>
                <a:cxn ang="0">
                  <a:pos x="connsiteX5521" y="connsiteY5521"/>
                </a:cxn>
                <a:cxn ang="0">
                  <a:pos x="connsiteX5522" y="connsiteY5522"/>
                </a:cxn>
                <a:cxn ang="0">
                  <a:pos x="connsiteX5523" y="connsiteY5523"/>
                </a:cxn>
                <a:cxn ang="0">
                  <a:pos x="connsiteX5524" y="connsiteY5524"/>
                </a:cxn>
                <a:cxn ang="0">
                  <a:pos x="connsiteX5525" y="connsiteY5525"/>
                </a:cxn>
                <a:cxn ang="0">
                  <a:pos x="connsiteX5526" y="connsiteY5526"/>
                </a:cxn>
                <a:cxn ang="0">
                  <a:pos x="connsiteX5527" y="connsiteY5527"/>
                </a:cxn>
                <a:cxn ang="0">
                  <a:pos x="connsiteX5528" y="connsiteY5528"/>
                </a:cxn>
                <a:cxn ang="0">
                  <a:pos x="connsiteX5529" y="connsiteY5529"/>
                </a:cxn>
                <a:cxn ang="0">
                  <a:pos x="connsiteX5530" y="connsiteY5530"/>
                </a:cxn>
                <a:cxn ang="0">
                  <a:pos x="connsiteX5531" y="connsiteY5531"/>
                </a:cxn>
                <a:cxn ang="0">
                  <a:pos x="connsiteX5532" y="connsiteY5532"/>
                </a:cxn>
                <a:cxn ang="0">
                  <a:pos x="connsiteX5533" y="connsiteY5533"/>
                </a:cxn>
                <a:cxn ang="0">
                  <a:pos x="connsiteX5534" y="connsiteY5534"/>
                </a:cxn>
                <a:cxn ang="0">
                  <a:pos x="connsiteX5535" y="connsiteY5535"/>
                </a:cxn>
                <a:cxn ang="0">
                  <a:pos x="connsiteX5536" y="connsiteY5536"/>
                </a:cxn>
                <a:cxn ang="0">
                  <a:pos x="connsiteX5537" y="connsiteY5537"/>
                </a:cxn>
                <a:cxn ang="0">
                  <a:pos x="connsiteX5538" y="connsiteY5538"/>
                </a:cxn>
                <a:cxn ang="0">
                  <a:pos x="connsiteX5539" y="connsiteY5539"/>
                </a:cxn>
                <a:cxn ang="0">
                  <a:pos x="connsiteX5540" y="connsiteY5540"/>
                </a:cxn>
                <a:cxn ang="0">
                  <a:pos x="connsiteX5541" y="connsiteY5541"/>
                </a:cxn>
                <a:cxn ang="0">
                  <a:pos x="connsiteX5542" y="connsiteY5542"/>
                </a:cxn>
                <a:cxn ang="0">
                  <a:pos x="connsiteX5543" y="connsiteY5543"/>
                </a:cxn>
                <a:cxn ang="0">
                  <a:pos x="connsiteX5544" y="connsiteY5544"/>
                </a:cxn>
                <a:cxn ang="0">
                  <a:pos x="connsiteX5545" y="connsiteY5545"/>
                </a:cxn>
                <a:cxn ang="0">
                  <a:pos x="connsiteX5546" y="connsiteY5546"/>
                </a:cxn>
                <a:cxn ang="0">
                  <a:pos x="connsiteX5547" y="connsiteY5547"/>
                </a:cxn>
                <a:cxn ang="0">
                  <a:pos x="connsiteX5548" y="connsiteY5548"/>
                </a:cxn>
                <a:cxn ang="0">
                  <a:pos x="connsiteX5549" y="connsiteY5549"/>
                </a:cxn>
                <a:cxn ang="0">
                  <a:pos x="connsiteX5550" y="connsiteY5550"/>
                </a:cxn>
                <a:cxn ang="0">
                  <a:pos x="connsiteX5551" y="connsiteY5551"/>
                </a:cxn>
                <a:cxn ang="0">
                  <a:pos x="connsiteX5552" y="connsiteY5552"/>
                </a:cxn>
                <a:cxn ang="0">
                  <a:pos x="connsiteX5553" y="connsiteY5553"/>
                </a:cxn>
                <a:cxn ang="0">
                  <a:pos x="connsiteX5554" y="connsiteY5554"/>
                </a:cxn>
                <a:cxn ang="0">
                  <a:pos x="connsiteX5555" y="connsiteY5555"/>
                </a:cxn>
                <a:cxn ang="0">
                  <a:pos x="connsiteX5556" y="connsiteY5556"/>
                </a:cxn>
                <a:cxn ang="0">
                  <a:pos x="connsiteX5557" y="connsiteY5557"/>
                </a:cxn>
                <a:cxn ang="0">
                  <a:pos x="connsiteX5558" y="connsiteY5558"/>
                </a:cxn>
                <a:cxn ang="0">
                  <a:pos x="connsiteX5559" y="connsiteY5559"/>
                </a:cxn>
                <a:cxn ang="0">
                  <a:pos x="connsiteX5560" y="connsiteY5560"/>
                </a:cxn>
                <a:cxn ang="0">
                  <a:pos x="connsiteX5561" y="connsiteY5561"/>
                </a:cxn>
                <a:cxn ang="0">
                  <a:pos x="connsiteX5562" y="connsiteY5562"/>
                </a:cxn>
                <a:cxn ang="0">
                  <a:pos x="connsiteX5563" y="connsiteY5563"/>
                </a:cxn>
                <a:cxn ang="0">
                  <a:pos x="connsiteX5564" y="connsiteY5564"/>
                </a:cxn>
                <a:cxn ang="0">
                  <a:pos x="connsiteX5565" y="connsiteY5565"/>
                </a:cxn>
                <a:cxn ang="0">
                  <a:pos x="connsiteX5566" y="connsiteY5566"/>
                </a:cxn>
                <a:cxn ang="0">
                  <a:pos x="connsiteX5567" y="connsiteY5567"/>
                </a:cxn>
                <a:cxn ang="0">
                  <a:pos x="connsiteX5568" y="connsiteY5568"/>
                </a:cxn>
                <a:cxn ang="0">
                  <a:pos x="connsiteX5569" y="connsiteY5569"/>
                </a:cxn>
                <a:cxn ang="0">
                  <a:pos x="connsiteX5570" y="connsiteY5570"/>
                </a:cxn>
                <a:cxn ang="0">
                  <a:pos x="connsiteX5571" y="connsiteY5571"/>
                </a:cxn>
                <a:cxn ang="0">
                  <a:pos x="connsiteX5572" y="connsiteY5572"/>
                </a:cxn>
                <a:cxn ang="0">
                  <a:pos x="connsiteX5573" y="connsiteY5573"/>
                </a:cxn>
                <a:cxn ang="0">
                  <a:pos x="connsiteX5574" y="connsiteY5574"/>
                </a:cxn>
                <a:cxn ang="0">
                  <a:pos x="connsiteX5575" y="connsiteY5575"/>
                </a:cxn>
                <a:cxn ang="0">
                  <a:pos x="connsiteX5576" y="connsiteY5576"/>
                </a:cxn>
                <a:cxn ang="0">
                  <a:pos x="connsiteX5577" y="connsiteY5577"/>
                </a:cxn>
                <a:cxn ang="0">
                  <a:pos x="connsiteX5578" y="connsiteY5578"/>
                </a:cxn>
                <a:cxn ang="0">
                  <a:pos x="connsiteX5579" y="connsiteY5579"/>
                </a:cxn>
                <a:cxn ang="0">
                  <a:pos x="connsiteX5580" y="connsiteY5580"/>
                </a:cxn>
                <a:cxn ang="0">
                  <a:pos x="connsiteX5581" y="connsiteY5581"/>
                </a:cxn>
                <a:cxn ang="0">
                  <a:pos x="connsiteX5582" y="connsiteY5582"/>
                </a:cxn>
                <a:cxn ang="0">
                  <a:pos x="connsiteX5583" y="connsiteY5583"/>
                </a:cxn>
                <a:cxn ang="0">
                  <a:pos x="connsiteX5584" y="connsiteY5584"/>
                </a:cxn>
                <a:cxn ang="0">
                  <a:pos x="connsiteX5585" y="connsiteY5585"/>
                </a:cxn>
                <a:cxn ang="0">
                  <a:pos x="connsiteX5586" y="connsiteY5586"/>
                </a:cxn>
                <a:cxn ang="0">
                  <a:pos x="connsiteX5587" y="connsiteY5587"/>
                </a:cxn>
                <a:cxn ang="0">
                  <a:pos x="connsiteX5588" y="connsiteY5588"/>
                </a:cxn>
                <a:cxn ang="0">
                  <a:pos x="connsiteX5589" y="connsiteY5589"/>
                </a:cxn>
                <a:cxn ang="0">
                  <a:pos x="connsiteX5590" y="connsiteY5590"/>
                </a:cxn>
                <a:cxn ang="0">
                  <a:pos x="connsiteX5591" y="connsiteY5591"/>
                </a:cxn>
                <a:cxn ang="0">
                  <a:pos x="connsiteX5592" y="connsiteY5592"/>
                </a:cxn>
                <a:cxn ang="0">
                  <a:pos x="connsiteX5593" y="connsiteY5593"/>
                </a:cxn>
                <a:cxn ang="0">
                  <a:pos x="connsiteX5594" y="connsiteY5594"/>
                </a:cxn>
                <a:cxn ang="0">
                  <a:pos x="connsiteX5595" y="connsiteY5595"/>
                </a:cxn>
                <a:cxn ang="0">
                  <a:pos x="connsiteX5596" y="connsiteY5596"/>
                </a:cxn>
                <a:cxn ang="0">
                  <a:pos x="connsiteX5597" y="connsiteY5597"/>
                </a:cxn>
                <a:cxn ang="0">
                  <a:pos x="connsiteX5598" y="connsiteY5598"/>
                </a:cxn>
                <a:cxn ang="0">
                  <a:pos x="connsiteX5599" y="connsiteY5599"/>
                </a:cxn>
                <a:cxn ang="0">
                  <a:pos x="connsiteX5600" y="connsiteY5600"/>
                </a:cxn>
                <a:cxn ang="0">
                  <a:pos x="connsiteX5601" y="connsiteY5601"/>
                </a:cxn>
                <a:cxn ang="0">
                  <a:pos x="connsiteX5602" y="connsiteY5602"/>
                </a:cxn>
                <a:cxn ang="0">
                  <a:pos x="connsiteX5603" y="connsiteY5603"/>
                </a:cxn>
                <a:cxn ang="0">
                  <a:pos x="connsiteX5604" y="connsiteY5604"/>
                </a:cxn>
                <a:cxn ang="0">
                  <a:pos x="connsiteX5605" y="connsiteY5605"/>
                </a:cxn>
                <a:cxn ang="0">
                  <a:pos x="connsiteX5606" y="connsiteY5606"/>
                </a:cxn>
                <a:cxn ang="0">
                  <a:pos x="connsiteX5607" y="connsiteY5607"/>
                </a:cxn>
                <a:cxn ang="0">
                  <a:pos x="connsiteX5608" y="connsiteY5608"/>
                </a:cxn>
                <a:cxn ang="0">
                  <a:pos x="connsiteX5609" y="connsiteY5609"/>
                </a:cxn>
                <a:cxn ang="0">
                  <a:pos x="connsiteX5610" y="connsiteY5610"/>
                </a:cxn>
                <a:cxn ang="0">
                  <a:pos x="connsiteX5611" y="connsiteY5611"/>
                </a:cxn>
                <a:cxn ang="0">
                  <a:pos x="connsiteX5612" y="connsiteY5612"/>
                </a:cxn>
                <a:cxn ang="0">
                  <a:pos x="connsiteX5613" y="connsiteY5613"/>
                </a:cxn>
                <a:cxn ang="0">
                  <a:pos x="connsiteX5614" y="connsiteY5614"/>
                </a:cxn>
                <a:cxn ang="0">
                  <a:pos x="connsiteX5615" y="connsiteY5615"/>
                </a:cxn>
                <a:cxn ang="0">
                  <a:pos x="connsiteX5616" y="connsiteY5616"/>
                </a:cxn>
                <a:cxn ang="0">
                  <a:pos x="connsiteX5617" y="connsiteY5617"/>
                </a:cxn>
                <a:cxn ang="0">
                  <a:pos x="connsiteX5618" y="connsiteY5618"/>
                </a:cxn>
                <a:cxn ang="0">
                  <a:pos x="connsiteX5619" y="connsiteY5619"/>
                </a:cxn>
                <a:cxn ang="0">
                  <a:pos x="connsiteX5620" y="connsiteY5620"/>
                </a:cxn>
                <a:cxn ang="0">
                  <a:pos x="connsiteX5621" y="connsiteY5621"/>
                </a:cxn>
                <a:cxn ang="0">
                  <a:pos x="connsiteX5622" y="connsiteY5622"/>
                </a:cxn>
                <a:cxn ang="0">
                  <a:pos x="connsiteX5623" y="connsiteY5623"/>
                </a:cxn>
                <a:cxn ang="0">
                  <a:pos x="connsiteX5624" y="connsiteY5624"/>
                </a:cxn>
                <a:cxn ang="0">
                  <a:pos x="connsiteX5625" y="connsiteY5625"/>
                </a:cxn>
                <a:cxn ang="0">
                  <a:pos x="connsiteX5626" y="connsiteY5626"/>
                </a:cxn>
                <a:cxn ang="0">
                  <a:pos x="connsiteX5627" y="connsiteY5627"/>
                </a:cxn>
                <a:cxn ang="0">
                  <a:pos x="connsiteX5628" y="connsiteY5628"/>
                </a:cxn>
                <a:cxn ang="0">
                  <a:pos x="connsiteX5629" y="connsiteY5629"/>
                </a:cxn>
                <a:cxn ang="0">
                  <a:pos x="connsiteX5630" y="connsiteY5630"/>
                </a:cxn>
                <a:cxn ang="0">
                  <a:pos x="connsiteX5631" y="connsiteY5631"/>
                </a:cxn>
                <a:cxn ang="0">
                  <a:pos x="connsiteX5632" y="connsiteY5632"/>
                </a:cxn>
                <a:cxn ang="0">
                  <a:pos x="connsiteX5633" y="connsiteY5633"/>
                </a:cxn>
                <a:cxn ang="0">
                  <a:pos x="connsiteX5634" y="connsiteY5634"/>
                </a:cxn>
                <a:cxn ang="0">
                  <a:pos x="connsiteX5635" y="connsiteY5635"/>
                </a:cxn>
                <a:cxn ang="0">
                  <a:pos x="connsiteX5636" y="connsiteY5636"/>
                </a:cxn>
                <a:cxn ang="0">
                  <a:pos x="connsiteX5637" y="connsiteY5637"/>
                </a:cxn>
                <a:cxn ang="0">
                  <a:pos x="connsiteX5638" y="connsiteY5638"/>
                </a:cxn>
                <a:cxn ang="0">
                  <a:pos x="connsiteX5639" y="connsiteY5639"/>
                </a:cxn>
                <a:cxn ang="0">
                  <a:pos x="connsiteX5640" y="connsiteY5640"/>
                </a:cxn>
                <a:cxn ang="0">
                  <a:pos x="connsiteX5641" y="connsiteY5641"/>
                </a:cxn>
                <a:cxn ang="0">
                  <a:pos x="connsiteX5642" y="connsiteY5642"/>
                </a:cxn>
                <a:cxn ang="0">
                  <a:pos x="connsiteX5643" y="connsiteY5643"/>
                </a:cxn>
                <a:cxn ang="0">
                  <a:pos x="connsiteX5644" y="connsiteY5644"/>
                </a:cxn>
                <a:cxn ang="0">
                  <a:pos x="connsiteX5645" y="connsiteY5645"/>
                </a:cxn>
                <a:cxn ang="0">
                  <a:pos x="connsiteX5646" y="connsiteY5646"/>
                </a:cxn>
                <a:cxn ang="0">
                  <a:pos x="connsiteX5647" y="connsiteY5647"/>
                </a:cxn>
                <a:cxn ang="0">
                  <a:pos x="connsiteX5648" y="connsiteY5648"/>
                </a:cxn>
                <a:cxn ang="0">
                  <a:pos x="connsiteX5649" y="connsiteY5649"/>
                </a:cxn>
                <a:cxn ang="0">
                  <a:pos x="connsiteX5650" y="connsiteY5650"/>
                </a:cxn>
                <a:cxn ang="0">
                  <a:pos x="connsiteX5651" y="connsiteY5651"/>
                </a:cxn>
                <a:cxn ang="0">
                  <a:pos x="connsiteX5652" y="connsiteY5652"/>
                </a:cxn>
                <a:cxn ang="0">
                  <a:pos x="connsiteX5653" y="connsiteY5653"/>
                </a:cxn>
                <a:cxn ang="0">
                  <a:pos x="connsiteX5654" y="connsiteY5654"/>
                </a:cxn>
                <a:cxn ang="0">
                  <a:pos x="connsiteX5655" y="connsiteY5655"/>
                </a:cxn>
                <a:cxn ang="0">
                  <a:pos x="connsiteX5656" y="connsiteY5656"/>
                </a:cxn>
                <a:cxn ang="0">
                  <a:pos x="connsiteX5657" y="connsiteY5657"/>
                </a:cxn>
                <a:cxn ang="0">
                  <a:pos x="connsiteX5658" y="connsiteY5658"/>
                </a:cxn>
                <a:cxn ang="0">
                  <a:pos x="connsiteX5659" y="connsiteY5659"/>
                </a:cxn>
                <a:cxn ang="0">
                  <a:pos x="connsiteX5660" y="connsiteY5660"/>
                </a:cxn>
                <a:cxn ang="0">
                  <a:pos x="connsiteX5661" y="connsiteY5661"/>
                </a:cxn>
                <a:cxn ang="0">
                  <a:pos x="connsiteX5662" y="connsiteY5662"/>
                </a:cxn>
                <a:cxn ang="0">
                  <a:pos x="connsiteX5663" y="connsiteY5663"/>
                </a:cxn>
                <a:cxn ang="0">
                  <a:pos x="connsiteX5664" y="connsiteY5664"/>
                </a:cxn>
                <a:cxn ang="0">
                  <a:pos x="connsiteX5665" y="connsiteY5665"/>
                </a:cxn>
                <a:cxn ang="0">
                  <a:pos x="connsiteX5666" y="connsiteY5666"/>
                </a:cxn>
                <a:cxn ang="0">
                  <a:pos x="connsiteX5667" y="connsiteY5667"/>
                </a:cxn>
                <a:cxn ang="0">
                  <a:pos x="connsiteX5668" y="connsiteY5668"/>
                </a:cxn>
                <a:cxn ang="0">
                  <a:pos x="connsiteX5669" y="connsiteY5669"/>
                </a:cxn>
                <a:cxn ang="0">
                  <a:pos x="connsiteX5670" y="connsiteY5670"/>
                </a:cxn>
                <a:cxn ang="0">
                  <a:pos x="connsiteX5671" y="connsiteY5671"/>
                </a:cxn>
                <a:cxn ang="0">
                  <a:pos x="connsiteX5672" y="connsiteY5672"/>
                </a:cxn>
                <a:cxn ang="0">
                  <a:pos x="connsiteX5673" y="connsiteY5673"/>
                </a:cxn>
                <a:cxn ang="0">
                  <a:pos x="connsiteX5674" y="connsiteY5674"/>
                </a:cxn>
                <a:cxn ang="0">
                  <a:pos x="connsiteX5675" y="connsiteY5675"/>
                </a:cxn>
                <a:cxn ang="0">
                  <a:pos x="connsiteX5676" y="connsiteY5676"/>
                </a:cxn>
                <a:cxn ang="0">
                  <a:pos x="connsiteX5677" y="connsiteY5677"/>
                </a:cxn>
                <a:cxn ang="0">
                  <a:pos x="connsiteX5678" y="connsiteY5678"/>
                </a:cxn>
                <a:cxn ang="0">
                  <a:pos x="connsiteX5679" y="connsiteY5679"/>
                </a:cxn>
                <a:cxn ang="0">
                  <a:pos x="connsiteX5680" y="connsiteY5680"/>
                </a:cxn>
                <a:cxn ang="0">
                  <a:pos x="connsiteX5681" y="connsiteY5681"/>
                </a:cxn>
                <a:cxn ang="0">
                  <a:pos x="connsiteX5682" y="connsiteY5682"/>
                </a:cxn>
                <a:cxn ang="0">
                  <a:pos x="connsiteX5683" y="connsiteY5683"/>
                </a:cxn>
                <a:cxn ang="0">
                  <a:pos x="connsiteX5684" y="connsiteY5684"/>
                </a:cxn>
                <a:cxn ang="0">
                  <a:pos x="connsiteX5685" y="connsiteY5685"/>
                </a:cxn>
                <a:cxn ang="0">
                  <a:pos x="connsiteX5686" y="connsiteY5686"/>
                </a:cxn>
                <a:cxn ang="0">
                  <a:pos x="connsiteX5687" y="connsiteY5687"/>
                </a:cxn>
                <a:cxn ang="0">
                  <a:pos x="connsiteX5688" y="connsiteY5688"/>
                </a:cxn>
                <a:cxn ang="0">
                  <a:pos x="connsiteX5689" y="connsiteY5689"/>
                </a:cxn>
                <a:cxn ang="0">
                  <a:pos x="connsiteX5690" y="connsiteY5690"/>
                </a:cxn>
                <a:cxn ang="0">
                  <a:pos x="connsiteX5691" y="connsiteY5691"/>
                </a:cxn>
                <a:cxn ang="0">
                  <a:pos x="connsiteX5692" y="connsiteY5692"/>
                </a:cxn>
                <a:cxn ang="0">
                  <a:pos x="connsiteX5693" y="connsiteY5693"/>
                </a:cxn>
                <a:cxn ang="0">
                  <a:pos x="connsiteX5694" y="connsiteY5694"/>
                </a:cxn>
                <a:cxn ang="0">
                  <a:pos x="connsiteX5695" y="connsiteY5695"/>
                </a:cxn>
                <a:cxn ang="0">
                  <a:pos x="connsiteX5696" y="connsiteY5696"/>
                </a:cxn>
                <a:cxn ang="0">
                  <a:pos x="connsiteX5697" y="connsiteY5697"/>
                </a:cxn>
                <a:cxn ang="0">
                  <a:pos x="connsiteX5698" y="connsiteY5698"/>
                </a:cxn>
                <a:cxn ang="0">
                  <a:pos x="connsiteX5699" y="connsiteY5699"/>
                </a:cxn>
                <a:cxn ang="0">
                  <a:pos x="connsiteX5700" y="connsiteY5700"/>
                </a:cxn>
                <a:cxn ang="0">
                  <a:pos x="connsiteX5701" y="connsiteY5701"/>
                </a:cxn>
                <a:cxn ang="0">
                  <a:pos x="connsiteX5702" y="connsiteY5702"/>
                </a:cxn>
                <a:cxn ang="0">
                  <a:pos x="connsiteX5703" y="connsiteY5703"/>
                </a:cxn>
                <a:cxn ang="0">
                  <a:pos x="connsiteX5704" y="connsiteY5704"/>
                </a:cxn>
                <a:cxn ang="0">
                  <a:pos x="connsiteX5705" y="connsiteY5705"/>
                </a:cxn>
                <a:cxn ang="0">
                  <a:pos x="connsiteX5706" y="connsiteY5706"/>
                </a:cxn>
                <a:cxn ang="0">
                  <a:pos x="connsiteX5707" y="connsiteY5707"/>
                </a:cxn>
                <a:cxn ang="0">
                  <a:pos x="connsiteX5708" y="connsiteY5708"/>
                </a:cxn>
                <a:cxn ang="0">
                  <a:pos x="connsiteX5709" y="connsiteY5709"/>
                </a:cxn>
                <a:cxn ang="0">
                  <a:pos x="connsiteX5710" y="connsiteY5710"/>
                </a:cxn>
                <a:cxn ang="0">
                  <a:pos x="connsiteX5711" y="connsiteY5711"/>
                </a:cxn>
                <a:cxn ang="0">
                  <a:pos x="connsiteX5712" y="connsiteY5712"/>
                </a:cxn>
                <a:cxn ang="0">
                  <a:pos x="connsiteX5713" y="connsiteY5713"/>
                </a:cxn>
                <a:cxn ang="0">
                  <a:pos x="connsiteX5714" y="connsiteY5714"/>
                </a:cxn>
                <a:cxn ang="0">
                  <a:pos x="connsiteX5715" y="connsiteY5715"/>
                </a:cxn>
                <a:cxn ang="0">
                  <a:pos x="connsiteX5716" y="connsiteY5716"/>
                </a:cxn>
                <a:cxn ang="0">
                  <a:pos x="connsiteX5717" y="connsiteY5717"/>
                </a:cxn>
                <a:cxn ang="0">
                  <a:pos x="connsiteX5718" y="connsiteY5718"/>
                </a:cxn>
                <a:cxn ang="0">
                  <a:pos x="connsiteX5719" y="connsiteY5719"/>
                </a:cxn>
                <a:cxn ang="0">
                  <a:pos x="connsiteX5720" y="connsiteY5720"/>
                </a:cxn>
                <a:cxn ang="0">
                  <a:pos x="connsiteX5721" y="connsiteY5721"/>
                </a:cxn>
                <a:cxn ang="0">
                  <a:pos x="connsiteX5722" y="connsiteY5722"/>
                </a:cxn>
                <a:cxn ang="0">
                  <a:pos x="connsiteX5723" y="connsiteY5723"/>
                </a:cxn>
                <a:cxn ang="0">
                  <a:pos x="connsiteX5724" y="connsiteY5724"/>
                </a:cxn>
                <a:cxn ang="0">
                  <a:pos x="connsiteX5725" y="connsiteY5725"/>
                </a:cxn>
                <a:cxn ang="0">
                  <a:pos x="connsiteX5726" y="connsiteY5726"/>
                </a:cxn>
                <a:cxn ang="0">
                  <a:pos x="connsiteX5727" y="connsiteY5727"/>
                </a:cxn>
                <a:cxn ang="0">
                  <a:pos x="connsiteX5728" y="connsiteY5728"/>
                </a:cxn>
                <a:cxn ang="0">
                  <a:pos x="connsiteX5729" y="connsiteY5729"/>
                </a:cxn>
                <a:cxn ang="0">
                  <a:pos x="connsiteX5730" y="connsiteY5730"/>
                </a:cxn>
                <a:cxn ang="0">
                  <a:pos x="connsiteX5731" y="connsiteY5731"/>
                </a:cxn>
                <a:cxn ang="0">
                  <a:pos x="connsiteX5732" y="connsiteY5732"/>
                </a:cxn>
                <a:cxn ang="0">
                  <a:pos x="connsiteX5733" y="connsiteY5733"/>
                </a:cxn>
                <a:cxn ang="0">
                  <a:pos x="connsiteX5734" y="connsiteY5734"/>
                </a:cxn>
                <a:cxn ang="0">
                  <a:pos x="connsiteX5735" y="connsiteY5735"/>
                </a:cxn>
                <a:cxn ang="0">
                  <a:pos x="connsiteX5736" y="connsiteY5736"/>
                </a:cxn>
                <a:cxn ang="0">
                  <a:pos x="connsiteX5737" y="connsiteY5737"/>
                </a:cxn>
                <a:cxn ang="0">
                  <a:pos x="connsiteX5738" y="connsiteY5738"/>
                </a:cxn>
                <a:cxn ang="0">
                  <a:pos x="connsiteX5739" y="connsiteY5739"/>
                </a:cxn>
                <a:cxn ang="0">
                  <a:pos x="connsiteX5740" y="connsiteY5740"/>
                </a:cxn>
                <a:cxn ang="0">
                  <a:pos x="connsiteX5741" y="connsiteY5741"/>
                </a:cxn>
                <a:cxn ang="0">
                  <a:pos x="connsiteX5742" y="connsiteY5742"/>
                </a:cxn>
                <a:cxn ang="0">
                  <a:pos x="connsiteX5743" y="connsiteY5743"/>
                </a:cxn>
                <a:cxn ang="0">
                  <a:pos x="connsiteX5744" y="connsiteY5744"/>
                </a:cxn>
                <a:cxn ang="0">
                  <a:pos x="connsiteX5745" y="connsiteY5745"/>
                </a:cxn>
                <a:cxn ang="0">
                  <a:pos x="connsiteX5746" y="connsiteY5746"/>
                </a:cxn>
                <a:cxn ang="0">
                  <a:pos x="connsiteX5747" y="connsiteY5747"/>
                </a:cxn>
                <a:cxn ang="0">
                  <a:pos x="connsiteX5748" y="connsiteY5748"/>
                </a:cxn>
                <a:cxn ang="0">
                  <a:pos x="connsiteX5749" y="connsiteY5749"/>
                </a:cxn>
                <a:cxn ang="0">
                  <a:pos x="connsiteX5750" y="connsiteY5750"/>
                </a:cxn>
                <a:cxn ang="0">
                  <a:pos x="connsiteX5751" y="connsiteY5751"/>
                </a:cxn>
                <a:cxn ang="0">
                  <a:pos x="connsiteX5752" y="connsiteY5752"/>
                </a:cxn>
                <a:cxn ang="0">
                  <a:pos x="connsiteX5753" y="connsiteY5753"/>
                </a:cxn>
                <a:cxn ang="0">
                  <a:pos x="connsiteX5754" y="connsiteY5754"/>
                </a:cxn>
                <a:cxn ang="0">
                  <a:pos x="connsiteX5755" y="connsiteY5755"/>
                </a:cxn>
                <a:cxn ang="0">
                  <a:pos x="connsiteX5756" y="connsiteY5756"/>
                </a:cxn>
                <a:cxn ang="0">
                  <a:pos x="connsiteX5757" y="connsiteY5757"/>
                </a:cxn>
                <a:cxn ang="0">
                  <a:pos x="connsiteX5758" y="connsiteY5758"/>
                </a:cxn>
                <a:cxn ang="0">
                  <a:pos x="connsiteX5759" y="connsiteY5759"/>
                </a:cxn>
                <a:cxn ang="0">
                  <a:pos x="connsiteX5760" y="connsiteY5760"/>
                </a:cxn>
                <a:cxn ang="0">
                  <a:pos x="connsiteX5761" y="connsiteY5761"/>
                </a:cxn>
                <a:cxn ang="0">
                  <a:pos x="connsiteX5762" y="connsiteY5762"/>
                </a:cxn>
                <a:cxn ang="0">
                  <a:pos x="connsiteX5763" y="connsiteY5763"/>
                </a:cxn>
                <a:cxn ang="0">
                  <a:pos x="connsiteX5764" y="connsiteY5764"/>
                </a:cxn>
                <a:cxn ang="0">
                  <a:pos x="connsiteX5765" y="connsiteY5765"/>
                </a:cxn>
                <a:cxn ang="0">
                  <a:pos x="connsiteX5766" y="connsiteY5766"/>
                </a:cxn>
                <a:cxn ang="0">
                  <a:pos x="connsiteX5767" y="connsiteY5767"/>
                </a:cxn>
                <a:cxn ang="0">
                  <a:pos x="connsiteX5768" y="connsiteY5768"/>
                </a:cxn>
                <a:cxn ang="0">
                  <a:pos x="connsiteX5769" y="connsiteY5769"/>
                </a:cxn>
                <a:cxn ang="0">
                  <a:pos x="connsiteX5770" y="connsiteY5770"/>
                </a:cxn>
                <a:cxn ang="0">
                  <a:pos x="connsiteX5771" y="connsiteY5771"/>
                </a:cxn>
                <a:cxn ang="0">
                  <a:pos x="connsiteX5772" y="connsiteY5772"/>
                </a:cxn>
                <a:cxn ang="0">
                  <a:pos x="connsiteX5773" y="connsiteY5773"/>
                </a:cxn>
                <a:cxn ang="0">
                  <a:pos x="connsiteX5774" y="connsiteY5774"/>
                </a:cxn>
                <a:cxn ang="0">
                  <a:pos x="connsiteX5775" y="connsiteY5775"/>
                </a:cxn>
                <a:cxn ang="0">
                  <a:pos x="connsiteX5776" y="connsiteY5776"/>
                </a:cxn>
                <a:cxn ang="0">
                  <a:pos x="connsiteX5777" y="connsiteY5777"/>
                </a:cxn>
                <a:cxn ang="0">
                  <a:pos x="connsiteX5778" y="connsiteY5778"/>
                </a:cxn>
                <a:cxn ang="0">
                  <a:pos x="connsiteX5779" y="connsiteY5779"/>
                </a:cxn>
                <a:cxn ang="0">
                  <a:pos x="connsiteX5780" y="connsiteY5780"/>
                </a:cxn>
                <a:cxn ang="0">
                  <a:pos x="connsiteX5781" y="connsiteY5781"/>
                </a:cxn>
                <a:cxn ang="0">
                  <a:pos x="connsiteX5782" y="connsiteY5782"/>
                </a:cxn>
                <a:cxn ang="0">
                  <a:pos x="connsiteX5783" y="connsiteY5783"/>
                </a:cxn>
                <a:cxn ang="0">
                  <a:pos x="connsiteX5784" y="connsiteY5784"/>
                </a:cxn>
                <a:cxn ang="0">
                  <a:pos x="connsiteX5785" y="connsiteY5785"/>
                </a:cxn>
                <a:cxn ang="0">
                  <a:pos x="connsiteX5786" y="connsiteY5786"/>
                </a:cxn>
                <a:cxn ang="0">
                  <a:pos x="connsiteX5787" y="connsiteY5787"/>
                </a:cxn>
                <a:cxn ang="0">
                  <a:pos x="connsiteX5788" y="connsiteY5788"/>
                </a:cxn>
                <a:cxn ang="0">
                  <a:pos x="connsiteX5789" y="connsiteY5789"/>
                </a:cxn>
                <a:cxn ang="0">
                  <a:pos x="connsiteX5790" y="connsiteY5790"/>
                </a:cxn>
                <a:cxn ang="0">
                  <a:pos x="connsiteX5791" y="connsiteY5791"/>
                </a:cxn>
                <a:cxn ang="0">
                  <a:pos x="connsiteX5792" y="connsiteY5792"/>
                </a:cxn>
                <a:cxn ang="0">
                  <a:pos x="connsiteX5793" y="connsiteY5793"/>
                </a:cxn>
                <a:cxn ang="0">
                  <a:pos x="connsiteX5794" y="connsiteY5794"/>
                </a:cxn>
                <a:cxn ang="0">
                  <a:pos x="connsiteX5795" y="connsiteY5795"/>
                </a:cxn>
                <a:cxn ang="0">
                  <a:pos x="connsiteX5796" y="connsiteY5796"/>
                </a:cxn>
                <a:cxn ang="0">
                  <a:pos x="connsiteX5797" y="connsiteY5797"/>
                </a:cxn>
                <a:cxn ang="0">
                  <a:pos x="connsiteX5798" y="connsiteY5798"/>
                </a:cxn>
                <a:cxn ang="0">
                  <a:pos x="connsiteX5799" y="connsiteY5799"/>
                </a:cxn>
                <a:cxn ang="0">
                  <a:pos x="connsiteX5800" y="connsiteY5800"/>
                </a:cxn>
                <a:cxn ang="0">
                  <a:pos x="connsiteX5801" y="connsiteY5801"/>
                </a:cxn>
                <a:cxn ang="0">
                  <a:pos x="connsiteX5802" y="connsiteY5802"/>
                </a:cxn>
                <a:cxn ang="0">
                  <a:pos x="connsiteX5803" y="connsiteY5803"/>
                </a:cxn>
                <a:cxn ang="0">
                  <a:pos x="connsiteX5804" y="connsiteY5804"/>
                </a:cxn>
                <a:cxn ang="0">
                  <a:pos x="connsiteX5805" y="connsiteY5805"/>
                </a:cxn>
                <a:cxn ang="0">
                  <a:pos x="connsiteX5806" y="connsiteY5806"/>
                </a:cxn>
                <a:cxn ang="0">
                  <a:pos x="connsiteX5807" y="connsiteY5807"/>
                </a:cxn>
                <a:cxn ang="0">
                  <a:pos x="connsiteX5808" y="connsiteY5808"/>
                </a:cxn>
                <a:cxn ang="0">
                  <a:pos x="connsiteX5809" y="connsiteY5809"/>
                </a:cxn>
                <a:cxn ang="0">
                  <a:pos x="connsiteX5810" y="connsiteY5810"/>
                </a:cxn>
                <a:cxn ang="0">
                  <a:pos x="connsiteX5811" y="connsiteY5811"/>
                </a:cxn>
                <a:cxn ang="0">
                  <a:pos x="connsiteX5812" y="connsiteY5812"/>
                </a:cxn>
                <a:cxn ang="0">
                  <a:pos x="connsiteX5813" y="connsiteY5813"/>
                </a:cxn>
                <a:cxn ang="0">
                  <a:pos x="connsiteX5814" y="connsiteY5814"/>
                </a:cxn>
                <a:cxn ang="0">
                  <a:pos x="connsiteX5815" y="connsiteY5815"/>
                </a:cxn>
                <a:cxn ang="0">
                  <a:pos x="connsiteX5816" y="connsiteY5816"/>
                </a:cxn>
                <a:cxn ang="0">
                  <a:pos x="connsiteX5817" y="connsiteY5817"/>
                </a:cxn>
                <a:cxn ang="0">
                  <a:pos x="connsiteX5818" y="connsiteY5818"/>
                </a:cxn>
                <a:cxn ang="0">
                  <a:pos x="connsiteX5819" y="connsiteY5819"/>
                </a:cxn>
                <a:cxn ang="0">
                  <a:pos x="connsiteX5820" y="connsiteY5820"/>
                </a:cxn>
                <a:cxn ang="0">
                  <a:pos x="connsiteX5821" y="connsiteY5821"/>
                </a:cxn>
                <a:cxn ang="0">
                  <a:pos x="connsiteX5822" y="connsiteY5822"/>
                </a:cxn>
                <a:cxn ang="0">
                  <a:pos x="connsiteX5823" y="connsiteY5823"/>
                </a:cxn>
                <a:cxn ang="0">
                  <a:pos x="connsiteX5824" y="connsiteY5824"/>
                </a:cxn>
                <a:cxn ang="0">
                  <a:pos x="connsiteX5825" y="connsiteY5825"/>
                </a:cxn>
                <a:cxn ang="0">
                  <a:pos x="connsiteX5826" y="connsiteY5826"/>
                </a:cxn>
                <a:cxn ang="0">
                  <a:pos x="connsiteX5827" y="connsiteY5827"/>
                </a:cxn>
                <a:cxn ang="0">
                  <a:pos x="connsiteX5828" y="connsiteY5828"/>
                </a:cxn>
                <a:cxn ang="0">
                  <a:pos x="connsiteX5829" y="connsiteY5829"/>
                </a:cxn>
                <a:cxn ang="0">
                  <a:pos x="connsiteX5830" y="connsiteY5830"/>
                </a:cxn>
                <a:cxn ang="0">
                  <a:pos x="connsiteX5831" y="connsiteY5831"/>
                </a:cxn>
                <a:cxn ang="0">
                  <a:pos x="connsiteX5832" y="connsiteY5832"/>
                </a:cxn>
                <a:cxn ang="0">
                  <a:pos x="connsiteX5833" y="connsiteY5833"/>
                </a:cxn>
                <a:cxn ang="0">
                  <a:pos x="connsiteX5834" y="connsiteY5834"/>
                </a:cxn>
                <a:cxn ang="0">
                  <a:pos x="connsiteX5835" y="connsiteY5835"/>
                </a:cxn>
                <a:cxn ang="0">
                  <a:pos x="connsiteX5836" y="connsiteY5836"/>
                </a:cxn>
                <a:cxn ang="0">
                  <a:pos x="connsiteX5837" y="connsiteY5837"/>
                </a:cxn>
                <a:cxn ang="0">
                  <a:pos x="connsiteX5838" y="connsiteY5838"/>
                </a:cxn>
                <a:cxn ang="0">
                  <a:pos x="connsiteX5839" y="connsiteY5839"/>
                </a:cxn>
                <a:cxn ang="0">
                  <a:pos x="connsiteX5840" y="connsiteY5840"/>
                </a:cxn>
                <a:cxn ang="0">
                  <a:pos x="connsiteX5841" y="connsiteY5841"/>
                </a:cxn>
                <a:cxn ang="0">
                  <a:pos x="connsiteX5842" y="connsiteY5842"/>
                </a:cxn>
                <a:cxn ang="0">
                  <a:pos x="connsiteX5843" y="connsiteY5843"/>
                </a:cxn>
                <a:cxn ang="0">
                  <a:pos x="connsiteX5844" y="connsiteY5844"/>
                </a:cxn>
                <a:cxn ang="0">
                  <a:pos x="connsiteX5845" y="connsiteY5845"/>
                </a:cxn>
                <a:cxn ang="0">
                  <a:pos x="connsiteX5846" y="connsiteY5846"/>
                </a:cxn>
                <a:cxn ang="0">
                  <a:pos x="connsiteX5847" y="connsiteY5847"/>
                </a:cxn>
                <a:cxn ang="0">
                  <a:pos x="connsiteX5848" y="connsiteY5848"/>
                </a:cxn>
                <a:cxn ang="0">
                  <a:pos x="connsiteX5849" y="connsiteY5849"/>
                </a:cxn>
                <a:cxn ang="0">
                  <a:pos x="connsiteX5850" y="connsiteY5850"/>
                </a:cxn>
                <a:cxn ang="0">
                  <a:pos x="connsiteX5851" y="connsiteY5851"/>
                </a:cxn>
                <a:cxn ang="0">
                  <a:pos x="connsiteX5852" y="connsiteY5852"/>
                </a:cxn>
                <a:cxn ang="0">
                  <a:pos x="connsiteX5853" y="connsiteY5853"/>
                </a:cxn>
                <a:cxn ang="0">
                  <a:pos x="connsiteX5854" y="connsiteY5854"/>
                </a:cxn>
                <a:cxn ang="0">
                  <a:pos x="connsiteX5855" y="connsiteY5855"/>
                </a:cxn>
                <a:cxn ang="0">
                  <a:pos x="connsiteX5856" y="connsiteY5856"/>
                </a:cxn>
                <a:cxn ang="0">
                  <a:pos x="connsiteX5857" y="connsiteY5857"/>
                </a:cxn>
                <a:cxn ang="0">
                  <a:pos x="connsiteX5858" y="connsiteY5858"/>
                </a:cxn>
                <a:cxn ang="0">
                  <a:pos x="connsiteX5859" y="connsiteY5859"/>
                </a:cxn>
                <a:cxn ang="0">
                  <a:pos x="connsiteX5860" y="connsiteY5860"/>
                </a:cxn>
                <a:cxn ang="0">
                  <a:pos x="connsiteX5861" y="connsiteY5861"/>
                </a:cxn>
                <a:cxn ang="0">
                  <a:pos x="connsiteX5862" y="connsiteY5862"/>
                </a:cxn>
                <a:cxn ang="0">
                  <a:pos x="connsiteX5863" y="connsiteY5863"/>
                </a:cxn>
                <a:cxn ang="0">
                  <a:pos x="connsiteX5864" y="connsiteY5864"/>
                </a:cxn>
                <a:cxn ang="0">
                  <a:pos x="connsiteX5865" y="connsiteY5865"/>
                </a:cxn>
                <a:cxn ang="0">
                  <a:pos x="connsiteX5866" y="connsiteY5866"/>
                </a:cxn>
                <a:cxn ang="0">
                  <a:pos x="connsiteX5867" y="connsiteY5867"/>
                </a:cxn>
                <a:cxn ang="0">
                  <a:pos x="connsiteX5868" y="connsiteY5868"/>
                </a:cxn>
                <a:cxn ang="0">
                  <a:pos x="connsiteX5869" y="connsiteY5869"/>
                </a:cxn>
                <a:cxn ang="0">
                  <a:pos x="connsiteX5870" y="connsiteY5870"/>
                </a:cxn>
                <a:cxn ang="0">
                  <a:pos x="connsiteX5871" y="connsiteY5871"/>
                </a:cxn>
                <a:cxn ang="0">
                  <a:pos x="connsiteX5872" y="connsiteY5872"/>
                </a:cxn>
                <a:cxn ang="0">
                  <a:pos x="connsiteX5873" y="connsiteY5873"/>
                </a:cxn>
                <a:cxn ang="0">
                  <a:pos x="connsiteX5874" y="connsiteY5874"/>
                </a:cxn>
                <a:cxn ang="0">
                  <a:pos x="connsiteX5875" y="connsiteY5875"/>
                </a:cxn>
                <a:cxn ang="0">
                  <a:pos x="connsiteX5876" y="connsiteY5876"/>
                </a:cxn>
                <a:cxn ang="0">
                  <a:pos x="connsiteX5877" y="connsiteY5877"/>
                </a:cxn>
                <a:cxn ang="0">
                  <a:pos x="connsiteX5878" y="connsiteY5878"/>
                </a:cxn>
                <a:cxn ang="0">
                  <a:pos x="connsiteX5879" y="connsiteY5879"/>
                </a:cxn>
                <a:cxn ang="0">
                  <a:pos x="connsiteX5880" y="connsiteY5880"/>
                </a:cxn>
                <a:cxn ang="0">
                  <a:pos x="connsiteX5881" y="connsiteY5881"/>
                </a:cxn>
                <a:cxn ang="0">
                  <a:pos x="connsiteX5882" y="connsiteY5882"/>
                </a:cxn>
                <a:cxn ang="0">
                  <a:pos x="connsiteX5883" y="connsiteY5883"/>
                </a:cxn>
                <a:cxn ang="0">
                  <a:pos x="connsiteX5884" y="connsiteY5884"/>
                </a:cxn>
                <a:cxn ang="0">
                  <a:pos x="connsiteX5885" y="connsiteY5885"/>
                </a:cxn>
                <a:cxn ang="0">
                  <a:pos x="connsiteX5886" y="connsiteY5886"/>
                </a:cxn>
                <a:cxn ang="0">
                  <a:pos x="connsiteX5887" y="connsiteY5887"/>
                </a:cxn>
                <a:cxn ang="0">
                  <a:pos x="connsiteX5888" y="connsiteY5888"/>
                </a:cxn>
                <a:cxn ang="0">
                  <a:pos x="connsiteX5889" y="connsiteY5889"/>
                </a:cxn>
                <a:cxn ang="0">
                  <a:pos x="connsiteX5890" y="connsiteY5890"/>
                </a:cxn>
                <a:cxn ang="0">
                  <a:pos x="connsiteX5891" y="connsiteY5891"/>
                </a:cxn>
                <a:cxn ang="0">
                  <a:pos x="connsiteX5892" y="connsiteY5892"/>
                </a:cxn>
                <a:cxn ang="0">
                  <a:pos x="connsiteX5893" y="connsiteY5893"/>
                </a:cxn>
                <a:cxn ang="0">
                  <a:pos x="connsiteX5894" y="connsiteY5894"/>
                </a:cxn>
                <a:cxn ang="0">
                  <a:pos x="connsiteX5895" y="connsiteY5895"/>
                </a:cxn>
                <a:cxn ang="0">
                  <a:pos x="connsiteX5896" y="connsiteY5896"/>
                </a:cxn>
                <a:cxn ang="0">
                  <a:pos x="connsiteX5897" y="connsiteY5897"/>
                </a:cxn>
                <a:cxn ang="0">
                  <a:pos x="connsiteX5898" y="connsiteY5898"/>
                </a:cxn>
                <a:cxn ang="0">
                  <a:pos x="connsiteX5899" y="connsiteY5899"/>
                </a:cxn>
                <a:cxn ang="0">
                  <a:pos x="connsiteX5900" y="connsiteY5900"/>
                </a:cxn>
                <a:cxn ang="0">
                  <a:pos x="connsiteX5901" y="connsiteY5901"/>
                </a:cxn>
                <a:cxn ang="0">
                  <a:pos x="connsiteX5902" y="connsiteY5902"/>
                </a:cxn>
                <a:cxn ang="0">
                  <a:pos x="connsiteX5903" y="connsiteY5903"/>
                </a:cxn>
                <a:cxn ang="0">
                  <a:pos x="connsiteX5904" y="connsiteY5904"/>
                </a:cxn>
                <a:cxn ang="0">
                  <a:pos x="connsiteX5905" y="connsiteY5905"/>
                </a:cxn>
                <a:cxn ang="0">
                  <a:pos x="connsiteX5906" y="connsiteY5906"/>
                </a:cxn>
                <a:cxn ang="0">
                  <a:pos x="connsiteX5907" y="connsiteY5907"/>
                </a:cxn>
                <a:cxn ang="0">
                  <a:pos x="connsiteX5908" y="connsiteY5908"/>
                </a:cxn>
                <a:cxn ang="0">
                  <a:pos x="connsiteX5909" y="connsiteY5909"/>
                </a:cxn>
                <a:cxn ang="0">
                  <a:pos x="connsiteX5910" y="connsiteY5910"/>
                </a:cxn>
                <a:cxn ang="0">
                  <a:pos x="connsiteX5911" y="connsiteY5911"/>
                </a:cxn>
                <a:cxn ang="0">
                  <a:pos x="connsiteX5912" y="connsiteY5912"/>
                </a:cxn>
                <a:cxn ang="0">
                  <a:pos x="connsiteX5913" y="connsiteY5913"/>
                </a:cxn>
                <a:cxn ang="0">
                  <a:pos x="connsiteX5914" y="connsiteY5914"/>
                </a:cxn>
                <a:cxn ang="0">
                  <a:pos x="connsiteX5915" y="connsiteY5915"/>
                </a:cxn>
                <a:cxn ang="0">
                  <a:pos x="connsiteX5916" y="connsiteY5916"/>
                </a:cxn>
                <a:cxn ang="0">
                  <a:pos x="connsiteX5917" y="connsiteY5917"/>
                </a:cxn>
                <a:cxn ang="0">
                  <a:pos x="connsiteX5918" y="connsiteY5918"/>
                </a:cxn>
                <a:cxn ang="0">
                  <a:pos x="connsiteX5919" y="connsiteY5919"/>
                </a:cxn>
                <a:cxn ang="0">
                  <a:pos x="connsiteX5920" y="connsiteY5920"/>
                </a:cxn>
                <a:cxn ang="0">
                  <a:pos x="connsiteX5921" y="connsiteY5921"/>
                </a:cxn>
                <a:cxn ang="0">
                  <a:pos x="connsiteX5922" y="connsiteY5922"/>
                </a:cxn>
                <a:cxn ang="0">
                  <a:pos x="connsiteX5923" y="connsiteY5923"/>
                </a:cxn>
                <a:cxn ang="0">
                  <a:pos x="connsiteX5924" y="connsiteY5924"/>
                </a:cxn>
                <a:cxn ang="0">
                  <a:pos x="connsiteX5925" y="connsiteY5925"/>
                </a:cxn>
                <a:cxn ang="0">
                  <a:pos x="connsiteX5926" y="connsiteY5926"/>
                </a:cxn>
                <a:cxn ang="0">
                  <a:pos x="connsiteX5927" y="connsiteY5927"/>
                </a:cxn>
                <a:cxn ang="0">
                  <a:pos x="connsiteX5928" y="connsiteY5928"/>
                </a:cxn>
                <a:cxn ang="0">
                  <a:pos x="connsiteX5929" y="connsiteY5929"/>
                </a:cxn>
                <a:cxn ang="0">
                  <a:pos x="connsiteX5930" y="connsiteY5930"/>
                </a:cxn>
                <a:cxn ang="0">
                  <a:pos x="connsiteX5931" y="connsiteY5931"/>
                </a:cxn>
                <a:cxn ang="0">
                  <a:pos x="connsiteX5932" y="connsiteY5932"/>
                </a:cxn>
                <a:cxn ang="0">
                  <a:pos x="connsiteX5933" y="connsiteY5933"/>
                </a:cxn>
                <a:cxn ang="0">
                  <a:pos x="connsiteX5934" y="connsiteY5934"/>
                </a:cxn>
                <a:cxn ang="0">
                  <a:pos x="connsiteX5935" y="connsiteY5935"/>
                </a:cxn>
                <a:cxn ang="0">
                  <a:pos x="connsiteX5936" y="connsiteY5936"/>
                </a:cxn>
                <a:cxn ang="0">
                  <a:pos x="connsiteX5937" y="connsiteY5937"/>
                </a:cxn>
                <a:cxn ang="0">
                  <a:pos x="connsiteX5938" y="connsiteY5938"/>
                </a:cxn>
                <a:cxn ang="0">
                  <a:pos x="connsiteX5939" y="connsiteY5939"/>
                </a:cxn>
                <a:cxn ang="0">
                  <a:pos x="connsiteX5940" y="connsiteY5940"/>
                </a:cxn>
                <a:cxn ang="0">
                  <a:pos x="connsiteX5941" y="connsiteY5941"/>
                </a:cxn>
                <a:cxn ang="0">
                  <a:pos x="connsiteX5942" y="connsiteY5942"/>
                </a:cxn>
                <a:cxn ang="0">
                  <a:pos x="connsiteX5943" y="connsiteY5943"/>
                </a:cxn>
                <a:cxn ang="0">
                  <a:pos x="connsiteX5944" y="connsiteY5944"/>
                </a:cxn>
                <a:cxn ang="0">
                  <a:pos x="connsiteX5945" y="connsiteY5945"/>
                </a:cxn>
                <a:cxn ang="0">
                  <a:pos x="connsiteX5946" y="connsiteY5946"/>
                </a:cxn>
                <a:cxn ang="0">
                  <a:pos x="connsiteX5947" y="connsiteY5947"/>
                </a:cxn>
                <a:cxn ang="0">
                  <a:pos x="connsiteX5948" y="connsiteY5948"/>
                </a:cxn>
                <a:cxn ang="0">
                  <a:pos x="connsiteX5949" y="connsiteY5949"/>
                </a:cxn>
                <a:cxn ang="0">
                  <a:pos x="connsiteX5950" y="connsiteY5950"/>
                </a:cxn>
                <a:cxn ang="0">
                  <a:pos x="connsiteX5951" y="connsiteY5951"/>
                </a:cxn>
                <a:cxn ang="0">
                  <a:pos x="connsiteX5952" y="connsiteY5952"/>
                </a:cxn>
                <a:cxn ang="0">
                  <a:pos x="connsiteX5953" y="connsiteY5953"/>
                </a:cxn>
                <a:cxn ang="0">
                  <a:pos x="connsiteX5954" y="connsiteY5954"/>
                </a:cxn>
                <a:cxn ang="0">
                  <a:pos x="connsiteX5955" y="connsiteY5955"/>
                </a:cxn>
                <a:cxn ang="0">
                  <a:pos x="connsiteX5956" y="connsiteY5956"/>
                </a:cxn>
                <a:cxn ang="0">
                  <a:pos x="connsiteX5957" y="connsiteY5957"/>
                </a:cxn>
                <a:cxn ang="0">
                  <a:pos x="connsiteX5958" y="connsiteY5958"/>
                </a:cxn>
                <a:cxn ang="0">
                  <a:pos x="connsiteX5959" y="connsiteY5959"/>
                </a:cxn>
                <a:cxn ang="0">
                  <a:pos x="connsiteX5960" y="connsiteY5960"/>
                </a:cxn>
                <a:cxn ang="0">
                  <a:pos x="connsiteX5961" y="connsiteY5961"/>
                </a:cxn>
                <a:cxn ang="0">
                  <a:pos x="connsiteX5962" y="connsiteY5962"/>
                </a:cxn>
                <a:cxn ang="0">
                  <a:pos x="connsiteX5963" y="connsiteY5963"/>
                </a:cxn>
                <a:cxn ang="0">
                  <a:pos x="connsiteX5964" y="connsiteY5964"/>
                </a:cxn>
                <a:cxn ang="0">
                  <a:pos x="connsiteX5965" y="connsiteY5965"/>
                </a:cxn>
                <a:cxn ang="0">
                  <a:pos x="connsiteX5966" y="connsiteY5966"/>
                </a:cxn>
                <a:cxn ang="0">
                  <a:pos x="connsiteX5967" y="connsiteY5967"/>
                </a:cxn>
                <a:cxn ang="0">
                  <a:pos x="connsiteX5968" y="connsiteY5968"/>
                </a:cxn>
                <a:cxn ang="0">
                  <a:pos x="connsiteX5969" y="connsiteY5969"/>
                </a:cxn>
                <a:cxn ang="0">
                  <a:pos x="connsiteX5970" y="connsiteY5970"/>
                </a:cxn>
                <a:cxn ang="0">
                  <a:pos x="connsiteX5971" y="connsiteY5971"/>
                </a:cxn>
                <a:cxn ang="0">
                  <a:pos x="connsiteX5972" y="connsiteY5972"/>
                </a:cxn>
                <a:cxn ang="0">
                  <a:pos x="connsiteX5973" y="connsiteY5973"/>
                </a:cxn>
                <a:cxn ang="0">
                  <a:pos x="connsiteX5974" y="connsiteY5974"/>
                </a:cxn>
                <a:cxn ang="0">
                  <a:pos x="connsiteX5975" y="connsiteY5975"/>
                </a:cxn>
                <a:cxn ang="0">
                  <a:pos x="connsiteX5976" y="connsiteY5976"/>
                </a:cxn>
                <a:cxn ang="0">
                  <a:pos x="connsiteX5977" y="connsiteY5977"/>
                </a:cxn>
                <a:cxn ang="0">
                  <a:pos x="connsiteX5978" y="connsiteY5978"/>
                </a:cxn>
                <a:cxn ang="0">
                  <a:pos x="connsiteX5979" y="connsiteY5979"/>
                </a:cxn>
                <a:cxn ang="0">
                  <a:pos x="connsiteX5980" y="connsiteY5980"/>
                </a:cxn>
                <a:cxn ang="0">
                  <a:pos x="connsiteX5981" y="connsiteY5981"/>
                </a:cxn>
                <a:cxn ang="0">
                  <a:pos x="connsiteX5982" y="connsiteY5982"/>
                </a:cxn>
                <a:cxn ang="0">
                  <a:pos x="connsiteX5983" y="connsiteY5983"/>
                </a:cxn>
                <a:cxn ang="0">
                  <a:pos x="connsiteX5984" y="connsiteY5984"/>
                </a:cxn>
                <a:cxn ang="0">
                  <a:pos x="connsiteX5985" y="connsiteY5985"/>
                </a:cxn>
                <a:cxn ang="0">
                  <a:pos x="connsiteX5986" y="connsiteY5986"/>
                </a:cxn>
                <a:cxn ang="0">
                  <a:pos x="connsiteX5987" y="connsiteY5987"/>
                </a:cxn>
                <a:cxn ang="0">
                  <a:pos x="connsiteX5988" y="connsiteY5988"/>
                </a:cxn>
                <a:cxn ang="0">
                  <a:pos x="connsiteX5989" y="connsiteY5989"/>
                </a:cxn>
                <a:cxn ang="0">
                  <a:pos x="connsiteX5990" y="connsiteY5990"/>
                </a:cxn>
                <a:cxn ang="0">
                  <a:pos x="connsiteX5991" y="connsiteY5991"/>
                </a:cxn>
                <a:cxn ang="0">
                  <a:pos x="connsiteX5992" y="connsiteY5992"/>
                </a:cxn>
                <a:cxn ang="0">
                  <a:pos x="connsiteX5993" y="connsiteY5993"/>
                </a:cxn>
                <a:cxn ang="0">
                  <a:pos x="connsiteX5994" y="connsiteY5994"/>
                </a:cxn>
                <a:cxn ang="0">
                  <a:pos x="connsiteX5995" y="connsiteY5995"/>
                </a:cxn>
                <a:cxn ang="0">
                  <a:pos x="connsiteX5996" y="connsiteY5996"/>
                </a:cxn>
                <a:cxn ang="0">
                  <a:pos x="connsiteX5997" y="connsiteY5997"/>
                </a:cxn>
                <a:cxn ang="0">
                  <a:pos x="connsiteX5998" y="connsiteY5998"/>
                </a:cxn>
                <a:cxn ang="0">
                  <a:pos x="connsiteX5999" y="connsiteY5999"/>
                </a:cxn>
                <a:cxn ang="0">
                  <a:pos x="connsiteX6000" y="connsiteY6000"/>
                </a:cxn>
                <a:cxn ang="0">
                  <a:pos x="connsiteX6001" y="connsiteY6001"/>
                </a:cxn>
                <a:cxn ang="0">
                  <a:pos x="connsiteX6002" y="connsiteY6002"/>
                </a:cxn>
                <a:cxn ang="0">
                  <a:pos x="connsiteX6003" y="connsiteY6003"/>
                </a:cxn>
                <a:cxn ang="0">
                  <a:pos x="connsiteX6004" y="connsiteY6004"/>
                </a:cxn>
                <a:cxn ang="0">
                  <a:pos x="connsiteX6005" y="connsiteY6005"/>
                </a:cxn>
                <a:cxn ang="0">
                  <a:pos x="connsiteX6006" y="connsiteY6006"/>
                </a:cxn>
                <a:cxn ang="0">
                  <a:pos x="connsiteX6007" y="connsiteY6007"/>
                </a:cxn>
                <a:cxn ang="0">
                  <a:pos x="connsiteX6008" y="connsiteY6008"/>
                </a:cxn>
                <a:cxn ang="0">
                  <a:pos x="connsiteX6009" y="connsiteY6009"/>
                </a:cxn>
                <a:cxn ang="0">
                  <a:pos x="connsiteX6010" y="connsiteY6010"/>
                </a:cxn>
                <a:cxn ang="0">
                  <a:pos x="connsiteX6011" y="connsiteY6011"/>
                </a:cxn>
                <a:cxn ang="0">
                  <a:pos x="connsiteX6012" y="connsiteY6012"/>
                </a:cxn>
                <a:cxn ang="0">
                  <a:pos x="connsiteX6013" y="connsiteY6013"/>
                </a:cxn>
                <a:cxn ang="0">
                  <a:pos x="connsiteX6014" y="connsiteY6014"/>
                </a:cxn>
                <a:cxn ang="0">
                  <a:pos x="connsiteX6015" y="connsiteY6015"/>
                </a:cxn>
                <a:cxn ang="0">
                  <a:pos x="connsiteX6016" y="connsiteY6016"/>
                </a:cxn>
                <a:cxn ang="0">
                  <a:pos x="connsiteX6017" y="connsiteY6017"/>
                </a:cxn>
                <a:cxn ang="0">
                  <a:pos x="connsiteX6018" y="connsiteY6018"/>
                </a:cxn>
                <a:cxn ang="0">
                  <a:pos x="connsiteX6019" y="connsiteY6019"/>
                </a:cxn>
                <a:cxn ang="0">
                  <a:pos x="connsiteX6020" y="connsiteY6020"/>
                </a:cxn>
                <a:cxn ang="0">
                  <a:pos x="connsiteX6021" y="connsiteY6021"/>
                </a:cxn>
                <a:cxn ang="0">
                  <a:pos x="connsiteX6022" y="connsiteY6022"/>
                </a:cxn>
                <a:cxn ang="0">
                  <a:pos x="connsiteX6023" y="connsiteY6023"/>
                </a:cxn>
                <a:cxn ang="0">
                  <a:pos x="connsiteX6024" y="connsiteY6024"/>
                </a:cxn>
                <a:cxn ang="0">
                  <a:pos x="connsiteX6025" y="connsiteY6025"/>
                </a:cxn>
                <a:cxn ang="0">
                  <a:pos x="connsiteX6026" y="connsiteY6026"/>
                </a:cxn>
                <a:cxn ang="0">
                  <a:pos x="connsiteX6027" y="connsiteY6027"/>
                </a:cxn>
                <a:cxn ang="0">
                  <a:pos x="connsiteX6028" y="connsiteY6028"/>
                </a:cxn>
                <a:cxn ang="0">
                  <a:pos x="connsiteX6029" y="connsiteY6029"/>
                </a:cxn>
                <a:cxn ang="0">
                  <a:pos x="connsiteX6030" y="connsiteY6030"/>
                </a:cxn>
                <a:cxn ang="0">
                  <a:pos x="connsiteX6031" y="connsiteY6031"/>
                </a:cxn>
                <a:cxn ang="0">
                  <a:pos x="connsiteX6032" y="connsiteY6032"/>
                </a:cxn>
                <a:cxn ang="0">
                  <a:pos x="connsiteX6033" y="connsiteY6033"/>
                </a:cxn>
                <a:cxn ang="0">
                  <a:pos x="connsiteX6034" y="connsiteY6034"/>
                </a:cxn>
                <a:cxn ang="0">
                  <a:pos x="connsiteX6035" y="connsiteY6035"/>
                </a:cxn>
                <a:cxn ang="0">
                  <a:pos x="connsiteX6036" y="connsiteY6036"/>
                </a:cxn>
                <a:cxn ang="0">
                  <a:pos x="connsiteX6037" y="connsiteY6037"/>
                </a:cxn>
                <a:cxn ang="0">
                  <a:pos x="connsiteX6038" y="connsiteY6038"/>
                </a:cxn>
                <a:cxn ang="0">
                  <a:pos x="connsiteX6039" y="connsiteY6039"/>
                </a:cxn>
                <a:cxn ang="0">
                  <a:pos x="connsiteX6040" y="connsiteY6040"/>
                </a:cxn>
                <a:cxn ang="0">
                  <a:pos x="connsiteX6041" y="connsiteY6041"/>
                </a:cxn>
                <a:cxn ang="0">
                  <a:pos x="connsiteX6042" y="connsiteY6042"/>
                </a:cxn>
                <a:cxn ang="0">
                  <a:pos x="connsiteX6043" y="connsiteY6043"/>
                </a:cxn>
                <a:cxn ang="0">
                  <a:pos x="connsiteX6044" y="connsiteY6044"/>
                </a:cxn>
                <a:cxn ang="0">
                  <a:pos x="connsiteX6045" y="connsiteY6045"/>
                </a:cxn>
                <a:cxn ang="0">
                  <a:pos x="connsiteX6046" y="connsiteY6046"/>
                </a:cxn>
                <a:cxn ang="0">
                  <a:pos x="connsiteX6047" y="connsiteY6047"/>
                </a:cxn>
                <a:cxn ang="0">
                  <a:pos x="connsiteX6048" y="connsiteY6048"/>
                </a:cxn>
                <a:cxn ang="0">
                  <a:pos x="connsiteX6049" y="connsiteY6049"/>
                </a:cxn>
                <a:cxn ang="0">
                  <a:pos x="connsiteX6050" y="connsiteY6050"/>
                </a:cxn>
                <a:cxn ang="0">
                  <a:pos x="connsiteX6051" y="connsiteY6051"/>
                </a:cxn>
                <a:cxn ang="0">
                  <a:pos x="connsiteX6052" y="connsiteY6052"/>
                </a:cxn>
                <a:cxn ang="0">
                  <a:pos x="connsiteX6053" y="connsiteY6053"/>
                </a:cxn>
                <a:cxn ang="0">
                  <a:pos x="connsiteX6054" y="connsiteY6054"/>
                </a:cxn>
                <a:cxn ang="0">
                  <a:pos x="connsiteX6055" y="connsiteY6055"/>
                </a:cxn>
                <a:cxn ang="0">
                  <a:pos x="connsiteX6056" y="connsiteY6056"/>
                </a:cxn>
                <a:cxn ang="0">
                  <a:pos x="connsiteX6057" y="connsiteY6057"/>
                </a:cxn>
                <a:cxn ang="0">
                  <a:pos x="connsiteX6058" y="connsiteY6058"/>
                </a:cxn>
                <a:cxn ang="0">
                  <a:pos x="connsiteX6059" y="connsiteY6059"/>
                </a:cxn>
                <a:cxn ang="0">
                  <a:pos x="connsiteX6060" y="connsiteY6060"/>
                </a:cxn>
                <a:cxn ang="0">
                  <a:pos x="connsiteX6061" y="connsiteY6061"/>
                </a:cxn>
                <a:cxn ang="0">
                  <a:pos x="connsiteX6062" y="connsiteY6062"/>
                </a:cxn>
                <a:cxn ang="0">
                  <a:pos x="connsiteX6063" y="connsiteY6063"/>
                </a:cxn>
                <a:cxn ang="0">
                  <a:pos x="connsiteX6064" y="connsiteY6064"/>
                </a:cxn>
                <a:cxn ang="0">
                  <a:pos x="connsiteX6065" y="connsiteY6065"/>
                </a:cxn>
                <a:cxn ang="0">
                  <a:pos x="connsiteX6066" y="connsiteY6066"/>
                </a:cxn>
                <a:cxn ang="0">
                  <a:pos x="connsiteX6067" y="connsiteY6067"/>
                </a:cxn>
                <a:cxn ang="0">
                  <a:pos x="connsiteX6068" y="connsiteY6068"/>
                </a:cxn>
                <a:cxn ang="0">
                  <a:pos x="connsiteX6069" y="connsiteY6069"/>
                </a:cxn>
                <a:cxn ang="0">
                  <a:pos x="connsiteX6070" y="connsiteY6070"/>
                </a:cxn>
                <a:cxn ang="0">
                  <a:pos x="connsiteX6071" y="connsiteY6071"/>
                </a:cxn>
                <a:cxn ang="0">
                  <a:pos x="connsiteX6072" y="connsiteY6072"/>
                </a:cxn>
                <a:cxn ang="0">
                  <a:pos x="connsiteX6073" y="connsiteY6073"/>
                </a:cxn>
                <a:cxn ang="0">
                  <a:pos x="connsiteX6074" y="connsiteY6074"/>
                </a:cxn>
                <a:cxn ang="0">
                  <a:pos x="connsiteX6075" y="connsiteY6075"/>
                </a:cxn>
                <a:cxn ang="0">
                  <a:pos x="connsiteX6076" y="connsiteY6076"/>
                </a:cxn>
                <a:cxn ang="0">
                  <a:pos x="connsiteX6077" y="connsiteY6077"/>
                </a:cxn>
                <a:cxn ang="0">
                  <a:pos x="connsiteX6078" y="connsiteY6078"/>
                </a:cxn>
                <a:cxn ang="0">
                  <a:pos x="connsiteX6079" y="connsiteY6079"/>
                </a:cxn>
                <a:cxn ang="0">
                  <a:pos x="connsiteX6080" y="connsiteY6080"/>
                </a:cxn>
                <a:cxn ang="0">
                  <a:pos x="connsiteX6081" y="connsiteY6081"/>
                </a:cxn>
                <a:cxn ang="0">
                  <a:pos x="connsiteX6082" y="connsiteY6082"/>
                </a:cxn>
                <a:cxn ang="0">
                  <a:pos x="connsiteX6083" y="connsiteY6083"/>
                </a:cxn>
                <a:cxn ang="0">
                  <a:pos x="connsiteX6084" y="connsiteY6084"/>
                </a:cxn>
                <a:cxn ang="0">
                  <a:pos x="connsiteX6085" y="connsiteY6085"/>
                </a:cxn>
                <a:cxn ang="0">
                  <a:pos x="connsiteX6086" y="connsiteY6086"/>
                </a:cxn>
                <a:cxn ang="0">
                  <a:pos x="connsiteX6087" y="connsiteY6087"/>
                </a:cxn>
                <a:cxn ang="0">
                  <a:pos x="connsiteX6088" y="connsiteY6088"/>
                </a:cxn>
                <a:cxn ang="0">
                  <a:pos x="connsiteX6089" y="connsiteY6089"/>
                </a:cxn>
                <a:cxn ang="0">
                  <a:pos x="connsiteX6090" y="connsiteY6090"/>
                </a:cxn>
                <a:cxn ang="0">
                  <a:pos x="connsiteX6091" y="connsiteY6091"/>
                </a:cxn>
                <a:cxn ang="0">
                  <a:pos x="connsiteX6092" y="connsiteY6092"/>
                </a:cxn>
                <a:cxn ang="0">
                  <a:pos x="connsiteX6093" y="connsiteY6093"/>
                </a:cxn>
                <a:cxn ang="0">
                  <a:pos x="connsiteX6094" y="connsiteY6094"/>
                </a:cxn>
                <a:cxn ang="0">
                  <a:pos x="connsiteX6095" y="connsiteY6095"/>
                </a:cxn>
                <a:cxn ang="0">
                  <a:pos x="connsiteX6096" y="connsiteY6096"/>
                </a:cxn>
                <a:cxn ang="0">
                  <a:pos x="connsiteX6097" y="connsiteY6097"/>
                </a:cxn>
                <a:cxn ang="0">
                  <a:pos x="connsiteX6098" y="connsiteY6098"/>
                </a:cxn>
                <a:cxn ang="0">
                  <a:pos x="connsiteX6099" y="connsiteY6099"/>
                </a:cxn>
                <a:cxn ang="0">
                  <a:pos x="connsiteX6100" y="connsiteY6100"/>
                </a:cxn>
                <a:cxn ang="0">
                  <a:pos x="connsiteX6101" y="connsiteY6101"/>
                </a:cxn>
                <a:cxn ang="0">
                  <a:pos x="connsiteX6102" y="connsiteY6102"/>
                </a:cxn>
                <a:cxn ang="0">
                  <a:pos x="connsiteX6103" y="connsiteY6103"/>
                </a:cxn>
                <a:cxn ang="0">
                  <a:pos x="connsiteX6104" y="connsiteY6104"/>
                </a:cxn>
                <a:cxn ang="0">
                  <a:pos x="connsiteX6105" y="connsiteY6105"/>
                </a:cxn>
                <a:cxn ang="0">
                  <a:pos x="connsiteX6106" y="connsiteY6106"/>
                </a:cxn>
                <a:cxn ang="0">
                  <a:pos x="connsiteX6107" y="connsiteY6107"/>
                </a:cxn>
                <a:cxn ang="0">
                  <a:pos x="connsiteX6108" y="connsiteY6108"/>
                </a:cxn>
                <a:cxn ang="0">
                  <a:pos x="connsiteX6109" y="connsiteY6109"/>
                </a:cxn>
                <a:cxn ang="0">
                  <a:pos x="connsiteX6110" y="connsiteY6110"/>
                </a:cxn>
                <a:cxn ang="0">
                  <a:pos x="connsiteX6111" y="connsiteY6111"/>
                </a:cxn>
                <a:cxn ang="0">
                  <a:pos x="connsiteX6112" y="connsiteY6112"/>
                </a:cxn>
                <a:cxn ang="0">
                  <a:pos x="connsiteX6113" y="connsiteY6113"/>
                </a:cxn>
                <a:cxn ang="0">
                  <a:pos x="connsiteX6114" y="connsiteY6114"/>
                </a:cxn>
                <a:cxn ang="0">
                  <a:pos x="connsiteX6115" y="connsiteY6115"/>
                </a:cxn>
                <a:cxn ang="0">
                  <a:pos x="connsiteX6116" y="connsiteY6116"/>
                </a:cxn>
                <a:cxn ang="0">
                  <a:pos x="connsiteX6117" y="connsiteY6117"/>
                </a:cxn>
                <a:cxn ang="0">
                  <a:pos x="connsiteX6118" y="connsiteY6118"/>
                </a:cxn>
                <a:cxn ang="0">
                  <a:pos x="connsiteX6119" y="connsiteY6119"/>
                </a:cxn>
                <a:cxn ang="0">
                  <a:pos x="connsiteX6120" y="connsiteY6120"/>
                </a:cxn>
                <a:cxn ang="0">
                  <a:pos x="connsiteX6121" y="connsiteY6121"/>
                </a:cxn>
                <a:cxn ang="0">
                  <a:pos x="connsiteX6122" y="connsiteY6122"/>
                </a:cxn>
                <a:cxn ang="0">
                  <a:pos x="connsiteX6123" y="connsiteY6123"/>
                </a:cxn>
                <a:cxn ang="0">
                  <a:pos x="connsiteX6124" y="connsiteY6124"/>
                </a:cxn>
                <a:cxn ang="0">
                  <a:pos x="connsiteX6125" y="connsiteY6125"/>
                </a:cxn>
                <a:cxn ang="0">
                  <a:pos x="connsiteX6126" y="connsiteY6126"/>
                </a:cxn>
                <a:cxn ang="0">
                  <a:pos x="connsiteX6127" y="connsiteY6127"/>
                </a:cxn>
                <a:cxn ang="0">
                  <a:pos x="connsiteX6128" y="connsiteY6128"/>
                </a:cxn>
                <a:cxn ang="0">
                  <a:pos x="connsiteX6129" y="connsiteY6129"/>
                </a:cxn>
                <a:cxn ang="0">
                  <a:pos x="connsiteX6130" y="connsiteY6130"/>
                </a:cxn>
                <a:cxn ang="0">
                  <a:pos x="connsiteX6131" y="connsiteY6131"/>
                </a:cxn>
                <a:cxn ang="0">
                  <a:pos x="connsiteX6132" y="connsiteY6132"/>
                </a:cxn>
                <a:cxn ang="0">
                  <a:pos x="connsiteX6133" y="connsiteY6133"/>
                </a:cxn>
                <a:cxn ang="0">
                  <a:pos x="connsiteX6134" y="connsiteY6134"/>
                </a:cxn>
                <a:cxn ang="0">
                  <a:pos x="connsiteX6135" y="connsiteY6135"/>
                </a:cxn>
                <a:cxn ang="0">
                  <a:pos x="connsiteX6136" y="connsiteY6136"/>
                </a:cxn>
                <a:cxn ang="0">
                  <a:pos x="connsiteX6137" y="connsiteY6137"/>
                </a:cxn>
                <a:cxn ang="0">
                  <a:pos x="connsiteX6138" y="connsiteY6138"/>
                </a:cxn>
                <a:cxn ang="0">
                  <a:pos x="connsiteX6139" y="connsiteY6139"/>
                </a:cxn>
                <a:cxn ang="0">
                  <a:pos x="connsiteX6140" y="connsiteY6140"/>
                </a:cxn>
                <a:cxn ang="0">
                  <a:pos x="connsiteX6141" y="connsiteY6141"/>
                </a:cxn>
                <a:cxn ang="0">
                  <a:pos x="connsiteX6142" y="connsiteY6142"/>
                </a:cxn>
                <a:cxn ang="0">
                  <a:pos x="connsiteX6143" y="connsiteY6143"/>
                </a:cxn>
                <a:cxn ang="0">
                  <a:pos x="connsiteX6144" y="connsiteY6144"/>
                </a:cxn>
                <a:cxn ang="0">
                  <a:pos x="connsiteX6145" y="connsiteY6145"/>
                </a:cxn>
                <a:cxn ang="0">
                  <a:pos x="connsiteX6146" y="connsiteY6146"/>
                </a:cxn>
                <a:cxn ang="0">
                  <a:pos x="connsiteX6147" y="connsiteY6147"/>
                </a:cxn>
                <a:cxn ang="0">
                  <a:pos x="connsiteX6148" y="connsiteY6148"/>
                </a:cxn>
                <a:cxn ang="0">
                  <a:pos x="connsiteX6149" y="connsiteY6149"/>
                </a:cxn>
                <a:cxn ang="0">
                  <a:pos x="connsiteX6150" y="connsiteY6150"/>
                </a:cxn>
                <a:cxn ang="0">
                  <a:pos x="connsiteX6151" y="connsiteY6151"/>
                </a:cxn>
                <a:cxn ang="0">
                  <a:pos x="connsiteX6152" y="connsiteY6152"/>
                </a:cxn>
                <a:cxn ang="0">
                  <a:pos x="connsiteX6153" y="connsiteY6153"/>
                </a:cxn>
                <a:cxn ang="0">
                  <a:pos x="connsiteX6154" y="connsiteY6154"/>
                </a:cxn>
                <a:cxn ang="0">
                  <a:pos x="connsiteX6155" y="connsiteY6155"/>
                </a:cxn>
                <a:cxn ang="0">
                  <a:pos x="connsiteX6156" y="connsiteY6156"/>
                </a:cxn>
                <a:cxn ang="0">
                  <a:pos x="connsiteX6157" y="connsiteY6157"/>
                </a:cxn>
                <a:cxn ang="0">
                  <a:pos x="connsiteX6158" y="connsiteY6158"/>
                </a:cxn>
                <a:cxn ang="0">
                  <a:pos x="connsiteX6159" y="connsiteY6159"/>
                </a:cxn>
                <a:cxn ang="0">
                  <a:pos x="connsiteX6160" y="connsiteY6160"/>
                </a:cxn>
                <a:cxn ang="0">
                  <a:pos x="connsiteX6161" y="connsiteY6161"/>
                </a:cxn>
                <a:cxn ang="0">
                  <a:pos x="connsiteX6162" y="connsiteY6162"/>
                </a:cxn>
                <a:cxn ang="0">
                  <a:pos x="connsiteX6163" y="connsiteY6163"/>
                </a:cxn>
                <a:cxn ang="0">
                  <a:pos x="connsiteX6164" y="connsiteY6164"/>
                </a:cxn>
                <a:cxn ang="0">
                  <a:pos x="connsiteX6165" y="connsiteY6165"/>
                </a:cxn>
                <a:cxn ang="0">
                  <a:pos x="connsiteX6166" y="connsiteY6166"/>
                </a:cxn>
                <a:cxn ang="0">
                  <a:pos x="connsiteX6167" y="connsiteY6167"/>
                </a:cxn>
                <a:cxn ang="0">
                  <a:pos x="connsiteX6168" y="connsiteY6168"/>
                </a:cxn>
                <a:cxn ang="0">
                  <a:pos x="connsiteX6169" y="connsiteY6169"/>
                </a:cxn>
                <a:cxn ang="0">
                  <a:pos x="connsiteX6170" y="connsiteY6170"/>
                </a:cxn>
                <a:cxn ang="0">
                  <a:pos x="connsiteX6171" y="connsiteY6171"/>
                </a:cxn>
                <a:cxn ang="0">
                  <a:pos x="connsiteX6172" y="connsiteY6172"/>
                </a:cxn>
                <a:cxn ang="0">
                  <a:pos x="connsiteX6173" y="connsiteY6173"/>
                </a:cxn>
                <a:cxn ang="0">
                  <a:pos x="connsiteX6174" y="connsiteY6174"/>
                </a:cxn>
                <a:cxn ang="0">
                  <a:pos x="connsiteX6175" y="connsiteY6175"/>
                </a:cxn>
                <a:cxn ang="0">
                  <a:pos x="connsiteX6176" y="connsiteY6176"/>
                </a:cxn>
                <a:cxn ang="0">
                  <a:pos x="connsiteX6177" y="connsiteY6177"/>
                </a:cxn>
                <a:cxn ang="0">
                  <a:pos x="connsiteX6178" y="connsiteY6178"/>
                </a:cxn>
                <a:cxn ang="0">
                  <a:pos x="connsiteX6179" y="connsiteY6179"/>
                </a:cxn>
                <a:cxn ang="0">
                  <a:pos x="connsiteX6180" y="connsiteY6180"/>
                </a:cxn>
                <a:cxn ang="0">
                  <a:pos x="connsiteX6181" y="connsiteY6181"/>
                </a:cxn>
                <a:cxn ang="0">
                  <a:pos x="connsiteX6182" y="connsiteY6182"/>
                </a:cxn>
                <a:cxn ang="0">
                  <a:pos x="connsiteX6183" y="connsiteY6183"/>
                </a:cxn>
                <a:cxn ang="0">
                  <a:pos x="connsiteX6184" y="connsiteY6184"/>
                </a:cxn>
                <a:cxn ang="0">
                  <a:pos x="connsiteX6185" y="connsiteY6185"/>
                </a:cxn>
                <a:cxn ang="0">
                  <a:pos x="connsiteX6186" y="connsiteY6186"/>
                </a:cxn>
                <a:cxn ang="0">
                  <a:pos x="connsiteX6187" y="connsiteY6187"/>
                </a:cxn>
                <a:cxn ang="0">
                  <a:pos x="connsiteX6188" y="connsiteY6188"/>
                </a:cxn>
                <a:cxn ang="0">
                  <a:pos x="connsiteX6189" y="connsiteY6189"/>
                </a:cxn>
                <a:cxn ang="0">
                  <a:pos x="connsiteX6190" y="connsiteY6190"/>
                </a:cxn>
                <a:cxn ang="0">
                  <a:pos x="connsiteX6191" y="connsiteY6191"/>
                </a:cxn>
                <a:cxn ang="0">
                  <a:pos x="connsiteX6192" y="connsiteY6192"/>
                </a:cxn>
                <a:cxn ang="0">
                  <a:pos x="connsiteX6193" y="connsiteY6193"/>
                </a:cxn>
                <a:cxn ang="0">
                  <a:pos x="connsiteX6194" y="connsiteY6194"/>
                </a:cxn>
                <a:cxn ang="0">
                  <a:pos x="connsiteX6195" y="connsiteY6195"/>
                </a:cxn>
                <a:cxn ang="0">
                  <a:pos x="connsiteX6196" y="connsiteY6196"/>
                </a:cxn>
                <a:cxn ang="0">
                  <a:pos x="connsiteX6197" y="connsiteY6197"/>
                </a:cxn>
                <a:cxn ang="0">
                  <a:pos x="connsiteX6198" y="connsiteY6198"/>
                </a:cxn>
                <a:cxn ang="0">
                  <a:pos x="connsiteX6199" y="connsiteY6199"/>
                </a:cxn>
                <a:cxn ang="0">
                  <a:pos x="connsiteX6200" y="connsiteY6200"/>
                </a:cxn>
                <a:cxn ang="0">
                  <a:pos x="connsiteX6201" y="connsiteY6201"/>
                </a:cxn>
                <a:cxn ang="0">
                  <a:pos x="connsiteX6202" y="connsiteY6202"/>
                </a:cxn>
                <a:cxn ang="0">
                  <a:pos x="connsiteX6203" y="connsiteY6203"/>
                </a:cxn>
                <a:cxn ang="0">
                  <a:pos x="connsiteX6204" y="connsiteY6204"/>
                </a:cxn>
                <a:cxn ang="0">
                  <a:pos x="connsiteX6205" y="connsiteY6205"/>
                </a:cxn>
                <a:cxn ang="0">
                  <a:pos x="connsiteX6206" y="connsiteY6206"/>
                </a:cxn>
                <a:cxn ang="0">
                  <a:pos x="connsiteX6207" y="connsiteY6207"/>
                </a:cxn>
                <a:cxn ang="0">
                  <a:pos x="connsiteX6208" y="connsiteY6208"/>
                </a:cxn>
                <a:cxn ang="0">
                  <a:pos x="connsiteX6209" y="connsiteY6209"/>
                </a:cxn>
                <a:cxn ang="0">
                  <a:pos x="connsiteX6210" y="connsiteY6210"/>
                </a:cxn>
                <a:cxn ang="0">
                  <a:pos x="connsiteX6211" y="connsiteY6211"/>
                </a:cxn>
                <a:cxn ang="0">
                  <a:pos x="connsiteX6212" y="connsiteY6212"/>
                </a:cxn>
                <a:cxn ang="0">
                  <a:pos x="connsiteX6213" y="connsiteY6213"/>
                </a:cxn>
                <a:cxn ang="0">
                  <a:pos x="connsiteX6214" y="connsiteY6214"/>
                </a:cxn>
                <a:cxn ang="0">
                  <a:pos x="connsiteX6215" y="connsiteY6215"/>
                </a:cxn>
                <a:cxn ang="0">
                  <a:pos x="connsiteX6216" y="connsiteY6216"/>
                </a:cxn>
                <a:cxn ang="0">
                  <a:pos x="connsiteX6217" y="connsiteY6217"/>
                </a:cxn>
                <a:cxn ang="0">
                  <a:pos x="connsiteX6218" y="connsiteY6218"/>
                </a:cxn>
                <a:cxn ang="0">
                  <a:pos x="connsiteX6219" y="connsiteY6219"/>
                </a:cxn>
                <a:cxn ang="0">
                  <a:pos x="connsiteX6220" y="connsiteY6220"/>
                </a:cxn>
                <a:cxn ang="0">
                  <a:pos x="connsiteX6221" y="connsiteY6221"/>
                </a:cxn>
                <a:cxn ang="0">
                  <a:pos x="connsiteX6222" y="connsiteY6222"/>
                </a:cxn>
                <a:cxn ang="0">
                  <a:pos x="connsiteX6223" y="connsiteY6223"/>
                </a:cxn>
                <a:cxn ang="0">
                  <a:pos x="connsiteX6224" y="connsiteY6224"/>
                </a:cxn>
                <a:cxn ang="0">
                  <a:pos x="connsiteX6225" y="connsiteY6225"/>
                </a:cxn>
                <a:cxn ang="0">
                  <a:pos x="connsiteX6226" y="connsiteY6226"/>
                </a:cxn>
                <a:cxn ang="0">
                  <a:pos x="connsiteX6227" y="connsiteY6227"/>
                </a:cxn>
                <a:cxn ang="0">
                  <a:pos x="connsiteX6228" y="connsiteY6228"/>
                </a:cxn>
                <a:cxn ang="0">
                  <a:pos x="connsiteX6229" y="connsiteY6229"/>
                </a:cxn>
                <a:cxn ang="0">
                  <a:pos x="connsiteX6230" y="connsiteY6230"/>
                </a:cxn>
                <a:cxn ang="0">
                  <a:pos x="connsiteX6231" y="connsiteY6231"/>
                </a:cxn>
                <a:cxn ang="0">
                  <a:pos x="connsiteX6232" y="connsiteY6232"/>
                </a:cxn>
                <a:cxn ang="0">
                  <a:pos x="connsiteX6233" y="connsiteY6233"/>
                </a:cxn>
                <a:cxn ang="0">
                  <a:pos x="connsiteX6234" y="connsiteY6234"/>
                </a:cxn>
                <a:cxn ang="0">
                  <a:pos x="connsiteX6235" y="connsiteY6235"/>
                </a:cxn>
                <a:cxn ang="0">
                  <a:pos x="connsiteX6236" y="connsiteY6236"/>
                </a:cxn>
                <a:cxn ang="0">
                  <a:pos x="connsiteX6237" y="connsiteY6237"/>
                </a:cxn>
                <a:cxn ang="0">
                  <a:pos x="connsiteX6238" y="connsiteY6238"/>
                </a:cxn>
                <a:cxn ang="0">
                  <a:pos x="connsiteX6239" y="connsiteY6239"/>
                </a:cxn>
                <a:cxn ang="0">
                  <a:pos x="connsiteX6240" y="connsiteY6240"/>
                </a:cxn>
                <a:cxn ang="0">
                  <a:pos x="connsiteX6241" y="connsiteY6241"/>
                </a:cxn>
                <a:cxn ang="0">
                  <a:pos x="connsiteX6242" y="connsiteY6242"/>
                </a:cxn>
                <a:cxn ang="0">
                  <a:pos x="connsiteX6243" y="connsiteY6243"/>
                </a:cxn>
                <a:cxn ang="0">
                  <a:pos x="connsiteX6244" y="connsiteY6244"/>
                </a:cxn>
                <a:cxn ang="0">
                  <a:pos x="connsiteX6245" y="connsiteY6245"/>
                </a:cxn>
                <a:cxn ang="0">
                  <a:pos x="connsiteX6246" y="connsiteY6246"/>
                </a:cxn>
                <a:cxn ang="0">
                  <a:pos x="connsiteX6247" y="connsiteY6247"/>
                </a:cxn>
                <a:cxn ang="0">
                  <a:pos x="connsiteX6248" y="connsiteY6248"/>
                </a:cxn>
                <a:cxn ang="0">
                  <a:pos x="connsiteX6249" y="connsiteY6249"/>
                </a:cxn>
                <a:cxn ang="0">
                  <a:pos x="connsiteX6250" y="connsiteY6250"/>
                </a:cxn>
                <a:cxn ang="0">
                  <a:pos x="connsiteX6251" y="connsiteY6251"/>
                </a:cxn>
                <a:cxn ang="0">
                  <a:pos x="connsiteX6252" y="connsiteY6252"/>
                </a:cxn>
                <a:cxn ang="0">
                  <a:pos x="connsiteX6253" y="connsiteY6253"/>
                </a:cxn>
                <a:cxn ang="0">
                  <a:pos x="connsiteX6254" y="connsiteY6254"/>
                </a:cxn>
                <a:cxn ang="0">
                  <a:pos x="connsiteX6255" y="connsiteY6255"/>
                </a:cxn>
                <a:cxn ang="0">
                  <a:pos x="connsiteX6256" y="connsiteY6256"/>
                </a:cxn>
                <a:cxn ang="0">
                  <a:pos x="connsiteX6257" y="connsiteY6257"/>
                </a:cxn>
                <a:cxn ang="0">
                  <a:pos x="connsiteX6258" y="connsiteY6258"/>
                </a:cxn>
                <a:cxn ang="0">
                  <a:pos x="connsiteX6259" y="connsiteY6259"/>
                </a:cxn>
                <a:cxn ang="0">
                  <a:pos x="connsiteX6260" y="connsiteY6260"/>
                </a:cxn>
                <a:cxn ang="0">
                  <a:pos x="connsiteX6261" y="connsiteY6261"/>
                </a:cxn>
                <a:cxn ang="0">
                  <a:pos x="connsiteX6262" y="connsiteY6262"/>
                </a:cxn>
                <a:cxn ang="0">
                  <a:pos x="connsiteX6263" y="connsiteY6263"/>
                </a:cxn>
                <a:cxn ang="0">
                  <a:pos x="connsiteX6264" y="connsiteY6264"/>
                </a:cxn>
                <a:cxn ang="0">
                  <a:pos x="connsiteX6265" y="connsiteY6265"/>
                </a:cxn>
                <a:cxn ang="0">
                  <a:pos x="connsiteX6266" y="connsiteY6266"/>
                </a:cxn>
                <a:cxn ang="0">
                  <a:pos x="connsiteX6267" y="connsiteY6267"/>
                </a:cxn>
                <a:cxn ang="0">
                  <a:pos x="connsiteX6268" y="connsiteY6268"/>
                </a:cxn>
                <a:cxn ang="0">
                  <a:pos x="connsiteX6269" y="connsiteY6269"/>
                </a:cxn>
                <a:cxn ang="0">
                  <a:pos x="connsiteX6270" y="connsiteY6270"/>
                </a:cxn>
                <a:cxn ang="0">
                  <a:pos x="connsiteX6271" y="connsiteY6271"/>
                </a:cxn>
                <a:cxn ang="0">
                  <a:pos x="connsiteX6272" y="connsiteY6272"/>
                </a:cxn>
                <a:cxn ang="0">
                  <a:pos x="connsiteX6273" y="connsiteY6273"/>
                </a:cxn>
                <a:cxn ang="0">
                  <a:pos x="connsiteX6274" y="connsiteY6274"/>
                </a:cxn>
                <a:cxn ang="0">
                  <a:pos x="connsiteX6275" y="connsiteY6275"/>
                </a:cxn>
                <a:cxn ang="0">
                  <a:pos x="connsiteX6276" y="connsiteY6276"/>
                </a:cxn>
                <a:cxn ang="0">
                  <a:pos x="connsiteX6277" y="connsiteY6277"/>
                </a:cxn>
                <a:cxn ang="0">
                  <a:pos x="connsiteX6278" y="connsiteY6278"/>
                </a:cxn>
                <a:cxn ang="0">
                  <a:pos x="connsiteX6279" y="connsiteY6279"/>
                </a:cxn>
                <a:cxn ang="0">
                  <a:pos x="connsiteX6280" y="connsiteY6280"/>
                </a:cxn>
                <a:cxn ang="0">
                  <a:pos x="connsiteX6281" y="connsiteY6281"/>
                </a:cxn>
                <a:cxn ang="0">
                  <a:pos x="connsiteX6282" y="connsiteY6282"/>
                </a:cxn>
                <a:cxn ang="0">
                  <a:pos x="connsiteX6283" y="connsiteY6283"/>
                </a:cxn>
                <a:cxn ang="0">
                  <a:pos x="connsiteX6284" y="connsiteY6284"/>
                </a:cxn>
                <a:cxn ang="0">
                  <a:pos x="connsiteX6285" y="connsiteY6285"/>
                </a:cxn>
                <a:cxn ang="0">
                  <a:pos x="connsiteX6286" y="connsiteY6286"/>
                </a:cxn>
                <a:cxn ang="0">
                  <a:pos x="connsiteX6287" y="connsiteY6287"/>
                </a:cxn>
                <a:cxn ang="0">
                  <a:pos x="connsiteX6288" y="connsiteY6288"/>
                </a:cxn>
                <a:cxn ang="0">
                  <a:pos x="connsiteX6289" y="connsiteY6289"/>
                </a:cxn>
                <a:cxn ang="0">
                  <a:pos x="connsiteX6290" y="connsiteY6290"/>
                </a:cxn>
                <a:cxn ang="0">
                  <a:pos x="connsiteX6291" y="connsiteY6291"/>
                </a:cxn>
                <a:cxn ang="0">
                  <a:pos x="connsiteX6292" y="connsiteY6292"/>
                </a:cxn>
                <a:cxn ang="0">
                  <a:pos x="connsiteX6293" y="connsiteY6293"/>
                </a:cxn>
                <a:cxn ang="0">
                  <a:pos x="connsiteX6294" y="connsiteY6294"/>
                </a:cxn>
                <a:cxn ang="0">
                  <a:pos x="connsiteX6295" y="connsiteY6295"/>
                </a:cxn>
                <a:cxn ang="0">
                  <a:pos x="connsiteX6296" y="connsiteY6296"/>
                </a:cxn>
                <a:cxn ang="0">
                  <a:pos x="connsiteX6297" y="connsiteY6297"/>
                </a:cxn>
                <a:cxn ang="0">
                  <a:pos x="connsiteX6298" y="connsiteY6298"/>
                </a:cxn>
                <a:cxn ang="0">
                  <a:pos x="connsiteX6299" y="connsiteY6299"/>
                </a:cxn>
                <a:cxn ang="0">
                  <a:pos x="connsiteX6300" y="connsiteY6300"/>
                </a:cxn>
                <a:cxn ang="0">
                  <a:pos x="connsiteX6301" y="connsiteY6301"/>
                </a:cxn>
                <a:cxn ang="0">
                  <a:pos x="connsiteX6302" y="connsiteY6302"/>
                </a:cxn>
                <a:cxn ang="0">
                  <a:pos x="connsiteX6303" y="connsiteY6303"/>
                </a:cxn>
                <a:cxn ang="0">
                  <a:pos x="connsiteX6304" y="connsiteY6304"/>
                </a:cxn>
                <a:cxn ang="0">
                  <a:pos x="connsiteX6305" y="connsiteY6305"/>
                </a:cxn>
                <a:cxn ang="0">
                  <a:pos x="connsiteX6306" y="connsiteY6306"/>
                </a:cxn>
                <a:cxn ang="0">
                  <a:pos x="connsiteX6307" y="connsiteY6307"/>
                </a:cxn>
                <a:cxn ang="0">
                  <a:pos x="connsiteX6308" y="connsiteY6308"/>
                </a:cxn>
                <a:cxn ang="0">
                  <a:pos x="connsiteX6309" y="connsiteY6309"/>
                </a:cxn>
                <a:cxn ang="0">
                  <a:pos x="connsiteX6310" y="connsiteY6310"/>
                </a:cxn>
                <a:cxn ang="0">
                  <a:pos x="connsiteX6311" y="connsiteY6311"/>
                </a:cxn>
                <a:cxn ang="0">
                  <a:pos x="connsiteX6312" y="connsiteY6312"/>
                </a:cxn>
                <a:cxn ang="0">
                  <a:pos x="connsiteX6313" y="connsiteY6313"/>
                </a:cxn>
                <a:cxn ang="0">
                  <a:pos x="connsiteX6314" y="connsiteY6314"/>
                </a:cxn>
                <a:cxn ang="0">
                  <a:pos x="connsiteX6315" y="connsiteY6315"/>
                </a:cxn>
                <a:cxn ang="0">
                  <a:pos x="connsiteX6316" y="connsiteY6316"/>
                </a:cxn>
                <a:cxn ang="0">
                  <a:pos x="connsiteX6317" y="connsiteY6317"/>
                </a:cxn>
                <a:cxn ang="0">
                  <a:pos x="connsiteX6318" y="connsiteY6318"/>
                </a:cxn>
                <a:cxn ang="0">
                  <a:pos x="connsiteX6319" y="connsiteY6319"/>
                </a:cxn>
                <a:cxn ang="0">
                  <a:pos x="connsiteX6320" y="connsiteY6320"/>
                </a:cxn>
                <a:cxn ang="0">
                  <a:pos x="connsiteX6321" y="connsiteY6321"/>
                </a:cxn>
                <a:cxn ang="0">
                  <a:pos x="connsiteX6322" y="connsiteY6322"/>
                </a:cxn>
                <a:cxn ang="0">
                  <a:pos x="connsiteX6323" y="connsiteY6323"/>
                </a:cxn>
                <a:cxn ang="0">
                  <a:pos x="connsiteX6324" y="connsiteY6324"/>
                </a:cxn>
                <a:cxn ang="0">
                  <a:pos x="connsiteX6325" y="connsiteY6325"/>
                </a:cxn>
                <a:cxn ang="0">
                  <a:pos x="connsiteX6326" y="connsiteY6326"/>
                </a:cxn>
                <a:cxn ang="0">
                  <a:pos x="connsiteX6327" y="connsiteY6327"/>
                </a:cxn>
                <a:cxn ang="0">
                  <a:pos x="connsiteX6328" y="connsiteY6328"/>
                </a:cxn>
                <a:cxn ang="0">
                  <a:pos x="connsiteX6329" y="connsiteY6329"/>
                </a:cxn>
                <a:cxn ang="0">
                  <a:pos x="connsiteX6330" y="connsiteY6330"/>
                </a:cxn>
                <a:cxn ang="0">
                  <a:pos x="connsiteX6331" y="connsiteY6331"/>
                </a:cxn>
                <a:cxn ang="0">
                  <a:pos x="connsiteX6332" y="connsiteY6332"/>
                </a:cxn>
                <a:cxn ang="0">
                  <a:pos x="connsiteX6333" y="connsiteY6333"/>
                </a:cxn>
                <a:cxn ang="0">
                  <a:pos x="connsiteX6334" y="connsiteY6334"/>
                </a:cxn>
                <a:cxn ang="0">
                  <a:pos x="connsiteX6335" y="connsiteY6335"/>
                </a:cxn>
                <a:cxn ang="0">
                  <a:pos x="connsiteX6336" y="connsiteY6336"/>
                </a:cxn>
                <a:cxn ang="0">
                  <a:pos x="connsiteX6337" y="connsiteY6337"/>
                </a:cxn>
                <a:cxn ang="0">
                  <a:pos x="connsiteX6338" y="connsiteY6338"/>
                </a:cxn>
                <a:cxn ang="0">
                  <a:pos x="connsiteX6339" y="connsiteY6339"/>
                </a:cxn>
                <a:cxn ang="0">
                  <a:pos x="connsiteX6340" y="connsiteY6340"/>
                </a:cxn>
                <a:cxn ang="0">
                  <a:pos x="connsiteX6341" y="connsiteY6341"/>
                </a:cxn>
                <a:cxn ang="0">
                  <a:pos x="connsiteX6342" y="connsiteY6342"/>
                </a:cxn>
                <a:cxn ang="0">
                  <a:pos x="connsiteX6343" y="connsiteY6343"/>
                </a:cxn>
                <a:cxn ang="0">
                  <a:pos x="connsiteX6344" y="connsiteY6344"/>
                </a:cxn>
                <a:cxn ang="0">
                  <a:pos x="connsiteX6345" y="connsiteY6345"/>
                </a:cxn>
                <a:cxn ang="0">
                  <a:pos x="connsiteX6346" y="connsiteY6346"/>
                </a:cxn>
                <a:cxn ang="0">
                  <a:pos x="connsiteX6347" y="connsiteY6347"/>
                </a:cxn>
                <a:cxn ang="0">
                  <a:pos x="connsiteX6348" y="connsiteY6348"/>
                </a:cxn>
                <a:cxn ang="0">
                  <a:pos x="connsiteX6349" y="connsiteY6349"/>
                </a:cxn>
                <a:cxn ang="0">
                  <a:pos x="connsiteX6350" y="connsiteY6350"/>
                </a:cxn>
                <a:cxn ang="0">
                  <a:pos x="connsiteX6351" y="connsiteY6351"/>
                </a:cxn>
                <a:cxn ang="0">
                  <a:pos x="connsiteX6352" y="connsiteY6352"/>
                </a:cxn>
                <a:cxn ang="0">
                  <a:pos x="connsiteX6353" y="connsiteY6353"/>
                </a:cxn>
                <a:cxn ang="0">
                  <a:pos x="connsiteX6354" y="connsiteY6354"/>
                </a:cxn>
                <a:cxn ang="0">
                  <a:pos x="connsiteX6355" y="connsiteY6355"/>
                </a:cxn>
                <a:cxn ang="0">
                  <a:pos x="connsiteX6356" y="connsiteY6356"/>
                </a:cxn>
                <a:cxn ang="0">
                  <a:pos x="connsiteX6357" y="connsiteY6357"/>
                </a:cxn>
                <a:cxn ang="0">
                  <a:pos x="connsiteX6358" y="connsiteY6358"/>
                </a:cxn>
                <a:cxn ang="0">
                  <a:pos x="connsiteX6359" y="connsiteY6359"/>
                </a:cxn>
                <a:cxn ang="0">
                  <a:pos x="connsiteX6360" y="connsiteY6360"/>
                </a:cxn>
                <a:cxn ang="0">
                  <a:pos x="connsiteX6361" y="connsiteY6361"/>
                </a:cxn>
                <a:cxn ang="0">
                  <a:pos x="connsiteX6362" y="connsiteY6362"/>
                </a:cxn>
                <a:cxn ang="0">
                  <a:pos x="connsiteX6363" y="connsiteY6363"/>
                </a:cxn>
                <a:cxn ang="0">
                  <a:pos x="connsiteX6364" y="connsiteY6364"/>
                </a:cxn>
                <a:cxn ang="0">
                  <a:pos x="connsiteX6365" y="connsiteY6365"/>
                </a:cxn>
                <a:cxn ang="0">
                  <a:pos x="connsiteX6366" y="connsiteY6366"/>
                </a:cxn>
                <a:cxn ang="0">
                  <a:pos x="connsiteX6367" y="connsiteY6367"/>
                </a:cxn>
                <a:cxn ang="0">
                  <a:pos x="connsiteX6368" y="connsiteY6368"/>
                </a:cxn>
                <a:cxn ang="0">
                  <a:pos x="connsiteX6369" y="connsiteY6369"/>
                </a:cxn>
                <a:cxn ang="0">
                  <a:pos x="connsiteX6370" y="connsiteY6370"/>
                </a:cxn>
                <a:cxn ang="0">
                  <a:pos x="connsiteX6371" y="connsiteY6371"/>
                </a:cxn>
                <a:cxn ang="0">
                  <a:pos x="connsiteX6372" y="connsiteY6372"/>
                </a:cxn>
                <a:cxn ang="0">
                  <a:pos x="connsiteX6373" y="connsiteY6373"/>
                </a:cxn>
                <a:cxn ang="0">
                  <a:pos x="connsiteX6374" y="connsiteY6374"/>
                </a:cxn>
                <a:cxn ang="0">
                  <a:pos x="connsiteX6375" y="connsiteY6375"/>
                </a:cxn>
                <a:cxn ang="0">
                  <a:pos x="connsiteX6376" y="connsiteY6376"/>
                </a:cxn>
                <a:cxn ang="0">
                  <a:pos x="connsiteX6377" y="connsiteY6377"/>
                </a:cxn>
                <a:cxn ang="0">
                  <a:pos x="connsiteX6378" y="connsiteY6378"/>
                </a:cxn>
                <a:cxn ang="0">
                  <a:pos x="connsiteX6379" y="connsiteY6379"/>
                </a:cxn>
                <a:cxn ang="0">
                  <a:pos x="connsiteX6380" y="connsiteY6380"/>
                </a:cxn>
                <a:cxn ang="0">
                  <a:pos x="connsiteX6381" y="connsiteY6381"/>
                </a:cxn>
                <a:cxn ang="0">
                  <a:pos x="connsiteX6382" y="connsiteY6382"/>
                </a:cxn>
                <a:cxn ang="0">
                  <a:pos x="connsiteX6383" y="connsiteY6383"/>
                </a:cxn>
                <a:cxn ang="0">
                  <a:pos x="connsiteX6384" y="connsiteY6384"/>
                </a:cxn>
                <a:cxn ang="0">
                  <a:pos x="connsiteX6385" y="connsiteY6385"/>
                </a:cxn>
                <a:cxn ang="0">
                  <a:pos x="connsiteX6386" y="connsiteY6386"/>
                </a:cxn>
                <a:cxn ang="0">
                  <a:pos x="connsiteX6387" y="connsiteY6387"/>
                </a:cxn>
                <a:cxn ang="0">
                  <a:pos x="connsiteX6388" y="connsiteY6388"/>
                </a:cxn>
                <a:cxn ang="0">
                  <a:pos x="connsiteX6389" y="connsiteY6389"/>
                </a:cxn>
                <a:cxn ang="0">
                  <a:pos x="connsiteX6390" y="connsiteY6390"/>
                </a:cxn>
                <a:cxn ang="0">
                  <a:pos x="connsiteX6391" y="connsiteY6391"/>
                </a:cxn>
                <a:cxn ang="0">
                  <a:pos x="connsiteX6392" y="connsiteY6392"/>
                </a:cxn>
                <a:cxn ang="0">
                  <a:pos x="connsiteX6393" y="connsiteY6393"/>
                </a:cxn>
                <a:cxn ang="0">
                  <a:pos x="connsiteX6394" y="connsiteY6394"/>
                </a:cxn>
                <a:cxn ang="0">
                  <a:pos x="connsiteX6395" y="connsiteY6395"/>
                </a:cxn>
                <a:cxn ang="0">
                  <a:pos x="connsiteX6396" y="connsiteY6396"/>
                </a:cxn>
                <a:cxn ang="0">
                  <a:pos x="connsiteX6397" y="connsiteY6397"/>
                </a:cxn>
                <a:cxn ang="0">
                  <a:pos x="connsiteX6398" y="connsiteY6398"/>
                </a:cxn>
                <a:cxn ang="0">
                  <a:pos x="connsiteX6399" y="connsiteY6399"/>
                </a:cxn>
                <a:cxn ang="0">
                  <a:pos x="connsiteX6400" y="connsiteY6400"/>
                </a:cxn>
                <a:cxn ang="0">
                  <a:pos x="connsiteX6401" y="connsiteY6401"/>
                </a:cxn>
                <a:cxn ang="0">
                  <a:pos x="connsiteX6402" y="connsiteY6402"/>
                </a:cxn>
                <a:cxn ang="0">
                  <a:pos x="connsiteX6403" y="connsiteY6403"/>
                </a:cxn>
                <a:cxn ang="0">
                  <a:pos x="connsiteX6404" y="connsiteY6404"/>
                </a:cxn>
                <a:cxn ang="0">
                  <a:pos x="connsiteX6405" y="connsiteY6405"/>
                </a:cxn>
                <a:cxn ang="0">
                  <a:pos x="connsiteX6406" y="connsiteY6406"/>
                </a:cxn>
                <a:cxn ang="0">
                  <a:pos x="connsiteX6407" y="connsiteY6407"/>
                </a:cxn>
                <a:cxn ang="0">
                  <a:pos x="connsiteX6408" y="connsiteY6408"/>
                </a:cxn>
                <a:cxn ang="0">
                  <a:pos x="connsiteX6409" y="connsiteY6409"/>
                </a:cxn>
                <a:cxn ang="0">
                  <a:pos x="connsiteX6410" y="connsiteY6410"/>
                </a:cxn>
                <a:cxn ang="0">
                  <a:pos x="connsiteX6411" y="connsiteY6411"/>
                </a:cxn>
                <a:cxn ang="0">
                  <a:pos x="connsiteX6412" y="connsiteY6412"/>
                </a:cxn>
                <a:cxn ang="0">
                  <a:pos x="connsiteX6413" y="connsiteY6413"/>
                </a:cxn>
                <a:cxn ang="0">
                  <a:pos x="connsiteX6414" y="connsiteY6414"/>
                </a:cxn>
                <a:cxn ang="0">
                  <a:pos x="connsiteX6415" y="connsiteY6415"/>
                </a:cxn>
                <a:cxn ang="0">
                  <a:pos x="connsiteX6416" y="connsiteY6416"/>
                </a:cxn>
                <a:cxn ang="0">
                  <a:pos x="connsiteX6417" y="connsiteY6417"/>
                </a:cxn>
                <a:cxn ang="0">
                  <a:pos x="connsiteX6418" y="connsiteY6418"/>
                </a:cxn>
                <a:cxn ang="0">
                  <a:pos x="connsiteX6419" y="connsiteY6419"/>
                </a:cxn>
                <a:cxn ang="0">
                  <a:pos x="connsiteX6420" y="connsiteY6420"/>
                </a:cxn>
                <a:cxn ang="0">
                  <a:pos x="connsiteX6421" y="connsiteY6421"/>
                </a:cxn>
                <a:cxn ang="0">
                  <a:pos x="connsiteX6422" y="connsiteY6422"/>
                </a:cxn>
                <a:cxn ang="0">
                  <a:pos x="connsiteX6423" y="connsiteY6423"/>
                </a:cxn>
                <a:cxn ang="0">
                  <a:pos x="connsiteX6424" y="connsiteY6424"/>
                </a:cxn>
                <a:cxn ang="0">
                  <a:pos x="connsiteX6425" y="connsiteY6425"/>
                </a:cxn>
                <a:cxn ang="0">
                  <a:pos x="connsiteX6426" y="connsiteY6426"/>
                </a:cxn>
                <a:cxn ang="0">
                  <a:pos x="connsiteX6427" y="connsiteY6427"/>
                </a:cxn>
                <a:cxn ang="0">
                  <a:pos x="connsiteX6428" y="connsiteY6428"/>
                </a:cxn>
                <a:cxn ang="0">
                  <a:pos x="connsiteX6429" y="connsiteY6429"/>
                </a:cxn>
                <a:cxn ang="0">
                  <a:pos x="connsiteX6430" y="connsiteY6430"/>
                </a:cxn>
                <a:cxn ang="0">
                  <a:pos x="connsiteX6431" y="connsiteY6431"/>
                </a:cxn>
                <a:cxn ang="0">
                  <a:pos x="connsiteX6432" y="connsiteY6432"/>
                </a:cxn>
                <a:cxn ang="0">
                  <a:pos x="connsiteX6433" y="connsiteY6433"/>
                </a:cxn>
                <a:cxn ang="0">
                  <a:pos x="connsiteX6434" y="connsiteY6434"/>
                </a:cxn>
                <a:cxn ang="0">
                  <a:pos x="connsiteX6435" y="connsiteY6435"/>
                </a:cxn>
                <a:cxn ang="0">
                  <a:pos x="connsiteX6436" y="connsiteY6436"/>
                </a:cxn>
                <a:cxn ang="0">
                  <a:pos x="connsiteX6437" y="connsiteY6437"/>
                </a:cxn>
                <a:cxn ang="0">
                  <a:pos x="connsiteX6438" y="connsiteY6438"/>
                </a:cxn>
                <a:cxn ang="0">
                  <a:pos x="connsiteX6439" y="connsiteY6439"/>
                </a:cxn>
                <a:cxn ang="0">
                  <a:pos x="connsiteX6440" y="connsiteY6440"/>
                </a:cxn>
                <a:cxn ang="0">
                  <a:pos x="connsiteX6441" y="connsiteY6441"/>
                </a:cxn>
                <a:cxn ang="0">
                  <a:pos x="connsiteX6442" y="connsiteY6442"/>
                </a:cxn>
                <a:cxn ang="0">
                  <a:pos x="connsiteX6443" y="connsiteY6443"/>
                </a:cxn>
                <a:cxn ang="0">
                  <a:pos x="connsiteX6444" y="connsiteY6444"/>
                </a:cxn>
                <a:cxn ang="0">
                  <a:pos x="connsiteX6445" y="connsiteY6445"/>
                </a:cxn>
                <a:cxn ang="0">
                  <a:pos x="connsiteX6446" y="connsiteY6446"/>
                </a:cxn>
                <a:cxn ang="0">
                  <a:pos x="connsiteX6447" y="connsiteY6447"/>
                </a:cxn>
                <a:cxn ang="0">
                  <a:pos x="connsiteX6448" y="connsiteY6448"/>
                </a:cxn>
                <a:cxn ang="0">
                  <a:pos x="connsiteX6449" y="connsiteY6449"/>
                </a:cxn>
                <a:cxn ang="0">
                  <a:pos x="connsiteX6450" y="connsiteY6450"/>
                </a:cxn>
                <a:cxn ang="0">
                  <a:pos x="connsiteX6451" y="connsiteY6451"/>
                </a:cxn>
                <a:cxn ang="0">
                  <a:pos x="connsiteX6452" y="connsiteY6452"/>
                </a:cxn>
                <a:cxn ang="0">
                  <a:pos x="connsiteX6453" y="connsiteY6453"/>
                </a:cxn>
                <a:cxn ang="0">
                  <a:pos x="connsiteX6454" y="connsiteY6454"/>
                </a:cxn>
                <a:cxn ang="0">
                  <a:pos x="connsiteX6455" y="connsiteY6455"/>
                </a:cxn>
                <a:cxn ang="0">
                  <a:pos x="connsiteX6456" y="connsiteY6456"/>
                </a:cxn>
                <a:cxn ang="0">
                  <a:pos x="connsiteX6457" y="connsiteY6457"/>
                </a:cxn>
                <a:cxn ang="0">
                  <a:pos x="connsiteX6458" y="connsiteY6458"/>
                </a:cxn>
                <a:cxn ang="0">
                  <a:pos x="connsiteX6459" y="connsiteY6459"/>
                </a:cxn>
                <a:cxn ang="0">
                  <a:pos x="connsiteX6460" y="connsiteY6460"/>
                </a:cxn>
                <a:cxn ang="0">
                  <a:pos x="connsiteX6461" y="connsiteY6461"/>
                </a:cxn>
                <a:cxn ang="0">
                  <a:pos x="connsiteX6462" y="connsiteY6462"/>
                </a:cxn>
                <a:cxn ang="0">
                  <a:pos x="connsiteX6463" y="connsiteY6463"/>
                </a:cxn>
                <a:cxn ang="0">
                  <a:pos x="connsiteX6464" y="connsiteY6464"/>
                </a:cxn>
                <a:cxn ang="0">
                  <a:pos x="connsiteX6465" y="connsiteY6465"/>
                </a:cxn>
                <a:cxn ang="0">
                  <a:pos x="connsiteX6466" y="connsiteY6466"/>
                </a:cxn>
                <a:cxn ang="0">
                  <a:pos x="connsiteX6467" y="connsiteY6467"/>
                </a:cxn>
                <a:cxn ang="0">
                  <a:pos x="connsiteX6468" y="connsiteY6468"/>
                </a:cxn>
                <a:cxn ang="0">
                  <a:pos x="connsiteX6469" y="connsiteY6469"/>
                </a:cxn>
                <a:cxn ang="0">
                  <a:pos x="connsiteX6470" y="connsiteY6470"/>
                </a:cxn>
                <a:cxn ang="0">
                  <a:pos x="connsiteX6471" y="connsiteY6471"/>
                </a:cxn>
                <a:cxn ang="0">
                  <a:pos x="connsiteX6472" y="connsiteY6472"/>
                </a:cxn>
                <a:cxn ang="0">
                  <a:pos x="connsiteX6473" y="connsiteY6473"/>
                </a:cxn>
                <a:cxn ang="0">
                  <a:pos x="connsiteX6474" y="connsiteY6474"/>
                </a:cxn>
                <a:cxn ang="0">
                  <a:pos x="connsiteX6475" y="connsiteY6475"/>
                </a:cxn>
                <a:cxn ang="0">
                  <a:pos x="connsiteX6476" y="connsiteY6476"/>
                </a:cxn>
                <a:cxn ang="0">
                  <a:pos x="connsiteX6477" y="connsiteY6477"/>
                </a:cxn>
                <a:cxn ang="0">
                  <a:pos x="connsiteX6478" y="connsiteY6478"/>
                </a:cxn>
                <a:cxn ang="0">
                  <a:pos x="connsiteX6479" y="connsiteY6479"/>
                </a:cxn>
                <a:cxn ang="0">
                  <a:pos x="connsiteX6480" y="connsiteY6480"/>
                </a:cxn>
                <a:cxn ang="0">
                  <a:pos x="connsiteX6481" y="connsiteY6481"/>
                </a:cxn>
                <a:cxn ang="0">
                  <a:pos x="connsiteX6482" y="connsiteY6482"/>
                </a:cxn>
                <a:cxn ang="0">
                  <a:pos x="connsiteX6483" y="connsiteY6483"/>
                </a:cxn>
                <a:cxn ang="0">
                  <a:pos x="connsiteX6484" y="connsiteY6484"/>
                </a:cxn>
                <a:cxn ang="0">
                  <a:pos x="connsiteX6485" y="connsiteY6485"/>
                </a:cxn>
                <a:cxn ang="0">
                  <a:pos x="connsiteX6486" y="connsiteY6486"/>
                </a:cxn>
                <a:cxn ang="0">
                  <a:pos x="connsiteX6487" y="connsiteY6487"/>
                </a:cxn>
                <a:cxn ang="0">
                  <a:pos x="connsiteX6488" y="connsiteY6488"/>
                </a:cxn>
                <a:cxn ang="0">
                  <a:pos x="connsiteX6489" y="connsiteY6489"/>
                </a:cxn>
                <a:cxn ang="0">
                  <a:pos x="connsiteX6490" y="connsiteY6490"/>
                </a:cxn>
                <a:cxn ang="0">
                  <a:pos x="connsiteX6491" y="connsiteY6491"/>
                </a:cxn>
                <a:cxn ang="0">
                  <a:pos x="connsiteX6492" y="connsiteY6492"/>
                </a:cxn>
                <a:cxn ang="0">
                  <a:pos x="connsiteX6493" y="connsiteY6493"/>
                </a:cxn>
                <a:cxn ang="0">
                  <a:pos x="connsiteX6494" y="connsiteY6494"/>
                </a:cxn>
                <a:cxn ang="0">
                  <a:pos x="connsiteX6495" y="connsiteY6495"/>
                </a:cxn>
                <a:cxn ang="0">
                  <a:pos x="connsiteX6496" y="connsiteY6496"/>
                </a:cxn>
                <a:cxn ang="0">
                  <a:pos x="connsiteX6497" y="connsiteY6497"/>
                </a:cxn>
                <a:cxn ang="0">
                  <a:pos x="connsiteX6498" y="connsiteY6498"/>
                </a:cxn>
                <a:cxn ang="0">
                  <a:pos x="connsiteX6499" y="connsiteY6499"/>
                </a:cxn>
                <a:cxn ang="0">
                  <a:pos x="connsiteX6500" y="connsiteY6500"/>
                </a:cxn>
                <a:cxn ang="0">
                  <a:pos x="connsiteX6501" y="connsiteY6501"/>
                </a:cxn>
                <a:cxn ang="0">
                  <a:pos x="connsiteX6502" y="connsiteY6502"/>
                </a:cxn>
                <a:cxn ang="0">
                  <a:pos x="connsiteX6503" y="connsiteY6503"/>
                </a:cxn>
                <a:cxn ang="0">
                  <a:pos x="connsiteX6504" y="connsiteY6504"/>
                </a:cxn>
                <a:cxn ang="0">
                  <a:pos x="connsiteX6505" y="connsiteY6505"/>
                </a:cxn>
                <a:cxn ang="0">
                  <a:pos x="connsiteX6506" y="connsiteY6506"/>
                </a:cxn>
                <a:cxn ang="0">
                  <a:pos x="connsiteX6507" y="connsiteY6507"/>
                </a:cxn>
                <a:cxn ang="0">
                  <a:pos x="connsiteX6508" y="connsiteY6508"/>
                </a:cxn>
                <a:cxn ang="0">
                  <a:pos x="connsiteX6509" y="connsiteY6509"/>
                </a:cxn>
                <a:cxn ang="0">
                  <a:pos x="connsiteX6510" y="connsiteY6510"/>
                </a:cxn>
                <a:cxn ang="0">
                  <a:pos x="connsiteX6511" y="connsiteY6511"/>
                </a:cxn>
                <a:cxn ang="0">
                  <a:pos x="connsiteX6512" y="connsiteY6512"/>
                </a:cxn>
                <a:cxn ang="0">
                  <a:pos x="connsiteX6513" y="connsiteY6513"/>
                </a:cxn>
                <a:cxn ang="0">
                  <a:pos x="connsiteX6514" y="connsiteY6514"/>
                </a:cxn>
                <a:cxn ang="0">
                  <a:pos x="connsiteX6515" y="connsiteY6515"/>
                </a:cxn>
                <a:cxn ang="0">
                  <a:pos x="connsiteX6516" y="connsiteY6516"/>
                </a:cxn>
                <a:cxn ang="0">
                  <a:pos x="connsiteX6517" y="connsiteY6517"/>
                </a:cxn>
                <a:cxn ang="0">
                  <a:pos x="connsiteX6518" y="connsiteY6518"/>
                </a:cxn>
                <a:cxn ang="0">
                  <a:pos x="connsiteX6519" y="connsiteY6519"/>
                </a:cxn>
                <a:cxn ang="0">
                  <a:pos x="connsiteX6520" y="connsiteY6520"/>
                </a:cxn>
                <a:cxn ang="0">
                  <a:pos x="connsiteX6521" y="connsiteY6521"/>
                </a:cxn>
                <a:cxn ang="0">
                  <a:pos x="connsiteX6522" y="connsiteY6522"/>
                </a:cxn>
                <a:cxn ang="0">
                  <a:pos x="connsiteX6523" y="connsiteY6523"/>
                </a:cxn>
                <a:cxn ang="0">
                  <a:pos x="connsiteX6524" y="connsiteY6524"/>
                </a:cxn>
                <a:cxn ang="0">
                  <a:pos x="connsiteX6525" y="connsiteY6525"/>
                </a:cxn>
                <a:cxn ang="0">
                  <a:pos x="connsiteX6526" y="connsiteY6526"/>
                </a:cxn>
                <a:cxn ang="0">
                  <a:pos x="connsiteX6527" y="connsiteY6527"/>
                </a:cxn>
                <a:cxn ang="0">
                  <a:pos x="connsiteX6528" y="connsiteY6528"/>
                </a:cxn>
                <a:cxn ang="0">
                  <a:pos x="connsiteX6529" y="connsiteY6529"/>
                </a:cxn>
                <a:cxn ang="0">
                  <a:pos x="connsiteX6530" y="connsiteY6530"/>
                </a:cxn>
                <a:cxn ang="0">
                  <a:pos x="connsiteX6531" y="connsiteY6531"/>
                </a:cxn>
                <a:cxn ang="0">
                  <a:pos x="connsiteX6532" y="connsiteY6532"/>
                </a:cxn>
                <a:cxn ang="0">
                  <a:pos x="connsiteX6533" y="connsiteY6533"/>
                </a:cxn>
                <a:cxn ang="0">
                  <a:pos x="connsiteX6534" y="connsiteY6534"/>
                </a:cxn>
                <a:cxn ang="0">
                  <a:pos x="connsiteX6535" y="connsiteY6535"/>
                </a:cxn>
                <a:cxn ang="0">
                  <a:pos x="connsiteX6536" y="connsiteY6536"/>
                </a:cxn>
                <a:cxn ang="0">
                  <a:pos x="connsiteX6537" y="connsiteY6537"/>
                </a:cxn>
                <a:cxn ang="0">
                  <a:pos x="connsiteX6538" y="connsiteY6538"/>
                </a:cxn>
                <a:cxn ang="0">
                  <a:pos x="connsiteX6539" y="connsiteY6539"/>
                </a:cxn>
                <a:cxn ang="0">
                  <a:pos x="connsiteX6540" y="connsiteY6540"/>
                </a:cxn>
                <a:cxn ang="0">
                  <a:pos x="connsiteX6541" y="connsiteY6541"/>
                </a:cxn>
                <a:cxn ang="0">
                  <a:pos x="connsiteX6542" y="connsiteY6542"/>
                </a:cxn>
              </a:cxnLst>
              <a:rect l="l" t="t" r="r" b="b"/>
              <a:pathLst>
                <a:path w="12184003" h="6857801">
                  <a:moveTo>
                    <a:pt x="4519681" y="6701670"/>
                  </a:moveTo>
                  <a:cubicBezTo>
                    <a:pt x="4545958" y="6701670"/>
                    <a:pt x="4565667" y="6721379"/>
                    <a:pt x="4565667" y="6747657"/>
                  </a:cubicBezTo>
                  <a:cubicBezTo>
                    <a:pt x="4565667" y="6760796"/>
                    <a:pt x="4560739" y="6772293"/>
                    <a:pt x="4552526" y="6780504"/>
                  </a:cubicBezTo>
                  <a:lnTo>
                    <a:pt x="4530631" y="6789263"/>
                  </a:lnTo>
                  <a:lnTo>
                    <a:pt x="4530631" y="6857801"/>
                  </a:lnTo>
                  <a:lnTo>
                    <a:pt x="4508733" y="6857801"/>
                  </a:lnTo>
                  <a:lnTo>
                    <a:pt x="4508733" y="6789264"/>
                  </a:lnTo>
                  <a:lnTo>
                    <a:pt x="4486834" y="6780504"/>
                  </a:lnTo>
                  <a:cubicBezTo>
                    <a:pt x="4478623" y="6772293"/>
                    <a:pt x="4473694" y="6760796"/>
                    <a:pt x="4473694" y="6747657"/>
                  </a:cubicBezTo>
                  <a:cubicBezTo>
                    <a:pt x="4473694" y="6721379"/>
                    <a:pt x="4493402" y="6701670"/>
                    <a:pt x="4519681" y="6701670"/>
                  </a:cubicBezTo>
                  <a:close/>
                  <a:moveTo>
                    <a:pt x="9438094" y="6688532"/>
                  </a:moveTo>
                  <a:lnTo>
                    <a:pt x="9438027" y="6725759"/>
                  </a:lnTo>
                  <a:lnTo>
                    <a:pt x="9656965" y="6725759"/>
                  </a:lnTo>
                  <a:lnTo>
                    <a:pt x="9619739" y="6688532"/>
                  </a:lnTo>
                  <a:close/>
                  <a:moveTo>
                    <a:pt x="2485410" y="6688532"/>
                  </a:moveTo>
                  <a:lnTo>
                    <a:pt x="2448185" y="6725759"/>
                  </a:lnTo>
                  <a:lnTo>
                    <a:pt x="2667171" y="6725759"/>
                  </a:lnTo>
                  <a:lnTo>
                    <a:pt x="2667171" y="6688532"/>
                  </a:lnTo>
                  <a:close/>
                  <a:moveTo>
                    <a:pt x="9028490" y="6668824"/>
                  </a:moveTo>
                  <a:lnTo>
                    <a:pt x="9028490" y="6710430"/>
                  </a:lnTo>
                  <a:lnTo>
                    <a:pt x="9106688" y="6788628"/>
                  </a:lnTo>
                  <a:lnTo>
                    <a:pt x="9129221" y="6779409"/>
                  </a:lnTo>
                  <a:lnTo>
                    <a:pt x="9145900" y="6786233"/>
                  </a:lnTo>
                  <a:close/>
                  <a:moveTo>
                    <a:pt x="3076666" y="6668822"/>
                  </a:moveTo>
                  <a:lnTo>
                    <a:pt x="2959260" y="6786228"/>
                  </a:lnTo>
                  <a:lnTo>
                    <a:pt x="2975927" y="6779409"/>
                  </a:lnTo>
                  <a:cubicBezTo>
                    <a:pt x="2984687" y="6779409"/>
                    <a:pt x="2993447" y="6782694"/>
                    <a:pt x="3000015" y="6789264"/>
                  </a:cubicBezTo>
                  <a:lnTo>
                    <a:pt x="3000017" y="6789266"/>
                  </a:lnTo>
                  <a:lnTo>
                    <a:pt x="3076666" y="6712615"/>
                  </a:lnTo>
                  <a:close/>
                  <a:moveTo>
                    <a:pt x="4887565" y="6603130"/>
                  </a:moveTo>
                  <a:cubicBezTo>
                    <a:pt x="4905082" y="6600940"/>
                    <a:pt x="4920410" y="6618459"/>
                    <a:pt x="4920410" y="6635977"/>
                  </a:cubicBezTo>
                  <a:cubicBezTo>
                    <a:pt x="4921505" y="6644737"/>
                    <a:pt x="4917677" y="6652948"/>
                    <a:pt x="4911380" y="6658970"/>
                  </a:cubicBezTo>
                  <a:lnTo>
                    <a:pt x="4896326" y="6665199"/>
                  </a:lnTo>
                  <a:lnTo>
                    <a:pt x="4896326" y="6857801"/>
                  </a:lnTo>
                  <a:lnTo>
                    <a:pt x="4878806" y="6857801"/>
                  </a:lnTo>
                  <a:lnTo>
                    <a:pt x="4878806" y="6665071"/>
                  </a:lnTo>
                  <a:lnTo>
                    <a:pt x="4864569" y="6658970"/>
                  </a:lnTo>
                  <a:cubicBezTo>
                    <a:pt x="4858549" y="6652948"/>
                    <a:pt x="4854719" y="6644737"/>
                    <a:pt x="4854719" y="6635977"/>
                  </a:cubicBezTo>
                  <a:cubicBezTo>
                    <a:pt x="4854719" y="6618459"/>
                    <a:pt x="4870046" y="6603130"/>
                    <a:pt x="4887565" y="6603130"/>
                  </a:cubicBezTo>
                  <a:close/>
                  <a:moveTo>
                    <a:pt x="8945277" y="6585611"/>
                  </a:moveTo>
                  <a:lnTo>
                    <a:pt x="8945277" y="6627217"/>
                  </a:lnTo>
                  <a:lnTo>
                    <a:pt x="9006592" y="6688532"/>
                  </a:lnTo>
                  <a:lnTo>
                    <a:pt x="9006592" y="6646926"/>
                  </a:lnTo>
                  <a:close/>
                  <a:moveTo>
                    <a:pt x="3162065" y="6583424"/>
                  </a:moveTo>
                  <a:lnTo>
                    <a:pt x="3098564" y="6646924"/>
                  </a:lnTo>
                  <a:lnTo>
                    <a:pt x="3098564" y="6690717"/>
                  </a:lnTo>
                  <a:lnTo>
                    <a:pt x="3162065" y="6627217"/>
                  </a:lnTo>
                  <a:close/>
                  <a:moveTo>
                    <a:pt x="10316097" y="6432324"/>
                  </a:moveTo>
                  <a:lnTo>
                    <a:pt x="10548216" y="6664444"/>
                  </a:lnTo>
                  <a:lnTo>
                    <a:pt x="10594203" y="6664444"/>
                  </a:lnTo>
                  <a:lnTo>
                    <a:pt x="10362083" y="6432324"/>
                  </a:lnTo>
                  <a:close/>
                  <a:moveTo>
                    <a:pt x="1743056" y="6432324"/>
                  </a:moveTo>
                  <a:lnTo>
                    <a:pt x="1510935" y="6664444"/>
                  </a:lnTo>
                  <a:lnTo>
                    <a:pt x="1556928" y="6664444"/>
                  </a:lnTo>
                  <a:lnTo>
                    <a:pt x="1789047" y="6432324"/>
                  </a:lnTo>
                  <a:close/>
                  <a:moveTo>
                    <a:pt x="3109892" y="6429751"/>
                  </a:moveTo>
                  <a:lnTo>
                    <a:pt x="3098564" y="6434438"/>
                  </a:lnTo>
                  <a:lnTo>
                    <a:pt x="3098564" y="6441078"/>
                  </a:lnTo>
                  <a:close/>
                  <a:moveTo>
                    <a:pt x="8997445" y="6429748"/>
                  </a:moveTo>
                  <a:lnTo>
                    <a:pt x="9006592" y="6438894"/>
                  </a:lnTo>
                  <a:lnTo>
                    <a:pt x="9006592" y="6433532"/>
                  </a:lnTo>
                  <a:close/>
                  <a:moveTo>
                    <a:pt x="8945277" y="6402571"/>
                  </a:moveTo>
                  <a:lnTo>
                    <a:pt x="8945277" y="6552764"/>
                  </a:lnTo>
                  <a:lnTo>
                    <a:pt x="9006592" y="6614079"/>
                  </a:lnTo>
                  <a:lnTo>
                    <a:pt x="9006592" y="6463724"/>
                  </a:lnTo>
                  <a:close/>
                  <a:moveTo>
                    <a:pt x="3162065" y="6401666"/>
                  </a:moveTo>
                  <a:lnTo>
                    <a:pt x="3098564" y="6465166"/>
                  </a:lnTo>
                  <a:lnTo>
                    <a:pt x="3098564" y="6614078"/>
                  </a:lnTo>
                  <a:lnTo>
                    <a:pt x="3162065" y="6550577"/>
                  </a:lnTo>
                  <a:close/>
                  <a:moveTo>
                    <a:pt x="4756193" y="6388516"/>
                  </a:moveTo>
                  <a:lnTo>
                    <a:pt x="4743666" y="6401044"/>
                  </a:lnTo>
                  <a:lnTo>
                    <a:pt x="4751797" y="6421375"/>
                  </a:lnTo>
                  <a:cubicBezTo>
                    <a:pt x="4751797" y="6434514"/>
                    <a:pt x="4746871" y="6446011"/>
                    <a:pt x="4738660" y="6454222"/>
                  </a:cubicBezTo>
                  <a:lnTo>
                    <a:pt x="4718953" y="6462105"/>
                  </a:lnTo>
                  <a:lnTo>
                    <a:pt x="4718953" y="6765191"/>
                  </a:lnTo>
                  <a:lnTo>
                    <a:pt x="4756193" y="6727949"/>
                  </a:lnTo>
                  <a:close/>
                  <a:moveTo>
                    <a:pt x="5835751" y="6375389"/>
                  </a:moveTo>
                  <a:cubicBezTo>
                    <a:pt x="5853268" y="6375389"/>
                    <a:pt x="5868597" y="6390718"/>
                    <a:pt x="5868597" y="6408236"/>
                  </a:cubicBezTo>
                  <a:cubicBezTo>
                    <a:pt x="5868597" y="6416995"/>
                    <a:pt x="5864766" y="6425207"/>
                    <a:pt x="5858743" y="6431229"/>
                  </a:cubicBezTo>
                  <a:lnTo>
                    <a:pt x="5848890" y="6435452"/>
                  </a:lnTo>
                  <a:lnTo>
                    <a:pt x="5848890" y="6857801"/>
                  </a:lnTo>
                  <a:lnTo>
                    <a:pt x="5833562" y="6857801"/>
                  </a:lnTo>
                  <a:lnTo>
                    <a:pt x="5833562" y="6474806"/>
                  </a:lnTo>
                  <a:lnTo>
                    <a:pt x="5820424" y="6480062"/>
                  </a:lnTo>
                  <a:lnTo>
                    <a:pt x="5820424" y="6857801"/>
                  </a:lnTo>
                  <a:lnTo>
                    <a:pt x="5798526" y="6857801"/>
                  </a:lnTo>
                  <a:lnTo>
                    <a:pt x="5798526" y="6485209"/>
                  </a:lnTo>
                  <a:lnTo>
                    <a:pt x="5770058" y="6473109"/>
                  </a:lnTo>
                  <a:cubicBezTo>
                    <a:pt x="5761845" y="6465171"/>
                    <a:pt x="5756919" y="6454223"/>
                    <a:pt x="5756919" y="6441084"/>
                  </a:cubicBezTo>
                  <a:cubicBezTo>
                    <a:pt x="5756919" y="6414806"/>
                    <a:pt x="5778817" y="6395098"/>
                    <a:pt x="5802904" y="6395098"/>
                  </a:cubicBezTo>
                  <a:lnTo>
                    <a:pt x="5807364" y="6396882"/>
                  </a:lnTo>
                  <a:lnTo>
                    <a:pt x="5811937" y="6385243"/>
                  </a:lnTo>
                  <a:cubicBezTo>
                    <a:pt x="5817686" y="6379221"/>
                    <a:pt x="5825897" y="6375389"/>
                    <a:pt x="5835751" y="6375389"/>
                  </a:cubicBezTo>
                  <a:close/>
                  <a:moveTo>
                    <a:pt x="9438689" y="6355682"/>
                  </a:moveTo>
                  <a:lnTo>
                    <a:pt x="9438320" y="6561523"/>
                  </a:lnTo>
                  <a:lnTo>
                    <a:pt x="9750485" y="6561523"/>
                  </a:lnTo>
                  <a:lnTo>
                    <a:pt x="9545284" y="6355682"/>
                  </a:lnTo>
                  <a:close/>
                  <a:moveTo>
                    <a:pt x="9247471" y="6355682"/>
                  </a:moveTo>
                  <a:lnTo>
                    <a:pt x="9247471" y="6404193"/>
                  </a:lnTo>
                  <a:lnTo>
                    <a:pt x="9394188" y="6550598"/>
                  </a:lnTo>
                  <a:lnTo>
                    <a:pt x="9394188" y="6355682"/>
                  </a:lnTo>
                  <a:close/>
                  <a:moveTo>
                    <a:pt x="2713158" y="6355682"/>
                  </a:moveTo>
                  <a:lnTo>
                    <a:pt x="2713158" y="6548412"/>
                  </a:lnTo>
                  <a:lnTo>
                    <a:pt x="2857680" y="6404197"/>
                  </a:lnTo>
                  <a:lnTo>
                    <a:pt x="2857680" y="6355682"/>
                  </a:lnTo>
                  <a:close/>
                  <a:moveTo>
                    <a:pt x="2562053" y="6355682"/>
                  </a:moveTo>
                  <a:lnTo>
                    <a:pt x="2356214" y="6561523"/>
                  </a:lnTo>
                  <a:lnTo>
                    <a:pt x="2667171" y="6561523"/>
                  </a:lnTo>
                  <a:lnTo>
                    <a:pt x="2667171" y="6355682"/>
                  </a:lnTo>
                  <a:close/>
                  <a:moveTo>
                    <a:pt x="8945277" y="6349112"/>
                  </a:moveTo>
                  <a:lnTo>
                    <a:pt x="8945277" y="6377580"/>
                  </a:lnTo>
                  <a:lnTo>
                    <a:pt x="8976321" y="6408623"/>
                  </a:lnTo>
                  <a:lnTo>
                    <a:pt x="8969365" y="6391813"/>
                  </a:lnTo>
                  <a:lnTo>
                    <a:pt x="8974812" y="6378647"/>
                  </a:lnTo>
                  <a:close/>
                  <a:moveTo>
                    <a:pt x="3162065" y="6346927"/>
                  </a:moveTo>
                  <a:lnTo>
                    <a:pt x="3131892" y="6377100"/>
                  </a:lnTo>
                  <a:lnTo>
                    <a:pt x="3137981" y="6391813"/>
                  </a:lnTo>
                  <a:lnTo>
                    <a:pt x="3131026" y="6408617"/>
                  </a:lnTo>
                  <a:lnTo>
                    <a:pt x="3162065" y="6377579"/>
                  </a:lnTo>
                  <a:close/>
                  <a:moveTo>
                    <a:pt x="9798508" y="6298746"/>
                  </a:moveTo>
                  <a:lnTo>
                    <a:pt x="10127773" y="6629407"/>
                  </a:lnTo>
                  <a:lnTo>
                    <a:pt x="10250402" y="6629407"/>
                  </a:lnTo>
                  <a:lnTo>
                    <a:pt x="9940304" y="6319309"/>
                  </a:lnTo>
                  <a:lnTo>
                    <a:pt x="9931785" y="6322834"/>
                  </a:lnTo>
                  <a:cubicBezTo>
                    <a:pt x="9920290" y="6322834"/>
                    <a:pt x="9908793" y="6318454"/>
                    <a:pt x="9900033" y="6309695"/>
                  </a:cubicBezTo>
                  <a:lnTo>
                    <a:pt x="9895542" y="6298746"/>
                  </a:lnTo>
                  <a:close/>
                  <a:moveTo>
                    <a:pt x="2209608" y="6298746"/>
                  </a:moveTo>
                  <a:lnTo>
                    <a:pt x="2205116" y="6309695"/>
                  </a:lnTo>
                  <a:cubicBezTo>
                    <a:pt x="2196359" y="6318454"/>
                    <a:pt x="2184864" y="6322834"/>
                    <a:pt x="2173367" y="6322834"/>
                  </a:cubicBezTo>
                  <a:lnTo>
                    <a:pt x="2164850" y="6319309"/>
                  </a:lnTo>
                  <a:lnTo>
                    <a:pt x="1854741" y="6629407"/>
                  </a:lnTo>
                  <a:lnTo>
                    <a:pt x="1977365" y="6629407"/>
                  </a:lnTo>
                  <a:lnTo>
                    <a:pt x="2308035" y="6298746"/>
                  </a:lnTo>
                  <a:close/>
                  <a:moveTo>
                    <a:pt x="3144374" y="6182864"/>
                  </a:moveTo>
                  <a:lnTo>
                    <a:pt x="2892718" y="6434519"/>
                  </a:lnTo>
                  <a:lnTo>
                    <a:pt x="2892718" y="6476121"/>
                  </a:lnTo>
                  <a:lnTo>
                    <a:pt x="2713158" y="6655681"/>
                  </a:lnTo>
                  <a:lnTo>
                    <a:pt x="2713158" y="6725759"/>
                  </a:lnTo>
                  <a:lnTo>
                    <a:pt x="2813887" y="6725759"/>
                  </a:lnTo>
                  <a:lnTo>
                    <a:pt x="3076666" y="6462976"/>
                  </a:lnTo>
                  <a:lnTo>
                    <a:pt x="3076666" y="6429909"/>
                  </a:lnTo>
                  <a:lnTo>
                    <a:pt x="3061334" y="6423565"/>
                  </a:lnTo>
                  <a:cubicBezTo>
                    <a:pt x="3043817" y="6406047"/>
                    <a:pt x="3043817" y="6377579"/>
                    <a:pt x="3061334" y="6360061"/>
                  </a:cubicBezTo>
                  <a:cubicBezTo>
                    <a:pt x="3070093" y="6351302"/>
                    <a:pt x="3081591" y="6346922"/>
                    <a:pt x="3093087" y="6346922"/>
                  </a:cubicBezTo>
                  <a:lnTo>
                    <a:pt x="3118825" y="6357572"/>
                  </a:lnTo>
                  <a:lnTo>
                    <a:pt x="3162065" y="6314591"/>
                  </a:lnTo>
                  <a:lnTo>
                    <a:pt x="3162065" y="6225289"/>
                  </a:lnTo>
                  <a:lnTo>
                    <a:pt x="3148925" y="6219913"/>
                  </a:lnTo>
                  <a:cubicBezTo>
                    <a:pt x="3142357" y="6213344"/>
                    <a:pt x="3139070" y="6204585"/>
                    <a:pt x="3139070" y="6195826"/>
                  </a:cubicBezTo>
                  <a:close/>
                  <a:moveTo>
                    <a:pt x="8959258" y="6179149"/>
                  </a:moveTo>
                  <a:lnTo>
                    <a:pt x="8966081" y="6195826"/>
                  </a:lnTo>
                  <a:cubicBezTo>
                    <a:pt x="8966081" y="6204585"/>
                    <a:pt x="8962796" y="6213344"/>
                    <a:pt x="8956227" y="6219913"/>
                  </a:cubicBezTo>
                  <a:lnTo>
                    <a:pt x="8945277" y="6224393"/>
                  </a:lnTo>
                  <a:lnTo>
                    <a:pt x="8945277" y="6316763"/>
                  </a:lnTo>
                  <a:lnTo>
                    <a:pt x="8986974" y="6358211"/>
                  </a:lnTo>
                  <a:lnTo>
                    <a:pt x="9014256" y="6346922"/>
                  </a:lnTo>
                  <a:cubicBezTo>
                    <a:pt x="9025753" y="6346922"/>
                    <a:pt x="9037249" y="6351302"/>
                    <a:pt x="9046009" y="6360061"/>
                  </a:cubicBezTo>
                  <a:cubicBezTo>
                    <a:pt x="9063527" y="6377579"/>
                    <a:pt x="9063527" y="6406047"/>
                    <a:pt x="9046009" y="6423565"/>
                  </a:cubicBezTo>
                  <a:lnTo>
                    <a:pt x="9028490" y="6430814"/>
                  </a:lnTo>
                  <a:lnTo>
                    <a:pt x="9028490" y="6460792"/>
                  </a:lnTo>
                  <a:lnTo>
                    <a:pt x="9293456" y="6725759"/>
                  </a:lnTo>
                  <a:lnTo>
                    <a:pt x="9394188" y="6725759"/>
                  </a:lnTo>
                  <a:lnTo>
                    <a:pt x="9394188" y="6657555"/>
                  </a:lnTo>
                  <a:lnTo>
                    <a:pt x="9214624" y="6476121"/>
                  </a:lnTo>
                  <a:lnTo>
                    <a:pt x="9214624" y="6434514"/>
                  </a:lnTo>
                  <a:close/>
                  <a:moveTo>
                    <a:pt x="9439097" y="6127940"/>
                  </a:moveTo>
                  <a:lnTo>
                    <a:pt x="9438989" y="6188072"/>
                  </a:lnTo>
                  <a:lnTo>
                    <a:pt x="9527765" y="6276848"/>
                  </a:lnTo>
                  <a:lnTo>
                    <a:pt x="9752093" y="6275622"/>
                  </a:lnTo>
                  <a:lnTo>
                    <a:pt x="9619527" y="6143057"/>
                  </a:lnTo>
                  <a:lnTo>
                    <a:pt x="9610978" y="6146554"/>
                  </a:lnTo>
                  <a:cubicBezTo>
                    <a:pt x="9602219" y="6146554"/>
                    <a:pt x="9593460" y="6143269"/>
                    <a:pt x="9586890" y="6136700"/>
                  </a:cubicBezTo>
                  <a:lnTo>
                    <a:pt x="9583307" y="6127940"/>
                  </a:lnTo>
                  <a:close/>
                  <a:moveTo>
                    <a:pt x="9378857" y="6127940"/>
                  </a:moveTo>
                  <a:lnTo>
                    <a:pt x="9394188" y="6143271"/>
                  </a:lnTo>
                  <a:lnTo>
                    <a:pt x="9394188" y="6127940"/>
                  </a:lnTo>
                  <a:close/>
                  <a:moveTo>
                    <a:pt x="2713158" y="6127940"/>
                  </a:moveTo>
                  <a:lnTo>
                    <a:pt x="2713158" y="6142813"/>
                  </a:lnTo>
                  <a:lnTo>
                    <a:pt x="2727983" y="6127940"/>
                  </a:lnTo>
                  <a:close/>
                  <a:moveTo>
                    <a:pt x="2521838" y="6127940"/>
                  </a:moveTo>
                  <a:lnTo>
                    <a:pt x="2518254" y="6136700"/>
                  </a:lnTo>
                  <a:cubicBezTo>
                    <a:pt x="2511684" y="6143269"/>
                    <a:pt x="2502926" y="6146554"/>
                    <a:pt x="2494167" y="6146554"/>
                  </a:cubicBezTo>
                  <a:lnTo>
                    <a:pt x="2487126" y="6143674"/>
                  </a:lnTo>
                  <a:lnTo>
                    <a:pt x="2354618" y="6275625"/>
                  </a:lnTo>
                  <a:lnTo>
                    <a:pt x="2579577" y="6276848"/>
                  </a:lnTo>
                  <a:lnTo>
                    <a:pt x="2667171" y="6188956"/>
                  </a:lnTo>
                  <a:lnTo>
                    <a:pt x="2667171" y="6127940"/>
                  </a:lnTo>
                  <a:close/>
                  <a:moveTo>
                    <a:pt x="2857680" y="6070744"/>
                  </a:moveTo>
                  <a:lnTo>
                    <a:pt x="2800746" y="6127940"/>
                  </a:lnTo>
                  <a:lnTo>
                    <a:pt x="2759145" y="6127940"/>
                  </a:lnTo>
                  <a:lnTo>
                    <a:pt x="2713158" y="6173927"/>
                  </a:lnTo>
                  <a:lnTo>
                    <a:pt x="2713158" y="6322834"/>
                  </a:lnTo>
                  <a:lnTo>
                    <a:pt x="2857680" y="6322834"/>
                  </a:lnTo>
                  <a:close/>
                  <a:moveTo>
                    <a:pt x="9247471" y="6068815"/>
                  </a:moveTo>
                  <a:lnTo>
                    <a:pt x="9247471" y="6322834"/>
                  </a:lnTo>
                  <a:lnTo>
                    <a:pt x="9394188" y="6322834"/>
                  </a:lnTo>
                  <a:lnTo>
                    <a:pt x="9394188" y="6175702"/>
                  </a:lnTo>
                  <a:lnTo>
                    <a:pt x="9346587" y="6127940"/>
                  </a:lnTo>
                  <a:lnTo>
                    <a:pt x="9306595" y="6127940"/>
                  </a:lnTo>
                  <a:close/>
                  <a:moveTo>
                    <a:pt x="2857680" y="6029406"/>
                  </a:moveTo>
                  <a:lnTo>
                    <a:pt x="2776665" y="6110422"/>
                  </a:lnTo>
                  <a:lnTo>
                    <a:pt x="2794177" y="6110422"/>
                  </a:lnTo>
                  <a:lnTo>
                    <a:pt x="2857680" y="6046918"/>
                  </a:lnTo>
                  <a:close/>
                  <a:moveTo>
                    <a:pt x="9247471" y="6028487"/>
                  </a:moveTo>
                  <a:lnTo>
                    <a:pt x="9247471" y="6045031"/>
                  </a:lnTo>
                  <a:lnTo>
                    <a:pt x="9313165" y="6110422"/>
                  </a:lnTo>
                  <a:lnTo>
                    <a:pt x="9329129" y="6110422"/>
                  </a:lnTo>
                  <a:close/>
                  <a:moveTo>
                    <a:pt x="3442365" y="5946181"/>
                  </a:moveTo>
                  <a:lnTo>
                    <a:pt x="3202824" y="6185724"/>
                  </a:lnTo>
                  <a:lnTo>
                    <a:pt x="3206953" y="6195826"/>
                  </a:lnTo>
                  <a:cubicBezTo>
                    <a:pt x="3206953" y="6204585"/>
                    <a:pt x="3203671" y="6213344"/>
                    <a:pt x="3197101" y="6219913"/>
                  </a:cubicBezTo>
                  <a:lnTo>
                    <a:pt x="3179491" y="6227117"/>
                  </a:lnTo>
                  <a:lnTo>
                    <a:pt x="3179127" y="6297632"/>
                  </a:lnTo>
                  <a:lnTo>
                    <a:pt x="3442365" y="6035969"/>
                  </a:lnTo>
                  <a:close/>
                  <a:moveTo>
                    <a:pt x="8662916" y="5944120"/>
                  </a:moveTo>
                  <a:lnTo>
                    <a:pt x="8662792" y="6035969"/>
                  </a:lnTo>
                  <a:lnTo>
                    <a:pt x="8927760" y="6299350"/>
                  </a:lnTo>
                  <a:lnTo>
                    <a:pt x="8927760" y="6227975"/>
                  </a:lnTo>
                  <a:lnTo>
                    <a:pt x="8908051" y="6219913"/>
                  </a:lnTo>
                  <a:cubicBezTo>
                    <a:pt x="8901482" y="6213344"/>
                    <a:pt x="8898196" y="6204585"/>
                    <a:pt x="8898196" y="6195826"/>
                  </a:cubicBezTo>
                  <a:lnTo>
                    <a:pt x="8902965" y="6184168"/>
                  </a:lnTo>
                  <a:close/>
                  <a:moveTo>
                    <a:pt x="8165705" y="5917719"/>
                  </a:moveTo>
                  <a:lnTo>
                    <a:pt x="8238476" y="5990490"/>
                  </a:lnTo>
                  <a:lnTo>
                    <a:pt x="8339710" y="5990133"/>
                  </a:lnTo>
                  <a:lnTo>
                    <a:pt x="8347460" y="5970275"/>
                  </a:lnTo>
                  <a:cubicBezTo>
                    <a:pt x="8364979" y="5952756"/>
                    <a:pt x="8393446" y="5952756"/>
                    <a:pt x="8410964" y="5970275"/>
                  </a:cubicBezTo>
                  <a:cubicBezTo>
                    <a:pt x="8419724" y="5979035"/>
                    <a:pt x="8424103" y="5990531"/>
                    <a:pt x="8424104" y="6002027"/>
                  </a:cubicBezTo>
                  <a:lnTo>
                    <a:pt x="8415450" y="6022936"/>
                  </a:lnTo>
                  <a:lnTo>
                    <a:pt x="8927760" y="6535246"/>
                  </a:lnTo>
                  <a:lnTo>
                    <a:pt x="8927760" y="6385100"/>
                  </a:lnTo>
                  <a:lnTo>
                    <a:pt x="8478319" y="5936847"/>
                  </a:lnTo>
                  <a:lnTo>
                    <a:pt x="8463519" y="5942902"/>
                  </a:lnTo>
                  <a:cubicBezTo>
                    <a:pt x="8454761" y="5942903"/>
                    <a:pt x="8446002" y="5939618"/>
                    <a:pt x="8439432" y="5933047"/>
                  </a:cubicBezTo>
                  <a:lnTo>
                    <a:pt x="8433161" y="5917719"/>
                  </a:lnTo>
                  <a:close/>
                  <a:moveTo>
                    <a:pt x="3674165" y="5917719"/>
                  </a:moveTo>
                  <a:lnTo>
                    <a:pt x="3667894" y="5933047"/>
                  </a:lnTo>
                  <a:cubicBezTo>
                    <a:pt x="3661325" y="5939618"/>
                    <a:pt x="3652566" y="5942903"/>
                    <a:pt x="3643806" y="5942902"/>
                  </a:cubicBezTo>
                  <a:lnTo>
                    <a:pt x="3627494" y="5936227"/>
                  </a:lnTo>
                  <a:lnTo>
                    <a:pt x="3178677" y="6385056"/>
                  </a:lnTo>
                  <a:lnTo>
                    <a:pt x="3177905" y="6534738"/>
                  </a:lnTo>
                  <a:lnTo>
                    <a:pt x="3691241" y="6021389"/>
                  </a:lnTo>
                  <a:lnTo>
                    <a:pt x="3683225" y="6002027"/>
                  </a:lnTo>
                  <a:cubicBezTo>
                    <a:pt x="3683225" y="5990531"/>
                    <a:pt x="3687605" y="5979035"/>
                    <a:pt x="3696366" y="5970275"/>
                  </a:cubicBezTo>
                  <a:cubicBezTo>
                    <a:pt x="3713885" y="5952756"/>
                    <a:pt x="3742351" y="5952756"/>
                    <a:pt x="3759873" y="5970275"/>
                  </a:cubicBezTo>
                  <a:lnTo>
                    <a:pt x="3767624" y="5990141"/>
                  </a:lnTo>
                  <a:lnTo>
                    <a:pt x="3866662" y="5990490"/>
                  </a:lnTo>
                  <a:lnTo>
                    <a:pt x="3939434" y="5917719"/>
                  </a:lnTo>
                  <a:close/>
                  <a:moveTo>
                    <a:pt x="3431411" y="5895827"/>
                  </a:moveTo>
                  <a:lnTo>
                    <a:pt x="3160051" y="6167185"/>
                  </a:lnTo>
                  <a:lnTo>
                    <a:pt x="3173014" y="6161883"/>
                  </a:lnTo>
                  <a:lnTo>
                    <a:pt x="3193993" y="6170467"/>
                  </a:lnTo>
                  <a:lnTo>
                    <a:pt x="3431411" y="5933047"/>
                  </a:lnTo>
                  <a:close/>
                  <a:moveTo>
                    <a:pt x="8673742" y="5893632"/>
                  </a:moveTo>
                  <a:lnTo>
                    <a:pt x="8673742" y="5933047"/>
                  </a:lnTo>
                  <a:lnTo>
                    <a:pt x="8912527" y="6169907"/>
                  </a:lnTo>
                  <a:lnTo>
                    <a:pt x="8932139" y="6161883"/>
                  </a:lnTo>
                  <a:lnTo>
                    <a:pt x="8948814" y="6168705"/>
                  </a:lnTo>
                  <a:close/>
                  <a:moveTo>
                    <a:pt x="5826992" y="5865164"/>
                  </a:moveTo>
                  <a:lnTo>
                    <a:pt x="5826992" y="5902390"/>
                  </a:lnTo>
                  <a:lnTo>
                    <a:pt x="5717503" y="6011880"/>
                  </a:lnTo>
                  <a:lnTo>
                    <a:pt x="6045972" y="6340353"/>
                  </a:lnTo>
                  <a:lnTo>
                    <a:pt x="6045972" y="6084144"/>
                  </a:lnTo>
                  <a:close/>
                  <a:moveTo>
                    <a:pt x="8673742" y="5821370"/>
                  </a:moveTo>
                  <a:lnTo>
                    <a:pt x="8673742" y="5831681"/>
                  </a:lnTo>
                  <a:lnTo>
                    <a:pt x="9214624" y="6371415"/>
                  </a:lnTo>
                  <a:lnTo>
                    <a:pt x="9214624" y="6355682"/>
                  </a:lnTo>
                  <a:lnTo>
                    <a:pt x="9208053" y="6355682"/>
                  </a:lnTo>
                  <a:close/>
                  <a:moveTo>
                    <a:pt x="3431411" y="5821368"/>
                  </a:moveTo>
                  <a:lnTo>
                    <a:pt x="2897097" y="6355682"/>
                  </a:lnTo>
                  <a:lnTo>
                    <a:pt x="2892718" y="6355682"/>
                  </a:lnTo>
                  <a:lnTo>
                    <a:pt x="2892718" y="6369235"/>
                  </a:lnTo>
                  <a:lnTo>
                    <a:pt x="3431411" y="5831685"/>
                  </a:lnTo>
                  <a:close/>
                  <a:moveTo>
                    <a:pt x="5754729" y="5792900"/>
                  </a:moveTo>
                  <a:lnTo>
                    <a:pt x="5626628" y="5921004"/>
                  </a:lnTo>
                  <a:lnTo>
                    <a:pt x="5693415" y="5987793"/>
                  </a:lnTo>
                  <a:lnTo>
                    <a:pt x="5794146" y="5887062"/>
                  </a:lnTo>
                  <a:lnTo>
                    <a:pt x="5794146" y="5832316"/>
                  </a:lnTo>
                  <a:close/>
                  <a:moveTo>
                    <a:pt x="7701466" y="5771002"/>
                  </a:moveTo>
                  <a:lnTo>
                    <a:pt x="7701466" y="5933048"/>
                  </a:lnTo>
                  <a:lnTo>
                    <a:pt x="7760590" y="5992173"/>
                  </a:lnTo>
                  <a:lnTo>
                    <a:pt x="7922068" y="5991604"/>
                  </a:lnTo>
                  <a:close/>
                  <a:moveTo>
                    <a:pt x="4403638" y="5771002"/>
                  </a:moveTo>
                  <a:lnTo>
                    <a:pt x="4183079" y="5991605"/>
                  </a:lnTo>
                  <a:lnTo>
                    <a:pt x="4344509" y="5992173"/>
                  </a:lnTo>
                  <a:lnTo>
                    <a:pt x="4403638" y="5933047"/>
                  </a:lnTo>
                  <a:close/>
                  <a:moveTo>
                    <a:pt x="5826992" y="5742535"/>
                  </a:moveTo>
                  <a:lnTo>
                    <a:pt x="5826992" y="5816989"/>
                  </a:lnTo>
                  <a:lnTo>
                    <a:pt x="6081009" y="6071006"/>
                  </a:lnTo>
                  <a:lnTo>
                    <a:pt x="6081009" y="6375390"/>
                  </a:lnTo>
                  <a:lnTo>
                    <a:pt x="6087577" y="6381959"/>
                  </a:lnTo>
                  <a:lnTo>
                    <a:pt x="6087577" y="6003122"/>
                  </a:lnTo>
                  <a:lnTo>
                    <a:pt x="5931007" y="5846550"/>
                  </a:lnTo>
                  <a:lnTo>
                    <a:pt x="5915679" y="5839981"/>
                  </a:lnTo>
                  <a:lnTo>
                    <a:pt x="5909108" y="5824652"/>
                  </a:lnTo>
                  <a:close/>
                  <a:moveTo>
                    <a:pt x="5791956" y="5707498"/>
                  </a:moveTo>
                  <a:lnTo>
                    <a:pt x="5791956" y="5755673"/>
                  </a:lnTo>
                  <a:lnTo>
                    <a:pt x="5778817" y="5768813"/>
                  </a:lnTo>
                  <a:lnTo>
                    <a:pt x="5794146" y="5784141"/>
                  </a:lnTo>
                  <a:lnTo>
                    <a:pt x="5794146" y="5709686"/>
                  </a:lnTo>
                  <a:close/>
                  <a:moveTo>
                    <a:pt x="6731382" y="5696549"/>
                  </a:moveTo>
                  <a:lnTo>
                    <a:pt x="6731382" y="6007501"/>
                  </a:lnTo>
                  <a:lnTo>
                    <a:pt x="6845251" y="5893631"/>
                  </a:lnTo>
                  <a:lnTo>
                    <a:pt x="6845251" y="5810419"/>
                  </a:lnTo>
                  <a:close/>
                  <a:moveTo>
                    <a:pt x="8900342" y="5680182"/>
                  </a:moveTo>
                  <a:lnTo>
                    <a:pt x="8887248" y="5685600"/>
                  </a:lnTo>
                  <a:lnTo>
                    <a:pt x="8885755" y="5684981"/>
                  </a:lnTo>
                  <a:lnTo>
                    <a:pt x="9214624" y="6012335"/>
                  </a:lnTo>
                  <a:lnTo>
                    <a:pt x="9214624" y="5995529"/>
                  </a:lnTo>
                  <a:close/>
                  <a:moveTo>
                    <a:pt x="3206934" y="5680152"/>
                  </a:moveTo>
                  <a:lnTo>
                    <a:pt x="2892718" y="5994369"/>
                  </a:lnTo>
                  <a:lnTo>
                    <a:pt x="2892718" y="6011881"/>
                  </a:lnTo>
                  <a:lnTo>
                    <a:pt x="3219322" y="5685278"/>
                  </a:lnTo>
                  <a:close/>
                  <a:moveTo>
                    <a:pt x="7725554" y="5643039"/>
                  </a:moveTo>
                  <a:lnTo>
                    <a:pt x="7725554" y="5762243"/>
                  </a:lnTo>
                  <a:lnTo>
                    <a:pt x="7954004" y="5991492"/>
                  </a:lnTo>
                  <a:lnTo>
                    <a:pt x="8214472" y="5990574"/>
                  </a:lnTo>
                  <a:lnTo>
                    <a:pt x="8141618" y="5917719"/>
                  </a:lnTo>
                  <a:lnTo>
                    <a:pt x="7999280" y="5917719"/>
                  </a:lnTo>
                  <a:close/>
                  <a:moveTo>
                    <a:pt x="4381738" y="5641802"/>
                  </a:moveTo>
                  <a:lnTo>
                    <a:pt x="4105864" y="5917719"/>
                  </a:lnTo>
                  <a:lnTo>
                    <a:pt x="3963523" y="5917719"/>
                  </a:lnTo>
                  <a:lnTo>
                    <a:pt x="3890667" y="5990574"/>
                  </a:lnTo>
                  <a:lnTo>
                    <a:pt x="4152527" y="5991497"/>
                  </a:lnTo>
                  <a:lnTo>
                    <a:pt x="4381738" y="5762243"/>
                  </a:lnTo>
                  <a:close/>
                  <a:moveTo>
                    <a:pt x="5301440" y="5626475"/>
                  </a:moveTo>
                  <a:lnTo>
                    <a:pt x="5301440" y="5843265"/>
                  </a:lnTo>
                  <a:lnTo>
                    <a:pt x="5239953" y="5904755"/>
                  </a:lnTo>
                  <a:lnTo>
                    <a:pt x="5241218" y="5905402"/>
                  </a:lnTo>
                  <a:cubicBezTo>
                    <a:pt x="5247239" y="5911698"/>
                    <a:pt x="5251070" y="5919909"/>
                    <a:pt x="5251070" y="5928668"/>
                  </a:cubicBezTo>
                  <a:cubicBezTo>
                    <a:pt x="5251070" y="5937428"/>
                    <a:pt x="5247788" y="5945640"/>
                    <a:pt x="5242040" y="5951662"/>
                  </a:cubicBezTo>
                  <a:lnTo>
                    <a:pt x="5226985" y="5957891"/>
                  </a:lnTo>
                  <a:lnTo>
                    <a:pt x="5226985" y="6180496"/>
                  </a:lnTo>
                  <a:lnTo>
                    <a:pt x="5448158" y="5959325"/>
                  </a:lnTo>
                  <a:lnTo>
                    <a:pt x="5448158" y="5788521"/>
                  </a:lnTo>
                  <a:lnTo>
                    <a:pt x="5310198" y="5650562"/>
                  </a:lnTo>
                  <a:lnTo>
                    <a:pt x="5310198" y="5635231"/>
                  </a:lnTo>
                  <a:close/>
                  <a:moveTo>
                    <a:pt x="4780284" y="5620958"/>
                  </a:moveTo>
                  <a:lnTo>
                    <a:pt x="4780284" y="6331257"/>
                  </a:lnTo>
                  <a:lnTo>
                    <a:pt x="4955458" y="6155429"/>
                  </a:lnTo>
                  <a:lnTo>
                    <a:pt x="4955458" y="5834507"/>
                  </a:lnTo>
                  <a:lnTo>
                    <a:pt x="4933557" y="5825746"/>
                  </a:lnTo>
                  <a:cubicBezTo>
                    <a:pt x="4925343" y="5817535"/>
                    <a:pt x="4920414" y="5806039"/>
                    <a:pt x="4920414" y="5792900"/>
                  </a:cubicBezTo>
                  <a:lnTo>
                    <a:pt x="4929225" y="5770877"/>
                  </a:lnTo>
                  <a:close/>
                  <a:moveTo>
                    <a:pt x="6624081" y="5619904"/>
                  </a:moveTo>
                  <a:lnTo>
                    <a:pt x="6624081" y="6009690"/>
                  </a:lnTo>
                  <a:lnTo>
                    <a:pt x="6523351" y="6111102"/>
                  </a:lnTo>
                  <a:lnTo>
                    <a:pt x="6523351" y="6215532"/>
                  </a:lnTo>
                  <a:lnTo>
                    <a:pt x="6709484" y="6029399"/>
                  </a:lnTo>
                  <a:lnTo>
                    <a:pt x="6709484" y="5705307"/>
                  </a:lnTo>
                  <a:close/>
                  <a:moveTo>
                    <a:pt x="10484711" y="5606765"/>
                  </a:moveTo>
                  <a:lnTo>
                    <a:pt x="10539458" y="5661511"/>
                  </a:lnTo>
                  <a:lnTo>
                    <a:pt x="10640487" y="5661511"/>
                  </a:lnTo>
                  <a:lnTo>
                    <a:pt x="10644940" y="5650625"/>
                  </a:lnTo>
                  <a:lnTo>
                    <a:pt x="10600771" y="5606765"/>
                  </a:lnTo>
                  <a:close/>
                  <a:moveTo>
                    <a:pt x="10386170" y="5606765"/>
                  </a:moveTo>
                  <a:lnTo>
                    <a:pt x="10833175" y="6053770"/>
                  </a:lnTo>
                  <a:lnTo>
                    <a:pt x="10852600" y="6045823"/>
                  </a:lnTo>
                  <a:cubicBezTo>
                    <a:pt x="10861359" y="6045823"/>
                    <a:pt x="10870119" y="6049108"/>
                    <a:pt x="10876687" y="6055678"/>
                  </a:cubicBezTo>
                  <a:cubicBezTo>
                    <a:pt x="10889826" y="6068815"/>
                    <a:pt x="10889826" y="6090714"/>
                    <a:pt x="10876687" y="6103852"/>
                  </a:cubicBezTo>
                  <a:lnTo>
                    <a:pt x="10856980" y="6111915"/>
                  </a:lnTo>
                  <a:lnTo>
                    <a:pt x="10856980" y="6265899"/>
                  </a:lnTo>
                  <a:lnTo>
                    <a:pt x="10913914" y="6322834"/>
                  </a:lnTo>
                  <a:lnTo>
                    <a:pt x="10913914" y="5953964"/>
                  </a:lnTo>
                  <a:lnTo>
                    <a:pt x="10889827" y="5943997"/>
                  </a:lnTo>
                  <a:cubicBezTo>
                    <a:pt x="10881068" y="5935238"/>
                    <a:pt x="10876688" y="5923741"/>
                    <a:pt x="10876688" y="5912245"/>
                  </a:cubicBezTo>
                  <a:lnTo>
                    <a:pt x="10883418" y="5895982"/>
                  </a:lnTo>
                  <a:lnTo>
                    <a:pt x="10685608" y="5698173"/>
                  </a:lnTo>
                  <a:lnTo>
                    <a:pt x="10670845" y="5704213"/>
                  </a:lnTo>
                  <a:cubicBezTo>
                    <a:pt x="10662086" y="5704213"/>
                    <a:pt x="10653327" y="5700928"/>
                    <a:pt x="10646758" y="5694358"/>
                  </a:cubicBezTo>
                  <a:lnTo>
                    <a:pt x="10640487" y="5679030"/>
                  </a:lnTo>
                  <a:lnTo>
                    <a:pt x="10532888" y="5679030"/>
                  </a:lnTo>
                  <a:lnTo>
                    <a:pt x="10460174" y="5606765"/>
                  </a:lnTo>
                  <a:close/>
                  <a:moveTo>
                    <a:pt x="1646706" y="5606765"/>
                  </a:moveTo>
                  <a:lnTo>
                    <a:pt x="1574441" y="5679030"/>
                  </a:lnTo>
                  <a:lnTo>
                    <a:pt x="1464648" y="5679030"/>
                  </a:lnTo>
                  <a:lnTo>
                    <a:pt x="1458378" y="5694358"/>
                  </a:lnTo>
                  <a:cubicBezTo>
                    <a:pt x="1451808" y="5700928"/>
                    <a:pt x="1443049" y="5704213"/>
                    <a:pt x="1434289" y="5704213"/>
                  </a:cubicBezTo>
                  <a:lnTo>
                    <a:pt x="1419530" y="5698174"/>
                  </a:lnTo>
                  <a:lnTo>
                    <a:pt x="1223273" y="5894432"/>
                  </a:lnTo>
                  <a:lnTo>
                    <a:pt x="1230644" y="5912245"/>
                  </a:lnTo>
                  <a:cubicBezTo>
                    <a:pt x="1230643" y="5923741"/>
                    <a:pt x="1226264" y="5935238"/>
                    <a:pt x="1217504" y="5943997"/>
                  </a:cubicBezTo>
                  <a:lnTo>
                    <a:pt x="1191231" y="5954870"/>
                  </a:lnTo>
                  <a:lnTo>
                    <a:pt x="1191231" y="6325019"/>
                  </a:lnTo>
                  <a:lnTo>
                    <a:pt x="1250350" y="6265899"/>
                  </a:lnTo>
                  <a:lnTo>
                    <a:pt x="1250350" y="6112813"/>
                  </a:lnTo>
                  <a:lnTo>
                    <a:pt x="1228448" y="6103852"/>
                  </a:lnTo>
                  <a:cubicBezTo>
                    <a:pt x="1215310" y="6090714"/>
                    <a:pt x="1215310" y="6068815"/>
                    <a:pt x="1228448" y="6055678"/>
                  </a:cubicBezTo>
                  <a:cubicBezTo>
                    <a:pt x="1235018" y="6049108"/>
                    <a:pt x="1243777" y="6045823"/>
                    <a:pt x="1252536" y="6045823"/>
                  </a:cubicBezTo>
                  <a:lnTo>
                    <a:pt x="1273518" y="6054408"/>
                  </a:lnTo>
                  <a:lnTo>
                    <a:pt x="1721157" y="5606765"/>
                  </a:lnTo>
                  <a:close/>
                  <a:moveTo>
                    <a:pt x="1504371" y="5606765"/>
                  </a:moveTo>
                  <a:lnTo>
                    <a:pt x="1460198" y="5650630"/>
                  </a:lnTo>
                  <a:lnTo>
                    <a:pt x="1464648" y="5661511"/>
                  </a:lnTo>
                  <a:lnTo>
                    <a:pt x="1565682" y="5661511"/>
                  </a:lnTo>
                  <a:lnTo>
                    <a:pt x="1620768" y="5606765"/>
                  </a:lnTo>
                  <a:close/>
                  <a:moveTo>
                    <a:pt x="9440086" y="5574865"/>
                  </a:moveTo>
                  <a:lnTo>
                    <a:pt x="9439128" y="6110422"/>
                  </a:lnTo>
                  <a:lnTo>
                    <a:pt x="9577933" y="6110422"/>
                  </a:lnTo>
                  <a:lnTo>
                    <a:pt x="9586890" y="6088524"/>
                  </a:lnTo>
                  <a:cubicBezTo>
                    <a:pt x="9600029" y="6075386"/>
                    <a:pt x="9621927" y="6075386"/>
                    <a:pt x="9635066" y="6088524"/>
                  </a:cubicBezTo>
                  <a:cubicBezTo>
                    <a:pt x="9641635" y="6095093"/>
                    <a:pt x="9644921" y="6103853"/>
                    <a:pt x="9644921" y="6112612"/>
                  </a:cubicBezTo>
                  <a:lnTo>
                    <a:pt x="9635671" y="6135219"/>
                  </a:lnTo>
                  <a:lnTo>
                    <a:pt x="9775355" y="6275496"/>
                  </a:lnTo>
                  <a:lnTo>
                    <a:pt x="9887983" y="6274880"/>
                  </a:lnTo>
                  <a:lnTo>
                    <a:pt x="9890532" y="6268348"/>
                  </a:lnTo>
                  <a:lnTo>
                    <a:pt x="9753316" y="6130130"/>
                  </a:lnTo>
                  <a:lnTo>
                    <a:pt x="9753316" y="5926690"/>
                  </a:lnTo>
                  <a:lnTo>
                    <a:pt x="9735798" y="5919908"/>
                  </a:lnTo>
                  <a:cubicBezTo>
                    <a:pt x="9725943" y="5911149"/>
                    <a:pt x="9721016" y="5899106"/>
                    <a:pt x="9721016" y="5886788"/>
                  </a:cubicBezTo>
                  <a:lnTo>
                    <a:pt x="9730549" y="5864368"/>
                  </a:lnTo>
                  <a:close/>
                  <a:moveTo>
                    <a:pt x="2667171" y="5573915"/>
                  </a:moveTo>
                  <a:lnTo>
                    <a:pt x="2377239" y="5863847"/>
                  </a:lnTo>
                  <a:lnTo>
                    <a:pt x="2380126" y="5868175"/>
                  </a:lnTo>
                  <a:cubicBezTo>
                    <a:pt x="2387005" y="5885419"/>
                    <a:pt x="2382490" y="5905127"/>
                    <a:pt x="2369349" y="5919908"/>
                  </a:cubicBezTo>
                  <a:lnTo>
                    <a:pt x="2354023" y="5925841"/>
                  </a:lnTo>
                  <a:lnTo>
                    <a:pt x="2354023" y="6130130"/>
                  </a:lnTo>
                  <a:lnTo>
                    <a:pt x="2214951" y="6269201"/>
                  </a:lnTo>
                  <a:lnTo>
                    <a:pt x="2217162" y="6274879"/>
                  </a:lnTo>
                  <a:lnTo>
                    <a:pt x="2331284" y="6275500"/>
                  </a:lnTo>
                  <a:lnTo>
                    <a:pt x="2470081" y="6136701"/>
                  </a:lnTo>
                  <a:lnTo>
                    <a:pt x="2470079" y="6136700"/>
                  </a:lnTo>
                  <a:cubicBezTo>
                    <a:pt x="2456941" y="6123561"/>
                    <a:pt x="2456941" y="6101663"/>
                    <a:pt x="2470079" y="6088524"/>
                  </a:cubicBezTo>
                  <a:cubicBezTo>
                    <a:pt x="2483218" y="6075386"/>
                    <a:pt x="2505115" y="6075386"/>
                    <a:pt x="2518254" y="6088524"/>
                  </a:cubicBezTo>
                  <a:lnTo>
                    <a:pt x="2527214" y="6110422"/>
                  </a:lnTo>
                  <a:lnTo>
                    <a:pt x="2667171" y="6110422"/>
                  </a:lnTo>
                  <a:close/>
                  <a:moveTo>
                    <a:pt x="10285440" y="5530122"/>
                  </a:moveTo>
                  <a:lnTo>
                    <a:pt x="9975978" y="5531725"/>
                  </a:lnTo>
                  <a:lnTo>
                    <a:pt x="10002168" y="5557858"/>
                  </a:lnTo>
                  <a:lnTo>
                    <a:pt x="10021568" y="5549830"/>
                  </a:lnTo>
                  <a:cubicBezTo>
                    <a:pt x="10033064" y="5549830"/>
                    <a:pt x="10044561" y="5554210"/>
                    <a:pt x="10053320" y="5562969"/>
                  </a:cubicBezTo>
                  <a:lnTo>
                    <a:pt x="10061475" y="5582678"/>
                  </a:lnTo>
                  <a:lnTo>
                    <a:pt x="10337995" y="5582678"/>
                  </a:lnTo>
                  <a:close/>
                  <a:moveTo>
                    <a:pt x="1819698" y="5530122"/>
                  </a:moveTo>
                  <a:lnTo>
                    <a:pt x="1767142" y="5582678"/>
                  </a:lnTo>
                  <a:lnTo>
                    <a:pt x="2043665" y="5582678"/>
                  </a:lnTo>
                  <a:lnTo>
                    <a:pt x="2051820" y="5562969"/>
                  </a:lnTo>
                  <a:cubicBezTo>
                    <a:pt x="2060579" y="5554210"/>
                    <a:pt x="2072077" y="5549830"/>
                    <a:pt x="2083574" y="5549830"/>
                  </a:cubicBezTo>
                  <a:lnTo>
                    <a:pt x="2104493" y="5558485"/>
                  </a:lnTo>
                  <a:lnTo>
                    <a:pt x="2131252" y="5531728"/>
                  </a:lnTo>
                  <a:close/>
                  <a:moveTo>
                    <a:pt x="5572975" y="5488514"/>
                  </a:moveTo>
                  <a:lnTo>
                    <a:pt x="5572975" y="5562970"/>
                  </a:lnTo>
                  <a:lnTo>
                    <a:pt x="5745971" y="5735967"/>
                  </a:lnTo>
                  <a:lnTo>
                    <a:pt x="5745971" y="5661511"/>
                  </a:lnTo>
                  <a:close/>
                  <a:moveTo>
                    <a:pt x="4962021" y="5405947"/>
                  </a:moveTo>
                  <a:lnTo>
                    <a:pt x="4780284" y="5588152"/>
                  </a:lnTo>
                  <a:lnTo>
                    <a:pt x="4780284" y="5590156"/>
                  </a:lnTo>
                  <a:lnTo>
                    <a:pt x="4944660" y="5755611"/>
                  </a:lnTo>
                  <a:lnTo>
                    <a:pt x="4966404" y="5746914"/>
                  </a:lnTo>
                  <a:cubicBezTo>
                    <a:pt x="4992681" y="5746914"/>
                    <a:pt x="5012390" y="5766621"/>
                    <a:pt x="5012390" y="5792900"/>
                  </a:cubicBezTo>
                  <a:cubicBezTo>
                    <a:pt x="5012390" y="5806039"/>
                    <a:pt x="5007461" y="5817535"/>
                    <a:pt x="4999251" y="5825746"/>
                  </a:cubicBezTo>
                  <a:lnTo>
                    <a:pt x="4977359" y="5834505"/>
                  </a:lnTo>
                  <a:lnTo>
                    <a:pt x="4977359" y="6133449"/>
                  </a:lnTo>
                  <a:lnTo>
                    <a:pt x="5188020" y="5921990"/>
                  </a:lnTo>
                  <a:lnTo>
                    <a:pt x="5190965" y="5914545"/>
                  </a:lnTo>
                  <a:lnTo>
                    <a:pt x="4962021" y="5685599"/>
                  </a:lnTo>
                  <a:close/>
                  <a:moveTo>
                    <a:pt x="4622602" y="5400934"/>
                  </a:moveTo>
                  <a:lnTo>
                    <a:pt x="4421155" y="5602385"/>
                  </a:lnTo>
                  <a:lnTo>
                    <a:pt x="4421155" y="5915528"/>
                  </a:lnTo>
                  <a:lnTo>
                    <a:pt x="4748110" y="5588571"/>
                  </a:lnTo>
                  <a:lnTo>
                    <a:pt x="4622602" y="5462238"/>
                  </a:lnTo>
                  <a:close/>
                  <a:moveTo>
                    <a:pt x="5465677" y="5381213"/>
                  </a:moveTo>
                  <a:lnTo>
                    <a:pt x="5465677" y="5760051"/>
                  </a:lnTo>
                  <a:lnTo>
                    <a:pt x="5594477" y="5888853"/>
                  </a:lnTo>
                  <a:lnTo>
                    <a:pt x="5722917" y="5761088"/>
                  </a:lnTo>
                  <a:lnTo>
                    <a:pt x="5537939" y="5576108"/>
                  </a:lnTo>
                  <a:lnTo>
                    <a:pt x="5537939" y="5453477"/>
                  </a:lnTo>
                  <a:close/>
                  <a:moveTo>
                    <a:pt x="5301440" y="5354945"/>
                  </a:moveTo>
                  <a:lnTo>
                    <a:pt x="5301440" y="5595818"/>
                  </a:lnTo>
                  <a:lnTo>
                    <a:pt x="5310198" y="5604574"/>
                  </a:lnTo>
                  <a:lnTo>
                    <a:pt x="5310198" y="5364949"/>
                  </a:lnTo>
                  <a:lnTo>
                    <a:pt x="5304724" y="5362602"/>
                  </a:lnTo>
                  <a:close/>
                  <a:moveTo>
                    <a:pt x="10150446" y="5326659"/>
                  </a:moveTo>
                  <a:lnTo>
                    <a:pt x="10136813" y="5326751"/>
                  </a:lnTo>
                  <a:lnTo>
                    <a:pt x="10278869" y="5468807"/>
                  </a:lnTo>
                  <a:lnTo>
                    <a:pt x="10321360" y="5468807"/>
                  </a:lnTo>
                  <a:lnTo>
                    <a:pt x="10200488" y="5348682"/>
                  </a:lnTo>
                  <a:lnTo>
                    <a:pt x="10182519" y="5356033"/>
                  </a:lnTo>
                  <a:cubicBezTo>
                    <a:pt x="10173759" y="5356034"/>
                    <a:pt x="10165000" y="5352748"/>
                    <a:pt x="10158430" y="5346178"/>
                  </a:cubicBezTo>
                  <a:close/>
                  <a:moveTo>
                    <a:pt x="1954689" y="5326659"/>
                  </a:moveTo>
                  <a:lnTo>
                    <a:pt x="1946705" y="5346178"/>
                  </a:lnTo>
                  <a:cubicBezTo>
                    <a:pt x="1940136" y="5352748"/>
                    <a:pt x="1931375" y="5356034"/>
                    <a:pt x="1922616" y="5356033"/>
                  </a:cubicBezTo>
                  <a:lnTo>
                    <a:pt x="1904746" y="5348723"/>
                  </a:lnTo>
                  <a:lnTo>
                    <a:pt x="1784663" y="5468807"/>
                  </a:lnTo>
                  <a:lnTo>
                    <a:pt x="1826272" y="5468807"/>
                  </a:lnTo>
                  <a:lnTo>
                    <a:pt x="1968328" y="5326751"/>
                  </a:lnTo>
                  <a:close/>
                  <a:moveTo>
                    <a:pt x="4744116" y="5309015"/>
                  </a:moveTo>
                  <a:lnTo>
                    <a:pt x="4725537" y="5316617"/>
                  </a:lnTo>
                  <a:lnTo>
                    <a:pt x="4712324" y="5311211"/>
                  </a:lnTo>
                  <a:lnTo>
                    <a:pt x="4644501" y="5379036"/>
                  </a:lnTo>
                  <a:lnTo>
                    <a:pt x="4644501" y="5453479"/>
                  </a:lnTo>
                  <a:lnTo>
                    <a:pt x="4756193" y="5565907"/>
                  </a:lnTo>
                  <a:lnTo>
                    <a:pt x="4756193" y="5314011"/>
                  </a:lnTo>
                  <a:close/>
                  <a:moveTo>
                    <a:pt x="7362072" y="5308564"/>
                  </a:moveTo>
                  <a:lnTo>
                    <a:pt x="7348907" y="5314011"/>
                  </a:lnTo>
                  <a:lnTo>
                    <a:pt x="7348907" y="5580488"/>
                  </a:lnTo>
                  <a:lnTo>
                    <a:pt x="7683948" y="5915530"/>
                  </a:lnTo>
                  <a:lnTo>
                    <a:pt x="7683948" y="5601288"/>
                  </a:lnTo>
                  <a:lnTo>
                    <a:pt x="7394904" y="5311237"/>
                  </a:lnTo>
                  <a:lnTo>
                    <a:pt x="7381754" y="5316617"/>
                  </a:lnTo>
                  <a:close/>
                  <a:moveTo>
                    <a:pt x="8673742" y="5276105"/>
                  </a:moveTo>
                  <a:lnTo>
                    <a:pt x="8673742" y="5773194"/>
                  </a:lnTo>
                  <a:lnTo>
                    <a:pt x="9214624" y="6314076"/>
                  </a:lnTo>
                  <a:lnTo>
                    <a:pt x="9214624" y="6035968"/>
                  </a:lnTo>
                  <a:lnTo>
                    <a:pt x="8848079" y="5669422"/>
                  </a:lnTo>
                  <a:lnTo>
                    <a:pt x="8837977" y="5673555"/>
                  </a:lnTo>
                  <a:cubicBezTo>
                    <a:pt x="8829217" y="5673555"/>
                    <a:pt x="8820458" y="5670270"/>
                    <a:pt x="8813889" y="5663701"/>
                  </a:cubicBezTo>
                  <a:cubicBezTo>
                    <a:pt x="8800749" y="5650562"/>
                    <a:pt x="8800749" y="5628664"/>
                    <a:pt x="8813889" y="5615525"/>
                  </a:cubicBezTo>
                  <a:cubicBezTo>
                    <a:pt x="8820458" y="5608956"/>
                    <a:pt x="8829217" y="5605670"/>
                    <a:pt x="8837977" y="5605670"/>
                  </a:cubicBezTo>
                  <a:lnTo>
                    <a:pt x="8854122" y="5612276"/>
                  </a:lnTo>
                  <a:lnTo>
                    <a:pt x="8855495" y="5608956"/>
                  </a:lnTo>
                  <a:cubicBezTo>
                    <a:pt x="8873014" y="5591437"/>
                    <a:pt x="8901482" y="5591437"/>
                    <a:pt x="8919000" y="5608956"/>
                  </a:cubicBezTo>
                  <a:cubicBezTo>
                    <a:pt x="8927760" y="5617715"/>
                    <a:pt x="8932138" y="5629211"/>
                    <a:pt x="8932138" y="5640708"/>
                  </a:cubicBezTo>
                  <a:lnTo>
                    <a:pt x="8920282" y="5669363"/>
                  </a:lnTo>
                  <a:lnTo>
                    <a:pt x="9214624" y="5963706"/>
                  </a:lnTo>
                  <a:lnTo>
                    <a:pt x="9214624" y="5569540"/>
                  </a:lnTo>
                  <a:lnTo>
                    <a:pt x="8921190" y="5276105"/>
                  </a:lnTo>
                  <a:close/>
                  <a:moveTo>
                    <a:pt x="3183963" y="5276105"/>
                  </a:moveTo>
                  <a:lnTo>
                    <a:pt x="2892718" y="5569540"/>
                  </a:lnTo>
                  <a:lnTo>
                    <a:pt x="2892718" y="5962640"/>
                  </a:lnTo>
                  <a:lnTo>
                    <a:pt x="3186456" y="5667895"/>
                  </a:lnTo>
                  <a:lnTo>
                    <a:pt x="3175209" y="5640708"/>
                  </a:lnTo>
                  <a:cubicBezTo>
                    <a:pt x="3175209" y="5629211"/>
                    <a:pt x="3179588" y="5617715"/>
                    <a:pt x="3188347" y="5608956"/>
                  </a:cubicBezTo>
                  <a:cubicBezTo>
                    <a:pt x="3205864" y="5591437"/>
                    <a:pt x="3234330" y="5591437"/>
                    <a:pt x="3251849" y="5608956"/>
                  </a:cubicBezTo>
                  <a:lnTo>
                    <a:pt x="3252904" y="5611508"/>
                  </a:lnTo>
                  <a:lnTo>
                    <a:pt x="3267172" y="5605670"/>
                  </a:lnTo>
                  <a:cubicBezTo>
                    <a:pt x="3275931" y="5605670"/>
                    <a:pt x="3284690" y="5608956"/>
                    <a:pt x="3291259" y="5615525"/>
                  </a:cubicBezTo>
                  <a:cubicBezTo>
                    <a:pt x="3304398" y="5628664"/>
                    <a:pt x="3304398" y="5650562"/>
                    <a:pt x="3291259" y="5663701"/>
                  </a:cubicBezTo>
                  <a:cubicBezTo>
                    <a:pt x="3284690" y="5670270"/>
                    <a:pt x="3275931" y="5673555"/>
                    <a:pt x="3267172" y="5673555"/>
                  </a:cubicBezTo>
                  <a:lnTo>
                    <a:pt x="3257140" y="5669452"/>
                  </a:lnTo>
                  <a:lnTo>
                    <a:pt x="2892718" y="6035547"/>
                  </a:lnTo>
                  <a:lnTo>
                    <a:pt x="2892718" y="6314075"/>
                  </a:lnTo>
                  <a:lnTo>
                    <a:pt x="3431411" y="5775381"/>
                  </a:lnTo>
                  <a:lnTo>
                    <a:pt x="3431411" y="5276105"/>
                  </a:lnTo>
                  <a:close/>
                  <a:moveTo>
                    <a:pt x="5093412" y="5274215"/>
                  </a:moveTo>
                  <a:lnTo>
                    <a:pt x="4979544" y="5388382"/>
                  </a:lnTo>
                  <a:lnTo>
                    <a:pt x="4979544" y="5679030"/>
                  </a:lnTo>
                  <a:lnTo>
                    <a:pt x="5202878" y="5900392"/>
                  </a:lnTo>
                  <a:lnTo>
                    <a:pt x="5214743" y="5895165"/>
                  </a:lnTo>
                  <a:lnTo>
                    <a:pt x="5277356" y="5832317"/>
                  </a:lnTo>
                  <a:lnTo>
                    <a:pt x="5277356" y="5602387"/>
                  </a:lnTo>
                  <a:lnTo>
                    <a:pt x="5093412" y="5418442"/>
                  </a:lnTo>
                  <a:close/>
                  <a:moveTo>
                    <a:pt x="5445971" y="5254171"/>
                  </a:moveTo>
                  <a:lnTo>
                    <a:pt x="5445971" y="5298002"/>
                  </a:lnTo>
                  <a:lnTo>
                    <a:pt x="5448158" y="5300189"/>
                  </a:lnTo>
                  <a:lnTo>
                    <a:pt x="5448158" y="5256396"/>
                  </a:lnTo>
                  <a:close/>
                  <a:moveTo>
                    <a:pt x="8461329" y="5252017"/>
                  </a:moveTo>
                  <a:lnTo>
                    <a:pt x="8461329" y="5560780"/>
                  </a:lnTo>
                  <a:lnTo>
                    <a:pt x="8640893" y="5740345"/>
                  </a:lnTo>
                  <a:lnTo>
                    <a:pt x="8640893" y="5276105"/>
                  </a:lnTo>
                  <a:lnTo>
                    <a:pt x="8485417" y="5276105"/>
                  </a:lnTo>
                  <a:close/>
                  <a:moveTo>
                    <a:pt x="3646000" y="5249828"/>
                  </a:moveTo>
                  <a:lnTo>
                    <a:pt x="3619723" y="5276105"/>
                  </a:lnTo>
                  <a:lnTo>
                    <a:pt x="3464262" y="5276105"/>
                  </a:lnTo>
                  <a:lnTo>
                    <a:pt x="3464262" y="5742529"/>
                  </a:lnTo>
                  <a:lnTo>
                    <a:pt x="3646000" y="5560780"/>
                  </a:lnTo>
                  <a:close/>
                  <a:moveTo>
                    <a:pt x="8374564" y="5165252"/>
                  </a:moveTo>
                  <a:lnTo>
                    <a:pt x="8374298" y="5283802"/>
                  </a:lnTo>
                  <a:lnTo>
                    <a:pt x="8379211" y="5295814"/>
                  </a:lnTo>
                  <a:lnTo>
                    <a:pt x="8374243" y="5307958"/>
                  </a:lnTo>
                  <a:lnTo>
                    <a:pt x="8373738" y="5532313"/>
                  </a:lnTo>
                  <a:lnTo>
                    <a:pt x="8640893" y="5798902"/>
                  </a:lnTo>
                  <a:lnTo>
                    <a:pt x="8640893" y="5788522"/>
                  </a:lnTo>
                  <a:lnTo>
                    <a:pt x="8426292" y="5573920"/>
                  </a:lnTo>
                  <a:lnTo>
                    <a:pt x="8426292" y="5216980"/>
                  </a:lnTo>
                  <a:close/>
                  <a:moveTo>
                    <a:pt x="3731404" y="5164419"/>
                  </a:moveTo>
                  <a:lnTo>
                    <a:pt x="3678846" y="5216981"/>
                  </a:lnTo>
                  <a:lnTo>
                    <a:pt x="3678846" y="5573920"/>
                  </a:lnTo>
                  <a:lnTo>
                    <a:pt x="3464262" y="5788516"/>
                  </a:lnTo>
                  <a:lnTo>
                    <a:pt x="3464262" y="5798902"/>
                  </a:lnTo>
                  <a:lnTo>
                    <a:pt x="3731404" y="5532313"/>
                  </a:lnTo>
                  <a:lnTo>
                    <a:pt x="3731404" y="5309213"/>
                  </a:lnTo>
                  <a:lnTo>
                    <a:pt x="3725924" y="5295814"/>
                  </a:lnTo>
                  <a:lnTo>
                    <a:pt x="3731404" y="5282414"/>
                  </a:lnTo>
                  <a:close/>
                  <a:moveTo>
                    <a:pt x="4622602" y="5162249"/>
                  </a:moveTo>
                  <a:lnTo>
                    <a:pt x="4438674" y="5346179"/>
                  </a:lnTo>
                  <a:cubicBezTo>
                    <a:pt x="4451817" y="5359318"/>
                    <a:pt x="4451817" y="5381216"/>
                    <a:pt x="4438674" y="5394355"/>
                  </a:cubicBezTo>
                  <a:lnTo>
                    <a:pt x="4421155" y="5401521"/>
                  </a:lnTo>
                  <a:lnTo>
                    <a:pt x="4421155" y="5578298"/>
                  </a:lnTo>
                  <a:lnTo>
                    <a:pt x="4622602" y="5376850"/>
                  </a:lnTo>
                  <a:close/>
                  <a:moveTo>
                    <a:pt x="8673742" y="5146905"/>
                  </a:moveTo>
                  <a:lnTo>
                    <a:pt x="8673742" y="5243258"/>
                  </a:lnTo>
                  <a:lnTo>
                    <a:pt x="8934328" y="5243258"/>
                  </a:lnTo>
                  <a:lnTo>
                    <a:pt x="9247471" y="5556400"/>
                  </a:lnTo>
                  <a:lnTo>
                    <a:pt x="9247471" y="5996554"/>
                  </a:lnTo>
                  <a:lnTo>
                    <a:pt x="9361340" y="6110422"/>
                  </a:lnTo>
                  <a:lnTo>
                    <a:pt x="9394188" y="6110422"/>
                  </a:lnTo>
                  <a:lnTo>
                    <a:pt x="9394188" y="5543262"/>
                  </a:lnTo>
                  <a:lnTo>
                    <a:pt x="9113754" y="5262828"/>
                  </a:lnTo>
                  <a:lnTo>
                    <a:pt x="9104859" y="5266798"/>
                  </a:lnTo>
                  <a:cubicBezTo>
                    <a:pt x="9092541" y="5266798"/>
                    <a:pt x="9079949" y="5261871"/>
                    <a:pt x="9070095" y="5252017"/>
                  </a:cubicBezTo>
                  <a:cubicBezTo>
                    <a:pt x="9061336" y="5243258"/>
                    <a:pt x="9056410" y="5230667"/>
                    <a:pt x="9056136" y="5218076"/>
                  </a:cubicBezTo>
                  <a:lnTo>
                    <a:pt x="9058032" y="5207105"/>
                  </a:lnTo>
                  <a:lnTo>
                    <a:pt x="8997832" y="5146905"/>
                  </a:lnTo>
                  <a:close/>
                  <a:moveTo>
                    <a:pt x="8461329" y="5146905"/>
                  </a:moveTo>
                  <a:lnTo>
                    <a:pt x="8461329" y="5203841"/>
                  </a:lnTo>
                  <a:lnTo>
                    <a:pt x="8500746" y="5243258"/>
                  </a:lnTo>
                  <a:lnTo>
                    <a:pt x="8640893" y="5243258"/>
                  </a:lnTo>
                  <a:lnTo>
                    <a:pt x="8640893" y="5146905"/>
                  </a:lnTo>
                  <a:close/>
                  <a:moveTo>
                    <a:pt x="3464262" y="5146905"/>
                  </a:moveTo>
                  <a:lnTo>
                    <a:pt x="3464262" y="5243258"/>
                  </a:lnTo>
                  <a:lnTo>
                    <a:pt x="3606587" y="5243258"/>
                  </a:lnTo>
                  <a:lnTo>
                    <a:pt x="3646000" y="5203720"/>
                  </a:lnTo>
                  <a:lnTo>
                    <a:pt x="3646000" y="5146905"/>
                  </a:lnTo>
                  <a:close/>
                  <a:moveTo>
                    <a:pt x="3109512" y="5146905"/>
                  </a:moveTo>
                  <a:lnTo>
                    <a:pt x="3047440" y="5208979"/>
                  </a:lnTo>
                  <a:lnTo>
                    <a:pt x="3049010" y="5218076"/>
                  </a:lnTo>
                  <a:cubicBezTo>
                    <a:pt x="3048738" y="5230667"/>
                    <a:pt x="3043810" y="5243258"/>
                    <a:pt x="3035049" y="5252017"/>
                  </a:cubicBezTo>
                  <a:cubicBezTo>
                    <a:pt x="3025198" y="5261871"/>
                    <a:pt x="3012605" y="5266798"/>
                    <a:pt x="3000290" y="5266798"/>
                  </a:cubicBezTo>
                  <a:lnTo>
                    <a:pt x="2992912" y="5263507"/>
                  </a:lnTo>
                  <a:lnTo>
                    <a:pt x="2713158" y="5543262"/>
                  </a:lnTo>
                  <a:lnTo>
                    <a:pt x="2713158" y="6110422"/>
                  </a:lnTo>
                  <a:lnTo>
                    <a:pt x="2745441" y="6110422"/>
                  </a:lnTo>
                  <a:lnTo>
                    <a:pt x="2857680" y="5997796"/>
                  </a:lnTo>
                  <a:lnTo>
                    <a:pt x="2857680" y="5556400"/>
                  </a:lnTo>
                  <a:lnTo>
                    <a:pt x="3170825" y="5243258"/>
                  </a:lnTo>
                  <a:lnTo>
                    <a:pt x="3431411" y="5243258"/>
                  </a:lnTo>
                  <a:lnTo>
                    <a:pt x="3431411" y="5146905"/>
                  </a:lnTo>
                  <a:close/>
                  <a:moveTo>
                    <a:pt x="6658680" y="5124569"/>
                  </a:moveTo>
                  <a:lnTo>
                    <a:pt x="6644636" y="5130331"/>
                  </a:lnTo>
                  <a:lnTo>
                    <a:pt x="6636125" y="5150190"/>
                  </a:lnTo>
                  <a:lnTo>
                    <a:pt x="6624081" y="5155352"/>
                  </a:lnTo>
                  <a:lnTo>
                    <a:pt x="6624081" y="5565160"/>
                  </a:lnTo>
                  <a:lnTo>
                    <a:pt x="6845251" y="5786330"/>
                  </a:lnTo>
                  <a:lnTo>
                    <a:pt x="6845251" y="5311142"/>
                  </a:lnTo>
                  <a:close/>
                  <a:moveTo>
                    <a:pt x="8374682" y="5112813"/>
                  </a:moveTo>
                  <a:lnTo>
                    <a:pt x="8374673" y="5117184"/>
                  </a:lnTo>
                  <a:lnTo>
                    <a:pt x="8426292" y="5168804"/>
                  </a:lnTo>
                  <a:lnTo>
                    <a:pt x="8426292" y="5146905"/>
                  </a:lnTo>
                  <a:lnTo>
                    <a:pt x="8408774" y="5146905"/>
                  </a:lnTo>
                  <a:close/>
                  <a:moveTo>
                    <a:pt x="3731404" y="5111867"/>
                  </a:moveTo>
                  <a:lnTo>
                    <a:pt x="3696366" y="5146905"/>
                  </a:lnTo>
                  <a:lnTo>
                    <a:pt x="3678846" y="5146905"/>
                  </a:lnTo>
                  <a:lnTo>
                    <a:pt x="3678846" y="5170772"/>
                  </a:lnTo>
                  <a:lnTo>
                    <a:pt x="3731404" y="5118048"/>
                  </a:lnTo>
                  <a:close/>
                  <a:moveTo>
                    <a:pt x="9308609" y="5065883"/>
                  </a:moveTo>
                  <a:lnTo>
                    <a:pt x="9306047" y="5091066"/>
                  </a:lnTo>
                  <a:lnTo>
                    <a:pt x="9304046" y="5093882"/>
                  </a:lnTo>
                  <a:lnTo>
                    <a:pt x="9809389" y="5598007"/>
                  </a:lnTo>
                  <a:lnTo>
                    <a:pt x="9978036" y="5598007"/>
                  </a:lnTo>
                  <a:lnTo>
                    <a:pt x="9976676" y="5594722"/>
                  </a:lnTo>
                  <a:lnTo>
                    <a:pt x="9984708" y="5575312"/>
                  </a:lnTo>
                  <a:lnTo>
                    <a:pt x="9941395" y="5531905"/>
                  </a:lnTo>
                  <a:lnTo>
                    <a:pt x="9862807" y="5532312"/>
                  </a:lnTo>
                  <a:lnTo>
                    <a:pt x="9415520" y="5085026"/>
                  </a:lnTo>
                  <a:lnTo>
                    <a:pt x="9400757" y="5091065"/>
                  </a:lnTo>
                  <a:cubicBezTo>
                    <a:pt x="9391997" y="5091065"/>
                    <a:pt x="9383239" y="5087781"/>
                    <a:pt x="9376669" y="5081211"/>
                  </a:cubicBezTo>
                  <a:lnTo>
                    <a:pt x="9370398" y="5065883"/>
                  </a:lnTo>
                  <a:close/>
                  <a:moveTo>
                    <a:pt x="9150508" y="5065883"/>
                  </a:moveTo>
                  <a:lnTo>
                    <a:pt x="9662584" y="5579484"/>
                  </a:lnTo>
                  <a:lnTo>
                    <a:pt x="9678863" y="5572824"/>
                  </a:lnTo>
                  <a:cubicBezTo>
                    <a:pt x="9687623" y="5572824"/>
                    <a:pt x="9696382" y="5576109"/>
                    <a:pt x="9702951" y="5582679"/>
                  </a:cubicBezTo>
                  <a:lnTo>
                    <a:pt x="9709294" y="5598007"/>
                  </a:lnTo>
                  <a:lnTo>
                    <a:pt x="9745479" y="5598007"/>
                  </a:lnTo>
                  <a:lnTo>
                    <a:pt x="9273947" y="5125319"/>
                  </a:lnTo>
                  <a:lnTo>
                    <a:pt x="9270429" y="5127608"/>
                  </a:lnTo>
                  <a:cubicBezTo>
                    <a:pt x="9247333" y="5136641"/>
                    <a:pt x="9219003" y="5132125"/>
                    <a:pt x="9199294" y="5114058"/>
                  </a:cubicBezTo>
                  <a:cubicBezTo>
                    <a:pt x="9186155" y="5102015"/>
                    <a:pt x="9179586" y="5085590"/>
                    <a:pt x="9179586" y="5068893"/>
                  </a:cubicBezTo>
                  <a:lnTo>
                    <a:pt x="9180185" y="5065883"/>
                  </a:lnTo>
                  <a:close/>
                  <a:moveTo>
                    <a:pt x="2927156" y="5065883"/>
                  </a:moveTo>
                  <a:lnTo>
                    <a:pt x="2927758" y="5068893"/>
                  </a:lnTo>
                  <a:cubicBezTo>
                    <a:pt x="2927758" y="5077242"/>
                    <a:pt x="2926116" y="5085522"/>
                    <a:pt x="2922831" y="5093221"/>
                  </a:cubicBezTo>
                  <a:lnTo>
                    <a:pt x="2908051" y="5114058"/>
                  </a:lnTo>
                  <a:lnTo>
                    <a:pt x="2885981" y="5127608"/>
                  </a:lnTo>
                  <a:cubicBezTo>
                    <a:pt x="2878006" y="5130619"/>
                    <a:pt x="2869590" y="5132125"/>
                    <a:pt x="2861242" y="5132125"/>
                  </a:cubicBezTo>
                  <a:lnTo>
                    <a:pt x="2836414" y="5122193"/>
                  </a:lnTo>
                  <a:lnTo>
                    <a:pt x="2360596" y="5598007"/>
                  </a:lnTo>
                  <a:lnTo>
                    <a:pt x="2398044" y="5598007"/>
                  </a:lnTo>
                  <a:lnTo>
                    <a:pt x="2404385" y="5582679"/>
                  </a:lnTo>
                  <a:cubicBezTo>
                    <a:pt x="2410956" y="5576109"/>
                    <a:pt x="2419714" y="5572824"/>
                    <a:pt x="2428473" y="5572824"/>
                  </a:cubicBezTo>
                  <a:lnTo>
                    <a:pt x="2443238" y="5578865"/>
                  </a:lnTo>
                  <a:lnTo>
                    <a:pt x="2908051" y="5114058"/>
                  </a:lnTo>
                  <a:lnTo>
                    <a:pt x="2956221" y="5065883"/>
                  </a:lnTo>
                  <a:close/>
                  <a:moveTo>
                    <a:pt x="2736943" y="5065883"/>
                  </a:moveTo>
                  <a:lnTo>
                    <a:pt x="2730674" y="5081211"/>
                  </a:lnTo>
                  <a:cubicBezTo>
                    <a:pt x="2724104" y="5087781"/>
                    <a:pt x="2715343" y="5091065"/>
                    <a:pt x="2706584" y="5091065"/>
                  </a:cubicBezTo>
                  <a:lnTo>
                    <a:pt x="2690330" y="5084416"/>
                  </a:lnTo>
                  <a:lnTo>
                    <a:pt x="2244529" y="5532312"/>
                  </a:lnTo>
                  <a:lnTo>
                    <a:pt x="2163932" y="5531897"/>
                  </a:lnTo>
                  <a:lnTo>
                    <a:pt x="2120461" y="5575363"/>
                  </a:lnTo>
                  <a:lnTo>
                    <a:pt x="2128470" y="5594722"/>
                  </a:lnTo>
                  <a:lnTo>
                    <a:pt x="2127112" y="5598007"/>
                  </a:lnTo>
                  <a:lnTo>
                    <a:pt x="2295763" y="5598007"/>
                  </a:lnTo>
                  <a:lnTo>
                    <a:pt x="2802390" y="5092606"/>
                  </a:lnTo>
                  <a:lnTo>
                    <a:pt x="2801295" y="5091066"/>
                  </a:lnTo>
                  <a:lnTo>
                    <a:pt x="2798735" y="5065883"/>
                  </a:lnTo>
                  <a:close/>
                  <a:moveTo>
                    <a:pt x="4620584" y="5061343"/>
                  </a:moveTo>
                  <a:lnTo>
                    <a:pt x="4403638" y="5278294"/>
                  </a:lnTo>
                  <a:lnTo>
                    <a:pt x="4403638" y="5340804"/>
                  </a:lnTo>
                  <a:lnTo>
                    <a:pt x="4414588" y="5336324"/>
                  </a:lnTo>
                  <a:lnTo>
                    <a:pt x="4421615" y="5339200"/>
                  </a:lnTo>
                  <a:lnTo>
                    <a:pt x="4622602" y="5138805"/>
                  </a:lnTo>
                  <a:lnTo>
                    <a:pt x="4622602" y="5062178"/>
                  </a:lnTo>
                  <a:close/>
                  <a:moveTo>
                    <a:pt x="9427910" y="4984859"/>
                  </a:moveTo>
                  <a:lnTo>
                    <a:pt x="9959009" y="5514794"/>
                  </a:lnTo>
                  <a:lnTo>
                    <a:pt x="10294199" y="5514794"/>
                  </a:lnTo>
                  <a:lnTo>
                    <a:pt x="10362083" y="5582678"/>
                  </a:lnTo>
                  <a:lnTo>
                    <a:pt x="10435937" y="5582678"/>
                  </a:lnTo>
                  <a:lnTo>
                    <a:pt x="10345596" y="5492895"/>
                  </a:lnTo>
                  <a:lnTo>
                    <a:pt x="10270111" y="5492895"/>
                  </a:lnTo>
                  <a:lnTo>
                    <a:pt x="10104762" y="5326970"/>
                  </a:lnTo>
                  <a:lnTo>
                    <a:pt x="9856237" y="5328660"/>
                  </a:lnTo>
                  <a:lnTo>
                    <a:pt x="9684866" y="5157290"/>
                  </a:lnTo>
                  <a:lnTo>
                    <a:pt x="9670103" y="5163329"/>
                  </a:lnTo>
                  <a:cubicBezTo>
                    <a:pt x="9661344" y="5163329"/>
                    <a:pt x="9652585" y="5160044"/>
                    <a:pt x="9646015" y="5153475"/>
                  </a:cubicBezTo>
                  <a:cubicBezTo>
                    <a:pt x="9632877" y="5140337"/>
                    <a:pt x="9632877" y="5118438"/>
                    <a:pt x="9646015" y="5105300"/>
                  </a:cubicBezTo>
                  <a:cubicBezTo>
                    <a:pt x="9659154" y="5092160"/>
                    <a:pt x="9681052" y="5092160"/>
                    <a:pt x="9694191" y="5105300"/>
                  </a:cubicBezTo>
                  <a:cubicBezTo>
                    <a:pt x="9700761" y="5111869"/>
                    <a:pt x="9704046" y="5120628"/>
                    <a:pt x="9704046" y="5129387"/>
                  </a:cubicBezTo>
                  <a:lnTo>
                    <a:pt x="9697370" y="5145706"/>
                  </a:lnTo>
                  <a:lnTo>
                    <a:pt x="9864996" y="5313331"/>
                  </a:lnTo>
                  <a:lnTo>
                    <a:pt x="10088146" y="5310296"/>
                  </a:lnTo>
                  <a:lnTo>
                    <a:pt x="9763839" y="4984859"/>
                  </a:lnTo>
                  <a:close/>
                  <a:moveTo>
                    <a:pt x="9069724" y="4984859"/>
                  </a:moveTo>
                  <a:lnTo>
                    <a:pt x="9133041" y="5048364"/>
                  </a:lnTo>
                  <a:lnTo>
                    <a:pt x="9183675" y="5048364"/>
                  </a:lnTo>
                  <a:lnTo>
                    <a:pt x="9184513" y="5044155"/>
                  </a:lnTo>
                  <a:cubicBezTo>
                    <a:pt x="9187798" y="5036183"/>
                    <a:pt x="9192725" y="5028656"/>
                    <a:pt x="9199294" y="5022086"/>
                  </a:cubicBezTo>
                  <a:cubicBezTo>
                    <a:pt x="9211339" y="5010043"/>
                    <a:pt x="9227762" y="5004020"/>
                    <a:pt x="9244459" y="5004021"/>
                  </a:cubicBezTo>
                  <a:cubicBezTo>
                    <a:pt x="9261156" y="5004020"/>
                    <a:pt x="9278127" y="5010043"/>
                    <a:pt x="9291266" y="5022086"/>
                  </a:cubicBezTo>
                  <a:lnTo>
                    <a:pt x="9306140" y="5048364"/>
                  </a:lnTo>
                  <a:lnTo>
                    <a:pt x="9370398" y="5048364"/>
                  </a:lnTo>
                  <a:lnTo>
                    <a:pt x="9376669" y="5033036"/>
                  </a:lnTo>
                  <a:cubicBezTo>
                    <a:pt x="9389808" y="5019896"/>
                    <a:pt x="9411706" y="5019896"/>
                    <a:pt x="9424845" y="5033036"/>
                  </a:cubicBezTo>
                  <a:cubicBezTo>
                    <a:pt x="9431414" y="5039605"/>
                    <a:pt x="9434699" y="5048365"/>
                    <a:pt x="9434699" y="5057124"/>
                  </a:cubicBezTo>
                  <a:lnTo>
                    <a:pt x="9428628" y="5071965"/>
                  </a:lnTo>
                  <a:lnTo>
                    <a:pt x="9869376" y="5514794"/>
                  </a:lnTo>
                  <a:lnTo>
                    <a:pt x="9924321" y="5514794"/>
                  </a:lnTo>
                  <a:lnTo>
                    <a:pt x="9395534" y="4984859"/>
                  </a:lnTo>
                  <a:close/>
                  <a:moveTo>
                    <a:pt x="2710970" y="4984859"/>
                  </a:moveTo>
                  <a:lnTo>
                    <a:pt x="2181033" y="5514794"/>
                  </a:lnTo>
                  <a:lnTo>
                    <a:pt x="2235768" y="5514794"/>
                  </a:lnTo>
                  <a:lnTo>
                    <a:pt x="2678680" y="5071890"/>
                  </a:lnTo>
                  <a:lnTo>
                    <a:pt x="2672639" y="5057124"/>
                  </a:lnTo>
                  <a:cubicBezTo>
                    <a:pt x="2672639" y="5048365"/>
                    <a:pt x="2675925" y="5039605"/>
                    <a:pt x="2682493" y="5033036"/>
                  </a:cubicBezTo>
                  <a:cubicBezTo>
                    <a:pt x="2695634" y="5019896"/>
                    <a:pt x="2717533" y="5019896"/>
                    <a:pt x="2730674" y="5033036"/>
                  </a:cubicBezTo>
                  <a:lnTo>
                    <a:pt x="2736943" y="5048364"/>
                  </a:lnTo>
                  <a:lnTo>
                    <a:pt x="2801202" y="5048364"/>
                  </a:lnTo>
                  <a:lnTo>
                    <a:pt x="2816078" y="5022086"/>
                  </a:lnTo>
                  <a:cubicBezTo>
                    <a:pt x="2829217" y="5010043"/>
                    <a:pt x="2846187" y="5004020"/>
                    <a:pt x="2862883" y="5004021"/>
                  </a:cubicBezTo>
                  <a:cubicBezTo>
                    <a:pt x="2879580" y="5004020"/>
                    <a:pt x="2896005" y="5010043"/>
                    <a:pt x="2908051" y="5022086"/>
                  </a:cubicBezTo>
                  <a:cubicBezTo>
                    <a:pt x="2914621" y="5028656"/>
                    <a:pt x="2919547" y="5036183"/>
                    <a:pt x="2922831" y="5044155"/>
                  </a:cubicBezTo>
                  <a:lnTo>
                    <a:pt x="2923669" y="5048364"/>
                  </a:lnTo>
                  <a:lnTo>
                    <a:pt x="2973740" y="5048364"/>
                  </a:lnTo>
                  <a:lnTo>
                    <a:pt x="3037245" y="4984859"/>
                  </a:lnTo>
                  <a:close/>
                  <a:moveTo>
                    <a:pt x="2343080" y="4984859"/>
                  </a:moveTo>
                  <a:lnTo>
                    <a:pt x="2017653" y="5310275"/>
                  </a:lnTo>
                  <a:lnTo>
                    <a:pt x="2242341" y="5313331"/>
                  </a:lnTo>
                  <a:lnTo>
                    <a:pt x="2408412" y="5147260"/>
                  </a:lnTo>
                  <a:lnTo>
                    <a:pt x="2401104" y="5129387"/>
                  </a:lnTo>
                  <a:cubicBezTo>
                    <a:pt x="2401104" y="5120628"/>
                    <a:pt x="2404388" y="5111869"/>
                    <a:pt x="2410957" y="5105300"/>
                  </a:cubicBezTo>
                  <a:cubicBezTo>
                    <a:pt x="2424095" y="5092160"/>
                    <a:pt x="2445994" y="5092160"/>
                    <a:pt x="2459132" y="5105300"/>
                  </a:cubicBezTo>
                  <a:cubicBezTo>
                    <a:pt x="2472272" y="5118438"/>
                    <a:pt x="2472272" y="5140337"/>
                    <a:pt x="2459132" y="5153475"/>
                  </a:cubicBezTo>
                  <a:cubicBezTo>
                    <a:pt x="2452564" y="5160044"/>
                    <a:pt x="2443805" y="5163329"/>
                    <a:pt x="2435046" y="5163329"/>
                  </a:cubicBezTo>
                  <a:lnTo>
                    <a:pt x="2420280" y="5157290"/>
                  </a:lnTo>
                  <a:lnTo>
                    <a:pt x="2248910" y="5328660"/>
                  </a:lnTo>
                  <a:lnTo>
                    <a:pt x="2000956" y="5326974"/>
                  </a:lnTo>
                  <a:lnTo>
                    <a:pt x="1835032" y="5492895"/>
                  </a:lnTo>
                  <a:lnTo>
                    <a:pt x="1760576" y="5492895"/>
                  </a:lnTo>
                  <a:lnTo>
                    <a:pt x="1670792" y="5582678"/>
                  </a:lnTo>
                  <a:lnTo>
                    <a:pt x="1745244" y="5582678"/>
                  </a:lnTo>
                  <a:lnTo>
                    <a:pt x="1813127" y="5514794"/>
                  </a:lnTo>
                  <a:lnTo>
                    <a:pt x="2148188" y="5514794"/>
                  </a:lnTo>
                  <a:lnTo>
                    <a:pt x="2678121" y="4984859"/>
                  </a:lnTo>
                  <a:close/>
                  <a:moveTo>
                    <a:pt x="5080989" y="4966645"/>
                  </a:moveTo>
                  <a:lnTo>
                    <a:pt x="4802825" y="5244807"/>
                  </a:lnTo>
                  <a:lnTo>
                    <a:pt x="4815311" y="5275010"/>
                  </a:lnTo>
                  <a:cubicBezTo>
                    <a:pt x="4815311" y="5286507"/>
                    <a:pt x="4810944" y="5298003"/>
                    <a:pt x="4802182" y="5306762"/>
                  </a:cubicBezTo>
                  <a:lnTo>
                    <a:pt x="4780284" y="5315824"/>
                  </a:lnTo>
                  <a:lnTo>
                    <a:pt x="4780284" y="5556400"/>
                  </a:lnTo>
                  <a:lnTo>
                    <a:pt x="4962021" y="5374660"/>
                  </a:lnTo>
                  <a:lnTo>
                    <a:pt x="4962021" y="5356815"/>
                  </a:lnTo>
                  <a:lnTo>
                    <a:pt x="4949977" y="5351653"/>
                  </a:lnTo>
                  <a:cubicBezTo>
                    <a:pt x="4943954" y="5345631"/>
                    <a:pt x="4940122" y="5337419"/>
                    <a:pt x="4940122" y="5328659"/>
                  </a:cubicBezTo>
                  <a:cubicBezTo>
                    <a:pt x="4940122" y="5311141"/>
                    <a:pt x="4955450" y="5295813"/>
                    <a:pt x="4972970" y="5295813"/>
                  </a:cubicBezTo>
                  <a:cubicBezTo>
                    <a:pt x="4990490" y="5295813"/>
                    <a:pt x="5005818" y="5311141"/>
                    <a:pt x="5005818" y="5328659"/>
                  </a:cubicBezTo>
                  <a:lnTo>
                    <a:pt x="5004390" y="5332293"/>
                  </a:lnTo>
                  <a:lnTo>
                    <a:pt x="5093412" y="5243266"/>
                  </a:lnTo>
                  <a:lnTo>
                    <a:pt x="5093412" y="5033037"/>
                  </a:lnTo>
                  <a:lnTo>
                    <a:pt x="5082462" y="5028656"/>
                  </a:lnTo>
                  <a:cubicBezTo>
                    <a:pt x="5074250" y="5020444"/>
                    <a:pt x="5069323" y="5008947"/>
                    <a:pt x="5069323" y="4995808"/>
                  </a:cubicBezTo>
                  <a:close/>
                  <a:moveTo>
                    <a:pt x="8673742" y="4952014"/>
                  </a:moveTo>
                  <a:lnTo>
                    <a:pt x="8673742" y="5103109"/>
                  </a:lnTo>
                  <a:lnTo>
                    <a:pt x="9015350" y="5103109"/>
                  </a:lnTo>
                  <a:lnTo>
                    <a:pt x="9089182" y="5176561"/>
                  </a:lnTo>
                  <a:lnTo>
                    <a:pt x="9103217" y="5170994"/>
                  </a:lnTo>
                  <a:cubicBezTo>
                    <a:pt x="9115534" y="5170994"/>
                    <a:pt x="9128126" y="5175374"/>
                    <a:pt x="9137980" y="5184133"/>
                  </a:cubicBezTo>
                  <a:cubicBezTo>
                    <a:pt x="9146739" y="5193987"/>
                    <a:pt x="9151119" y="5206031"/>
                    <a:pt x="9151119" y="5218075"/>
                  </a:cubicBezTo>
                  <a:lnTo>
                    <a:pt x="9145501" y="5232589"/>
                  </a:lnTo>
                  <a:lnTo>
                    <a:pt x="9440173" y="5525743"/>
                  </a:lnTo>
                  <a:lnTo>
                    <a:pt x="9440169" y="5527929"/>
                  </a:lnTo>
                  <a:lnTo>
                    <a:pt x="9755482" y="5843241"/>
                  </a:lnTo>
                  <a:lnTo>
                    <a:pt x="9768919" y="5837245"/>
                  </a:lnTo>
                  <a:cubicBezTo>
                    <a:pt x="9781236" y="5837244"/>
                    <a:pt x="9793828" y="5842171"/>
                    <a:pt x="9803682" y="5852025"/>
                  </a:cubicBezTo>
                  <a:cubicBezTo>
                    <a:pt x="9823390" y="5869543"/>
                    <a:pt x="9823390" y="5900200"/>
                    <a:pt x="9803682" y="5919908"/>
                  </a:cubicBezTo>
                  <a:lnTo>
                    <a:pt x="9786163" y="5926690"/>
                  </a:lnTo>
                  <a:lnTo>
                    <a:pt x="9786163" y="6116991"/>
                  </a:lnTo>
                  <a:lnTo>
                    <a:pt x="9910006" y="6239875"/>
                  </a:lnTo>
                  <a:lnTo>
                    <a:pt x="9931786" y="6230862"/>
                  </a:lnTo>
                  <a:cubicBezTo>
                    <a:pt x="9943282" y="6230862"/>
                    <a:pt x="9954779" y="6235242"/>
                    <a:pt x="9963538" y="6244001"/>
                  </a:cubicBezTo>
                  <a:cubicBezTo>
                    <a:pt x="9972297" y="6252761"/>
                    <a:pt x="9976676" y="6264257"/>
                    <a:pt x="9976676" y="6275753"/>
                  </a:cubicBezTo>
                  <a:lnTo>
                    <a:pt x="9967796" y="6297216"/>
                  </a:lnTo>
                  <a:lnTo>
                    <a:pt x="10068648" y="6397287"/>
                  </a:lnTo>
                  <a:lnTo>
                    <a:pt x="10215366" y="6397287"/>
                  </a:lnTo>
                  <a:lnTo>
                    <a:pt x="10121204" y="6303125"/>
                  </a:lnTo>
                  <a:lnTo>
                    <a:pt x="10121204" y="6031069"/>
                  </a:lnTo>
                  <a:lnTo>
                    <a:pt x="10121067" y="6031041"/>
                  </a:lnTo>
                  <a:cubicBezTo>
                    <a:pt x="10113266" y="6027757"/>
                    <a:pt x="10105874" y="6022830"/>
                    <a:pt x="10099305" y="6016261"/>
                  </a:cubicBezTo>
                  <a:cubicBezTo>
                    <a:pt x="10081239" y="5998195"/>
                    <a:pt x="10076723" y="5970275"/>
                    <a:pt x="10085756" y="5946357"/>
                  </a:cubicBezTo>
                  <a:lnTo>
                    <a:pt x="10088507" y="5941877"/>
                  </a:lnTo>
                  <a:lnTo>
                    <a:pt x="9762954" y="5615525"/>
                  </a:lnTo>
                  <a:lnTo>
                    <a:pt x="9708790" y="5615525"/>
                  </a:lnTo>
                  <a:lnTo>
                    <a:pt x="9702951" y="5628664"/>
                  </a:lnTo>
                  <a:lnTo>
                    <a:pt x="9702951" y="5630854"/>
                  </a:lnTo>
                  <a:cubicBezTo>
                    <a:pt x="9689812" y="5643993"/>
                    <a:pt x="9667914" y="5643993"/>
                    <a:pt x="9654775" y="5630854"/>
                  </a:cubicBezTo>
                  <a:cubicBezTo>
                    <a:pt x="9648205" y="5624285"/>
                    <a:pt x="9644921" y="5615526"/>
                    <a:pt x="9644921" y="5606766"/>
                  </a:cubicBezTo>
                  <a:lnTo>
                    <a:pt x="9650960" y="5592003"/>
                  </a:lnTo>
                  <a:lnTo>
                    <a:pt x="9124842" y="5065883"/>
                  </a:lnTo>
                  <a:lnTo>
                    <a:pt x="8787611" y="5065883"/>
                  </a:lnTo>
                  <a:close/>
                  <a:moveTo>
                    <a:pt x="3431411" y="4952012"/>
                  </a:moveTo>
                  <a:lnTo>
                    <a:pt x="3317540" y="5065883"/>
                  </a:lnTo>
                  <a:lnTo>
                    <a:pt x="2981921" y="5065883"/>
                  </a:lnTo>
                  <a:lnTo>
                    <a:pt x="2455760" y="5590503"/>
                  </a:lnTo>
                  <a:lnTo>
                    <a:pt x="2462414" y="5606766"/>
                  </a:lnTo>
                  <a:cubicBezTo>
                    <a:pt x="2462414" y="5615526"/>
                    <a:pt x="2459128" y="5624285"/>
                    <a:pt x="2452560" y="5630854"/>
                  </a:cubicBezTo>
                  <a:cubicBezTo>
                    <a:pt x="2439422" y="5643993"/>
                    <a:pt x="2417526" y="5643993"/>
                    <a:pt x="2404385" y="5630854"/>
                  </a:cubicBezTo>
                  <a:lnTo>
                    <a:pt x="2404385" y="5628664"/>
                  </a:lnTo>
                  <a:lnTo>
                    <a:pt x="2398547" y="5615525"/>
                  </a:lnTo>
                  <a:lnTo>
                    <a:pt x="2343080" y="5615525"/>
                  </a:lnTo>
                  <a:lnTo>
                    <a:pt x="2018021" y="5940574"/>
                  </a:lnTo>
                  <a:lnTo>
                    <a:pt x="2021571" y="5946357"/>
                  </a:lnTo>
                  <a:cubicBezTo>
                    <a:pt x="2030605" y="5970275"/>
                    <a:pt x="2026088" y="5998195"/>
                    <a:pt x="2008023" y="6016261"/>
                  </a:cubicBezTo>
                  <a:lnTo>
                    <a:pt x="1983941" y="6026582"/>
                  </a:lnTo>
                  <a:lnTo>
                    <a:pt x="1983941" y="6303125"/>
                  </a:lnTo>
                  <a:lnTo>
                    <a:pt x="1889777" y="6397287"/>
                  </a:lnTo>
                  <a:lnTo>
                    <a:pt x="2036490" y="6397287"/>
                  </a:lnTo>
                  <a:lnTo>
                    <a:pt x="2137355" y="6297215"/>
                  </a:lnTo>
                  <a:lnTo>
                    <a:pt x="2128473" y="6275753"/>
                  </a:lnTo>
                  <a:cubicBezTo>
                    <a:pt x="2128473" y="6264257"/>
                    <a:pt x="2132854" y="6252761"/>
                    <a:pt x="2141613" y="6244001"/>
                  </a:cubicBezTo>
                  <a:cubicBezTo>
                    <a:pt x="2150375" y="6235242"/>
                    <a:pt x="2161872" y="6230862"/>
                    <a:pt x="2173367" y="6230862"/>
                  </a:cubicBezTo>
                  <a:lnTo>
                    <a:pt x="2195144" y="6239874"/>
                  </a:lnTo>
                  <a:lnTo>
                    <a:pt x="2318987" y="6116991"/>
                  </a:lnTo>
                  <a:lnTo>
                    <a:pt x="2318987" y="5926691"/>
                  </a:lnTo>
                  <a:lnTo>
                    <a:pt x="2301464" y="5919908"/>
                  </a:lnTo>
                  <a:cubicBezTo>
                    <a:pt x="2283947" y="5900200"/>
                    <a:pt x="2281755" y="5869543"/>
                    <a:pt x="2301464" y="5852025"/>
                  </a:cubicBezTo>
                  <a:cubicBezTo>
                    <a:pt x="2311319" y="5842171"/>
                    <a:pt x="2323909" y="5837244"/>
                    <a:pt x="2336229" y="5837245"/>
                  </a:cubicBezTo>
                  <a:lnTo>
                    <a:pt x="2349667" y="5843242"/>
                  </a:lnTo>
                  <a:lnTo>
                    <a:pt x="2959834" y="5233076"/>
                  </a:lnTo>
                  <a:lnTo>
                    <a:pt x="2954027" y="5218075"/>
                  </a:lnTo>
                  <a:cubicBezTo>
                    <a:pt x="2954026" y="5206031"/>
                    <a:pt x="2958407" y="5193987"/>
                    <a:pt x="2967168" y="5184133"/>
                  </a:cubicBezTo>
                  <a:cubicBezTo>
                    <a:pt x="2977021" y="5175374"/>
                    <a:pt x="2989613" y="5170994"/>
                    <a:pt x="3001932" y="5170994"/>
                  </a:cubicBezTo>
                  <a:lnTo>
                    <a:pt x="3016243" y="5176672"/>
                  </a:lnTo>
                  <a:lnTo>
                    <a:pt x="3089803" y="5103109"/>
                  </a:lnTo>
                  <a:lnTo>
                    <a:pt x="3431411" y="5103109"/>
                  </a:lnTo>
                  <a:close/>
                  <a:moveTo>
                    <a:pt x="3156012" y="4892304"/>
                  </a:moveTo>
                  <a:lnTo>
                    <a:pt x="3087341" y="4960771"/>
                  </a:lnTo>
                  <a:lnTo>
                    <a:pt x="3107342" y="4960771"/>
                  </a:lnTo>
                  <a:lnTo>
                    <a:pt x="3170064" y="4898052"/>
                  </a:lnTo>
                  <a:close/>
                  <a:moveTo>
                    <a:pt x="9305012" y="4862230"/>
                  </a:moveTo>
                  <a:lnTo>
                    <a:pt x="9403770" y="4960771"/>
                  </a:lnTo>
                  <a:lnTo>
                    <a:pt x="9739835" y="4960771"/>
                  </a:lnTo>
                  <a:lnTo>
                    <a:pt x="9667956" y="4888642"/>
                  </a:lnTo>
                  <a:lnTo>
                    <a:pt x="9647110" y="4897267"/>
                  </a:lnTo>
                  <a:cubicBezTo>
                    <a:pt x="9635615" y="4897267"/>
                    <a:pt x="9624119" y="4892888"/>
                    <a:pt x="9615359" y="4884128"/>
                  </a:cubicBezTo>
                  <a:lnTo>
                    <a:pt x="9606375" y="4862230"/>
                  </a:lnTo>
                  <a:close/>
                  <a:moveTo>
                    <a:pt x="8978125" y="4862230"/>
                  </a:moveTo>
                  <a:lnTo>
                    <a:pt x="9076666" y="4960771"/>
                  </a:lnTo>
                  <a:lnTo>
                    <a:pt x="9371498" y="4960771"/>
                  </a:lnTo>
                  <a:lnTo>
                    <a:pt x="9273171" y="4862230"/>
                  </a:lnTo>
                  <a:close/>
                  <a:moveTo>
                    <a:pt x="3203868" y="4862230"/>
                  </a:moveTo>
                  <a:lnTo>
                    <a:pt x="3204455" y="4863662"/>
                  </a:lnTo>
                  <a:lnTo>
                    <a:pt x="3205883" y="4862230"/>
                  </a:lnTo>
                  <a:close/>
                  <a:moveTo>
                    <a:pt x="2833599" y="4862230"/>
                  </a:moveTo>
                  <a:lnTo>
                    <a:pt x="2735059" y="4960771"/>
                  </a:lnTo>
                  <a:lnTo>
                    <a:pt x="3061333" y="4960771"/>
                  </a:lnTo>
                  <a:lnTo>
                    <a:pt x="3143367" y="4878740"/>
                  </a:lnTo>
                  <a:lnTo>
                    <a:pt x="3136881" y="4864146"/>
                  </a:lnTo>
                  <a:lnTo>
                    <a:pt x="3137673" y="4862230"/>
                  </a:lnTo>
                  <a:close/>
                  <a:moveTo>
                    <a:pt x="2500965" y="4862230"/>
                  </a:moveTo>
                  <a:lnTo>
                    <a:pt x="2491982" y="4884128"/>
                  </a:lnTo>
                  <a:cubicBezTo>
                    <a:pt x="2483223" y="4892888"/>
                    <a:pt x="2471726" y="4897267"/>
                    <a:pt x="2460230" y="4897267"/>
                  </a:cubicBezTo>
                  <a:lnTo>
                    <a:pt x="2439322" y="4888616"/>
                  </a:lnTo>
                  <a:lnTo>
                    <a:pt x="2367168" y="4960771"/>
                  </a:lnTo>
                  <a:lnTo>
                    <a:pt x="2702210" y="4960771"/>
                  </a:lnTo>
                  <a:lnTo>
                    <a:pt x="2800751" y="4862230"/>
                  </a:lnTo>
                  <a:close/>
                  <a:moveTo>
                    <a:pt x="5221521" y="4826108"/>
                  </a:moveTo>
                  <a:lnTo>
                    <a:pt x="5086146" y="4961488"/>
                  </a:lnTo>
                  <a:lnTo>
                    <a:pt x="5115308" y="4949822"/>
                  </a:lnTo>
                  <a:cubicBezTo>
                    <a:pt x="5141584" y="4949822"/>
                    <a:pt x="5161292" y="4969530"/>
                    <a:pt x="5161292" y="4995808"/>
                  </a:cubicBezTo>
                  <a:cubicBezTo>
                    <a:pt x="5161292" y="5008947"/>
                    <a:pt x="5155819" y="5020444"/>
                    <a:pt x="5147331" y="5028656"/>
                  </a:cubicBezTo>
                  <a:lnTo>
                    <a:pt x="5115309" y="5041795"/>
                  </a:lnTo>
                  <a:lnTo>
                    <a:pt x="5115309" y="5221368"/>
                  </a:lnTo>
                  <a:lnTo>
                    <a:pt x="5154359" y="5182317"/>
                  </a:lnTo>
                  <a:lnTo>
                    <a:pt x="5143787" y="5156760"/>
                  </a:lnTo>
                  <a:cubicBezTo>
                    <a:pt x="5143787" y="5145263"/>
                    <a:pt x="5148168" y="5133766"/>
                    <a:pt x="5156928" y="5125007"/>
                  </a:cubicBezTo>
                  <a:cubicBezTo>
                    <a:pt x="5174443" y="5107488"/>
                    <a:pt x="5202910" y="5107488"/>
                    <a:pt x="5220422" y="5125007"/>
                  </a:cubicBezTo>
                  <a:cubicBezTo>
                    <a:pt x="5237951" y="5142525"/>
                    <a:pt x="5237951" y="5170994"/>
                    <a:pt x="5220422" y="5188511"/>
                  </a:cubicBezTo>
                  <a:cubicBezTo>
                    <a:pt x="5211666" y="5197271"/>
                    <a:pt x="5200178" y="5201651"/>
                    <a:pt x="5188684" y="5201650"/>
                  </a:cubicBezTo>
                  <a:lnTo>
                    <a:pt x="5172476" y="5194946"/>
                  </a:lnTo>
                  <a:lnTo>
                    <a:pt x="5115309" y="5252260"/>
                  </a:lnTo>
                  <a:lnTo>
                    <a:pt x="5115309" y="5409683"/>
                  </a:lnTo>
                  <a:lnTo>
                    <a:pt x="5277356" y="5571730"/>
                  </a:lnTo>
                  <a:lnTo>
                    <a:pt x="5277356" y="4881939"/>
                  </a:lnTo>
                  <a:close/>
                  <a:moveTo>
                    <a:pt x="6869339" y="4809675"/>
                  </a:moveTo>
                  <a:lnTo>
                    <a:pt x="6869339" y="5302381"/>
                  </a:lnTo>
                  <a:lnTo>
                    <a:pt x="7327009" y="5760053"/>
                  </a:lnTo>
                  <a:lnTo>
                    <a:pt x="7327009" y="5589247"/>
                  </a:lnTo>
                  <a:lnTo>
                    <a:pt x="6932684" y="5194921"/>
                  </a:lnTo>
                  <a:lnTo>
                    <a:pt x="6916420" y="5201650"/>
                  </a:lnTo>
                  <a:cubicBezTo>
                    <a:pt x="6904923" y="5201651"/>
                    <a:pt x="6893427" y="5197271"/>
                    <a:pt x="6884668" y="5188511"/>
                  </a:cubicBezTo>
                  <a:cubicBezTo>
                    <a:pt x="6867149" y="5170994"/>
                    <a:pt x="6867149" y="5142525"/>
                    <a:pt x="6884668" y="5125007"/>
                  </a:cubicBezTo>
                  <a:cubicBezTo>
                    <a:pt x="6902186" y="5107488"/>
                    <a:pt x="6930653" y="5107488"/>
                    <a:pt x="6948172" y="5125007"/>
                  </a:cubicBezTo>
                  <a:cubicBezTo>
                    <a:pt x="6956931" y="5133766"/>
                    <a:pt x="6961311" y="5145263"/>
                    <a:pt x="6961311" y="5156760"/>
                  </a:cubicBezTo>
                  <a:lnTo>
                    <a:pt x="6950736" y="5182317"/>
                  </a:lnTo>
                  <a:lnTo>
                    <a:pt x="7327009" y="5558590"/>
                  </a:lnTo>
                  <a:lnTo>
                    <a:pt x="7327009" y="5316730"/>
                  </a:lnTo>
                  <a:lnTo>
                    <a:pt x="7302921" y="5306762"/>
                  </a:lnTo>
                  <a:cubicBezTo>
                    <a:pt x="7285402" y="5289244"/>
                    <a:pt x="7285402" y="5260777"/>
                    <a:pt x="7302921" y="5243258"/>
                  </a:cubicBezTo>
                  <a:lnTo>
                    <a:pt x="7302922" y="5243258"/>
                  </a:lnTo>
                  <a:close/>
                  <a:moveTo>
                    <a:pt x="8375376" y="4804745"/>
                  </a:moveTo>
                  <a:lnTo>
                    <a:pt x="8374825" y="5049452"/>
                  </a:lnTo>
                  <a:lnTo>
                    <a:pt x="8426292" y="5100919"/>
                  </a:lnTo>
                  <a:lnTo>
                    <a:pt x="8426292" y="4855661"/>
                  </a:lnTo>
                  <a:close/>
                  <a:moveTo>
                    <a:pt x="3731404" y="4803100"/>
                  </a:moveTo>
                  <a:lnTo>
                    <a:pt x="3678846" y="4855661"/>
                  </a:lnTo>
                  <a:lnTo>
                    <a:pt x="3678846" y="5100925"/>
                  </a:lnTo>
                  <a:lnTo>
                    <a:pt x="3731404" y="5048364"/>
                  </a:lnTo>
                  <a:close/>
                  <a:moveTo>
                    <a:pt x="5932103" y="4787776"/>
                  </a:moveTo>
                  <a:lnTo>
                    <a:pt x="5826992" y="4892887"/>
                  </a:lnTo>
                  <a:lnTo>
                    <a:pt x="5826992" y="5679029"/>
                  </a:lnTo>
                  <a:lnTo>
                    <a:pt x="5932103" y="5784141"/>
                  </a:lnTo>
                  <a:lnTo>
                    <a:pt x="5932103" y="5681219"/>
                  </a:lnTo>
                  <a:lnTo>
                    <a:pt x="5910205" y="5672460"/>
                  </a:lnTo>
                  <a:cubicBezTo>
                    <a:pt x="5901994" y="5664249"/>
                    <a:pt x="5897067" y="5652753"/>
                    <a:pt x="5897067" y="5639614"/>
                  </a:cubicBezTo>
                  <a:cubicBezTo>
                    <a:pt x="5897067" y="5626475"/>
                    <a:pt x="5901994" y="5614978"/>
                    <a:pt x="5910205" y="5606766"/>
                  </a:cubicBezTo>
                  <a:lnTo>
                    <a:pt x="5932103" y="5598007"/>
                  </a:lnTo>
                  <a:lnTo>
                    <a:pt x="5932103" y="5096540"/>
                  </a:lnTo>
                  <a:lnTo>
                    <a:pt x="5932103" y="5096539"/>
                  </a:lnTo>
                  <a:close/>
                  <a:moveTo>
                    <a:pt x="6839411" y="4746901"/>
                  </a:moveTo>
                  <a:lnTo>
                    <a:pt x="6845251" y="4752741"/>
                  </a:lnTo>
                  <a:lnTo>
                    <a:pt x="6845251" y="4749236"/>
                  </a:lnTo>
                  <a:close/>
                  <a:moveTo>
                    <a:pt x="5323339" y="4724295"/>
                  </a:moveTo>
                  <a:lnTo>
                    <a:pt x="5237947" y="4809685"/>
                  </a:lnTo>
                  <a:lnTo>
                    <a:pt x="5301440" y="4873179"/>
                  </a:lnTo>
                  <a:lnTo>
                    <a:pt x="5301440" y="5324274"/>
                  </a:lnTo>
                  <a:lnTo>
                    <a:pt x="5304724" y="5316617"/>
                  </a:lnTo>
                  <a:cubicBezTo>
                    <a:pt x="5310745" y="5310594"/>
                    <a:pt x="5318958" y="5306762"/>
                    <a:pt x="5327717" y="5306762"/>
                  </a:cubicBezTo>
                  <a:cubicBezTo>
                    <a:pt x="5345233" y="5306762"/>
                    <a:pt x="5360564" y="5322090"/>
                    <a:pt x="5360564" y="5339609"/>
                  </a:cubicBezTo>
                  <a:cubicBezTo>
                    <a:pt x="5360564" y="5348368"/>
                    <a:pt x="5356731" y="5356580"/>
                    <a:pt x="5350709" y="5362602"/>
                  </a:cubicBezTo>
                  <a:lnTo>
                    <a:pt x="5327717" y="5372456"/>
                  </a:lnTo>
                  <a:lnTo>
                    <a:pt x="5327717" y="5622093"/>
                  </a:lnTo>
                  <a:lnTo>
                    <a:pt x="5448158" y="5742533"/>
                  </a:lnTo>
                  <a:lnTo>
                    <a:pt x="5448158" y="5363694"/>
                  </a:lnTo>
                  <a:lnTo>
                    <a:pt x="5399984" y="5315521"/>
                  </a:lnTo>
                  <a:lnTo>
                    <a:pt x="5399984" y="5207378"/>
                  </a:lnTo>
                  <a:lnTo>
                    <a:pt x="5323339" y="5129386"/>
                  </a:lnTo>
                  <a:close/>
                  <a:moveTo>
                    <a:pt x="8664583" y="4710736"/>
                  </a:moveTo>
                  <a:lnTo>
                    <a:pt x="8664563" y="4725952"/>
                  </a:lnTo>
                  <a:lnTo>
                    <a:pt x="8673742" y="4735221"/>
                  </a:lnTo>
                  <a:lnTo>
                    <a:pt x="8673742" y="4927925"/>
                  </a:lnTo>
                  <a:lnTo>
                    <a:pt x="8794181" y="5048364"/>
                  </a:lnTo>
                  <a:lnTo>
                    <a:pt x="9107323" y="5048364"/>
                  </a:lnTo>
                  <a:lnTo>
                    <a:pt x="8951281" y="4892322"/>
                  </a:lnTo>
                  <a:lnTo>
                    <a:pt x="8936517" y="4898363"/>
                  </a:lnTo>
                  <a:cubicBezTo>
                    <a:pt x="8927758" y="4898362"/>
                    <a:pt x="8918999" y="4895078"/>
                    <a:pt x="8912430" y="4888507"/>
                  </a:cubicBezTo>
                  <a:cubicBezTo>
                    <a:pt x="8905860" y="4881938"/>
                    <a:pt x="8902575" y="4873179"/>
                    <a:pt x="8902575" y="4864420"/>
                  </a:cubicBezTo>
                  <a:lnTo>
                    <a:pt x="8903471" y="4862230"/>
                  </a:lnTo>
                  <a:lnTo>
                    <a:pt x="8816077" y="4862230"/>
                  </a:lnTo>
                  <a:close/>
                  <a:moveTo>
                    <a:pt x="3442365" y="4708944"/>
                  </a:moveTo>
                  <a:lnTo>
                    <a:pt x="3289077" y="4862230"/>
                  </a:lnTo>
                  <a:lnTo>
                    <a:pt x="3238728" y="4862230"/>
                  </a:lnTo>
                  <a:lnTo>
                    <a:pt x="3116104" y="4984859"/>
                  </a:lnTo>
                  <a:lnTo>
                    <a:pt x="3063183" y="4984859"/>
                  </a:lnTo>
                  <a:lnTo>
                    <a:pt x="2999494" y="5048364"/>
                  </a:lnTo>
                  <a:lnTo>
                    <a:pt x="3310971" y="5048364"/>
                  </a:lnTo>
                  <a:lnTo>
                    <a:pt x="3431411" y="4927924"/>
                  </a:lnTo>
                  <a:lnTo>
                    <a:pt x="3431411" y="4735221"/>
                  </a:lnTo>
                  <a:lnTo>
                    <a:pt x="3442365" y="4724266"/>
                  </a:lnTo>
                  <a:close/>
                  <a:moveTo>
                    <a:pt x="5106551" y="4678298"/>
                  </a:moveTo>
                  <a:lnTo>
                    <a:pt x="4644501" y="5140351"/>
                  </a:lnTo>
                  <a:lnTo>
                    <a:pt x="4644501" y="5354952"/>
                  </a:lnTo>
                  <a:lnTo>
                    <a:pt x="4698905" y="5300546"/>
                  </a:lnTo>
                  <a:lnTo>
                    <a:pt x="4691597" y="5282674"/>
                  </a:lnTo>
                  <a:cubicBezTo>
                    <a:pt x="4691597" y="5273915"/>
                    <a:pt x="4694880" y="5265155"/>
                    <a:pt x="4701450" y="5258585"/>
                  </a:cubicBezTo>
                  <a:cubicBezTo>
                    <a:pt x="4708018" y="5252017"/>
                    <a:pt x="4716775" y="5248731"/>
                    <a:pt x="4725537" y="5248732"/>
                  </a:cubicBezTo>
                  <a:lnTo>
                    <a:pt x="4732961" y="5251770"/>
                  </a:lnTo>
                  <a:lnTo>
                    <a:pt x="4736486" y="5243258"/>
                  </a:lnTo>
                  <a:cubicBezTo>
                    <a:pt x="4746338" y="5234499"/>
                    <a:pt x="4758382" y="5230119"/>
                    <a:pt x="4770151" y="5230119"/>
                  </a:cubicBezTo>
                  <a:lnTo>
                    <a:pt x="4778888" y="5233702"/>
                  </a:lnTo>
                  <a:lnTo>
                    <a:pt x="5204003" y="4808588"/>
                  </a:lnTo>
                  <a:lnTo>
                    <a:pt x="5106551" y="4711133"/>
                  </a:lnTo>
                  <a:close/>
                  <a:moveTo>
                    <a:pt x="5964950" y="4667267"/>
                  </a:moveTo>
                  <a:lnTo>
                    <a:pt x="5954002" y="4678286"/>
                  </a:lnTo>
                  <a:lnTo>
                    <a:pt x="5954002" y="4719891"/>
                  </a:lnTo>
                  <a:lnTo>
                    <a:pt x="5964950" y="4708943"/>
                  </a:lnTo>
                  <a:close/>
                  <a:moveTo>
                    <a:pt x="3442365" y="4658589"/>
                  </a:moveTo>
                  <a:lnTo>
                    <a:pt x="3260626" y="4840331"/>
                  </a:lnTo>
                  <a:lnTo>
                    <a:pt x="3280318" y="4840331"/>
                  </a:lnTo>
                  <a:lnTo>
                    <a:pt x="3442365" y="4678286"/>
                  </a:lnTo>
                  <a:close/>
                  <a:moveTo>
                    <a:pt x="8375716" y="4653987"/>
                  </a:moveTo>
                  <a:lnTo>
                    <a:pt x="8375485" y="4756678"/>
                  </a:lnTo>
                  <a:lnTo>
                    <a:pt x="8461329" y="4842523"/>
                  </a:lnTo>
                  <a:lnTo>
                    <a:pt x="8461329" y="5103109"/>
                  </a:lnTo>
                  <a:lnTo>
                    <a:pt x="8640893" y="5103109"/>
                  </a:lnTo>
                  <a:lnTo>
                    <a:pt x="8640893" y="4919165"/>
                  </a:lnTo>
                  <a:close/>
                  <a:moveTo>
                    <a:pt x="3731404" y="4652002"/>
                  </a:moveTo>
                  <a:lnTo>
                    <a:pt x="3464262" y="4919161"/>
                  </a:lnTo>
                  <a:lnTo>
                    <a:pt x="3464262" y="5103109"/>
                  </a:lnTo>
                  <a:lnTo>
                    <a:pt x="3646000" y="5103109"/>
                  </a:lnTo>
                  <a:lnTo>
                    <a:pt x="3646000" y="4842523"/>
                  </a:lnTo>
                  <a:lnTo>
                    <a:pt x="3731404" y="4756674"/>
                  </a:lnTo>
                  <a:close/>
                  <a:moveTo>
                    <a:pt x="5399984" y="4647648"/>
                  </a:moveTo>
                  <a:lnTo>
                    <a:pt x="5338667" y="4708966"/>
                  </a:lnTo>
                  <a:lnTo>
                    <a:pt x="5338667" y="5122818"/>
                  </a:lnTo>
                  <a:lnTo>
                    <a:pt x="5399984" y="5183079"/>
                  </a:lnTo>
                  <a:close/>
                  <a:moveTo>
                    <a:pt x="5354875" y="4634647"/>
                  </a:moveTo>
                  <a:lnTo>
                    <a:pt x="5354540" y="4635585"/>
                  </a:lnTo>
                  <a:lnTo>
                    <a:pt x="5338667" y="4641934"/>
                  </a:lnTo>
                  <a:lnTo>
                    <a:pt x="5338667" y="4673926"/>
                  </a:lnTo>
                  <a:lnTo>
                    <a:pt x="5366166" y="4646429"/>
                  </a:lnTo>
                  <a:lnTo>
                    <a:pt x="5358392" y="4643249"/>
                  </a:lnTo>
                  <a:close/>
                  <a:moveTo>
                    <a:pt x="6754275" y="4630110"/>
                  </a:moveTo>
                  <a:lnTo>
                    <a:pt x="6748900" y="4643249"/>
                  </a:lnTo>
                  <a:lnTo>
                    <a:pt x="6739575" y="4647064"/>
                  </a:lnTo>
                  <a:lnTo>
                    <a:pt x="6813865" y="4721355"/>
                  </a:lnTo>
                  <a:lnTo>
                    <a:pt x="6808025" y="4706754"/>
                  </a:lnTo>
                  <a:cubicBezTo>
                    <a:pt x="6808025" y="4680476"/>
                    <a:pt x="6829923" y="4660767"/>
                    <a:pt x="6854010" y="4660767"/>
                  </a:cubicBezTo>
                  <a:cubicBezTo>
                    <a:pt x="6880288" y="4660767"/>
                    <a:pt x="6899996" y="4680476"/>
                    <a:pt x="6899996" y="4706754"/>
                  </a:cubicBezTo>
                  <a:cubicBezTo>
                    <a:pt x="6899996" y="4719892"/>
                    <a:pt x="6894523" y="4731390"/>
                    <a:pt x="6886037" y="4739601"/>
                  </a:cubicBezTo>
                  <a:lnTo>
                    <a:pt x="6869339" y="4746451"/>
                  </a:lnTo>
                  <a:lnTo>
                    <a:pt x="6869339" y="4776828"/>
                  </a:lnTo>
                  <a:lnTo>
                    <a:pt x="7326212" y="5233702"/>
                  </a:lnTo>
                  <a:lnTo>
                    <a:pt x="7334947" y="5230119"/>
                  </a:lnTo>
                  <a:cubicBezTo>
                    <a:pt x="7346718" y="5230119"/>
                    <a:pt x="7358762" y="5234499"/>
                    <a:pt x="7368615" y="5243258"/>
                  </a:cubicBezTo>
                  <a:lnTo>
                    <a:pt x="7372455" y="5252536"/>
                  </a:lnTo>
                  <a:lnTo>
                    <a:pt x="7381754" y="5248732"/>
                  </a:lnTo>
                  <a:cubicBezTo>
                    <a:pt x="7390513" y="5248731"/>
                    <a:pt x="7399272" y="5252017"/>
                    <a:pt x="7405842" y="5258585"/>
                  </a:cubicBezTo>
                  <a:cubicBezTo>
                    <a:pt x="7412411" y="5265155"/>
                    <a:pt x="7415696" y="5273915"/>
                    <a:pt x="7415696" y="5282674"/>
                  </a:cubicBezTo>
                  <a:lnTo>
                    <a:pt x="7407749" y="5302100"/>
                  </a:lnTo>
                  <a:lnTo>
                    <a:pt x="7683948" y="5578299"/>
                  </a:lnTo>
                  <a:lnTo>
                    <a:pt x="7683948" y="5401521"/>
                  </a:lnTo>
                  <a:lnTo>
                    <a:pt x="7666429" y="5394355"/>
                  </a:lnTo>
                  <a:cubicBezTo>
                    <a:pt x="7653291" y="5381216"/>
                    <a:pt x="7653291" y="5359318"/>
                    <a:pt x="7666429" y="5346179"/>
                  </a:cubicBezTo>
                  <a:lnTo>
                    <a:pt x="7666466" y="5346164"/>
                  </a:lnTo>
                  <a:lnTo>
                    <a:pt x="6952552" y="4630110"/>
                  </a:lnTo>
                  <a:close/>
                  <a:moveTo>
                    <a:pt x="5154735" y="4630110"/>
                  </a:moveTo>
                  <a:lnTo>
                    <a:pt x="5130638" y="4654209"/>
                  </a:lnTo>
                  <a:lnTo>
                    <a:pt x="5130638" y="4702375"/>
                  </a:lnTo>
                  <a:lnTo>
                    <a:pt x="5220422" y="4792165"/>
                  </a:lnTo>
                  <a:lnTo>
                    <a:pt x="5323339" y="4689255"/>
                  </a:lnTo>
                  <a:lnTo>
                    <a:pt x="5323339" y="4642625"/>
                  </a:lnTo>
                  <a:lnTo>
                    <a:pt x="5306913" y="4635585"/>
                  </a:lnTo>
                  <a:lnTo>
                    <a:pt x="5304565" y="4630110"/>
                  </a:lnTo>
                  <a:close/>
                  <a:moveTo>
                    <a:pt x="6641600" y="4581936"/>
                  </a:moveTo>
                  <a:lnTo>
                    <a:pt x="6641600" y="5039605"/>
                  </a:lnTo>
                  <a:lnTo>
                    <a:pt x="6674446" y="5052743"/>
                  </a:lnTo>
                  <a:cubicBezTo>
                    <a:pt x="6682658" y="5060955"/>
                    <a:pt x="6687585" y="5072451"/>
                    <a:pt x="6687585" y="5085590"/>
                  </a:cubicBezTo>
                  <a:cubicBezTo>
                    <a:pt x="6687585" y="5092160"/>
                    <a:pt x="6686216" y="5098319"/>
                    <a:pt x="6683788" y="5103862"/>
                  </a:cubicBezTo>
                  <a:lnTo>
                    <a:pt x="6678460" y="5111503"/>
                  </a:lnTo>
                  <a:lnTo>
                    <a:pt x="6845251" y="5278294"/>
                  </a:lnTo>
                  <a:lnTo>
                    <a:pt x="6845251" y="4785587"/>
                  </a:lnTo>
                  <a:lnTo>
                    <a:pt x="6704430" y="4644765"/>
                  </a:lnTo>
                  <a:lnTo>
                    <a:pt x="6700724" y="4643249"/>
                  </a:lnTo>
                  <a:lnTo>
                    <a:pt x="6699209" y="4639545"/>
                  </a:lnTo>
                  <a:close/>
                  <a:moveTo>
                    <a:pt x="8664757" y="4581710"/>
                  </a:moveTo>
                  <a:lnTo>
                    <a:pt x="8664627" y="4677932"/>
                  </a:lnTo>
                  <a:lnTo>
                    <a:pt x="8827027" y="4840331"/>
                  </a:lnTo>
                  <a:lnTo>
                    <a:pt x="8912430" y="4840331"/>
                  </a:lnTo>
                  <a:lnTo>
                    <a:pt x="8920200" y="4837153"/>
                  </a:lnTo>
                  <a:close/>
                  <a:moveTo>
                    <a:pt x="5446757" y="4565837"/>
                  </a:moveTo>
                  <a:lnTo>
                    <a:pt x="5446583" y="4565957"/>
                  </a:lnTo>
                  <a:lnTo>
                    <a:pt x="5445971" y="4566081"/>
                  </a:lnTo>
                  <a:lnTo>
                    <a:pt x="5445971" y="4566623"/>
                  </a:lnTo>
                  <a:close/>
                  <a:moveTo>
                    <a:pt x="7629203" y="4564417"/>
                  </a:moveTo>
                  <a:lnTo>
                    <a:pt x="8202216" y="5137430"/>
                  </a:lnTo>
                  <a:lnTo>
                    <a:pt x="8221820" y="5129387"/>
                  </a:lnTo>
                  <a:cubicBezTo>
                    <a:pt x="8233590" y="5129387"/>
                    <a:pt x="8245634" y="5133767"/>
                    <a:pt x="8255488" y="5142526"/>
                  </a:cubicBezTo>
                  <a:cubicBezTo>
                    <a:pt x="8264247" y="5151286"/>
                    <a:pt x="8268627" y="5162782"/>
                    <a:pt x="8268627" y="5174279"/>
                  </a:cubicBezTo>
                  <a:lnTo>
                    <a:pt x="8259333" y="5196738"/>
                  </a:lnTo>
                  <a:lnTo>
                    <a:pt x="8329942" y="5267346"/>
                  </a:lnTo>
                  <a:lnTo>
                    <a:pt x="8329942" y="5120629"/>
                  </a:lnTo>
                  <a:lnTo>
                    <a:pt x="7773730" y="4564417"/>
                  </a:lnTo>
                  <a:close/>
                  <a:moveTo>
                    <a:pt x="4331369" y="4564417"/>
                  </a:moveTo>
                  <a:lnTo>
                    <a:pt x="3777394" y="5118435"/>
                  </a:lnTo>
                  <a:lnTo>
                    <a:pt x="3777394" y="5265152"/>
                  </a:lnTo>
                  <a:lnTo>
                    <a:pt x="3847357" y="5195187"/>
                  </a:lnTo>
                  <a:lnTo>
                    <a:pt x="3838705" y="5174279"/>
                  </a:lnTo>
                  <a:cubicBezTo>
                    <a:pt x="3838705" y="5162782"/>
                    <a:pt x="3843085" y="5151286"/>
                    <a:pt x="3851844" y="5142526"/>
                  </a:cubicBezTo>
                  <a:cubicBezTo>
                    <a:pt x="3861699" y="5133767"/>
                    <a:pt x="3873743" y="5129387"/>
                    <a:pt x="3885511" y="5129387"/>
                  </a:cubicBezTo>
                  <a:lnTo>
                    <a:pt x="3905115" y="5137430"/>
                  </a:lnTo>
                  <a:lnTo>
                    <a:pt x="4261294" y="4781207"/>
                  </a:lnTo>
                  <a:lnTo>
                    <a:pt x="4478094" y="4564417"/>
                  </a:lnTo>
                  <a:close/>
                  <a:moveTo>
                    <a:pt x="3808048" y="4549092"/>
                  </a:moveTo>
                  <a:lnTo>
                    <a:pt x="3777394" y="4579745"/>
                  </a:lnTo>
                  <a:lnTo>
                    <a:pt x="3777394" y="4581930"/>
                  </a:lnTo>
                  <a:lnTo>
                    <a:pt x="3808048" y="4551277"/>
                  </a:lnTo>
                  <a:close/>
                  <a:moveTo>
                    <a:pt x="8297094" y="4546898"/>
                  </a:moveTo>
                  <a:lnTo>
                    <a:pt x="8297094" y="4551277"/>
                  </a:lnTo>
                  <a:lnTo>
                    <a:pt x="8329942" y="4584124"/>
                  </a:lnTo>
                  <a:lnTo>
                    <a:pt x="8329942" y="4579745"/>
                  </a:lnTo>
                  <a:close/>
                  <a:moveTo>
                    <a:pt x="8473290" y="4519443"/>
                  </a:moveTo>
                  <a:lnTo>
                    <a:pt x="8475564" y="4524999"/>
                  </a:lnTo>
                  <a:lnTo>
                    <a:pt x="8472639" y="4532147"/>
                  </a:lnTo>
                  <a:lnTo>
                    <a:pt x="8640893" y="4702051"/>
                  </a:lnTo>
                  <a:lnTo>
                    <a:pt x="8640893" y="4687046"/>
                  </a:lnTo>
                  <a:close/>
                  <a:moveTo>
                    <a:pt x="3635551" y="4515742"/>
                  </a:moveTo>
                  <a:lnTo>
                    <a:pt x="3464262" y="4687046"/>
                  </a:lnTo>
                  <a:lnTo>
                    <a:pt x="3464262" y="4702370"/>
                  </a:lnTo>
                  <a:lnTo>
                    <a:pt x="3634628" y="4531994"/>
                  </a:lnTo>
                  <a:lnTo>
                    <a:pt x="3631765" y="4524999"/>
                  </a:lnTo>
                  <a:close/>
                  <a:moveTo>
                    <a:pt x="7517522" y="4500911"/>
                  </a:moveTo>
                  <a:lnTo>
                    <a:pt x="7545990" y="4529380"/>
                  </a:lnTo>
                  <a:lnTo>
                    <a:pt x="7559129" y="4529380"/>
                  </a:lnTo>
                  <a:lnTo>
                    <a:pt x="7530661" y="4500911"/>
                  </a:lnTo>
                  <a:close/>
                  <a:moveTo>
                    <a:pt x="7236496" y="4500911"/>
                  </a:moveTo>
                  <a:lnTo>
                    <a:pt x="7252555" y="4507481"/>
                  </a:lnTo>
                  <a:cubicBezTo>
                    <a:pt x="7259125" y="4514050"/>
                    <a:pt x="7262410" y="4522809"/>
                    <a:pt x="7262410" y="4531569"/>
                  </a:cubicBezTo>
                  <a:lnTo>
                    <a:pt x="7256370" y="4546333"/>
                  </a:lnTo>
                  <a:lnTo>
                    <a:pt x="7491245" y="4781207"/>
                  </a:lnTo>
                  <a:lnTo>
                    <a:pt x="7810957" y="4781207"/>
                  </a:lnTo>
                  <a:lnTo>
                    <a:pt x="7594166" y="4564417"/>
                  </a:lnTo>
                  <a:lnTo>
                    <a:pt x="7530662" y="4564417"/>
                  </a:lnTo>
                  <a:lnTo>
                    <a:pt x="7467961" y="4500911"/>
                  </a:lnTo>
                  <a:close/>
                  <a:moveTo>
                    <a:pt x="4637142" y="4500911"/>
                  </a:moveTo>
                  <a:lnTo>
                    <a:pt x="4574444" y="4564417"/>
                  </a:lnTo>
                  <a:lnTo>
                    <a:pt x="4510936" y="4564417"/>
                  </a:lnTo>
                  <a:lnTo>
                    <a:pt x="4294140" y="4781207"/>
                  </a:lnTo>
                  <a:lnTo>
                    <a:pt x="4616048" y="4781207"/>
                  </a:lnTo>
                  <a:lnTo>
                    <a:pt x="4848792" y="4546487"/>
                  </a:lnTo>
                  <a:lnTo>
                    <a:pt x="4842691" y="4531569"/>
                  </a:lnTo>
                  <a:cubicBezTo>
                    <a:pt x="4842691" y="4522809"/>
                    <a:pt x="4845974" y="4514050"/>
                    <a:pt x="4852540" y="4507481"/>
                  </a:cubicBezTo>
                  <a:lnTo>
                    <a:pt x="4868599" y="4500911"/>
                  </a:lnTo>
                  <a:close/>
                  <a:moveTo>
                    <a:pt x="4574444" y="4500911"/>
                  </a:moveTo>
                  <a:lnTo>
                    <a:pt x="4545981" y="4529380"/>
                  </a:lnTo>
                  <a:lnTo>
                    <a:pt x="4561300" y="4529380"/>
                  </a:lnTo>
                  <a:lnTo>
                    <a:pt x="4589385" y="4500911"/>
                  </a:lnTo>
                  <a:close/>
                  <a:moveTo>
                    <a:pt x="6165625" y="4465287"/>
                  </a:moveTo>
                  <a:lnTo>
                    <a:pt x="5997797" y="4634207"/>
                  </a:lnTo>
                  <a:lnTo>
                    <a:pt x="5997797" y="4722083"/>
                  </a:lnTo>
                  <a:lnTo>
                    <a:pt x="5954002" y="4765878"/>
                  </a:lnTo>
                  <a:lnTo>
                    <a:pt x="5954002" y="5074641"/>
                  </a:lnTo>
                  <a:lnTo>
                    <a:pt x="6181740" y="4846902"/>
                  </a:lnTo>
                  <a:lnTo>
                    <a:pt x="6181740" y="4514676"/>
                  </a:lnTo>
                  <a:lnTo>
                    <a:pt x="6167506" y="4508576"/>
                  </a:lnTo>
                  <a:cubicBezTo>
                    <a:pt x="6161483" y="4502554"/>
                    <a:pt x="6157652" y="4494342"/>
                    <a:pt x="6157652" y="4485583"/>
                  </a:cubicBezTo>
                  <a:close/>
                  <a:moveTo>
                    <a:pt x="5106551" y="4446515"/>
                  </a:moveTo>
                  <a:lnTo>
                    <a:pt x="5051822" y="4500911"/>
                  </a:lnTo>
                  <a:lnTo>
                    <a:pt x="4884658" y="4500911"/>
                  </a:lnTo>
                  <a:lnTo>
                    <a:pt x="4900718" y="4507481"/>
                  </a:lnTo>
                  <a:cubicBezTo>
                    <a:pt x="4913861" y="4520620"/>
                    <a:pt x="4913861" y="4542518"/>
                    <a:pt x="4900718" y="4555657"/>
                  </a:cubicBezTo>
                  <a:cubicBezTo>
                    <a:pt x="4894151" y="4562226"/>
                    <a:pt x="4885386" y="4565511"/>
                    <a:pt x="4876628" y="4565511"/>
                  </a:cubicBezTo>
                  <a:lnTo>
                    <a:pt x="4861861" y="4559472"/>
                  </a:lnTo>
                  <a:lnTo>
                    <a:pt x="4622618" y="4798726"/>
                  </a:lnTo>
                  <a:lnTo>
                    <a:pt x="4276624" y="4798726"/>
                  </a:lnTo>
                  <a:lnTo>
                    <a:pt x="3922027" y="5153369"/>
                  </a:lnTo>
                  <a:lnTo>
                    <a:pt x="3930676" y="5174279"/>
                  </a:lnTo>
                  <a:cubicBezTo>
                    <a:pt x="3930676" y="5185775"/>
                    <a:pt x="3926294" y="5197271"/>
                    <a:pt x="3917541" y="5206030"/>
                  </a:cubicBezTo>
                  <a:cubicBezTo>
                    <a:pt x="3908780" y="5214789"/>
                    <a:pt x="3897284" y="5219169"/>
                    <a:pt x="3885786" y="5219169"/>
                  </a:cubicBezTo>
                  <a:lnTo>
                    <a:pt x="3860227" y="5208594"/>
                  </a:lnTo>
                  <a:lnTo>
                    <a:pt x="3787773" y="5281050"/>
                  </a:lnTo>
                  <a:lnTo>
                    <a:pt x="3793815" y="5295814"/>
                  </a:lnTo>
                  <a:cubicBezTo>
                    <a:pt x="3793815" y="5304572"/>
                    <a:pt x="3790529" y="5313331"/>
                    <a:pt x="3783961" y="5319901"/>
                  </a:cubicBezTo>
                  <a:lnTo>
                    <a:pt x="3777394" y="5322587"/>
                  </a:lnTo>
                  <a:lnTo>
                    <a:pt x="3777394" y="5549831"/>
                  </a:lnTo>
                  <a:lnTo>
                    <a:pt x="3464262" y="5862974"/>
                  </a:lnTo>
                  <a:lnTo>
                    <a:pt x="3464262" y="6044727"/>
                  </a:lnTo>
                  <a:lnTo>
                    <a:pt x="3178961" y="6330031"/>
                  </a:lnTo>
                  <a:lnTo>
                    <a:pt x="3178802" y="6360843"/>
                  </a:lnTo>
                  <a:lnTo>
                    <a:pt x="3615909" y="5923725"/>
                  </a:lnTo>
                  <a:lnTo>
                    <a:pt x="3609866" y="5908960"/>
                  </a:lnTo>
                  <a:cubicBezTo>
                    <a:pt x="3609866" y="5900200"/>
                    <a:pt x="3613152" y="5891441"/>
                    <a:pt x="3619721" y="5884872"/>
                  </a:cubicBezTo>
                  <a:cubicBezTo>
                    <a:pt x="3632858" y="5871734"/>
                    <a:pt x="3654756" y="5871734"/>
                    <a:pt x="3667894" y="5884872"/>
                  </a:cubicBezTo>
                  <a:lnTo>
                    <a:pt x="3674165" y="5900200"/>
                  </a:lnTo>
                  <a:lnTo>
                    <a:pt x="3956952" y="5900200"/>
                  </a:lnTo>
                  <a:lnTo>
                    <a:pt x="4125568" y="5731585"/>
                  </a:lnTo>
                  <a:lnTo>
                    <a:pt x="4125568" y="5365887"/>
                  </a:lnTo>
                  <a:lnTo>
                    <a:pt x="4289409" y="5202004"/>
                  </a:lnTo>
                  <a:lnTo>
                    <a:pt x="4282100" y="5184133"/>
                  </a:lnTo>
                  <a:cubicBezTo>
                    <a:pt x="4282100" y="5175374"/>
                    <a:pt x="4285380" y="5166615"/>
                    <a:pt x="4291951" y="5160045"/>
                  </a:cubicBezTo>
                  <a:cubicBezTo>
                    <a:pt x="4305093" y="5146905"/>
                    <a:pt x="4326991" y="5146905"/>
                    <a:pt x="4340129" y="5160045"/>
                  </a:cubicBezTo>
                  <a:cubicBezTo>
                    <a:pt x="4353268" y="5173183"/>
                    <a:pt x="4353268" y="5195082"/>
                    <a:pt x="4340129" y="5208220"/>
                  </a:cubicBezTo>
                  <a:cubicBezTo>
                    <a:pt x="4333558" y="5214789"/>
                    <a:pt x="4324802" y="5218075"/>
                    <a:pt x="4316042" y="5218075"/>
                  </a:cubicBezTo>
                  <a:lnTo>
                    <a:pt x="4302829" y="5212670"/>
                  </a:lnTo>
                  <a:lnTo>
                    <a:pt x="4143088" y="5372456"/>
                  </a:lnTo>
                  <a:lnTo>
                    <a:pt x="4143088" y="5738155"/>
                  </a:lnTo>
                  <a:lnTo>
                    <a:pt x="3981043" y="5900200"/>
                  </a:lnTo>
                  <a:lnTo>
                    <a:pt x="4099294" y="5900200"/>
                  </a:lnTo>
                  <a:lnTo>
                    <a:pt x="4381738" y="5617715"/>
                  </a:lnTo>
                  <a:lnTo>
                    <a:pt x="4381738" y="5372942"/>
                  </a:lnTo>
                  <a:lnTo>
                    <a:pt x="4380643" y="5370267"/>
                  </a:lnTo>
                  <a:lnTo>
                    <a:pt x="4381738" y="5367591"/>
                  </a:lnTo>
                  <a:lnTo>
                    <a:pt x="4381738" y="5267345"/>
                  </a:lnTo>
                  <a:lnTo>
                    <a:pt x="4601895" y="5047190"/>
                  </a:lnTo>
                  <a:lnTo>
                    <a:pt x="4591961" y="5023182"/>
                  </a:lnTo>
                  <a:lnTo>
                    <a:pt x="4599525" y="5004906"/>
                  </a:lnTo>
                  <a:lnTo>
                    <a:pt x="4589754" y="4980480"/>
                  </a:lnTo>
                  <a:cubicBezTo>
                    <a:pt x="4589754" y="4954202"/>
                    <a:pt x="4609464" y="4934494"/>
                    <a:pt x="4635740" y="4934494"/>
                  </a:cubicBezTo>
                  <a:cubicBezTo>
                    <a:pt x="4662019" y="4934494"/>
                    <a:pt x="4681728" y="4954202"/>
                    <a:pt x="4681728" y="4980480"/>
                  </a:cubicBezTo>
                  <a:lnTo>
                    <a:pt x="4673052" y="5002173"/>
                  </a:lnTo>
                  <a:lnTo>
                    <a:pt x="4681739" y="5023182"/>
                  </a:lnTo>
                  <a:cubicBezTo>
                    <a:pt x="4681739" y="5034678"/>
                    <a:pt x="4677360" y="5046175"/>
                    <a:pt x="4668605" y="5054934"/>
                  </a:cubicBezTo>
                  <a:lnTo>
                    <a:pt x="4644501" y="5064908"/>
                  </a:lnTo>
                  <a:lnTo>
                    <a:pt x="4644501" y="5116971"/>
                  </a:lnTo>
                  <a:lnTo>
                    <a:pt x="5106551" y="4656280"/>
                  </a:lnTo>
                  <a:close/>
                  <a:moveTo>
                    <a:pt x="6455465" y="4395801"/>
                  </a:moveTo>
                  <a:lnTo>
                    <a:pt x="6455465" y="5372457"/>
                  </a:lnTo>
                  <a:lnTo>
                    <a:pt x="6455466" y="5372456"/>
                  </a:lnTo>
                  <a:cubicBezTo>
                    <a:pt x="6472984" y="5372456"/>
                    <a:pt x="6488312" y="5389975"/>
                    <a:pt x="6488312" y="5407493"/>
                  </a:cubicBezTo>
                  <a:lnTo>
                    <a:pt x="6482137" y="5423216"/>
                  </a:lnTo>
                  <a:lnTo>
                    <a:pt x="6608752" y="5549831"/>
                  </a:lnTo>
                  <a:lnTo>
                    <a:pt x="6608752" y="5158168"/>
                  </a:lnTo>
                  <a:lnTo>
                    <a:pt x="6590139" y="5150190"/>
                  </a:lnTo>
                  <a:cubicBezTo>
                    <a:pt x="6584117" y="5144169"/>
                    <a:pt x="6580284" y="5135957"/>
                    <a:pt x="6580284" y="5127197"/>
                  </a:cubicBezTo>
                  <a:cubicBezTo>
                    <a:pt x="6580284" y="5118438"/>
                    <a:pt x="6583569" y="5110226"/>
                    <a:pt x="6589317" y="5104204"/>
                  </a:cubicBezTo>
                  <a:lnTo>
                    <a:pt x="6601107" y="5099326"/>
                  </a:lnTo>
                  <a:lnTo>
                    <a:pt x="6595613" y="5085590"/>
                  </a:lnTo>
                  <a:cubicBezTo>
                    <a:pt x="6595613" y="5072451"/>
                    <a:pt x="6600540" y="5060955"/>
                    <a:pt x="6608752" y="5052743"/>
                  </a:cubicBezTo>
                  <a:lnTo>
                    <a:pt x="6617511" y="5049239"/>
                  </a:lnTo>
                  <a:lnTo>
                    <a:pt x="6617511" y="4557847"/>
                  </a:lnTo>
                  <a:close/>
                  <a:moveTo>
                    <a:pt x="5909088" y="4275362"/>
                  </a:moveTo>
                  <a:lnTo>
                    <a:pt x="5791956" y="4393610"/>
                  </a:lnTo>
                  <a:lnTo>
                    <a:pt x="5791956" y="5643993"/>
                  </a:lnTo>
                  <a:lnTo>
                    <a:pt x="5794146" y="5646182"/>
                  </a:lnTo>
                  <a:lnTo>
                    <a:pt x="5794146" y="4879748"/>
                  </a:lnTo>
                  <a:lnTo>
                    <a:pt x="5932103" y="4741789"/>
                  </a:lnTo>
                  <a:lnTo>
                    <a:pt x="5932103" y="4667338"/>
                  </a:lnTo>
                  <a:lnTo>
                    <a:pt x="5964950" y="4634491"/>
                  </a:lnTo>
                  <a:lnTo>
                    <a:pt x="5964950" y="4518233"/>
                  </a:lnTo>
                  <a:lnTo>
                    <a:pt x="5950718" y="4508576"/>
                  </a:lnTo>
                  <a:cubicBezTo>
                    <a:pt x="5941960" y="4499817"/>
                    <a:pt x="5936485" y="4487772"/>
                    <a:pt x="5936485" y="4474634"/>
                  </a:cubicBezTo>
                  <a:cubicBezTo>
                    <a:pt x="5936485" y="4448356"/>
                    <a:pt x="5958383" y="4426458"/>
                    <a:pt x="5984660" y="4426458"/>
                  </a:cubicBezTo>
                  <a:cubicBezTo>
                    <a:pt x="6010936" y="4426458"/>
                    <a:pt x="6032834" y="4448356"/>
                    <a:pt x="6032834" y="4474634"/>
                  </a:cubicBezTo>
                  <a:cubicBezTo>
                    <a:pt x="6032834" y="4494342"/>
                    <a:pt x="6020517" y="4511587"/>
                    <a:pt x="6003275" y="4518977"/>
                  </a:cubicBezTo>
                  <a:lnTo>
                    <a:pt x="5997797" y="4520105"/>
                  </a:lnTo>
                  <a:lnTo>
                    <a:pt x="5997797" y="4601645"/>
                  </a:lnTo>
                  <a:lnTo>
                    <a:pt x="6269332" y="4330106"/>
                  </a:lnTo>
                  <a:lnTo>
                    <a:pt x="6269332" y="4275362"/>
                  </a:lnTo>
                  <a:lnTo>
                    <a:pt x="6115764" y="4275362"/>
                  </a:lnTo>
                  <a:lnTo>
                    <a:pt x="6109475" y="4290689"/>
                  </a:lnTo>
                  <a:cubicBezTo>
                    <a:pt x="6100716" y="4299448"/>
                    <a:pt x="6089220" y="4303828"/>
                    <a:pt x="6077724" y="4303828"/>
                  </a:cubicBezTo>
                  <a:lnTo>
                    <a:pt x="6052543" y="4293408"/>
                  </a:lnTo>
                  <a:lnTo>
                    <a:pt x="6027359" y="4303828"/>
                  </a:lnTo>
                  <a:cubicBezTo>
                    <a:pt x="6015865" y="4303828"/>
                    <a:pt x="6004367" y="4299449"/>
                    <a:pt x="5995609" y="4290690"/>
                  </a:cubicBezTo>
                  <a:lnTo>
                    <a:pt x="5989320" y="4275362"/>
                  </a:lnTo>
                  <a:close/>
                  <a:moveTo>
                    <a:pt x="5772257" y="4275362"/>
                  </a:moveTo>
                  <a:lnTo>
                    <a:pt x="5445971" y="4601663"/>
                  </a:lnTo>
                  <a:lnTo>
                    <a:pt x="5445971" y="5228272"/>
                  </a:lnTo>
                  <a:lnTo>
                    <a:pt x="5465677" y="5247637"/>
                  </a:lnTo>
                  <a:lnTo>
                    <a:pt x="5465677" y="5317707"/>
                  </a:lnTo>
                  <a:lnTo>
                    <a:pt x="5537939" y="5389972"/>
                  </a:lnTo>
                  <a:lnTo>
                    <a:pt x="5537939" y="5020670"/>
                  </a:lnTo>
                  <a:lnTo>
                    <a:pt x="5536842" y="5020444"/>
                  </a:lnTo>
                  <a:cubicBezTo>
                    <a:pt x="5519597" y="5013053"/>
                    <a:pt x="5507278" y="4995808"/>
                    <a:pt x="5507278" y="4976100"/>
                  </a:cubicBezTo>
                  <a:cubicBezTo>
                    <a:pt x="5507278" y="4949822"/>
                    <a:pt x="5529177" y="4927924"/>
                    <a:pt x="5555455" y="4927924"/>
                  </a:cubicBezTo>
                  <a:cubicBezTo>
                    <a:pt x="5581732" y="4927924"/>
                    <a:pt x="5603630" y="4949822"/>
                    <a:pt x="5603630" y="4976100"/>
                  </a:cubicBezTo>
                  <a:cubicBezTo>
                    <a:pt x="5603630" y="4995808"/>
                    <a:pt x="5591312" y="5013053"/>
                    <a:pt x="5574068" y="5020444"/>
                  </a:cubicBezTo>
                  <a:lnTo>
                    <a:pt x="5572975" y="5020668"/>
                  </a:lnTo>
                  <a:lnTo>
                    <a:pt x="5572975" y="5425008"/>
                  </a:lnTo>
                  <a:lnTo>
                    <a:pt x="5745971" y="5598006"/>
                  </a:lnTo>
                  <a:lnTo>
                    <a:pt x="5745971" y="4376092"/>
                  </a:lnTo>
                  <a:lnTo>
                    <a:pt x="5845750" y="4275362"/>
                  </a:lnTo>
                  <a:close/>
                  <a:moveTo>
                    <a:pt x="6596489" y="4219739"/>
                  </a:moveTo>
                  <a:lnTo>
                    <a:pt x="6455465" y="4360763"/>
                  </a:lnTo>
                  <a:lnTo>
                    <a:pt x="6455465" y="4362954"/>
                  </a:lnTo>
                  <a:lnTo>
                    <a:pt x="6617511" y="4525000"/>
                  </a:lnTo>
                  <a:lnTo>
                    <a:pt x="6617511" y="4221240"/>
                  </a:lnTo>
                  <a:lnTo>
                    <a:pt x="6608752" y="4224995"/>
                  </a:lnTo>
                  <a:close/>
                  <a:moveTo>
                    <a:pt x="8421913" y="4172440"/>
                  </a:moveTo>
                  <a:lnTo>
                    <a:pt x="8664982" y="4415508"/>
                  </a:lnTo>
                  <a:lnTo>
                    <a:pt x="8664801" y="4548907"/>
                  </a:lnTo>
                  <a:lnTo>
                    <a:pt x="8927758" y="4811864"/>
                  </a:lnTo>
                  <a:lnTo>
                    <a:pt x="8927758" y="4518429"/>
                  </a:lnTo>
                  <a:lnTo>
                    <a:pt x="8701926" y="4292597"/>
                  </a:lnTo>
                  <a:lnTo>
                    <a:pt x="8682500" y="4300543"/>
                  </a:lnTo>
                  <a:cubicBezTo>
                    <a:pt x="8673741" y="4300544"/>
                    <a:pt x="8664981" y="4297259"/>
                    <a:pt x="8658412" y="4290690"/>
                  </a:cubicBezTo>
                  <a:cubicBezTo>
                    <a:pt x="8645272" y="4277551"/>
                    <a:pt x="8645272" y="4255653"/>
                    <a:pt x="8658412" y="4242514"/>
                  </a:cubicBezTo>
                  <a:cubicBezTo>
                    <a:pt x="8671550" y="4229376"/>
                    <a:pt x="8693449" y="4229376"/>
                    <a:pt x="8706587" y="4242514"/>
                  </a:cubicBezTo>
                  <a:cubicBezTo>
                    <a:pt x="8713156" y="4249083"/>
                    <a:pt x="8716441" y="4257843"/>
                    <a:pt x="8716442" y="4266602"/>
                  </a:cubicBezTo>
                  <a:lnTo>
                    <a:pt x="8711087" y="4279689"/>
                  </a:lnTo>
                  <a:lnTo>
                    <a:pt x="8945276" y="4511861"/>
                  </a:lnTo>
                  <a:lnTo>
                    <a:pt x="8945276" y="4829382"/>
                  </a:lnTo>
                  <a:lnTo>
                    <a:pt x="8953194" y="4837300"/>
                  </a:lnTo>
                  <a:lnTo>
                    <a:pt x="8960605" y="4840331"/>
                  </a:lnTo>
                  <a:lnTo>
                    <a:pt x="9251319" y="4840331"/>
                  </a:lnTo>
                  <a:lnTo>
                    <a:pt x="9039468" y="4628021"/>
                  </a:lnTo>
                  <a:lnTo>
                    <a:pt x="9018361" y="4636680"/>
                  </a:lnTo>
                  <a:cubicBezTo>
                    <a:pt x="9006591" y="4636680"/>
                    <a:pt x="8994547" y="4632301"/>
                    <a:pt x="8984693" y="4623541"/>
                  </a:cubicBezTo>
                  <a:cubicBezTo>
                    <a:pt x="8967174" y="4606023"/>
                    <a:pt x="8967174" y="4577555"/>
                    <a:pt x="8984693" y="4560037"/>
                  </a:cubicBezTo>
                  <a:lnTo>
                    <a:pt x="9006591" y="4550976"/>
                  </a:lnTo>
                  <a:lnTo>
                    <a:pt x="9006591" y="4417380"/>
                  </a:lnTo>
                  <a:lnTo>
                    <a:pt x="8762348" y="4172440"/>
                  </a:lnTo>
                  <a:close/>
                  <a:moveTo>
                    <a:pt x="8288336" y="4172440"/>
                  </a:moveTo>
                  <a:lnTo>
                    <a:pt x="8640893" y="4524999"/>
                  </a:lnTo>
                  <a:lnTo>
                    <a:pt x="8640893" y="4424268"/>
                  </a:lnTo>
                  <a:lnTo>
                    <a:pt x="8389066" y="4172440"/>
                  </a:lnTo>
                  <a:lnTo>
                    <a:pt x="8359138" y="4172440"/>
                  </a:lnTo>
                  <a:lnTo>
                    <a:pt x="8348555" y="4176819"/>
                  </a:lnTo>
                  <a:lnTo>
                    <a:pt x="8337973" y="4172440"/>
                  </a:lnTo>
                  <a:close/>
                  <a:moveTo>
                    <a:pt x="8159137" y="4172440"/>
                  </a:moveTo>
                  <a:lnTo>
                    <a:pt x="8640893" y="4654198"/>
                  </a:lnTo>
                  <a:lnTo>
                    <a:pt x="8640893" y="4557846"/>
                  </a:lnTo>
                  <a:lnTo>
                    <a:pt x="8255487" y="4172440"/>
                  </a:lnTo>
                  <a:close/>
                  <a:moveTo>
                    <a:pt x="8095632" y="4172440"/>
                  </a:moveTo>
                  <a:lnTo>
                    <a:pt x="8297094" y="4373902"/>
                  </a:lnTo>
                  <a:lnTo>
                    <a:pt x="8297094" y="4481204"/>
                  </a:lnTo>
                  <a:lnTo>
                    <a:pt x="8375927" y="4560037"/>
                  </a:lnTo>
                  <a:lnTo>
                    <a:pt x="8375770" y="4629952"/>
                  </a:lnTo>
                  <a:lnTo>
                    <a:pt x="8640893" y="4895077"/>
                  </a:lnTo>
                  <a:lnTo>
                    <a:pt x="8640893" y="4724270"/>
                  </a:lnTo>
                  <a:lnTo>
                    <a:pt x="8465709" y="4549087"/>
                  </a:lnTo>
                  <a:cubicBezTo>
                    <a:pt x="8452570" y="4562225"/>
                    <a:pt x="8430672" y="4562225"/>
                    <a:pt x="8417533" y="4549087"/>
                  </a:cubicBezTo>
                  <a:cubicBezTo>
                    <a:pt x="8404395" y="4535947"/>
                    <a:pt x="8404395" y="4514050"/>
                    <a:pt x="8417533" y="4500910"/>
                  </a:cubicBezTo>
                  <a:cubicBezTo>
                    <a:pt x="8424103" y="4494342"/>
                    <a:pt x="8432862" y="4491058"/>
                    <a:pt x="8441622" y="4491058"/>
                  </a:cubicBezTo>
                  <a:lnTo>
                    <a:pt x="8447179" y="4493331"/>
                  </a:lnTo>
                  <a:lnTo>
                    <a:pt x="8130668" y="4176819"/>
                  </a:lnTo>
                  <a:lnTo>
                    <a:pt x="8130668" y="4172440"/>
                  </a:lnTo>
                  <a:close/>
                  <a:moveTo>
                    <a:pt x="7988330" y="4172440"/>
                  </a:moveTo>
                  <a:lnTo>
                    <a:pt x="8279576" y="4463685"/>
                  </a:lnTo>
                  <a:lnTo>
                    <a:pt x="8279576" y="4380471"/>
                  </a:lnTo>
                  <a:lnTo>
                    <a:pt x="8072783" y="4172440"/>
                  </a:lnTo>
                  <a:close/>
                  <a:moveTo>
                    <a:pt x="4032359" y="4172440"/>
                  </a:moveTo>
                  <a:lnTo>
                    <a:pt x="3825563" y="4380471"/>
                  </a:lnTo>
                  <a:lnTo>
                    <a:pt x="3825563" y="4465880"/>
                  </a:lnTo>
                  <a:lnTo>
                    <a:pt x="4119001" y="4172440"/>
                  </a:lnTo>
                  <a:close/>
                  <a:moveTo>
                    <a:pt x="3974470" y="4172440"/>
                  </a:moveTo>
                  <a:lnTo>
                    <a:pt x="3974470" y="4176819"/>
                  </a:lnTo>
                  <a:lnTo>
                    <a:pt x="3656452" y="4494844"/>
                  </a:lnTo>
                  <a:lnTo>
                    <a:pt x="3665705" y="4491058"/>
                  </a:lnTo>
                  <a:cubicBezTo>
                    <a:pt x="3674466" y="4491058"/>
                    <a:pt x="3683224" y="4494342"/>
                    <a:pt x="3689796" y="4500910"/>
                  </a:cubicBezTo>
                  <a:cubicBezTo>
                    <a:pt x="3702933" y="4514050"/>
                    <a:pt x="3702933" y="4535947"/>
                    <a:pt x="3689796" y="4549087"/>
                  </a:cubicBezTo>
                  <a:cubicBezTo>
                    <a:pt x="3676656" y="4562225"/>
                    <a:pt x="3654759" y="4562225"/>
                    <a:pt x="3641622" y="4549087"/>
                  </a:cubicBezTo>
                  <a:lnTo>
                    <a:pt x="3641063" y="4547725"/>
                  </a:lnTo>
                  <a:lnTo>
                    <a:pt x="3464262" y="4726305"/>
                  </a:lnTo>
                  <a:lnTo>
                    <a:pt x="3464262" y="4895073"/>
                  </a:lnTo>
                  <a:lnTo>
                    <a:pt x="3731404" y="4627914"/>
                  </a:lnTo>
                  <a:lnTo>
                    <a:pt x="3731404" y="4560037"/>
                  </a:lnTo>
                  <a:lnTo>
                    <a:pt x="3808048" y="4483399"/>
                  </a:lnTo>
                  <a:lnTo>
                    <a:pt x="3808048" y="4373902"/>
                  </a:lnTo>
                  <a:lnTo>
                    <a:pt x="4009508" y="4172440"/>
                  </a:lnTo>
                  <a:close/>
                  <a:moveTo>
                    <a:pt x="3928487" y="4172440"/>
                  </a:moveTo>
                  <a:lnTo>
                    <a:pt x="3464262" y="4636691"/>
                  </a:lnTo>
                  <a:lnTo>
                    <a:pt x="3464262" y="4656388"/>
                  </a:lnTo>
                  <a:lnTo>
                    <a:pt x="3948194" y="4172440"/>
                  </a:lnTo>
                  <a:close/>
                  <a:moveTo>
                    <a:pt x="3716079" y="4172440"/>
                  </a:moveTo>
                  <a:lnTo>
                    <a:pt x="3464262" y="4424268"/>
                  </a:lnTo>
                  <a:lnTo>
                    <a:pt x="3464262" y="4603847"/>
                  </a:lnTo>
                  <a:lnTo>
                    <a:pt x="3895650" y="4172440"/>
                  </a:lnTo>
                  <a:lnTo>
                    <a:pt x="3767174" y="4172440"/>
                  </a:lnTo>
                  <a:lnTo>
                    <a:pt x="3756590" y="4176819"/>
                  </a:lnTo>
                  <a:lnTo>
                    <a:pt x="3746005" y="4172440"/>
                  </a:lnTo>
                  <a:close/>
                  <a:moveTo>
                    <a:pt x="3421658" y="4172440"/>
                  </a:moveTo>
                  <a:lnTo>
                    <a:pt x="3100754" y="4494256"/>
                  </a:lnTo>
                  <a:lnTo>
                    <a:pt x="3100754" y="4551882"/>
                  </a:lnTo>
                  <a:lnTo>
                    <a:pt x="3120461" y="4560037"/>
                  </a:lnTo>
                  <a:cubicBezTo>
                    <a:pt x="3137981" y="4577555"/>
                    <a:pt x="3137981" y="4606023"/>
                    <a:pt x="3120461" y="4623541"/>
                  </a:cubicBezTo>
                  <a:cubicBezTo>
                    <a:pt x="3111701" y="4632301"/>
                    <a:pt x="3100205" y="4636680"/>
                    <a:pt x="3088708" y="4636680"/>
                  </a:cubicBezTo>
                  <a:lnTo>
                    <a:pt x="3067799" y="4628028"/>
                  </a:lnTo>
                  <a:lnTo>
                    <a:pt x="2855497" y="4840331"/>
                  </a:lnTo>
                  <a:lnTo>
                    <a:pt x="3146735" y="4840331"/>
                  </a:lnTo>
                  <a:lnTo>
                    <a:pt x="3162065" y="4834060"/>
                  </a:lnTo>
                  <a:lnTo>
                    <a:pt x="3162065" y="4511861"/>
                  </a:lnTo>
                  <a:lnTo>
                    <a:pt x="3394113" y="4279811"/>
                  </a:lnTo>
                  <a:lnTo>
                    <a:pt x="3388711" y="4266602"/>
                  </a:lnTo>
                  <a:cubicBezTo>
                    <a:pt x="3388711" y="4257843"/>
                    <a:pt x="3391994" y="4249083"/>
                    <a:pt x="3398565" y="4242514"/>
                  </a:cubicBezTo>
                  <a:cubicBezTo>
                    <a:pt x="3411703" y="4229376"/>
                    <a:pt x="3433601" y="4229376"/>
                    <a:pt x="3446737" y="4242514"/>
                  </a:cubicBezTo>
                  <a:cubicBezTo>
                    <a:pt x="3459878" y="4255653"/>
                    <a:pt x="3459878" y="4277551"/>
                    <a:pt x="3446737" y="4290690"/>
                  </a:cubicBezTo>
                  <a:cubicBezTo>
                    <a:pt x="3440171" y="4297259"/>
                    <a:pt x="3431411" y="4300544"/>
                    <a:pt x="3422652" y="4300543"/>
                  </a:cubicBezTo>
                  <a:lnTo>
                    <a:pt x="3404782" y="4293233"/>
                  </a:lnTo>
                  <a:lnTo>
                    <a:pt x="3179585" y="4518429"/>
                  </a:lnTo>
                  <a:lnTo>
                    <a:pt x="3179585" y="4834063"/>
                  </a:lnTo>
                  <a:lnTo>
                    <a:pt x="3194909" y="4840331"/>
                  </a:lnTo>
                  <a:lnTo>
                    <a:pt x="3227783" y="4840331"/>
                  </a:lnTo>
                  <a:lnTo>
                    <a:pt x="3442365" y="4625745"/>
                  </a:lnTo>
                  <a:lnTo>
                    <a:pt x="3442365" y="4415508"/>
                  </a:lnTo>
                  <a:lnTo>
                    <a:pt x="3685421" y="4172440"/>
                  </a:lnTo>
                  <a:close/>
                  <a:moveTo>
                    <a:pt x="8956310" y="4072122"/>
                  </a:moveTo>
                  <a:lnTo>
                    <a:pt x="8855494" y="4172440"/>
                  </a:lnTo>
                  <a:lnTo>
                    <a:pt x="8786644" y="4172440"/>
                  </a:lnTo>
                  <a:lnTo>
                    <a:pt x="9006591" y="4391761"/>
                  </a:lnTo>
                  <a:lnTo>
                    <a:pt x="9006591" y="4122074"/>
                  </a:lnTo>
                  <a:close/>
                  <a:moveTo>
                    <a:pt x="8154757" y="4071709"/>
                  </a:moveTo>
                  <a:lnTo>
                    <a:pt x="8154757" y="4148352"/>
                  </a:lnTo>
                  <a:lnTo>
                    <a:pt x="8231400" y="4148352"/>
                  </a:lnTo>
                  <a:close/>
                  <a:moveTo>
                    <a:pt x="5106551" y="4062967"/>
                  </a:moveTo>
                  <a:lnTo>
                    <a:pt x="4986141" y="4183389"/>
                  </a:lnTo>
                  <a:lnTo>
                    <a:pt x="4659847" y="4183389"/>
                  </a:lnTo>
                  <a:lnTo>
                    <a:pt x="3777394" y="5065882"/>
                  </a:lnTo>
                  <a:lnTo>
                    <a:pt x="3777394" y="5071923"/>
                  </a:lnTo>
                  <a:lnTo>
                    <a:pt x="4318230" y="4529380"/>
                  </a:lnTo>
                  <a:lnTo>
                    <a:pt x="4513129" y="4529380"/>
                  </a:lnTo>
                  <a:lnTo>
                    <a:pt x="4565685" y="4476823"/>
                  </a:lnTo>
                  <a:lnTo>
                    <a:pt x="4613149" y="4476823"/>
                  </a:lnTo>
                  <a:lnTo>
                    <a:pt x="4694921" y="4393928"/>
                  </a:lnTo>
                  <a:lnTo>
                    <a:pt x="4691870" y="4376365"/>
                  </a:lnTo>
                  <a:cubicBezTo>
                    <a:pt x="4692144" y="4364047"/>
                    <a:pt x="4697069" y="4352004"/>
                    <a:pt x="4705826" y="4343245"/>
                  </a:cubicBezTo>
                  <a:cubicBezTo>
                    <a:pt x="4725537" y="4323537"/>
                    <a:pt x="4756193" y="4323537"/>
                    <a:pt x="4773709" y="4343245"/>
                  </a:cubicBezTo>
                  <a:cubicBezTo>
                    <a:pt x="4791232" y="4362954"/>
                    <a:pt x="4791232" y="4393610"/>
                    <a:pt x="4773709" y="4411128"/>
                  </a:cubicBezTo>
                  <a:cubicBezTo>
                    <a:pt x="4763859" y="4419887"/>
                    <a:pt x="4751265" y="4424267"/>
                    <a:pt x="4738949" y="4424267"/>
                  </a:cubicBezTo>
                  <a:lnTo>
                    <a:pt x="4720168" y="4416818"/>
                  </a:lnTo>
                  <a:lnTo>
                    <a:pt x="4660928" y="4476823"/>
                  </a:lnTo>
                  <a:lnTo>
                    <a:pt x="5043067" y="4476823"/>
                  </a:lnTo>
                  <a:lnTo>
                    <a:pt x="5106551" y="4413335"/>
                  </a:lnTo>
                  <a:close/>
                  <a:moveTo>
                    <a:pt x="8949656" y="4034482"/>
                  </a:moveTo>
                  <a:lnTo>
                    <a:pt x="8955131" y="4039957"/>
                  </a:lnTo>
                  <a:lnTo>
                    <a:pt x="8960606" y="4034482"/>
                  </a:lnTo>
                  <a:close/>
                  <a:moveTo>
                    <a:pt x="3188347" y="4034482"/>
                  </a:moveTo>
                  <a:lnTo>
                    <a:pt x="3100754" y="4122074"/>
                  </a:lnTo>
                  <a:lnTo>
                    <a:pt x="3100754" y="4468202"/>
                  </a:lnTo>
                  <a:lnTo>
                    <a:pt x="3397361" y="4172440"/>
                  </a:lnTo>
                  <a:lnTo>
                    <a:pt x="3328514" y="4172440"/>
                  </a:lnTo>
                  <a:lnTo>
                    <a:pt x="3190556" y="4034482"/>
                  </a:lnTo>
                  <a:close/>
                  <a:moveTo>
                    <a:pt x="7814545" y="3944700"/>
                  </a:moveTo>
                  <a:lnTo>
                    <a:pt x="7830665" y="3955649"/>
                  </a:lnTo>
                  <a:cubicBezTo>
                    <a:pt x="7850373" y="3975358"/>
                    <a:pt x="7854069" y="4002456"/>
                    <a:pt x="7844522" y="4025860"/>
                  </a:cubicBezTo>
                  <a:lnTo>
                    <a:pt x="7843444" y="4027553"/>
                  </a:lnTo>
                  <a:lnTo>
                    <a:pt x="7964243" y="4148352"/>
                  </a:lnTo>
                  <a:lnTo>
                    <a:pt x="8048839" y="4148352"/>
                  </a:lnTo>
                  <a:lnTo>
                    <a:pt x="7941030" y="4039897"/>
                  </a:lnTo>
                  <a:lnTo>
                    <a:pt x="7924827" y="4046526"/>
                  </a:lnTo>
                  <a:cubicBezTo>
                    <a:pt x="7916068" y="4046526"/>
                    <a:pt x="7907309" y="4043241"/>
                    <a:pt x="7900740" y="4036672"/>
                  </a:cubicBezTo>
                  <a:cubicBezTo>
                    <a:pt x="7887600" y="4023532"/>
                    <a:pt x="7887600" y="4001636"/>
                    <a:pt x="7900740" y="3988496"/>
                  </a:cubicBezTo>
                  <a:cubicBezTo>
                    <a:pt x="7913878" y="3975358"/>
                    <a:pt x="7935777" y="3975358"/>
                    <a:pt x="7948914" y="3988496"/>
                  </a:cubicBezTo>
                  <a:cubicBezTo>
                    <a:pt x="7955484" y="3995065"/>
                    <a:pt x="7958769" y="4003825"/>
                    <a:pt x="7958769" y="4012584"/>
                  </a:cubicBezTo>
                  <a:lnTo>
                    <a:pt x="7952094" y="4028901"/>
                  </a:lnTo>
                  <a:lnTo>
                    <a:pt x="8071545" y="4148352"/>
                  </a:lnTo>
                  <a:lnTo>
                    <a:pt x="8130668" y="4148352"/>
                  </a:lnTo>
                  <a:lnTo>
                    <a:pt x="8130668" y="4047621"/>
                  </a:lnTo>
                  <a:lnTo>
                    <a:pt x="8064608" y="3981561"/>
                  </a:lnTo>
                  <a:lnTo>
                    <a:pt x="8056968" y="3986887"/>
                  </a:lnTo>
                  <a:cubicBezTo>
                    <a:pt x="8051425" y="3989316"/>
                    <a:pt x="8045266" y="3990685"/>
                    <a:pt x="8038696" y="3990685"/>
                  </a:cubicBezTo>
                  <a:cubicBezTo>
                    <a:pt x="8012419" y="3990685"/>
                    <a:pt x="7992710" y="3970978"/>
                    <a:pt x="7992710" y="3944700"/>
                  </a:cubicBezTo>
                  <a:close/>
                  <a:moveTo>
                    <a:pt x="6956591" y="3944700"/>
                  </a:moveTo>
                  <a:lnTo>
                    <a:pt x="6954653" y="3955560"/>
                  </a:lnTo>
                  <a:lnTo>
                    <a:pt x="7136495" y="4137403"/>
                  </a:lnTo>
                  <a:lnTo>
                    <a:pt x="7464967" y="4139592"/>
                  </a:lnTo>
                  <a:lnTo>
                    <a:pt x="8329942" y="5004568"/>
                  </a:lnTo>
                  <a:lnTo>
                    <a:pt x="8329942" y="4759310"/>
                  </a:lnTo>
                  <a:lnTo>
                    <a:pt x="8041624" y="4470993"/>
                  </a:lnTo>
                  <a:lnTo>
                    <a:pt x="8024463" y="4478466"/>
                  </a:lnTo>
                  <a:cubicBezTo>
                    <a:pt x="8012420" y="4478466"/>
                    <a:pt x="8000375" y="4473539"/>
                    <a:pt x="7990521" y="4463684"/>
                  </a:cubicBezTo>
                  <a:cubicBezTo>
                    <a:pt x="7973002" y="4443977"/>
                    <a:pt x="7973002" y="4415509"/>
                    <a:pt x="7990521" y="4395801"/>
                  </a:cubicBezTo>
                  <a:cubicBezTo>
                    <a:pt x="8010229" y="4376092"/>
                    <a:pt x="8038697" y="4376092"/>
                    <a:pt x="8058405" y="4395801"/>
                  </a:cubicBezTo>
                  <a:cubicBezTo>
                    <a:pt x="8068259" y="4405655"/>
                    <a:pt x="8073186" y="4417699"/>
                    <a:pt x="8073186" y="4429743"/>
                  </a:cubicBezTo>
                  <a:lnTo>
                    <a:pt x="8065713" y="4446905"/>
                  </a:lnTo>
                  <a:lnTo>
                    <a:pt x="8329942" y="4711136"/>
                  </a:lnTo>
                  <a:lnTo>
                    <a:pt x="8329942" y="4608212"/>
                  </a:lnTo>
                  <a:lnTo>
                    <a:pt x="8279576" y="4557846"/>
                  </a:lnTo>
                  <a:lnTo>
                    <a:pt x="8279576" y="4529379"/>
                  </a:lnTo>
                  <a:lnTo>
                    <a:pt x="7922637" y="4172440"/>
                  </a:lnTo>
                  <a:lnTo>
                    <a:pt x="7699558" y="4172440"/>
                  </a:lnTo>
                  <a:lnTo>
                    <a:pt x="7692707" y="4189137"/>
                  </a:lnTo>
                  <a:cubicBezTo>
                    <a:pt x="7684496" y="4197622"/>
                    <a:pt x="7672999" y="4203097"/>
                    <a:pt x="7659860" y="4203097"/>
                  </a:cubicBezTo>
                  <a:cubicBezTo>
                    <a:pt x="7633583" y="4203097"/>
                    <a:pt x="7613874" y="4183389"/>
                    <a:pt x="7613874" y="4157111"/>
                  </a:cubicBezTo>
                  <a:cubicBezTo>
                    <a:pt x="7613874" y="4133023"/>
                    <a:pt x="7633583" y="4111125"/>
                    <a:pt x="7659860" y="4111125"/>
                  </a:cubicBezTo>
                  <a:cubicBezTo>
                    <a:pt x="7672999" y="4111125"/>
                    <a:pt x="7684496" y="4116052"/>
                    <a:pt x="7692707" y="4124264"/>
                  </a:cubicBezTo>
                  <a:lnTo>
                    <a:pt x="7702342" y="4148352"/>
                  </a:lnTo>
                  <a:lnTo>
                    <a:pt x="7898549" y="4148352"/>
                  </a:lnTo>
                  <a:lnTo>
                    <a:pt x="7811105" y="4060907"/>
                  </a:lnTo>
                  <a:lnTo>
                    <a:pt x="7808904" y="4062402"/>
                  </a:lnTo>
                  <a:cubicBezTo>
                    <a:pt x="7785500" y="4072256"/>
                    <a:pt x="7758401" y="4067329"/>
                    <a:pt x="7738693" y="4047621"/>
                  </a:cubicBezTo>
                  <a:cubicBezTo>
                    <a:pt x="7712415" y="4021344"/>
                    <a:pt x="7712415" y="3981927"/>
                    <a:pt x="7738693" y="3955649"/>
                  </a:cubicBezTo>
                  <a:lnTo>
                    <a:pt x="7754813" y="3944700"/>
                  </a:lnTo>
                  <a:lnTo>
                    <a:pt x="7145255" y="3944700"/>
                  </a:lnTo>
                  <a:close/>
                  <a:moveTo>
                    <a:pt x="6641600" y="3944700"/>
                  </a:moveTo>
                  <a:lnTo>
                    <a:pt x="6641600" y="4549088"/>
                  </a:lnTo>
                  <a:lnTo>
                    <a:pt x="6696910" y="4604398"/>
                  </a:lnTo>
                  <a:lnTo>
                    <a:pt x="6700724" y="4595073"/>
                  </a:lnTo>
                  <a:cubicBezTo>
                    <a:pt x="6713863" y="4581935"/>
                    <a:pt x="6735761" y="4581935"/>
                    <a:pt x="6748900" y="4595073"/>
                  </a:cubicBezTo>
                  <a:lnTo>
                    <a:pt x="6756963" y="4614782"/>
                  </a:lnTo>
                  <a:lnTo>
                    <a:pt x="6959122" y="4614782"/>
                  </a:lnTo>
                  <a:lnTo>
                    <a:pt x="7683524" y="5339185"/>
                  </a:lnTo>
                  <a:lnTo>
                    <a:pt x="7690518" y="5336324"/>
                  </a:lnTo>
                  <a:lnTo>
                    <a:pt x="7701466" y="5340804"/>
                  </a:lnTo>
                  <a:lnTo>
                    <a:pt x="7701466" y="5278294"/>
                  </a:lnTo>
                  <a:lnTo>
                    <a:pt x="7484515" y="5061343"/>
                  </a:lnTo>
                  <a:lnTo>
                    <a:pt x="7468252" y="5068072"/>
                  </a:lnTo>
                  <a:cubicBezTo>
                    <a:pt x="7456756" y="5068072"/>
                    <a:pt x="7445260" y="5063694"/>
                    <a:pt x="7436500" y="5054934"/>
                  </a:cubicBezTo>
                  <a:cubicBezTo>
                    <a:pt x="7418981" y="5037416"/>
                    <a:pt x="7418981" y="5008947"/>
                    <a:pt x="7436500" y="4991429"/>
                  </a:cubicBezTo>
                  <a:cubicBezTo>
                    <a:pt x="7454019" y="4973910"/>
                    <a:pt x="7482485" y="4973910"/>
                    <a:pt x="7500004" y="4991429"/>
                  </a:cubicBezTo>
                  <a:cubicBezTo>
                    <a:pt x="7508764" y="5000188"/>
                    <a:pt x="7513144" y="5011686"/>
                    <a:pt x="7513144" y="5023182"/>
                  </a:cubicBezTo>
                  <a:lnTo>
                    <a:pt x="7503850" y="5045641"/>
                  </a:lnTo>
                  <a:lnTo>
                    <a:pt x="7725554" y="5267345"/>
                  </a:lnTo>
                  <a:lnTo>
                    <a:pt x="7725554" y="5619905"/>
                  </a:lnTo>
                  <a:lnTo>
                    <a:pt x="8005849" y="5900200"/>
                  </a:lnTo>
                  <a:lnTo>
                    <a:pt x="8124099" y="5900200"/>
                  </a:lnTo>
                  <a:lnTo>
                    <a:pt x="7962053" y="5738155"/>
                  </a:lnTo>
                  <a:lnTo>
                    <a:pt x="7962053" y="5372456"/>
                  </a:lnTo>
                  <a:lnTo>
                    <a:pt x="7802904" y="5213306"/>
                  </a:lnTo>
                  <a:lnTo>
                    <a:pt x="7791248" y="5218075"/>
                  </a:lnTo>
                  <a:cubicBezTo>
                    <a:pt x="7782489" y="5218075"/>
                    <a:pt x="7773730" y="5214789"/>
                    <a:pt x="7767161" y="5208220"/>
                  </a:cubicBezTo>
                  <a:cubicBezTo>
                    <a:pt x="7754021" y="5195082"/>
                    <a:pt x="7754021" y="5173183"/>
                    <a:pt x="7767161" y="5160045"/>
                  </a:cubicBezTo>
                  <a:cubicBezTo>
                    <a:pt x="7780299" y="5146905"/>
                    <a:pt x="7802198" y="5146905"/>
                    <a:pt x="7815336" y="5160045"/>
                  </a:cubicBezTo>
                  <a:cubicBezTo>
                    <a:pt x="7821905" y="5166615"/>
                    <a:pt x="7825190" y="5175374"/>
                    <a:pt x="7825190" y="5184133"/>
                  </a:cubicBezTo>
                  <a:lnTo>
                    <a:pt x="7817789" y="5202223"/>
                  </a:lnTo>
                  <a:lnTo>
                    <a:pt x="7979571" y="5365887"/>
                  </a:lnTo>
                  <a:lnTo>
                    <a:pt x="7979571" y="5731585"/>
                  </a:lnTo>
                  <a:lnTo>
                    <a:pt x="8148186" y="5900200"/>
                  </a:lnTo>
                  <a:lnTo>
                    <a:pt x="8433161" y="5900200"/>
                  </a:lnTo>
                  <a:lnTo>
                    <a:pt x="8439432" y="5884872"/>
                  </a:lnTo>
                  <a:cubicBezTo>
                    <a:pt x="8452570" y="5871734"/>
                    <a:pt x="8474469" y="5871734"/>
                    <a:pt x="8487607" y="5884872"/>
                  </a:cubicBezTo>
                  <a:cubicBezTo>
                    <a:pt x="8494176" y="5891441"/>
                    <a:pt x="8497462" y="5900200"/>
                    <a:pt x="8497462" y="5908960"/>
                  </a:cubicBezTo>
                  <a:lnTo>
                    <a:pt x="8491422" y="5923723"/>
                  </a:lnTo>
                  <a:lnTo>
                    <a:pt x="8927760" y="6360062"/>
                  </a:lnTo>
                  <a:lnTo>
                    <a:pt x="8927760" y="6331594"/>
                  </a:lnTo>
                  <a:lnTo>
                    <a:pt x="8640893" y="6044727"/>
                  </a:lnTo>
                  <a:lnTo>
                    <a:pt x="8640893" y="5860784"/>
                  </a:lnTo>
                  <a:lnTo>
                    <a:pt x="8329942" y="5549831"/>
                  </a:lnTo>
                  <a:lnTo>
                    <a:pt x="8329942" y="5323484"/>
                  </a:lnTo>
                  <a:lnTo>
                    <a:pt x="8321182" y="5319901"/>
                  </a:lnTo>
                  <a:cubicBezTo>
                    <a:pt x="8314612" y="5313331"/>
                    <a:pt x="8311327" y="5304572"/>
                    <a:pt x="8311327" y="5295814"/>
                  </a:cubicBezTo>
                  <a:lnTo>
                    <a:pt x="8318003" y="5279495"/>
                  </a:lnTo>
                  <a:lnTo>
                    <a:pt x="8247103" y="5208595"/>
                  </a:lnTo>
                  <a:lnTo>
                    <a:pt x="8221546" y="5219169"/>
                  </a:lnTo>
                  <a:cubicBezTo>
                    <a:pt x="8210050" y="5219169"/>
                    <a:pt x="8198552" y="5214789"/>
                    <a:pt x="8189793" y="5206030"/>
                  </a:cubicBezTo>
                  <a:cubicBezTo>
                    <a:pt x="8181034" y="5197271"/>
                    <a:pt x="8176654" y="5185775"/>
                    <a:pt x="8176654" y="5174279"/>
                  </a:cubicBezTo>
                  <a:lnTo>
                    <a:pt x="8184666" y="5154917"/>
                  </a:lnTo>
                  <a:lnTo>
                    <a:pt x="7828475" y="4798726"/>
                  </a:lnTo>
                  <a:lnTo>
                    <a:pt x="7482485" y="4798726"/>
                  </a:lnTo>
                  <a:lnTo>
                    <a:pt x="7244638" y="4558896"/>
                  </a:lnTo>
                  <a:lnTo>
                    <a:pt x="7228468" y="4565511"/>
                  </a:lnTo>
                  <a:cubicBezTo>
                    <a:pt x="7219709" y="4565511"/>
                    <a:pt x="7210950" y="4562226"/>
                    <a:pt x="7204381" y="4555657"/>
                  </a:cubicBezTo>
                  <a:cubicBezTo>
                    <a:pt x="7191241" y="4542518"/>
                    <a:pt x="7191241" y="4520620"/>
                    <a:pt x="7204381" y="4507481"/>
                  </a:cubicBezTo>
                  <a:lnTo>
                    <a:pt x="7220440" y="4500911"/>
                  </a:lnTo>
                  <a:lnTo>
                    <a:pt x="7053283" y="4500911"/>
                  </a:lnTo>
                  <a:lnTo>
                    <a:pt x="6729938" y="4177567"/>
                  </a:lnTo>
                  <a:lnTo>
                    <a:pt x="6710578" y="4185579"/>
                  </a:lnTo>
                  <a:cubicBezTo>
                    <a:pt x="6699081" y="4185579"/>
                    <a:pt x="6687585" y="4181199"/>
                    <a:pt x="6678826" y="4172440"/>
                  </a:cubicBezTo>
                  <a:cubicBezTo>
                    <a:pt x="6661307" y="4154921"/>
                    <a:pt x="6661307" y="4126454"/>
                    <a:pt x="6678826" y="4108936"/>
                  </a:cubicBezTo>
                  <a:cubicBezTo>
                    <a:pt x="6687585" y="4100176"/>
                    <a:pt x="6699081" y="4095797"/>
                    <a:pt x="6710852" y="4095797"/>
                  </a:cubicBezTo>
                  <a:cubicBezTo>
                    <a:pt x="6722622" y="4095797"/>
                    <a:pt x="6734666" y="4100176"/>
                    <a:pt x="6744520" y="4108936"/>
                  </a:cubicBezTo>
                  <a:cubicBezTo>
                    <a:pt x="6753280" y="4117695"/>
                    <a:pt x="6757659" y="4129191"/>
                    <a:pt x="6757660" y="4140687"/>
                  </a:cubicBezTo>
                  <a:lnTo>
                    <a:pt x="6748366" y="4163146"/>
                  </a:lnTo>
                  <a:lnTo>
                    <a:pt x="7062042" y="4476823"/>
                  </a:lnTo>
                  <a:lnTo>
                    <a:pt x="7444178" y="4476823"/>
                  </a:lnTo>
                  <a:lnTo>
                    <a:pt x="7384932" y="4416818"/>
                  </a:lnTo>
                  <a:lnTo>
                    <a:pt x="7366151" y="4424267"/>
                  </a:lnTo>
                  <a:cubicBezTo>
                    <a:pt x="7353834" y="4424267"/>
                    <a:pt x="7341243" y="4419887"/>
                    <a:pt x="7331388" y="4411128"/>
                  </a:cubicBezTo>
                  <a:cubicBezTo>
                    <a:pt x="7311680" y="4393610"/>
                    <a:pt x="7313870" y="4362954"/>
                    <a:pt x="7331388" y="4343245"/>
                  </a:cubicBezTo>
                  <a:cubicBezTo>
                    <a:pt x="7351097" y="4323537"/>
                    <a:pt x="7379564" y="4323537"/>
                    <a:pt x="7399272" y="4343245"/>
                  </a:cubicBezTo>
                  <a:cubicBezTo>
                    <a:pt x="7409127" y="4352004"/>
                    <a:pt x="7414054" y="4364047"/>
                    <a:pt x="7414054" y="4376365"/>
                  </a:cubicBezTo>
                  <a:lnTo>
                    <a:pt x="7407765" y="4391154"/>
                  </a:lnTo>
                  <a:lnTo>
                    <a:pt x="7493434" y="4476823"/>
                  </a:lnTo>
                  <a:lnTo>
                    <a:pt x="7541609" y="4476823"/>
                  </a:lnTo>
                  <a:lnTo>
                    <a:pt x="7594166" y="4529380"/>
                  </a:lnTo>
                  <a:lnTo>
                    <a:pt x="7786869" y="4529380"/>
                  </a:lnTo>
                  <a:lnTo>
                    <a:pt x="8329942" y="5072453"/>
                  </a:lnTo>
                  <a:lnTo>
                    <a:pt x="8329942" y="5068072"/>
                  </a:lnTo>
                  <a:lnTo>
                    <a:pt x="7445259" y="4183389"/>
                  </a:lnTo>
                  <a:lnTo>
                    <a:pt x="7118977" y="4183389"/>
                  </a:lnTo>
                  <a:lnTo>
                    <a:pt x="6924947" y="3989358"/>
                  </a:lnTo>
                  <a:lnTo>
                    <a:pt x="6917651" y="3994210"/>
                  </a:lnTo>
                  <a:cubicBezTo>
                    <a:pt x="6894248" y="4003551"/>
                    <a:pt x="6867149" y="3997802"/>
                    <a:pt x="6847441" y="3979737"/>
                  </a:cubicBezTo>
                  <a:cubicBezTo>
                    <a:pt x="6840871" y="3973715"/>
                    <a:pt x="6835944" y="3966598"/>
                    <a:pt x="6832659" y="3958933"/>
                  </a:cubicBezTo>
                  <a:lnTo>
                    <a:pt x="6829749" y="3944700"/>
                  </a:lnTo>
                  <a:close/>
                  <a:moveTo>
                    <a:pt x="4340859" y="3944700"/>
                  </a:moveTo>
                  <a:lnTo>
                    <a:pt x="4366411" y="3955649"/>
                  </a:lnTo>
                  <a:cubicBezTo>
                    <a:pt x="4392686" y="3981927"/>
                    <a:pt x="4392686" y="4021344"/>
                    <a:pt x="4366411" y="4047621"/>
                  </a:cubicBezTo>
                  <a:cubicBezTo>
                    <a:pt x="4353268" y="4060760"/>
                    <a:pt x="4336845" y="4067329"/>
                    <a:pt x="4320421" y="4067329"/>
                  </a:cubicBezTo>
                  <a:lnTo>
                    <a:pt x="4298963" y="4058132"/>
                  </a:lnTo>
                  <a:lnTo>
                    <a:pt x="4208789" y="4148352"/>
                  </a:lnTo>
                  <a:lnTo>
                    <a:pt x="4481601" y="4148352"/>
                  </a:lnTo>
                  <a:lnTo>
                    <a:pt x="4491239" y="4124264"/>
                  </a:lnTo>
                  <a:cubicBezTo>
                    <a:pt x="4499448" y="4116052"/>
                    <a:pt x="4510936" y="4111125"/>
                    <a:pt x="4524078" y="4111125"/>
                  </a:cubicBezTo>
                  <a:cubicBezTo>
                    <a:pt x="4550358" y="4111125"/>
                    <a:pt x="4570064" y="4133023"/>
                    <a:pt x="4570064" y="4157111"/>
                  </a:cubicBezTo>
                  <a:cubicBezTo>
                    <a:pt x="4570064" y="4183389"/>
                    <a:pt x="4550358" y="4203097"/>
                    <a:pt x="4524078" y="4203097"/>
                  </a:cubicBezTo>
                  <a:cubicBezTo>
                    <a:pt x="4510936" y="4203097"/>
                    <a:pt x="4499448" y="4197622"/>
                    <a:pt x="4491239" y="4189137"/>
                  </a:cubicBezTo>
                  <a:lnTo>
                    <a:pt x="4484390" y="4172440"/>
                  </a:lnTo>
                  <a:lnTo>
                    <a:pt x="4184702" y="4172440"/>
                  </a:lnTo>
                  <a:lnTo>
                    <a:pt x="3825563" y="4531573"/>
                  </a:lnTo>
                  <a:lnTo>
                    <a:pt x="3825563" y="4557846"/>
                  </a:lnTo>
                  <a:lnTo>
                    <a:pt x="3777394" y="4606018"/>
                  </a:lnTo>
                  <a:lnTo>
                    <a:pt x="3777394" y="4710453"/>
                  </a:lnTo>
                  <a:lnTo>
                    <a:pt x="4040059" y="4446434"/>
                  </a:lnTo>
                  <a:lnTo>
                    <a:pt x="4033596" y="4429743"/>
                  </a:lnTo>
                  <a:cubicBezTo>
                    <a:pt x="4033596" y="4417699"/>
                    <a:pt x="4037976" y="4405655"/>
                    <a:pt x="4046736" y="4395801"/>
                  </a:cubicBezTo>
                  <a:cubicBezTo>
                    <a:pt x="4066444" y="4376092"/>
                    <a:pt x="4097104" y="4376092"/>
                    <a:pt x="4114621" y="4395801"/>
                  </a:cubicBezTo>
                  <a:cubicBezTo>
                    <a:pt x="4132140" y="4415509"/>
                    <a:pt x="4132140" y="4443977"/>
                    <a:pt x="4114621" y="4463684"/>
                  </a:cubicBezTo>
                  <a:cubicBezTo>
                    <a:pt x="4104767" y="4473539"/>
                    <a:pt x="4092725" y="4478466"/>
                    <a:pt x="4080683" y="4478466"/>
                  </a:cubicBezTo>
                  <a:lnTo>
                    <a:pt x="4063519" y="4470993"/>
                  </a:lnTo>
                  <a:lnTo>
                    <a:pt x="3777394" y="4757116"/>
                  </a:lnTo>
                  <a:lnTo>
                    <a:pt x="3777394" y="5002379"/>
                  </a:lnTo>
                  <a:lnTo>
                    <a:pt x="4640135" y="4139592"/>
                  </a:lnTo>
                  <a:lnTo>
                    <a:pt x="4968621" y="4137403"/>
                  </a:lnTo>
                  <a:lnTo>
                    <a:pt x="5079654" y="4027469"/>
                  </a:lnTo>
                  <a:lnTo>
                    <a:pt x="5073700" y="4012584"/>
                  </a:lnTo>
                  <a:cubicBezTo>
                    <a:pt x="5073700" y="3986306"/>
                    <a:pt x="5093409" y="3966598"/>
                    <a:pt x="5119685" y="3966598"/>
                  </a:cubicBezTo>
                  <a:lnTo>
                    <a:pt x="5134963" y="3972709"/>
                  </a:lnTo>
                  <a:lnTo>
                    <a:pt x="5150722" y="3957106"/>
                  </a:lnTo>
                  <a:lnTo>
                    <a:pt x="5148508" y="3944700"/>
                  </a:lnTo>
                  <a:lnTo>
                    <a:pt x="5038689" y="3944700"/>
                  </a:lnTo>
                  <a:close/>
                  <a:moveTo>
                    <a:pt x="4191270" y="3944700"/>
                  </a:moveTo>
                  <a:cubicBezTo>
                    <a:pt x="4191270" y="3970978"/>
                    <a:pt x="4171560" y="3990685"/>
                    <a:pt x="4145280" y="3990685"/>
                  </a:cubicBezTo>
                  <a:cubicBezTo>
                    <a:pt x="4138710" y="3990685"/>
                    <a:pt x="4132551" y="3989316"/>
                    <a:pt x="4127007" y="3986887"/>
                  </a:cubicBezTo>
                  <a:lnTo>
                    <a:pt x="4119367" y="3981561"/>
                  </a:lnTo>
                  <a:lnTo>
                    <a:pt x="3974470" y="4126454"/>
                  </a:lnTo>
                  <a:lnTo>
                    <a:pt x="3974470" y="4148352"/>
                  </a:lnTo>
                  <a:lnTo>
                    <a:pt x="4033596" y="4148352"/>
                  </a:lnTo>
                  <a:lnTo>
                    <a:pt x="4153051" y="4028901"/>
                  </a:lnTo>
                  <a:lnTo>
                    <a:pt x="4146375" y="4012584"/>
                  </a:lnTo>
                  <a:cubicBezTo>
                    <a:pt x="4146375" y="4003825"/>
                    <a:pt x="4149661" y="3995065"/>
                    <a:pt x="4156229" y="3988496"/>
                  </a:cubicBezTo>
                  <a:cubicBezTo>
                    <a:pt x="4169371" y="3975358"/>
                    <a:pt x="4191270" y="3975358"/>
                    <a:pt x="4204412" y="3988496"/>
                  </a:cubicBezTo>
                  <a:cubicBezTo>
                    <a:pt x="4217498" y="4001636"/>
                    <a:pt x="4217498" y="4023532"/>
                    <a:pt x="4204412" y="4036672"/>
                  </a:cubicBezTo>
                  <a:cubicBezTo>
                    <a:pt x="4197842" y="4043241"/>
                    <a:pt x="4189081" y="4046526"/>
                    <a:pt x="4180322" y="4046526"/>
                  </a:cubicBezTo>
                  <a:lnTo>
                    <a:pt x="4164116" y="4039897"/>
                  </a:lnTo>
                  <a:lnTo>
                    <a:pt x="4056306" y="4148352"/>
                  </a:lnTo>
                  <a:lnTo>
                    <a:pt x="4143088" y="4148352"/>
                  </a:lnTo>
                  <a:lnTo>
                    <a:pt x="4262507" y="4028891"/>
                  </a:lnTo>
                  <a:lnTo>
                    <a:pt x="4260574" y="4025860"/>
                  </a:lnTo>
                  <a:cubicBezTo>
                    <a:pt x="4251028" y="4002456"/>
                    <a:pt x="4254725" y="3975358"/>
                    <a:pt x="4274436" y="3955649"/>
                  </a:cubicBezTo>
                  <a:lnTo>
                    <a:pt x="4299982" y="3944700"/>
                  </a:lnTo>
                  <a:close/>
                  <a:moveTo>
                    <a:pt x="8573544" y="3927181"/>
                  </a:moveTo>
                  <a:lnTo>
                    <a:pt x="8658412" y="4012583"/>
                  </a:lnTo>
                  <a:lnTo>
                    <a:pt x="8896380" y="4012583"/>
                  </a:lnTo>
                  <a:lnTo>
                    <a:pt x="8810415" y="3927181"/>
                  </a:lnTo>
                  <a:close/>
                  <a:moveTo>
                    <a:pt x="8540686" y="3927181"/>
                  </a:moveTo>
                  <a:lnTo>
                    <a:pt x="8762488" y="4148352"/>
                  </a:lnTo>
                  <a:lnTo>
                    <a:pt x="8846735" y="4148352"/>
                  </a:lnTo>
                  <a:lnTo>
                    <a:pt x="8939583" y="4055504"/>
                  </a:lnTo>
                  <a:lnTo>
                    <a:pt x="8918422" y="4034482"/>
                  </a:lnTo>
                  <a:lnTo>
                    <a:pt x="8649653" y="4034482"/>
                  </a:lnTo>
                  <a:lnTo>
                    <a:pt x="8542352" y="3927181"/>
                  </a:lnTo>
                  <a:close/>
                  <a:moveTo>
                    <a:pt x="8154757" y="3927181"/>
                  </a:moveTo>
                  <a:lnTo>
                    <a:pt x="8154757" y="4038861"/>
                  </a:lnTo>
                  <a:lnTo>
                    <a:pt x="8264248" y="4148352"/>
                  </a:lnTo>
                  <a:lnTo>
                    <a:pt x="8310460" y="4148352"/>
                  </a:lnTo>
                  <a:lnTo>
                    <a:pt x="8303664" y="4131927"/>
                  </a:lnTo>
                  <a:cubicBezTo>
                    <a:pt x="8303664" y="4120431"/>
                    <a:pt x="8308044" y="4108935"/>
                    <a:pt x="8316803" y="4100176"/>
                  </a:cubicBezTo>
                  <a:cubicBezTo>
                    <a:pt x="8334322" y="4082657"/>
                    <a:pt x="8362788" y="4082657"/>
                    <a:pt x="8380307" y="4100176"/>
                  </a:cubicBezTo>
                  <a:cubicBezTo>
                    <a:pt x="8389066" y="4108935"/>
                    <a:pt x="8393446" y="4120431"/>
                    <a:pt x="8393446" y="4132201"/>
                  </a:cubicBezTo>
                  <a:lnTo>
                    <a:pt x="8390141" y="4140668"/>
                  </a:lnTo>
                  <a:lnTo>
                    <a:pt x="8397826" y="4148352"/>
                  </a:lnTo>
                  <a:lnTo>
                    <a:pt x="8738329" y="4148352"/>
                  </a:lnTo>
                  <a:lnTo>
                    <a:pt x="8517786" y="3927181"/>
                  </a:lnTo>
                  <a:close/>
                  <a:moveTo>
                    <a:pt x="8108619" y="3927181"/>
                  </a:moveTo>
                  <a:lnTo>
                    <a:pt x="8103296" y="3940047"/>
                  </a:lnTo>
                  <a:lnTo>
                    <a:pt x="8083382" y="3947870"/>
                  </a:lnTo>
                  <a:lnTo>
                    <a:pt x="8077675" y="3961780"/>
                  </a:lnTo>
                  <a:lnTo>
                    <a:pt x="8130668" y="4014772"/>
                  </a:lnTo>
                  <a:lnTo>
                    <a:pt x="8130668" y="3935940"/>
                  </a:lnTo>
                  <a:lnTo>
                    <a:pt x="8121948" y="3927181"/>
                  </a:lnTo>
                  <a:close/>
                  <a:moveTo>
                    <a:pt x="3983232" y="3927181"/>
                  </a:moveTo>
                  <a:lnTo>
                    <a:pt x="3974470" y="3935940"/>
                  </a:lnTo>
                  <a:lnTo>
                    <a:pt x="3974470" y="4093614"/>
                  </a:lnTo>
                  <a:lnTo>
                    <a:pt x="4106301" y="3961780"/>
                  </a:lnTo>
                  <a:lnTo>
                    <a:pt x="4100174" y="3946844"/>
                  </a:lnTo>
                  <a:lnTo>
                    <a:pt x="4082871" y="3940047"/>
                  </a:lnTo>
                  <a:lnTo>
                    <a:pt x="4077545" y="3927181"/>
                  </a:lnTo>
                  <a:close/>
                  <a:moveTo>
                    <a:pt x="3666208" y="3927181"/>
                  </a:moveTo>
                  <a:lnTo>
                    <a:pt x="3445676" y="4148352"/>
                  </a:lnTo>
                  <a:lnTo>
                    <a:pt x="3709507" y="4148352"/>
                  </a:lnTo>
                  <a:lnTo>
                    <a:pt x="3715616" y="4142244"/>
                  </a:lnTo>
                  <a:lnTo>
                    <a:pt x="3711696" y="4132201"/>
                  </a:lnTo>
                  <a:cubicBezTo>
                    <a:pt x="3711696" y="4120431"/>
                    <a:pt x="3716076" y="4108935"/>
                    <a:pt x="3724837" y="4100176"/>
                  </a:cubicBezTo>
                  <a:cubicBezTo>
                    <a:pt x="3742353" y="4082657"/>
                    <a:pt x="3770824" y="4082657"/>
                    <a:pt x="3788346" y="4100176"/>
                  </a:cubicBezTo>
                  <a:cubicBezTo>
                    <a:pt x="3797104" y="4108935"/>
                    <a:pt x="3801482" y="4120431"/>
                    <a:pt x="3801482" y="4131927"/>
                  </a:cubicBezTo>
                  <a:lnTo>
                    <a:pt x="3794686" y="4148352"/>
                  </a:lnTo>
                  <a:lnTo>
                    <a:pt x="3919741" y="4148352"/>
                  </a:lnTo>
                  <a:lnTo>
                    <a:pt x="3952573" y="4115514"/>
                  </a:lnTo>
                  <a:lnTo>
                    <a:pt x="3952573" y="3927181"/>
                  </a:lnTo>
                  <a:close/>
                  <a:moveTo>
                    <a:pt x="3641636" y="3927181"/>
                  </a:moveTo>
                  <a:lnTo>
                    <a:pt x="3534347" y="4034482"/>
                  </a:lnTo>
                  <a:lnTo>
                    <a:pt x="3223406" y="4034482"/>
                  </a:lnTo>
                  <a:lnTo>
                    <a:pt x="3337275" y="4148352"/>
                  </a:lnTo>
                  <a:lnTo>
                    <a:pt x="3421517" y="4148352"/>
                  </a:lnTo>
                  <a:lnTo>
                    <a:pt x="3643300" y="3927181"/>
                  </a:lnTo>
                  <a:close/>
                  <a:moveTo>
                    <a:pt x="3295647" y="3927181"/>
                  </a:moveTo>
                  <a:lnTo>
                    <a:pt x="3210243" y="4012583"/>
                  </a:lnTo>
                  <a:lnTo>
                    <a:pt x="3525597" y="4012583"/>
                  </a:lnTo>
                  <a:lnTo>
                    <a:pt x="3610460" y="3927181"/>
                  </a:lnTo>
                  <a:close/>
                  <a:moveTo>
                    <a:pt x="9064208" y="3826449"/>
                  </a:moveTo>
                  <a:lnTo>
                    <a:pt x="8962795" y="3927181"/>
                  </a:lnTo>
                  <a:lnTo>
                    <a:pt x="8842355" y="3927181"/>
                  </a:lnTo>
                  <a:lnTo>
                    <a:pt x="8927757" y="4012583"/>
                  </a:lnTo>
                  <a:lnTo>
                    <a:pt x="8982505" y="4012583"/>
                  </a:lnTo>
                  <a:lnTo>
                    <a:pt x="9168637" y="3826449"/>
                  </a:lnTo>
                  <a:close/>
                  <a:moveTo>
                    <a:pt x="3142375" y="3826449"/>
                  </a:moveTo>
                  <a:lnTo>
                    <a:pt x="3227779" y="3911852"/>
                  </a:lnTo>
                  <a:lnTo>
                    <a:pt x="3278128" y="3911852"/>
                  </a:lnTo>
                  <a:lnTo>
                    <a:pt x="3363531" y="3826449"/>
                  </a:lnTo>
                  <a:close/>
                  <a:moveTo>
                    <a:pt x="3015369" y="3826449"/>
                  </a:moveTo>
                  <a:lnTo>
                    <a:pt x="3189452" y="4000530"/>
                  </a:lnTo>
                  <a:lnTo>
                    <a:pt x="3262800" y="3927181"/>
                  </a:lnTo>
                  <a:lnTo>
                    <a:pt x="3221209" y="3927181"/>
                  </a:lnTo>
                  <a:lnTo>
                    <a:pt x="3119796" y="3826449"/>
                  </a:lnTo>
                  <a:close/>
                  <a:moveTo>
                    <a:pt x="3796315" y="3772509"/>
                  </a:moveTo>
                  <a:lnTo>
                    <a:pt x="3656973" y="3911852"/>
                  </a:lnTo>
                  <a:lnTo>
                    <a:pt x="3658678" y="3911852"/>
                  </a:lnTo>
                  <a:lnTo>
                    <a:pt x="3796931" y="3773992"/>
                  </a:lnTo>
                  <a:close/>
                  <a:moveTo>
                    <a:pt x="8387678" y="3772506"/>
                  </a:moveTo>
                  <a:lnTo>
                    <a:pt x="8387063" y="3773992"/>
                  </a:lnTo>
                  <a:lnTo>
                    <a:pt x="8525315" y="3911852"/>
                  </a:lnTo>
                  <a:lnTo>
                    <a:pt x="8527024" y="3911852"/>
                  </a:lnTo>
                  <a:close/>
                  <a:moveTo>
                    <a:pt x="7986141" y="3758565"/>
                  </a:moveTo>
                  <a:lnTo>
                    <a:pt x="8139428" y="3911852"/>
                  </a:lnTo>
                  <a:lnTo>
                    <a:pt x="8502501" y="3911852"/>
                  </a:lnTo>
                  <a:lnTo>
                    <a:pt x="8376267" y="3785257"/>
                  </a:lnTo>
                  <a:lnTo>
                    <a:pt x="8360599" y="3791412"/>
                  </a:lnTo>
                  <a:cubicBezTo>
                    <a:pt x="8343080" y="3791412"/>
                    <a:pt x="8325562" y="3776084"/>
                    <a:pt x="8325562" y="3758566"/>
                  </a:cubicBezTo>
                  <a:lnTo>
                    <a:pt x="8325563" y="3758565"/>
                  </a:lnTo>
                  <a:close/>
                  <a:moveTo>
                    <a:pt x="7313871" y="3758565"/>
                  </a:moveTo>
                  <a:lnTo>
                    <a:pt x="7172847" y="3899589"/>
                  </a:lnTo>
                  <a:lnTo>
                    <a:pt x="7178102" y="3911852"/>
                  </a:lnTo>
                  <a:lnTo>
                    <a:pt x="7174478" y="3920611"/>
                  </a:lnTo>
                  <a:lnTo>
                    <a:pt x="8002345" y="3920611"/>
                  </a:lnTo>
                  <a:lnTo>
                    <a:pt x="8005849" y="3911852"/>
                  </a:lnTo>
                  <a:cubicBezTo>
                    <a:pt x="8014061" y="3903640"/>
                    <a:pt x="8025558" y="3898713"/>
                    <a:pt x="8038696" y="3898713"/>
                  </a:cubicBezTo>
                  <a:lnTo>
                    <a:pt x="8052531" y="3904390"/>
                  </a:lnTo>
                  <a:lnTo>
                    <a:pt x="8057310" y="3893239"/>
                  </a:lnTo>
                  <a:lnTo>
                    <a:pt x="8078931" y="3883973"/>
                  </a:lnTo>
                  <a:lnTo>
                    <a:pt x="7954075" y="3758565"/>
                  </a:lnTo>
                  <a:close/>
                  <a:moveTo>
                    <a:pt x="4151850" y="3758565"/>
                  </a:moveTo>
                  <a:lnTo>
                    <a:pt x="3998561" y="3911852"/>
                  </a:lnTo>
                  <a:lnTo>
                    <a:pt x="4074893" y="3911852"/>
                  </a:lnTo>
                  <a:lnTo>
                    <a:pt x="4082871" y="3893239"/>
                  </a:lnTo>
                  <a:cubicBezTo>
                    <a:pt x="4088893" y="3887217"/>
                    <a:pt x="4097104" y="3883385"/>
                    <a:pt x="4105864" y="3883385"/>
                  </a:cubicBezTo>
                  <a:cubicBezTo>
                    <a:pt x="4114621" y="3883385"/>
                    <a:pt x="4122830" y="3887217"/>
                    <a:pt x="4128853" y="3893239"/>
                  </a:cubicBezTo>
                  <a:lnTo>
                    <a:pt x="4133305" y="3903625"/>
                  </a:lnTo>
                  <a:lnTo>
                    <a:pt x="4145280" y="3898713"/>
                  </a:lnTo>
                  <a:cubicBezTo>
                    <a:pt x="4158420" y="3898713"/>
                    <a:pt x="4169917" y="3903640"/>
                    <a:pt x="4178130" y="3911852"/>
                  </a:cubicBezTo>
                  <a:lnTo>
                    <a:pt x="4181634" y="3920611"/>
                  </a:lnTo>
                  <a:lnTo>
                    <a:pt x="5009464" y="3920611"/>
                  </a:lnTo>
                  <a:lnTo>
                    <a:pt x="5005840" y="3911852"/>
                  </a:lnTo>
                  <a:lnTo>
                    <a:pt x="5011098" y="3899589"/>
                  </a:lnTo>
                  <a:lnTo>
                    <a:pt x="4870054" y="3758565"/>
                  </a:lnTo>
                  <a:close/>
                  <a:moveTo>
                    <a:pt x="3858427" y="3758565"/>
                  </a:moveTo>
                  <a:lnTo>
                    <a:pt x="3858427" y="3758566"/>
                  </a:lnTo>
                  <a:cubicBezTo>
                    <a:pt x="3858427" y="3776084"/>
                    <a:pt x="3840912" y="3791412"/>
                    <a:pt x="3823396" y="3791412"/>
                  </a:cubicBezTo>
                  <a:lnTo>
                    <a:pt x="3807727" y="3785258"/>
                  </a:lnTo>
                  <a:lnTo>
                    <a:pt x="3681490" y="3911852"/>
                  </a:lnTo>
                  <a:lnTo>
                    <a:pt x="3967836" y="3911852"/>
                  </a:lnTo>
                  <a:lnTo>
                    <a:pt x="4120457" y="3758565"/>
                  </a:lnTo>
                  <a:close/>
                  <a:moveTo>
                    <a:pt x="10224125" y="3732288"/>
                  </a:moveTo>
                  <a:lnTo>
                    <a:pt x="10254782" y="3762945"/>
                  </a:lnTo>
                  <a:lnTo>
                    <a:pt x="10364273" y="3762945"/>
                  </a:lnTo>
                  <a:lnTo>
                    <a:pt x="10374127" y="3739952"/>
                  </a:lnTo>
                  <a:lnTo>
                    <a:pt x="10392011" y="3732288"/>
                  </a:lnTo>
                  <a:close/>
                  <a:moveTo>
                    <a:pt x="10103908" y="3732288"/>
                  </a:moveTo>
                  <a:lnTo>
                    <a:pt x="10134343" y="3762945"/>
                  </a:lnTo>
                  <a:lnTo>
                    <a:pt x="10223053" y="3762945"/>
                  </a:lnTo>
                  <a:lnTo>
                    <a:pt x="10192562" y="3732288"/>
                  </a:lnTo>
                  <a:close/>
                  <a:moveTo>
                    <a:pt x="1992722" y="3732288"/>
                  </a:moveTo>
                  <a:lnTo>
                    <a:pt x="1962062" y="3762945"/>
                  </a:lnTo>
                  <a:lnTo>
                    <a:pt x="2049649" y="3762945"/>
                  </a:lnTo>
                  <a:lnTo>
                    <a:pt x="2080085" y="3732288"/>
                  </a:lnTo>
                  <a:close/>
                  <a:moveTo>
                    <a:pt x="1791979" y="3732288"/>
                  </a:moveTo>
                  <a:lnTo>
                    <a:pt x="1809862" y="3739952"/>
                  </a:lnTo>
                  <a:lnTo>
                    <a:pt x="1819715" y="3762945"/>
                  </a:lnTo>
                  <a:lnTo>
                    <a:pt x="1929214" y="3762945"/>
                  </a:lnTo>
                  <a:lnTo>
                    <a:pt x="1959871" y="3732288"/>
                  </a:lnTo>
                  <a:close/>
                  <a:moveTo>
                    <a:pt x="7995339" y="3686302"/>
                  </a:moveTo>
                  <a:lnTo>
                    <a:pt x="7988331" y="3703820"/>
                  </a:lnTo>
                  <a:cubicBezTo>
                    <a:pt x="7980120" y="3712032"/>
                    <a:pt x="7968623" y="3716959"/>
                    <a:pt x="7955484" y="3716959"/>
                  </a:cubicBezTo>
                  <a:lnTo>
                    <a:pt x="7937235" y="3709659"/>
                  </a:lnTo>
                  <a:lnTo>
                    <a:pt x="7970812" y="3743237"/>
                  </a:lnTo>
                  <a:lnTo>
                    <a:pt x="8332315" y="3743237"/>
                  </a:lnTo>
                  <a:lnTo>
                    <a:pt x="8335689" y="3735572"/>
                  </a:lnTo>
                  <a:lnTo>
                    <a:pt x="8346477" y="3731305"/>
                  </a:lnTo>
                  <a:lnTo>
                    <a:pt x="8301473" y="3686302"/>
                  </a:lnTo>
                  <a:close/>
                  <a:moveTo>
                    <a:pt x="3882512" y="3686302"/>
                  </a:moveTo>
                  <a:lnTo>
                    <a:pt x="3837519" y="3731306"/>
                  </a:lnTo>
                  <a:lnTo>
                    <a:pt x="3848302" y="3735572"/>
                  </a:lnTo>
                  <a:lnTo>
                    <a:pt x="3851677" y="3743237"/>
                  </a:lnTo>
                  <a:lnTo>
                    <a:pt x="4135719" y="3743237"/>
                  </a:lnTo>
                  <a:lnTo>
                    <a:pt x="4189723" y="3689003"/>
                  </a:lnTo>
                  <a:lnTo>
                    <a:pt x="4188642" y="3686302"/>
                  </a:lnTo>
                  <a:close/>
                  <a:moveTo>
                    <a:pt x="9975645" y="3603089"/>
                  </a:moveTo>
                  <a:lnTo>
                    <a:pt x="10079994" y="3708200"/>
                  </a:lnTo>
                  <a:lnTo>
                    <a:pt x="10168602" y="3708200"/>
                  </a:lnTo>
                  <a:lnTo>
                    <a:pt x="10064057" y="3603089"/>
                  </a:lnTo>
                  <a:close/>
                  <a:moveTo>
                    <a:pt x="9315980" y="3603089"/>
                  </a:moveTo>
                  <a:lnTo>
                    <a:pt x="9309881" y="3617323"/>
                  </a:lnTo>
                  <a:cubicBezTo>
                    <a:pt x="9303858" y="3623345"/>
                    <a:pt x="9295647" y="3627177"/>
                    <a:pt x="9286887" y="3627177"/>
                  </a:cubicBezTo>
                  <a:lnTo>
                    <a:pt x="9271387" y="3620660"/>
                  </a:lnTo>
                  <a:lnTo>
                    <a:pt x="9081844" y="3808930"/>
                  </a:lnTo>
                  <a:lnTo>
                    <a:pt x="9186156" y="3808930"/>
                  </a:lnTo>
                  <a:lnTo>
                    <a:pt x="9253414" y="3741673"/>
                  </a:lnTo>
                  <a:lnTo>
                    <a:pt x="9245281" y="3721340"/>
                  </a:lnTo>
                  <a:cubicBezTo>
                    <a:pt x="9245281" y="3695061"/>
                    <a:pt x="9264989" y="3675353"/>
                    <a:pt x="9291266" y="3675353"/>
                  </a:cubicBezTo>
                  <a:cubicBezTo>
                    <a:pt x="9304405" y="3675353"/>
                    <a:pt x="9315901" y="3680280"/>
                    <a:pt x="9324113" y="3688492"/>
                  </a:cubicBezTo>
                  <a:lnTo>
                    <a:pt x="9331996" y="3708200"/>
                  </a:lnTo>
                  <a:lnTo>
                    <a:pt x="10057700" y="3708200"/>
                  </a:lnTo>
                  <a:lnTo>
                    <a:pt x="9952590" y="3603089"/>
                  </a:lnTo>
                  <a:close/>
                  <a:moveTo>
                    <a:pt x="2232685" y="3603089"/>
                  </a:moveTo>
                  <a:lnTo>
                    <a:pt x="2126806" y="3708200"/>
                  </a:lnTo>
                  <a:lnTo>
                    <a:pt x="2852008" y="3708200"/>
                  </a:lnTo>
                  <a:lnTo>
                    <a:pt x="2859891" y="3688492"/>
                  </a:lnTo>
                  <a:cubicBezTo>
                    <a:pt x="2868103" y="3680280"/>
                    <a:pt x="2879601" y="3675353"/>
                    <a:pt x="2892740" y="3675353"/>
                  </a:cubicBezTo>
                  <a:cubicBezTo>
                    <a:pt x="2919018" y="3675353"/>
                    <a:pt x="2938720" y="3695061"/>
                    <a:pt x="2938720" y="3721340"/>
                  </a:cubicBezTo>
                  <a:lnTo>
                    <a:pt x="2930591" y="3741672"/>
                  </a:lnTo>
                  <a:lnTo>
                    <a:pt x="2997851" y="3808930"/>
                  </a:lnTo>
                  <a:lnTo>
                    <a:pt x="3102157" y="3808930"/>
                  </a:lnTo>
                  <a:lnTo>
                    <a:pt x="2912618" y="3620660"/>
                  </a:lnTo>
                  <a:lnTo>
                    <a:pt x="2897114" y="3627177"/>
                  </a:lnTo>
                  <a:cubicBezTo>
                    <a:pt x="2888355" y="3627177"/>
                    <a:pt x="2880143" y="3623345"/>
                    <a:pt x="2874122" y="3617323"/>
                  </a:cubicBezTo>
                  <a:lnTo>
                    <a:pt x="2868020" y="3603089"/>
                  </a:lnTo>
                  <a:close/>
                  <a:moveTo>
                    <a:pt x="2121922" y="3603089"/>
                  </a:moveTo>
                  <a:lnTo>
                    <a:pt x="2016808" y="3708200"/>
                  </a:lnTo>
                  <a:lnTo>
                    <a:pt x="2103995" y="3708200"/>
                  </a:lnTo>
                  <a:lnTo>
                    <a:pt x="2208348" y="3603089"/>
                  </a:lnTo>
                  <a:close/>
                  <a:moveTo>
                    <a:pt x="2143507" y="3581505"/>
                  </a:moveTo>
                  <a:lnTo>
                    <a:pt x="2139440" y="3585570"/>
                  </a:lnTo>
                  <a:lnTo>
                    <a:pt x="2153672" y="3585570"/>
                  </a:lnTo>
                  <a:close/>
                  <a:moveTo>
                    <a:pt x="10041992" y="3580904"/>
                  </a:moveTo>
                  <a:lnTo>
                    <a:pt x="10030328" y="3585570"/>
                  </a:lnTo>
                  <a:lnTo>
                    <a:pt x="10046632" y="3585570"/>
                  </a:lnTo>
                  <a:close/>
                  <a:moveTo>
                    <a:pt x="9936514" y="3563672"/>
                  </a:moveTo>
                  <a:lnTo>
                    <a:pt x="9958253" y="3585570"/>
                  </a:lnTo>
                  <a:lnTo>
                    <a:pt x="9992236" y="3585570"/>
                  </a:lnTo>
                  <a:lnTo>
                    <a:pt x="9988767" y="3584518"/>
                  </a:lnTo>
                  <a:cubicBezTo>
                    <a:pt x="9981390" y="3579669"/>
                    <a:pt x="9975359" y="3572740"/>
                    <a:pt x="9971715" y="3564426"/>
                  </a:cubicBezTo>
                  <a:lnTo>
                    <a:pt x="9971559" y="3563672"/>
                  </a:lnTo>
                  <a:close/>
                  <a:moveTo>
                    <a:pt x="2212435" y="3563672"/>
                  </a:moveTo>
                  <a:lnTo>
                    <a:pt x="2212279" y="3564426"/>
                  </a:lnTo>
                  <a:cubicBezTo>
                    <a:pt x="2208638" y="3572740"/>
                    <a:pt x="2202610" y="3579669"/>
                    <a:pt x="2195230" y="3584519"/>
                  </a:cubicBezTo>
                  <a:lnTo>
                    <a:pt x="2191761" y="3585570"/>
                  </a:lnTo>
                  <a:lnTo>
                    <a:pt x="2225742" y="3585570"/>
                  </a:lnTo>
                  <a:lnTo>
                    <a:pt x="2247479" y="3563672"/>
                  </a:lnTo>
                  <a:close/>
                  <a:moveTo>
                    <a:pt x="9453432" y="3478269"/>
                  </a:moveTo>
                  <a:lnTo>
                    <a:pt x="9516816" y="3541775"/>
                  </a:lnTo>
                  <a:lnTo>
                    <a:pt x="9891275" y="3541775"/>
                  </a:lnTo>
                  <a:lnTo>
                    <a:pt x="9840067" y="3490566"/>
                  </a:lnTo>
                  <a:lnTo>
                    <a:pt x="9821200" y="3497978"/>
                  </a:lnTo>
                  <a:cubicBezTo>
                    <a:pt x="9812441" y="3497978"/>
                    <a:pt x="9804229" y="3494146"/>
                    <a:pt x="9798207" y="3488124"/>
                  </a:cubicBezTo>
                  <a:lnTo>
                    <a:pt x="9793984" y="3478269"/>
                  </a:lnTo>
                  <a:close/>
                  <a:moveTo>
                    <a:pt x="2390013" y="3478269"/>
                  </a:moveTo>
                  <a:lnTo>
                    <a:pt x="2385791" y="3488124"/>
                  </a:lnTo>
                  <a:cubicBezTo>
                    <a:pt x="2379769" y="3494146"/>
                    <a:pt x="2371554" y="3497978"/>
                    <a:pt x="2362797" y="3497978"/>
                  </a:cubicBezTo>
                  <a:lnTo>
                    <a:pt x="2345436" y="3491157"/>
                  </a:lnTo>
                  <a:lnTo>
                    <a:pt x="2294447" y="3541775"/>
                  </a:lnTo>
                  <a:lnTo>
                    <a:pt x="2667190" y="3541775"/>
                  </a:lnTo>
                  <a:lnTo>
                    <a:pt x="2730576" y="3478269"/>
                  </a:lnTo>
                  <a:close/>
                  <a:moveTo>
                    <a:pt x="7672990" y="3476236"/>
                  </a:moveTo>
                  <a:lnTo>
                    <a:pt x="7652197" y="3484839"/>
                  </a:lnTo>
                  <a:lnTo>
                    <a:pt x="7681554" y="3484839"/>
                  </a:lnTo>
                  <a:close/>
                  <a:moveTo>
                    <a:pt x="7414558" y="3472534"/>
                  </a:moveTo>
                  <a:lnTo>
                    <a:pt x="7291971" y="3594330"/>
                  </a:lnTo>
                  <a:lnTo>
                    <a:pt x="6836379" y="3594330"/>
                  </a:lnTo>
                  <a:lnTo>
                    <a:pt x="6827732" y="3615406"/>
                  </a:lnTo>
                  <a:cubicBezTo>
                    <a:pt x="6819521" y="3623891"/>
                    <a:pt x="6808025" y="3629366"/>
                    <a:pt x="6794886" y="3629366"/>
                  </a:cubicBezTo>
                  <a:cubicBezTo>
                    <a:pt x="6768608" y="3629366"/>
                    <a:pt x="6748900" y="3609659"/>
                    <a:pt x="6748900" y="3583381"/>
                  </a:cubicBezTo>
                  <a:lnTo>
                    <a:pt x="6762039" y="3550534"/>
                  </a:lnTo>
                  <a:lnTo>
                    <a:pt x="6641600" y="3670973"/>
                  </a:lnTo>
                  <a:lnTo>
                    <a:pt x="6641600" y="3920611"/>
                  </a:lnTo>
                  <a:lnTo>
                    <a:pt x="6830644" y="3920611"/>
                  </a:lnTo>
                  <a:lnTo>
                    <a:pt x="6832659" y="3910758"/>
                  </a:lnTo>
                  <a:cubicBezTo>
                    <a:pt x="6835944" y="3903093"/>
                    <a:pt x="6840871" y="3895976"/>
                    <a:pt x="6847441" y="3889955"/>
                  </a:cubicBezTo>
                  <a:cubicBezTo>
                    <a:pt x="6871528" y="3865867"/>
                    <a:pt x="6913134" y="3865867"/>
                    <a:pt x="6939412" y="3889955"/>
                  </a:cubicBezTo>
                  <a:cubicBezTo>
                    <a:pt x="6945435" y="3895976"/>
                    <a:pt x="6950088" y="3903093"/>
                    <a:pt x="6953270" y="3910792"/>
                  </a:cubicBezTo>
                  <a:lnTo>
                    <a:pt x="6955301" y="3920611"/>
                  </a:lnTo>
                  <a:lnTo>
                    <a:pt x="7116163" y="3920611"/>
                  </a:lnTo>
                  <a:lnTo>
                    <a:pt x="7112408" y="3911852"/>
                  </a:lnTo>
                  <a:cubicBezTo>
                    <a:pt x="7112408" y="3894335"/>
                    <a:pt x="7127736" y="3879005"/>
                    <a:pt x="7145255" y="3879005"/>
                  </a:cubicBezTo>
                  <a:lnTo>
                    <a:pt x="7162117" y="3886231"/>
                  </a:lnTo>
                  <a:lnTo>
                    <a:pt x="7305111" y="3743237"/>
                  </a:lnTo>
                  <a:lnTo>
                    <a:pt x="7938814" y="3743237"/>
                  </a:lnTo>
                  <a:lnTo>
                    <a:pt x="7698997" y="3502358"/>
                  </a:lnTo>
                  <a:lnTo>
                    <a:pt x="7467952" y="3502358"/>
                  </a:lnTo>
                  <a:lnTo>
                    <a:pt x="7461682" y="3517687"/>
                  </a:lnTo>
                  <a:cubicBezTo>
                    <a:pt x="7455660" y="3524256"/>
                    <a:pt x="7447448" y="3528636"/>
                    <a:pt x="7438689" y="3528636"/>
                  </a:cubicBezTo>
                  <a:cubicBezTo>
                    <a:pt x="7421170" y="3528636"/>
                    <a:pt x="7405842" y="3513307"/>
                    <a:pt x="7405842" y="3493599"/>
                  </a:cubicBezTo>
                  <a:close/>
                  <a:moveTo>
                    <a:pt x="4769374" y="3472534"/>
                  </a:moveTo>
                  <a:lnTo>
                    <a:pt x="4770311" y="3474803"/>
                  </a:lnTo>
                  <a:lnTo>
                    <a:pt x="4770703" y="3473856"/>
                  </a:lnTo>
                  <a:close/>
                  <a:moveTo>
                    <a:pt x="9826734" y="3434473"/>
                  </a:moveTo>
                  <a:lnTo>
                    <a:pt x="9846109" y="3442138"/>
                  </a:lnTo>
                  <a:cubicBezTo>
                    <a:pt x="9852404" y="3448160"/>
                    <a:pt x="9856237" y="3456371"/>
                    <a:pt x="9856237" y="3465131"/>
                  </a:cubicBezTo>
                  <a:lnTo>
                    <a:pt x="9854047" y="3465131"/>
                  </a:lnTo>
                  <a:lnTo>
                    <a:pt x="9849528" y="3476052"/>
                  </a:lnTo>
                  <a:lnTo>
                    <a:pt x="9914775" y="3541775"/>
                  </a:lnTo>
                  <a:lnTo>
                    <a:pt x="9969670" y="3541775"/>
                  </a:lnTo>
                  <a:lnTo>
                    <a:pt x="9981056" y="3513307"/>
                  </a:lnTo>
                  <a:cubicBezTo>
                    <a:pt x="9989269" y="3505095"/>
                    <a:pt x="10000765" y="3500168"/>
                    <a:pt x="10013903" y="3500168"/>
                  </a:cubicBezTo>
                  <a:cubicBezTo>
                    <a:pt x="10040181" y="3500168"/>
                    <a:pt x="10059889" y="3519877"/>
                    <a:pt x="10059889" y="3546154"/>
                  </a:cubicBezTo>
                  <a:lnTo>
                    <a:pt x="10053633" y="3561795"/>
                  </a:lnTo>
                  <a:lnTo>
                    <a:pt x="10077407" y="3585570"/>
                  </a:lnTo>
                  <a:lnTo>
                    <a:pt x="10449675" y="3585570"/>
                  </a:lnTo>
                  <a:lnTo>
                    <a:pt x="10520844" y="3514402"/>
                  </a:lnTo>
                  <a:lnTo>
                    <a:pt x="10471573" y="3465131"/>
                  </a:lnTo>
                  <a:lnTo>
                    <a:pt x="10217555" y="3465131"/>
                  </a:lnTo>
                  <a:lnTo>
                    <a:pt x="10186898" y="3434473"/>
                  </a:lnTo>
                  <a:close/>
                  <a:moveTo>
                    <a:pt x="9424845" y="3434473"/>
                  </a:moveTo>
                  <a:lnTo>
                    <a:pt x="9451123" y="3460751"/>
                  </a:lnTo>
                  <a:lnTo>
                    <a:pt x="9790231" y="3460751"/>
                  </a:lnTo>
                  <a:lnTo>
                    <a:pt x="9798207" y="3442138"/>
                  </a:lnTo>
                  <a:lnTo>
                    <a:pt x="9816092" y="3434473"/>
                  </a:lnTo>
                  <a:close/>
                  <a:moveTo>
                    <a:pt x="2367906" y="3434473"/>
                  </a:moveTo>
                  <a:lnTo>
                    <a:pt x="2385791" y="3442138"/>
                  </a:lnTo>
                  <a:lnTo>
                    <a:pt x="2393768" y="3460751"/>
                  </a:lnTo>
                  <a:lnTo>
                    <a:pt x="2732882" y="3460751"/>
                  </a:lnTo>
                  <a:lnTo>
                    <a:pt x="2759158" y="3434473"/>
                  </a:lnTo>
                  <a:close/>
                  <a:moveTo>
                    <a:pt x="1997094" y="3434473"/>
                  </a:moveTo>
                  <a:lnTo>
                    <a:pt x="1966436" y="3465131"/>
                  </a:lnTo>
                  <a:lnTo>
                    <a:pt x="1712421" y="3465131"/>
                  </a:lnTo>
                  <a:lnTo>
                    <a:pt x="1663150" y="3514404"/>
                  </a:lnTo>
                  <a:lnTo>
                    <a:pt x="1734315" y="3585570"/>
                  </a:lnTo>
                  <a:lnTo>
                    <a:pt x="2106593" y="3585570"/>
                  </a:lnTo>
                  <a:lnTo>
                    <a:pt x="2130366" y="3561797"/>
                  </a:lnTo>
                  <a:lnTo>
                    <a:pt x="2124108" y="3546154"/>
                  </a:lnTo>
                  <a:cubicBezTo>
                    <a:pt x="2124108" y="3519877"/>
                    <a:pt x="2143818" y="3500168"/>
                    <a:pt x="2170097" y="3500168"/>
                  </a:cubicBezTo>
                  <a:cubicBezTo>
                    <a:pt x="2183234" y="3500168"/>
                    <a:pt x="2194730" y="3505095"/>
                    <a:pt x="2202941" y="3513307"/>
                  </a:cubicBezTo>
                  <a:lnTo>
                    <a:pt x="2214323" y="3541775"/>
                  </a:lnTo>
                  <a:lnTo>
                    <a:pt x="2269222" y="3541775"/>
                  </a:lnTo>
                  <a:lnTo>
                    <a:pt x="2334467" y="3476053"/>
                  </a:lnTo>
                  <a:lnTo>
                    <a:pt x="2329948" y="3465131"/>
                  </a:lnTo>
                  <a:lnTo>
                    <a:pt x="2327759" y="3465131"/>
                  </a:lnTo>
                  <a:cubicBezTo>
                    <a:pt x="2327759" y="3456371"/>
                    <a:pt x="2331591" y="3448160"/>
                    <a:pt x="2337886" y="3442138"/>
                  </a:cubicBezTo>
                  <a:lnTo>
                    <a:pt x="2357262" y="3434473"/>
                  </a:lnTo>
                  <a:close/>
                  <a:moveTo>
                    <a:pt x="10133233" y="3380812"/>
                  </a:moveTo>
                  <a:lnTo>
                    <a:pt x="10129963" y="3384112"/>
                  </a:lnTo>
                  <a:lnTo>
                    <a:pt x="9374480" y="3384112"/>
                  </a:lnTo>
                  <a:lnTo>
                    <a:pt x="9381048" y="3390679"/>
                  </a:lnTo>
                  <a:lnTo>
                    <a:pt x="10143101" y="3390679"/>
                  </a:lnTo>
                  <a:close/>
                  <a:moveTo>
                    <a:pt x="2050759" y="3380812"/>
                  </a:moveTo>
                  <a:lnTo>
                    <a:pt x="2040890" y="3390679"/>
                  </a:lnTo>
                  <a:lnTo>
                    <a:pt x="2802953" y="3390679"/>
                  </a:lnTo>
                  <a:lnTo>
                    <a:pt x="2809524" y="3384112"/>
                  </a:lnTo>
                  <a:lnTo>
                    <a:pt x="2054030" y="3384112"/>
                  </a:lnTo>
                  <a:close/>
                  <a:moveTo>
                    <a:pt x="11141654" y="3360023"/>
                  </a:moveTo>
                  <a:lnTo>
                    <a:pt x="10955520" y="3543964"/>
                  </a:lnTo>
                  <a:lnTo>
                    <a:pt x="10550406" y="3543964"/>
                  </a:lnTo>
                  <a:lnTo>
                    <a:pt x="10532661" y="3526219"/>
                  </a:lnTo>
                  <a:lnTo>
                    <a:pt x="10456245" y="3603089"/>
                  </a:lnTo>
                  <a:lnTo>
                    <a:pt x="10094926" y="3603089"/>
                  </a:lnTo>
                  <a:lnTo>
                    <a:pt x="10200037" y="3708200"/>
                  </a:lnTo>
                  <a:lnTo>
                    <a:pt x="10865738" y="3708200"/>
                  </a:lnTo>
                  <a:lnTo>
                    <a:pt x="11213918" y="3360023"/>
                  </a:lnTo>
                  <a:close/>
                  <a:moveTo>
                    <a:pt x="970075" y="3360023"/>
                  </a:moveTo>
                  <a:lnTo>
                    <a:pt x="1318259" y="3708200"/>
                  </a:lnTo>
                  <a:lnTo>
                    <a:pt x="1983961" y="3708200"/>
                  </a:lnTo>
                  <a:lnTo>
                    <a:pt x="2089072" y="3603089"/>
                  </a:lnTo>
                  <a:lnTo>
                    <a:pt x="1727746" y="3603089"/>
                  </a:lnTo>
                  <a:lnTo>
                    <a:pt x="1651332" y="3526222"/>
                  </a:lnTo>
                  <a:lnTo>
                    <a:pt x="1633589" y="3543964"/>
                  </a:lnTo>
                  <a:lnTo>
                    <a:pt x="1228477" y="3543964"/>
                  </a:lnTo>
                  <a:lnTo>
                    <a:pt x="1042340" y="3360023"/>
                  </a:lnTo>
                  <a:close/>
                  <a:moveTo>
                    <a:pt x="10730536" y="3327176"/>
                  </a:moveTo>
                  <a:lnTo>
                    <a:pt x="10565406" y="3493281"/>
                  </a:lnTo>
                  <a:lnTo>
                    <a:pt x="10570114" y="3497978"/>
                  </a:lnTo>
                  <a:lnTo>
                    <a:pt x="10938002" y="3497978"/>
                  </a:lnTo>
                  <a:lnTo>
                    <a:pt x="11108806" y="3327176"/>
                  </a:lnTo>
                  <a:close/>
                  <a:moveTo>
                    <a:pt x="10653328" y="3327176"/>
                  </a:moveTo>
                  <a:lnTo>
                    <a:pt x="10527281" y="3455252"/>
                  </a:lnTo>
                  <a:lnTo>
                    <a:pt x="10553670" y="3481575"/>
                  </a:lnTo>
                  <a:lnTo>
                    <a:pt x="10708071" y="3327176"/>
                  </a:lnTo>
                  <a:close/>
                  <a:moveTo>
                    <a:pt x="1475917" y="3327176"/>
                  </a:moveTo>
                  <a:lnTo>
                    <a:pt x="1630322" y="3481578"/>
                  </a:lnTo>
                  <a:lnTo>
                    <a:pt x="1657730" y="3454239"/>
                  </a:lnTo>
                  <a:lnTo>
                    <a:pt x="1530662" y="3327176"/>
                  </a:lnTo>
                  <a:close/>
                  <a:moveTo>
                    <a:pt x="1075192" y="3327176"/>
                  </a:moveTo>
                  <a:lnTo>
                    <a:pt x="1245995" y="3497978"/>
                  </a:lnTo>
                  <a:lnTo>
                    <a:pt x="1613881" y="3497978"/>
                  </a:lnTo>
                  <a:lnTo>
                    <a:pt x="1618586" y="3493283"/>
                  </a:lnTo>
                  <a:lnTo>
                    <a:pt x="1453453" y="3327176"/>
                  </a:lnTo>
                  <a:close/>
                  <a:moveTo>
                    <a:pt x="4630938" y="3300901"/>
                  </a:moveTo>
                  <a:lnTo>
                    <a:pt x="4780138" y="3451065"/>
                  </a:lnTo>
                  <a:lnTo>
                    <a:pt x="4782472" y="3445423"/>
                  </a:lnTo>
                  <a:lnTo>
                    <a:pt x="4797804" y="3439080"/>
                  </a:lnTo>
                  <a:lnTo>
                    <a:pt x="4797804" y="3313673"/>
                  </a:lnTo>
                  <a:lnTo>
                    <a:pt x="4792327" y="3321701"/>
                  </a:lnTo>
                  <a:cubicBezTo>
                    <a:pt x="4783566" y="3330460"/>
                    <a:pt x="4771522" y="3335933"/>
                    <a:pt x="4758382" y="3335933"/>
                  </a:cubicBezTo>
                  <a:cubicBezTo>
                    <a:pt x="4738676" y="3335933"/>
                    <a:pt x="4721429" y="3323616"/>
                    <a:pt x="4714038" y="3306382"/>
                  </a:cubicBezTo>
                  <a:lnTo>
                    <a:pt x="4712909" y="3300901"/>
                  </a:lnTo>
                  <a:close/>
                  <a:moveTo>
                    <a:pt x="4510936" y="3257105"/>
                  </a:moveTo>
                  <a:lnTo>
                    <a:pt x="4521885" y="3268091"/>
                  </a:lnTo>
                  <a:lnTo>
                    <a:pt x="4563559" y="3268091"/>
                  </a:lnTo>
                  <a:lnTo>
                    <a:pt x="4552552" y="3257105"/>
                  </a:lnTo>
                  <a:close/>
                  <a:moveTo>
                    <a:pt x="4156229" y="3257105"/>
                  </a:moveTo>
                  <a:lnTo>
                    <a:pt x="4383927" y="3484839"/>
                  </a:lnTo>
                  <a:lnTo>
                    <a:pt x="4392955" y="3484839"/>
                  </a:lnTo>
                  <a:lnTo>
                    <a:pt x="4416893" y="3460791"/>
                  </a:lnTo>
                  <a:lnTo>
                    <a:pt x="4408016" y="3438032"/>
                  </a:lnTo>
                  <a:cubicBezTo>
                    <a:pt x="4408012" y="3426263"/>
                    <a:pt x="4412395" y="3414766"/>
                    <a:pt x="4421155" y="3406008"/>
                  </a:cubicBezTo>
                  <a:cubicBezTo>
                    <a:pt x="4438674" y="3388489"/>
                    <a:pt x="4467148" y="3388489"/>
                    <a:pt x="4484669" y="3406008"/>
                  </a:cubicBezTo>
                  <a:cubicBezTo>
                    <a:pt x="4502184" y="3425715"/>
                    <a:pt x="4502184" y="3454182"/>
                    <a:pt x="4484669" y="3471701"/>
                  </a:cubicBezTo>
                  <a:lnTo>
                    <a:pt x="4452912" y="3484839"/>
                  </a:lnTo>
                  <a:lnTo>
                    <a:pt x="4433542" y="3476828"/>
                  </a:lnTo>
                  <a:lnTo>
                    <a:pt x="4425538" y="3484839"/>
                  </a:lnTo>
                  <a:lnTo>
                    <a:pt x="4452912" y="3484839"/>
                  </a:lnTo>
                  <a:lnTo>
                    <a:pt x="4716151" y="3484839"/>
                  </a:lnTo>
                  <a:lnTo>
                    <a:pt x="4722251" y="3470605"/>
                  </a:lnTo>
                  <a:cubicBezTo>
                    <a:pt x="4728274" y="3464583"/>
                    <a:pt x="4736486" y="3460751"/>
                    <a:pt x="4745246" y="3460751"/>
                  </a:cubicBezTo>
                  <a:lnTo>
                    <a:pt x="4765540" y="3468725"/>
                  </a:lnTo>
                  <a:lnTo>
                    <a:pt x="4596626" y="3300901"/>
                  </a:lnTo>
                  <a:lnTo>
                    <a:pt x="4508751" y="3300901"/>
                  </a:lnTo>
                  <a:lnTo>
                    <a:pt x="4464957" y="3257105"/>
                  </a:lnTo>
                  <a:close/>
                  <a:moveTo>
                    <a:pt x="7718985" y="3257102"/>
                  </a:moveTo>
                  <a:lnTo>
                    <a:pt x="7675188" y="3300899"/>
                  </a:lnTo>
                  <a:lnTo>
                    <a:pt x="7587310" y="3300899"/>
                  </a:lnTo>
                  <a:lnTo>
                    <a:pt x="7418392" y="3468726"/>
                  </a:lnTo>
                  <a:lnTo>
                    <a:pt x="7438689" y="3460751"/>
                  </a:lnTo>
                  <a:cubicBezTo>
                    <a:pt x="7447448" y="3460751"/>
                    <a:pt x="7455660" y="3464583"/>
                    <a:pt x="7461682" y="3470605"/>
                  </a:cubicBezTo>
                  <a:lnTo>
                    <a:pt x="7467782" y="3484839"/>
                  </a:lnTo>
                  <a:lnTo>
                    <a:pt x="7652195" y="3484839"/>
                  </a:lnTo>
                  <a:lnTo>
                    <a:pt x="7620444" y="3471701"/>
                  </a:lnTo>
                  <a:cubicBezTo>
                    <a:pt x="7602925" y="3454182"/>
                    <a:pt x="7602925" y="3425715"/>
                    <a:pt x="7620444" y="3406008"/>
                  </a:cubicBezTo>
                  <a:cubicBezTo>
                    <a:pt x="7637963" y="3388489"/>
                    <a:pt x="7666429" y="3388489"/>
                    <a:pt x="7683948" y="3406008"/>
                  </a:cubicBezTo>
                  <a:cubicBezTo>
                    <a:pt x="7692707" y="3414766"/>
                    <a:pt x="7697087" y="3426263"/>
                    <a:pt x="7697087" y="3438032"/>
                  </a:cubicBezTo>
                  <a:lnTo>
                    <a:pt x="7688251" y="3460675"/>
                  </a:lnTo>
                  <a:lnTo>
                    <a:pt x="7712414" y="3484839"/>
                  </a:lnTo>
                  <a:lnTo>
                    <a:pt x="7800007" y="3484839"/>
                  </a:lnTo>
                  <a:lnTo>
                    <a:pt x="8027747" y="3257102"/>
                  </a:lnTo>
                  <a:close/>
                  <a:moveTo>
                    <a:pt x="7631391" y="3257102"/>
                  </a:moveTo>
                  <a:lnTo>
                    <a:pt x="7620371" y="3268051"/>
                  </a:lnTo>
                  <a:lnTo>
                    <a:pt x="7662050" y="3268051"/>
                  </a:lnTo>
                  <a:lnTo>
                    <a:pt x="7673000" y="3257102"/>
                  </a:lnTo>
                  <a:close/>
                  <a:moveTo>
                    <a:pt x="1924337" y="3253265"/>
                  </a:moveTo>
                  <a:lnTo>
                    <a:pt x="1786876" y="3390679"/>
                  </a:lnTo>
                  <a:lnTo>
                    <a:pt x="1992714" y="3390679"/>
                  </a:lnTo>
                  <a:lnTo>
                    <a:pt x="2026782" y="3356612"/>
                  </a:lnTo>
                  <a:close/>
                  <a:moveTo>
                    <a:pt x="10259656" y="3253218"/>
                  </a:moveTo>
                  <a:lnTo>
                    <a:pt x="10157334" y="3356487"/>
                  </a:lnTo>
                  <a:lnTo>
                    <a:pt x="10191412" y="3390679"/>
                  </a:lnTo>
                  <a:lnTo>
                    <a:pt x="10397119" y="3390679"/>
                  </a:lnTo>
                  <a:close/>
                  <a:moveTo>
                    <a:pt x="3443585" y="3250581"/>
                  </a:moveTo>
                  <a:lnTo>
                    <a:pt x="3437727" y="3266694"/>
                  </a:lnTo>
                  <a:cubicBezTo>
                    <a:pt x="3431977" y="3272985"/>
                    <a:pt x="3423770" y="3276851"/>
                    <a:pt x="3413913" y="3276851"/>
                  </a:cubicBezTo>
                  <a:lnTo>
                    <a:pt x="3408125" y="3273855"/>
                  </a:lnTo>
                  <a:lnTo>
                    <a:pt x="3247491" y="3434473"/>
                  </a:lnTo>
                  <a:lnTo>
                    <a:pt x="2805396" y="3434473"/>
                  </a:lnTo>
                  <a:lnTo>
                    <a:pt x="2675948" y="3563672"/>
                  </a:lnTo>
                  <a:lnTo>
                    <a:pt x="2272388" y="3563672"/>
                  </a:lnTo>
                  <a:lnTo>
                    <a:pt x="2250332" y="3585570"/>
                  </a:lnTo>
                  <a:lnTo>
                    <a:pt x="2869272" y="3585570"/>
                  </a:lnTo>
                  <a:lnTo>
                    <a:pt x="2876310" y="3569146"/>
                  </a:lnTo>
                  <a:cubicBezTo>
                    <a:pt x="2882333" y="3563125"/>
                    <a:pt x="2890545" y="3559292"/>
                    <a:pt x="2899305" y="3559292"/>
                  </a:cubicBezTo>
                  <a:cubicBezTo>
                    <a:pt x="2916826" y="3559292"/>
                    <a:pt x="2932149" y="3572431"/>
                    <a:pt x="2932149" y="3592140"/>
                  </a:cubicBezTo>
                  <a:lnTo>
                    <a:pt x="2924797" y="3608871"/>
                  </a:lnTo>
                  <a:lnTo>
                    <a:pt x="3124855" y="3808930"/>
                  </a:lnTo>
                  <a:lnTo>
                    <a:pt x="3367926" y="3808930"/>
                  </a:lnTo>
                  <a:lnTo>
                    <a:pt x="3386129" y="3790729"/>
                  </a:lnTo>
                  <a:lnTo>
                    <a:pt x="3383241" y="3783747"/>
                  </a:lnTo>
                  <a:cubicBezTo>
                    <a:pt x="3383241" y="3772251"/>
                    <a:pt x="3387620" y="3760755"/>
                    <a:pt x="3396381" y="3751996"/>
                  </a:cubicBezTo>
                  <a:cubicBezTo>
                    <a:pt x="3405141" y="3743236"/>
                    <a:pt x="3416636" y="3738857"/>
                    <a:pt x="3428132" y="3738857"/>
                  </a:cubicBezTo>
                  <a:lnTo>
                    <a:pt x="3435111" y="3741745"/>
                  </a:lnTo>
                  <a:lnTo>
                    <a:pt x="3624120" y="3552723"/>
                  </a:lnTo>
                  <a:lnTo>
                    <a:pt x="3855924" y="3552723"/>
                  </a:lnTo>
                  <a:lnTo>
                    <a:pt x="3863899" y="3534109"/>
                  </a:lnTo>
                  <a:cubicBezTo>
                    <a:pt x="3869920" y="3528088"/>
                    <a:pt x="3878131" y="3524256"/>
                    <a:pt x="3886888" y="3524256"/>
                  </a:cubicBezTo>
                  <a:cubicBezTo>
                    <a:pt x="3904402" y="3524256"/>
                    <a:pt x="3919735" y="3537395"/>
                    <a:pt x="3919735" y="3557103"/>
                  </a:cubicBezTo>
                  <a:cubicBezTo>
                    <a:pt x="3919735" y="3574621"/>
                    <a:pt x="3904402" y="3589949"/>
                    <a:pt x="3886888" y="3589949"/>
                  </a:cubicBezTo>
                  <a:cubicBezTo>
                    <a:pt x="3878131" y="3589949"/>
                    <a:pt x="3869920" y="3586665"/>
                    <a:pt x="3863899" y="3580916"/>
                  </a:cubicBezTo>
                  <a:lnTo>
                    <a:pt x="3858578" y="3568051"/>
                  </a:lnTo>
                  <a:lnTo>
                    <a:pt x="3630690" y="3568051"/>
                  </a:lnTo>
                  <a:lnTo>
                    <a:pt x="3451682" y="3748603"/>
                  </a:lnTo>
                  <a:lnTo>
                    <a:pt x="3459881" y="3751996"/>
                  </a:lnTo>
                  <a:cubicBezTo>
                    <a:pt x="3477400" y="3769514"/>
                    <a:pt x="3477400" y="3797982"/>
                    <a:pt x="3459881" y="3815500"/>
                  </a:cubicBezTo>
                  <a:cubicBezTo>
                    <a:pt x="3451123" y="3824259"/>
                    <a:pt x="3439628" y="3828639"/>
                    <a:pt x="3428132" y="3828639"/>
                  </a:cubicBezTo>
                  <a:lnTo>
                    <a:pt x="3404127" y="3818705"/>
                  </a:lnTo>
                  <a:lnTo>
                    <a:pt x="3310976" y="3911852"/>
                  </a:lnTo>
                  <a:lnTo>
                    <a:pt x="3625685" y="3911852"/>
                  </a:lnTo>
                  <a:lnTo>
                    <a:pt x="3798739" y="3737712"/>
                  </a:lnTo>
                  <a:lnTo>
                    <a:pt x="3799580" y="3735572"/>
                  </a:lnTo>
                  <a:lnTo>
                    <a:pt x="3801763" y="3734670"/>
                  </a:lnTo>
                  <a:lnTo>
                    <a:pt x="3873757" y="3662213"/>
                  </a:lnTo>
                  <a:lnTo>
                    <a:pt x="4186014" y="3662213"/>
                  </a:lnTo>
                  <a:lnTo>
                    <a:pt x="4195651" y="3638126"/>
                  </a:lnTo>
                  <a:cubicBezTo>
                    <a:pt x="4203864" y="3629914"/>
                    <a:pt x="4215358" y="3624987"/>
                    <a:pt x="4228446" y="3624987"/>
                  </a:cubicBezTo>
                  <a:lnTo>
                    <a:pt x="4246298" y="3632129"/>
                  </a:lnTo>
                  <a:lnTo>
                    <a:pt x="4376436" y="3501428"/>
                  </a:lnTo>
                  <a:lnTo>
                    <a:pt x="4134273" y="3257105"/>
                  </a:lnTo>
                  <a:lnTo>
                    <a:pt x="3632883" y="3257105"/>
                  </a:lnTo>
                  <a:lnTo>
                    <a:pt x="3624125" y="3279048"/>
                  </a:lnTo>
                  <a:cubicBezTo>
                    <a:pt x="3615915" y="3287259"/>
                    <a:pt x="3604423" y="3292147"/>
                    <a:pt x="3591283" y="3292147"/>
                  </a:cubicBezTo>
                  <a:cubicBezTo>
                    <a:pt x="3578147" y="3292147"/>
                    <a:pt x="3566651" y="3287259"/>
                    <a:pt x="3558437" y="3279048"/>
                  </a:cubicBezTo>
                  <a:lnTo>
                    <a:pt x="3547051" y="3250581"/>
                  </a:lnTo>
                  <a:close/>
                  <a:moveTo>
                    <a:pt x="8636952" y="3250532"/>
                  </a:moveTo>
                  <a:lnTo>
                    <a:pt x="8625565" y="3279002"/>
                  </a:lnTo>
                  <a:cubicBezTo>
                    <a:pt x="8617353" y="3287213"/>
                    <a:pt x="8605856" y="3292138"/>
                    <a:pt x="8592717" y="3292138"/>
                  </a:cubicBezTo>
                  <a:cubicBezTo>
                    <a:pt x="8579578" y="3292138"/>
                    <a:pt x="8568082" y="3287213"/>
                    <a:pt x="8559870" y="3279002"/>
                  </a:cubicBezTo>
                  <a:lnTo>
                    <a:pt x="8551111" y="3257102"/>
                  </a:lnTo>
                  <a:lnTo>
                    <a:pt x="8049703" y="3257102"/>
                  </a:lnTo>
                  <a:lnTo>
                    <a:pt x="7806578" y="3502358"/>
                  </a:lnTo>
                  <a:lnTo>
                    <a:pt x="7729933" y="3502358"/>
                  </a:lnTo>
                  <a:lnTo>
                    <a:pt x="7916797" y="3689222"/>
                  </a:lnTo>
                  <a:lnTo>
                    <a:pt x="7909498" y="3670973"/>
                  </a:lnTo>
                  <a:cubicBezTo>
                    <a:pt x="7909498" y="3644696"/>
                    <a:pt x="7929206" y="3624987"/>
                    <a:pt x="7955484" y="3624987"/>
                  </a:cubicBezTo>
                  <a:cubicBezTo>
                    <a:pt x="7968623" y="3624987"/>
                    <a:pt x="7980120" y="3629914"/>
                    <a:pt x="7988331" y="3638126"/>
                  </a:cubicBezTo>
                  <a:lnTo>
                    <a:pt x="7997966" y="3662213"/>
                  </a:lnTo>
                  <a:lnTo>
                    <a:pt x="8310233" y="3662213"/>
                  </a:lnTo>
                  <a:lnTo>
                    <a:pt x="8382241" y="3734674"/>
                  </a:lnTo>
                  <a:lnTo>
                    <a:pt x="8384413" y="3735572"/>
                  </a:lnTo>
                  <a:lnTo>
                    <a:pt x="8385250" y="3737701"/>
                  </a:lnTo>
                  <a:lnTo>
                    <a:pt x="8558311" y="3911852"/>
                  </a:lnTo>
                  <a:lnTo>
                    <a:pt x="8794986" y="3911852"/>
                  </a:lnTo>
                  <a:lnTo>
                    <a:pt x="8701169" y="3818648"/>
                  </a:lnTo>
                  <a:lnTo>
                    <a:pt x="8677026" y="3828639"/>
                  </a:lnTo>
                  <a:cubicBezTo>
                    <a:pt x="8665528" y="3828639"/>
                    <a:pt x="8654032" y="3824259"/>
                    <a:pt x="8645273" y="3815500"/>
                  </a:cubicBezTo>
                  <a:cubicBezTo>
                    <a:pt x="8627754" y="3797982"/>
                    <a:pt x="8627754" y="3769514"/>
                    <a:pt x="8645273" y="3751996"/>
                  </a:cubicBezTo>
                  <a:cubicBezTo>
                    <a:pt x="8662792" y="3734477"/>
                    <a:pt x="8691259" y="3734477"/>
                    <a:pt x="8708777" y="3751996"/>
                  </a:cubicBezTo>
                  <a:cubicBezTo>
                    <a:pt x="8717536" y="3760755"/>
                    <a:pt x="8721915" y="3772251"/>
                    <a:pt x="8721915" y="3783747"/>
                  </a:cubicBezTo>
                  <a:lnTo>
                    <a:pt x="8715186" y="3800011"/>
                  </a:lnTo>
                  <a:lnTo>
                    <a:pt x="8827027" y="3911852"/>
                  </a:lnTo>
                  <a:lnTo>
                    <a:pt x="8956227" y="3911852"/>
                  </a:lnTo>
                  <a:lnTo>
                    <a:pt x="9041630" y="3826449"/>
                  </a:lnTo>
                  <a:lnTo>
                    <a:pt x="8809509" y="3826449"/>
                  </a:lnTo>
                  <a:lnTo>
                    <a:pt x="8553302" y="3568051"/>
                  </a:lnTo>
                  <a:lnTo>
                    <a:pt x="8327600" y="3568051"/>
                  </a:lnTo>
                  <a:lnTo>
                    <a:pt x="8322277" y="3580916"/>
                  </a:lnTo>
                  <a:cubicBezTo>
                    <a:pt x="8316255" y="3586665"/>
                    <a:pt x="8308043" y="3589949"/>
                    <a:pt x="8299284" y="3589949"/>
                  </a:cubicBezTo>
                  <a:cubicBezTo>
                    <a:pt x="8281765" y="3589949"/>
                    <a:pt x="8266437" y="3574621"/>
                    <a:pt x="8266437" y="3557103"/>
                  </a:cubicBezTo>
                  <a:cubicBezTo>
                    <a:pt x="8266437" y="3537395"/>
                    <a:pt x="8281765" y="3524256"/>
                    <a:pt x="8299284" y="3524256"/>
                  </a:cubicBezTo>
                  <a:cubicBezTo>
                    <a:pt x="8308043" y="3524256"/>
                    <a:pt x="8316255" y="3528088"/>
                    <a:pt x="8322277" y="3534109"/>
                  </a:cubicBezTo>
                  <a:lnTo>
                    <a:pt x="8330254" y="3552723"/>
                  </a:lnTo>
                  <a:lnTo>
                    <a:pt x="8559871" y="3552723"/>
                  </a:lnTo>
                  <a:lnTo>
                    <a:pt x="8818268" y="3808930"/>
                  </a:lnTo>
                  <a:lnTo>
                    <a:pt x="9059148" y="3808930"/>
                  </a:lnTo>
                  <a:lnTo>
                    <a:pt x="9259205" y="3608872"/>
                  </a:lnTo>
                  <a:lnTo>
                    <a:pt x="9251850" y="3592140"/>
                  </a:lnTo>
                  <a:cubicBezTo>
                    <a:pt x="9251850" y="3572431"/>
                    <a:pt x="9267179" y="3559292"/>
                    <a:pt x="9284697" y="3559292"/>
                  </a:cubicBezTo>
                  <a:cubicBezTo>
                    <a:pt x="9293456" y="3559292"/>
                    <a:pt x="9301668" y="3563125"/>
                    <a:pt x="9307690" y="3569146"/>
                  </a:cubicBezTo>
                  <a:lnTo>
                    <a:pt x="9314729" y="3585570"/>
                  </a:lnTo>
                  <a:lnTo>
                    <a:pt x="9935071" y="3585570"/>
                  </a:lnTo>
                  <a:lnTo>
                    <a:pt x="9913173" y="3563672"/>
                  </a:lnTo>
                  <a:lnTo>
                    <a:pt x="9508056" y="3563672"/>
                  </a:lnTo>
                  <a:lnTo>
                    <a:pt x="9378611" y="3434473"/>
                  </a:lnTo>
                  <a:lnTo>
                    <a:pt x="8936517" y="3434473"/>
                  </a:lnTo>
                  <a:lnTo>
                    <a:pt x="8775885" y="3273844"/>
                  </a:lnTo>
                  <a:lnTo>
                    <a:pt x="8770092" y="3276809"/>
                  </a:lnTo>
                  <a:cubicBezTo>
                    <a:pt x="8760237" y="3276809"/>
                    <a:pt x="8752026" y="3272985"/>
                    <a:pt x="8746279" y="3266683"/>
                  </a:cubicBezTo>
                  <a:lnTo>
                    <a:pt x="8740422" y="3250532"/>
                  </a:lnTo>
                  <a:close/>
                  <a:moveTo>
                    <a:pt x="840879" y="3230826"/>
                  </a:moveTo>
                  <a:lnTo>
                    <a:pt x="902194" y="3292148"/>
                  </a:lnTo>
                  <a:lnTo>
                    <a:pt x="1418624" y="3292148"/>
                  </a:lnTo>
                  <a:lnTo>
                    <a:pt x="1357669" y="3230826"/>
                  </a:lnTo>
                  <a:close/>
                  <a:moveTo>
                    <a:pt x="10826322" y="3230824"/>
                  </a:moveTo>
                  <a:lnTo>
                    <a:pt x="10765368" y="3292141"/>
                  </a:lnTo>
                  <a:lnTo>
                    <a:pt x="11281801" y="3292141"/>
                  </a:lnTo>
                  <a:lnTo>
                    <a:pt x="11343117" y="3230824"/>
                  </a:lnTo>
                  <a:close/>
                  <a:moveTo>
                    <a:pt x="1526286" y="3145425"/>
                  </a:moveTo>
                  <a:lnTo>
                    <a:pt x="1746530" y="3365663"/>
                  </a:lnTo>
                  <a:lnTo>
                    <a:pt x="1891990" y="3220573"/>
                  </a:lnTo>
                  <a:lnTo>
                    <a:pt x="1817529" y="3145425"/>
                  </a:lnTo>
                  <a:close/>
                  <a:moveTo>
                    <a:pt x="10366463" y="3145422"/>
                  </a:moveTo>
                  <a:lnTo>
                    <a:pt x="10292002" y="3220571"/>
                  </a:lnTo>
                  <a:lnTo>
                    <a:pt x="10437463" y="3365666"/>
                  </a:lnTo>
                  <a:lnTo>
                    <a:pt x="10657708" y="3145422"/>
                  </a:lnTo>
                  <a:close/>
                  <a:moveTo>
                    <a:pt x="3551867" y="3130141"/>
                  </a:moveTo>
                  <a:lnTo>
                    <a:pt x="3446764" y="3235246"/>
                  </a:lnTo>
                  <a:lnTo>
                    <a:pt x="3547578" y="3235246"/>
                  </a:lnTo>
                  <a:lnTo>
                    <a:pt x="3549096" y="3227886"/>
                  </a:lnTo>
                  <a:cubicBezTo>
                    <a:pt x="3556387" y="3211259"/>
                    <a:pt x="3573220" y="3200215"/>
                    <a:pt x="3591283" y="3200215"/>
                  </a:cubicBezTo>
                  <a:cubicBezTo>
                    <a:pt x="3604423" y="3200215"/>
                    <a:pt x="3615915" y="3205103"/>
                    <a:pt x="3624125" y="3213318"/>
                  </a:cubicBezTo>
                  <a:lnTo>
                    <a:pt x="3632007" y="3233059"/>
                  </a:lnTo>
                  <a:lnTo>
                    <a:pt x="4440868" y="3233059"/>
                  </a:lnTo>
                  <a:lnTo>
                    <a:pt x="4337940" y="3130141"/>
                  </a:lnTo>
                  <a:close/>
                  <a:moveTo>
                    <a:pt x="3416105" y="3130141"/>
                  </a:moveTo>
                  <a:lnTo>
                    <a:pt x="3162085" y="3384112"/>
                  </a:lnTo>
                  <a:lnTo>
                    <a:pt x="2855860" y="3384112"/>
                  </a:lnTo>
                  <a:lnTo>
                    <a:pt x="2849279" y="3390679"/>
                  </a:lnTo>
                  <a:lnTo>
                    <a:pt x="3227785" y="3390679"/>
                  </a:lnTo>
                  <a:lnTo>
                    <a:pt x="3384346" y="3234160"/>
                  </a:lnTo>
                  <a:lnTo>
                    <a:pt x="3390920" y="3218831"/>
                  </a:lnTo>
                  <a:lnTo>
                    <a:pt x="3406259" y="3212215"/>
                  </a:lnTo>
                  <a:lnTo>
                    <a:pt x="3488365" y="3130141"/>
                  </a:lnTo>
                  <a:close/>
                  <a:moveTo>
                    <a:pt x="8695637" y="3130094"/>
                  </a:moveTo>
                  <a:lnTo>
                    <a:pt x="8777754" y="3212215"/>
                  </a:lnTo>
                  <a:lnTo>
                    <a:pt x="8793086" y="3218786"/>
                  </a:lnTo>
                  <a:lnTo>
                    <a:pt x="8799655" y="3234112"/>
                  </a:lnTo>
                  <a:lnTo>
                    <a:pt x="8956226" y="3390679"/>
                  </a:lnTo>
                  <a:lnTo>
                    <a:pt x="9334730" y="3390679"/>
                  </a:lnTo>
                  <a:lnTo>
                    <a:pt x="9328150" y="3384112"/>
                  </a:lnTo>
                  <a:lnTo>
                    <a:pt x="9024110" y="3384112"/>
                  </a:lnTo>
                  <a:lnTo>
                    <a:pt x="8768998" y="3130094"/>
                  </a:lnTo>
                  <a:close/>
                  <a:moveTo>
                    <a:pt x="7845994" y="3130094"/>
                  </a:moveTo>
                  <a:lnTo>
                    <a:pt x="7743073" y="3233012"/>
                  </a:lnTo>
                  <a:lnTo>
                    <a:pt x="8551986" y="3233012"/>
                  </a:lnTo>
                  <a:lnTo>
                    <a:pt x="8559870" y="3213306"/>
                  </a:lnTo>
                  <a:cubicBezTo>
                    <a:pt x="8568082" y="3205095"/>
                    <a:pt x="8579578" y="3200166"/>
                    <a:pt x="8592717" y="3200166"/>
                  </a:cubicBezTo>
                  <a:cubicBezTo>
                    <a:pt x="8610783" y="3200166"/>
                    <a:pt x="8627617" y="3211254"/>
                    <a:pt x="8634906" y="3227886"/>
                  </a:cubicBezTo>
                  <a:lnTo>
                    <a:pt x="8636428" y="3235203"/>
                  </a:lnTo>
                  <a:lnTo>
                    <a:pt x="8737244" y="3235203"/>
                  </a:lnTo>
                  <a:lnTo>
                    <a:pt x="8632132" y="3130094"/>
                  </a:lnTo>
                  <a:close/>
                  <a:moveTo>
                    <a:pt x="2308051" y="3123571"/>
                  </a:moveTo>
                  <a:lnTo>
                    <a:pt x="2294911" y="3136665"/>
                  </a:lnTo>
                  <a:lnTo>
                    <a:pt x="2756094" y="3136665"/>
                  </a:lnTo>
                  <a:lnTo>
                    <a:pt x="2750842" y="3123571"/>
                  </a:lnTo>
                  <a:close/>
                  <a:moveTo>
                    <a:pt x="2141628" y="3123571"/>
                  </a:moveTo>
                  <a:lnTo>
                    <a:pt x="2154765" y="3136665"/>
                  </a:lnTo>
                  <a:lnTo>
                    <a:pt x="2246734" y="3136665"/>
                  </a:lnTo>
                  <a:lnTo>
                    <a:pt x="2259871" y="3123571"/>
                  </a:lnTo>
                  <a:close/>
                  <a:moveTo>
                    <a:pt x="2054033" y="3123571"/>
                  </a:moveTo>
                  <a:lnTo>
                    <a:pt x="1948919" y="3228645"/>
                  </a:lnTo>
                  <a:lnTo>
                    <a:pt x="2051841" y="3331554"/>
                  </a:lnTo>
                  <a:lnTo>
                    <a:pt x="2231407" y="3151993"/>
                  </a:lnTo>
                  <a:lnTo>
                    <a:pt x="2148195" y="3151993"/>
                  </a:lnTo>
                  <a:lnTo>
                    <a:pt x="2119727" y="3123571"/>
                  </a:lnTo>
                  <a:close/>
                  <a:moveTo>
                    <a:pt x="10064269" y="3123525"/>
                  </a:moveTo>
                  <a:lnTo>
                    <a:pt x="10035802" y="3151991"/>
                  </a:lnTo>
                  <a:lnTo>
                    <a:pt x="9953538" y="3151991"/>
                  </a:lnTo>
                  <a:lnTo>
                    <a:pt x="10132402" y="3331468"/>
                  </a:lnTo>
                  <a:lnTo>
                    <a:pt x="10235628" y="3229189"/>
                  </a:lnTo>
                  <a:lnTo>
                    <a:pt x="10129963" y="3123525"/>
                  </a:lnTo>
                  <a:close/>
                  <a:moveTo>
                    <a:pt x="9925168" y="3123525"/>
                  </a:moveTo>
                  <a:lnTo>
                    <a:pt x="9938262" y="3136665"/>
                  </a:lnTo>
                  <a:lnTo>
                    <a:pt x="10029232" y="3136665"/>
                  </a:lnTo>
                  <a:lnTo>
                    <a:pt x="10042371" y="3123525"/>
                  </a:lnTo>
                  <a:close/>
                  <a:moveTo>
                    <a:pt x="9433167" y="3123525"/>
                  </a:moveTo>
                  <a:lnTo>
                    <a:pt x="9427912" y="3136665"/>
                  </a:lnTo>
                  <a:lnTo>
                    <a:pt x="9889085" y="3136665"/>
                  </a:lnTo>
                  <a:lnTo>
                    <a:pt x="9875946" y="3123525"/>
                  </a:lnTo>
                  <a:close/>
                  <a:moveTo>
                    <a:pt x="4751814" y="3092874"/>
                  </a:moveTo>
                  <a:lnTo>
                    <a:pt x="4821890" y="3162990"/>
                  </a:lnTo>
                  <a:lnTo>
                    <a:pt x="4819927" y="3434647"/>
                  </a:lnTo>
                  <a:lnTo>
                    <a:pt x="4845972" y="3445423"/>
                  </a:lnTo>
                  <a:cubicBezTo>
                    <a:pt x="4863487" y="3462941"/>
                    <a:pt x="4863487" y="3491409"/>
                    <a:pt x="4845972" y="3508927"/>
                  </a:cubicBezTo>
                  <a:lnTo>
                    <a:pt x="4840058" y="3511375"/>
                  </a:lnTo>
                  <a:lnTo>
                    <a:pt x="4900718" y="3572431"/>
                  </a:lnTo>
                  <a:lnTo>
                    <a:pt x="5112475" y="3572431"/>
                  </a:lnTo>
                  <a:lnTo>
                    <a:pt x="5257668" y="3425719"/>
                  </a:lnTo>
                  <a:lnTo>
                    <a:pt x="5257668" y="3324987"/>
                  </a:lnTo>
                  <a:lnTo>
                    <a:pt x="5069345" y="3324987"/>
                  </a:lnTo>
                  <a:lnTo>
                    <a:pt x="4837217" y="3092874"/>
                  </a:lnTo>
                  <a:close/>
                  <a:moveTo>
                    <a:pt x="3589095" y="3092874"/>
                  </a:moveTo>
                  <a:lnTo>
                    <a:pt x="3584715" y="3097294"/>
                  </a:lnTo>
                  <a:lnTo>
                    <a:pt x="4351079" y="3097294"/>
                  </a:lnTo>
                  <a:lnTo>
                    <a:pt x="4486861" y="3233059"/>
                  </a:lnTo>
                  <a:lnTo>
                    <a:pt x="4563493" y="3233059"/>
                  </a:lnTo>
                  <a:lnTo>
                    <a:pt x="4598303" y="3268091"/>
                  </a:lnTo>
                  <a:lnTo>
                    <a:pt x="4714779" y="3268091"/>
                  </a:lnTo>
                  <a:lnTo>
                    <a:pt x="4724440" y="3253822"/>
                  </a:lnTo>
                  <a:cubicBezTo>
                    <a:pt x="4733202" y="3245099"/>
                    <a:pt x="4745243" y="3239585"/>
                    <a:pt x="4758382" y="3239585"/>
                  </a:cubicBezTo>
                  <a:cubicBezTo>
                    <a:pt x="4771522" y="3239585"/>
                    <a:pt x="4783566" y="3245099"/>
                    <a:pt x="4792327" y="3253822"/>
                  </a:cubicBezTo>
                  <a:lnTo>
                    <a:pt x="4797804" y="3261927"/>
                  </a:lnTo>
                  <a:lnTo>
                    <a:pt x="4797804" y="3171749"/>
                  </a:lnTo>
                  <a:lnTo>
                    <a:pt x="4718964" y="3092874"/>
                  </a:lnTo>
                  <a:close/>
                  <a:moveTo>
                    <a:pt x="7403616" y="3092868"/>
                  </a:moveTo>
                  <a:lnTo>
                    <a:pt x="7386134" y="3110385"/>
                  </a:lnTo>
                  <a:lnTo>
                    <a:pt x="7386134" y="3261884"/>
                  </a:lnTo>
                  <a:lnTo>
                    <a:pt x="7391609" y="3253815"/>
                  </a:lnTo>
                  <a:cubicBezTo>
                    <a:pt x="7400368" y="3245059"/>
                    <a:pt x="7412412" y="3239583"/>
                    <a:pt x="7425550" y="3239583"/>
                  </a:cubicBezTo>
                  <a:cubicBezTo>
                    <a:pt x="7438689" y="3239583"/>
                    <a:pt x="7450733" y="3245059"/>
                    <a:pt x="7459493" y="3253815"/>
                  </a:cubicBezTo>
                  <a:lnTo>
                    <a:pt x="7469153" y="3268051"/>
                  </a:lnTo>
                  <a:lnTo>
                    <a:pt x="7585633" y="3268051"/>
                  </a:lnTo>
                  <a:lnTo>
                    <a:pt x="7620443" y="3233012"/>
                  </a:lnTo>
                  <a:lnTo>
                    <a:pt x="7697087" y="3233012"/>
                  </a:lnTo>
                  <a:lnTo>
                    <a:pt x="7832855" y="3097248"/>
                  </a:lnTo>
                  <a:lnTo>
                    <a:pt x="8599285" y="3097248"/>
                  </a:lnTo>
                  <a:lnTo>
                    <a:pt x="8594907" y="3092868"/>
                  </a:lnTo>
                  <a:close/>
                  <a:moveTo>
                    <a:pt x="2086881" y="3090681"/>
                  </a:moveTo>
                  <a:lnTo>
                    <a:pt x="2075933" y="3101634"/>
                  </a:lnTo>
                  <a:lnTo>
                    <a:pt x="2097824" y="3101634"/>
                  </a:lnTo>
                  <a:close/>
                  <a:moveTo>
                    <a:pt x="10097115" y="3090678"/>
                  </a:moveTo>
                  <a:lnTo>
                    <a:pt x="10086166" y="3101628"/>
                  </a:lnTo>
                  <a:lnTo>
                    <a:pt x="10108064" y="3101628"/>
                  </a:lnTo>
                  <a:close/>
                  <a:moveTo>
                    <a:pt x="3464250" y="3081951"/>
                  </a:moveTo>
                  <a:lnTo>
                    <a:pt x="3448947" y="3097294"/>
                  </a:lnTo>
                  <a:lnTo>
                    <a:pt x="3521214" y="3097294"/>
                  </a:lnTo>
                  <a:lnTo>
                    <a:pt x="3525597" y="3092874"/>
                  </a:lnTo>
                  <a:lnTo>
                    <a:pt x="3475232" y="3092874"/>
                  </a:lnTo>
                  <a:close/>
                  <a:moveTo>
                    <a:pt x="8720200" y="3081506"/>
                  </a:moveTo>
                  <a:lnTo>
                    <a:pt x="8708777" y="3092868"/>
                  </a:lnTo>
                  <a:lnTo>
                    <a:pt x="8658412" y="3092868"/>
                  </a:lnTo>
                  <a:lnTo>
                    <a:pt x="8662790" y="3097248"/>
                  </a:lnTo>
                  <a:lnTo>
                    <a:pt x="8736009" y="3097248"/>
                  </a:lnTo>
                  <a:close/>
                  <a:moveTo>
                    <a:pt x="8964466" y="3021123"/>
                  </a:moveTo>
                  <a:lnTo>
                    <a:pt x="8855494" y="3130094"/>
                  </a:lnTo>
                  <a:lnTo>
                    <a:pt x="8818269" y="3130094"/>
                  </a:lnTo>
                  <a:lnTo>
                    <a:pt x="9037249" y="3349073"/>
                  </a:lnTo>
                  <a:lnTo>
                    <a:pt x="9293045" y="3349073"/>
                  </a:lnTo>
                  <a:close/>
                  <a:moveTo>
                    <a:pt x="3220245" y="3020423"/>
                  </a:moveTo>
                  <a:lnTo>
                    <a:pt x="2890964" y="3349073"/>
                  </a:lnTo>
                  <a:lnTo>
                    <a:pt x="3146756" y="3349073"/>
                  </a:lnTo>
                  <a:lnTo>
                    <a:pt x="3365737" y="3130141"/>
                  </a:lnTo>
                  <a:lnTo>
                    <a:pt x="3330700" y="3130141"/>
                  </a:lnTo>
                  <a:close/>
                  <a:moveTo>
                    <a:pt x="1727752" y="2941812"/>
                  </a:moveTo>
                  <a:lnTo>
                    <a:pt x="1887607" y="3101634"/>
                  </a:lnTo>
                  <a:lnTo>
                    <a:pt x="2011243" y="3101634"/>
                  </a:lnTo>
                  <a:lnTo>
                    <a:pt x="2054587" y="3058398"/>
                  </a:lnTo>
                  <a:lnTo>
                    <a:pt x="1952281" y="2956126"/>
                  </a:lnTo>
                  <a:lnTo>
                    <a:pt x="1944536" y="2959329"/>
                  </a:lnTo>
                  <a:cubicBezTo>
                    <a:pt x="1934681" y="2959329"/>
                    <a:pt x="1925921" y="2956048"/>
                    <a:pt x="1919626" y="2950302"/>
                  </a:cubicBezTo>
                  <a:lnTo>
                    <a:pt x="1916017" y="2941812"/>
                  </a:lnTo>
                  <a:close/>
                  <a:moveTo>
                    <a:pt x="10267969" y="2941777"/>
                  </a:moveTo>
                  <a:lnTo>
                    <a:pt x="10264363" y="2950256"/>
                  </a:lnTo>
                  <a:cubicBezTo>
                    <a:pt x="10258067" y="2956003"/>
                    <a:pt x="10249307" y="2959292"/>
                    <a:pt x="10239453" y="2959292"/>
                  </a:cubicBezTo>
                  <a:lnTo>
                    <a:pt x="10231712" y="2956085"/>
                  </a:lnTo>
                  <a:lnTo>
                    <a:pt x="10129406" y="3058392"/>
                  </a:lnTo>
                  <a:lnTo>
                    <a:pt x="10172756" y="3101628"/>
                  </a:lnTo>
                  <a:lnTo>
                    <a:pt x="10296388" y="3101628"/>
                  </a:lnTo>
                  <a:lnTo>
                    <a:pt x="10456248" y="2941777"/>
                  </a:lnTo>
                  <a:close/>
                  <a:moveTo>
                    <a:pt x="3311169" y="2929709"/>
                  </a:moveTo>
                  <a:lnTo>
                    <a:pt x="3244008" y="2996707"/>
                  </a:lnTo>
                  <a:lnTo>
                    <a:pt x="3343840" y="3097294"/>
                  </a:lnTo>
                  <a:lnTo>
                    <a:pt x="3398585" y="3097294"/>
                  </a:lnTo>
                  <a:lnTo>
                    <a:pt x="3439005" y="3056828"/>
                  </a:lnTo>
                  <a:close/>
                  <a:moveTo>
                    <a:pt x="8872838" y="2929668"/>
                  </a:moveTo>
                  <a:lnTo>
                    <a:pt x="8745006" y="3056840"/>
                  </a:lnTo>
                  <a:lnTo>
                    <a:pt x="8785422" y="3097248"/>
                  </a:lnTo>
                  <a:lnTo>
                    <a:pt x="8840166" y="3097248"/>
                  </a:lnTo>
                  <a:lnTo>
                    <a:pt x="8940355" y="2997062"/>
                  </a:lnTo>
                  <a:close/>
                  <a:moveTo>
                    <a:pt x="3670106" y="2876085"/>
                  </a:moveTo>
                  <a:lnTo>
                    <a:pt x="3497123" y="3049073"/>
                  </a:lnTo>
                  <a:lnTo>
                    <a:pt x="3569388" y="3049073"/>
                  </a:lnTo>
                  <a:lnTo>
                    <a:pt x="3742376" y="2876085"/>
                  </a:lnTo>
                  <a:close/>
                  <a:moveTo>
                    <a:pt x="8441619" y="2876074"/>
                  </a:moveTo>
                  <a:lnTo>
                    <a:pt x="8614616" y="3049073"/>
                  </a:lnTo>
                  <a:lnTo>
                    <a:pt x="8687629" y="3049073"/>
                  </a:lnTo>
                  <a:lnTo>
                    <a:pt x="8513885" y="2876074"/>
                  </a:lnTo>
                  <a:close/>
                  <a:moveTo>
                    <a:pt x="1125549" y="2838859"/>
                  </a:moveTo>
                  <a:lnTo>
                    <a:pt x="1213143" y="2926449"/>
                  </a:lnTo>
                  <a:lnTo>
                    <a:pt x="1681766" y="2926449"/>
                  </a:lnTo>
                  <a:lnTo>
                    <a:pt x="1613254" y="2857935"/>
                  </a:lnTo>
                  <a:lnTo>
                    <a:pt x="1600743" y="2862978"/>
                  </a:lnTo>
                  <a:cubicBezTo>
                    <a:pt x="1587602" y="2862978"/>
                    <a:pt x="1576105" y="2857464"/>
                    <a:pt x="1567895" y="2848986"/>
                  </a:cubicBezTo>
                  <a:lnTo>
                    <a:pt x="1563740" y="2838859"/>
                  </a:lnTo>
                  <a:lnTo>
                    <a:pt x="1403657" y="2838859"/>
                  </a:lnTo>
                  <a:close/>
                  <a:moveTo>
                    <a:pt x="10620256" y="2838848"/>
                  </a:moveTo>
                  <a:lnTo>
                    <a:pt x="10616101" y="2848975"/>
                  </a:lnTo>
                  <a:cubicBezTo>
                    <a:pt x="10607889" y="2857464"/>
                    <a:pt x="10596392" y="2862934"/>
                    <a:pt x="10583253" y="2862934"/>
                  </a:cubicBezTo>
                  <a:lnTo>
                    <a:pt x="10572196" y="2858520"/>
                  </a:lnTo>
                  <a:lnTo>
                    <a:pt x="10503751" y="2926449"/>
                  </a:lnTo>
                  <a:lnTo>
                    <a:pt x="10973040" y="2926449"/>
                  </a:lnTo>
                  <a:lnTo>
                    <a:pt x="11059241" y="2838848"/>
                  </a:lnTo>
                  <a:close/>
                  <a:moveTo>
                    <a:pt x="2608057" y="2823531"/>
                  </a:moveTo>
                  <a:lnTo>
                    <a:pt x="2329949" y="3101634"/>
                  </a:lnTo>
                  <a:lnTo>
                    <a:pt x="2745586" y="3101634"/>
                  </a:lnTo>
                  <a:lnTo>
                    <a:pt x="2756970" y="3073160"/>
                  </a:lnTo>
                  <a:cubicBezTo>
                    <a:pt x="2765183" y="3064960"/>
                    <a:pt x="2776680" y="3060068"/>
                    <a:pt x="2789816" y="3060068"/>
                  </a:cubicBezTo>
                  <a:cubicBezTo>
                    <a:pt x="2816095" y="3060068"/>
                    <a:pt x="2835805" y="3081920"/>
                    <a:pt x="2835805" y="3106054"/>
                  </a:cubicBezTo>
                  <a:lnTo>
                    <a:pt x="2833881" y="3110822"/>
                  </a:lnTo>
                  <a:lnTo>
                    <a:pt x="2845655" y="3115868"/>
                  </a:lnTo>
                  <a:cubicBezTo>
                    <a:pt x="2851678" y="3121925"/>
                    <a:pt x="2855509" y="3130141"/>
                    <a:pt x="2855509" y="3138900"/>
                  </a:cubicBezTo>
                  <a:cubicBezTo>
                    <a:pt x="2855509" y="3156416"/>
                    <a:pt x="2840179" y="3171749"/>
                    <a:pt x="2822663" y="3171749"/>
                  </a:cubicBezTo>
                  <a:cubicBezTo>
                    <a:pt x="2813901" y="3172837"/>
                    <a:pt x="2805689" y="3169510"/>
                    <a:pt x="2799668" y="3163532"/>
                  </a:cubicBezTo>
                  <a:lnTo>
                    <a:pt x="2795068" y="3151993"/>
                  </a:lnTo>
                  <a:lnTo>
                    <a:pt x="2279583" y="3151993"/>
                  </a:lnTo>
                  <a:lnTo>
                    <a:pt x="2082498" y="3349073"/>
                  </a:lnTo>
                  <a:lnTo>
                    <a:pt x="2844562" y="3349073"/>
                  </a:lnTo>
                  <a:lnTo>
                    <a:pt x="3196647" y="2996992"/>
                  </a:lnTo>
                  <a:lnTo>
                    <a:pt x="3021937" y="2823531"/>
                  </a:lnTo>
                  <a:close/>
                  <a:moveTo>
                    <a:pt x="9162068" y="2823519"/>
                  </a:moveTo>
                  <a:lnTo>
                    <a:pt x="8987978" y="2997608"/>
                  </a:lnTo>
                  <a:lnTo>
                    <a:pt x="9339442" y="3349073"/>
                  </a:lnTo>
                  <a:lnTo>
                    <a:pt x="10101494" y="3349073"/>
                  </a:lnTo>
                  <a:lnTo>
                    <a:pt x="9904413" y="3151991"/>
                  </a:lnTo>
                  <a:lnTo>
                    <a:pt x="9388933" y="3151991"/>
                  </a:lnTo>
                  <a:lnTo>
                    <a:pt x="9384334" y="3163489"/>
                  </a:lnTo>
                  <a:cubicBezTo>
                    <a:pt x="9378312" y="3169510"/>
                    <a:pt x="9370100" y="3172797"/>
                    <a:pt x="9361341" y="3171701"/>
                  </a:cubicBezTo>
                  <a:cubicBezTo>
                    <a:pt x="9343822" y="3171701"/>
                    <a:pt x="9328493" y="3156371"/>
                    <a:pt x="9328493" y="3138852"/>
                  </a:cubicBezTo>
                  <a:cubicBezTo>
                    <a:pt x="9328493" y="3130092"/>
                    <a:pt x="9332325" y="3121880"/>
                    <a:pt x="9338347" y="3115859"/>
                  </a:cubicBezTo>
                  <a:lnTo>
                    <a:pt x="9350124" y="3110813"/>
                  </a:lnTo>
                  <a:lnTo>
                    <a:pt x="9348202" y="3106006"/>
                  </a:lnTo>
                  <a:cubicBezTo>
                    <a:pt x="9348202" y="3081920"/>
                    <a:pt x="9367910" y="3060023"/>
                    <a:pt x="9394188" y="3060023"/>
                  </a:cubicBezTo>
                  <a:cubicBezTo>
                    <a:pt x="9407327" y="3060023"/>
                    <a:pt x="9418823" y="3064945"/>
                    <a:pt x="9427035" y="3073160"/>
                  </a:cubicBezTo>
                  <a:lnTo>
                    <a:pt x="9438423" y="3101628"/>
                  </a:lnTo>
                  <a:lnTo>
                    <a:pt x="9854049" y="3101628"/>
                  </a:lnTo>
                  <a:lnTo>
                    <a:pt x="9575942" y="2823519"/>
                  </a:lnTo>
                  <a:close/>
                  <a:moveTo>
                    <a:pt x="3472374" y="2768820"/>
                  </a:moveTo>
                  <a:lnTo>
                    <a:pt x="3342687" y="2898261"/>
                  </a:lnTo>
                  <a:lnTo>
                    <a:pt x="3469813" y="3026062"/>
                  </a:lnTo>
                  <a:lnTo>
                    <a:pt x="3654783" y="2841041"/>
                  </a:lnTo>
                  <a:lnTo>
                    <a:pt x="3777414" y="2841041"/>
                  </a:lnTo>
                  <a:lnTo>
                    <a:pt x="3849676" y="2768820"/>
                  </a:lnTo>
                  <a:close/>
                  <a:moveTo>
                    <a:pt x="8334319" y="2768773"/>
                  </a:moveTo>
                  <a:lnTo>
                    <a:pt x="8406582" y="2841039"/>
                  </a:lnTo>
                  <a:lnTo>
                    <a:pt x="8529213" y="2841039"/>
                  </a:lnTo>
                  <a:lnTo>
                    <a:pt x="8714193" y="3026017"/>
                  </a:lnTo>
                  <a:lnTo>
                    <a:pt x="8841322" y="2898214"/>
                  </a:lnTo>
                  <a:lnTo>
                    <a:pt x="8711633" y="2768773"/>
                  </a:lnTo>
                  <a:close/>
                  <a:moveTo>
                    <a:pt x="4408012" y="2749115"/>
                  </a:moveTo>
                  <a:lnTo>
                    <a:pt x="4426096" y="2767189"/>
                  </a:lnTo>
                  <a:lnTo>
                    <a:pt x="4429915" y="2757872"/>
                  </a:lnTo>
                  <a:lnTo>
                    <a:pt x="4440868" y="2753355"/>
                  </a:lnTo>
                  <a:lnTo>
                    <a:pt x="4440868" y="2749115"/>
                  </a:lnTo>
                  <a:close/>
                  <a:moveTo>
                    <a:pt x="4002601" y="2749115"/>
                  </a:moveTo>
                  <a:lnTo>
                    <a:pt x="3983233" y="2768820"/>
                  </a:lnTo>
                  <a:lnTo>
                    <a:pt x="3913178" y="2768820"/>
                  </a:lnTo>
                  <a:lnTo>
                    <a:pt x="3840916" y="2841041"/>
                  </a:lnTo>
                  <a:lnTo>
                    <a:pt x="4210206" y="2841041"/>
                  </a:lnTo>
                  <a:lnTo>
                    <a:pt x="4210433" y="2839945"/>
                  </a:lnTo>
                  <a:cubicBezTo>
                    <a:pt x="4217771" y="2822709"/>
                    <a:pt x="4235017" y="2810425"/>
                    <a:pt x="4254725" y="2810425"/>
                  </a:cubicBezTo>
                  <a:cubicBezTo>
                    <a:pt x="4281003" y="2810425"/>
                    <a:pt x="4302904" y="2832290"/>
                    <a:pt x="4302904" y="2858558"/>
                  </a:cubicBezTo>
                  <a:cubicBezTo>
                    <a:pt x="4302904" y="2884842"/>
                    <a:pt x="4281003" y="2906788"/>
                    <a:pt x="4254725" y="2906788"/>
                  </a:cubicBezTo>
                  <a:cubicBezTo>
                    <a:pt x="4235017" y="2906788"/>
                    <a:pt x="4217771" y="2894417"/>
                    <a:pt x="4210433" y="2877171"/>
                  </a:cubicBezTo>
                  <a:lnTo>
                    <a:pt x="4210206" y="2876085"/>
                  </a:lnTo>
                  <a:lnTo>
                    <a:pt x="3805881" y="2876085"/>
                  </a:lnTo>
                  <a:lnTo>
                    <a:pt x="3632883" y="3049073"/>
                  </a:lnTo>
                  <a:lnTo>
                    <a:pt x="4675166" y="3049073"/>
                  </a:lnTo>
                  <a:lnTo>
                    <a:pt x="4433622" y="2807526"/>
                  </a:lnTo>
                  <a:lnTo>
                    <a:pt x="4429915" y="2806014"/>
                  </a:lnTo>
                  <a:lnTo>
                    <a:pt x="4428398" y="2802349"/>
                  </a:lnTo>
                  <a:lnTo>
                    <a:pt x="4375170" y="2749115"/>
                  </a:lnTo>
                  <a:close/>
                  <a:moveTo>
                    <a:pt x="3932866" y="2749115"/>
                  </a:moveTo>
                  <a:lnTo>
                    <a:pt x="3930676" y="2751303"/>
                  </a:lnTo>
                  <a:lnTo>
                    <a:pt x="3976662" y="2751303"/>
                  </a:lnTo>
                  <a:lnTo>
                    <a:pt x="3978853" y="2749115"/>
                  </a:lnTo>
                  <a:close/>
                  <a:moveTo>
                    <a:pt x="8205123" y="2749065"/>
                  </a:moveTo>
                  <a:lnTo>
                    <a:pt x="8207312" y="2751254"/>
                  </a:lnTo>
                  <a:lnTo>
                    <a:pt x="8253297" y="2751254"/>
                  </a:lnTo>
                  <a:lnTo>
                    <a:pt x="8251107" y="2749065"/>
                  </a:lnTo>
                  <a:close/>
                  <a:moveTo>
                    <a:pt x="7746663" y="2749065"/>
                  </a:moveTo>
                  <a:lnTo>
                    <a:pt x="7447316" y="3049073"/>
                  </a:lnTo>
                  <a:lnTo>
                    <a:pt x="8551111" y="3049073"/>
                  </a:lnTo>
                  <a:lnTo>
                    <a:pt x="8378115" y="2876074"/>
                  </a:lnTo>
                  <a:lnTo>
                    <a:pt x="7973776" y="2876074"/>
                  </a:lnTo>
                  <a:lnTo>
                    <a:pt x="7973551" y="2877170"/>
                  </a:lnTo>
                  <a:cubicBezTo>
                    <a:pt x="7966160" y="2894414"/>
                    <a:pt x="7948915" y="2906733"/>
                    <a:pt x="7929206" y="2906733"/>
                  </a:cubicBezTo>
                  <a:cubicBezTo>
                    <a:pt x="7902929" y="2906733"/>
                    <a:pt x="7881031" y="2884833"/>
                    <a:pt x="7881031" y="2858555"/>
                  </a:cubicBezTo>
                  <a:cubicBezTo>
                    <a:pt x="7881031" y="2832279"/>
                    <a:pt x="7902929" y="2810380"/>
                    <a:pt x="7929206" y="2810380"/>
                  </a:cubicBezTo>
                  <a:cubicBezTo>
                    <a:pt x="7948915" y="2810380"/>
                    <a:pt x="7966160" y="2822698"/>
                    <a:pt x="7973551" y="2839945"/>
                  </a:cubicBezTo>
                  <a:lnTo>
                    <a:pt x="7973776" y="2841039"/>
                  </a:lnTo>
                  <a:lnTo>
                    <a:pt x="8343078" y="2841039"/>
                  </a:lnTo>
                  <a:lnTo>
                    <a:pt x="8270815" y="2768773"/>
                  </a:lnTo>
                  <a:lnTo>
                    <a:pt x="8200743" y="2768773"/>
                  </a:lnTo>
                  <a:lnTo>
                    <a:pt x="8181376" y="2749065"/>
                  </a:lnTo>
                  <a:close/>
                  <a:moveTo>
                    <a:pt x="2498569" y="2679041"/>
                  </a:moveTo>
                  <a:lnTo>
                    <a:pt x="2097828" y="3079774"/>
                  </a:lnTo>
                  <a:lnTo>
                    <a:pt x="2119726" y="3101634"/>
                  </a:lnTo>
                  <a:lnTo>
                    <a:pt x="2281775" y="3101634"/>
                  </a:lnTo>
                  <a:lnTo>
                    <a:pt x="2594917" y="2788486"/>
                  </a:lnTo>
                  <a:lnTo>
                    <a:pt x="3037263" y="2788486"/>
                  </a:lnTo>
                  <a:lnTo>
                    <a:pt x="3220556" y="2973131"/>
                  </a:lnTo>
                  <a:lnTo>
                    <a:pt x="3287506" y="2906170"/>
                  </a:lnTo>
                  <a:lnTo>
                    <a:pt x="3059163" y="2679041"/>
                  </a:lnTo>
                  <a:lnTo>
                    <a:pt x="2973482" y="2679041"/>
                  </a:lnTo>
                  <a:lnTo>
                    <a:pt x="2968281" y="2686666"/>
                  </a:lnTo>
                  <a:cubicBezTo>
                    <a:pt x="2959522" y="2695458"/>
                    <a:pt x="2947475" y="2700891"/>
                    <a:pt x="2934339" y="2700891"/>
                  </a:cubicBezTo>
                  <a:cubicBezTo>
                    <a:pt x="2921201" y="2700891"/>
                    <a:pt x="2909159" y="2695458"/>
                    <a:pt x="2900398" y="2686666"/>
                  </a:cubicBezTo>
                  <a:lnTo>
                    <a:pt x="2895198" y="2679041"/>
                  </a:lnTo>
                  <a:close/>
                  <a:moveTo>
                    <a:pt x="9124841" y="2678995"/>
                  </a:moveTo>
                  <a:lnTo>
                    <a:pt x="8896500" y="2906134"/>
                  </a:lnTo>
                  <a:lnTo>
                    <a:pt x="8963890" y="2973522"/>
                  </a:lnTo>
                  <a:lnTo>
                    <a:pt x="9148929" y="2788483"/>
                  </a:lnTo>
                  <a:lnTo>
                    <a:pt x="9591270" y="2788483"/>
                  </a:lnTo>
                  <a:lnTo>
                    <a:pt x="9903346" y="3101628"/>
                  </a:lnTo>
                  <a:lnTo>
                    <a:pt x="10064268" y="3101628"/>
                  </a:lnTo>
                  <a:lnTo>
                    <a:pt x="10086166" y="3079729"/>
                  </a:lnTo>
                  <a:lnTo>
                    <a:pt x="9685431" y="2678995"/>
                  </a:lnTo>
                  <a:lnTo>
                    <a:pt x="9288803" y="2678995"/>
                  </a:lnTo>
                  <a:lnTo>
                    <a:pt x="9283603" y="2686655"/>
                  </a:lnTo>
                  <a:cubicBezTo>
                    <a:pt x="9274844" y="2695415"/>
                    <a:pt x="9262800" y="2700891"/>
                    <a:pt x="9249661" y="2700891"/>
                  </a:cubicBezTo>
                  <a:cubicBezTo>
                    <a:pt x="9236522" y="2700891"/>
                    <a:pt x="9224477" y="2695415"/>
                    <a:pt x="9215719" y="2686655"/>
                  </a:cubicBezTo>
                  <a:lnTo>
                    <a:pt x="9210519" y="2678995"/>
                  </a:lnTo>
                  <a:close/>
                  <a:moveTo>
                    <a:pt x="9738073" y="2668045"/>
                  </a:moveTo>
                  <a:lnTo>
                    <a:pt x="10118443" y="3047457"/>
                  </a:lnTo>
                  <a:lnTo>
                    <a:pt x="10216223" y="2949679"/>
                  </a:lnTo>
                  <a:lnTo>
                    <a:pt x="10215640" y="2949435"/>
                  </a:lnTo>
                  <a:cubicBezTo>
                    <a:pt x="10209891" y="2943414"/>
                    <a:pt x="10206607" y="2935205"/>
                    <a:pt x="10206607" y="2926446"/>
                  </a:cubicBezTo>
                  <a:cubicBezTo>
                    <a:pt x="10206607" y="2908929"/>
                    <a:pt x="10221935" y="2893593"/>
                    <a:pt x="10239453" y="2893593"/>
                  </a:cubicBezTo>
                  <a:cubicBezTo>
                    <a:pt x="10256972" y="2893593"/>
                    <a:pt x="10274490" y="2908929"/>
                    <a:pt x="10274490" y="2926446"/>
                  </a:cubicBezTo>
                  <a:lnTo>
                    <a:pt x="10274488" y="2926449"/>
                  </a:lnTo>
                  <a:lnTo>
                    <a:pt x="10471577" y="2926449"/>
                  </a:lnTo>
                  <a:lnTo>
                    <a:pt x="10549781" y="2848239"/>
                  </a:lnTo>
                  <a:lnTo>
                    <a:pt x="10546025" y="2838848"/>
                  </a:lnTo>
                  <a:lnTo>
                    <a:pt x="10353323" y="2838848"/>
                  </a:lnTo>
                  <a:lnTo>
                    <a:pt x="10213058" y="2698584"/>
                  </a:lnTo>
                  <a:lnTo>
                    <a:pt x="10212081" y="2699246"/>
                  </a:lnTo>
                  <a:cubicBezTo>
                    <a:pt x="10206332" y="2701712"/>
                    <a:pt x="10200037" y="2703082"/>
                    <a:pt x="10193467" y="2703082"/>
                  </a:cubicBezTo>
                  <a:cubicBezTo>
                    <a:pt x="10173760" y="2703082"/>
                    <a:pt x="10156515" y="2690762"/>
                    <a:pt x="10149124" y="2673516"/>
                  </a:cubicBezTo>
                  <a:lnTo>
                    <a:pt x="10147997" y="2668045"/>
                  </a:lnTo>
                  <a:close/>
                  <a:moveTo>
                    <a:pt x="2035991" y="2668045"/>
                  </a:moveTo>
                  <a:lnTo>
                    <a:pt x="2034864" y="2673559"/>
                  </a:lnTo>
                  <a:cubicBezTo>
                    <a:pt x="2027472" y="2690811"/>
                    <a:pt x="2010230" y="2703096"/>
                    <a:pt x="1990521" y="2703096"/>
                  </a:cubicBezTo>
                  <a:cubicBezTo>
                    <a:pt x="1983952" y="2703096"/>
                    <a:pt x="1977654" y="2701715"/>
                    <a:pt x="1971905" y="2699293"/>
                  </a:cubicBezTo>
                  <a:lnTo>
                    <a:pt x="1970931" y="2698638"/>
                  </a:lnTo>
                  <a:lnTo>
                    <a:pt x="1830666" y="2838859"/>
                  </a:lnTo>
                  <a:lnTo>
                    <a:pt x="1637967" y="2838859"/>
                  </a:lnTo>
                  <a:lnTo>
                    <a:pt x="1634214" y="2848239"/>
                  </a:lnTo>
                  <a:lnTo>
                    <a:pt x="1712422" y="2926449"/>
                  </a:lnTo>
                  <a:lnTo>
                    <a:pt x="1909498" y="2926449"/>
                  </a:lnTo>
                  <a:cubicBezTo>
                    <a:pt x="1909498" y="2908932"/>
                    <a:pt x="1927017" y="2893602"/>
                    <a:pt x="1944536" y="2893602"/>
                  </a:cubicBezTo>
                  <a:cubicBezTo>
                    <a:pt x="1962054" y="2893602"/>
                    <a:pt x="1977384" y="2908932"/>
                    <a:pt x="1977384" y="2926449"/>
                  </a:cubicBezTo>
                  <a:cubicBezTo>
                    <a:pt x="1977384" y="2935209"/>
                    <a:pt x="1974099" y="2943414"/>
                    <a:pt x="1968350" y="2949481"/>
                  </a:cubicBezTo>
                  <a:lnTo>
                    <a:pt x="1967769" y="2949714"/>
                  </a:lnTo>
                  <a:lnTo>
                    <a:pt x="2065551" y="3047463"/>
                  </a:lnTo>
                  <a:lnTo>
                    <a:pt x="2445924" y="2668045"/>
                  </a:lnTo>
                  <a:close/>
                  <a:moveTo>
                    <a:pt x="4300711" y="2641775"/>
                  </a:moveTo>
                  <a:lnTo>
                    <a:pt x="4362028" y="2703096"/>
                  </a:lnTo>
                  <a:lnTo>
                    <a:pt x="4440868" y="2703096"/>
                  </a:lnTo>
                  <a:lnTo>
                    <a:pt x="4440868" y="2641775"/>
                  </a:lnTo>
                  <a:close/>
                  <a:moveTo>
                    <a:pt x="4108054" y="2641775"/>
                  </a:moveTo>
                  <a:lnTo>
                    <a:pt x="4047795" y="2703096"/>
                  </a:lnTo>
                  <a:lnTo>
                    <a:pt x="4329179" y="2703096"/>
                  </a:lnTo>
                  <a:lnTo>
                    <a:pt x="4267863" y="2641775"/>
                  </a:lnTo>
                  <a:close/>
                  <a:moveTo>
                    <a:pt x="7853729" y="2641769"/>
                  </a:moveTo>
                  <a:lnTo>
                    <a:pt x="7792546" y="2703082"/>
                  </a:lnTo>
                  <a:lnTo>
                    <a:pt x="8136183" y="2703082"/>
                  </a:lnTo>
                  <a:lnTo>
                    <a:pt x="8075924" y="2641769"/>
                  </a:lnTo>
                  <a:close/>
                  <a:moveTo>
                    <a:pt x="7740882" y="2641769"/>
                  </a:moveTo>
                  <a:lnTo>
                    <a:pt x="7740882" y="2692040"/>
                  </a:lnTo>
                  <a:lnTo>
                    <a:pt x="7751832" y="2696511"/>
                  </a:lnTo>
                  <a:lnTo>
                    <a:pt x="7754518" y="2703082"/>
                  </a:lnTo>
                  <a:lnTo>
                    <a:pt x="7760603" y="2703082"/>
                  </a:lnTo>
                  <a:lnTo>
                    <a:pt x="7821920" y="2641769"/>
                  </a:lnTo>
                  <a:close/>
                  <a:moveTo>
                    <a:pt x="10999317" y="2622059"/>
                  </a:moveTo>
                  <a:lnTo>
                    <a:pt x="10968347" y="2652716"/>
                  </a:lnTo>
                  <a:lnTo>
                    <a:pt x="11294942" y="2652716"/>
                  </a:lnTo>
                  <a:lnTo>
                    <a:pt x="11325603" y="2622059"/>
                  </a:lnTo>
                  <a:close/>
                  <a:moveTo>
                    <a:pt x="858397" y="2622059"/>
                  </a:moveTo>
                  <a:lnTo>
                    <a:pt x="889055" y="2652764"/>
                  </a:lnTo>
                  <a:lnTo>
                    <a:pt x="1217524" y="2652764"/>
                  </a:lnTo>
                  <a:lnTo>
                    <a:pt x="1186867" y="2622059"/>
                  </a:lnTo>
                  <a:close/>
                  <a:moveTo>
                    <a:pt x="3953251" y="2604549"/>
                  </a:moveTo>
                  <a:lnTo>
                    <a:pt x="3946002" y="2622059"/>
                  </a:lnTo>
                  <a:lnTo>
                    <a:pt x="3923956" y="2631184"/>
                  </a:lnTo>
                  <a:lnTo>
                    <a:pt x="3914266" y="2653849"/>
                  </a:lnTo>
                  <a:cubicBezTo>
                    <a:pt x="3908236" y="2659834"/>
                    <a:pt x="3900027" y="2663703"/>
                    <a:pt x="3891267" y="2663703"/>
                  </a:cubicBezTo>
                  <a:cubicBezTo>
                    <a:pt x="3873754" y="2663703"/>
                    <a:pt x="3858427" y="2648338"/>
                    <a:pt x="3858427" y="2630818"/>
                  </a:cubicBezTo>
                  <a:lnTo>
                    <a:pt x="3610585" y="2630818"/>
                  </a:lnTo>
                  <a:lnTo>
                    <a:pt x="3489922" y="2751303"/>
                  </a:lnTo>
                  <a:lnTo>
                    <a:pt x="3867191" y="2751303"/>
                  </a:lnTo>
                  <a:lnTo>
                    <a:pt x="3915369" y="2703096"/>
                  </a:lnTo>
                  <a:lnTo>
                    <a:pt x="4024840" y="2703096"/>
                  </a:lnTo>
                  <a:lnTo>
                    <a:pt x="4101484" y="2626477"/>
                  </a:lnTo>
                  <a:lnTo>
                    <a:pt x="4252533" y="2626477"/>
                  </a:lnTo>
                  <a:lnTo>
                    <a:pt x="4230636" y="2604549"/>
                  </a:lnTo>
                  <a:close/>
                  <a:moveTo>
                    <a:pt x="3636901" y="2604549"/>
                  </a:moveTo>
                  <a:lnTo>
                    <a:pt x="3628128" y="2613303"/>
                  </a:lnTo>
                  <a:lnTo>
                    <a:pt x="3865934" y="2613303"/>
                  </a:lnTo>
                  <a:lnTo>
                    <a:pt x="3868279" y="2607824"/>
                  </a:lnTo>
                  <a:lnTo>
                    <a:pt x="3875361" y="2604792"/>
                  </a:lnTo>
                  <a:lnTo>
                    <a:pt x="3875258" y="2604549"/>
                  </a:lnTo>
                  <a:close/>
                  <a:moveTo>
                    <a:pt x="8308054" y="2604543"/>
                  </a:moveTo>
                  <a:lnTo>
                    <a:pt x="8315707" y="2607823"/>
                  </a:lnTo>
                  <a:lnTo>
                    <a:pt x="8318054" y="2613303"/>
                  </a:lnTo>
                  <a:lnTo>
                    <a:pt x="8555859" y="2613303"/>
                  </a:lnTo>
                  <a:lnTo>
                    <a:pt x="8547088" y="2604543"/>
                  </a:lnTo>
                  <a:close/>
                  <a:moveTo>
                    <a:pt x="7890870" y="2604543"/>
                  </a:moveTo>
                  <a:lnTo>
                    <a:pt x="7869024" y="2626439"/>
                  </a:lnTo>
                  <a:lnTo>
                    <a:pt x="8082493" y="2626439"/>
                  </a:lnTo>
                  <a:lnTo>
                    <a:pt x="8159138" y="2703082"/>
                  </a:lnTo>
                  <a:lnTo>
                    <a:pt x="8268626" y="2703082"/>
                  </a:lnTo>
                  <a:lnTo>
                    <a:pt x="8316801" y="2751254"/>
                  </a:lnTo>
                  <a:lnTo>
                    <a:pt x="8694080" y="2751254"/>
                  </a:lnTo>
                  <a:lnTo>
                    <a:pt x="8573411" y="2630818"/>
                  </a:lnTo>
                  <a:lnTo>
                    <a:pt x="8325560" y="2630818"/>
                  </a:lnTo>
                  <a:lnTo>
                    <a:pt x="8315707" y="2653809"/>
                  </a:lnTo>
                  <a:cubicBezTo>
                    <a:pt x="8309685" y="2659831"/>
                    <a:pt x="8301473" y="2663665"/>
                    <a:pt x="8292713" y="2663665"/>
                  </a:cubicBezTo>
                  <a:cubicBezTo>
                    <a:pt x="8275196" y="2663665"/>
                    <a:pt x="8259867" y="2648338"/>
                    <a:pt x="8259867" y="2630818"/>
                  </a:cubicBezTo>
                  <a:cubicBezTo>
                    <a:pt x="8259867" y="2622059"/>
                    <a:pt x="8263699" y="2613844"/>
                    <a:pt x="8269721" y="2607823"/>
                  </a:cubicBezTo>
                  <a:lnTo>
                    <a:pt x="8277374" y="2604543"/>
                  </a:lnTo>
                  <a:close/>
                  <a:moveTo>
                    <a:pt x="4424435" y="2537751"/>
                  </a:moveTo>
                  <a:lnTo>
                    <a:pt x="4357650" y="2604549"/>
                  </a:lnTo>
                  <a:lnTo>
                    <a:pt x="4263486" y="2604549"/>
                  </a:lnTo>
                  <a:lnTo>
                    <a:pt x="4285380" y="2626477"/>
                  </a:lnTo>
                  <a:lnTo>
                    <a:pt x="4440868" y="2626477"/>
                  </a:lnTo>
                  <a:lnTo>
                    <a:pt x="4440868" y="2554183"/>
                  </a:lnTo>
                  <a:close/>
                  <a:moveTo>
                    <a:pt x="8910993" y="2530091"/>
                  </a:moveTo>
                  <a:lnTo>
                    <a:pt x="8904766" y="2545142"/>
                  </a:lnTo>
                  <a:cubicBezTo>
                    <a:pt x="8898744" y="2550888"/>
                    <a:pt x="8890532" y="2554177"/>
                    <a:pt x="8881773" y="2554177"/>
                  </a:cubicBezTo>
                  <a:cubicBezTo>
                    <a:pt x="8873014" y="2554177"/>
                    <a:pt x="8864802" y="2550343"/>
                    <a:pt x="8858507" y="2544319"/>
                  </a:cubicBezTo>
                  <a:lnTo>
                    <a:pt x="8857859" y="2543059"/>
                  </a:lnTo>
                  <a:lnTo>
                    <a:pt x="8796370" y="2604543"/>
                  </a:lnTo>
                  <a:lnTo>
                    <a:pt x="8581368" y="2604543"/>
                  </a:lnTo>
                  <a:lnTo>
                    <a:pt x="8590106" y="2613303"/>
                  </a:lnTo>
                  <a:lnTo>
                    <a:pt x="8603667" y="2613303"/>
                  </a:lnTo>
                  <a:lnTo>
                    <a:pt x="8741625" y="2751254"/>
                  </a:lnTo>
                  <a:lnTo>
                    <a:pt x="8912430" y="2751254"/>
                  </a:lnTo>
                  <a:lnTo>
                    <a:pt x="9132478" y="2530091"/>
                  </a:lnTo>
                  <a:close/>
                  <a:moveTo>
                    <a:pt x="3052593" y="2530091"/>
                  </a:moveTo>
                  <a:lnTo>
                    <a:pt x="3273765" y="2751303"/>
                  </a:lnTo>
                  <a:lnTo>
                    <a:pt x="3442380" y="2751303"/>
                  </a:lnTo>
                  <a:lnTo>
                    <a:pt x="3580331" y="2613303"/>
                  </a:lnTo>
                  <a:lnTo>
                    <a:pt x="3593892" y="2613303"/>
                  </a:lnTo>
                  <a:lnTo>
                    <a:pt x="3602634" y="2604549"/>
                  </a:lnTo>
                  <a:lnTo>
                    <a:pt x="3387642" y="2604549"/>
                  </a:lnTo>
                  <a:lnTo>
                    <a:pt x="3326148" y="2543096"/>
                  </a:lnTo>
                  <a:lnTo>
                    <a:pt x="3325498" y="2544333"/>
                  </a:lnTo>
                  <a:cubicBezTo>
                    <a:pt x="3319201" y="2550389"/>
                    <a:pt x="3310990" y="2554183"/>
                    <a:pt x="3302230" y="2554183"/>
                  </a:cubicBezTo>
                  <a:cubicBezTo>
                    <a:pt x="3293471" y="2554183"/>
                    <a:pt x="3285257" y="2550934"/>
                    <a:pt x="3279237" y="2545142"/>
                  </a:cubicBezTo>
                  <a:lnTo>
                    <a:pt x="3273007" y="2530091"/>
                  </a:lnTo>
                  <a:close/>
                  <a:moveTo>
                    <a:pt x="7740882" y="2519135"/>
                  </a:moveTo>
                  <a:lnTo>
                    <a:pt x="7740882" y="2626439"/>
                  </a:lnTo>
                  <a:lnTo>
                    <a:pt x="7837250" y="2626439"/>
                  </a:lnTo>
                  <a:lnTo>
                    <a:pt x="7859142" y="2604543"/>
                  </a:lnTo>
                  <a:lnTo>
                    <a:pt x="7826286" y="2604543"/>
                  </a:lnTo>
                  <a:close/>
                  <a:moveTo>
                    <a:pt x="3772982" y="2468734"/>
                  </a:moveTo>
                  <a:lnTo>
                    <a:pt x="3661043" y="2580456"/>
                  </a:lnTo>
                  <a:lnTo>
                    <a:pt x="3873446" y="2580456"/>
                  </a:lnTo>
                  <a:lnTo>
                    <a:pt x="3876738" y="2572503"/>
                  </a:lnTo>
                  <a:close/>
                  <a:moveTo>
                    <a:pt x="2209511" y="2466592"/>
                  </a:moveTo>
                  <a:lnTo>
                    <a:pt x="2237972" y="2495058"/>
                  </a:lnTo>
                  <a:lnTo>
                    <a:pt x="2253301" y="2488534"/>
                  </a:lnTo>
                  <a:cubicBezTo>
                    <a:pt x="2262059" y="2488534"/>
                    <a:pt x="2270274" y="2492314"/>
                    <a:pt x="2276295" y="2498382"/>
                  </a:cubicBezTo>
                  <a:lnTo>
                    <a:pt x="2282397" y="2512574"/>
                  </a:lnTo>
                  <a:lnTo>
                    <a:pt x="3010097" y="2512574"/>
                  </a:lnTo>
                  <a:lnTo>
                    <a:pt x="2986665" y="2489062"/>
                  </a:lnTo>
                  <a:lnTo>
                    <a:pt x="2984709" y="2491810"/>
                  </a:lnTo>
                  <a:cubicBezTo>
                    <a:pt x="2972664" y="2503272"/>
                    <a:pt x="2956240" y="2510384"/>
                    <a:pt x="2938720" y="2510384"/>
                  </a:cubicBezTo>
                  <a:cubicBezTo>
                    <a:pt x="2912448" y="2510384"/>
                    <a:pt x="2889864" y="2494374"/>
                    <a:pt x="2880215" y="2471622"/>
                  </a:cubicBezTo>
                  <a:lnTo>
                    <a:pt x="2879204" y="2466592"/>
                  </a:lnTo>
                  <a:close/>
                  <a:moveTo>
                    <a:pt x="1724204" y="2466592"/>
                  </a:moveTo>
                  <a:lnTo>
                    <a:pt x="1722752" y="2473813"/>
                  </a:lnTo>
                  <a:cubicBezTo>
                    <a:pt x="1713103" y="2496608"/>
                    <a:pt x="1690521" y="2512577"/>
                    <a:pt x="1664244" y="2512577"/>
                  </a:cubicBezTo>
                  <a:cubicBezTo>
                    <a:pt x="1655485" y="2512577"/>
                    <a:pt x="1647135" y="2510804"/>
                    <a:pt x="1639539" y="2507620"/>
                  </a:cubicBezTo>
                  <a:lnTo>
                    <a:pt x="1638970" y="2507233"/>
                  </a:lnTo>
                  <a:lnTo>
                    <a:pt x="1447456" y="2698747"/>
                  </a:lnTo>
                  <a:lnTo>
                    <a:pt x="1310567" y="2698747"/>
                  </a:lnTo>
                  <a:lnTo>
                    <a:pt x="1416795" y="2806014"/>
                  </a:lnTo>
                  <a:lnTo>
                    <a:pt x="1559137" y="2806014"/>
                  </a:lnTo>
                  <a:lnTo>
                    <a:pt x="1567895" y="2784147"/>
                  </a:lnTo>
                  <a:cubicBezTo>
                    <a:pt x="1576105" y="2775932"/>
                    <a:pt x="1587603" y="2770964"/>
                    <a:pt x="1600743" y="2770964"/>
                  </a:cubicBezTo>
                  <a:cubicBezTo>
                    <a:pt x="1613880" y="2770964"/>
                    <a:pt x="1625375" y="2775932"/>
                    <a:pt x="1633588" y="2784147"/>
                  </a:cubicBezTo>
                  <a:lnTo>
                    <a:pt x="1642347" y="2806014"/>
                  </a:lnTo>
                  <a:lnTo>
                    <a:pt x="1815339" y="2806014"/>
                  </a:lnTo>
                  <a:lnTo>
                    <a:pt x="1946841" y="2674505"/>
                  </a:lnTo>
                  <a:lnTo>
                    <a:pt x="1946175" y="2673559"/>
                  </a:lnTo>
                  <a:cubicBezTo>
                    <a:pt x="1943712" y="2667781"/>
                    <a:pt x="1942343" y="2661524"/>
                    <a:pt x="1942343" y="2654952"/>
                  </a:cubicBezTo>
                  <a:cubicBezTo>
                    <a:pt x="1942343" y="2628675"/>
                    <a:pt x="1964241" y="2606732"/>
                    <a:pt x="1990521" y="2606732"/>
                  </a:cubicBezTo>
                  <a:cubicBezTo>
                    <a:pt x="2003660" y="2606732"/>
                    <a:pt x="2015703" y="2612246"/>
                    <a:pt x="2024462" y="2621004"/>
                  </a:cubicBezTo>
                  <a:lnTo>
                    <a:pt x="2032635" y="2633015"/>
                  </a:lnTo>
                  <a:lnTo>
                    <a:pt x="2481050" y="2633015"/>
                  </a:lnTo>
                  <a:lnTo>
                    <a:pt x="2890739" y="2633015"/>
                  </a:lnTo>
                  <a:lnTo>
                    <a:pt x="2900398" y="2618822"/>
                  </a:lnTo>
                  <a:cubicBezTo>
                    <a:pt x="2909159" y="2610062"/>
                    <a:pt x="2921201" y="2604549"/>
                    <a:pt x="2934339" y="2604549"/>
                  </a:cubicBezTo>
                  <a:cubicBezTo>
                    <a:pt x="2947475" y="2605645"/>
                    <a:pt x="2959522" y="2611150"/>
                    <a:pt x="2968281" y="2619636"/>
                  </a:cubicBezTo>
                  <a:lnTo>
                    <a:pt x="2977696" y="2633015"/>
                  </a:lnTo>
                  <a:lnTo>
                    <a:pt x="3078873" y="2633015"/>
                  </a:lnTo>
                  <a:lnTo>
                    <a:pt x="3319117" y="2874521"/>
                  </a:lnTo>
                  <a:lnTo>
                    <a:pt x="3424863" y="2768820"/>
                  </a:lnTo>
                  <a:lnTo>
                    <a:pt x="3265005" y="2768820"/>
                  </a:lnTo>
                  <a:lnTo>
                    <a:pt x="3027529" y="2530091"/>
                  </a:lnTo>
                  <a:lnTo>
                    <a:pt x="2282397" y="2530091"/>
                  </a:lnTo>
                  <a:lnTo>
                    <a:pt x="2276295" y="2544333"/>
                  </a:lnTo>
                  <a:cubicBezTo>
                    <a:pt x="2270274" y="2550389"/>
                    <a:pt x="2262059" y="2554183"/>
                    <a:pt x="2253301" y="2554183"/>
                  </a:cubicBezTo>
                  <a:cubicBezTo>
                    <a:pt x="2235784" y="2554183"/>
                    <a:pt x="2220453" y="2541079"/>
                    <a:pt x="2220453" y="2521334"/>
                  </a:cubicBezTo>
                  <a:lnTo>
                    <a:pt x="2226370" y="2507578"/>
                  </a:lnTo>
                  <a:lnTo>
                    <a:pt x="2185423" y="2466592"/>
                  </a:lnTo>
                  <a:close/>
                  <a:moveTo>
                    <a:pt x="9998574" y="2466580"/>
                  </a:moveTo>
                  <a:lnTo>
                    <a:pt x="9957627" y="2507532"/>
                  </a:lnTo>
                  <a:lnTo>
                    <a:pt x="9963538" y="2521328"/>
                  </a:lnTo>
                  <a:cubicBezTo>
                    <a:pt x="9963538" y="2541034"/>
                    <a:pt x="9948209" y="2554174"/>
                    <a:pt x="9930690" y="2554174"/>
                  </a:cubicBezTo>
                  <a:cubicBezTo>
                    <a:pt x="9921931" y="2554174"/>
                    <a:pt x="9913719" y="2550343"/>
                    <a:pt x="9907698" y="2544319"/>
                  </a:cubicBezTo>
                  <a:lnTo>
                    <a:pt x="9901600" y="2530091"/>
                  </a:lnTo>
                  <a:lnTo>
                    <a:pt x="9157688" y="2530091"/>
                  </a:lnTo>
                  <a:lnTo>
                    <a:pt x="8919000" y="2768773"/>
                  </a:lnTo>
                  <a:lnTo>
                    <a:pt x="8759143" y="2768773"/>
                  </a:lnTo>
                  <a:lnTo>
                    <a:pt x="8864890" y="2874521"/>
                  </a:lnTo>
                  <a:lnTo>
                    <a:pt x="9105133" y="2633009"/>
                  </a:lnTo>
                  <a:lnTo>
                    <a:pt x="9206299" y="2633009"/>
                  </a:lnTo>
                  <a:lnTo>
                    <a:pt x="9215719" y="2619594"/>
                  </a:lnTo>
                  <a:cubicBezTo>
                    <a:pt x="9224477" y="2611110"/>
                    <a:pt x="9236522" y="2605633"/>
                    <a:pt x="9249661" y="2604538"/>
                  </a:cubicBezTo>
                  <a:cubicBezTo>
                    <a:pt x="9262800" y="2604538"/>
                    <a:pt x="9274844" y="2610013"/>
                    <a:pt x="9283603" y="2618770"/>
                  </a:cubicBezTo>
                  <a:lnTo>
                    <a:pt x="9293264" y="2633009"/>
                  </a:lnTo>
                  <a:lnTo>
                    <a:pt x="10151350" y="2633009"/>
                  </a:lnTo>
                  <a:lnTo>
                    <a:pt x="10159526" y="2620963"/>
                  </a:lnTo>
                  <a:cubicBezTo>
                    <a:pt x="10168285" y="2612203"/>
                    <a:pt x="10180329" y="2606727"/>
                    <a:pt x="10193467" y="2606727"/>
                  </a:cubicBezTo>
                  <a:cubicBezTo>
                    <a:pt x="10219745" y="2606727"/>
                    <a:pt x="10241644" y="2628626"/>
                    <a:pt x="10241644" y="2654903"/>
                  </a:cubicBezTo>
                  <a:cubicBezTo>
                    <a:pt x="10241644" y="2661473"/>
                    <a:pt x="10240275" y="2667769"/>
                    <a:pt x="10237812" y="2673516"/>
                  </a:cubicBezTo>
                  <a:lnTo>
                    <a:pt x="10237146" y="2674497"/>
                  </a:lnTo>
                  <a:lnTo>
                    <a:pt x="10368651" y="2806002"/>
                  </a:lnTo>
                  <a:lnTo>
                    <a:pt x="10541647" y="2806002"/>
                  </a:lnTo>
                  <a:lnTo>
                    <a:pt x="10550406" y="2784103"/>
                  </a:lnTo>
                  <a:cubicBezTo>
                    <a:pt x="10558618" y="2775892"/>
                    <a:pt x="10570114" y="2770963"/>
                    <a:pt x="10583253" y="2770963"/>
                  </a:cubicBezTo>
                  <a:cubicBezTo>
                    <a:pt x="10596392" y="2770963"/>
                    <a:pt x="10607889" y="2775892"/>
                    <a:pt x="10616101" y="2784103"/>
                  </a:cubicBezTo>
                  <a:lnTo>
                    <a:pt x="10624860" y="2806002"/>
                  </a:lnTo>
                  <a:lnTo>
                    <a:pt x="10767197" y="2806002"/>
                  </a:lnTo>
                  <a:lnTo>
                    <a:pt x="10873423" y="2698702"/>
                  </a:lnTo>
                  <a:lnTo>
                    <a:pt x="10736540" y="2698702"/>
                  </a:lnTo>
                  <a:lnTo>
                    <a:pt x="10545025" y="2507185"/>
                  </a:lnTo>
                  <a:lnTo>
                    <a:pt x="10544453" y="2507575"/>
                  </a:lnTo>
                  <a:cubicBezTo>
                    <a:pt x="10536857" y="2510789"/>
                    <a:pt x="10528508" y="2512574"/>
                    <a:pt x="10519749" y="2512574"/>
                  </a:cubicBezTo>
                  <a:cubicBezTo>
                    <a:pt x="10493471" y="2512574"/>
                    <a:pt x="10470890" y="2496553"/>
                    <a:pt x="10461240" y="2473764"/>
                  </a:cubicBezTo>
                  <a:lnTo>
                    <a:pt x="10459787" y="2466580"/>
                  </a:lnTo>
                  <a:close/>
                  <a:moveTo>
                    <a:pt x="9304800" y="2466580"/>
                  </a:moveTo>
                  <a:lnTo>
                    <a:pt x="9303790" y="2471574"/>
                  </a:lnTo>
                  <a:cubicBezTo>
                    <a:pt x="9294140" y="2494363"/>
                    <a:pt x="9271559" y="2510375"/>
                    <a:pt x="9245281" y="2510375"/>
                  </a:cubicBezTo>
                  <a:cubicBezTo>
                    <a:pt x="9227763" y="2510375"/>
                    <a:pt x="9211339" y="2503261"/>
                    <a:pt x="9199294" y="2491766"/>
                  </a:cubicBezTo>
                  <a:lnTo>
                    <a:pt x="9197929" y="2489845"/>
                  </a:lnTo>
                  <a:lnTo>
                    <a:pt x="9175207" y="2512566"/>
                  </a:lnTo>
                  <a:lnTo>
                    <a:pt x="9901597" y="2512566"/>
                  </a:lnTo>
                  <a:lnTo>
                    <a:pt x="9907698" y="2498335"/>
                  </a:lnTo>
                  <a:cubicBezTo>
                    <a:pt x="9913719" y="2492311"/>
                    <a:pt x="9921931" y="2488477"/>
                    <a:pt x="9930690" y="2488477"/>
                  </a:cubicBezTo>
                  <a:lnTo>
                    <a:pt x="9946019" y="2495047"/>
                  </a:lnTo>
                  <a:lnTo>
                    <a:pt x="9974486" y="2466580"/>
                  </a:lnTo>
                  <a:close/>
                  <a:moveTo>
                    <a:pt x="4528460" y="2433745"/>
                  </a:moveTo>
                  <a:lnTo>
                    <a:pt x="4436485" y="2525759"/>
                  </a:lnTo>
                  <a:lnTo>
                    <a:pt x="4458388" y="2547611"/>
                  </a:lnTo>
                  <a:lnTo>
                    <a:pt x="4458388" y="2626477"/>
                  </a:lnTo>
                  <a:lnTo>
                    <a:pt x="4587269" y="2626477"/>
                  </a:lnTo>
                  <a:lnTo>
                    <a:pt x="4595246" y="2607824"/>
                  </a:lnTo>
                  <a:cubicBezTo>
                    <a:pt x="4601269" y="2601841"/>
                    <a:pt x="4609484" y="2597973"/>
                    <a:pt x="4618237" y="2597973"/>
                  </a:cubicBezTo>
                  <a:cubicBezTo>
                    <a:pt x="4635757" y="2597973"/>
                    <a:pt x="4651084" y="2611150"/>
                    <a:pt x="4651084" y="2630818"/>
                  </a:cubicBezTo>
                  <a:cubicBezTo>
                    <a:pt x="4651084" y="2650529"/>
                    <a:pt x="4635757" y="2665870"/>
                    <a:pt x="4618237" y="2665870"/>
                  </a:cubicBezTo>
                  <a:cubicBezTo>
                    <a:pt x="4609484" y="2666957"/>
                    <a:pt x="4601269" y="2663157"/>
                    <a:pt x="4595246" y="2656820"/>
                  </a:cubicBezTo>
                  <a:lnTo>
                    <a:pt x="4589017" y="2641775"/>
                  </a:lnTo>
                  <a:lnTo>
                    <a:pt x="4458388" y="2641775"/>
                  </a:lnTo>
                  <a:lnTo>
                    <a:pt x="4458388" y="2703096"/>
                  </a:lnTo>
                  <a:lnTo>
                    <a:pt x="4664274" y="2703096"/>
                  </a:lnTo>
                  <a:lnTo>
                    <a:pt x="4664844" y="2700275"/>
                  </a:lnTo>
                  <a:cubicBezTo>
                    <a:pt x="4674484" y="2677489"/>
                    <a:pt x="4697069" y="2661524"/>
                    <a:pt x="4723345" y="2661524"/>
                  </a:cubicBezTo>
                  <a:cubicBezTo>
                    <a:pt x="4758382" y="2661524"/>
                    <a:pt x="4786851" y="2687801"/>
                    <a:pt x="4786851" y="2725024"/>
                  </a:cubicBezTo>
                  <a:cubicBezTo>
                    <a:pt x="4786851" y="2762207"/>
                    <a:pt x="4758382" y="2790722"/>
                    <a:pt x="4723345" y="2790722"/>
                  </a:cubicBezTo>
                  <a:cubicBezTo>
                    <a:pt x="4697069" y="2790722"/>
                    <a:pt x="4674484" y="2774704"/>
                    <a:pt x="4664844" y="2750996"/>
                  </a:cubicBezTo>
                  <a:lnTo>
                    <a:pt x="4664478" y="2749115"/>
                  </a:lnTo>
                  <a:lnTo>
                    <a:pt x="4458388" y="2749115"/>
                  </a:lnTo>
                  <a:lnTo>
                    <a:pt x="4458388" y="2749810"/>
                  </a:lnTo>
                  <a:lnTo>
                    <a:pt x="4478099" y="2757872"/>
                  </a:lnTo>
                  <a:cubicBezTo>
                    <a:pt x="4491232" y="2770964"/>
                    <a:pt x="4491232" y="2792906"/>
                    <a:pt x="4478099" y="2806014"/>
                  </a:cubicBezTo>
                  <a:lnTo>
                    <a:pt x="4468772" y="2809855"/>
                  </a:lnTo>
                  <a:lnTo>
                    <a:pt x="4708018" y="3049073"/>
                  </a:lnTo>
                  <a:lnTo>
                    <a:pt x="4856918" y="3049073"/>
                  </a:lnTo>
                  <a:lnTo>
                    <a:pt x="5086856" y="3279047"/>
                  </a:lnTo>
                  <a:lnTo>
                    <a:pt x="5257668" y="3279047"/>
                  </a:lnTo>
                  <a:lnTo>
                    <a:pt x="5257668" y="2906788"/>
                  </a:lnTo>
                  <a:lnTo>
                    <a:pt x="5257668" y="2439256"/>
                  </a:lnTo>
                  <a:lnTo>
                    <a:pt x="5251098" y="2455688"/>
                  </a:lnTo>
                  <a:cubicBezTo>
                    <a:pt x="5242880" y="2463888"/>
                    <a:pt x="5231377" y="2468781"/>
                    <a:pt x="5218233" y="2468781"/>
                  </a:cubicBezTo>
                  <a:cubicBezTo>
                    <a:pt x="5205098" y="2468781"/>
                    <a:pt x="5193609" y="2463344"/>
                    <a:pt x="5185402" y="2454856"/>
                  </a:cubicBezTo>
                  <a:lnTo>
                    <a:pt x="5176754" y="2433745"/>
                  </a:lnTo>
                  <a:lnTo>
                    <a:pt x="5055930" y="2433745"/>
                  </a:lnTo>
                  <a:lnTo>
                    <a:pt x="5045255" y="2438161"/>
                  </a:lnTo>
                  <a:lnTo>
                    <a:pt x="5034310" y="2433745"/>
                  </a:lnTo>
                  <a:lnTo>
                    <a:pt x="4999274" y="2433745"/>
                  </a:lnTo>
                  <a:lnTo>
                    <a:pt x="5116080" y="2550595"/>
                  </a:lnTo>
                  <a:lnTo>
                    <a:pt x="5140231" y="2546242"/>
                  </a:lnTo>
                  <a:cubicBezTo>
                    <a:pt x="5156928" y="2546511"/>
                    <a:pt x="5173350" y="2553078"/>
                    <a:pt x="5185402" y="2565127"/>
                  </a:cubicBezTo>
                  <a:cubicBezTo>
                    <a:pt x="5209476" y="2591409"/>
                    <a:pt x="5209476" y="2633015"/>
                    <a:pt x="5185402" y="2657101"/>
                  </a:cubicBezTo>
                  <a:cubicBezTo>
                    <a:pt x="5159114" y="2683388"/>
                    <a:pt x="5117513" y="2683388"/>
                    <a:pt x="5093427" y="2657101"/>
                  </a:cubicBezTo>
                  <a:cubicBezTo>
                    <a:pt x="5075363" y="2637435"/>
                    <a:pt x="5069612" y="2610326"/>
                    <a:pt x="5078955" y="2586932"/>
                  </a:cubicBezTo>
                  <a:lnTo>
                    <a:pt x="5082058" y="2582226"/>
                  </a:lnTo>
                  <a:lnTo>
                    <a:pt x="4933573" y="2433745"/>
                  </a:lnTo>
                  <a:lnTo>
                    <a:pt x="4594191" y="2433745"/>
                  </a:lnTo>
                  <a:lnTo>
                    <a:pt x="4594153" y="2442502"/>
                  </a:lnTo>
                  <a:lnTo>
                    <a:pt x="4910013" y="2758401"/>
                  </a:lnTo>
                  <a:lnTo>
                    <a:pt x="4932478" y="2749113"/>
                  </a:lnTo>
                  <a:cubicBezTo>
                    <a:pt x="4943977" y="2749113"/>
                    <a:pt x="4955477" y="2753461"/>
                    <a:pt x="4964239" y="2762207"/>
                  </a:cubicBezTo>
                  <a:cubicBezTo>
                    <a:pt x="4981762" y="2781927"/>
                    <a:pt x="4981762" y="2810425"/>
                    <a:pt x="4964239" y="2827947"/>
                  </a:cubicBezTo>
                  <a:cubicBezTo>
                    <a:pt x="4946720" y="2845459"/>
                    <a:pt x="4918245" y="2845459"/>
                    <a:pt x="4900718" y="2827947"/>
                  </a:cubicBezTo>
                  <a:cubicBezTo>
                    <a:pt x="4891957" y="2819188"/>
                    <a:pt x="4887575" y="2807644"/>
                    <a:pt x="4887575" y="2796155"/>
                  </a:cubicBezTo>
                  <a:lnTo>
                    <a:pt x="4895589" y="2776832"/>
                  </a:lnTo>
                  <a:lnTo>
                    <a:pt x="4572256" y="2453483"/>
                  </a:lnTo>
                  <a:lnTo>
                    <a:pt x="4572256" y="2433745"/>
                  </a:lnTo>
                  <a:close/>
                  <a:moveTo>
                    <a:pt x="3823402" y="2418447"/>
                  </a:moveTo>
                  <a:lnTo>
                    <a:pt x="3789242" y="2452505"/>
                  </a:lnTo>
                  <a:lnTo>
                    <a:pt x="3891734" y="2554740"/>
                  </a:lnTo>
                  <a:lnTo>
                    <a:pt x="3914266" y="2545423"/>
                  </a:lnTo>
                  <a:cubicBezTo>
                    <a:pt x="3925748" y="2545423"/>
                    <a:pt x="3937242" y="2549846"/>
                    <a:pt x="3946002" y="2558606"/>
                  </a:cubicBezTo>
                  <a:lnTo>
                    <a:pt x="3955064" y="2580456"/>
                  </a:lnTo>
                  <a:lnTo>
                    <a:pt x="4206600" y="2580456"/>
                  </a:lnTo>
                  <a:lnTo>
                    <a:pt x="4044545" y="2418447"/>
                  </a:lnTo>
                  <a:close/>
                  <a:moveTo>
                    <a:pt x="8076596" y="2418404"/>
                  </a:moveTo>
                  <a:lnTo>
                    <a:pt x="7914905" y="2580456"/>
                  </a:lnTo>
                  <a:lnTo>
                    <a:pt x="8522954" y="2580456"/>
                  </a:lnTo>
                  <a:lnTo>
                    <a:pt x="8380329" y="2438097"/>
                  </a:lnTo>
                  <a:lnTo>
                    <a:pt x="8305695" y="2512729"/>
                  </a:lnTo>
                  <a:lnTo>
                    <a:pt x="8312424" y="2528990"/>
                  </a:lnTo>
                  <a:cubicBezTo>
                    <a:pt x="8312424" y="2540487"/>
                    <a:pt x="8308044" y="2551990"/>
                    <a:pt x="8299285" y="2560747"/>
                  </a:cubicBezTo>
                  <a:cubicBezTo>
                    <a:pt x="8281766" y="2578267"/>
                    <a:pt x="8253298" y="2578267"/>
                    <a:pt x="8235780" y="2560747"/>
                  </a:cubicBezTo>
                  <a:cubicBezTo>
                    <a:pt x="8218261" y="2543231"/>
                    <a:pt x="8218261" y="2514755"/>
                    <a:pt x="8235780" y="2497236"/>
                  </a:cubicBezTo>
                  <a:cubicBezTo>
                    <a:pt x="8244539" y="2488477"/>
                    <a:pt x="8256035" y="2484108"/>
                    <a:pt x="8267532" y="2484108"/>
                  </a:cubicBezTo>
                  <a:lnTo>
                    <a:pt x="8291480" y="2494008"/>
                  </a:lnTo>
                  <a:lnTo>
                    <a:pt x="8363751" y="2421553"/>
                  </a:lnTo>
                  <a:lnTo>
                    <a:pt x="8360598" y="2418404"/>
                  </a:lnTo>
                  <a:close/>
                  <a:moveTo>
                    <a:pt x="5945246" y="2378891"/>
                  </a:moveTo>
                  <a:lnTo>
                    <a:pt x="5934296" y="2389941"/>
                  </a:lnTo>
                  <a:lnTo>
                    <a:pt x="5934296" y="2431554"/>
                  </a:lnTo>
                  <a:lnTo>
                    <a:pt x="5945246" y="2420638"/>
                  </a:lnTo>
                  <a:close/>
                  <a:moveTo>
                    <a:pt x="3618942" y="2282684"/>
                  </a:moveTo>
                  <a:lnTo>
                    <a:pt x="3771774" y="2435083"/>
                  </a:lnTo>
                  <a:lnTo>
                    <a:pt x="3812452" y="2394361"/>
                  </a:lnTo>
                  <a:lnTo>
                    <a:pt x="4020457" y="2394361"/>
                  </a:lnTo>
                  <a:lnTo>
                    <a:pt x="3925202" y="2299115"/>
                  </a:lnTo>
                  <a:lnTo>
                    <a:pt x="3902213" y="2308961"/>
                  </a:lnTo>
                  <a:cubicBezTo>
                    <a:pt x="3893456" y="2308961"/>
                    <a:pt x="3885247" y="2305082"/>
                    <a:pt x="3879225" y="2299115"/>
                  </a:cubicBezTo>
                  <a:lnTo>
                    <a:pt x="3872189" y="2282684"/>
                  </a:lnTo>
                  <a:close/>
                  <a:moveTo>
                    <a:pt x="3554055" y="2282684"/>
                  </a:moveTo>
                  <a:lnTo>
                    <a:pt x="3330574" y="2506177"/>
                  </a:lnTo>
                  <a:lnTo>
                    <a:pt x="3335537" y="2517439"/>
                  </a:lnTo>
                  <a:lnTo>
                    <a:pt x="3398593" y="2580456"/>
                  </a:lnTo>
                  <a:lnTo>
                    <a:pt x="3626668" y="2580456"/>
                  </a:lnTo>
                  <a:lnTo>
                    <a:pt x="3755564" y="2451314"/>
                  </a:lnTo>
                  <a:lnTo>
                    <a:pt x="3586893" y="2282684"/>
                  </a:lnTo>
                  <a:close/>
                  <a:moveTo>
                    <a:pt x="8535791" y="2282637"/>
                  </a:moveTo>
                  <a:lnTo>
                    <a:pt x="8397804" y="2420624"/>
                  </a:lnTo>
                  <a:lnTo>
                    <a:pt x="8557325" y="2580456"/>
                  </a:lnTo>
                  <a:lnTo>
                    <a:pt x="8785421" y="2580456"/>
                  </a:lnTo>
                  <a:lnTo>
                    <a:pt x="8848458" y="2517419"/>
                  </a:lnTo>
                  <a:lnTo>
                    <a:pt x="8853432" y="2506128"/>
                  </a:lnTo>
                  <a:lnTo>
                    <a:pt x="8629944" y="2282637"/>
                  </a:lnTo>
                  <a:close/>
                  <a:moveTo>
                    <a:pt x="2143818" y="2280494"/>
                  </a:moveTo>
                  <a:lnTo>
                    <a:pt x="2183234" y="2319864"/>
                  </a:lnTo>
                  <a:lnTo>
                    <a:pt x="2807124" y="2319864"/>
                  </a:lnTo>
                  <a:lnTo>
                    <a:pt x="2813901" y="2305639"/>
                  </a:lnTo>
                  <a:cubicBezTo>
                    <a:pt x="2820470" y="2299658"/>
                    <a:pt x="2829231" y="2295777"/>
                    <a:pt x="2837988" y="2295777"/>
                  </a:cubicBezTo>
                  <a:cubicBezTo>
                    <a:pt x="2855508" y="2295777"/>
                    <a:pt x="2870838" y="2311106"/>
                    <a:pt x="2870838" y="2328626"/>
                  </a:cubicBezTo>
                  <a:lnTo>
                    <a:pt x="2864926" y="2342458"/>
                  </a:lnTo>
                  <a:lnTo>
                    <a:pt x="2913416" y="2390911"/>
                  </a:lnTo>
                  <a:lnTo>
                    <a:pt x="2938720" y="2383380"/>
                  </a:lnTo>
                  <a:cubicBezTo>
                    <a:pt x="2975949" y="2383380"/>
                    <a:pt x="3004418" y="2411878"/>
                    <a:pt x="3004418" y="2446921"/>
                  </a:cubicBezTo>
                  <a:cubicBezTo>
                    <a:pt x="3004418" y="2455680"/>
                    <a:pt x="3002503" y="2464029"/>
                    <a:pt x="2999080" y="2471622"/>
                  </a:cubicBezTo>
                  <a:lnTo>
                    <a:pt x="2997004" y="2474542"/>
                  </a:lnTo>
                  <a:lnTo>
                    <a:pt x="3035075" y="2512574"/>
                  </a:lnTo>
                  <a:lnTo>
                    <a:pt x="3272823" y="2512574"/>
                  </a:lnTo>
                  <a:lnTo>
                    <a:pt x="3278417" y="2498382"/>
                  </a:lnTo>
                  <a:lnTo>
                    <a:pt x="3280550" y="2497494"/>
                  </a:lnTo>
                  <a:lnTo>
                    <a:pt x="3063549" y="2280494"/>
                  </a:lnTo>
                  <a:close/>
                  <a:moveTo>
                    <a:pt x="2060600" y="2280494"/>
                  </a:moveTo>
                  <a:lnTo>
                    <a:pt x="2051842" y="2302347"/>
                  </a:lnTo>
                  <a:lnTo>
                    <a:pt x="2047149" y="2304224"/>
                  </a:lnTo>
                  <a:lnTo>
                    <a:pt x="2165714" y="2422785"/>
                  </a:lnTo>
                  <a:lnTo>
                    <a:pt x="2879789" y="2422785"/>
                  </a:lnTo>
                  <a:lnTo>
                    <a:pt x="2879908" y="2422209"/>
                  </a:lnTo>
                  <a:lnTo>
                    <a:pt x="2897852" y="2399749"/>
                  </a:lnTo>
                  <a:lnTo>
                    <a:pt x="2853260" y="2354931"/>
                  </a:lnTo>
                  <a:lnTo>
                    <a:pt x="2837988" y="2361515"/>
                  </a:lnTo>
                  <a:cubicBezTo>
                    <a:pt x="2829231" y="2361515"/>
                    <a:pt x="2821018" y="2357646"/>
                    <a:pt x="2814998" y="2351657"/>
                  </a:cubicBezTo>
                  <a:lnTo>
                    <a:pt x="2808896" y="2337383"/>
                  </a:lnTo>
                  <a:lnTo>
                    <a:pt x="2176664" y="2337383"/>
                  </a:lnTo>
                  <a:lnTo>
                    <a:pt x="2119727" y="2280494"/>
                  </a:lnTo>
                  <a:close/>
                  <a:moveTo>
                    <a:pt x="10064268" y="2280447"/>
                  </a:moveTo>
                  <a:lnTo>
                    <a:pt x="10007334" y="2337381"/>
                  </a:lnTo>
                  <a:lnTo>
                    <a:pt x="9375106" y="2337381"/>
                  </a:lnTo>
                  <a:lnTo>
                    <a:pt x="9369005" y="2351618"/>
                  </a:lnTo>
                  <a:cubicBezTo>
                    <a:pt x="9362983" y="2357637"/>
                    <a:pt x="9354771" y="2361469"/>
                    <a:pt x="9346012" y="2361469"/>
                  </a:cubicBezTo>
                  <a:lnTo>
                    <a:pt x="9332217" y="2355557"/>
                  </a:lnTo>
                  <a:lnTo>
                    <a:pt x="9286987" y="2400790"/>
                  </a:lnTo>
                  <a:lnTo>
                    <a:pt x="9304098" y="2422175"/>
                  </a:lnTo>
                  <a:lnTo>
                    <a:pt x="9304215" y="2422784"/>
                  </a:lnTo>
                  <a:lnTo>
                    <a:pt x="10018283" y="2422784"/>
                  </a:lnTo>
                  <a:lnTo>
                    <a:pt x="10136845" y="2304224"/>
                  </a:lnTo>
                  <a:lnTo>
                    <a:pt x="10132152" y="2302345"/>
                  </a:lnTo>
                  <a:lnTo>
                    <a:pt x="10123393" y="2280447"/>
                  </a:lnTo>
                  <a:close/>
                  <a:moveTo>
                    <a:pt x="9120462" y="2280447"/>
                  </a:moveTo>
                  <a:lnTo>
                    <a:pt x="8903460" y="2497452"/>
                  </a:lnTo>
                  <a:lnTo>
                    <a:pt x="8905587" y="2498335"/>
                  </a:lnTo>
                  <a:lnTo>
                    <a:pt x="8911178" y="2512566"/>
                  </a:lnTo>
                  <a:lnTo>
                    <a:pt x="9149907" y="2512566"/>
                  </a:lnTo>
                  <a:lnTo>
                    <a:pt x="9187329" y="2474961"/>
                  </a:lnTo>
                  <a:lnTo>
                    <a:pt x="9184924" y="2471574"/>
                  </a:lnTo>
                  <a:cubicBezTo>
                    <a:pt x="9181502" y="2463982"/>
                    <a:pt x="9179586" y="2455630"/>
                    <a:pt x="9179586" y="2446871"/>
                  </a:cubicBezTo>
                  <a:cubicBezTo>
                    <a:pt x="9179586" y="2411834"/>
                    <a:pt x="9208053" y="2383366"/>
                    <a:pt x="9245281" y="2383366"/>
                  </a:cubicBezTo>
                  <a:lnTo>
                    <a:pt x="9270870" y="2390992"/>
                  </a:lnTo>
                  <a:lnTo>
                    <a:pt x="9319112" y="2342503"/>
                  </a:lnTo>
                  <a:lnTo>
                    <a:pt x="9313165" y="2328623"/>
                  </a:lnTo>
                  <a:cubicBezTo>
                    <a:pt x="9313165" y="2311104"/>
                    <a:pt x="9328493" y="2295777"/>
                    <a:pt x="9346012" y="2295777"/>
                  </a:cubicBezTo>
                  <a:cubicBezTo>
                    <a:pt x="9354771" y="2295777"/>
                    <a:pt x="9363530" y="2299608"/>
                    <a:pt x="9370100" y="2305628"/>
                  </a:cubicBezTo>
                  <a:lnTo>
                    <a:pt x="9376878" y="2319864"/>
                  </a:lnTo>
                  <a:lnTo>
                    <a:pt x="10000764" y="2319864"/>
                  </a:lnTo>
                  <a:lnTo>
                    <a:pt x="10040179" y="2280447"/>
                  </a:lnTo>
                  <a:close/>
                  <a:moveTo>
                    <a:pt x="3514640" y="2210392"/>
                  </a:moveTo>
                  <a:lnTo>
                    <a:pt x="3477420" y="2247650"/>
                  </a:lnTo>
                  <a:lnTo>
                    <a:pt x="3486176" y="2269500"/>
                  </a:lnTo>
                  <a:cubicBezTo>
                    <a:pt x="3486176" y="2295777"/>
                    <a:pt x="3466470" y="2315532"/>
                    <a:pt x="3440196" y="2315532"/>
                  </a:cubicBezTo>
                  <a:cubicBezTo>
                    <a:pt x="3427058" y="2315532"/>
                    <a:pt x="3415563" y="2310561"/>
                    <a:pt x="3407351" y="2302347"/>
                  </a:cubicBezTo>
                  <a:lnTo>
                    <a:pt x="3398589" y="2280494"/>
                  </a:lnTo>
                  <a:lnTo>
                    <a:pt x="3098586" y="2280494"/>
                  </a:lnTo>
                  <a:lnTo>
                    <a:pt x="3309490" y="2491395"/>
                  </a:lnTo>
                  <a:lnTo>
                    <a:pt x="3317808" y="2494653"/>
                  </a:lnTo>
                  <a:lnTo>
                    <a:pt x="3545297" y="2265167"/>
                  </a:lnTo>
                  <a:lnTo>
                    <a:pt x="3569377" y="2265167"/>
                  </a:lnTo>
                  <a:close/>
                  <a:moveTo>
                    <a:pt x="3545305" y="2179757"/>
                  </a:moveTo>
                  <a:lnTo>
                    <a:pt x="3530550" y="2194520"/>
                  </a:lnTo>
                  <a:lnTo>
                    <a:pt x="3601378" y="2265167"/>
                  </a:lnTo>
                  <a:lnTo>
                    <a:pt x="3874067" y="2265167"/>
                  </a:lnTo>
                  <a:lnTo>
                    <a:pt x="3879224" y="2253083"/>
                  </a:lnTo>
                  <a:lnTo>
                    <a:pt x="3829959" y="2203846"/>
                  </a:lnTo>
                  <a:lnTo>
                    <a:pt x="3798207" y="2216946"/>
                  </a:lnTo>
                  <a:cubicBezTo>
                    <a:pt x="3786713" y="2216946"/>
                    <a:pt x="3775213" y="2212603"/>
                    <a:pt x="3766455" y="2203846"/>
                  </a:cubicBezTo>
                  <a:lnTo>
                    <a:pt x="3756485" y="2179757"/>
                  </a:lnTo>
                  <a:close/>
                  <a:moveTo>
                    <a:pt x="2997853" y="2179757"/>
                  </a:moveTo>
                  <a:lnTo>
                    <a:pt x="3076686" y="2258551"/>
                  </a:lnTo>
                  <a:lnTo>
                    <a:pt x="3398589" y="2258551"/>
                  </a:lnTo>
                  <a:lnTo>
                    <a:pt x="3407351" y="2236700"/>
                  </a:lnTo>
                  <a:cubicBezTo>
                    <a:pt x="3415563" y="2228486"/>
                    <a:pt x="3427058" y="2223515"/>
                    <a:pt x="3440196" y="2223515"/>
                  </a:cubicBezTo>
                  <a:lnTo>
                    <a:pt x="3460654" y="2231746"/>
                  </a:lnTo>
                  <a:lnTo>
                    <a:pt x="3498427" y="2194211"/>
                  </a:lnTo>
                  <a:lnTo>
                    <a:pt x="3483979" y="2179757"/>
                  </a:lnTo>
                  <a:close/>
                  <a:moveTo>
                    <a:pt x="8639468" y="2178959"/>
                  </a:moveTo>
                  <a:lnTo>
                    <a:pt x="8553310" y="2265120"/>
                  </a:lnTo>
                  <a:lnTo>
                    <a:pt x="8638704" y="2265120"/>
                  </a:lnTo>
                  <a:lnTo>
                    <a:pt x="8866195" y="2494641"/>
                  </a:lnTo>
                  <a:lnTo>
                    <a:pt x="8874533" y="2491347"/>
                  </a:lnTo>
                  <a:lnTo>
                    <a:pt x="9085424" y="2280447"/>
                  </a:lnTo>
                  <a:lnTo>
                    <a:pt x="8785421" y="2280447"/>
                  </a:lnTo>
                  <a:lnTo>
                    <a:pt x="8776662" y="2302345"/>
                  </a:lnTo>
                  <a:cubicBezTo>
                    <a:pt x="8768450" y="2310561"/>
                    <a:pt x="8756953" y="2315484"/>
                    <a:pt x="8743814" y="2315484"/>
                  </a:cubicBezTo>
                  <a:cubicBezTo>
                    <a:pt x="8717537" y="2315484"/>
                    <a:pt x="8697829" y="2295777"/>
                    <a:pt x="8697829" y="2269500"/>
                  </a:cubicBezTo>
                  <a:lnTo>
                    <a:pt x="8707149" y="2246205"/>
                  </a:lnTo>
                  <a:close/>
                  <a:moveTo>
                    <a:pt x="8700018" y="2118407"/>
                  </a:moveTo>
                  <a:lnTo>
                    <a:pt x="8654819" y="2163617"/>
                  </a:lnTo>
                  <a:lnTo>
                    <a:pt x="8723352" y="2231700"/>
                  </a:lnTo>
                  <a:lnTo>
                    <a:pt x="8743814" y="2223515"/>
                  </a:lnTo>
                  <a:cubicBezTo>
                    <a:pt x="8756953" y="2223515"/>
                    <a:pt x="8768450" y="2228438"/>
                    <a:pt x="8776662" y="2236654"/>
                  </a:cubicBezTo>
                  <a:lnTo>
                    <a:pt x="8785422" y="2258551"/>
                  </a:lnTo>
                  <a:lnTo>
                    <a:pt x="9107323" y="2258551"/>
                  </a:lnTo>
                  <a:lnTo>
                    <a:pt x="9247462" y="2118407"/>
                  </a:lnTo>
                  <a:close/>
                  <a:moveTo>
                    <a:pt x="8609322" y="2118407"/>
                  </a:moveTo>
                  <a:lnTo>
                    <a:pt x="8637846" y="2146749"/>
                  </a:lnTo>
                  <a:lnTo>
                    <a:pt x="8666111" y="2118407"/>
                  </a:lnTo>
                  <a:close/>
                  <a:moveTo>
                    <a:pt x="8426593" y="2118407"/>
                  </a:moveTo>
                  <a:lnTo>
                    <a:pt x="8417533" y="2140307"/>
                  </a:lnTo>
                  <a:cubicBezTo>
                    <a:pt x="8408774" y="2149063"/>
                    <a:pt x="8397278" y="2153442"/>
                    <a:pt x="8385781" y="2153442"/>
                  </a:cubicBezTo>
                  <a:lnTo>
                    <a:pt x="8354065" y="2140321"/>
                  </a:lnTo>
                  <a:lnTo>
                    <a:pt x="8100630" y="2394316"/>
                  </a:lnTo>
                  <a:lnTo>
                    <a:pt x="8371547" y="2394316"/>
                  </a:lnTo>
                  <a:lnTo>
                    <a:pt x="8381234" y="2404022"/>
                  </a:lnTo>
                  <a:lnTo>
                    <a:pt x="8502306" y="2282637"/>
                  </a:lnTo>
                  <a:lnTo>
                    <a:pt x="8311796" y="2282637"/>
                  </a:lnTo>
                  <a:lnTo>
                    <a:pt x="8304759" y="2299059"/>
                  </a:lnTo>
                  <a:cubicBezTo>
                    <a:pt x="8298736" y="2305079"/>
                    <a:pt x="8290525" y="2308914"/>
                    <a:pt x="8281765" y="2308914"/>
                  </a:cubicBezTo>
                  <a:cubicBezTo>
                    <a:pt x="8264247" y="2308914"/>
                    <a:pt x="8248918" y="2293587"/>
                    <a:pt x="8248918" y="2276068"/>
                  </a:cubicBezTo>
                  <a:cubicBezTo>
                    <a:pt x="8248918" y="2258551"/>
                    <a:pt x="8264247" y="2243225"/>
                    <a:pt x="8281765" y="2243225"/>
                  </a:cubicBezTo>
                  <a:cubicBezTo>
                    <a:pt x="8290525" y="2243225"/>
                    <a:pt x="8298736" y="2247059"/>
                    <a:pt x="8304759" y="2253072"/>
                  </a:cubicBezTo>
                  <a:lnTo>
                    <a:pt x="8309921" y="2265120"/>
                  </a:lnTo>
                  <a:lnTo>
                    <a:pt x="8519780" y="2265120"/>
                  </a:lnTo>
                  <a:lnTo>
                    <a:pt x="8622516" y="2162117"/>
                  </a:lnTo>
                  <a:lnTo>
                    <a:pt x="8578521" y="2118407"/>
                  </a:lnTo>
                  <a:close/>
                  <a:moveTo>
                    <a:pt x="3687450" y="2037625"/>
                  </a:moveTo>
                  <a:lnTo>
                    <a:pt x="3567200" y="2157822"/>
                  </a:lnTo>
                  <a:lnTo>
                    <a:pt x="3759204" y="2157822"/>
                  </a:lnTo>
                  <a:lnTo>
                    <a:pt x="3764649" y="2144701"/>
                  </a:lnTo>
                  <a:lnTo>
                    <a:pt x="3756592" y="2125011"/>
                  </a:lnTo>
                  <a:lnTo>
                    <a:pt x="3761971" y="2111823"/>
                  </a:lnTo>
                  <a:close/>
                  <a:moveTo>
                    <a:pt x="1802205" y="2037445"/>
                  </a:moveTo>
                  <a:lnTo>
                    <a:pt x="1997102" y="2232274"/>
                  </a:lnTo>
                  <a:lnTo>
                    <a:pt x="2018994" y="2223515"/>
                  </a:lnTo>
                  <a:cubicBezTo>
                    <a:pt x="2032134" y="2223515"/>
                    <a:pt x="2043629" y="2228486"/>
                    <a:pt x="2051842" y="2236700"/>
                  </a:cubicBezTo>
                  <a:lnTo>
                    <a:pt x="2060600" y="2258551"/>
                  </a:lnTo>
                  <a:lnTo>
                    <a:pt x="2097825" y="2258551"/>
                  </a:lnTo>
                  <a:lnTo>
                    <a:pt x="1876654" y="2037445"/>
                  </a:lnTo>
                  <a:close/>
                  <a:moveTo>
                    <a:pt x="10307338" y="2037395"/>
                  </a:moveTo>
                  <a:lnTo>
                    <a:pt x="10086165" y="2258551"/>
                  </a:lnTo>
                  <a:lnTo>
                    <a:pt x="10123392" y="2258551"/>
                  </a:lnTo>
                  <a:lnTo>
                    <a:pt x="10132152" y="2236654"/>
                  </a:lnTo>
                  <a:cubicBezTo>
                    <a:pt x="10140363" y="2228438"/>
                    <a:pt x="10151860" y="2223515"/>
                    <a:pt x="10164999" y="2223515"/>
                  </a:cubicBezTo>
                  <a:lnTo>
                    <a:pt x="10186901" y="2232274"/>
                  </a:lnTo>
                  <a:lnTo>
                    <a:pt x="10381797" y="2037395"/>
                  </a:lnTo>
                  <a:close/>
                  <a:moveTo>
                    <a:pt x="5945246" y="2022116"/>
                  </a:moveTo>
                  <a:lnTo>
                    <a:pt x="5717515" y="2249792"/>
                  </a:lnTo>
                  <a:lnTo>
                    <a:pt x="5717515" y="2582024"/>
                  </a:lnTo>
                  <a:lnTo>
                    <a:pt x="5731747" y="2588119"/>
                  </a:lnTo>
                  <a:cubicBezTo>
                    <a:pt x="5737768" y="2594184"/>
                    <a:pt x="5741601" y="2602387"/>
                    <a:pt x="5741601" y="2611150"/>
                  </a:cubicBezTo>
                  <a:lnTo>
                    <a:pt x="5733098" y="2632759"/>
                  </a:lnTo>
                  <a:lnTo>
                    <a:pt x="5901451" y="2464433"/>
                  </a:lnTo>
                  <a:lnTo>
                    <a:pt x="5901451" y="2374611"/>
                  </a:lnTo>
                  <a:lnTo>
                    <a:pt x="5945246" y="2330827"/>
                  </a:lnTo>
                  <a:close/>
                  <a:moveTo>
                    <a:pt x="2209503" y="2022116"/>
                  </a:moveTo>
                  <a:lnTo>
                    <a:pt x="2345276" y="2157822"/>
                  </a:lnTo>
                  <a:lnTo>
                    <a:pt x="2594919" y="2157822"/>
                  </a:lnTo>
                  <a:lnTo>
                    <a:pt x="2940916" y="2157822"/>
                  </a:lnTo>
                  <a:lnTo>
                    <a:pt x="2830488" y="2047454"/>
                  </a:lnTo>
                  <a:lnTo>
                    <a:pt x="2811715" y="2054963"/>
                  </a:lnTo>
                  <a:cubicBezTo>
                    <a:pt x="2798577" y="2054963"/>
                    <a:pt x="2787078" y="2050035"/>
                    <a:pt x="2778870" y="2041825"/>
                  </a:cubicBezTo>
                  <a:lnTo>
                    <a:pt x="2770987" y="2022116"/>
                  </a:lnTo>
                  <a:close/>
                  <a:moveTo>
                    <a:pt x="2173140" y="2022116"/>
                  </a:moveTo>
                  <a:lnTo>
                    <a:pt x="2329949" y="2181915"/>
                  </a:lnTo>
                  <a:lnTo>
                    <a:pt x="2565824" y="2181915"/>
                  </a:lnTo>
                  <a:lnTo>
                    <a:pt x="2566762" y="2179757"/>
                  </a:lnTo>
                  <a:lnTo>
                    <a:pt x="2336515" y="2179757"/>
                  </a:lnTo>
                  <a:lnTo>
                    <a:pt x="2178235" y="2022116"/>
                  </a:lnTo>
                  <a:close/>
                  <a:moveTo>
                    <a:pt x="9413018" y="2022073"/>
                  </a:moveTo>
                  <a:lnTo>
                    <a:pt x="9405136" y="2041778"/>
                  </a:lnTo>
                  <a:cubicBezTo>
                    <a:pt x="9396924" y="2049989"/>
                    <a:pt x="9385428" y="2054916"/>
                    <a:pt x="9372289" y="2054916"/>
                  </a:cubicBezTo>
                  <a:lnTo>
                    <a:pt x="9353522" y="2047409"/>
                  </a:lnTo>
                  <a:lnTo>
                    <a:pt x="9305794" y="2095115"/>
                  </a:lnTo>
                  <a:lnTo>
                    <a:pt x="9838720" y="2094320"/>
                  </a:lnTo>
                  <a:lnTo>
                    <a:pt x="9910992" y="2022073"/>
                  </a:lnTo>
                  <a:close/>
                  <a:moveTo>
                    <a:pt x="8465788" y="2006436"/>
                  </a:moveTo>
                  <a:lnTo>
                    <a:pt x="8421961" y="2050416"/>
                  </a:lnTo>
                  <a:lnTo>
                    <a:pt x="8427388" y="2063683"/>
                  </a:lnTo>
                  <a:lnTo>
                    <a:pt x="8419784" y="2082268"/>
                  </a:lnTo>
                  <a:lnTo>
                    <a:pt x="8425654" y="2096421"/>
                  </a:lnTo>
                  <a:lnTo>
                    <a:pt x="8556193" y="2096230"/>
                  </a:lnTo>
                  <a:close/>
                  <a:moveTo>
                    <a:pt x="2125610" y="1969698"/>
                  </a:moveTo>
                  <a:lnTo>
                    <a:pt x="2124426" y="1972459"/>
                  </a:lnTo>
                  <a:lnTo>
                    <a:pt x="2149511" y="1998028"/>
                  </a:lnTo>
                  <a:lnTo>
                    <a:pt x="2154054" y="1998028"/>
                  </a:lnTo>
                  <a:close/>
                  <a:moveTo>
                    <a:pt x="1896367" y="1969560"/>
                  </a:moveTo>
                  <a:lnTo>
                    <a:pt x="1924834" y="1998028"/>
                  </a:lnTo>
                  <a:lnTo>
                    <a:pt x="2125755" y="1998028"/>
                  </a:lnTo>
                  <a:lnTo>
                    <a:pt x="2115327" y="1987400"/>
                  </a:lnTo>
                  <a:lnTo>
                    <a:pt x="2095636" y="1995840"/>
                  </a:lnTo>
                  <a:cubicBezTo>
                    <a:pt x="2086874" y="1995840"/>
                    <a:pt x="2078664" y="1992006"/>
                    <a:pt x="2072640" y="1985985"/>
                  </a:cubicBezTo>
                  <a:lnTo>
                    <a:pt x="2065601" y="1969560"/>
                  </a:lnTo>
                  <a:close/>
                  <a:moveTo>
                    <a:pt x="1734321" y="1969560"/>
                  </a:moveTo>
                  <a:lnTo>
                    <a:pt x="1784687" y="2019926"/>
                  </a:lnTo>
                  <a:lnTo>
                    <a:pt x="1883223" y="2019926"/>
                  </a:lnTo>
                  <a:lnTo>
                    <a:pt x="2121919" y="2258551"/>
                  </a:lnTo>
                  <a:lnTo>
                    <a:pt x="3041650" y="2258551"/>
                  </a:lnTo>
                  <a:lnTo>
                    <a:pt x="2962815" y="2179757"/>
                  </a:lnTo>
                  <a:lnTo>
                    <a:pt x="2623073" y="2179757"/>
                  </a:lnTo>
                  <a:lnTo>
                    <a:pt x="2627766" y="2190669"/>
                  </a:lnTo>
                  <a:cubicBezTo>
                    <a:pt x="2629956" y="2208188"/>
                    <a:pt x="2612437" y="2223515"/>
                    <a:pt x="2594919" y="2223515"/>
                  </a:cubicBezTo>
                  <a:cubicBezTo>
                    <a:pt x="2586158" y="2224617"/>
                    <a:pt x="2577945" y="2220817"/>
                    <a:pt x="2571923" y="2214523"/>
                  </a:cubicBezTo>
                  <a:lnTo>
                    <a:pt x="2565693" y="2199429"/>
                  </a:lnTo>
                  <a:lnTo>
                    <a:pt x="2323381" y="2199429"/>
                  </a:lnTo>
                  <a:lnTo>
                    <a:pt x="2149387" y="2022116"/>
                  </a:lnTo>
                  <a:lnTo>
                    <a:pt x="1916075" y="2022116"/>
                  </a:lnTo>
                  <a:lnTo>
                    <a:pt x="1863521" y="1969560"/>
                  </a:lnTo>
                  <a:close/>
                  <a:moveTo>
                    <a:pt x="10320484" y="1969511"/>
                  </a:moveTo>
                  <a:lnTo>
                    <a:pt x="10267921" y="2022073"/>
                  </a:lnTo>
                  <a:lnTo>
                    <a:pt x="10034605" y="2022073"/>
                  </a:lnTo>
                  <a:lnTo>
                    <a:pt x="9860616" y="2199429"/>
                  </a:lnTo>
                  <a:lnTo>
                    <a:pt x="9618301" y="2199429"/>
                  </a:lnTo>
                  <a:lnTo>
                    <a:pt x="9612073" y="2214477"/>
                  </a:lnTo>
                  <a:cubicBezTo>
                    <a:pt x="9606052" y="2220783"/>
                    <a:pt x="9597840" y="2224606"/>
                    <a:pt x="9589081" y="2223515"/>
                  </a:cubicBezTo>
                  <a:cubicBezTo>
                    <a:pt x="9571562" y="2223515"/>
                    <a:pt x="9554044" y="2208188"/>
                    <a:pt x="9556233" y="2190669"/>
                  </a:cubicBezTo>
                  <a:cubicBezTo>
                    <a:pt x="9556233" y="2173150"/>
                    <a:pt x="9571562" y="2157822"/>
                    <a:pt x="9589081" y="2157822"/>
                  </a:cubicBezTo>
                  <a:cubicBezTo>
                    <a:pt x="9597840" y="2157822"/>
                    <a:pt x="9606052" y="2161649"/>
                    <a:pt x="9612073" y="2167671"/>
                  </a:cubicBezTo>
                  <a:lnTo>
                    <a:pt x="9618174" y="2181909"/>
                  </a:lnTo>
                  <a:lnTo>
                    <a:pt x="9854047" y="2181909"/>
                  </a:lnTo>
                  <a:lnTo>
                    <a:pt x="10010851" y="2022073"/>
                  </a:lnTo>
                  <a:lnTo>
                    <a:pt x="9943839" y="2022073"/>
                  </a:lnTo>
                  <a:lnTo>
                    <a:pt x="9847479" y="2118407"/>
                  </a:lnTo>
                  <a:lnTo>
                    <a:pt x="9282500" y="2118407"/>
                  </a:lnTo>
                  <a:lnTo>
                    <a:pt x="9142361" y="2258551"/>
                  </a:lnTo>
                  <a:lnTo>
                    <a:pt x="10062077" y="2258551"/>
                  </a:lnTo>
                  <a:lnTo>
                    <a:pt x="10300769" y="2019877"/>
                  </a:lnTo>
                  <a:lnTo>
                    <a:pt x="10399316" y="2019877"/>
                  </a:lnTo>
                  <a:lnTo>
                    <a:pt x="10449682" y="1969511"/>
                  </a:lnTo>
                  <a:close/>
                  <a:moveTo>
                    <a:pt x="10118386" y="1969511"/>
                  </a:moveTo>
                  <a:lnTo>
                    <a:pt x="10111350" y="1985931"/>
                  </a:lnTo>
                  <a:cubicBezTo>
                    <a:pt x="10105328" y="1991953"/>
                    <a:pt x="10097116" y="1995785"/>
                    <a:pt x="10088357" y="1995785"/>
                  </a:cubicBezTo>
                  <a:lnTo>
                    <a:pt x="10068670" y="1987348"/>
                  </a:lnTo>
                  <a:lnTo>
                    <a:pt x="10058235" y="1997986"/>
                  </a:lnTo>
                  <a:lnTo>
                    <a:pt x="10259162" y="1997986"/>
                  </a:lnTo>
                  <a:lnTo>
                    <a:pt x="10287636" y="1969511"/>
                  </a:lnTo>
                  <a:close/>
                  <a:moveTo>
                    <a:pt x="3858419" y="1947663"/>
                  </a:moveTo>
                  <a:lnTo>
                    <a:pt x="4420061" y="2509285"/>
                  </a:lnTo>
                  <a:lnTo>
                    <a:pt x="4519696" y="2409694"/>
                  </a:lnTo>
                  <a:lnTo>
                    <a:pt x="4572256" y="2409694"/>
                  </a:lnTo>
                  <a:lnTo>
                    <a:pt x="4572256" y="2286291"/>
                  </a:lnTo>
                  <a:lnTo>
                    <a:pt x="4565685" y="2302347"/>
                  </a:lnTo>
                  <a:cubicBezTo>
                    <a:pt x="4552552" y="2315532"/>
                    <a:pt x="4530650" y="2315532"/>
                    <a:pt x="4517504" y="2302347"/>
                  </a:cubicBezTo>
                  <a:cubicBezTo>
                    <a:pt x="4510936" y="2295777"/>
                    <a:pt x="4507657" y="2287019"/>
                    <a:pt x="4507657" y="2278260"/>
                  </a:cubicBezTo>
                  <a:lnTo>
                    <a:pt x="4514268" y="2262095"/>
                  </a:lnTo>
                  <a:lnTo>
                    <a:pt x="4274436" y="2024306"/>
                  </a:lnTo>
                  <a:lnTo>
                    <a:pt x="4274436" y="1975007"/>
                  </a:lnTo>
                  <a:lnTo>
                    <a:pt x="4250344" y="1984888"/>
                  </a:lnTo>
                  <a:cubicBezTo>
                    <a:pt x="4237206" y="1984888"/>
                    <a:pt x="4225707" y="1979961"/>
                    <a:pt x="4217498" y="1971750"/>
                  </a:cubicBezTo>
                  <a:lnTo>
                    <a:pt x="4207915" y="1947663"/>
                  </a:lnTo>
                  <a:lnTo>
                    <a:pt x="3970860" y="1947663"/>
                  </a:lnTo>
                  <a:lnTo>
                    <a:pt x="4024677" y="2001945"/>
                  </a:lnTo>
                  <a:lnTo>
                    <a:pt x="4050021" y="1991459"/>
                  </a:lnTo>
                  <a:cubicBezTo>
                    <a:pt x="4061519" y="1991459"/>
                    <a:pt x="4073014" y="1995838"/>
                    <a:pt x="4081777" y="2004598"/>
                  </a:cubicBezTo>
                  <a:cubicBezTo>
                    <a:pt x="4099294" y="2022115"/>
                    <a:pt x="4099294" y="2050584"/>
                    <a:pt x="4081777" y="2068102"/>
                  </a:cubicBezTo>
                  <a:cubicBezTo>
                    <a:pt x="4064255" y="2085620"/>
                    <a:pt x="4035787" y="2085620"/>
                    <a:pt x="4018269" y="2068102"/>
                  </a:cubicBezTo>
                  <a:cubicBezTo>
                    <a:pt x="4009508" y="2059342"/>
                    <a:pt x="4005129" y="2047847"/>
                    <a:pt x="4005129" y="2036349"/>
                  </a:cubicBezTo>
                  <a:lnTo>
                    <a:pt x="4011219" y="2021636"/>
                  </a:lnTo>
                  <a:lnTo>
                    <a:pt x="3937242" y="1947663"/>
                  </a:lnTo>
                  <a:close/>
                  <a:moveTo>
                    <a:pt x="3777417" y="1947663"/>
                  </a:moveTo>
                  <a:lnTo>
                    <a:pt x="3698569" y="2026505"/>
                  </a:lnTo>
                  <a:lnTo>
                    <a:pt x="3771111" y="2099028"/>
                  </a:lnTo>
                  <a:lnTo>
                    <a:pt x="3790535" y="2091074"/>
                  </a:lnTo>
                  <a:cubicBezTo>
                    <a:pt x="3799295" y="2091074"/>
                    <a:pt x="3808054" y="2094323"/>
                    <a:pt x="3814626" y="2100923"/>
                  </a:cubicBezTo>
                  <a:cubicBezTo>
                    <a:pt x="3821192" y="2107507"/>
                    <a:pt x="3824476" y="2116251"/>
                    <a:pt x="3824476" y="2125011"/>
                  </a:cubicBezTo>
                  <a:lnTo>
                    <a:pt x="3820676" y="2134310"/>
                  </a:lnTo>
                  <a:lnTo>
                    <a:pt x="3829959" y="2138116"/>
                  </a:lnTo>
                  <a:cubicBezTo>
                    <a:pt x="3838717" y="2147965"/>
                    <a:pt x="3843096" y="2160059"/>
                    <a:pt x="3843096" y="2171786"/>
                  </a:cubicBezTo>
                  <a:lnTo>
                    <a:pt x="3839512" y="2180514"/>
                  </a:lnTo>
                  <a:lnTo>
                    <a:pt x="3902212" y="2243239"/>
                  </a:lnTo>
                  <a:lnTo>
                    <a:pt x="3902213" y="2243230"/>
                  </a:lnTo>
                  <a:cubicBezTo>
                    <a:pt x="3919735" y="2243230"/>
                    <a:pt x="3935054" y="2258551"/>
                    <a:pt x="3935054" y="2276085"/>
                  </a:cubicBezTo>
                  <a:lnTo>
                    <a:pt x="4053306" y="2394361"/>
                  </a:lnTo>
                  <a:lnTo>
                    <a:pt x="4198718" y="2394361"/>
                  </a:lnTo>
                  <a:lnTo>
                    <a:pt x="4202219" y="2385602"/>
                  </a:lnTo>
                  <a:cubicBezTo>
                    <a:pt x="4210433" y="2377401"/>
                    <a:pt x="4221876" y="2372431"/>
                    <a:pt x="4235017" y="2372431"/>
                  </a:cubicBezTo>
                  <a:cubicBezTo>
                    <a:pt x="4261294" y="2372431"/>
                    <a:pt x="4281003" y="2392140"/>
                    <a:pt x="4281003" y="2418453"/>
                  </a:cubicBezTo>
                  <a:cubicBezTo>
                    <a:pt x="4281003" y="2444724"/>
                    <a:pt x="4261294" y="2464433"/>
                    <a:pt x="4235017" y="2464433"/>
                  </a:cubicBezTo>
                  <a:cubicBezTo>
                    <a:pt x="4208789" y="2464433"/>
                    <a:pt x="4189081" y="2442502"/>
                    <a:pt x="4189081" y="2418453"/>
                  </a:cubicBezTo>
                  <a:lnTo>
                    <a:pt x="4189082" y="2418447"/>
                  </a:lnTo>
                  <a:lnTo>
                    <a:pt x="4077396" y="2418447"/>
                  </a:lnTo>
                  <a:lnTo>
                    <a:pt x="4239395" y="2580456"/>
                  </a:lnTo>
                  <a:lnTo>
                    <a:pt x="4348890" y="2580456"/>
                  </a:lnTo>
                  <a:lnTo>
                    <a:pt x="4408021" y="2521334"/>
                  </a:lnTo>
                  <a:lnTo>
                    <a:pt x="3834333" y="1947663"/>
                  </a:lnTo>
                  <a:close/>
                  <a:moveTo>
                    <a:pt x="8286149" y="1947621"/>
                  </a:moveTo>
                  <a:lnTo>
                    <a:pt x="7744167" y="2489576"/>
                  </a:lnTo>
                  <a:lnTo>
                    <a:pt x="7835044" y="2580456"/>
                  </a:lnTo>
                  <a:lnTo>
                    <a:pt x="7883231" y="2580456"/>
                  </a:lnTo>
                  <a:lnTo>
                    <a:pt x="8045275" y="2418404"/>
                  </a:lnTo>
                  <a:lnTo>
                    <a:pt x="7994900" y="2418404"/>
                  </a:lnTo>
                  <a:cubicBezTo>
                    <a:pt x="7994900" y="2442491"/>
                    <a:pt x="7975191" y="2464390"/>
                    <a:pt x="7948913" y="2464390"/>
                  </a:cubicBezTo>
                  <a:cubicBezTo>
                    <a:pt x="7922637" y="2464390"/>
                    <a:pt x="7902928" y="2444682"/>
                    <a:pt x="7902928" y="2418404"/>
                  </a:cubicBezTo>
                  <a:cubicBezTo>
                    <a:pt x="7902928" y="2392128"/>
                    <a:pt x="7922637" y="2372419"/>
                    <a:pt x="7948913" y="2372419"/>
                  </a:cubicBezTo>
                  <a:cubicBezTo>
                    <a:pt x="7962052" y="2372419"/>
                    <a:pt x="7973550" y="2377347"/>
                    <a:pt x="7981761" y="2385558"/>
                  </a:cubicBezTo>
                  <a:lnTo>
                    <a:pt x="7985265" y="2394316"/>
                  </a:lnTo>
                  <a:lnTo>
                    <a:pt x="8069362" y="2394316"/>
                  </a:lnTo>
                  <a:lnTo>
                    <a:pt x="8345111" y="2118562"/>
                  </a:lnTo>
                  <a:lnTo>
                    <a:pt x="8340890" y="2108273"/>
                  </a:lnTo>
                  <a:cubicBezTo>
                    <a:pt x="8340890" y="2096502"/>
                    <a:pt x="8345270" y="2084494"/>
                    <a:pt x="8354029" y="2074640"/>
                  </a:cubicBezTo>
                  <a:lnTo>
                    <a:pt x="8362545" y="2071116"/>
                  </a:lnTo>
                  <a:lnTo>
                    <a:pt x="8359504" y="2063683"/>
                  </a:lnTo>
                  <a:cubicBezTo>
                    <a:pt x="8359504" y="2054924"/>
                    <a:pt x="8362789" y="2046165"/>
                    <a:pt x="8369359" y="2039594"/>
                  </a:cubicBezTo>
                  <a:cubicBezTo>
                    <a:pt x="8375928" y="2033026"/>
                    <a:pt x="8384687" y="2029741"/>
                    <a:pt x="8393446" y="2029741"/>
                  </a:cubicBezTo>
                  <a:lnTo>
                    <a:pt x="8412809" y="2037662"/>
                  </a:lnTo>
                  <a:lnTo>
                    <a:pt x="8454802" y="1995522"/>
                  </a:lnTo>
                  <a:lnTo>
                    <a:pt x="8406585" y="1947621"/>
                  </a:lnTo>
                  <a:close/>
                  <a:moveTo>
                    <a:pt x="7976068" y="1947621"/>
                  </a:moveTo>
                  <a:lnTo>
                    <a:pt x="7966432" y="1971706"/>
                  </a:lnTo>
                  <a:cubicBezTo>
                    <a:pt x="7958220" y="1979918"/>
                    <a:pt x="7946724" y="1984845"/>
                    <a:pt x="7933585" y="1984845"/>
                  </a:cubicBezTo>
                  <a:cubicBezTo>
                    <a:pt x="7921542" y="1984845"/>
                    <a:pt x="7910045" y="1979918"/>
                    <a:pt x="7901559" y="1971706"/>
                  </a:cubicBezTo>
                  <a:lnTo>
                    <a:pt x="7899454" y="1968686"/>
                  </a:lnTo>
                  <a:lnTo>
                    <a:pt x="7668632" y="2201403"/>
                  </a:lnTo>
                  <a:lnTo>
                    <a:pt x="7674093" y="2214755"/>
                  </a:lnTo>
                  <a:cubicBezTo>
                    <a:pt x="7674093" y="2223515"/>
                    <a:pt x="7670808" y="2232274"/>
                    <a:pt x="7664239" y="2238845"/>
                  </a:cubicBezTo>
                  <a:cubicBezTo>
                    <a:pt x="7651100" y="2251981"/>
                    <a:pt x="7629202" y="2251981"/>
                    <a:pt x="7616063" y="2238845"/>
                  </a:cubicBezTo>
                  <a:lnTo>
                    <a:pt x="7609494" y="2222786"/>
                  </a:lnTo>
                  <a:lnTo>
                    <a:pt x="7609494" y="2389938"/>
                  </a:lnTo>
                  <a:lnTo>
                    <a:pt x="7589909" y="2409645"/>
                  </a:lnTo>
                  <a:lnTo>
                    <a:pt x="7664240" y="2409645"/>
                  </a:lnTo>
                  <a:lnTo>
                    <a:pt x="7732124" y="2477529"/>
                  </a:lnTo>
                  <a:lnTo>
                    <a:pt x="8262061" y="1947621"/>
                  </a:lnTo>
                  <a:lnTo>
                    <a:pt x="8182853" y="1947621"/>
                  </a:lnTo>
                  <a:lnTo>
                    <a:pt x="8172032" y="1958539"/>
                  </a:lnTo>
                  <a:lnTo>
                    <a:pt x="8178845" y="1975004"/>
                  </a:lnTo>
                  <a:cubicBezTo>
                    <a:pt x="8178845" y="1986501"/>
                    <a:pt x="8174465" y="1997997"/>
                    <a:pt x="8165706" y="2006756"/>
                  </a:cubicBezTo>
                  <a:cubicBezTo>
                    <a:pt x="8148187" y="2024275"/>
                    <a:pt x="8119720" y="2024275"/>
                    <a:pt x="8102201" y="2006756"/>
                  </a:cubicBezTo>
                  <a:cubicBezTo>
                    <a:pt x="8093442" y="1997997"/>
                    <a:pt x="8089062" y="1986501"/>
                    <a:pt x="8089062" y="1975004"/>
                  </a:cubicBezTo>
                  <a:lnTo>
                    <a:pt x="8100393" y="1947621"/>
                  </a:lnTo>
                  <a:close/>
                  <a:moveTo>
                    <a:pt x="4541597" y="1943284"/>
                  </a:moveTo>
                  <a:lnTo>
                    <a:pt x="4541597" y="1960803"/>
                  </a:lnTo>
                  <a:lnTo>
                    <a:pt x="4572256" y="1991460"/>
                  </a:lnTo>
                  <a:lnTo>
                    <a:pt x="4572256" y="1973941"/>
                  </a:lnTo>
                  <a:close/>
                  <a:moveTo>
                    <a:pt x="7640151" y="1881940"/>
                  </a:moveTo>
                  <a:lnTo>
                    <a:pt x="7609494" y="1912597"/>
                  </a:lnTo>
                  <a:lnTo>
                    <a:pt x="7609494" y="1930109"/>
                  </a:lnTo>
                  <a:lnTo>
                    <a:pt x="7640151" y="1899452"/>
                  </a:lnTo>
                  <a:close/>
                  <a:moveTo>
                    <a:pt x="1199130" y="1873209"/>
                  </a:moveTo>
                  <a:lnTo>
                    <a:pt x="1191247" y="1892918"/>
                  </a:lnTo>
                  <a:cubicBezTo>
                    <a:pt x="1183036" y="1901130"/>
                    <a:pt x="1171540" y="1906056"/>
                    <a:pt x="1158402" y="1906056"/>
                  </a:cubicBezTo>
                  <a:lnTo>
                    <a:pt x="1131812" y="1895422"/>
                  </a:lnTo>
                  <a:lnTo>
                    <a:pt x="871538" y="2155636"/>
                  </a:lnTo>
                  <a:lnTo>
                    <a:pt x="952555" y="2155636"/>
                  </a:lnTo>
                  <a:lnTo>
                    <a:pt x="1061944" y="2044512"/>
                  </a:lnTo>
                  <a:lnTo>
                    <a:pt x="1053284" y="2024306"/>
                  </a:lnTo>
                  <a:lnTo>
                    <a:pt x="1051095" y="2024306"/>
                  </a:lnTo>
                  <a:cubicBezTo>
                    <a:pt x="1051095" y="2006786"/>
                    <a:pt x="1068615" y="1991459"/>
                    <a:pt x="1086131" y="1991459"/>
                  </a:cubicBezTo>
                  <a:cubicBezTo>
                    <a:pt x="1094892" y="1991459"/>
                    <a:pt x="1103102" y="1995291"/>
                    <a:pt x="1109124" y="2001312"/>
                  </a:cubicBezTo>
                  <a:lnTo>
                    <a:pt x="1117102" y="2019926"/>
                  </a:lnTo>
                  <a:lnTo>
                    <a:pt x="1752641" y="2019926"/>
                  </a:lnTo>
                  <a:lnTo>
                    <a:pt x="1702009" y="1969560"/>
                  </a:lnTo>
                  <a:lnTo>
                    <a:pt x="1598550" y="1969560"/>
                  </a:lnTo>
                  <a:lnTo>
                    <a:pt x="1519713" y="1890726"/>
                  </a:lnTo>
                  <a:lnTo>
                    <a:pt x="1504383" y="1897297"/>
                  </a:lnTo>
                  <a:cubicBezTo>
                    <a:pt x="1495624" y="1897297"/>
                    <a:pt x="1487413" y="1893464"/>
                    <a:pt x="1481390" y="1887443"/>
                  </a:cubicBezTo>
                  <a:lnTo>
                    <a:pt x="1475289" y="1873209"/>
                  </a:lnTo>
                  <a:close/>
                  <a:moveTo>
                    <a:pt x="10708695" y="1873160"/>
                  </a:moveTo>
                  <a:lnTo>
                    <a:pt x="10702598" y="1887387"/>
                  </a:lnTo>
                  <a:cubicBezTo>
                    <a:pt x="10696575" y="1893410"/>
                    <a:pt x="10688364" y="1897241"/>
                    <a:pt x="10679605" y="1897241"/>
                  </a:cubicBezTo>
                  <a:lnTo>
                    <a:pt x="10664281" y="1890674"/>
                  </a:lnTo>
                  <a:lnTo>
                    <a:pt x="10585443" y="1969511"/>
                  </a:lnTo>
                  <a:lnTo>
                    <a:pt x="10481994" y="1969511"/>
                  </a:lnTo>
                  <a:lnTo>
                    <a:pt x="10431360" y="2019877"/>
                  </a:lnTo>
                  <a:lnTo>
                    <a:pt x="11066887" y="2019877"/>
                  </a:lnTo>
                  <a:lnTo>
                    <a:pt x="11074866" y="2001258"/>
                  </a:lnTo>
                  <a:cubicBezTo>
                    <a:pt x="11080888" y="1995236"/>
                    <a:pt x="11089100" y="1991403"/>
                    <a:pt x="11097859" y="1991403"/>
                  </a:cubicBezTo>
                  <a:cubicBezTo>
                    <a:pt x="11115377" y="1991403"/>
                    <a:pt x="11132896" y="2006732"/>
                    <a:pt x="11132896" y="2024251"/>
                  </a:cubicBezTo>
                  <a:lnTo>
                    <a:pt x="11130706" y="2024251"/>
                  </a:lnTo>
                  <a:lnTo>
                    <a:pt x="11122045" y="2044460"/>
                  </a:lnTo>
                  <a:lnTo>
                    <a:pt x="11231437" y="2155633"/>
                  </a:lnTo>
                  <a:lnTo>
                    <a:pt x="11312457" y="2155633"/>
                  </a:lnTo>
                  <a:lnTo>
                    <a:pt x="11052182" y="1895374"/>
                  </a:lnTo>
                  <a:lnTo>
                    <a:pt x="11025593" y="1906009"/>
                  </a:lnTo>
                  <a:cubicBezTo>
                    <a:pt x="11012455" y="1906009"/>
                    <a:pt x="11000958" y="1901081"/>
                    <a:pt x="10992747" y="1892870"/>
                  </a:cubicBezTo>
                  <a:lnTo>
                    <a:pt x="10984862" y="1873160"/>
                  </a:lnTo>
                  <a:close/>
                  <a:moveTo>
                    <a:pt x="1535351" y="1868830"/>
                  </a:moveTo>
                  <a:lnTo>
                    <a:pt x="1531317" y="1878243"/>
                  </a:lnTo>
                  <a:lnTo>
                    <a:pt x="1605119" y="1952042"/>
                  </a:lnTo>
                  <a:lnTo>
                    <a:pt x="1684398" y="1952042"/>
                  </a:lnTo>
                  <a:lnTo>
                    <a:pt x="1600745" y="1868830"/>
                  </a:lnTo>
                  <a:close/>
                  <a:moveTo>
                    <a:pt x="10583254" y="1868788"/>
                  </a:moveTo>
                  <a:lnTo>
                    <a:pt x="10499607" y="1951992"/>
                  </a:lnTo>
                  <a:lnTo>
                    <a:pt x="10578874" y="1951992"/>
                  </a:lnTo>
                  <a:lnTo>
                    <a:pt x="10652671" y="1878194"/>
                  </a:lnTo>
                  <a:lnTo>
                    <a:pt x="10648640" y="1868788"/>
                  </a:lnTo>
                  <a:close/>
                  <a:moveTo>
                    <a:pt x="5054012" y="1820655"/>
                  </a:moveTo>
                  <a:lnTo>
                    <a:pt x="5054012" y="2349696"/>
                  </a:lnTo>
                  <a:lnTo>
                    <a:pt x="5078097" y="2359329"/>
                  </a:lnTo>
                  <a:cubicBezTo>
                    <a:pt x="5086311" y="2367540"/>
                    <a:pt x="5091234" y="2379031"/>
                    <a:pt x="5091234" y="2392140"/>
                  </a:cubicBezTo>
                  <a:lnTo>
                    <a:pt x="5083792" y="2409694"/>
                  </a:lnTo>
                  <a:lnTo>
                    <a:pt x="5177523" y="2409694"/>
                  </a:lnTo>
                  <a:lnTo>
                    <a:pt x="5185402" y="2389941"/>
                  </a:lnTo>
                  <a:cubicBezTo>
                    <a:pt x="5193609" y="2381735"/>
                    <a:pt x="5205098" y="2376848"/>
                    <a:pt x="5218233" y="2376848"/>
                  </a:cubicBezTo>
                  <a:cubicBezTo>
                    <a:pt x="5231377" y="2376848"/>
                    <a:pt x="5242880" y="2381735"/>
                    <a:pt x="5251098" y="2389941"/>
                  </a:cubicBezTo>
                  <a:lnTo>
                    <a:pt x="5257668" y="2406368"/>
                  </a:lnTo>
                  <a:lnTo>
                    <a:pt x="5257668" y="2057151"/>
                  </a:lnTo>
                  <a:cubicBezTo>
                    <a:pt x="5231377" y="2057151"/>
                    <a:pt x="5211666" y="2035254"/>
                    <a:pt x="5211666" y="2011167"/>
                  </a:cubicBezTo>
                  <a:cubicBezTo>
                    <a:pt x="5211666" y="2004598"/>
                    <a:pt x="5213037" y="1998438"/>
                    <a:pt x="5215461" y="1992895"/>
                  </a:cubicBezTo>
                  <a:lnTo>
                    <a:pt x="5219888" y="1986546"/>
                  </a:lnTo>
                  <a:close/>
                  <a:moveTo>
                    <a:pt x="3492731" y="1820653"/>
                  </a:moveTo>
                  <a:lnTo>
                    <a:pt x="3682960" y="2010895"/>
                  </a:lnTo>
                  <a:lnTo>
                    <a:pt x="3768653" y="1925765"/>
                  </a:lnTo>
                  <a:lnTo>
                    <a:pt x="3812437" y="1925765"/>
                  </a:lnTo>
                  <a:lnTo>
                    <a:pt x="3727029" y="1840362"/>
                  </a:lnTo>
                  <a:lnTo>
                    <a:pt x="3727029" y="1840363"/>
                  </a:lnTo>
                  <a:cubicBezTo>
                    <a:pt x="3713892" y="1853501"/>
                    <a:pt x="3691991" y="1853501"/>
                    <a:pt x="3678854" y="1840363"/>
                  </a:cubicBezTo>
                  <a:lnTo>
                    <a:pt x="3670790" y="1820653"/>
                  </a:lnTo>
                  <a:close/>
                  <a:moveTo>
                    <a:pt x="3155703" y="1820653"/>
                  </a:moveTo>
                  <a:lnTo>
                    <a:pt x="3493805" y="2157822"/>
                  </a:lnTo>
                  <a:lnTo>
                    <a:pt x="3535013" y="2157822"/>
                  </a:lnTo>
                  <a:lnTo>
                    <a:pt x="3671779" y="2022006"/>
                  </a:lnTo>
                  <a:lnTo>
                    <a:pt x="3469735" y="1820653"/>
                  </a:lnTo>
                  <a:close/>
                  <a:moveTo>
                    <a:pt x="3732403" y="1805326"/>
                  </a:moveTo>
                  <a:lnTo>
                    <a:pt x="3736882" y="1816274"/>
                  </a:lnTo>
                  <a:lnTo>
                    <a:pt x="3734022" y="1823267"/>
                  </a:lnTo>
                  <a:lnTo>
                    <a:pt x="3836523" y="1925765"/>
                  </a:lnTo>
                  <a:lnTo>
                    <a:pt x="3915358" y="1925765"/>
                  </a:lnTo>
                  <a:lnTo>
                    <a:pt x="3794922" y="1805326"/>
                  </a:lnTo>
                  <a:close/>
                  <a:moveTo>
                    <a:pt x="6451086" y="1798751"/>
                  </a:moveTo>
                  <a:lnTo>
                    <a:pt x="6451086" y="1842552"/>
                  </a:lnTo>
                  <a:lnTo>
                    <a:pt x="6453275" y="1844780"/>
                  </a:lnTo>
                  <a:lnTo>
                    <a:pt x="6453275" y="1800946"/>
                  </a:lnTo>
                  <a:close/>
                  <a:moveTo>
                    <a:pt x="8712064" y="1759301"/>
                  </a:moveTo>
                  <a:lnTo>
                    <a:pt x="8481111" y="1991059"/>
                  </a:lnTo>
                  <a:lnTo>
                    <a:pt x="8586949" y="2096183"/>
                  </a:lnTo>
                  <a:lnTo>
                    <a:pt x="8688429" y="2096028"/>
                  </a:lnTo>
                  <a:lnTo>
                    <a:pt x="9024318" y="1759301"/>
                  </a:lnTo>
                  <a:close/>
                  <a:moveTo>
                    <a:pt x="8512292" y="1759301"/>
                  </a:moveTo>
                  <a:lnTo>
                    <a:pt x="8505125" y="1776819"/>
                  </a:lnTo>
                  <a:cubicBezTo>
                    <a:pt x="8498555" y="1783389"/>
                    <a:pt x="8489796" y="1786673"/>
                    <a:pt x="8481037" y="1786673"/>
                  </a:cubicBezTo>
                  <a:lnTo>
                    <a:pt x="8456950" y="1776819"/>
                  </a:lnTo>
                  <a:lnTo>
                    <a:pt x="8308047" y="1925723"/>
                  </a:lnTo>
                  <a:lnTo>
                    <a:pt x="8415344" y="1925723"/>
                  </a:lnTo>
                  <a:lnTo>
                    <a:pt x="8470124" y="1980146"/>
                  </a:lnTo>
                  <a:lnTo>
                    <a:pt x="8690196" y="1759301"/>
                  </a:lnTo>
                  <a:close/>
                  <a:moveTo>
                    <a:pt x="8386875" y="1741793"/>
                  </a:moveTo>
                  <a:lnTo>
                    <a:pt x="8204560" y="1925723"/>
                  </a:lnTo>
                  <a:lnTo>
                    <a:pt x="8283959" y="1925723"/>
                  </a:lnTo>
                  <a:lnTo>
                    <a:pt x="8449957" y="1759725"/>
                  </a:lnTo>
                  <a:lnTo>
                    <a:pt x="8447095" y="1752731"/>
                  </a:lnTo>
                  <a:lnTo>
                    <a:pt x="8451570" y="1741793"/>
                  </a:lnTo>
                  <a:close/>
                  <a:moveTo>
                    <a:pt x="4291951" y="1693645"/>
                  </a:moveTo>
                  <a:lnTo>
                    <a:pt x="4291951" y="1927955"/>
                  </a:lnTo>
                  <a:lnTo>
                    <a:pt x="4296330" y="1938904"/>
                  </a:lnTo>
                  <a:cubicBezTo>
                    <a:pt x="4296330" y="1945473"/>
                    <a:pt x="4294964" y="1951633"/>
                    <a:pt x="4292531" y="1957175"/>
                  </a:cubicBezTo>
                  <a:lnTo>
                    <a:pt x="4291951" y="1958008"/>
                  </a:lnTo>
                  <a:lnTo>
                    <a:pt x="4291951" y="2015547"/>
                  </a:lnTo>
                  <a:lnTo>
                    <a:pt x="4526832" y="2250365"/>
                  </a:lnTo>
                  <a:lnTo>
                    <a:pt x="4541597" y="2244326"/>
                  </a:lnTo>
                  <a:cubicBezTo>
                    <a:pt x="4550363" y="2244326"/>
                    <a:pt x="4559119" y="2247647"/>
                    <a:pt x="4565685" y="2254208"/>
                  </a:cubicBezTo>
                  <a:lnTo>
                    <a:pt x="4572256" y="2270236"/>
                  </a:lnTo>
                  <a:lnTo>
                    <a:pt x="4572256" y="2037446"/>
                  </a:lnTo>
                  <a:lnTo>
                    <a:pt x="4508751" y="1973941"/>
                  </a:lnTo>
                  <a:lnTo>
                    <a:pt x="4508751" y="1910435"/>
                  </a:lnTo>
                  <a:close/>
                  <a:moveTo>
                    <a:pt x="7891980" y="1630110"/>
                  </a:moveTo>
                  <a:lnTo>
                    <a:pt x="7675188" y="1846903"/>
                  </a:lnTo>
                  <a:lnTo>
                    <a:pt x="7675188" y="1912590"/>
                  </a:lnTo>
                  <a:lnTo>
                    <a:pt x="7609494" y="1977453"/>
                  </a:lnTo>
                  <a:lnTo>
                    <a:pt x="7609494" y="2206727"/>
                  </a:lnTo>
                  <a:lnTo>
                    <a:pt x="7616063" y="2190669"/>
                  </a:lnTo>
                  <a:cubicBezTo>
                    <a:pt x="7622632" y="2184099"/>
                    <a:pt x="7631392" y="2180810"/>
                    <a:pt x="7640151" y="2180810"/>
                  </a:cubicBezTo>
                  <a:lnTo>
                    <a:pt x="7656621" y="2187547"/>
                  </a:lnTo>
                  <a:lnTo>
                    <a:pt x="7890992" y="1955176"/>
                  </a:lnTo>
                  <a:lnTo>
                    <a:pt x="7887600" y="1938860"/>
                  </a:lnTo>
                  <a:lnTo>
                    <a:pt x="7891980" y="1927909"/>
                  </a:lnTo>
                  <a:close/>
                  <a:moveTo>
                    <a:pt x="3081054" y="1584154"/>
                  </a:moveTo>
                  <a:lnTo>
                    <a:pt x="3081054" y="1746201"/>
                  </a:lnTo>
                  <a:lnTo>
                    <a:pt x="3140333" y="1805325"/>
                  </a:lnTo>
                  <a:lnTo>
                    <a:pt x="3302224" y="1805325"/>
                  </a:lnTo>
                  <a:close/>
                  <a:moveTo>
                    <a:pt x="5290514" y="1547363"/>
                  </a:moveTo>
                  <a:lnTo>
                    <a:pt x="5290514" y="1940636"/>
                  </a:lnTo>
                  <a:lnTo>
                    <a:pt x="5311042" y="1948757"/>
                  </a:lnTo>
                  <a:cubicBezTo>
                    <a:pt x="5317339" y="1954779"/>
                    <a:pt x="5321171" y="1962991"/>
                    <a:pt x="5321171" y="1971751"/>
                  </a:cubicBezTo>
                  <a:cubicBezTo>
                    <a:pt x="5321171" y="1980510"/>
                    <a:pt x="5317339" y="1988721"/>
                    <a:pt x="5311042" y="1994743"/>
                  </a:cubicBezTo>
                  <a:lnTo>
                    <a:pt x="5298884" y="1999552"/>
                  </a:lnTo>
                  <a:lnTo>
                    <a:pt x="5303646" y="2011167"/>
                  </a:lnTo>
                  <a:cubicBezTo>
                    <a:pt x="5303646" y="2024306"/>
                    <a:pt x="5298724" y="2035801"/>
                    <a:pt x="5290514" y="2044013"/>
                  </a:cubicBezTo>
                  <a:lnTo>
                    <a:pt x="5281753" y="2047517"/>
                  </a:lnTo>
                  <a:lnTo>
                    <a:pt x="5281753" y="2877685"/>
                  </a:lnTo>
                  <a:lnTo>
                    <a:pt x="5290514" y="2873896"/>
                  </a:lnTo>
                  <a:lnTo>
                    <a:pt x="5302771" y="2879190"/>
                  </a:lnTo>
                  <a:lnTo>
                    <a:pt x="5443800" y="2738120"/>
                  </a:lnTo>
                  <a:lnTo>
                    <a:pt x="5443800" y="1726492"/>
                  </a:lnTo>
                  <a:cubicBezTo>
                    <a:pt x="5426281" y="1726492"/>
                    <a:pt x="5410953" y="1708973"/>
                    <a:pt x="5410953" y="1691455"/>
                  </a:cubicBezTo>
                  <a:lnTo>
                    <a:pt x="5418158" y="1674644"/>
                  </a:lnTo>
                  <a:close/>
                  <a:moveTo>
                    <a:pt x="6621892" y="1527220"/>
                  </a:moveTo>
                  <a:lnTo>
                    <a:pt x="6621892" y="1704567"/>
                  </a:lnTo>
                  <a:lnTo>
                    <a:pt x="6710564" y="1615894"/>
                  </a:lnTo>
                  <a:close/>
                  <a:moveTo>
                    <a:pt x="9100754" y="1522809"/>
                  </a:moveTo>
                  <a:lnTo>
                    <a:pt x="8881780" y="1741783"/>
                  </a:lnTo>
                  <a:lnTo>
                    <a:pt x="9041790" y="1741783"/>
                  </a:lnTo>
                  <a:lnTo>
                    <a:pt x="9100754" y="1682667"/>
                  </a:lnTo>
                  <a:close/>
                  <a:moveTo>
                    <a:pt x="10417613" y="1522797"/>
                  </a:moveTo>
                  <a:lnTo>
                    <a:pt x="10414013" y="1531569"/>
                  </a:lnTo>
                  <a:lnTo>
                    <a:pt x="10616101" y="1531569"/>
                  </a:lnTo>
                  <a:lnTo>
                    <a:pt x="10624873" y="1522797"/>
                  </a:lnTo>
                  <a:close/>
                  <a:moveTo>
                    <a:pt x="6589044" y="1494373"/>
                  </a:moveTo>
                  <a:lnTo>
                    <a:pt x="6589044" y="1733998"/>
                  </a:lnTo>
                  <a:lnTo>
                    <a:pt x="6591435" y="1735024"/>
                  </a:lnTo>
                  <a:lnTo>
                    <a:pt x="6597803" y="1728654"/>
                  </a:lnTo>
                  <a:lnTo>
                    <a:pt x="6597803" y="1503131"/>
                  </a:lnTo>
                  <a:close/>
                  <a:moveTo>
                    <a:pt x="5116774" y="1374123"/>
                  </a:moveTo>
                  <a:lnTo>
                    <a:pt x="5054012" y="1374694"/>
                  </a:lnTo>
                  <a:lnTo>
                    <a:pt x="5054012" y="1550708"/>
                  </a:lnTo>
                  <a:lnTo>
                    <a:pt x="5060581" y="1548022"/>
                  </a:lnTo>
                  <a:cubicBezTo>
                    <a:pt x="5069339" y="1548022"/>
                    <a:pt x="5078097" y="1551306"/>
                    <a:pt x="5084671" y="1557877"/>
                  </a:cubicBezTo>
                  <a:cubicBezTo>
                    <a:pt x="5097809" y="1571015"/>
                    <a:pt x="5097809" y="1592913"/>
                    <a:pt x="5084671" y="1606052"/>
                  </a:cubicBezTo>
                  <a:cubicBezTo>
                    <a:pt x="5078097" y="1612622"/>
                    <a:pt x="5069339" y="1615905"/>
                    <a:pt x="5060581" y="1615905"/>
                  </a:cubicBezTo>
                  <a:lnTo>
                    <a:pt x="5054012" y="1613219"/>
                  </a:lnTo>
                  <a:lnTo>
                    <a:pt x="5054012" y="1658233"/>
                  </a:lnTo>
                  <a:lnTo>
                    <a:pt x="5069340" y="1655050"/>
                  </a:lnTo>
                  <a:cubicBezTo>
                    <a:pt x="5085765" y="1654775"/>
                    <a:pt x="5102184" y="1660798"/>
                    <a:pt x="5115324" y="1673937"/>
                  </a:cubicBezTo>
                  <a:cubicBezTo>
                    <a:pt x="5141597" y="1700214"/>
                    <a:pt x="5141597" y="1739631"/>
                    <a:pt x="5115324" y="1765909"/>
                  </a:cubicBezTo>
                  <a:cubicBezTo>
                    <a:pt x="5102184" y="1779048"/>
                    <a:pt x="5085765" y="1785618"/>
                    <a:pt x="5069340" y="1785618"/>
                  </a:cubicBezTo>
                  <a:lnTo>
                    <a:pt x="5054012" y="1782500"/>
                  </a:lnTo>
                  <a:lnTo>
                    <a:pt x="5054012" y="1787329"/>
                  </a:lnTo>
                  <a:lnTo>
                    <a:pt x="5239090" y="1972799"/>
                  </a:lnTo>
                  <a:lnTo>
                    <a:pt x="5255770" y="1965959"/>
                  </a:lnTo>
                  <a:lnTo>
                    <a:pt x="5263140" y="1948757"/>
                  </a:lnTo>
                  <a:lnTo>
                    <a:pt x="5275187" y="1943596"/>
                  </a:lnTo>
                  <a:lnTo>
                    <a:pt x="5275187" y="1532079"/>
                  </a:lnTo>
                  <a:close/>
                  <a:moveTo>
                    <a:pt x="6153272" y="1362985"/>
                  </a:moveTo>
                  <a:lnTo>
                    <a:pt x="6153272" y="1436351"/>
                  </a:lnTo>
                  <a:lnTo>
                    <a:pt x="6326267" y="1608794"/>
                  </a:lnTo>
                  <a:lnTo>
                    <a:pt x="6326267" y="1535979"/>
                  </a:lnTo>
                  <a:close/>
                  <a:moveTo>
                    <a:pt x="6105096" y="1314810"/>
                  </a:moveTo>
                  <a:lnTo>
                    <a:pt x="6105096" y="1388329"/>
                  </a:lnTo>
                  <a:lnTo>
                    <a:pt x="6107286" y="1390515"/>
                  </a:lnTo>
                  <a:lnTo>
                    <a:pt x="6107286" y="1341089"/>
                  </a:lnTo>
                  <a:lnTo>
                    <a:pt x="6119362" y="1329079"/>
                  </a:lnTo>
                  <a:close/>
                  <a:moveTo>
                    <a:pt x="5967143" y="1313258"/>
                  </a:moveTo>
                  <a:lnTo>
                    <a:pt x="5967143" y="1415543"/>
                  </a:lnTo>
                  <a:lnTo>
                    <a:pt x="5989038" y="1424300"/>
                  </a:lnTo>
                  <a:cubicBezTo>
                    <a:pt x="5997250" y="1432512"/>
                    <a:pt x="6002178" y="1444011"/>
                    <a:pt x="6002178" y="1457146"/>
                  </a:cubicBezTo>
                  <a:cubicBezTo>
                    <a:pt x="6002178" y="1470286"/>
                    <a:pt x="5997250" y="1481784"/>
                    <a:pt x="5989038" y="1489996"/>
                  </a:cubicBezTo>
                  <a:lnTo>
                    <a:pt x="5967143" y="1498754"/>
                  </a:lnTo>
                  <a:lnTo>
                    <a:pt x="5967143" y="2000219"/>
                  </a:lnTo>
                  <a:lnTo>
                    <a:pt x="5967143" y="2308961"/>
                  </a:lnTo>
                  <a:lnTo>
                    <a:pt x="6072250" y="2203846"/>
                  </a:lnTo>
                  <a:lnTo>
                    <a:pt x="6072250" y="1418707"/>
                  </a:lnTo>
                  <a:close/>
                  <a:moveTo>
                    <a:pt x="5054012" y="1311539"/>
                  </a:moveTo>
                  <a:lnTo>
                    <a:pt x="5054012" y="1352041"/>
                  </a:lnTo>
                  <a:lnTo>
                    <a:pt x="5094624" y="1352041"/>
                  </a:lnTo>
                  <a:close/>
                  <a:moveTo>
                    <a:pt x="3081054" y="1289528"/>
                  </a:moveTo>
                  <a:lnTo>
                    <a:pt x="3081054" y="1551308"/>
                  </a:lnTo>
                  <a:lnTo>
                    <a:pt x="3310986" y="1781238"/>
                  </a:lnTo>
                  <a:lnTo>
                    <a:pt x="3430185" y="1781238"/>
                  </a:lnTo>
                  <a:lnTo>
                    <a:pt x="3155505" y="1507511"/>
                  </a:lnTo>
                  <a:lnTo>
                    <a:pt x="3155505" y="1364328"/>
                  </a:lnTo>
                  <a:close/>
                  <a:moveTo>
                    <a:pt x="9100754" y="1228371"/>
                  </a:moveTo>
                  <a:lnTo>
                    <a:pt x="9026300" y="1302477"/>
                  </a:lnTo>
                  <a:lnTo>
                    <a:pt x="9026300" y="1443971"/>
                  </a:lnTo>
                  <a:lnTo>
                    <a:pt x="8751334" y="1719893"/>
                  </a:lnTo>
                  <a:lnTo>
                    <a:pt x="8870823" y="1719893"/>
                  </a:lnTo>
                  <a:lnTo>
                    <a:pt x="9100754" y="1489963"/>
                  </a:lnTo>
                  <a:close/>
                  <a:moveTo>
                    <a:pt x="4607292" y="1225027"/>
                  </a:moveTo>
                  <a:lnTo>
                    <a:pt x="5029930" y="1647658"/>
                  </a:lnTo>
                  <a:lnTo>
                    <a:pt x="5029930" y="1589994"/>
                  </a:lnTo>
                  <a:lnTo>
                    <a:pt x="5026646" y="1581964"/>
                  </a:lnTo>
                  <a:lnTo>
                    <a:pt x="5029930" y="1573933"/>
                  </a:lnTo>
                  <a:lnTo>
                    <a:pt x="5029930" y="1562256"/>
                  </a:lnTo>
                  <a:lnTo>
                    <a:pt x="4692688" y="1225027"/>
                  </a:lnTo>
                  <a:close/>
                  <a:moveTo>
                    <a:pt x="6304370" y="1209701"/>
                  </a:moveTo>
                  <a:lnTo>
                    <a:pt x="6176265" y="1337804"/>
                  </a:lnTo>
                  <a:lnTo>
                    <a:pt x="6361304" y="1522840"/>
                  </a:lnTo>
                  <a:lnTo>
                    <a:pt x="6361304" y="1643720"/>
                  </a:lnTo>
                  <a:lnTo>
                    <a:pt x="6433567" y="1715752"/>
                  </a:lnTo>
                  <a:lnTo>
                    <a:pt x="6433567" y="1338898"/>
                  </a:lnTo>
                  <a:close/>
                  <a:moveTo>
                    <a:pt x="6696217" y="1196438"/>
                  </a:moveTo>
                  <a:lnTo>
                    <a:pt x="6684935" y="1201406"/>
                  </a:lnTo>
                  <a:lnTo>
                    <a:pt x="6621892" y="1264447"/>
                  </a:lnTo>
                  <a:lnTo>
                    <a:pt x="6621892" y="1496564"/>
                  </a:lnTo>
                  <a:lnTo>
                    <a:pt x="6725893" y="1600566"/>
                  </a:lnTo>
                  <a:lnTo>
                    <a:pt x="6913119" y="1413338"/>
                  </a:lnTo>
                  <a:close/>
                  <a:moveTo>
                    <a:pt x="4489048" y="1176852"/>
                  </a:moveTo>
                  <a:lnTo>
                    <a:pt x="4521885" y="1209699"/>
                  </a:lnTo>
                  <a:lnTo>
                    <a:pt x="4526264" y="1209699"/>
                  </a:lnTo>
                  <a:lnTo>
                    <a:pt x="4493424" y="1176852"/>
                  </a:lnTo>
                  <a:close/>
                  <a:moveTo>
                    <a:pt x="4444805" y="1176852"/>
                  </a:moveTo>
                  <a:lnTo>
                    <a:pt x="5007978" y="1741191"/>
                  </a:lnTo>
                  <a:lnTo>
                    <a:pt x="5003651" y="1719922"/>
                  </a:lnTo>
                  <a:cubicBezTo>
                    <a:pt x="5003651" y="1711711"/>
                    <a:pt x="5005295" y="1703499"/>
                    <a:pt x="5008582" y="1695699"/>
                  </a:cubicBezTo>
                  <a:lnTo>
                    <a:pt x="5010074" y="1693497"/>
                  </a:lnTo>
                  <a:lnTo>
                    <a:pt x="4541597" y="1225027"/>
                  </a:lnTo>
                  <a:lnTo>
                    <a:pt x="4515318" y="1225027"/>
                  </a:lnTo>
                  <a:lnTo>
                    <a:pt x="4466937" y="1176852"/>
                  </a:lnTo>
                  <a:close/>
                  <a:moveTo>
                    <a:pt x="4068634" y="1176852"/>
                  </a:moveTo>
                  <a:lnTo>
                    <a:pt x="4933573" y="2041826"/>
                  </a:lnTo>
                  <a:lnTo>
                    <a:pt x="4933573" y="2368089"/>
                  </a:lnTo>
                  <a:lnTo>
                    <a:pt x="4975189" y="2409694"/>
                  </a:lnTo>
                  <a:lnTo>
                    <a:pt x="5006279" y="2409694"/>
                  </a:lnTo>
                  <a:lnTo>
                    <a:pt x="4999274" y="2392140"/>
                  </a:lnTo>
                  <a:cubicBezTo>
                    <a:pt x="4999274" y="2379031"/>
                    <a:pt x="5004749" y="2367540"/>
                    <a:pt x="5013235" y="2359329"/>
                  </a:cubicBezTo>
                  <a:lnTo>
                    <a:pt x="5029930" y="2352477"/>
                  </a:lnTo>
                  <a:lnTo>
                    <a:pt x="5029930" y="1796567"/>
                  </a:lnTo>
                  <a:lnTo>
                    <a:pt x="4410194" y="1176852"/>
                  </a:lnTo>
                  <a:lnTo>
                    <a:pt x="4362031" y="1176852"/>
                  </a:lnTo>
                  <a:lnTo>
                    <a:pt x="4626957" y="1441779"/>
                  </a:lnTo>
                  <a:lnTo>
                    <a:pt x="4644243" y="1435247"/>
                  </a:lnTo>
                  <a:cubicBezTo>
                    <a:pt x="4656561" y="1435247"/>
                    <a:pt x="4668605" y="1439626"/>
                    <a:pt x="4677360" y="1448386"/>
                  </a:cubicBezTo>
                  <a:cubicBezTo>
                    <a:pt x="4697069" y="1468094"/>
                    <a:pt x="4697069" y="1498751"/>
                    <a:pt x="4677360" y="1516270"/>
                  </a:cubicBezTo>
                  <a:cubicBezTo>
                    <a:pt x="4657659" y="1533788"/>
                    <a:pt x="4629187" y="1535979"/>
                    <a:pt x="4609484" y="1516270"/>
                  </a:cubicBezTo>
                  <a:cubicBezTo>
                    <a:pt x="4599627" y="1506415"/>
                    <a:pt x="4594698" y="1494371"/>
                    <a:pt x="4594698" y="1482328"/>
                  </a:cubicBezTo>
                  <a:lnTo>
                    <a:pt x="4602791" y="1463754"/>
                  </a:lnTo>
                  <a:lnTo>
                    <a:pt x="4314361" y="1176852"/>
                  </a:lnTo>
                  <a:close/>
                  <a:moveTo>
                    <a:pt x="4000751" y="1176852"/>
                  </a:moveTo>
                  <a:lnTo>
                    <a:pt x="4541597" y="1717734"/>
                  </a:lnTo>
                  <a:lnTo>
                    <a:pt x="4541597" y="1910435"/>
                  </a:lnTo>
                  <a:lnTo>
                    <a:pt x="4596340" y="1965181"/>
                  </a:lnTo>
                  <a:lnTo>
                    <a:pt x="4596111" y="2015318"/>
                  </a:lnTo>
                  <a:lnTo>
                    <a:pt x="4677298" y="2096448"/>
                  </a:lnTo>
                  <a:lnTo>
                    <a:pt x="4693782" y="2093532"/>
                  </a:lnTo>
                  <a:cubicBezTo>
                    <a:pt x="4705826" y="2093777"/>
                    <a:pt x="4717872" y="2098747"/>
                    <a:pt x="4727727" y="2107507"/>
                  </a:cubicBezTo>
                  <a:cubicBezTo>
                    <a:pt x="4745243" y="2127213"/>
                    <a:pt x="4745243" y="2157822"/>
                    <a:pt x="4727727" y="2175340"/>
                  </a:cubicBezTo>
                  <a:cubicBezTo>
                    <a:pt x="4708018" y="2192861"/>
                    <a:pt x="4677360" y="2195086"/>
                    <a:pt x="4659847" y="2175340"/>
                  </a:cubicBezTo>
                  <a:cubicBezTo>
                    <a:pt x="4651084" y="2165484"/>
                    <a:pt x="4646706" y="2152932"/>
                    <a:pt x="4646706" y="2140576"/>
                  </a:cubicBezTo>
                  <a:lnTo>
                    <a:pt x="4654869" y="2120009"/>
                  </a:lnTo>
                  <a:lnTo>
                    <a:pt x="4595901" y="2061094"/>
                  </a:lnTo>
                  <a:lnTo>
                    <a:pt x="4594301" y="2409694"/>
                  </a:lnTo>
                  <a:lnTo>
                    <a:pt x="4909479" y="2409694"/>
                  </a:lnTo>
                  <a:lnTo>
                    <a:pt x="4887580" y="2387791"/>
                  </a:lnTo>
                  <a:lnTo>
                    <a:pt x="4887580" y="2059344"/>
                  </a:lnTo>
                  <a:lnTo>
                    <a:pt x="4005130" y="1176852"/>
                  </a:lnTo>
                  <a:close/>
                  <a:moveTo>
                    <a:pt x="3805870" y="1176852"/>
                  </a:moveTo>
                  <a:lnTo>
                    <a:pt x="3876470" y="1247459"/>
                  </a:lnTo>
                  <a:lnTo>
                    <a:pt x="3898929" y="1238167"/>
                  </a:lnTo>
                  <a:cubicBezTo>
                    <a:pt x="3910426" y="1238167"/>
                    <a:pt x="3921924" y="1242545"/>
                    <a:pt x="3930674" y="1251303"/>
                  </a:cubicBezTo>
                  <a:cubicBezTo>
                    <a:pt x="3939434" y="1261159"/>
                    <a:pt x="3943814" y="1273202"/>
                    <a:pt x="3943814" y="1284975"/>
                  </a:cubicBezTo>
                  <a:lnTo>
                    <a:pt x="3935771" y="1304575"/>
                  </a:lnTo>
                  <a:lnTo>
                    <a:pt x="4508751" y="1877588"/>
                  </a:lnTo>
                  <a:lnTo>
                    <a:pt x="4508751" y="1733062"/>
                  </a:lnTo>
                  <a:lnTo>
                    <a:pt x="3952573" y="1176852"/>
                  </a:lnTo>
                  <a:close/>
                  <a:moveTo>
                    <a:pt x="7491245" y="1163676"/>
                  </a:moveTo>
                  <a:lnTo>
                    <a:pt x="7150673" y="1502221"/>
                  </a:lnTo>
                  <a:lnTo>
                    <a:pt x="7154498" y="1511572"/>
                  </a:lnTo>
                  <a:lnTo>
                    <a:pt x="7191507" y="1548825"/>
                  </a:lnTo>
                  <a:lnTo>
                    <a:pt x="7576655" y="1163676"/>
                  </a:lnTo>
                  <a:close/>
                  <a:moveTo>
                    <a:pt x="8229686" y="1115507"/>
                  </a:moveTo>
                  <a:lnTo>
                    <a:pt x="7675188" y="1671711"/>
                  </a:lnTo>
                  <a:lnTo>
                    <a:pt x="7675188" y="1816246"/>
                  </a:lnTo>
                  <a:lnTo>
                    <a:pt x="7891980" y="1599453"/>
                  </a:lnTo>
                  <a:lnTo>
                    <a:pt x="7891980" y="1599446"/>
                  </a:lnTo>
                  <a:lnTo>
                    <a:pt x="8246648" y="1244779"/>
                  </a:lnTo>
                  <a:lnTo>
                    <a:pt x="8237969" y="1223626"/>
                  </a:lnTo>
                  <a:cubicBezTo>
                    <a:pt x="8237969" y="1211856"/>
                    <a:pt x="8242349" y="1199811"/>
                    <a:pt x="8251108" y="1189957"/>
                  </a:cubicBezTo>
                  <a:cubicBezTo>
                    <a:pt x="8259867" y="1181198"/>
                    <a:pt x="8271363" y="1176818"/>
                    <a:pt x="8283135" y="1176818"/>
                  </a:cubicBezTo>
                  <a:lnTo>
                    <a:pt x="8305774" y="1185652"/>
                  </a:lnTo>
                  <a:lnTo>
                    <a:pt x="8375919" y="1115507"/>
                  </a:lnTo>
                  <a:close/>
                  <a:moveTo>
                    <a:pt x="8176653" y="1115507"/>
                  </a:moveTo>
                  <a:lnTo>
                    <a:pt x="7294162" y="1998000"/>
                  </a:lnTo>
                  <a:lnTo>
                    <a:pt x="7294162" y="2084745"/>
                  </a:lnTo>
                  <a:lnTo>
                    <a:pt x="7296352" y="2085620"/>
                  </a:lnTo>
                  <a:cubicBezTo>
                    <a:pt x="7304564" y="2093777"/>
                    <a:pt x="7309491" y="2105268"/>
                    <a:pt x="7309491" y="2118444"/>
                  </a:cubicBezTo>
                  <a:cubicBezTo>
                    <a:pt x="7309491" y="2131593"/>
                    <a:pt x="7304564" y="2143068"/>
                    <a:pt x="7296352" y="2151270"/>
                  </a:cubicBezTo>
                  <a:lnTo>
                    <a:pt x="7294162" y="2152154"/>
                  </a:lnTo>
                  <a:lnTo>
                    <a:pt x="7294162" y="2326447"/>
                  </a:lnTo>
                  <a:lnTo>
                    <a:pt x="7210964" y="2409645"/>
                  </a:lnTo>
                  <a:lnTo>
                    <a:pt x="7559130" y="2409645"/>
                  </a:lnTo>
                  <a:lnTo>
                    <a:pt x="7587597" y="2381178"/>
                  </a:lnTo>
                  <a:lnTo>
                    <a:pt x="7587597" y="1999073"/>
                  </a:lnTo>
                  <a:lnTo>
                    <a:pt x="7526969" y="2058934"/>
                  </a:lnTo>
                  <a:lnTo>
                    <a:pt x="7535042" y="2079283"/>
                  </a:lnTo>
                  <a:cubicBezTo>
                    <a:pt x="7535041" y="2091574"/>
                    <a:pt x="7530662" y="2104168"/>
                    <a:pt x="7521902" y="2114019"/>
                  </a:cubicBezTo>
                  <a:cubicBezTo>
                    <a:pt x="7502193" y="2131547"/>
                    <a:pt x="7473727" y="2131547"/>
                    <a:pt x="7454019" y="2114019"/>
                  </a:cubicBezTo>
                  <a:cubicBezTo>
                    <a:pt x="7434310" y="2096502"/>
                    <a:pt x="7434310" y="2065870"/>
                    <a:pt x="7454019" y="2046162"/>
                  </a:cubicBezTo>
                  <a:cubicBezTo>
                    <a:pt x="7462778" y="2037403"/>
                    <a:pt x="7474822" y="2032476"/>
                    <a:pt x="7487139" y="2032202"/>
                  </a:cubicBezTo>
                  <a:lnTo>
                    <a:pt x="7504401" y="2035202"/>
                  </a:lnTo>
                  <a:lnTo>
                    <a:pt x="7587597" y="1952007"/>
                  </a:lnTo>
                  <a:lnTo>
                    <a:pt x="7587597" y="1903838"/>
                  </a:lnTo>
                  <a:lnTo>
                    <a:pt x="7640151" y="1851283"/>
                  </a:lnTo>
                  <a:lnTo>
                    <a:pt x="7640151" y="1656382"/>
                  </a:lnTo>
                  <a:lnTo>
                    <a:pt x="8182691" y="1115507"/>
                  </a:lnTo>
                  <a:close/>
                  <a:moveTo>
                    <a:pt x="7716997" y="1115507"/>
                  </a:moveTo>
                  <a:lnTo>
                    <a:pt x="7668620" y="1163676"/>
                  </a:lnTo>
                  <a:lnTo>
                    <a:pt x="7640347" y="1163676"/>
                  </a:lnTo>
                  <a:lnTo>
                    <a:pt x="7224059" y="1581590"/>
                  </a:lnTo>
                  <a:lnTo>
                    <a:pt x="7276643" y="1634521"/>
                  </a:lnTo>
                  <a:lnTo>
                    <a:pt x="7276643" y="1949824"/>
                  </a:lnTo>
                  <a:lnTo>
                    <a:pt x="8110960" y="1115507"/>
                  </a:lnTo>
                  <a:lnTo>
                    <a:pt x="7867884" y="1115507"/>
                  </a:lnTo>
                  <a:lnTo>
                    <a:pt x="7581767" y="1401624"/>
                  </a:lnTo>
                  <a:lnTo>
                    <a:pt x="7589239" y="1418783"/>
                  </a:lnTo>
                  <a:cubicBezTo>
                    <a:pt x="7589239" y="1430827"/>
                    <a:pt x="7584312" y="1442870"/>
                    <a:pt x="7574458" y="1452725"/>
                  </a:cubicBezTo>
                  <a:cubicBezTo>
                    <a:pt x="7556939" y="1470243"/>
                    <a:pt x="7526281" y="1470243"/>
                    <a:pt x="7506573" y="1452725"/>
                  </a:cubicBezTo>
                  <a:cubicBezTo>
                    <a:pt x="7489054" y="1435206"/>
                    <a:pt x="7489054" y="1404549"/>
                    <a:pt x="7506573" y="1384841"/>
                  </a:cubicBezTo>
                  <a:cubicBezTo>
                    <a:pt x="7516427" y="1376080"/>
                    <a:pt x="7528471" y="1371701"/>
                    <a:pt x="7540515" y="1371701"/>
                  </a:cubicBezTo>
                  <a:lnTo>
                    <a:pt x="7557096" y="1378120"/>
                  </a:lnTo>
                  <a:lnTo>
                    <a:pt x="7819708" y="1115507"/>
                  </a:lnTo>
                  <a:close/>
                  <a:moveTo>
                    <a:pt x="7688328" y="1115507"/>
                  </a:moveTo>
                  <a:lnTo>
                    <a:pt x="7657797" y="1146158"/>
                  </a:lnTo>
                  <a:lnTo>
                    <a:pt x="7662050" y="1146158"/>
                  </a:lnTo>
                  <a:lnTo>
                    <a:pt x="7692701" y="1115507"/>
                  </a:lnTo>
                  <a:close/>
                  <a:moveTo>
                    <a:pt x="6205087" y="1110423"/>
                  </a:moveTo>
                  <a:lnTo>
                    <a:pt x="6105096" y="1209701"/>
                  </a:lnTo>
                  <a:lnTo>
                    <a:pt x="6105096" y="1266638"/>
                  </a:lnTo>
                  <a:lnTo>
                    <a:pt x="6143513" y="1305053"/>
                  </a:lnTo>
                  <a:lnTo>
                    <a:pt x="6271955" y="1177291"/>
                  </a:lnTo>
                  <a:close/>
                  <a:moveTo>
                    <a:pt x="5167876" y="1089263"/>
                  </a:moveTo>
                  <a:lnTo>
                    <a:pt x="5054012" y="1203131"/>
                  </a:lnTo>
                  <a:lnTo>
                    <a:pt x="5054012" y="1288535"/>
                  </a:lnTo>
                  <a:lnTo>
                    <a:pt x="5117513" y="1352041"/>
                  </a:lnTo>
                  <a:lnTo>
                    <a:pt x="5145978" y="1352041"/>
                  </a:lnTo>
                  <a:lnTo>
                    <a:pt x="5167876" y="1373938"/>
                  </a:lnTo>
                  <a:close/>
                  <a:moveTo>
                    <a:pt x="3972277" y="1080498"/>
                  </a:moveTo>
                  <a:lnTo>
                    <a:pt x="4022647" y="1130865"/>
                  </a:lnTo>
                  <a:lnTo>
                    <a:pt x="4268133" y="1130865"/>
                  </a:lnTo>
                  <a:lnTo>
                    <a:pt x="4217498" y="1080498"/>
                  </a:lnTo>
                  <a:close/>
                  <a:moveTo>
                    <a:pt x="3904401" y="1080498"/>
                  </a:moveTo>
                  <a:lnTo>
                    <a:pt x="3954762" y="1130865"/>
                  </a:lnTo>
                  <a:lnTo>
                    <a:pt x="3959143" y="1130865"/>
                  </a:lnTo>
                  <a:lnTo>
                    <a:pt x="3924113" y="1095829"/>
                  </a:lnTo>
                  <a:lnTo>
                    <a:pt x="3924169" y="1080498"/>
                  </a:lnTo>
                  <a:close/>
                  <a:moveTo>
                    <a:pt x="8257677" y="1016958"/>
                  </a:moveTo>
                  <a:lnTo>
                    <a:pt x="8257677" y="1034483"/>
                  </a:lnTo>
                  <a:lnTo>
                    <a:pt x="8222639" y="1069521"/>
                  </a:lnTo>
                  <a:lnTo>
                    <a:pt x="8228818" y="1069521"/>
                  </a:lnTo>
                  <a:lnTo>
                    <a:pt x="8281543" y="1016958"/>
                  </a:lnTo>
                  <a:close/>
                  <a:moveTo>
                    <a:pt x="7966433" y="1016958"/>
                  </a:moveTo>
                  <a:lnTo>
                    <a:pt x="7913871" y="1069521"/>
                  </a:lnTo>
                  <a:lnTo>
                    <a:pt x="8156946" y="1069521"/>
                  </a:lnTo>
                  <a:lnTo>
                    <a:pt x="8209508" y="1016958"/>
                  </a:lnTo>
                  <a:close/>
                  <a:moveTo>
                    <a:pt x="6921894" y="964466"/>
                  </a:moveTo>
                  <a:lnTo>
                    <a:pt x="6710993" y="1175345"/>
                  </a:lnTo>
                  <a:lnTo>
                    <a:pt x="6707656" y="1183787"/>
                  </a:lnTo>
                  <a:lnTo>
                    <a:pt x="6925164" y="1401293"/>
                  </a:lnTo>
                  <a:lnTo>
                    <a:pt x="6968805" y="1357652"/>
                  </a:lnTo>
                  <a:lnTo>
                    <a:pt x="6954587" y="1343341"/>
                  </a:lnTo>
                  <a:lnTo>
                    <a:pt x="6932843" y="1352041"/>
                  </a:lnTo>
                  <a:cubicBezTo>
                    <a:pt x="6906566" y="1352041"/>
                    <a:pt x="6886858" y="1332330"/>
                    <a:pt x="6886858" y="1306051"/>
                  </a:cubicBezTo>
                  <a:cubicBezTo>
                    <a:pt x="6886858" y="1292913"/>
                    <a:pt x="6891784" y="1281418"/>
                    <a:pt x="6899996" y="1273208"/>
                  </a:cubicBezTo>
                  <a:lnTo>
                    <a:pt x="6921894" y="1264447"/>
                  </a:lnTo>
                  <a:close/>
                  <a:moveTo>
                    <a:pt x="4241584" y="952485"/>
                  </a:moveTo>
                  <a:lnTo>
                    <a:pt x="4241584" y="973224"/>
                  </a:lnTo>
                  <a:lnTo>
                    <a:pt x="4398914" y="1130865"/>
                  </a:lnTo>
                  <a:lnTo>
                    <a:pt x="4420745" y="1130865"/>
                  </a:lnTo>
                  <a:close/>
                  <a:moveTo>
                    <a:pt x="6672256" y="918474"/>
                  </a:moveTo>
                  <a:lnTo>
                    <a:pt x="6451086" y="1139632"/>
                  </a:lnTo>
                  <a:lnTo>
                    <a:pt x="6451086" y="1308600"/>
                  </a:lnTo>
                  <a:lnTo>
                    <a:pt x="6589044" y="1446198"/>
                  </a:lnTo>
                  <a:lnTo>
                    <a:pt x="6589044" y="1463716"/>
                  </a:lnTo>
                  <a:lnTo>
                    <a:pt x="6597803" y="1472474"/>
                  </a:lnTo>
                  <a:lnTo>
                    <a:pt x="6597803" y="1255690"/>
                  </a:lnTo>
                  <a:lnTo>
                    <a:pt x="6660740" y="1192753"/>
                  </a:lnTo>
                  <a:lnTo>
                    <a:pt x="6658024" y="1191359"/>
                  </a:lnTo>
                  <a:cubicBezTo>
                    <a:pt x="6652001" y="1185065"/>
                    <a:pt x="6648170" y="1176852"/>
                    <a:pt x="6648170" y="1168095"/>
                  </a:cubicBezTo>
                  <a:cubicBezTo>
                    <a:pt x="6648170" y="1159336"/>
                    <a:pt x="6651454" y="1151120"/>
                    <a:pt x="6657202" y="1145099"/>
                  </a:cubicBezTo>
                  <a:lnTo>
                    <a:pt x="6672256" y="1138869"/>
                  </a:lnTo>
                  <a:close/>
                  <a:moveTo>
                    <a:pt x="4690499" y="907206"/>
                  </a:moveTo>
                  <a:lnTo>
                    <a:pt x="4690499" y="925044"/>
                  </a:lnTo>
                  <a:lnTo>
                    <a:pt x="4903709" y="1138240"/>
                  </a:lnTo>
                  <a:lnTo>
                    <a:pt x="4909400" y="1124491"/>
                  </a:lnTo>
                  <a:lnTo>
                    <a:pt x="4909208" y="1124294"/>
                  </a:lnTo>
                  <a:lnTo>
                    <a:pt x="4907289" y="1124294"/>
                  </a:lnTo>
                  <a:lnTo>
                    <a:pt x="4908663" y="1123763"/>
                  </a:lnTo>
                  <a:close/>
                  <a:moveTo>
                    <a:pt x="5375914" y="881251"/>
                  </a:moveTo>
                  <a:lnTo>
                    <a:pt x="5189778" y="1067366"/>
                  </a:lnTo>
                  <a:lnTo>
                    <a:pt x="5189778" y="1391455"/>
                  </a:lnTo>
                  <a:lnTo>
                    <a:pt x="5275187" y="1476856"/>
                  </a:lnTo>
                  <a:lnTo>
                    <a:pt x="5275187" y="1087073"/>
                  </a:lnTo>
                  <a:lnTo>
                    <a:pt x="5375914" y="985677"/>
                  </a:lnTo>
                  <a:close/>
                  <a:moveTo>
                    <a:pt x="4418961" y="865906"/>
                  </a:moveTo>
                  <a:lnTo>
                    <a:pt x="4905100" y="1352041"/>
                  </a:lnTo>
                  <a:lnTo>
                    <a:pt x="5029930" y="1352041"/>
                  </a:lnTo>
                  <a:lnTo>
                    <a:pt x="5029930" y="1287519"/>
                  </a:lnTo>
                  <a:lnTo>
                    <a:pt x="4942555" y="1200397"/>
                  </a:lnTo>
                  <a:lnTo>
                    <a:pt x="4941243" y="1200940"/>
                  </a:lnTo>
                  <a:cubicBezTo>
                    <a:pt x="4929739" y="1200940"/>
                    <a:pt x="4918245" y="1196561"/>
                    <a:pt x="4909479" y="1187800"/>
                  </a:cubicBezTo>
                  <a:cubicBezTo>
                    <a:pt x="4900718" y="1179041"/>
                    <a:pt x="4896340" y="1167545"/>
                    <a:pt x="4896340" y="1156047"/>
                  </a:cubicBezTo>
                  <a:lnTo>
                    <a:pt x="4896843" y="1154828"/>
                  </a:lnTo>
                  <a:lnTo>
                    <a:pt x="4672982" y="931613"/>
                  </a:lnTo>
                  <a:lnTo>
                    <a:pt x="4672982" y="889815"/>
                  </a:lnTo>
                  <a:lnTo>
                    <a:pt x="4648895" y="865906"/>
                  </a:lnTo>
                  <a:close/>
                  <a:moveTo>
                    <a:pt x="4371114" y="865906"/>
                  </a:moveTo>
                  <a:lnTo>
                    <a:pt x="4541023" y="1034153"/>
                  </a:lnTo>
                  <a:lnTo>
                    <a:pt x="4548166" y="1031229"/>
                  </a:lnTo>
                  <a:lnTo>
                    <a:pt x="4555561" y="1034251"/>
                  </a:lnTo>
                  <a:lnTo>
                    <a:pt x="4387742" y="865906"/>
                  </a:lnTo>
                  <a:close/>
                  <a:moveTo>
                    <a:pt x="4241584" y="865906"/>
                  </a:moveTo>
                  <a:lnTo>
                    <a:pt x="4241584" y="929406"/>
                  </a:lnTo>
                  <a:lnTo>
                    <a:pt x="4443057" y="1130865"/>
                  </a:lnTo>
                  <a:lnTo>
                    <a:pt x="4513129" y="1130865"/>
                  </a:lnTo>
                  <a:lnTo>
                    <a:pt x="4591961" y="1209699"/>
                  </a:lnTo>
                  <a:lnTo>
                    <a:pt x="4699258" y="1209699"/>
                  </a:lnTo>
                  <a:lnTo>
                    <a:pt x="5029930" y="1540358"/>
                  </a:lnTo>
                  <a:lnTo>
                    <a:pt x="5029930" y="1374911"/>
                  </a:lnTo>
                  <a:lnTo>
                    <a:pt x="4896340" y="1376128"/>
                  </a:lnTo>
                  <a:lnTo>
                    <a:pt x="4579140" y="1057906"/>
                  </a:lnTo>
                  <a:lnTo>
                    <a:pt x="4582110" y="1065171"/>
                  </a:lnTo>
                  <a:cubicBezTo>
                    <a:pt x="4582110" y="1073930"/>
                    <a:pt x="4578826" y="1082688"/>
                    <a:pt x="4572256" y="1089258"/>
                  </a:cubicBezTo>
                  <a:cubicBezTo>
                    <a:pt x="4559117" y="1102396"/>
                    <a:pt x="4537221" y="1102396"/>
                    <a:pt x="4524078" y="1089258"/>
                  </a:cubicBezTo>
                  <a:cubicBezTo>
                    <a:pt x="4517504" y="1082688"/>
                    <a:pt x="4514223" y="1073930"/>
                    <a:pt x="4514223" y="1065171"/>
                  </a:cubicBezTo>
                  <a:lnTo>
                    <a:pt x="4523517" y="1042445"/>
                  </a:lnTo>
                  <a:lnTo>
                    <a:pt x="4348721" y="865906"/>
                  </a:lnTo>
                  <a:close/>
                  <a:moveTo>
                    <a:pt x="4178134" y="865906"/>
                  </a:moveTo>
                  <a:lnTo>
                    <a:pt x="4217498" y="905318"/>
                  </a:lnTo>
                  <a:lnTo>
                    <a:pt x="4217498" y="865906"/>
                  </a:lnTo>
                  <a:close/>
                  <a:moveTo>
                    <a:pt x="3970092" y="865906"/>
                  </a:moveTo>
                  <a:lnTo>
                    <a:pt x="3970092" y="1045463"/>
                  </a:lnTo>
                  <a:lnTo>
                    <a:pt x="4230639" y="1045463"/>
                  </a:lnTo>
                  <a:lnTo>
                    <a:pt x="4316042" y="1130865"/>
                  </a:lnTo>
                  <a:lnTo>
                    <a:pt x="4364205" y="1130865"/>
                  </a:lnTo>
                  <a:lnTo>
                    <a:pt x="4217498" y="984172"/>
                  </a:lnTo>
                  <a:lnTo>
                    <a:pt x="4217498" y="928500"/>
                  </a:lnTo>
                  <a:lnTo>
                    <a:pt x="4154678" y="865906"/>
                  </a:lnTo>
                  <a:close/>
                  <a:moveTo>
                    <a:pt x="3829955" y="865906"/>
                  </a:moveTo>
                  <a:lnTo>
                    <a:pt x="3829955" y="1006050"/>
                  </a:lnTo>
                  <a:lnTo>
                    <a:pt x="3869366" y="1045463"/>
                  </a:lnTo>
                  <a:lnTo>
                    <a:pt x="3924296" y="1045463"/>
                  </a:lnTo>
                  <a:lnTo>
                    <a:pt x="3924969" y="865906"/>
                  </a:lnTo>
                  <a:close/>
                  <a:moveTo>
                    <a:pt x="3332884" y="865906"/>
                  </a:moveTo>
                  <a:lnTo>
                    <a:pt x="3512441" y="1045463"/>
                  </a:lnTo>
                  <a:lnTo>
                    <a:pt x="3821193" y="1045463"/>
                  </a:lnTo>
                  <a:lnTo>
                    <a:pt x="3797108" y="1021378"/>
                  </a:lnTo>
                  <a:lnTo>
                    <a:pt x="3797108" y="865906"/>
                  </a:lnTo>
                  <a:close/>
                  <a:moveTo>
                    <a:pt x="3275385" y="865906"/>
                  </a:moveTo>
                  <a:lnTo>
                    <a:pt x="3540908" y="1130865"/>
                  </a:lnTo>
                  <a:lnTo>
                    <a:pt x="3764012" y="1130865"/>
                  </a:lnTo>
                  <a:lnTo>
                    <a:pt x="3777398" y="1125389"/>
                  </a:lnTo>
                  <a:lnTo>
                    <a:pt x="3790786" y="1130865"/>
                  </a:lnTo>
                  <a:lnTo>
                    <a:pt x="3906590" y="1130865"/>
                  </a:lnTo>
                  <a:lnTo>
                    <a:pt x="3856229" y="1080498"/>
                  </a:lnTo>
                  <a:lnTo>
                    <a:pt x="3499301" y="1080498"/>
                  </a:lnTo>
                  <a:lnTo>
                    <a:pt x="3284707" y="865906"/>
                  </a:lnTo>
                  <a:close/>
                  <a:moveTo>
                    <a:pt x="8899284" y="802364"/>
                  </a:moveTo>
                  <a:lnTo>
                    <a:pt x="8684690" y="1016958"/>
                  </a:lnTo>
                  <a:lnTo>
                    <a:pt x="8327933" y="1016958"/>
                  </a:lnTo>
                  <a:lnTo>
                    <a:pt x="8275531" y="1069521"/>
                  </a:lnTo>
                  <a:lnTo>
                    <a:pt x="8390988" y="1069521"/>
                  </a:lnTo>
                  <a:lnTo>
                    <a:pt x="8404395" y="1064037"/>
                  </a:lnTo>
                  <a:lnTo>
                    <a:pt x="8417801" y="1069521"/>
                  </a:lnTo>
                  <a:lnTo>
                    <a:pt x="8640894" y="1069521"/>
                  </a:lnTo>
                  <a:lnTo>
                    <a:pt x="8908619" y="802364"/>
                  </a:lnTo>
                  <a:close/>
                  <a:moveTo>
                    <a:pt x="8386875" y="802364"/>
                  </a:moveTo>
                  <a:lnTo>
                    <a:pt x="8386875" y="957833"/>
                  </a:lnTo>
                  <a:lnTo>
                    <a:pt x="8360679" y="984111"/>
                  </a:lnTo>
                  <a:lnTo>
                    <a:pt x="8671551" y="984111"/>
                  </a:lnTo>
                  <a:lnTo>
                    <a:pt x="8853298" y="802364"/>
                  </a:lnTo>
                  <a:close/>
                  <a:moveTo>
                    <a:pt x="8257677" y="802364"/>
                  </a:moveTo>
                  <a:lnTo>
                    <a:pt x="8257677" y="984111"/>
                  </a:lnTo>
                  <a:lnTo>
                    <a:pt x="8314492" y="984111"/>
                  </a:lnTo>
                  <a:lnTo>
                    <a:pt x="8354029" y="944694"/>
                  </a:lnTo>
                  <a:lnTo>
                    <a:pt x="8353314" y="802364"/>
                  </a:lnTo>
                  <a:close/>
                  <a:moveTo>
                    <a:pt x="8031496" y="802364"/>
                  </a:moveTo>
                  <a:lnTo>
                    <a:pt x="7763183" y="1069521"/>
                  </a:lnTo>
                  <a:lnTo>
                    <a:pt x="7865695" y="1069521"/>
                  </a:lnTo>
                  <a:lnTo>
                    <a:pt x="7951105" y="984111"/>
                  </a:lnTo>
                  <a:lnTo>
                    <a:pt x="8211691" y="984111"/>
                  </a:lnTo>
                  <a:lnTo>
                    <a:pt x="8211691" y="802364"/>
                  </a:lnTo>
                  <a:close/>
                  <a:moveTo>
                    <a:pt x="7837073" y="802364"/>
                  </a:moveTo>
                  <a:lnTo>
                    <a:pt x="7658496" y="979172"/>
                  </a:lnTo>
                  <a:lnTo>
                    <a:pt x="7659860" y="979730"/>
                  </a:lnTo>
                  <a:cubicBezTo>
                    <a:pt x="7672999" y="992867"/>
                    <a:pt x="7672999" y="1014766"/>
                    <a:pt x="7659860" y="1027905"/>
                  </a:cubicBezTo>
                  <a:cubicBezTo>
                    <a:pt x="7646721" y="1041044"/>
                    <a:pt x="7624823" y="1041044"/>
                    <a:pt x="7611684" y="1027905"/>
                  </a:cubicBezTo>
                  <a:cubicBezTo>
                    <a:pt x="7605115" y="1021335"/>
                    <a:pt x="7601830" y="1012576"/>
                    <a:pt x="7601831" y="1003817"/>
                  </a:cubicBezTo>
                  <a:lnTo>
                    <a:pt x="7605614" y="994569"/>
                  </a:lnTo>
                  <a:lnTo>
                    <a:pt x="7287592" y="1312590"/>
                  </a:lnTo>
                  <a:lnTo>
                    <a:pt x="7044524" y="1312590"/>
                  </a:lnTo>
                  <a:lnTo>
                    <a:pt x="7000623" y="1356685"/>
                  </a:lnTo>
                  <a:lnTo>
                    <a:pt x="7130471" y="1487387"/>
                  </a:lnTo>
                  <a:lnTo>
                    <a:pt x="7139566" y="1491107"/>
                  </a:lnTo>
                  <a:lnTo>
                    <a:pt x="7482485" y="1146158"/>
                  </a:lnTo>
                  <a:lnTo>
                    <a:pt x="7594173" y="1146158"/>
                  </a:lnTo>
                  <a:lnTo>
                    <a:pt x="7670809" y="1069521"/>
                  </a:lnTo>
                  <a:lnTo>
                    <a:pt x="7738687" y="1069521"/>
                  </a:lnTo>
                  <a:lnTo>
                    <a:pt x="8005844" y="802364"/>
                  </a:lnTo>
                  <a:close/>
                  <a:moveTo>
                    <a:pt x="7797820" y="802364"/>
                  </a:moveTo>
                  <a:lnTo>
                    <a:pt x="7626525" y="973658"/>
                  </a:lnTo>
                  <a:lnTo>
                    <a:pt x="7635772" y="969875"/>
                  </a:lnTo>
                  <a:lnTo>
                    <a:pt x="7642613" y="972673"/>
                  </a:lnTo>
                  <a:lnTo>
                    <a:pt x="7811268" y="802364"/>
                  </a:lnTo>
                  <a:close/>
                  <a:moveTo>
                    <a:pt x="5853275" y="758622"/>
                  </a:moveTo>
                  <a:lnTo>
                    <a:pt x="5853275" y="1014825"/>
                  </a:lnTo>
                  <a:lnTo>
                    <a:pt x="6072250" y="1233788"/>
                  </a:lnTo>
                  <a:lnTo>
                    <a:pt x="6072250" y="1196565"/>
                  </a:lnTo>
                  <a:lnTo>
                    <a:pt x="6181349" y="1086687"/>
                  </a:lnTo>
                  <a:close/>
                  <a:moveTo>
                    <a:pt x="6859268" y="731463"/>
                  </a:moveTo>
                  <a:lnTo>
                    <a:pt x="6812194" y="778535"/>
                  </a:lnTo>
                  <a:lnTo>
                    <a:pt x="6813978" y="781166"/>
                  </a:lnTo>
                  <a:cubicBezTo>
                    <a:pt x="6817195" y="788866"/>
                    <a:pt x="6818973" y="797488"/>
                    <a:pt x="6818973" y="806794"/>
                  </a:cubicBezTo>
                  <a:cubicBezTo>
                    <a:pt x="6818973" y="844021"/>
                    <a:pt x="6790506" y="872488"/>
                    <a:pt x="6755469" y="872488"/>
                  </a:cubicBezTo>
                  <a:lnTo>
                    <a:pt x="6729601" y="861131"/>
                  </a:lnTo>
                  <a:lnTo>
                    <a:pt x="6689775" y="900956"/>
                  </a:lnTo>
                  <a:lnTo>
                    <a:pt x="6689775" y="1138690"/>
                  </a:lnTo>
                  <a:lnTo>
                    <a:pt x="6704009" y="1144279"/>
                  </a:lnTo>
                  <a:lnTo>
                    <a:pt x="6705532" y="1147961"/>
                  </a:lnTo>
                  <a:lnTo>
                    <a:pt x="6921894" y="931618"/>
                  </a:lnTo>
                  <a:lnTo>
                    <a:pt x="6921894" y="798889"/>
                  </a:lnTo>
                  <a:lnTo>
                    <a:pt x="6892332" y="811121"/>
                  </a:lnTo>
                  <a:cubicBezTo>
                    <a:pt x="6880836" y="811121"/>
                    <a:pt x="6869339" y="806742"/>
                    <a:pt x="6860580" y="797982"/>
                  </a:cubicBezTo>
                  <a:cubicBezTo>
                    <a:pt x="6843061" y="780464"/>
                    <a:pt x="6843061" y="751997"/>
                    <a:pt x="6860580" y="734478"/>
                  </a:cubicBezTo>
                  <a:lnTo>
                    <a:pt x="6863493" y="733272"/>
                  </a:lnTo>
                  <a:close/>
                  <a:moveTo>
                    <a:pt x="4241584" y="719287"/>
                  </a:moveTo>
                  <a:lnTo>
                    <a:pt x="4241584" y="833053"/>
                  </a:lnTo>
                  <a:lnTo>
                    <a:pt x="4337940" y="833053"/>
                  </a:lnTo>
                  <a:lnTo>
                    <a:pt x="4346786" y="841817"/>
                  </a:lnTo>
                  <a:lnTo>
                    <a:pt x="4363731" y="841817"/>
                  </a:lnTo>
                  <a:close/>
                  <a:moveTo>
                    <a:pt x="5811673" y="717017"/>
                  </a:moveTo>
                  <a:lnTo>
                    <a:pt x="5811673" y="1095829"/>
                  </a:lnTo>
                  <a:lnTo>
                    <a:pt x="5970765" y="1254424"/>
                  </a:lnTo>
                  <a:lnTo>
                    <a:pt x="5981376" y="1258972"/>
                  </a:lnTo>
                  <a:lnTo>
                    <a:pt x="5985887" y="1269496"/>
                  </a:lnTo>
                  <a:lnTo>
                    <a:pt x="6072250" y="1355589"/>
                  </a:lnTo>
                  <a:lnTo>
                    <a:pt x="6072250" y="1281963"/>
                  </a:lnTo>
                  <a:lnTo>
                    <a:pt x="5818240" y="1027964"/>
                  </a:lnTo>
                  <a:lnTo>
                    <a:pt x="5818240" y="723586"/>
                  </a:lnTo>
                  <a:close/>
                  <a:moveTo>
                    <a:pt x="4241584" y="579036"/>
                  </a:moveTo>
                  <a:lnTo>
                    <a:pt x="4241584" y="688533"/>
                  </a:lnTo>
                  <a:lnTo>
                    <a:pt x="4394876" y="841817"/>
                  </a:lnTo>
                  <a:lnTo>
                    <a:pt x="4657659" y="841817"/>
                  </a:lnTo>
                  <a:lnTo>
                    <a:pt x="4672982" y="857145"/>
                  </a:lnTo>
                  <a:lnTo>
                    <a:pt x="4672982" y="697286"/>
                  </a:lnTo>
                  <a:lnTo>
                    <a:pt x="4554736" y="579036"/>
                  </a:lnTo>
                  <a:close/>
                  <a:moveTo>
                    <a:pt x="2772896" y="579035"/>
                  </a:moveTo>
                  <a:lnTo>
                    <a:pt x="3037260" y="841817"/>
                  </a:lnTo>
                  <a:lnTo>
                    <a:pt x="3126989" y="841817"/>
                  </a:lnTo>
                  <a:lnTo>
                    <a:pt x="2887645" y="604404"/>
                  </a:lnTo>
                  <a:lnTo>
                    <a:pt x="2877398" y="608595"/>
                  </a:lnTo>
                  <a:cubicBezTo>
                    <a:pt x="2868637" y="608595"/>
                    <a:pt x="2859880" y="605310"/>
                    <a:pt x="2853311" y="598741"/>
                  </a:cubicBezTo>
                  <a:lnTo>
                    <a:pt x="2845251" y="579035"/>
                  </a:lnTo>
                  <a:close/>
                  <a:moveTo>
                    <a:pt x="2713163" y="579035"/>
                  </a:moveTo>
                  <a:lnTo>
                    <a:pt x="3149498" y="1015369"/>
                  </a:lnTo>
                  <a:lnTo>
                    <a:pt x="3164261" y="1009330"/>
                  </a:lnTo>
                  <a:cubicBezTo>
                    <a:pt x="3173023" y="1009330"/>
                    <a:pt x="3181780" y="1012615"/>
                    <a:pt x="3188351" y="1019185"/>
                  </a:cubicBezTo>
                  <a:cubicBezTo>
                    <a:pt x="3201489" y="1032323"/>
                    <a:pt x="3201489" y="1054219"/>
                    <a:pt x="3188351" y="1067358"/>
                  </a:cubicBezTo>
                  <a:lnTo>
                    <a:pt x="3173024" y="1073630"/>
                  </a:lnTo>
                  <a:lnTo>
                    <a:pt x="3173024" y="1358604"/>
                  </a:lnTo>
                  <a:lnTo>
                    <a:pt x="3341638" y="1527218"/>
                  </a:lnTo>
                  <a:lnTo>
                    <a:pt x="3707321" y="1527218"/>
                  </a:lnTo>
                  <a:lnTo>
                    <a:pt x="3869647" y="1689547"/>
                  </a:lnTo>
                  <a:lnTo>
                    <a:pt x="3889071" y="1681601"/>
                  </a:lnTo>
                  <a:cubicBezTo>
                    <a:pt x="3897831" y="1681601"/>
                    <a:pt x="3906589" y="1684885"/>
                    <a:pt x="3913161" y="1691453"/>
                  </a:cubicBezTo>
                  <a:cubicBezTo>
                    <a:pt x="3926298" y="1704594"/>
                    <a:pt x="3926298" y="1726490"/>
                    <a:pt x="3913161" y="1739631"/>
                  </a:cubicBezTo>
                  <a:cubicBezTo>
                    <a:pt x="3900019" y="1752769"/>
                    <a:pt x="3878124" y="1752769"/>
                    <a:pt x="3864986" y="1739631"/>
                  </a:cubicBezTo>
                  <a:cubicBezTo>
                    <a:pt x="3858418" y="1733061"/>
                    <a:pt x="3855131" y="1724301"/>
                    <a:pt x="3855131" y="1715543"/>
                  </a:cubicBezTo>
                  <a:lnTo>
                    <a:pt x="3859986" y="1703679"/>
                  </a:lnTo>
                  <a:lnTo>
                    <a:pt x="3700752" y="1542548"/>
                  </a:lnTo>
                  <a:lnTo>
                    <a:pt x="3335068" y="1544738"/>
                  </a:lnTo>
                  <a:lnTo>
                    <a:pt x="3173024" y="1381929"/>
                  </a:lnTo>
                  <a:lnTo>
                    <a:pt x="3173024" y="1500943"/>
                  </a:lnTo>
                  <a:lnTo>
                    <a:pt x="3453316" y="1781238"/>
                  </a:lnTo>
                  <a:lnTo>
                    <a:pt x="3805872" y="1781238"/>
                  </a:lnTo>
                  <a:lnTo>
                    <a:pt x="3949146" y="1925765"/>
                  </a:lnTo>
                  <a:lnTo>
                    <a:pt x="4209664" y="1925765"/>
                  </a:lnTo>
                  <a:lnTo>
                    <a:pt x="4217498" y="1906056"/>
                  </a:lnTo>
                  <a:cubicBezTo>
                    <a:pt x="4225707" y="1897843"/>
                    <a:pt x="4237206" y="1892917"/>
                    <a:pt x="4250344" y="1892917"/>
                  </a:cubicBezTo>
                  <a:lnTo>
                    <a:pt x="4274436" y="1902553"/>
                  </a:lnTo>
                  <a:lnTo>
                    <a:pt x="4274436" y="1676126"/>
                  </a:lnTo>
                  <a:lnTo>
                    <a:pt x="3919839" y="1321485"/>
                  </a:lnTo>
                  <a:lnTo>
                    <a:pt x="3898929" y="1330137"/>
                  </a:lnTo>
                  <a:cubicBezTo>
                    <a:pt x="3887433" y="1330137"/>
                    <a:pt x="3875940" y="1325760"/>
                    <a:pt x="3867181" y="1316999"/>
                  </a:cubicBezTo>
                  <a:cubicBezTo>
                    <a:pt x="3858422" y="1308238"/>
                    <a:pt x="3854044" y="1296742"/>
                    <a:pt x="3854044" y="1285246"/>
                  </a:cubicBezTo>
                  <a:lnTo>
                    <a:pt x="3864616" y="1259691"/>
                  </a:lnTo>
                  <a:lnTo>
                    <a:pt x="3792165" y="1187234"/>
                  </a:lnTo>
                  <a:lnTo>
                    <a:pt x="3777398" y="1193272"/>
                  </a:lnTo>
                  <a:cubicBezTo>
                    <a:pt x="3768637" y="1193272"/>
                    <a:pt x="3759878" y="1189989"/>
                    <a:pt x="3753308" y="1183418"/>
                  </a:cubicBezTo>
                  <a:lnTo>
                    <a:pt x="3750620" y="1176852"/>
                  </a:lnTo>
                  <a:lnTo>
                    <a:pt x="3523395" y="1176852"/>
                  </a:lnTo>
                  <a:lnTo>
                    <a:pt x="3212444" y="865906"/>
                  </a:lnTo>
                  <a:lnTo>
                    <a:pt x="3028500" y="865906"/>
                  </a:lnTo>
                  <a:lnTo>
                    <a:pt x="2741632" y="579035"/>
                  </a:lnTo>
                  <a:close/>
                  <a:moveTo>
                    <a:pt x="2537972" y="579035"/>
                  </a:moveTo>
                  <a:lnTo>
                    <a:pt x="3049647" y="1090701"/>
                  </a:lnTo>
                  <a:lnTo>
                    <a:pt x="3069008" y="1082688"/>
                  </a:lnTo>
                  <a:cubicBezTo>
                    <a:pt x="3080503" y="1082688"/>
                    <a:pt x="3092001" y="1087068"/>
                    <a:pt x="3100760" y="1095828"/>
                  </a:cubicBezTo>
                  <a:cubicBezTo>
                    <a:pt x="3118280" y="1113346"/>
                    <a:pt x="3118280" y="1141814"/>
                    <a:pt x="3100760" y="1159332"/>
                  </a:cubicBezTo>
                  <a:lnTo>
                    <a:pt x="3081054" y="1167486"/>
                  </a:lnTo>
                  <a:lnTo>
                    <a:pt x="3081054" y="1266638"/>
                  </a:lnTo>
                  <a:lnTo>
                    <a:pt x="3155505" y="1341086"/>
                  </a:lnTo>
                  <a:lnTo>
                    <a:pt x="3155505" y="1073632"/>
                  </a:lnTo>
                  <a:lnTo>
                    <a:pt x="3140172" y="1067358"/>
                  </a:lnTo>
                  <a:cubicBezTo>
                    <a:pt x="3133602" y="1060790"/>
                    <a:pt x="3130319" y="1052031"/>
                    <a:pt x="3130319" y="1043272"/>
                  </a:cubicBezTo>
                  <a:lnTo>
                    <a:pt x="3136994" y="1026954"/>
                  </a:lnTo>
                  <a:lnTo>
                    <a:pt x="2689075" y="579035"/>
                  </a:lnTo>
                  <a:close/>
                  <a:moveTo>
                    <a:pt x="2904520" y="557977"/>
                  </a:moveTo>
                  <a:lnTo>
                    <a:pt x="2911341" y="574654"/>
                  </a:lnTo>
                  <a:lnTo>
                    <a:pt x="2902758" y="595632"/>
                  </a:lnTo>
                  <a:lnTo>
                    <a:pt x="3140178" y="833053"/>
                  </a:lnTo>
                  <a:lnTo>
                    <a:pt x="3179595" y="833053"/>
                  </a:lnTo>
                  <a:close/>
                  <a:moveTo>
                    <a:pt x="2664602" y="530476"/>
                  </a:moveTo>
                  <a:lnTo>
                    <a:pt x="2695642" y="561516"/>
                  </a:lnTo>
                  <a:lnTo>
                    <a:pt x="2724114" y="561516"/>
                  </a:lnTo>
                  <a:lnTo>
                    <a:pt x="2694581" y="531984"/>
                  </a:lnTo>
                  <a:lnTo>
                    <a:pt x="2681413" y="537432"/>
                  </a:lnTo>
                  <a:close/>
                  <a:moveTo>
                    <a:pt x="9407788" y="517227"/>
                  </a:moveTo>
                  <a:lnTo>
                    <a:pt x="9337887" y="517587"/>
                  </a:lnTo>
                  <a:lnTo>
                    <a:pt x="9330683" y="535196"/>
                  </a:lnTo>
                  <a:cubicBezTo>
                    <a:pt x="9324113" y="541766"/>
                    <a:pt x="9315354" y="545051"/>
                    <a:pt x="9306595" y="545051"/>
                  </a:cubicBezTo>
                  <a:lnTo>
                    <a:pt x="9296496" y="540919"/>
                  </a:lnTo>
                  <a:lnTo>
                    <a:pt x="9056950" y="780465"/>
                  </a:lnTo>
                  <a:lnTo>
                    <a:pt x="9144550" y="780465"/>
                  </a:lnTo>
                  <a:close/>
                  <a:moveTo>
                    <a:pt x="9471613" y="516897"/>
                  </a:moveTo>
                  <a:lnTo>
                    <a:pt x="9440807" y="517057"/>
                  </a:lnTo>
                  <a:lnTo>
                    <a:pt x="9155500" y="802364"/>
                  </a:lnTo>
                  <a:lnTo>
                    <a:pt x="8973746" y="802364"/>
                  </a:lnTo>
                  <a:lnTo>
                    <a:pt x="8660603" y="1115507"/>
                  </a:lnTo>
                  <a:lnTo>
                    <a:pt x="8431166" y="1115507"/>
                  </a:lnTo>
                  <a:lnTo>
                    <a:pt x="8428483" y="1122066"/>
                  </a:lnTo>
                  <a:cubicBezTo>
                    <a:pt x="8421913" y="1128636"/>
                    <a:pt x="8413154" y="1131920"/>
                    <a:pt x="8404395" y="1131920"/>
                  </a:cubicBezTo>
                  <a:lnTo>
                    <a:pt x="8389633" y="1125881"/>
                  </a:lnTo>
                  <a:lnTo>
                    <a:pt x="8317176" y="1198338"/>
                  </a:lnTo>
                  <a:lnTo>
                    <a:pt x="8327752" y="1223899"/>
                  </a:lnTo>
                  <a:cubicBezTo>
                    <a:pt x="8327752" y="1235396"/>
                    <a:pt x="8323372" y="1246891"/>
                    <a:pt x="8314613" y="1255650"/>
                  </a:cubicBezTo>
                  <a:cubicBezTo>
                    <a:pt x="8305854" y="1264411"/>
                    <a:pt x="8294357" y="1268791"/>
                    <a:pt x="8282861" y="1268791"/>
                  </a:cubicBezTo>
                  <a:lnTo>
                    <a:pt x="8261952" y="1260138"/>
                  </a:lnTo>
                  <a:lnTo>
                    <a:pt x="7907308" y="1614783"/>
                  </a:lnTo>
                  <a:lnTo>
                    <a:pt x="7907308" y="1903385"/>
                  </a:lnTo>
                  <a:lnTo>
                    <a:pt x="7933585" y="1892873"/>
                  </a:lnTo>
                  <a:cubicBezTo>
                    <a:pt x="7946724" y="1892873"/>
                    <a:pt x="7958220" y="1897800"/>
                    <a:pt x="7966432" y="1906012"/>
                  </a:cubicBezTo>
                  <a:lnTo>
                    <a:pt x="7974317" y="1925723"/>
                  </a:lnTo>
                  <a:lnTo>
                    <a:pt x="8172289" y="1925723"/>
                  </a:lnTo>
                  <a:lnTo>
                    <a:pt x="8378117" y="1719893"/>
                  </a:lnTo>
                  <a:lnTo>
                    <a:pt x="8478336" y="1719893"/>
                  </a:lnTo>
                  <a:lnTo>
                    <a:pt x="8481037" y="1718789"/>
                  </a:lnTo>
                  <a:lnTo>
                    <a:pt x="8483738" y="1719893"/>
                  </a:lnTo>
                  <a:lnTo>
                    <a:pt x="8729466" y="1719893"/>
                  </a:lnTo>
                  <a:lnTo>
                    <a:pt x="9010971" y="1437401"/>
                  </a:lnTo>
                  <a:lnTo>
                    <a:pt x="9010971" y="1317733"/>
                  </a:lnTo>
                  <a:lnTo>
                    <a:pt x="8846736" y="1481197"/>
                  </a:lnTo>
                  <a:lnTo>
                    <a:pt x="8483228" y="1481197"/>
                  </a:lnTo>
                  <a:lnTo>
                    <a:pt x="8323443" y="1640982"/>
                  </a:lnTo>
                  <a:lnTo>
                    <a:pt x="8328846" y="1654190"/>
                  </a:lnTo>
                  <a:cubicBezTo>
                    <a:pt x="8328846" y="1662950"/>
                    <a:pt x="8325562" y="1671709"/>
                    <a:pt x="8318992" y="1678278"/>
                  </a:cubicBezTo>
                  <a:cubicBezTo>
                    <a:pt x="8305853" y="1691416"/>
                    <a:pt x="8283956" y="1691416"/>
                    <a:pt x="8270817" y="1678278"/>
                  </a:cubicBezTo>
                  <a:cubicBezTo>
                    <a:pt x="8257677" y="1665139"/>
                    <a:pt x="8257677" y="1643240"/>
                    <a:pt x="8270817" y="1630103"/>
                  </a:cubicBezTo>
                  <a:cubicBezTo>
                    <a:pt x="8277386" y="1623533"/>
                    <a:pt x="8286145" y="1620248"/>
                    <a:pt x="8294905" y="1620248"/>
                  </a:cubicBezTo>
                  <a:lnTo>
                    <a:pt x="8312777" y="1627560"/>
                  </a:lnTo>
                  <a:lnTo>
                    <a:pt x="8476657" y="1463679"/>
                  </a:lnTo>
                  <a:lnTo>
                    <a:pt x="8840166" y="1463679"/>
                  </a:lnTo>
                  <a:lnTo>
                    <a:pt x="9010971" y="1292874"/>
                  </a:lnTo>
                  <a:lnTo>
                    <a:pt x="9010971" y="1012275"/>
                  </a:lnTo>
                  <a:lnTo>
                    <a:pt x="8995644" y="1006004"/>
                  </a:lnTo>
                  <a:cubicBezTo>
                    <a:pt x="8982504" y="992865"/>
                    <a:pt x="8982504" y="970968"/>
                    <a:pt x="8995644" y="957829"/>
                  </a:cubicBezTo>
                  <a:cubicBezTo>
                    <a:pt x="9002213" y="951259"/>
                    <a:pt x="9010972" y="947974"/>
                    <a:pt x="9019731" y="947974"/>
                  </a:cubicBezTo>
                  <a:lnTo>
                    <a:pt x="9034497" y="954015"/>
                  </a:lnTo>
                  <a:close/>
                  <a:moveTo>
                    <a:pt x="9645512" y="516002"/>
                  </a:moveTo>
                  <a:lnTo>
                    <a:pt x="9494870" y="516779"/>
                  </a:lnTo>
                  <a:lnTo>
                    <a:pt x="9046378" y="964085"/>
                  </a:lnTo>
                  <a:lnTo>
                    <a:pt x="9053672" y="981917"/>
                  </a:lnTo>
                  <a:cubicBezTo>
                    <a:pt x="9053672" y="990676"/>
                    <a:pt x="9050388" y="999435"/>
                    <a:pt x="9043818" y="1006004"/>
                  </a:cubicBezTo>
                  <a:lnTo>
                    <a:pt x="9026300" y="1013171"/>
                  </a:lnTo>
                  <a:lnTo>
                    <a:pt x="9026300" y="1277546"/>
                  </a:lnTo>
                  <a:lnTo>
                    <a:pt x="9100754" y="1203092"/>
                  </a:lnTo>
                  <a:lnTo>
                    <a:pt x="9100754" y="1106529"/>
                  </a:lnTo>
                  <a:lnTo>
                    <a:pt x="9078855" y="1097982"/>
                  </a:lnTo>
                  <a:cubicBezTo>
                    <a:pt x="9061336" y="1080465"/>
                    <a:pt x="9061336" y="1051997"/>
                    <a:pt x="9078855" y="1034478"/>
                  </a:cubicBezTo>
                  <a:cubicBezTo>
                    <a:pt x="9087615" y="1025719"/>
                    <a:pt x="9099112" y="1021339"/>
                    <a:pt x="9110608" y="1021339"/>
                  </a:cubicBezTo>
                  <a:lnTo>
                    <a:pt x="9131522" y="1029993"/>
                  </a:lnTo>
                  <a:close/>
                  <a:moveTo>
                    <a:pt x="4690499" y="500207"/>
                  </a:moveTo>
                  <a:lnTo>
                    <a:pt x="4690499" y="691840"/>
                  </a:lnTo>
                  <a:lnTo>
                    <a:pt x="4791929" y="794147"/>
                  </a:lnTo>
                  <a:lnTo>
                    <a:pt x="4806559" y="788161"/>
                  </a:lnTo>
                  <a:cubicBezTo>
                    <a:pt x="4815311" y="788161"/>
                    <a:pt x="4824084" y="791445"/>
                    <a:pt x="4830643" y="798014"/>
                  </a:cubicBezTo>
                  <a:cubicBezTo>
                    <a:pt x="4843783" y="811153"/>
                    <a:pt x="4843783" y="833052"/>
                    <a:pt x="4830643" y="846190"/>
                  </a:cubicBezTo>
                  <a:cubicBezTo>
                    <a:pt x="4817500" y="859329"/>
                    <a:pt x="4795614" y="859329"/>
                    <a:pt x="4782472" y="846190"/>
                  </a:cubicBezTo>
                  <a:cubicBezTo>
                    <a:pt x="4775901" y="839621"/>
                    <a:pt x="4772616" y="830861"/>
                    <a:pt x="4772616" y="822102"/>
                  </a:cubicBezTo>
                  <a:lnTo>
                    <a:pt x="4779930" y="804233"/>
                  </a:lnTo>
                  <a:lnTo>
                    <a:pt x="4690499" y="714805"/>
                  </a:lnTo>
                  <a:lnTo>
                    <a:pt x="4690499" y="874665"/>
                  </a:lnTo>
                  <a:lnTo>
                    <a:pt x="4930922" y="1115075"/>
                  </a:lnTo>
                  <a:lnTo>
                    <a:pt x="4940969" y="1111157"/>
                  </a:lnTo>
                  <a:cubicBezTo>
                    <a:pt x="4952739" y="1111157"/>
                    <a:pt x="4964239" y="1115539"/>
                    <a:pt x="4973001" y="1124294"/>
                  </a:cubicBezTo>
                  <a:cubicBezTo>
                    <a:pt x="4990516" y="1141816"/>
                    <a:pt x="4990516" y="1170281"/>
                    <a:pt x="4973001" y="1187800"/>
                  </a:cubicBezTo>
                  <a:lnTo>
                    <a:pt x="4959050" y="1193573"/>
                  </a:lnTo>
                  <a:lnTo>
                    <a:pt x="5029930" y="1264447"/>
                  </a:lnTo>
                  <a:lnTo>
                    <a:pt x="5029930" y="1194374"/>
                  </a:lnTo>
                  <a:lnTo>
                    <a:pt x="5167876" y="1056420"/>
                  </a:lnTo>
                  <a:lnTo>
                    <a:pt x="5167876" y="719189"/>
                  </a:lnTo>
                  <a:lnTo>
                    <a:pt x="4948905" y="500207"/>
                  </a:lnTo>
                  <a:close/>
                  <a:moveTo>
                    <a:pt x="2634331" y="500206"/>
                  </a:moveTo>
                  <a:lnTo>
                    <a:pt x="2643475" y="509352"/>
                  </a:lnTo>
                  <a:lnTo>
                    <a:pt x="2639691" y="500206"/>
                  </a:lnTo>
                  <a:close/>
                  <a:moveTo>
                    <a:pt x="2459140" y="500206"/>
                  </a:moveTo>
                  <a:lnTo>
                    <a:pt x="2520452" y="561516"/>
                  </a:lnTo>
                  <a:lnTo>
                    <a:pt x="2671554" y="561516"/>
                  </a:lnTo>
                  <a:lnTo>
                    <a:pt x="2610243" y="500206"/>
                  </a:lnTo>
                  <a:close/>
                  <a:moveTo>
                    <a:pt x="2384028" y="500206"/>
                  </a:moveTo>
                  <a:lnTo>
                    <a:pt x="2446002" y="561516"/>
                  </a:lnTo>
                  <a:lnTo>
                    <a:pt x="2487605" y="561516"/>
                  </a:lnTo>
                  <a:lnTo>
                    <a:pt x="2426294" y="500206"/>
                  </a:lnTo>
                  <a:close/>
                  <a:moveTo>
                    <a:pt x="9277952" y="498157"/>
                  </a:moveTo>
                  <a:lnTo>
                    <a:pt x="9006600" y="769509"/>
                  </a:lnTo>
                  <a:lnTo>
                    <a:pt x="9043817" y="769509"/>
                  </a:lnTo>
                  <a:lnTo>
                    <a:pt x="9281236" y="532090"/>
                  </a:lnTo>
                  <a:lnTo>
                    <a:pt x="9272653" y="511109"/>
                  </a:lnTo>
                  <a:close/>
                  <a:moveTo>
                    <a:pt x="7180292" y="491409"/>
                  </a:moveTo>
                  <a:lnTo>
                    <a:pt x="6943792" y="727910"/>
                  </a:lnTo>
                  <a:lnTo>
                    <a:pt x="6943792" y="909721"/>
                  </a:lnTo>
                  <a:lnTo>
                    <a:pt x="7155579" y="697933"/>
                  </a:lnTo>
                  <a:lnTo>
                    <a:pt x="7147445" y="677596"/>
                  </a:lnTo>
                  <a:cubicBezTo>
                    <a:pt x="7147445" y="664457"/>
                    <a:pt x="7152372" y="652961"/>
                    <a:pt x="7160584" y="644749"/>
                  </a:cubicBezTo>
                  <a:lnTo>
                    <a:pt x="7180292" y="636866"/>
                  </a:lnTo>
                  <a:close/>
                  <a:moveTo>
                    <a:pt x="9520930" y="467581"/>
                  </a:moveTo>
                  <a:lnTo>
                    <a:pt x="9500393" y="476079"/>
                  </a:lnTo>
                  <a:lnTo>
                    <a:pt x="9487231" y="470632"/>
                  </a:lnTo>
                  <a:lnTo>
                    <a:pt x="9457701" y="500162"/>
                  </a:lnTo>
                  <a:lnTo>
                    <a:pt x="9488349" y="500162"/>
                  </a:lnTo>
                  <a:close/>
                  <a:moveTo>
                    <a:pt x="9755506" y="438856"/>
                  </a:moveTo>
                  <a:lnTo>
                    <a:pt x="9694199" y="500162"/>
                  </a:lnTo>
                  <a:lnTo>
                    <a:pt x="9737988" y="500162"/>
                  </a:lnTo>
                  <a:lnTo>
                    <a:pt x="9799295" y="438856"/>
                  </a:lnTo>
                  <a:close/>
                  <a:moveTo>
                    <a:pt x="9573000" y="438856"/>
                  </a:moveTo>
                  <a:lnTo>
                    <a:pt x="9511531" y="500162"/>
                  </a:lnTo>
                  <a:lnTo>
                    <a:pt x="9661352" y="500162"/>
                  </a:lnTo>
                  <a:lnTo>
                    <a:pt x="9722659" y="438856"/>
                  </a:lnTo>
                  <a:close/>
                  <a:moveTo>
                    <a:pt x="9542112" y="438856"/>
                  </a:moveTo>
                  <a:lnTo>
                    <a:pt x="9536788" y="451723"/>
                  </a:lnTo>
                  <a:lnTo>
                    <a:pt x="9549656" y="438856"/>
                  </a:lnTo>
                  <a:close/>
                  <a:moveTo>
                    <a:pt x="4024839" y="399470"/>
                  </a:moveTo>
                  <a:lnTo>
                    <a:pt x="4024839" y="712614"/>
                  </a:lnTo>
                  <a:lnTo>
                    <a:pt x="4145280" y="833053"/>
                  </a:lnTo>
                  <a:lnTo>
                    <a:pt x="4217498" y="833053"/>
                  </a:lnTo>
                  <a:lnTo>
                    <a:pt x="4217498" y="695122"/>
                  </a:lnTo>
                  <a:lnTo>
                    <a:pt x="4210979" y="688532"/>
                  </a:lnTo>
                  <a:lnTo>
                    <a:pt x="4210979" y="603321"/>
                  </a:lnTo>
                  <a:lnTo>
                    <a:pt x="4208789" y="604216"/>
                  </a:lnTo>
                  <a:cubicBezTo>
                    <a:pt x="4200031" y="604216"/>
                    <a:pt x="4191270" y="600932"/>
                    <a:pt x="4184702" y="594361"/>
                  </a:cubicBezTo>
                  <a:cubicBezTo>
                    <a:pt x="4178130" y="587792"/>
                    <a:pt x="4174846" y="579033"/>
                    <a:pt x="4174846" y="570274"/>
                  </a:cubicBezTo>
                  <a:lnTo>
                    <a:pt x="4180885" y="555512"/>
                  </a:lnTo>
                  <a:close/>
                  <a:moveTo>
                    <a:pt x="2288505" y="362414"/>
                  </a:moveTo>
                  <a:lnTo>
                    <a:pt x="2293808" y="375380"/>
                  </a:lnTo>
                  <a:cubicBezTo>
                    <a:pt x="2293808" y="384139"/>
                    <a:pt x="2290523" y="392898"/>
                    <a:pt x="2283956" y="399468"/>
                  </a:cubicBezTo>
                  <a:lnTo>
                    <a:pt x="2282707" y="399977"/>
                  </a:lnTo>
                  <a:lnTo>
                    <a:pt x="2361890" y="478309"/>
                  </a:lnTo>
                  <a:lnTo>
                    <a:pt x="2404399" y="478309"/>
                  </a:lnTo>
                  <a:close/>
                  <a:moveTo>
                    <a:pt x="8159137" y="335926"/>
                  </a:moveTo>
                  <a:lnTo>
                    <a:pt x="8002459" y="492604"/>
                  </a:lnTo>
                  <a:lnTo>
                    <a:pt x="8009134" y="508919"/>
                  </a:lnTo>
                  <a:cubicBezTo>
                    <a:pt x="8009134" y="517678"/>
                    <a:pt x="8005849" y="526438"/>
                    <a:pt x="7999280" y="533007"/>
                  </a:cubicBezTo>
                  <a:cubicBezTo>
                    <a:pt x="7992711" y="539576"/>
                    <a:pt x="7983952" y="542860"/>
                    <a:pt x="7975192" y="542860"/>
                  </a:cubicBezTo>
                  <a:lnTo>
                    <a:pt x="7973003" y="541965"/>
                  </a:lnTo>
                  <a:lnTo>
                    <a:pt x="7973003" y="627180"/>
                  </a:lnTo>
                  <a:lnTo>
                    <a:pt x="7819719" y="780465"/>
                  </a:lnTo>
                  <a:lnTo>
                    <a:pt x="7832954" y="780465"/>
                  </a:lnTo>
                  <a:lnTo>
                    <a:pt x="7843803" y="769509"/>
                  </a:lnTo>
                  <a:lnTo>
                    <a:pt x="8038699" y="769509"/>
                  </a:lnTo>
                  <a:lnTo>
                    <a:pt x="8159137" y="649071"/>
                  </a:lnTo>
                  <a:close/>
                  <a:moveTo>
                    <a:pt x="9896993" y="297369"/>
                  </a:moveTo>
                  <a:lnTo>
                    <a:pt x="9779594" y="414767"/>
                  </a:lnTo>
                  <a:lnTo>
                    <a:pt x="9823382" y="414767"/>
                  </a:lnTo>
                  <a:lnTo>
                    <a:pt x="9900036" y="338113"/>
                  </a:lnTo>
                  <a:lnTo>
                    <a:pt x="9900033" y="338112"/>
                  </a:lnTo>
                  <a:cubicBezTo>
                    <a:pt x="9893465" y="331543"/>
                    <a:pt x="9890180" y="322782"/>
                    <a:pt x="9890180" y="314023"/>
                  </a:cubicBezTo>
                  <a:close/>
                  <a:moveTo>
                    <a:pt x="3060885" y="292171"/>
                  </a:moveTo>
                  <a:lnTo>
                    <a:pt x="3388247" y="621043"/>
                  </a:lnTo>
                  <a:lnTo>
                    <a:pt x="3387628" y="619550"/>
                  </a:lnTo>
                  <a:lnTo>
                    <a:pt x="3393049" y="606455"/>
                  </a:lnTo>
                  <a:lnTo>
                    <a:pt x="3077696" y="292171"/>
                  </a:lnTo>
                  <a:close/>
                  <a:moveTo>
                    <a:pt x="2759151" y="292171"/>
                  </a:moveTo>
                  <a:lnTo>
                    <a:pt x="3300033" y="833053"/>
                  </a:lnTo>
                  <a:lnTo>
                    <a:pt x="3797108" y="833053"/>
                  </a:lnTo>
                  <a:lnTo>
                    <a:pt x="3797108" y="585606"/>
                  </a:lnTo>
                  <a:lnTo>
                    <a:pt x="3503680" y="292171"/>
                  </a:lnTo>
                  <a:lnTo>
                    <a:pt x="3109518" y="292171"/>
                  </a:lnTo>
                  <a:lnTo>
                    <a:pt x="3403867" y="586515"/>
                  </a:lnTo>
                  <a:lnTo>
                    <a:pt x="3432518" y="574657"/>
                  </a:lnTo>
                  <a:cubicBezTo>
                    <a:pt x="3444015" y="574657"/>
                    <a:pt x="3455513" y="579037"/>
                    <a:pt x="3464271" y="587797"/>
                  </a:cubicBezTo>
                  <a:cubicBezTo>
                    <a:pt x="3481789" y="605316"/>
                    <a:pt x="3481789" y="633783"/>
                    <a:pt x="3464271" y="651301"/>
                  </a:cubicBezTo>
                  <a:lnTo>
                    <a:pt x="3459076" y="653451"/>
                  </a:lnTo>
                  <a:lnTo>
                    <a:pt x="3465358" y="668815"/>
                  </a:lnTo>
                  <a:cubicBezTo>
                    <a:pt x="3465358" y="677574"/>
                    <a:pt x="3462074" y="686333"/>
                    <a:pt x="3455506" y="692903"/>
                  </a:cubicBezTo>
                  <a:cubicBezTo>
                    <a:pt x="3442369" y="706042"/>
                    <a:pt x="3420472" y="706042"/>
                    <a:pt x="3407333" y="692903"/>
                  </a:cubicBezTo>
                  <a:cubicBezTo>
                    <a:pt x="3400766" y="686333"/>
                    <a:pt x="3397479" y="677574"/>
                    <a:pt x="3397479" y="668815"/>
                  </a:cubicBezTo>
                  <a:lnTo>
                    <a:pt x="3402247" y="657161"/>
                  </a:lnTo>
                  <a:lnTo>
                    <a:pt x="3037254" y="292171"/>
                  </a:lnTo>
                  <a:close/>
                  <a:moveTo>
                    <a:pt x="2700429" y="292171"/>
                  </a:moveTo>
                  <a:lnTo>
                    <a:pt x="3242463" y="833053"/>
                  </a:lnTo>
                  <a:lnTo>
                    <a:pt x="3251855" y="833053"/>
                  </a:lnTo>
                  <a:lnTo>
                    <a:pt x="2715352" y="296550"/>
                  </a:lnTo>
                  <a:lnTo>
                    <a:pt x="2715352" y="292171"/>
                  </a:lnTo>
                  <a:close/>
                  <a:moveTo>
                    <a:pt x="4241584" y="264220"/>
                  </a:moveTo>
                  <a:lnTo>
                    <a:pt x="4241584" y="561517"/>
                  </a:lnTo>
                  <a:lnTo>
                    <a:pt x="4561306" y="561517"/>
                  </a:lnTo>
                  <a:lnTo>
                    <a:pt x="4672982" y="674169"/>
                  </a:lnTo>
                  <a:lnTo>
                    <a:pt x="4672982" y="500207"/>
                  </a:lnTo>
                  <a:lnTo>
                    <a:pt x="4521279" y="500207"/>
                  </a:lnTo>
                  <a:lnTo>
                    <a:pt x="4513129" y="519913"/>
                  </a:lnTo>
                  <a:cubicBezTo>
                    <a:pt x="4495615" y="537432"/>
                    <a:pt x="4467148" y="537432"/>
                    <a:pt x="4449629" y="519913"/>
                  </a:cubicBezTo>
                  <a:cubicBezTo>
                    <a:pt x="4440868" y="511154"/>
                    <a:pt x="4436485" y="499658"/>
                    <a:pt x="4436485" y="488160"/>
                  </a:cubicBezTo>
                  <a:lnTo>
                    <a:pt x="4445118" y="467304"/>
                  </a:lnTo>
                  <a:close/>
                  <a:moveTo>
                    <a:pt x="5767879" y="233791"/>
                  </a:moveTo>
                  <a:lnTo>
                    <a:pt x="5760213" y="251675"/>
                  </a:lnTo>
                  <a:lnTo>
                    <a:pt x="5739412" y="260591"/>
                  </a:lnTo>
                  <a:lnTo>
                    <a:pt x="5739412" y="598762"/>
                  </a:lnTo>
                  <a:lnTo>
                    <a:pt x="5767879" y="627156"/>
                  </a:lnTo>
                  <a:close/>
                  <a:moveTo>
                    <a:pt x="9466452" y="230816"/>
                  </a:moveTo>
                  <a:lnTo>
                    <a:pt x="9466452" y="235196"/>
                  </a:lnTo>
                  <a:lnTo>
                    <a:pt x="8932138" y="769509"/>
                  </a:lnTo>
                  <a:lnTo>
                    <a:pt x="8941544" y="769509"/>
                  </a:lnTo>
                  <a:lnTo>
                    <a:pt x="9481383" y="230816"/>
                  </a:lnTo>
                  <a:close/>
                  <a:moveTo>
                    <a:pt x="9103977" y="230816"/>
                  </a:moveTo>
                  <a:lnTo>
                    <a:pt x="8790893" y="544962"/>
                  </a:lnTo>
                  <a:lnTo>
                    <a:pt x="8796049" y="557419"/>
                  </a:lnTo>
                  <a:lnTo>
                    <a:pt x="9122652" y="230816"/>
                  </a:lnTo>
                  <a:close/>
                  <a:moveTo>
                    <a:pt x="8680310" y="230816"/>
                  </a:moveTo>
                  <a:lnTo>
                    <a:pt x="8386875" y="522060"/>
                  </a:lnTo>
                  <a:lnTo>
                    <a:pt x="8386875" y="769509"/>
                  </a:lnTo>
                  <a:lnTo>
                    <a:pt x="8886152" y="769509"/>
                  </a:lnTo>
                  <a:lnTo>
                    <a:pt x="9424846" y="230816"/>
                  </a:lnTo>
                  <a:lnTo>
                    <a:pt x="9146740" y="230816"/>
                  </a:lnTo>
                  <a:lnTo>
                    <a:pt x="8780830" y="596726"/>
                  </a:lnTo>
                  <a:lnTo>
                    <a:pt x="8784325" y="605270"/>
                  </a:lnTo>
                  <a:cubicBezTo>
                    <a:pt x="8784325" y="614029"/>
                    <a:pt x="8781041" y="622789"/>
                    <a:pt x="8774471" y="629358"/>
                  </a:cubicBezTo>
                  <a:cubicBezTo>
                    <a:pt x="8761332" y="642497"/>
                    <a:pt x="8739434" y="642497"/>
                    <a:pt x="8726295" y="629358"/>
                  </a:cubicBezTo>
                  <a:cubicBezTo>
                    <a:pt x="8719727" y="622789"/>
                    <a:pt x="8716442" y="614029"/>
                    <a:pt x="8716442" y="605270"/>
                  </a:cubicBezTo>
                  <a:lnTo>
                    <a:pt x="8722278" y="591004"/>
                  </a:lnTo>
                  <a:lnTo>
                    <a:pt x="8719727" y="589948"/>
                  </a:lnTo>
                  <a:cubicBezTo>
                    <a:pt x="8702208" y="572430"/>
                    <a:pt x="8702208" y="543962"/>
                    <a:pt x="8719727" y="526443"/>
                  </a:cubicBezTo>
                  <a:cubicBezTo>
                    <a:pt x="8728486" y="517684"/>
                    <a:pt x="8739982" y="513304"/>
                    <a:pt x="8751480" y="513304"/>
                  </a:cubicBezTo>
                  <a:lnTo>
                    <a:pt x="8780054" y="525129"/>
                  </a:lnTo>
                  <a:lnTo>
                    <a:pt x="9073361" y="230816"/>
                  </a:lnTo>
                  <a:close/>
                  <a:moveTo>
                    <a:pt x="7948914" y="195259"/>
                  </a:moveTo>
                  <a:lnTo>
                    <a:pt x="7737232" y="407401"/>
                  </a:lnTo>
                  <a:lnTo>
                    <a:pt x="7745263" y="426807"/>
                  </a:lnTo>
                  <a:cubicBezTo>
                    <a:pt x="7745263" y="438305"/>
                    <a:pt x="7740883" y="449801"/>
                    <a:pt x="7732124" y="458560"/>
                  </a:cubicBezTo>
                  <a:cubicBezTo>
                    <a:pt x="7714605" y="476079"/>
                    <a:pt x="7686137" y="476079"/>
                    <a:pt x="7668619" y="458560"/>
                  </a:cubicBezTo>
                  <a:lnTo>
                    <a:pt x="7660465" y="438856"/>
                  </a:lnTo>
                  <a:lnTo>
                    <a:pt x="7232846" y="438856"/>
                  </a:lnTo>
                  <a:lnTo>
                    <a:pt x="7204380" y="467322"/>
                  </a:lnTo>
                  <a:lnTo>
                    <a:pt x="7204380" y="636264"/>
                  </a:lnTo>
                  <a:lnTo>
                    <a:pt x="7226279" y="645571"/>
                  </a:lnTo>
                  <a:cubicBezTo>
                    <a:pt x="7234491" y="654056"/>
                    <a:pt x="7239418" y="665552"/>
                    <a:pt x="7239418" y="677596"/>
                  </a:cubicBezTo>
                  <a:cubicBezTo>
                    <a:pt x="7239418" y="703875"/>
                    <a:pt x="7217519" y="723583"/>
                    <a:pt x="7193430" y="723583"/>
                  </a:cubicBezTo>
                  <a:lnTo>
                    <a:pt x="7171535" y="714824"/>
                  </a:lnTo>
                  <a:lnTo>
                    <a:pt x="6943792" y="942568"/>
                  </a:lnTo>
                  <a:lnTo>
                    <a:pt x="6943792" y="1264447"/>
                  </a:lnTo>
                  <a:lnTo>
                    <a:pt x="6965690" y="1273208"/>
                  </a:lnTo>
                  <a:cubicBezTo>
                    <a:pt x="6973902" y="1281418"/>
                    <a:pt x="6978829" y="1292913"/>
                    <a:pt x="6978829" y="1306051"/>
                  </a:cubicBezTo>
                  <a:lnTo>
                    <a:pt x="6970645" y="1326510"/>
                  </a:lnTo>
                  <a:lnTo>
                    <a:pt x="6985249" y="1341209"/>
                  </a:lnTo>
                  <a:lnTo>
                    <a:pt x="7035765" y="1290692"/>
                  </a:lnTo>
                  <a:lnTo>
                    <a:pt x="7276644" y="1290692"/>
                  </a:lnTo>
                  <a:lnTo>
                    <a:pt x="7764972" y="802364"/>
                  </a:lnTo>
                  <a:lnTo>
                    <a:pt x="7535041" y="802364"/>
                  </a:lnTo>
                  <a:lnTo>
                    <a:pt x="7275070" y="1062335"/>
                  </a:lnTo>
                  <a:lnTo>
                    <a:pt x="7276644" y="1062949"/>
                  </a:lnTo>
                  <a:lnTo>
                    <a:pt x="7274455" y="1062949"/>
                  </a:lnTo>
                  <a:lnTo>
                    <a:pt x="7274454" y="1062949"/>
                  </a:lnTo>
                  <a:lnTo>
                    <a:pt x="7287593" y="1094702"/>
                  </a:lnTo>
                  <a:cubicBezTo>
                    <a:pt x="7287593" y="1106198"/>
                    <a:pt x="7283213" y="1117695"/>
                    <a:pt x="7274454" y="1126453"/>
                  </a:cubicBezTo>
                  <a:cubicBezTo>
                    <a:pt x="7256935" y="1143973"/>
                    <a:pt x="7228467" y="1143973"/>
                    <a:pt x="7210949" y="1126453"/>
                  </a:cubicBezTo>
                  <a:cubicBezTo>
                    <a:pt x="7193430" y="1108936"/>
                    <a:pt x="7193430" y="1080468"/>
                    <a:pt x="7210949" y="1062949"/>
                  </a:cubicBezTo>
                  <a:cubicBezTo>
                    <a:pt x="7219708" y="1054190"/>
                    <a:pt x="7231205" y="1049811"/>
                    <a:pt x="7242976" y="1049811"/>
                  </a:cubicBezTo>
                  <a:lnTo>
                    <a:pt x="7251444" y="1053115"/>
                  </a:lnTo>
                  <a:lnTo>
                    <a:pt x="7524092" y="780465"/>
                  </a:lnTo>
                  <a:lnTo>
                    <a:pt x="7786871" y="780465"/>
                  </a:lnTo>
                  <a:lnTo>
                    <a:pt x="7948914" y="618421"/>
                  </a:lnTo>
                  <a:lnTo>
                    <a:pt x="7948914" y="527653"/>
                  </a:lnTo>
                  <a:lnTo>
                    <a:pt x="7944836" y="517681"/>
                  </a:lnTo>
                  <a:lnTo>
                    <a:pt x="7629202" y="517681"/>
                  </a:lnTo>
                  <a:lnTo>
                    <a:pt x="7404006" y="742878"/>
                  </a:lnTo>
                  <a:lnTo>
                    <a:pt x="7411317" y="760748"/>
                  </a:lnTo>
                  <a:cubicBezTo>
                    <a:pt x="7411317" y="769507"/>
                    <a:pt x="7408031" y="778266"/>
                    <a:pt x="7401462" y="784836"/>
                  </a:cubicBezTo>
                  <a:cubicBezTo>
                    <a:pt x="7388324" y="797975"/>
                    <a:pt x="7366425" y="797975"/>
                    <a:pt x="7353287" y="784836"/>
                  </a:cubicBezTo>
                  <a:cubicBezTo>
                    <a:pt x="7340147" y="771697"/>
                    <a:pt x="7340147" y="749799"/>
                    <a:pt x="7353287" y="736660"/>
                  </a:cubicBezTo>
                  <a:cubicBezTo>
                    <a:pt x="7359856" y="730091"/>
                    <a:pt x="7368615" y="726806"/>
                    <a:pt x="7377374" y="726806"/>
                  </a:cubicBezTo>
                  <a:lnTo>
                    <a:pt x="7389158" y="731626"/>
                  </a:lnTo>
                  <a:lnTo>
                    <a:pt x="7622633" y="500163"/>
                  </a:lnTo>
                  <a:lnTo>
                    <a:pt x="7944833" y="500163"/>
                  </a:lnTo>
                  <a:lnTo>
                    <a:pt x="7948914" y="490186"/>
                  </a:lnTo>
                  <a:close/>
                  <a:moveTo>
                    <a:pt x="2962801" y="177664"/>
                  </a:moveTo>
                  <a:lnTo>
                    <a:pt x="2962801" y="193630"/>
                  </a:lnTo>
                  <a:lnTo>
                    <a:pt x="3028193" y="259325"/>
                  </a:lnTo>
                  <a:lnTo>
                    <a:pt x="3044739" y="259325"/>
                  </a:lnTo>
                  <a:close/>
                  <a:moveTo>
                    <a:pt x="6065681" y="161869"/>
                  </a:moveTo>
                  <a:lnTo>
                    <a:pt x="6065681" y="624165"/>
                  </a:lnTo>
                  <a:lnTo>
                    <a:pt x="6078819" y="618910"/>
                  </a:lnTo>
                  <a:lnTo>
                    <a:pt x="6078819" y="174962"/>
                  </a:lnTo>
                  <a:close/>
                  <a:moveTo>
                    <a:pt x="5660581" y="160800"/>
                  </a:moveTo>
                  <a:lnTo>
                    <a:pt x="5660581" y="535261"/>
                  </a:lnTo>
                  <a:lnTo>
                    <a:pt x="5724083" y="598766"/>
                  </a:lnTo>
                  <a:lnTo>
                    <a:pt x="5724083" y="255899"/>
                  </a:lnTo>
                  <a:lnTo>
                    <a:pt x="5714229" y="251675"/>
                  </a:lnTo>
                  <a:cubicBezTo>
                    <a:pt x="5708209" y="245654"/>
                    <a:pt x="5704375" y="237442"/>
                    <a:pt x="5704375" y="228683"/>
                  </a:cubicBezTo>
                  <a:lnTo>
                    <a:pt x="5711169" y="211390"/>
                  </a:lnTo>
                  <a:close/>
                  <a:moveTo>
                    <a:pt x="5616786" y="117004"/>
                  </a:moveTo>
                  <a:lnTo>
                    <a:pt x="5616786" y="737342"/>
                  </a:lnTo>
                  <a:lnTo>
                    <a:pt x="5633211" y="744381"/>
                  </a:lnTo>
                  <a:cubicBezTo>
                    <a:pt x="5639233" y="750403"/>
                    <a:pt x="5643064" y="758614"/>
                    <a:pt x="5643064" y="767373"/>
                  </a:cubicBezTo>
                  <a:cubicBezTo>
                    <a:pt x="5643064" y="784892"/>
                    <a:pt x="5629926" y="800221"/>
                    <a:pt x="5610217" y="800221"/>
                  </a:cubicBezTo>
                  <a:lnTo>
                    <a:pt x="5593379" y="792818"/>
                  </a:lnTo>
                  <a:lnTo>
                    <a:pt x="5393435" y="991427"/>
                  </a:lnTo>
                  <a:lnTo>
                    <a:pt x="5393435" y="1233786"/>
                  </a:lnTo>
                  <a:lnTo>
                    <a:pt x="5649633" y="1492187"/>
                  </a:lnTo>
                  <a:lnTo>
                    <a:pt x="5649633" y="1721655"/>
                  </a:lnTo>
                  <a:lnTo>
                    <a:pt x="5670161" y="1729776"/>
                  </a:lnTo>
                  <a:cubicBezTo>
                    <a:pt x="5676457" y="1735798"/>
                    <a:pt x="5680291" y="1744011"/>
                    <a:pt x="5680291" y="1752770"/>
                  </a:cubicBezTo>
                  <a:cubicBezTo>
                    <a:pt x="5680291" y="1770288"/>
                    <a:pt x="5664962" y="1785616"/>
                    <a:pt x="5645252" y="1785616"/>
                  </a:cubicBezTo>
                  <a:cubicBezTo>
                    <a:pt x="5627738" y="1785616"/>
                    <a:pt x="5612406" y="1770288"/>
                    <a:pt x="5612406" y="1752770"/>
                  </a:cubicBezTo>
                  <a:cubicBezTo>
                    <a:pt x="5612406" y="1744011"/>
                    <a:pt x="5615693" y="1735798"/>
                    <a:pt x="5621440" y="1729776"/>
                  </a:cubicBezTo>
                  <a:lnTo>
                    <a:pt x="5634305" y="1724453"/>
                  </a:lnTo>
                  <a:lnTo>
                    <a:pt x="5634305" y="1498754"/>
                  </a:lnTo>
                  <a:lnTo>
                    <a:pt x="5375914" y="1240358"/>
                  </a:lnTo>
                  <a:lnTo>
                    <a:pt x="5375914" y="1008829"/>
                  </a:lnTo>
                  <a:lnTo>
                    <a:pt x="5290514" y="1093639"/>
                  </a:lnTo>
                  <a:lnTo>
                    <a:pt x="5290514" y="1492183"/>
                  </a:lnTo>
                  <a:lnTo>
                    <a:pt x="5465437" y="1667109"/>
                  </a:lnTo>
                  <a:lnTo>
                    <a:pt x="5466792" y="1667641"/>
                  </a:lnTo>
                  <a:lnTo>
                    <a:pt x="5467373" y="1669044"/>
                  </a:lnTo>
                  <a:lnTo>
                    <a:pt x="5540148" y="1741821"/>
                  </a:lnTo>
                  <a:lnTo>
                    <a:pt x="5540148" y="1746201"/>
                  </a:lnTo>
                  <a:lnTo>
                    <a:pt x="5612300" y="1818357"/>
                  </a:lnTo>
                  <a:lnTo>
                    <a:pt x="5633211" y="1809704"/>
                  </a:lnTo>
                  <a:cubicBezTo>
                    <a:pt x="5644706" y="1809704"/>
                    <a:pt x="5656203" y="1814084"/>
                    <a:pt x="5664962" y="1822844"/>
                  </a:cubicBezTo>
                  <a:cubicBezTo>
                    <a:pt x="5682480" y="1840362"/>
                    <a:pt x="5682480" y="1868830"/>
                    <a:pt x="5664962" y="1886348"/>
                  </a:cubicBezTo>
                  <a:cubicBezTo>
                    <a:pt x="5647443" y="1903867"/>
                    <a:pt x="5618976" y="1903867"/>
                    <a:pt x="5601460" y="1886348"/>
                  </a:cubicBezTo>
                  <a:cubicBezTo>
                    <a:pt x="5592700" y="1877589"/>
                    <a:pt x="5588321" y="1866092"/>
                    <a:pt x="5588321" y="1854595"/>
                  </a:cubicBezTo>
                  <a:lnTo>
                    <a:pt x="5596379" y="1835124"/>
                  </a:lnTo>
                  <a:lnTo>
                    <a:pt x="5540148" y="1778642"/>
                  </a:lnTo>
                  <a:lnTo>
                    <a:pt x="5540148" y="2054087"/>
                  </a:lnTo>
                  <a:lnTo>
                    <a:pt x="5564233" y="2063723"/>
                  </a:lnTo>
                  <a:cubicBezTo>
                    <a:pt x="5572447" y="2071934"/>
                    <a:pt x="5577372" y="2083431"/>
                    <a:pt x="5577372" y="2096511"/>
                  </a:cubicBezTo>
                  <a:cubicBezTo>
                    <a:pt x="5577372" y="2122790"/>
                    <a:pt x="5557665" y="2142527"/>
                    <a:pt x="5531390" y="2142527"/>
                  </a:cubicBezTo>
                  <a:cubicBezTo>
                    <a:pt x="5505114" y="2142527"/>
                    <a:pt x="5485404" y="2122790"/>
                    <a:pt x="5485404" y="2096511"/>
                  </a:cubicBezTo>
                  <a:cubicBezTo>
                    <a:pt x="5485404" y="2083431"/>
                    <a:pt x="5490333" y="2071934"/>
                    <a:pt x="5498542" y="2063723"/>
                  </a:cubicBezTo>
                  <a:lnTo>
                    <a:pt x="5516060" y="2056715"/>
                  </a:lnTo>
                  <a:lnTo>
                    <a:pt x="5516060" y="1754447"/>
                  </a:lnTo>
                  <a:lnTo>
                    <a:pt x="5470020" y="1708202"/>
                  </a:lnTo>
                  <a:lnTo>
                    <a:pt x="5466792" y="1716364"/>
                  </a:lnTo>
                  <a:lnTo>
                    <a:pt x="5459128" y="1719740"/>
                  </a:lnTo>
                  <a:lnTo>
                    <a:pt x="5459128" y="2744701"/>
                  </a:lnTo>
                  <a:lnTo>
                    <a:pt x="5315477" y="2888386"/>
                  </a:lnTo>
                  <a:lnTo>
                    <a:pt x="5323359" y="2906788"/>
                  </a:lnTo>
                  <a:cubicBezTo>
                    <a:pt x="5325546" y="2924292"/>
                    <a:pt x="5310220" y="2939634"/>
                    <a:pt x="5290514" y="2939634"/>
                  </a:cubicBezTo>
                  <a:lnTo>
                    <a:pt x="5281753" y="2935828"/>
                  </a:lnTo>
                  <a:lnTo>
                    <a:pt x="5281753" y="3279047"/>
                  </a:lnTo>
                  <a:lnTo>
                    <a:pt x="5346938" y="3279047"/>
                  </a:lnTo>
                  <a:lnTo>
                    <a:pt x="5359486" y="3260437"/>
                  </a:lnTo>
                  <a:cubicBezTo>
                    <a:pt x="5370982" y="3248897"/>
                    <a:pt x="5386863" y="3241822"/>
                    <a:pt x="5404386" y="3241822"/>
                  </a:cubicBezTo>
                  <a:cubicBezTo>
                    <a:pt x="5439418" y="3241822"/>
                    <a:pt x="5467886" y="3270284"/>
                    <a:pt x="5467886" y="3305318"/>
                  </a:cubicBezTo>
                  <a:cubicBezTo>
                    <a:pt x="5467886" y="3340314"/>
                    <a:pt x="5439418" y="3368783"/>
                    <a:pt x="5404386" y="3368783"/>
                  </a:cubicBezTo>
                  <a:cubicBezTo>
                    <a:pt x="5378106" y="3368783"/>
                    <a:pt x="5355519" y="3352770"/>
                    <a:pt x="5345873" y="3329981"/>
                  </a:cubicBezTo>
                  <a:lnTo>
                    <a:pt x="5344864" y="3324987"/>
                  </a:lnTo>
                  <a:lnTo>
                    <a:pt x="5281753" y="3324987"/>
                  </a:lnTo>
                  <a:lnTo>
                    <a:pt x="5281753" y="3436665"/>
                  </a:lnTo>
                  <a:lnTo>
                    <a:pt x="5144593" y="3572431"/>
                  </a:lnTo>
                  <a:lnTo>
                    <a:pt x="5347447" y="3572431"/>
                  </a:lnTo>
                  <a:lnTo>
                    <a:pt x="5356204" y="3550533"/>
                  </a:lnTo>
                  <a:cubicBezTo>
                    <a:pt x="5364420" y="3542321"/>
                    <a:pt x="5375914" y="3537395"/>
                    <a:pt x="5389055" y="3537395"/>
                  </a:cubicBezTo>
                  <a:cubicBezTo>
                    <a:pt x="5415331" y="3537395"/>
                    <a:pt x="5435038" y="3557103"/>
                    <a:pt x="5435038" y="3583381"/>
                  </a:cubicBezTo>
                  <a:cubicBezTo>
                    <a:pt x="5435038" y="3609659"/>
                    <a:pt x="5415331" y="3629366"/>
                    <a:pt x="5389055" y="3629366"/>
                  </a:cubicBezTo>
                  <a:cubicBezTo>
                    <a:pt x="5375914" y="3629366"/>
                    <a:pt x="5364420" y="3623891"/>
                    <a:pt x="5356204" y="3615406"/>
                  </a:cubicBezTo>
                  <a:lnTo>
                    <a:pt x="5347560" y="3594330"/>
                  </a:lnTo>
                  <a:lnTo>
                    <a:pt x="5122474" y="3594330"/>
                  </a:lnTo>
                  <a:lnTo>
                    <a:pt x="5088805" y="3627663"/>
                  </a:lnTo>
                  <a:lnTo>
                    <a:pt x="5099996" y="3655645"/>
                  </a:lnTo>
                  <a:cubicBezTo>
                    <a:pt x="5099996" y="3681923"/>
                    <a:pt x="5080290" y="3701630"/>
                    <a:pt x="5054012" y="3701630"/>
                  </a:cubicBezTo>
                  <a:cubicBezTo>
                    <a:pt x="5027742" y="3701630"/>
                    <a:pt x="5008032" y="3681923"/>
                    <a:pt x="5008032" y="3655645"/>
                  </a:cubicBezTo>
                  <a:cubicBezTo>
                    <a:pt x="5008032" y="3629367"/>
                    <a:pt x="5029930" y="3609659"/>
                    <a:pt x="5054012" y="3609659"/>
                  </a:cubicBezTo>
                  <a:lnTo>
                    <a:pt x="5069505" y="3615856"/>
                  </a:lnTo>
                  <a:lnTo>
                    <a:pt x="5090806" y="3594330"/>
                  </a:lnTo>
                  <a:lnTo>
                    <a:pt x="4891962" y="3594330"/>
                  </a:lnTo>
                  <a:lnTo>
                    <a:pt x="4817760" y="3520604"/>
                  </a:lnTo>
                  <a:lnTo>
                    <a:pt x="4814224" y="3522066"/>
                  </a:lnTo>
                  <a:cubicBezTo>
                    <a:pt x="4802724" y="3522066"/>
                    <a:pt x="4791228" y="3517686"/>
                    <a:pt x="4782472" y="3508927"/>
                  </a:cubicBezTo>
                  <a:lnTo>
                    <a:pt x="4777132" y="3496024"/>
                  </a:lnTo>
                  <a:lnTo>
                    <a:pt x="4768235" y="3518508"/>
                  </a:lnTo>
                  <a:cubicBezTo>
                    <a:pt x="4762216" y="3524803"/>
                    <a:pt x="4754004" y="3528636"/>
                    <a:pt x="4745246" y="3528636"/>
                  </a:cubicBezTo>
                  <a:cubicBezTo>
                    <a:pt x="4736486" y="3528636"/>
                    <a:pt x="4728274" y="3524256"/>
                    <a:pt x="4722251" y="3517686"/>
                  </a:cubicBezTo>
                  <a:lnTo>
                    <a:pt x="4715982" y="3502358"/>
                  </a:lnTo>
                  <a:lnTo>
                    <a:pt x="4408016" y="3502358"/>
                  </a:lnTo>
                  <a:lnTo>
                    <a:pt x="4264426" y="3645947"/>
                  </a:lnTo>
                  <a:lnTo>
                    <a:pt x="4274436" y="3670973"/>
                  </a:lnTo>
                  <a:cubicBezTo>
                    <a:pt x="4274436" y="3697251"/>
                    <a:pt x="4254725" y="3716959"/>
                    <a:pt x="4228446" y="3716959"/>
                  </a:cubicBezTo>
                  <a:lnTo>
                    <a:pt x="4203471" y="3706948"/>
                  </a:lnTo>
                  <a:lnTo>
                    <a:pt x="4167181" y="3743237"/>
                  </a:lnTo>
                  <a:lnTo>
                    <a:pt x="4878819" y="3743237"/>
                  </a:lnTo>
                  <a:lnTo>
                    <a:pt x="5021830" y="3886231"/>
                  </a:lnTo>
                  <a:lnTo>
                    <a:pt x="5038689" y="3879005"/>
                  </a:lnTo>
                  <a:cubicBezTo>
                    <a:pt x="5056201" y="3879005"/>
                    <a:pt x="5071530" y="3894335"/>
                    <a:pt x="5071530" y="3911852"/>
                  </a:cubicBezTo>
                  <a:lnTo>
                    <a:pt x="5067777" y="3920611"/>
                  </a:lnTo>
                  <a:lnTo>
                    <a:pt x="5149795" y="3920611"/>
                  </a:lnTo>
                  <a:lnTo>
                    <a:pt x="5151828" y="3910792"/>
                  </a:lnTo>
                  <a:cubicBezTo>
                    <a:pt x="5155008" y="3903093"/>
                    <a:pt x="5159664" y="3895976"/>
                    <a:pt x="5165683" y="3889955"/>
                  </a:cubicBezTo>
                  <a:cubicBezTo>
                    <a:pt x="5191966" y="3865867"/>
                    <a:pt x="5233567" y="3865867"/>
                    <a:pt x="5257668" y="3889955"/>
                  </a:cubicBezTo>
                  <a:cubicBezTo>
                    <a:pt x="5264237" y="3895976"/>
                    <a:pt x="5269165" y="3903093"/>
                    <a:pt x="5272445" y="3910758"/>
                  </a:cubicBezTo>
                  <a:lnTo>
                    <a:pt x="5274462" y="3920611"/>
                  </a:lnTo>
                  <a:lnTo>
                    <a:pt x="5568614" y="3920611"/>
                  </a:lnTo>
                  <a:lnTo>
                    <a:pt x="5760996" y="4113002"/>
                  </a:lnTo>
                  <a:lnTo>
                    <a:pt x="5787584" y="4102366"/>
                  </a:lnTo>
                  <a:cubicBezTo>
                    <a:pt x="5813862" y="4102366"/>
                    <a:pt x="5833567" y="4122075"/>
                    <a:pt x="5833567" y="4148352"/>
                  </a:cubicBezTo>
                  <a:cubicBezTo>
                    <a:pt x="5833567" y="4174630"/>
                    <a:pt x="5813862" y="4194338"/>
                    <a:pt x="5787584" y="4194338"/>
                  </a:cubicBezTo>
                  <a:cubicBezTo>
                    <a:pt x="5761309" y="4194338"/>
                    <a:pt x="5741601" y="4174630"/>
                    <a:pt x="5741601" y="4148352"/>
                  </a:cubicBezTo>
                  <a:lnTo>
                    <a:pt x="5747857" y="4132711"/>
                  </a:lnTo>
                  <a:lnTo>
                    <a:pt x="5559855" y="3944700"/>
                  </a:lnTo>
                  <a:lnTo>
                    <a:pt x="5275358" y="3944700"/>
                  </a:lnTo>
                  <a:lnTo>
                    <a:pt x="5272445" y="3958933"/>
                  </a:lnTo>
                  <a:cubicBezTo>
                    <a:pt x="5269165" y="3966598"/>
                    <a:pt x="5264237" y="3973715"/>
                    <a:pt x="5257668" y="3979737"/>
                  </a:cubicBezTo>
                  <a:cubicBezTo>
                    <a:pt x="5244521" y="3991781"/>
                    <a:pt x="5228091" y="3998350"/>
                    <a:pt x="5211666" y="3998624"/>
                  </a:cubicBezTo>
                  <a:lnTo>
                    <a:pt x="5182762" y="3986749"/>
                  </a:lnTo>
                  <a:lnTo>
                    <a:pt x="5163173" y="4006340"/>
                  </a:lnTo>
                  <a:lnTo>
                    <a:pt x="5165671" y="4012584"/>
                  </a:lnTo>
                  <a:cubicBezTo>
                    <a:pt x="5165671" y="4025723"/>
                    <a:pt x="5160744" y="4037219"/>
                    <a:pt x="5152531" y="4045430"/>
                  </a:cubicBezTo>
                  <a:lnTo>
                    <a:pt x="5130638" y="4054188"/>
                  </a:lnTo>
                  <a:lnTo>
                    <a:pt x="5130638" y="4389245"/>
                  </a:lnTo>
                  <a:lnTo>
                    <a:pt x="5358286" y="4161598"/>
                  </a:lnTo>
                  <a:lnTo>
                    <a:pt x="5349636" y="4140687"/>
                  </a:lnTo>
                  <a:cubicBezTo>
                    <a:pt x="5349639" y="4129191"/>
                    <a:pt x="5354015" y="4117695"/>
                    <a:pt x="5362776" y="4108936"/>
                  </a:cubicBezTo>
                  <a:cubicBezTo>
                    <a:pt x="5372634" y="4100176"/>
                    <a:pt x="5384674" y="4095797"/>
                    <a:pt x="5396446" y="4095797"/>
                  </a:cubicBezTo>
                  <a:cubicBezTo>
                    <a:pt x="5408215" y="4095797"/>
                    <a:pt x="5419715" y="4100176"/>
                    <a:pt x="5428472" y="4108936"/>
                  </a:cubicBezTo>
                  <a:cubicBezTo>
                    <a:pt x="5445989" y="4126454"/>
                    <a:pt x="5445989" y="4154921"/>
                    <a:pt x="5428472" y="4172440"/>
                  </a:cubicBezTo>
                  <a:cubicBezTo>
                    <a:pt x="5419715" y="4181199"/>
                    <a:pt x="5408215" y="4185579"/>
                    <a:pt x="5396719" y="4185579"/>
                  </a:cubicBezTo>
                  <a:lnTo>
                    <a:pt x="5377212" y="4177507"/>
                  </a:lnTo>
                  <a:lnTo>
                    <a:pt x="5130638" y="4422572"/>
                  </a:lnTo>
                  <a:lnTo>
                    <a:pt x="5130638" y="4632264"/>
                  </a:lnTo>
                  <a:lnTo>
                    <a:pt x="5148168" y="4614782"/>
                  </a:lnTo>
                  <a:lnTo>
                    <a:pt x="5297996" y="4614782"/>
                  </a:lnTo>
                  <a:lnTo>
                    <a:pt x="5297057" y="4612592"/>
                  </a:lnTo>
                  <a:cubicBezTo>
                    <a:pt x="5297057" y="4595074"/>
                    <a:pt x="5312386" y="4579745"/>
                    <a:pt x="5329905" y="4579745"/>
                  </a:cubicBezTo>
                  <a:cubicBezTo>
                    <a:pt x="5338664" y="4579745"/>
                    <a:pt x="5346875" y="4583577"/>
                    <a:pt x="5352897" y="4589600"/>
                  </a:cubicBezTo>
                  <a:lnTo>
                    <a:pt x="5356854" y="4598834"/>
                  </a:lnTo>
                  <a:lnTo>
                    <a:pt x="5358392" y="4595073"/>
                  </a:lnTo>
                  <a:cubicBezTo>
                    <a:pt x="5364964" y="4588504"/>
                    <a:pt x="5373724" y="4585219"/>
                    <a:pt x="5382485" y="4585220"/>
                  </a:cubicBezTo>
                  <a:lnTo>
                    <a:pt x="5399984" y="4592377"/>
                  </a:lnTo>
                  <a:lnTo>
                    <a:pt x="5399984" y="4565437"/>
                  </a:lnTo>
                  <a:lnTo>
                    <a:pt x="5397176" y="4564725"/>
                  </a:lnTo>
                  <a:cubicBezTo>
                    <a:pt x="5374388" y="4554152"/>
                    <a:pt x="5358376" y="4531569"/>
                    <a:pt x="5358376" y="4505291"/>
                  </a:cubicBezTo>
                  <a:cubicBezTo>
                    <a:pt x="5358376" y="4470255"/>
                    <a:pt x="5386843" y="4441787"/>
                    <a:pt x="5421880" y="4441787"/>
                  </a:cubicBezTo>
                  <a:cubicBezTo>
                    <a:pt x="5456916" y="4441787"/>
                    <a:pt x="5485384" y="4468065"/>
                    <a:pt x="5485384" y="4505291"/>
                  </a:cubicBezTo>
                  <a:cubicBezTo>
                    <a:pt x="5485384" y="4514598"/>
                    <a:pt x="5483604" y="4523358"/>
                    <a:pt x="5480388" y="4531262"/>
                  </a:cubicBezTo>
                  <a:lnTo>
                    <a:pt x="5478609" y="4533985"/>
                  </a:lnTo>
                  <a:lnTo>
                    <a:pt x="5761309" y="4251273"/>
                  </a:lnTo>
                  <a:lnTo>
                    <a:pt x="5869612" y="4251273"/>
                  </a:lnTo>
                  <a:lnTo>
                    <a:pt x="5975899" y="4143972"/>
                  </a:lnTo>
                  <a:lnTo>
                    <a:pt x="5975899" y="3882420"/>
                  </a:lnTo>
                  <a:lnTo>
                    <a:pt x="5959475" y="3871341"/>
                  </a:lnTo>
                  <a:cubicBezTo>
                    <a:pt x="5947978" y="3859844"/>
                    <a:pt x="5940862" y="3843967"/>
                    <a:pt x="5940862" y="3826449"/>
                  </a:cubicBezTo>
                  <a:cubicBezTo>
                    <a:pt x="5940862" y="3791412"/>
                    <a:pt x="5969329" y="3762945"/>
                    <a:pt x="6004366" y="3762945"/>
                  </a:cubicBezTo>
                  <a:cubicBezTo>
                    <a:pt x="6039403" y="3762945"/>
                    <a:pt x="6067869" y="3791412"/>
                    <a:pt x="6067869" y="3826449"/>
                  </a:cubicBezTo>
                  <a:cubicBezTo>
                    <a:pt x="6067869" y="3852727"/>
                    <a:pt x="6051857" y="3875310"/>
                    <a:pt x="6029069" y="3884958"/>
                  </a:cubicBezTo>
                  <a:lnTo>
                    <a:pt x="6021884" y="3886411"/>
                  </a:lnTo>
                  <a:lnTo>
                    <a:pt x="6021884" y="4161491"/>
                  </a:lnTo>
                  <a:lnTo>
                    <a:pt x="5932949" y="4251273"/>
                  </a:lnTo>
                  <a:lnTo>
                    <a:pt x="5985355" y="4251273"/>
                  </a:lnTo>
                  <a:lnTo>
                    <a:pt x="5995609" y="4224996"/>
                  </a:lnTo>
                  <a:cubicBezTo>
                    <a:pt x="6004367" y="4216236"/>
                    <a:pt x="6015865" y="4211856"/>
                    <a:pt x="6027359" y="4211856"/>
                  </a:cubicBezTo>
                  <a:lnTo>
                    <a:pt x="6052341" y="4222194"/>
                  </a:lnTo>
                  <a:lnTo>
                    <a:pt x="6077724" y="4211035"/>
                  </a:lnTo>
                  <a:cubicBezTo>
                    <a:pt x="6089220" y="4210761"/>
                    <a:pt x="6100716" y="4215141"/>
                    <a:pt x="6109475" y="4224995"/>
                  </a:cubicBezTo>
                  <a:lnTo>
                    <a:pt x="6119731" y="4251273"/>
                  </a:lnTo>
                  <a:lnTo>
                    <a:pt x="6269332" y="4251273"/>
                  </a:lnTo>
                  <a:lnTo>
                    <a:pt x="6269332" y="3883385"/>
                  </a:lnTo>
                  <a:lnTo>
                    <a:pt x="6247433" y="3874625"/>
                  </a:lnTo>
                  <a:cubicBezTo>
                    <a:pt x="6239222" y="3866414"/>
                    <a:pt x="6234295" y="3854918"/>
                    <a:pt x="6234295" y="3841779"/>
                  </a:cubicBezTo>
                  <a:cubicBezTo>
                    <a:pt x="6234295" y="3815501"/>
                    <a:pt x="6254003" y="3795792"/>
                    <a:pt x="6280281" y="3795792"/>
                  </a:cubicBezTo>
                  <a:cubicBezTo>
                    <a:pt x="6306558" y="3795792"/>
                    <a:pt x="6326266" y="3815501"/>
                    <a:pt x="6326266" y="3841779"/>
                  </a:cubicBezTo>
                  <a:cubicBezTo>
                    <a:pt x="6326266" y="3854918"/>
                    <a:pt x="6320792" y="3866414"/>
                    <a:pt x="6312307" y="3874625"/>
                  </a:cubicBezTo>
                  <a:lnTo>
                    <a:pt x="6291230" y="3883272"/>
                  </a:lnTo>
                  <a:lnTo>
                    <a:pt x="6291230" y="4251273"/>
                  </a:lnTo>
                  <a:lnTo>
                    <a:pt x="6343785" y="4251273"/>
                  </a:lnTo>
                  <a:lnTo>
                    <a:pt x="6442341" y="4349830"/>
                  </a:lnTo>
                  <a:lnTo>
                    <a:pt x="6583722" y="4210385"/>
                  </a:lnTo>
                  <a:lnTo>
                    <a:pt x="6575905" y="4192148"/>
                  </a:lnTo>
                  <a:cubicBezTo>
                    <a:pt x="6575905" y="4174629"/>
                    <a:pt x="6589044" y="4159301"/>
                    <a:pt x="6608752" y="4159301"/>
                  </a:cubicBezTo>
                  <a:lnTo>
                    <a:pt x="6617511" y="4163054"/>
                  </a:lnTo>
                  <a:lnTo>
                    <a:pt x="6617511" y="3951269"/>
                  </a:lnTo>
                  <a:lnTo>
                    <a:pt x="6436070" y="4132711"/>
                  </a:lnTo>
                  <a:lnTo>
                    <a:pt x="6442326" y="4148352"/>
                  </a:lnTo>
                  <a:cubicBezTo>
                    <a:pt x="6442326" y="4174630"/>
                    <a:pt x="6422618" y="4194338"/>
                    <a:pt x="6396340" y="4194338"/>
                  </a:cubicBezTo>
                  <a:cubicBezTo>
                    <a:pt x="6370063" y="4194338"/>
                    <a:pt x="6350354" y="4174630"/>
                    <a:pt x="6350354" y="4148352"/>
                  </a:cubicBezTo>
                  <a:cubicBezTo>
                    <a:pt x="6350354" y="4122075"/>
                    <a:pt x="6370063" y="4102366"/>
                    <a:pt x="6396340" y="4102366"/>
                  </a:cubicBezTo>
                  <a:lnTo>
                    <a:pt x="6422931" y="4113002"/>
                  </a:lnTo>
                  <a:lnTo>
                    <a:pt x="6615321" y="3920611"/>
                  </a:lnTo>
                  <a:lnTo>
                    <a:pt x="6617511" y="3920611"/>
                  </a:lnTo>
                  <a:lnTo>
                    <a:pt x="6617511" y="3662214"/>
                  </a:lnTo>
                  <a:lnTo>
                    <a:pt x="6809901" y="3469824"/>
                  </a:lnTo>
                  <a:lnTo>
                    <a:pt x="6799265" y="3443233"/>
                  </a:lnTo>
                  <a:cubicBezTo>
                    <a:pt x="6799265" y="3416956"/>
                    <a:pt x="6818973" y="3397249"/>
                    <a:pt x="6845251" y="3397249"/>
                  </a:cubicBezTo>
                  <a:cubicBezTo>
                    <a:pt x="6871528" y="3397249"/>
                    <a:pt x="6891236" y="3416956"/>
                    <a:pt x="6891236" y="3443233"/>
                  </a:cubicBezTo>
                  <a:cubicBezTo>
                    <a:pt x="6891236" y="3469511"/>
                    <a:pt x="6871528" y="3489219"/>
                    <a:pt x="6845251" y="3489219"/>
                  </a:cubicBezTo>
                  <a:lnTo>
                    <a:pt x="6829611" y="3482962"/>
                  </a:lnTo>
                  <a:lnTo>
                    <a:pt x="6762041" y="3550532"/>
                  </a:lnTo>
                  <a:lnTo>
                    <a:pt x="6794886" y="3537395"/>
                  </a:lnTo>
                  <a:cubicBezTo>
                    <a:pt x="6808025" y="3537395"/>
                    <a:pt x="6819521" y="3542321"/>
                    <a:pt x="6827732" y="3550533"/>
                  </a:cubicBezTo>
                  <a:lnTo>
                    <a:pt x="6836491" y="3572431"/>
                  </a:lnTo>
                  <a:lnTo>
                    <a:pt x="7283212" y="3572431"/>
                  </a:lnTo>
                  <a:lnTo>
                    <a:pt x="7552997" y="3300899"/>
                  </a:lnTo>
                  <a:lnTo>
                    <a:pt x="7471022" y="3300899"/>
                  </a:lnTo>
                  <a:lnTo>
                    <a:pt x="7469895" y="3306372"/>
                  </a:lnTo>
                  <a:cubicBezTo>
                    <a:pt x="7462505" y="3323616"/>
                    <a:pt x="7445259" y="3335933"/>
                    <a:pt x="7425550" y="3335933"/>
                  </a:cubicBezTo>
                  <a:cubicBezTo>
                    <a:pt x="7412412" y="3335933"/>
                    <a:pt x="7400368" y="3330460"/>
                    <a:pt x="7391609" y="3321701"/>
                  </a:cubicBezTo>
                  <a:lnTo>
                    <a:pt x="7386134" y="3313636"/>
                  </a:lnTo>
                  <a:lnTo>
                    <a:pt x="7386134" y="3377769"/>
                  </a:lnTo>
                  <a:lnTo>
                    <a:pt x="7401462" y="3384112"/>
                  </a:lnTo>
                  <a:cubicBezTo>
                    <a:pt x="7418981" y="3401628"/>
                    <a:pt x="7418981" y="3430094"/>
                    <a:pt x="7401462" y="3447612"/>
                  </a:cubicBezTo>
                  <a:cubicBezTo>
                    <a:pt x="7383944" y="3465131"/>
                    <a:pt x="7355477" y="3465131"/>
                    <a:pt x="7337958" y="3447612"/>
                  </a:cubicBezTo>
                  <a:cubicBezTo>
                    <a:pt x="7320439" y="3430094"/>
                    <a:pt x="7320439" y="3401628"/>
                    <a:pt x="7337958" y="3384112"/>
                  </a:cubicBezTo>
                  <a:lnTo>
                    <a:pt x="7362046" y="3374144"/>
                  </a:lnTo>
                  <a:lnTo>
                    <a:pt x="7362046" y="3101634"/>
                  </a:lnTo>
                  <a:lnTo>
                    <a:pt x="7370813" y="3092868"/>
                  </a:lnTo>
                  <a:lnTo>
                    <a:pt x="7346717" y="3092868"/>
                  </a:lnTo>
                  <a:lnTo>
                    <a:pt x="7114598" y="3324987"/>
                  </a:lnTo>
                  <a:lnTo>
                    <a:pt x="6839076" y="3324987"/>
                  </a:lnTo>
                  <a:lnTo>
                    <a:pt x="6838065" y="3329981"/>
                  </a:lnTo>
                  <a:cubicBezTo>
                    <a:pt x="6828417" y="3352770"/>
                    <a:pt x="6805834" y="3368783"/>
                    <a:pt x="6779556" y="3368783"/>
                  </a:cubicBezTo>
                  <a:cubicBezTo>
                    <a:pt x="6744520" y="3368783"/>
                    <a:pt x="6716052" y="3340314"/>
                    <a:pt x="6716052" y="3305278"/>
                  </a:cubicBezTo>
                  <a:cubicBezTo>
                    <a:pt x="6716052" y="3270242"/>
                    <a:pt x="6744520" y="3241772"/>
                    <a:pt x="6779556" y="3241772"/>
                  </a:cubicBezTo>
                  <a:cubicBezTo>
                    <a:pt x="6797075" y="3241772"/>
                    <a:pt x="6812951" y="3248897"/>
                    <a:pt x="6824448" y="3260388"/>
                  </a:cubicBezTo>
                  <a:lnTo>
                    <a:pt x="6837004" y="3279002"/>
                  </a:lnTo>
                  <a:lnTo>
                    <a:pt x="7097079" y="3279002"/>
                  </a:lnTo>
                  <a:lnTo>
                    <a:pt x="7327008" y="3049073"/>
                  </a:lnTo>
                  <a:lnTo>
                    <a:pt x="7414610" y="3049073"/>
                  </a:lnTo>
                  <a:lnTo>
                    <a:pt x="7714539" y="2749141"/>
                  </a:lnTo>
                  <a:lnTo>
                    <a:pt x="7714352" y="2749065"/>
                  </a:lnTo>
                  <a:lnTo>
                    <a:pt x="7519459" y="2749065"/>
                  </a:lnTo>
                  <a:lnTo>
                    <a:pt x="7519097" y="2750946"/>
                  </a:lnTo>
                  <a:cubicBezTo>
                    <a:pt x="7509448" y="2774660"/>
                    <a:pt x="7486865" y="2790672"/>
                    <a:pt x="7460587" y="2790672"/>
                  </a:cubicBezTo>
                  <a:cubicBezTo>
                    <a:pt x="7425550" y="2790672"/>
                    <a:pt x="7397083" y="2762204"/>
                    <a:pt x="7397083" y="2724978"/>
                  </a:cubicBezTo>
                  <a:cubicBezTo>
                    <a:pt x="7397083" y="2687754"/>
                    <a:pt x="7425550" y="2661476"/>
                    <a:pt x="7460587" y="2661476"/>
                  </a:cubicBezTo>
                  <a:cubicBezTo>
                    <a:pt x="7486865" y="2661476"/>
                    <a:pt x="7509448" y="2677488"/>
                    <a:pt x="7519097" y="2700274"/>
                  </a:cubicBezTo>
                  <a:lnTo>
                    <a:pt x="7519665" y="2703082"/>
                  </a:lnTo>
                  <a:lnTo>
                    <a:pt x="7700970" y="2703082"/>
                  </a:lnTo>
                  <a:lnTo>
                    <a:pt x="7703657" y="2696511"/>
                  </a:lnTo>
                  <a:lnTo>
                    <a:pt x="7725319" y="2687648"/>
                  </a:lnTo>
                  <a:lnTo>
                    <a:pt x="7724874" y="2641769"/>
                  </a:lnTo>
                  <a:lnTo>
                    <a:pt x="7594919" y="2641769"/>
                  </a:lnTo>
                  <a:lnTo>
                    <a:pt x="7588691" y="2656820"/>
                  </a:lnTo>
                  <a:cubicBezTo>
                    <a:pt x="7582669" y="2663117"/>
                    <a:pt x="7574458" y="2666948"/>
                    <a:pt x="7565698" y="2665855"/>
                  </a:cubicBezTo>
                  <a:cubicBezTo>
                    <a:pt x="7548180" y="2665855"/>
                    <a:pt x="7532851" y="2650526"/>
                    <a:pt x="7532851" y="2630816"/>
                  </a:cubicBezTo>
                  <a:cubicBezTo>
                    <a:pt x="7532851" y="2611110"/>
                    <a:pt x="7548180" y="2597970"/>
                    <a:pt x="7565698" y="2597970"/>
                  </a:cubicBezTo>
                  <a:cubicBezTo>
                    <a:pt x="7575552" y="2597970"/>
                    <a:pt x="7583764" y="2601801"/>
                    <a:pt x="7589512" y="2607823"/>
                  </a:cubicBezTo>
                  <a:lnTo>
                    <a:pt x="7596826" y="2626439"/>
                  </a:lnTo>
                  <a:lnTo>
                    <a:pt x="7724725" y="2626439"/>
                  </a:lnTo>
                  <a:lnTo>
                    <a:pt x="7723514" y="2501769"/>
                  </a:lnTo>
                  <a:lnTo>
                    <a:pt x="7655480" y="2433734"/>
                  </a:lnTo>
                  <a:lnTo>
                    <a:pt x="7565969" y="2433734"/>
                  </a:lnTo>
                  <a:lnTo>
                    <a:pt x="7287637" y="2713781"/>
                  </a:lnTo>
                  <a:lnTo>
                    <a:pt x="7296352" y="2734839"/>
                  </a:lnTo>
                  <a:cubicBezTo>
                    <a:pt x="7296351" y="2746332"/>
                    <a:pt x="7291972" y="2757827"/>
                    <a:pt x="7283212" y="2766584"/>
                  </a:cubicBezTo>
                  <a:cubicBezTo>
                    <a:pt x="7265694" y="2784103"/>
                    <a:pt x="7237226" y="2784103"/>
                    <a:pt x="7219708" y="2766584"/>
                  </a:cubicBezTo>
                  <a:cubicBezTo>
                    <a:pt x="7202189" y="2749070"/>
                    <a:pt x="7202189" y="2720598"/>
                    <a:pt x="7219708" y="2700891"/>
                  </a:cubicBezTo>
                  <a:cubicBezTo>
                    <a:pt x="7228467" y="2692131"/>
                    <a:pt x="7239963" y="2687754"/>
                    <a:pt x="7251461" y="2687754"/>
                  </a:cubicBezTo>
                  <a:lnTo>
                    <a:pt x="7272373" y="2696405"/>
                  </a:lnTo>
                  <a:lnTo>
                    <a:pt x="7535042" y="2433734"/>
                  </a:lnTo>
                  <a:lnTo>
                    <a:pt x="7186876" y="2433734"/>
                  </a:lnTo>
                  <a:lnTo>
                    <a:pt x="7099694" y="2520913"/>
                  </a:lnTo>
                  <a:lnTo>
                    <a:pt x="7102794" y="2525573"/>
                  </a:lnTo>
                  <a:cubicBezTo>
                    <a:pt x="7112135" y="2548976"/>
                    <a:pt x="7106386" y="2576076"/>
                    <a:pt x="7088320" y="2595784"/>
                  </a:cubicBezTo>
                  <a:cubicBezTo>
                    <a:pt x="7064232" y="2622059"/>
                    <a:pt x="7022626" y="2622059"/>
                    <a:pt x="6996348" y="2595784"/>
                  </a:cubicBezTo>
                  <a:cubicBezTo>
                    <a:pt x="6970070" y="2571697"/>
                    <a:pt x="6972261" y="2530091"/>
                    <a:pt x="6996348" y="2503807"/>
                  </a:cubicBezTo>
                  <a:cubicBezTo>
                    <a:pt x="7009487" y="2491766"/>
                    <a:pt x="7025911" y="2485196"/>
                    <a:pt x="7042334" y="2484920"/>
                  </a:cubicBezTo>
                  <a:lnTo>
                    <a:pt x="7065725" y="2489187"/>
                  </a:lnTo>
                  <a:lnTo>
                    <a:pt x="7121175" y="2433734"/>
                  </a:lnTo>
                  <a:lnTo>
                    <a:pt x="7007185" y="2433734"/>
                  </a:lnTo>
                  <a:lnTo>
                    <a:pt x="6998538" y="2454809"/>
                  </a:lnTo>
                  <a:cubicBezTo>
                    <a:pt x="6990325" y="2463297"/>
                    <a:pt x="6978829" y="2468770"/>
                    <a:pt x="6965690" y="2468770"/>
                  </a:cubicBezTo>
                  <a:cubicBezTo>
                    <a:pt x="6939413" y="2468770"/>
                    <a:pt x="6919705" y="2449061"/>
                    <a:pt x="6919705" y="2422784"/>
                  </a:cubicBezTo>
                  <a:cubicBezTo>
                    <a:pt x="6919705" y="2396508"/>
                    <a:pt x="6939413" y="2376798"/>
                    <a:pt x="6965690" y="2376798"/>
                  </a:cubicBezTo>
                  <a:cubicBezTo>
                    <a:pt x="6978829" y="2376798"/>
                    <a:pt x="6990325" y="2381724"/>
                    <a:pt x="6998538" y="2389938"/>
                  </a:cubicBezTo>
                  <a:lnTo>
                    <a:pt x="7006420" y="2409645"/>
                  </a:lnTo>
                  <a:lnTo>
                    <a:pt x="7145261" y="2409645"/>
                  </a:lnTo>
                  <a:lnTo>
                    <a:pt x="7248175" y="2306727"/>
                  </a:lnTo>
                  <a:lnTo>
                    <a:pt x="7248175" y="2158274"/>
                  </a:lnTo>
                  <a:lnTo>
                    <a:pt x="7230658" y="2151270"/>
                  </a:lnTo>
                  <a:cubicBezTo>
                    <a:pt x="7222445" y="2143068"/>
                    <a:pt x="7217519" y="2131593"/>
                    <a:pt x="7217519" y="2118444"/>
                  </a:cubicBezTo>
                  <a:cubicBezTo>
                    <a:pt x="7217519" y="2105268"/>
                    <a:pt x="7222446" y="2093777"/>
                    <a:pt x="7230658" y="2085620"/>
                  </a:cubicBezTo>
                  <a:lnTo>
                    <a:pt x="7248175" y="2078613"/>
                  </a:lnTo>
                  <a:lnTo>
                    <a:pt x="7248175" y="1978291"/>
                  </a:lnTo>
                  <a:lnTo>
                    <a:pt x="7254746" y="1971721"/>
                  </a:lnTo>
                  <a:lnTo>
                    <a:pt x="7254746" y="1645469"/>
                  </a:lnTo>
                  <a:lnTo>
                    <a:pt x="7207649" y="1598064"/>
                  </a:lnTo>
                  <a:lnTo>
                    <a:pt x="7172498" y="1633352"/>
                  </a:lnTo>
                  <a:lnTo>
                    <a:pt x="7173175" y="1634348"/>
                  </a:lnTo>
                  <a:cubicBezTo>
                    <a:pt x="7183030" y="1657752"/>
                    <a:pt x="7178103" y="1684852"/>
                    <a:pt x="7158393" y="1704560"/>
                  </a:cubicBezTo>
                  <a:cubicBezTo>
                    <a:pt x="7132116" y="1730838"/>
                    <a:pt x="7092700" y="1730838"/>
                    <a:pt x="7066422" y="1704560"/>
                  </a:cubicBezTo>
                  <a:cubicBezTo>
                    <a:pt x="7042334" y="1678282"/>
                    <a:pt x="7040145" y="1638866"/>
                    <a:pt x="7066422" y="1612588"/>
                  </a:cubicBezTo>
                  <a:cubicBezTo>
                    <a:pt x="7086130" y="1592879"/>
                    <a:pt x="7113230" y="1589184"/>
                    <a:pt x="7136632" y="1598731"/>
                  </a:cubicBezTo>
                  <a:lnTo>
                    <a:pt x="7139668" y="1600663"/>
                  </a:lnTo>
                  <a:lnTo>
                    <a:pt x="7175065" y="1565266"/>
                  </a:lnTo>
                  <a:lnTo>
                    <a:pt x="7148905" y="1538934"/>
                  </a:lnTo>
                  <a:lnTo>
                    <a:pt x="7147444" y="1542506"/>
                  </a:lnTo>
                  <a:cubicBezTo>
                    <a:pt x="7134306" y="1555645"/>
                    <a:pt x="7112407" y="1555645"/>
                    <a:pt x="7099268" y="1542506"/>
                  </a:cubicBezTo>
                  <a:cubicBezTo>
                    <a:pt x="7086130" y="1529367"/>
                    <a:pt x="7086130" y="1507469"/>
                    <a:pt x="7099268" y="1494330"/>
                  </a:cubicBezTo>
                  <a:lnTo>
                    <a:pt x="7103054" y="1492782"/>
                  </a:lnTo>
                  <a:lnTo>
                    <a:pt x="6984216" y="1373165"/>
                  </a:lnTo>
                  <a:lnTo>
                    <a:pt x="6937224" y="1420365"/>
                  </a:lnTo>
                  <a:lnTo>
                    <a:pt x="6937224" y="1743072"/>
                  </a:lnTo>
                  <a:lnTo>
                    <a:pt x="6947079" y="1747295"/>
                  </a:lnTo>
                  <a:cubicBezTo>
                    <a:pt x="6953100" y="1753317"/>
                    <a:pt x="6956932" y="1761528"/>
                    <a:pt x="6956932" y="1770288"/>
                  </a:cubicBezTo>
                  <a:cubicBezTo>
                    <a:pt x="6956932" y="1787805"/>
                    <a:pt x="6941604" y="1803134"/>
                    <a:pt x="6924085" y="1803134"/>
                  </a:cubicBezTo>
                  <a:cubicBezTo>
                    <a:pt x="6906567" y="1803134"/>
                    <a:pt x="6891238" y="1787805"/>
                    <a:pt x="6891238" y="1770288"/>
                  </a:cubicBezTo>
                  <a:cubicBezTo>
                    <a:pt x="6891238" y="1761528"/>
                    <a:pt x="6894523" y="1753317"/>
                    <a:pt x="6900270" y="1747295"/>
                  </a:cubicBezTo>
                  <a:lnTo>
                    <a:pt x="6919705" y="1739253"/>
                  </a:lnTo>
                  <a:lnTo>
                    <a:pt x="6919705" y="1437961"/>
                  </a:lnTo>
                  <a:lnTo>
                    <a:pt x="6741892" y="1616563"/>
                  </a:lnTo>
                  <a:lnTo>
                    <a:pt x="6805834" y="1680507"/>
                  </a:lnTo>
                  <a:lnTo>
                    <a:pt x="6805834" y="2065912"/>
                  </a:lnTo>
                  <a:lnTo>
                    <a:pt x="6816784" y="2070292"/>
                  </a:lnTo>
                  <a:cubicBezTo>
                    <a:pt x="6824996" y="2078503"/>
                    <a:pt x="6829923" y="2089990"/>
                    <a:pt x="6829923" y="2103083"/>
                  </a:cubicBezTo>
                  <a:cubicBezTo>
                    <a:pt x="6829923" y="2129356"/>
                    <a:pt x="6810214" y="2149063"/>
                    <a:pt x="6783936" y="2149063"/>
                  </a:cubicBezTo>
                  <a:cubicBezTo>
                    <a:pt x="6757660" y="2149063"/>
                    <a:pt x="6737951" y="2129356"/>
                    <a:pt x="6737951" y="2103083"/>
                  </a:cubicBezTo>
                  <a:cubicBezTo>
                    <a:pt x="6737951" y="2076862"/>
                    <a:pt x="6759849" y="2057152"/>
                    <a:pt x="6783936" y="2057152"/>
                  </a:cubicBezTo>
                  <a:lnTo>
                    <a:pt x="6783936" y="1689266"/>
                  </a:lnTo>
                  <a:lnTo>
                    <a:pt x="6726596" y="1631925"/>
                  </a:lnTo>
                  <a:lnTo>
                    <a:pt x="6621892" y="1737093"/>
                  </a:lnTo>
                  <a:lnTo>
                    <a:pt x="6621892" y="2214802"/>
                  </a:lnTo>
                  <a:lnTo>
                    <a:pt x="6792696" y="2385602"/>
                  </a:lnTo>
                  <a:lnTo>
                    <a:pt x="6792696" y="3045942"/>
                  </a:lnTo>
                  <a:lnTo>
                    <a:pt x="6812404" y="3054322"/>
                  </a:lnTo>
                  <a:cubicBezTo>
                    <a:pt x="6820616" y="3062800"/>
                    <a:pt x="6825543" y="3074261"/>
                    <a:pt x="6825543" y="3086345"/>
                  </a:cubicBezTo>
                  <a:cubicBezTo>
                    <a:pt x="6825543" y="3112621"/>
                    <a:pt x="6805834" y="3132330"/>
                    <a:pt x="6779556" y="3132330"/>
                  </a:cubicBezTo>
                  <a:cubicBezTo>
                    <a:pt x="6753280" y="3132330"/>
                    <a:pt x="6733571" y="3112621"/>
                    <a:pt x="6733571" y="3086345"/>
                  </a:cubicBezTo>
                  <a:cubicBezTo>
                    <a:pt x="6733571" y="3073160"/>
                    <a:pt x="6739046" y="3061701"/>
                    <a:pt x="6747531" y="3053489"/>
                  </a:cubicBezTo>
                  <a:lnTo>
                    <a:pt x="6768608" y="3044848"/>
                  </a:lnTo>
                  <a:lnTo>
                    <a:pt x="6768608" y="2396555"/>
                  </a:lnTo>
                  <a:lnTo>
                    <a:pt x="6597803" y="2225705"/>
                  </a:lnTo>
                  <a:lnTo>
                    <a:pt x="6597803" y="1774668"/>
                  </a:lnTo>
                  <a:lnTo>
                    <a:pt x="6594519" y="1782331"/>
                  </a:lnTo>
                  <a:lnTo>
                    <a:pt x="6591612" y="1783577"/>
                  </a:lnTo>
                  <a:lnTo>
                    <a:pt x="6595613" y="1793247"/>
                  </a:lnTo>
                  <a:cubicBezTo>
                    <a:pt x="6595613" y="1804744"/>
                    <a:pt x="6591233" y="1816240"/>
                    <a:pt x="6582475" y="1824999"/>
                  </a:cubicBezTo>
                  <a:cubicBezTo>
                    <a:pt x="6564955" y="1842518"/>
                    <a:pt x="6536488" y="1842518"/>
                    <a:pt x="6518970" y="1824999"/>
                  </a:cubicBezTo>
                  <a:cubicBezTo>
                    <a:pt x="6501452" y="1807481"/>
                    <a:pt x="6501452" y="1779013"/>
                    <a:pt x="6518970" y="1761495"/>
                  </a:cubicBezTo>
                  <a:lnTo>
                    <a:pt x="6541804" y="1752046"/>
                  </a:lnTo>
                  <a:lnTo>
                    <a:pt x="6548533" y="1736345"/>
                  </a:lnTo>
                  <a:lnTo>
                    <a:pt x="6571525" y="1726491"/>
                  </a:lnTo>
                  <a:lnTo>
                    <a:pt x="6571525" y="1476856"/>
                  </a:lnTo>
                  <a:lnTo>
                    <a:pt x="6451086" y="1356420"/>
                  </a:lnTo>
                  <a:lnTo>
                    <a:pt x="6451086" y="1733216"/>
                  </a:lnTo>
                  <a:lnTo>
                    <a:pt x="6499262" y="1781238"/>
                  </a:lnTo>
                  <a:lnTo>
                    <a:pt x="6499262" y="1891573"/>
                  </a:lnTo>
                  <a:lnTo>
                    <a:pt x="6575905" y="1969561"/>
                  </a:lnTo>
                  <a:lnTo>
                    <a:pt x="6575905" y="2454109"/>
                  </a:lnTo>
                  <a:lnTo>
                    <a:pt x="6592329" y="2461124"/>
                  </a:lnTo>
                  <a:cubicBezTo>
                    <a:pt x="6598351" y="2467134"/>
                    <a:pt x="6602183" y="2475352"/>
                    <a:pt x="6602183" y="2484109"/>
                  </a:cubicBezTo>
                  <a:cubicBezTo>
                    <a:pt x="6602183" y="2501626"/>
                    <a:pt x="6586853" y="2517000"/>
                    <a:pt x="6569335" y="2517000"/>
                  </a:cubicBezTo>
                  <a:cubicBezTo>
                    <a:pt x="6551816" y="2517000"/>
                    <a:pt x="6536488" y="2501626"/>
                    <a:pt x="6536488" y="2484109"/>
                  </a:cubicBezTo>
                  <a:cubicBezTo>
                    <a:pt x="6535393" y="2475352"/>
                    <a:pt x="6538679" y="2467134"/>
                    <a:pt x="6544700" y="2461124"/>
                  </a:cubicBezTo>
                  <a:lnTo>
                    <a:pt x="6560576" y="2454803"/>
                  </a:lnTo>
                  <a:lnTo>
                    <a:pt x="6560576" y="1976131"/>
                  </a:lnTo>
                  <a:lnTo>
                    <a:pt x="6499262" y="1914816"/>
                  </a:lnTo>
                  <a:lnTo>
                    <a:pt x="6499262" y="2536988"/>
                  </a:lnTo>
                  <a:lnTo>
                    <a:pt x="6522254" y="2546511"/>
                  </a:lnTo>
                  <a:cubicBezTo>
                    <a:pt x="6533752" y="2558052"/>
                    <a:pt x="6540869" y="2573887"/>
                    <a:pt x="6540869" y="2591407"/>
                  </a:cubicBezTo>
                  <a:cubicBezTo>
                    <a:pt x="6540869" y="2626477"/>
                    <a:pt x="6514590" y="2654952"/>
                    <a:pt x="6477363" y="2654952"/>
                  </a:cubicBezTo>
                  <a:cubicBezTo>
                    <a:pt x="6440137" y="2654952"/>
                    <a:pt x="6411669" y="2626477"/>
                    <a:pt x="6411669" y="2591407"/>
                  </a:cubicBezTo>
                  <a:cubicBezTo>
                    <a:pt x="6411669" y="2573887"/>
                    <a:pt x="6418786" y="2558052"/>
                    <a:pt x="6430557" y="2546511"/>
                  </a:cubicBezTo>
                  <a:lnTo>
                    <a:pt x="6453275" y="2537484"/>
                  </a:lnTo>
                  <a:lnTo>
                    <a:pt x="6453275" y="1868830"/>
                  </a:lnTo>
                  <a:lnTo>
                    <a:pt x="6433567" y="1849122"/>
                  </a:lnTo>
                  <a:lnTo>
                    <a:pt x="6433567" y="1781175"/>
                  </a:lnTo>
                  <a:lnTo>
                    <a:pt x="6361304" y="1708681"/>
                  </a:lnTo>
                  <a:lnTo>
                    <a:pt x="6361304" y="2082017"/>
                  </a:lnTo>
                  <a:lnTo>
                    <a:pt x="6377727" y="2088839"/>
                  </a:lnTo>
                  <a:cubicBezTo>
                    <a:pt x="6386487" y="2097599"/>
                    <a:pt x="6391961" y="2109682"/>
                    <a:pt x="6391961" y="2122790"/>
                  </a:cubicBezTo>
                  <a:cubicBezTo>
                    <a:pt x="6391961" y="2149063"/>
                    <a:pt x="6370063" y="2170998"/>
                    <a:pt x="6343785" y="2170998"/>
                  </a:cubicBezTo>
                  <a:cubicBezTo>
                    <a:pt x="6317507" y="2170998"/>
                    <a:pt x="6295609" y="2149063"/>
                    <a:pt x="6295609" y="2122790"/>
                  </a:cubicBezTo>
                  <a:cubicBezTo>
                    <a:pt x="6295609" y="2109682"/>
                    <a:pt x="6301084" y="2097599"/>
                    <a:pt x="6309843" y="2088839"/>
                  </a:cubicBezTo>
                  <a:lnTo>
                    <a:pt x="6326267" y="2082017"/>
                  </a:lnTo>
                  <a:lnTo>
                    <a:pt x="6326267" y="1673532"/>
                  </a:lnTo>
                  <a:lnTo>
                    <a:pt x="6153272" y="1499988"/>
                  </a:lnTo>
                  <a:lnTo>
                    <a:pt x="6153272" y="2722834"/>
                  </a:lnTo>
                  <a:lnTo>
                    <a:pt x="5923347" y="2954915"/>
                  </a:lnTo>
                  <a:lnTo>
                    <a:pt x="5923347" y="3218584"/>
                  </a:lnTo>
                  <a:lnTo>
                    <a:pt x="5939770" y="3225389"/>
                  </a:lnTo>
                  <a:cubicBezTo>
                    <a:pt x="5951266" y="3236862"/>
                    <a:pt x="5958383" y="3252765"/>
                    <a:pt x="5958383" y="3270284"/>
                  </a:cubicBezTo>
                  <a:cubicBezTo>
                    <a:pt x="5958383" y="3305319"/>
                    <a:pt x="5929916" y="3333747"/>
                    <a:pt x="5894880" y="3333747"/>
                  </a:cubicBezTo>
                  <a:cubicBezTo>
                    <a:pt x="5859846" y="3333747"/>
                    <a:pt x="5831380" y="3305319"/>
                    <a:pt x="5831380" y="3270284"/>
                  </a:cubicBezTo>
                  <a:cubicBezTo>
                    <a:pt x="5831380" y="3252765"/>
                    <a:pt x="5838495" y="3236862"/>
                    <a:pt x="5849993" y="3225389"/>
                  </a:cubicBezTo>
                  <a:lnTo>
                    <a:pt x="5877363" y="3214018"/>
                  </a:lnTo>
                  <a:lnTo>
                    <a:pt x="5877363" y="2935209"/>
                  </a:lnTo>
                  <a:lnTo>
                    <a:pt x="6107286" y="2703096"/>
                  </a:lnTo>
                  <a:lnTo>
                    <a:pt x="6107286" y="1453852"/>
                  </a:lnTo>
                  <a:lnTo>
                    <a:pt x="6105096" y="1451658"/>
                  </a:lnTo>
                  <a:lnTo>
                    <a:pt x="6105096" y="2216946"/>
                  </a:lnTo>
                  <a:lnTo>
                    <a:pt x="5967143" y="2356684"/>
                  </a:lnTo>
                  <a:lnTo>
                    <a:pt x="5967143" y="2429398"/>
                  </a:lnTo>
                  <a:lnTo>
                    <a:pt x="5934296" y="2462243"/>
                  </a:lnTo>
                  <a:lnTo>
                    <a:pt x="5934296" y="2584386"/>
                  </a:lnTo>
                  <a:lnTo>
                    <a:pt x="5948530" y="2590307"/>
                  </a:lnTo>
                  <a:cubicBezTo>
                    <a:pt x="5957288" y="2599067"/>
                    <a:pt x="5962763" y="2611150"/>
                    <a:pt x="5962763" y="2624258"/>
                  </a:cubicBezTo>
                  <a:cubicBezTo>
                    <a:pt x="5962763" y="2650529"/>
                    <a:pt x="5940865" y="2672471"/>
                    <a:pt x="5914589" y="2672471"/>
                  </a:cubicBezTo>
                  <a:cubicBezTo>
                    <a:pt x="5888311" y="2672471"/>
                    <a:pt x="5866416" y="2650529"/>
                    <a:pt x="5866416" y="2624258"/>
                  </a:cubicBezTo>
                  <a:cubicBezTo>
                    <a:pt x="5866416" y="2611150"/>
                    <a:pt x="5871890" y="2599067"/>
                    <a:pt x="5880648" y="2590307"/>
                  </a:cubicBezTo>
                  <a:lnTo>
                    <a:pt x="5901451" y="2581590"/>
                  </a:lnTo>
                  <a:lnTo>
                    <a:pt x="5901451" y="2495058"/>
                  </a:lnTo>
                  <a:lnTo>
                    <a:pt x="5629926" y="2766629"/>
                  </a:lnTo>
                  <a:lnTo>
                    <a:pt x="5629926" y="3215539"/>
                  </a:lnTo>
                  <a:lnTo>
                    <a:pt x="5651823" y="3224299"/>
                  </a:lnTo>
                  <a:cubicBezTo>
                    <a:pt x="5660036" y="3232514"/>
                    <a:pt x="5664962" y="3244005"/>
                    <a:pt x="5664962" y="3257105"/>
                  </a:cubicBezTo>
                  <a:cubicBezTo>
                    <a:pt x="5664962" y="3283390"/>
                    <a:pt x="5645252" y="3303130"/>
                    <a:pt x="5618976" y="3303130"/>
                  </a:cubicBezTo>
                  <a:cubicBezTo>
                    <a:pt x="5592701" y="3303130"/>
                    <a:pt x="5572994" y="3283390"/>
                    <a:pt x="5572994" y="3257105"/>
                  </a:cubicBezTo>
                  <a:cubicBezTo>
                    <a:pt x="5572994" y="3244005"/>
                    <a:pt x="5578468" y="3232514"/>
                    <a:pt x="5586952" y="3224299"/>
                  </a:cubicBezTo>
                  <a:lnTo>
                    <a:pt x="5608029" y="3215649"/>
                  </a:lnTo>
                  <a:lnTo>
                    <a:pt x="5608029" y="2757872"/>
                  </a:lnTo>
                  <a:lnTo>
                    <a:pt x="5731169" y="2634686"/>
                  </a:lnTo>
                  <a:lnTo>
                    <a:pt x="5708756" y="2643996"/>
                  </a:lnTo>
                  <a:cubicBezTo>
                    <a:pt x="5691237" y="2643996"/>
                    <a:pt x="5675908" y="2628675"/>
                    <a:pt x="5675908" y="2611150"/>
                  </a:cubicBezTo>
                  <a:cubicBezTo>
                    <a:pt x="5675908" y="2602387"/>
                    <a:pt x="5679740" y="2594184"/>
                    <a:pt x="5685764" y="2588119"/>
                  </a:cubicBezTo>
                  <a:lnTo>
                    <a:pt x="5699999" y="2582024"/>
                  </a:lnTo>
                  <a:lnTo>
                    <a:pt x="5699999" y="2243230"/>
                  </a:lnTo>
                  <a:lnTo>
                    <a:pt x="5945246" y="2000160"/>
                  </a:lnTo>
                  <a:lnTo>
                    <a:pt x="5945246" y="1498754"/>
                  </a:lnTo>
                  <a:lnTo>
                    <a:pt x="5923347" y="1489996"/>
                  </a:lnTo>
                  <a:cubicBezTo>
                    <a:pt x="5915136" y="1481784"/>
                    <a:pt x="5910209" y="1470286"/>
                    <a:pt x="5910209" y="1457146"/>
                  </a:cubicBezTo>
                  <a:cubicBezTo>
                    <a:pt x="5910209" y="1444011"/>
                    <a:pt x="5915136" y="1432512"/>
                    <a:pt x="5923347" y="1424300"/>
                  </a:cubicBezTo>
                  <a:lnTo>
                    <a:pt x="5951814" y="1412913"/>
                  </a:lnTo>
                  <a:lnTo>
                    <a:pt x="5951814" y="1312426"/>
                  </a:lnTo>
                  <a:lnTo>
                    <a:pt x="5933474" y="1305782"/>
                  </a:lnTo>
                  <a:cubicBezTo>
                    <a:pt x="5927180" y="1300029"/>
                    <a:pt x="5923347" y="1291820"/>
                    <a:pt x="5923347" y="1281963"/>
                  </a:cubicBezTo>
                  <a:lnTo>
                    <a:pt x="5927420" y="1273410"/>
                  </a:lnTo>
                  <a:lnTo>
                    <a:pt x="5767879" y="1113352"/>
                  </a:lnTo>
                  <a:lnTo>
                    <a:pt x="5767879" y="673220"/>
                  </a:lnTo>
                  <a:lnTo>
                    <a:pt x="5638685" y="544021"/>
                  </a:lnTo>
                  <a:lnTo>
                    <a:pt x="5638685" y="138902"/>
                  </a:lnTo>
                  <a:close/>
                  <a:moveTo>
                    <a:pt x="9221193" y="113203"/>
                  </a:moveTo>
                  <a:lnTo>
                    <a:pt x="9138897" y="195778"/>
                  </a:lnTo>
                  <a:lnTo>
                    <a:pt x="9157690" y="195778"/>
                  </a:lnTo>
                  <a:lnTo>
                    <a:pt x="9221193" y="132276"/>
                  </a:lnTo>
                  <a:close/>
                  <a:moveTo>
                    <a:pt x="2962801" y="112612"/>
                  </a:moveTo>
                  <a:lnTo>
                    <a:pt x="2962801" y="145453"/>
                  </a:lnTo>
                  <a:lnTo>
                    <a:pt x="3076671" y="259325"/>
                  </a:lnTo>
                  <a:lnTo>
                    <a:pt x="3516819" y="259325"/>
                  </a:lnTo>
                  <a:lnTo>
                    <a:pt x="3829955" y="572467"/>
                  </a:lnTo>
                  <a:lnTo>
                    <a:pt x="3829955" y="833053"/>
                  </a:lnTo>
                  <a:lnTo>
                    <a:pt x="3925090" y="833053"/>
                  </a:lnTo>
                  <a:lnTo>
                    <a:pt x="3926298" y="508966"/>
                  </a:lnTo>
                  <a:lnTo>
                    <a:pt x="3866171" y="448836"/>
                  </a:lnTo>
                  <a:lnTo>
                    <a:pt x="3855954" y="450654"/>
                  </a:lnTo>
                  <a:cubicBezTo>
                    <a:pt x="3843635" y="450380"/>
                    <a:pt x="3831046" y="445452"/>
                    <a:pt x="3821192" y="436693"/>
                  </a:cubicBezTo>
                  <a:cubicBezTo>
                    <a:pt x="3812432" y="426839"/>
                    <a:pt x="3808054" y="414247"/>
                    <a:pt x="3808054" y="401930"/>
                  </a:cubicBezTo>
                  <a:lnTo>
                    <a:pt x="3811238" y="393899"/>
                  </a:lnTo>
                  <a:lnTo>
                    <a:pt x="3529963" y="112612"/>
                  </a:lnTo>
                  <a:close/>
                  <a:moveTo>
                    <a:pt x="2929960" y="112612"/>
                  </a:moveTo>
                  <a:lnTo>
                    <a:pt x="2945279" y="127935"/>
                  </a:lnTo>
                  <a:lnTo>
                    <a:pt x="2945279" y="112612"/>
                  </a:lnTo>
                  <a:close/>
                  <a:moveTo>
                    <a:pt x="2750390" y="112612"/>
                  </a:moveTo>
                  <a:lnTo>
                    <a:pt x="2750390" y="259325"/>
                  </a:lnTo>
                  <a:lnTo>
                    <a:pt x="3004408" y="259325"/>
                  </a:lnTo>
                  <a:lnTo>
                    <a:pt x="2945279" y="200199"/>
                  </a:lnTo>
                  <a:lnTo>
                    <a:pt x="2945279" y="160205"/>
                  </a:lnTo>
                  <a:lnTo>
                    <a:pt x="2897529" y="112612"/>
                  </a:lnTo>
                  <a:close/>
                  <a:moveTo>
                    <a:pt x="2520483" y="112612"/>
                  </a:moveTo>
                  <a:lnTo>
                    <a:pt x="2667512" y="259325"/>
                  </a:lnTo>
                  <a:lnTo>
                    <a:pt x="2715352" y="259325"/>
                  </a:lnTo>
                  <a:lnTo>
                    <a:pt x="2715352" y="112612"/>
                  </a:lnTo>
                  <a:close/>
                  <a:moveTo>
                    <a:pt x="2465191" y="112612"/>
                  </a:moveTo>
                  <a:lnTo>
                    <a:pt x="2465713" y="113139"/>
                  </a:lnTo>
                  <a:lnTo>
                    <a:pt x="2465713" y="112612"/>
                  </a:lnTo>
                  <a:close/>
                  <a:moveTo>
                    <a:pt x="2347460" y="112612"/>
                  </a:moveTo>
                  <a:lnTo>
                    <a:pt x="2347460" y="213337"/>
                  </a:lnTo>
                  <a:lnTo>
                    <a:pt x="2612434" y="478309"/>
                  </a:lnTo>
                  <a:lnTo>
                    <a:pt x="2642409" y="478309"/>
                  </a:lnTo>
                  <a:lnTo>
                    <a:pt x="2649660" y="460789"/>
                  </a:lnTo>
                  <a:cubicBezTo>
                    <a:pt x="2667179" y="443270"/>
                    <a:pt x="2695647" y="443270"/>
                    <a:pt x="2713166" y="460789"/>
                  </a:cubicBezTo>
                  <a:cubicBezTo>
                    <a:pt x="2721928" y="469549"/>
                    <a:pt x="2726306" y="481045"/>
                    <a:pt x="2726306" y="492541"/>
                  </a:cubicBezTo>
                  <a:lnTo>
                    <a:pt x="2714524" y="521014"/>
                  </a:lnTo>
                  <a:lnTo>
                    <a:pt x="2755272" y="561516"/>
                  </a:lnTo>
                  <a:lnTo>
                    <a:pt x="2848832" y="561516"/>
                  </a:lnTo>
                  <a:lnTo>
                    <a:pt x="2853311" y="550566"/>
                  </a:lnTo>
                  <a:cubicBezTo>
                    <a:pt x="2859880" y="543996"/>
                    <a:pt x="2868637" y="540711"/>
                    <a:pt x="2877398" y="540711"/>
                  </a:cubicBezTo>
                  <a:lnTo>
                    <a:pt x="2894073" y="547533"/>
                  </a:lnTo>
                  <a:lnTo>
                    <a:pt x="2638706" y="292171"/>
                  </a:lnTo>
                  <a:lnTo>
                    <a:pt x="2597101" y="292171"/>
                  </a:lnTo>
                  <a:lnTo>
                    <a:pt x="2417541" y="112612"/>
                  </a:lnTo>
                  <a:close/>
                  <a:moveTo>
                    <a:pt x="6733571" y="79462"/>
                  </a:moveTo>
                  <a:lnTo>
                    <a:pt x="6707913" y="105306"/>
                  </a:lnTo>
                  <a:lnTo>
                    <a:pt x="6713863" y="119190"/>
                  </a:lnTo>
                  <a:cubicBezTo>
                    <a:pt x="6713863" y="127949"/>
                    <a:pt x="6710031" y="136161"/>
                    <a:pt x="6704009" y="142183"/>
                  </a:cubicBezTo>
                  <a:lnTo>
                    <a:pt x="6689775" y="148283"/>
                  </a:lnTo>
                  <a:lnTo>
                    <a:pt x="6689775" y="876867"/>
                  </a:lnTo>
                  <a:lnTo>
                    <a:pt x="6712861" y="853782"/>
                  </a:lnTo>
                  <a:lnTo>
                    <a:pt x="6710579" y="852781"/>
                  </a:lnTo>
                  <a:cubicBezTo>
                    <a:pt x="6699082" y="840737"/>
                    <a:pt x="6691965" y="824312"/>
                    <a:pt x="6691965" y="806794"/>
                  </a:cubicBezTo>
                  <a:cubicBezTo>
                    <a:pt x="6691965" y="789275"/>
                    <a:pt x="6699082" y="773399"/>
                    <a:pt x="6710579" y="761903"/>
                  </a:cubicBezTo>
                  <a:lnTo>
                    <a:pt x="6733571" y="752369"/>
                  </a:lnTo>
                  <a:close/>
                  <a:moveTo>
                    <a:pt x="5616786" y="52405"/>
                  </a:moveTo>
                  <a:lnTo>
                    <a:pt x="5616786" y="95106"/>
                  </a:lnTo>
                  <a:lnTo>
                    <a:pt x="5638685" y="117005"/>
                  </a:lnTo>
                  <a:lnTo>
                    <a:pt x="5638685" y="74961"/>
                  </a:lnTo>
                  <a:lnTo>
                    <a:pt x="5623355" y="68830"/>
                  </a:lnTo>
                  <a:close/>
                  <a:moveTo>
                    <a:pt x="9764597" y="51258"/>
                  </a:moveTo>
                  <a:lnTo>
                    <a:pt x="9586890" y="230816"/>
                  </a:lnTo>
                  <a:lnTo>
                    <a:pt x="9545292" y="230816"/>
                  </a:lnTo>
                  <a:lnTo>
                    <a:pt x="9293644" y="482465"/>
                  </a:lnTo>
                  <a:lnTo>
                    <a:pt x="9306595" y="477166"/>
                  </a:lnTo>
                  <a:cubicBezTo>
                    <a:pt x="9315354" y="477166"/>
                    <a:pt x="9324113" y="480452"/>
                    <a:pt x="9330683" y="487021"/>
                  </a:cubicBezTo>
                  <a:lnTo>
                    <a:pt x="9336059" y="500162"/>
                  </a:lnTo>
                  <a:lnTo>
                    <a:pt x="9424853" y="500162"/>
                  </a:lnTo>
                  <a:lnTo>
                    <a:pt x="9466720" y="458295"/>
                  </a:lnTo>
                  <a:lnTo>
                    <a:pt x="9455503" y="431188"/>
                  </a:lnTo>
                  <a:cubicBezTo>
                    <a:pt x="9455503" y="419691"/>
                    <a:pt x="9459883" y="408195"/>
                    <a:pt x="9468642" y="399436"/>
                  </a:cubicBezTo>
                  <a:cubicBezTo>
                    <a:pt x="9486160" y="381917"/>
                    <a:pt x="9514628" y="381917"/>
                    <a:pt x="9532146" y="399436"/>
                  </a:cubicBezTo>
                  <a:lnTo>
                    <a:pt x="9538490" y="414767"/>
                  </a:lnTo>
                  <a:lnTo>
                    <a:pt x="9573744" y="414767"/>
                  </a:lnTo>
                  <a:lnTo>
                    <a:pt x="9836528" y="151983"/>
                  </a:lnTo>
                  <a:lnTo>
                    <a:pt x="9836528" y="51258"/>
                  </a:lnTo>
                  <a:close/>
                  <a:moveTo>
                    <a:pt x="9466452" y="51258"/>
                  </a:moveTo>
                  <a:lnTo>
                    <a:pt x="9466452" y="195778"/>
                  </a:lnTo>
                  <a:lnTo>
                    <a:pt x="9516495" y="195778"/>
                  </a:lnTo>
                  <a:lnTo>
                    <a:pt x="9661323" y="51258"/>
                  </a:lnTo>
                  <a:close/>
                  <a:moveTo>
                    <a:pt x="9282929" y="51258"/>
                  </a:moveTo>
                  <a:lnTo>
                    <a:pt x="9238711" y="95625"/>
                  </a:lnTo>
                  <a:lnTo>
                    <a:pt x="9238711" y="138844"/>
                  </a:lnTo>
                  <a:lnTo>
                    <a:pt x="9181777" y="195778"/>
                  </a:lnTo>
                  <a:lnTo>
                    <a:pt x="9433605" y="195778"/>
                  </a:lnTo>
                  <a:lnTo>
                    <a:pt x="9433605" y="51258"/>
                  </a:lnTo>
                  <a:close/>
                  <a:moveTo>
                    <a:pt x="9238711" y="51258"/>
                  </a:moveTo>
                  <a:lnTo>
                    <a:pt x="9238711" y="64900"/>
                  </a:lnTo>
                  <a:lnTo>
                    <a:pt x="9252306" y="51258"/>
                  </a:lnTo>
                  <a:close/>
                  <a:moveTo>
                    <a:pt x="8654032" y="51258"/>
                  </a:moveTo>
                  <a:lnTo>
                    <a:pt x="8372766" y="332525"/>
                  </a:lnTo>
                  <a:lnTo>
                    <a:pt x="8375380" y="338384"/>
                  </a:lnTo>
                  <a:cubicBezTo>
                    <a:pt x="8375380" y="350702"/>
                    <a:pt x="8370453" y="363293"/>
                    <a:pt x="8360599" y="373148"/>
                  </a:cubicBezTo>
                  <a:cubicBezTo>
                    <a:pt x="8351840" y="381907"/>
                    <a:pt x="8339796" y="386834"/>
                    <a:pt x="8327477" y="387107"/>
                  </a:cubicBezTo>
                  <a:lnTo>
                    <a:pt x="8319559" y="385731"/>
                  </a:lnTo>
                  <a:lnTo>
                    <a:pt x="8257677" y="447613"/>
                  </a:lnTo>
                  <a:lnTo>
                    <a:pt x="8257677" y="769509"/>
                  </a:lnTo>
                  <a:lnTo>
                    <a:pt x="8353149" y="769509"/>
                  </a:lnTo>
                  <a:lnTo>
                    <a:pt x="8351839" y="508921"/>
                  </a:lnTo>
                  <a:lnTo>
                    <a:pt x="8664982" y="195778"/>
                  </a:lnTo>
                  <a:lnTo>
                    <a:pt x="9108279" y="195778"/>
                  </a:lnTo>
                  <a:lnTo>
                    <a:pt x="9221193" y="82477"/>
                  </a:lnTo>
                  <a:lnTo>
                    <a:pt x="9221193" y="51258"/>
                  </a:lnTo>
                  <a:close/>
                  <a:moveTo>
                    <a:pt x="6921894" y="9991"/>
                  </a:moveTo>
                  <a:lnTo>
                    <a:pt x="6882478" y="49119"/>
                  </a:lnTo>
                  <a:lnTo>
                    <a:pt x="6882478" y="674046"/>
                  </a:lnTo>
                  <a:lnTo>
                    <a:pt x="6894522" y="679782"/>
                  </a:lnTo>
                  <a:cubicBezTo>
                    <a:pt x="6900544" y="686351"/>
                    <a:pt x="6904376" y="695110"/>
                    <a:pt x="6904376" y="703869"/>
                  </a:cubicBezTo>
                  <a:lnTo>
                    <a:pt x="6896204" y="722940"/>
                  </a:lnTo>
                  <a:lnTo>
                    <a:pt x="6910146" y="728710"/>
                  </a:lnTo>
                  <a:lnTo>
                    <a:pt x="6921894" y="716962"/>
                  </a:lnTo>
                  <a:close/>
                  <a:moveTo>
                    <a:pt x="6078819" y="9567"/>
                  </a:moveTo>
                  <a:lnTo>
                    <a:pt x="6065681" y="22842"/>
                  </a:lnTo>
                  <a:lnTo>
                    <a:pt x="6065681" y="112625"/>
                  </a:lnTo>
                  <a:lnTo>
                    <a:pt x="6078819" y="125763"/>
                  </a:lnTo>
                  <a:close/>
                  <a:moveTo>
                    <a:pt x="5616786" y="5327"/>
                  </a:moveTo>
                  <a:lnTo>
                    <a:pt x="5616786" y="19561"/>
                  </a:lnTo>
                  <a:lnTo>
                    <a:pt x="5620852" y="9393"/>
                  </a:lnTo>
                  <a:close/>
                  <a:moveTo>
                    <a:pt x="7368615" y="0"/>
                  </a:moveTo>
                  <a:lnTo>
                    <a:pt x="7390513" y="0"/>
                  </a:lnTo>
                  <a:lnTo>
                    <a:pt x="7390513" y="307520"/>
                  </a:lnTo>
                  <a:lnTo>
                    <a:pt x="7412411" y="316279"/>
                  </a:lnTo>
                  <a:cubicBezTo>
                    <a:pt x="7420623" y="324491"/>
                    <a:pt x="7425550" y="335988"/>
                    <a:pt x="7425550" y="349127"/>
                  </a:cubicBezTo>
                  <a:cubicBezTo>
                    <a:pt x="7425550" y="375405"/>
                    <a:pt x="7405842" y="395112"/>
                    <a:pt x="7379564" y="395112"/>
                  </a:cubicBezTo>
                  <a:cubicBezTo>
                    <a:pt x="7353287" y="395112"/>
                    <a:pt x="7333579" y="375405"/>
                    <a:pt x="7333579" y="349127"/>
                  </a:cubicBezTo>
                  <a:cubicBezTo>
                    <a:pt x="7333579" y="335988"/>
                    <a:pt x="7338506" y="324491"/>
                    <a:pt x="7346718" y="316279"/>
                  </a:cubicBezTo>
                  <a:lnTo>
                    <a:pt x="7368615" y="307520"/>
                  </a:lnTo>
                  <a:close/>
                  <a:moveTo>
                    <a:pt x="798334" y="0"/>
                  </a:moveTo>
                  <a:lnTo>
                    <a:pt x="831295" y="0"/>
                  </a:lnTo>
                  <a:lnTo>
                    <a:pt x="1957653" y="1124333"/>
                  </a:lnTo>
                  <a:lnTo>
                    <a:pt x="1957669" y="1124294"/>
                  </a:lnTo>
                  <a:lnTo>
                    <a:pt x="1959858" y="1124294"/>
                  </a:lnTo>
                  <a:cubicBezTo>
                    <a:pt x="1977378" y="1106778"/>
                    <a:pt x="2005845" y="1106778"/>
                    <a:pt x="2023363" y="1124294"/>
                  </a:cubicBezTo>
                  <a:lnTo>
                    <a:pt x="2035143" y="1152764"/>
                  </a:lnTo>
                  <a:lnTo>
                    <a:pt x="2633122" y="1152764"/>
                  </a:lnTo>
                  <a:lnTo>
                    <a:pt x="2643089" y="1128674"/>
                  </a:lnTo>
                  <a:cubicBezTo>
                    <a:pt x="2660608" y="1111155"/>
                    <a:pt x="2689080" y="1111155"/>
                    <a:pt x="2706597" y="1128674"/>
                  </a:cubicBezTo>
                  <a:cubicBezTo>
                    <a:pt x="2715358" y="1137433"/>
                    <a:pt x="2719738" y="1148930"/>
                    <a:pt x="2719738" y="1160426"/>
                  </a:cubicBezTo>
                  <a:lnTo>
                    <a:pt x="2711082" y="1181336"/>
                  </a:lnTo>
                  <a:lnTo>
                    <a:pt x="3059154" y="1529410"/>
                  </a:lnTo>
                  <a:lnTo>
                    <a:pt x="3059154" y="1267527"/>
                  </a:lnTo>
                  <a:lnTo>
                    <a:pt x="2887723" y="1095284"/>
                  </a:lnTo>
                  <a:lnTo>
                    <a:pt x="2873018" y="1101302"/>
                  </a:lnTo>
                  <a:cubicBezTo>
                    <a:pt x="2864260" y="1101302"/>
                    <a:pt x="2855499" y="1098015"/>
                    <a:pt x="2848931" y="1091447"/>
                  </a:cubicBezTo>
                  <a:lnTo>
                    <a:pt x="2843555" y="1078310"/>
                  </a:lnTo>
                  <a:lnTo>
                    <a:pt x="2393544" y="1078310"/>
                  </a:lnTo>
                  <a:lnTo>
                    <a:pt x="2389065" y="1089258"/>
                  </a:lnTo>
                  <a:cubicBezTo>
                    <a:pt x="2375929" y="1102396"/>
                    <a:pt x="2354029" y="1102396"/>
                    <a:pt x="2340889" y="1089258"/>
                  </a:cubicBezTo>
                  <a:cubicBezTo>
                    <a:pt x="2334319" y="1082688"/>
                    <a:pt x="2331036" y="1073930"/>
                    <a:pt x="2331036" y="1065171"/>
                  </a:cubicBezTo>
                  <a:lnTo>
                    <a:pt x="2333896" y="1058178"/>
                  </a:lnTo>
                  <a:lnTo>
                    <a:pt x="1445251" y="169542"/>
                  </a:lnTo>
                  <a:lnTo>
                    <a:pt x="1445251" y="0"/>
                  </a:lnTo>
                  <a:lnTo>
                    <a:pt x="1460578" y="0"/>
                  </a:lnTo>
                  <a:lnTo>
                    <a:pt x="1460578" y="162972"/>
                  </a:lnTo>
                  <a:lnTo>
                    <a:pt x="2340875" y="1041119"/>
                  </a:lnTo>
                  <a:lnTo>
                    <a:pt x="2340889" y="1041082"/>
                  </a:lnTo>
                  <a:cubicBezTo>
                    <a:pt x="2354029" y="1027944"/>
                    <a:pt x="2375929" y="1027944"/>
                    <a:pt x="2389065" y="1041082"/>
                  </a:cubicBezTo>
                  <a:lnTo>
                    <a:pt x="2398026" y="1062980"/>
                  </a:lnTo>
                  <a:lnTo>
                    <a:pt x="2840869" y="1062980"/>
                  </a:lnTo>
                  <a:lnTo>
                    <a:pt x="2848931" y="1043272"/>
                  </a:lnTo>
                  <a:cubicBezTo>
                    <a:pt x="2862070" y="1030133"/>
                    <a:pt x="2883968" y="1030133"/>
                    <a:pt x="2897106" y="1043272"/>
                  </a:cubicBezTo>
                  <a:cubicBezTo>
                    <a:pt x="2903676" y="1049841"/>
                    <a:pt x="2906962" y="1058599"/>
                    <a:pt x="2906962" y="1067358"/>
                  </a:cubicBezTo>
                  <a:lnTo>
                    <a:pt x="2899649" y="1085232"/>
                  </a:lnTo>
                  <a:lnTo>
                    <a:pt x="3059154" y="1244740"/>
                  </a:lnTo>
                  <a:lnTo>
                    <a:pt x="3059154" y="1168394"/>
                  </a:lnTo>
                  <a:lnTo>
                    <a:pt x="3037256" y="1159332"/>
                  </a:lnTo>
                  <a:cubicBezTo>
                    <a:pt x="3028496" y="1150573"/>
                    <a:pt x="3024119" y="1139077"/>
                    <a:pt x="3024119" y="1127579"/>
                  </a:cubicBezTo>
                  <a:lnTo>
                    <a:pt x="3032769" y="1106670"/>
                  </a:lnTo>
                  <a:lnTo>
                    <a:pt x="2505124" y="579035"/>
                  </a:lnTo>
                  <a:lnTo>
                    <a:pt x="2437243" y="579035"/>
                  </a:lnTo>
                  <a:lnTo>
                    <a:pt x="2359245" y="500206"/>
                  </a:lnTo>
                  <a:lnTo>
                    <a:pt x="2089063" y="500206"/>
                  </a:lnTo>
                  <a:lnTo>
                    <a:pt x="1855604" y="266749"/>
                  </a:lnTo>
                  <a:lnTo>
                    <a:pt x="1847082" y="270275"/>
                  </a:lnTo>
                  <a:cubicBezTo>
                    <a:pt x="1835586" y="270275"/>
                    <a:pt x="1824090" y="265895"/>
                    <a:pt x="1815331" y="257135"/>
                  </a:cubicBezTo>
                  <a:cubicBezTo>
                    <a:pt x="1797812" y="239618"/>
                    <a:pt x="1797812" y="211149"/>
                    <a:pt x="1815331" y="193631"/>
                  </a:cubicBezTo>
                  <a:cubicBezTo>
                    <a:pt x="1832850" y="176112"/>
                    <a:pt x="1861317" y="176112"/>
                    <a:pt x="1878835" y="193631"/>
                  </a:cubicBezTo>
                  <a:cubicBezTo>
                    <a:pt x="1896354" y="211149"/>
                    <a:pt x="1896354" y="239618"/>
                    <a:pt x="1878835" y="257135"/>
                  </a:cubicBezTo>
                  <a:lnTo>
                    <a:pt x="1877286" y="257776"/>
                  </a:lnTo>
                  <a:lnTo>
                    <a:pt x="2097822" y="478309"/>
                  </a:lnTo>
                  <a:lnTo>
                    <a:pt x="2337576" y="478309"/>
                  </a:lnTo>
                  <a:lnTo>
                    <a:pt x="2266592" y="406570"/>
                  </a:lnTo>
                  <a:lnTo>
                    <a:pt x="2259864" y="409321"/>
                  </a:lnTo>
                  <a:cubicBezTo>
                    <a:pt x="2251106" y="409321"/>
                    <a:pt x="2242345" y="406036"/>
                    <a:pt x="2235776" y="399468"/>
                  </a:cubicBezTo>
                  <a:cubicBezTo>
                    <a:pt x="2222635" y="386330"/>
                    <a:pt x="2222635" y="364430"/>
                    <a:pt x="2235776" y="351292"/>
                  </a:cubicBezTo>
                  <a:cubicBezTo>
                    <a:pt x="2242345" y="344723"/>
                    <a:pt x="2251106" y="341438"/>
                    <a:pt x="2259864" y="341438"/>
                  </a:cubicBezTo>
                  <a:lnTo>
                    <a:pt x="2272833" y="346742"/>
                  </a:lnTo>
                  <a:lnTo>
                    <a:pt x="1942342" y="16259"/>
                  </a:lnTo>
                  <a:lnTo>
                    <a:pt x="1942342" y="0"/>
                  </a:lnTo>
                  <a:lnTo>
                    <a:pt x="1964240" y="0"/>
                  </a:lnTo>
                  <a:lnTo>
                    <a:pt x="1964240" y="5310"/>
                  </a:lnTo>
                  <a:lnTo>
                    <a:pt x="2437245" y="478309"/>
                  </a:lnTo>
                  <a:lnTo>
                    <a:pt x="2588344" y="478309"/>
                  </a:lnTo>
                  <a:lnTo>
                    <a:pt x="2329940" y="219906"/>
                  </a:lnTo>
                  <a:lnTo>
                    <a:pt x="2329940" y="112612"/>
                  </a:lnTo>
                  <a:lnTo>
                    <a:pt x="2303668" y="112612"/>
                  </a:lnTo>
                  <a:lnTo>
                    <a:pt x="2191054" y="0"/>
                  </a:lnTo>
                  <a:lnTo>
                    <a:pt x="2254560" y="0"/>
                  </a:lnTo>
                  <a:lnTo>
                    <a:pt x="2323376" y="68815"/>
                  </a:lnTo>
                  <a:lnTo>
                    <a:pt x="2329940" y="68803"/>
                  </a:lnTo>
                  <a:lnTo>
                    <a:pt x="2329940" y="0"/>
                  </a:lnTo>
                  <a:lnTo>
                    <a:pt x="2347460" y="0"/>
                  </a:lnTo>
                  <a:lnTo>
                    <a:pt x="2347460" y="68771"/>
                  </a:lnTo>
                  <a:lnTo>
                    <a:pt x="2384688" y="68704"/>
                  </a:lnTo>
                  <a:lnTo>
                    <a:pt x="2384688" y="0"/>
                  </a:lnTo>
                  <a:lnTo>
                    <a:pt x="2419723" y="0"/>
                  </a:lnTo>
                  <a:lnTo>
                    <a:pt x="2419723" y="66620"/>
                  </a:lnTo>
                  <a:lnTo>
                    <a:pt x="2421716" y="68639"/>
                  </a:lnTo>
                  <a:lnTo>
                    <a:pt x="2465713" y="68560"/>
                  </a:lnTo>
                  <a:lnTo>
                    <a:pt x="2465713" y="0"/>
                  </a:lnTo>
                  <a:lnTo>
                    <a:pt x="2509509" y="0"/>
                  </a:lnTo>
                  <a:lnTo>
                    <a:pt x="2509509" y="68481"/>
                  </a:lnTo>
                  <a:lnTo>
                    <a:pt x="2715352" y="68114"/>
                  </a:lnTo>
                  <a:lnTo>
                    <a:pt x="2715352" y="0"/>
                  </a:lnTo>
                  <a:lnTo>
                    <a:pt x="2750390" y="0"/>
                  </a:lnTo>
                  <a:lnTo>
                    <a:pt x="2750390" y="68050"/>
                  </a:lnTo>
                  <a:lnTo>
                    <a:pt x="2852635" y="67868"/>
                  </a:lnTo>
                  <a:lnTo>
                    <a:pt x="2784536" y="0"/>
                  </a:lnTo>
                  <a:lnTo>
                    <a:pt x="2817349" y="0"/>
                  </a:lnTo>
                  <a:lnTo>
                    <a:pt x="2885159" y="67810"/>
                  </a:lnTo>
                  <a:lnTo>
                    <a:pt x="2945279" y="67702"/>
                  </a:lnTo>
                  <a:lnTo>
                    <a:pt x="2945279" y="0"/>
                  </a:lnTo>
                  <a:lnTo>
                    <a:pt x="2962801" y="0"/>
                  </a:lnTo>
                  <a:lnTo>
                    <a:pt x="2962801" y="67671"/>
                  </a:lnTo>
                  <a:lnTo>
                    <a:pt x="3498242" y="66713"/>
                  </a:lnTo>
                  <a:lnTo>
                    <a:pt x="3431309" y="0"/>
                  </a:lnTo>
                  <a:lnTo>
                    <a:pt x="3478667" y="0"/>
                  </a:lnTo>
                  <a:lnTo>
                    <a:pt x="3545295" y="66628"/>
                  </a:lnTo>
                  <a:lnTo>
                    <a:pt x="3547483" y="66624"/>
                  </a:lnTo>
                  <a:lnTo>
                    <a:pt x="3841845" y="361003"/>
                  </a:lnTo>
                  <a:lnTo>
                    <a:pt x="3855954" y="355670"/>
                  </a:lnTo>
                  <a:cubicBezTo>
                    <a:pt x="3868271" y="355670"/>
                    <a:pt x="3880314" y="360050"/>
                    <a:pt x="3889071" y="368809"/>
                  </a:cubicBezTo>
                  <a:cubicBezTo>
                    <a:pt x="3897831" y="378664"/>
                    <a:pt x="3902210" y="391255"/>
                    <a:pt x="3902210" y="403572"/>
                  </a:cubicBezTo>
                  <a:lnTo>
                    <a:pt x="3897153" y="416318"/>
                  </a:lnTo>
                  <a:lnTo>
                    <a:pt x="3970092" y="489259"/>
                  </a:lnTo>
                  <a:lnTo>
                    <a:pt x="3970092" y="833053"/>
                  </a:lnTo>
                  <a:lnTo>
                    <a:pt x="4121683" y="833053"/>
                  </a:lnTo>
                  <a:lnTo>
                    <a:pt x="4007319" y="719183"/>
                  </a:lnTo>
                  <a:lnTo>
                    <a:pt x="4007319" y="381952"/>
                  </a:lnTo>
                  <a:lnTo>
                    <a:pt x="3625382" y="0"/>
                  </a:lnTo>
                  <a:lnTo>
                    <a:pt x="3651136" y="0"/>
                  </a:lnTo>
                  <a:lnTo>
                    <a:pt x="4007319" y="357258"/>
                  </a:lnTo>
                  <a:lnTo>
                    <a:pt x="4007319" y="326762"/>
                  </a:lnTo>
                  <a:lnTo>
                    <a:pt x="4005130" y="327208"/>
                  </a:lnTo>
                  <a:cubicBezTo>
                    <a:pt x="3988707" y="327208"/>
                    <a:pt x="3972281" y="320638"/>
                    <a:pt x="3959143" y="307499"/>
                  </a:cubicBezTo>
                  <a:cubicBezTo>
                    <a:pt x="3939434" y="287792"/>
                    <a:pt x="3934507" y="259460"/>
                    <a:pt x="3944361" y="236365"/>
                  </a:cubicBezTo>
                  <a:lnTo>
                    <a:pt x="3947327" y="232184"/>
                  </a:lnTo>
                  <a:lnTo>
                    <a:pt x="3715154" y="0"/>
                  </a:lnTo>
                  <a:lnTo>
                    <a:pt x="3777067" y="0"/>
                  </a:lnTo>
                  <a:lnTo>
                    <a:pt x="3979319" y="202749"/>
                  </a:lnTo>
                  <a:lnTo>
                    <a:pt x="3982137" y="200746"/>
                  </a:lnTo>
                  <a:lnTo>
                    <a:pt x="4007319" y="198185"/>
                  </a:lnTo>
                  <a:lnTo>
                    <a:pt x="4007319" y="136392"/>
                  </a:lnTo>
                  <a:lnTo>
                    <a:pt x="3991989" y="130122"/>
                  </a:lnTo>
                  <a:cubicBezTo>
                    <a:pt x="3985421" y="123553"/>
                    <a:pt x="3982137" y="114793"/>
                    <a:pt x="3982137" y="106034"/>
                  </a:cubicBezTo>
                  <a:lnTo>
                    <a:pt x="3988177" y="91273"/>
                  </a:lnTo>
                  <a:lnTo>
                    <a:pt x="3896907" y="0"/>
                  </a:lnTo>
                  <a:lnTo>
                    <a:pt x="3922706" y="0"/>
                  </a:lnTo>
                  <a:lnTo>
                    <a:pt x="4001236" y="78164"/>
                  </a:lnTo>
                  <a:lnTo>
                    <a:pt x="4016079" y="72091"/>
                  </a:lnTo>
                  <a:cubicBezTo>
                    <a:pt x="4024840" y="72091"/>
                    <a:pt x="4033598" y="75376"/>
                    <a:pt x="4040167" y="81947"/>
                  </a:cubicBezTo>
                  <a:cubicBezTo>
                    <a:pt x="4053308" y="95085"/>
                    <a:pt x="4053308" y="116982"/>
                    <a:pt x="4040167" y="130122"/>
                  </a:cubicBezTo>
                  <a:lnTo>
                    <a:pt x="4024839" y="136393"/>
                  </a:lnTo>
                  <a:lnTo>
                    <a:pt x="4024839" y="200652"/>
                  </a:lnTo>
                  <a:lnTo>
                    <a:pt x="4051117" y="215528"/>
                  </a:lnTo>
                  <a:cubicBezTo>
                    <a:pt x="4075205" y="241805"/>
                    <a:pt x="4075205" y="283412"/>
                    <a:pt x="4051117" y="307499"/>
                  </a:cubicBezTo>
                  <a:cubicBezTo>
                    <a:pt x="4044546" y="314069"/>
                    <a:pt x="4037157" y="318996"/>
                    <a:pt x="4029356" y="322281"/>
                  </a:cubicBezTo>
                  <a:lnTo>
                    <a:pt x="4024839" y="323199"/>
                  </a:lnTo>
                  <a:lnTo>
                    <a:pt x="4024839" y="374830"/>
                  </a:lnTo>
                  <a:lnTo>
                    <a:pt x="4192509" y="542992"/>
                  </a:lnTo>
                  <a:lnTo>
                    <a:pt x="4208789" y="536333"/>
                  </a:lnTo>
                  <a:lnTo>
                    <a:pt x="4210979" y="537228"/>
                  </a:lnTo>
                  <a:lnTo>
                    <a:pt x="4210979" y="233629"/>
                  </a:lnTo>
                  <a:lnTo>
                    <a:pt x="3976847" y="0"/>
                  </a:lnTo>
                  <a:lnTo>
                    <a:pt x="4009637" y="0"/>
                  </a:lnTo>
                  <a:lnTo>
                    <a:pt x="4210979" y="201788"/>
                  </a:lnTo>
                  <a:lnTo>
                    <a:pt x="4210979" y="180417"/>
                  </a:lnTo>
                  <a:lnTo>
                    <a:pt x="4066444" y="33795"/>
                  </a:lnTo>
                  <a:lnTo>
                    <a:pt x="4066444" y="0"/>
                  </a:lnTo>
                  <a:lnTo>
                    <a:pt x="4088385" y="0"/>
                  </a:lnTo>
                  <a:lnTo>
                    <a:pt x="4088347" y="25036"/>
                  </a:lnTo>
                  <a:lnTo>
                    <a:pt x="4210979" y="145912"/>
                  </a:lnTo>
                  <a:lnTo>
                    <a:pt x="4210979" y="0"/>
                  </a:lnTo>
                  <a:lnTo>
                    <a:pt x="4232829" y="0"/>
                  </a:lnTo>
                  <a:lnTo>
                    <a:pt x="4232829" y="167498"/>
                  </a:lnTo>
                  <a:lnTo>
                    <a:pt x="4241584" y="176132"/>
                  </a:lnTo>
                  <a:lnTo>
                    <a:pt x="4241584" y="232513"/>
                  </a:lnTo>
                  <a:lnTo>
                    <a:pt x="4460508" y="451906"/>
                  </a:lnTo>
                  <a:lnTo>
                    <a:pt x="4481384" y="443270"/>
                  </a:lnTo>
                  <a:cubicBezTo>
                    <a:pt x="4492881" y="443270"/>
                    <a:pt x="4504374" y="447650"/>
                    <a:pt x="4513129" y="456409"/>
                  </a:cubicBezTo>
                  <a:lnTo>
                    <a:pt x="4522190" y="478310"/>
                  </a:lnTo>
                  <a:lnTo>
                    <a:pt x="4672982" y="478310"/>
                  </a:lnTo>
                  <a:lnTo>
                    <a:pt x="4672982" y="342553"/>
                  </a:lnTo>
                  <a:lnTo>
                    <a:pt x="4561306" y="230873"/>
                  </a:lnTo>
                  <a:lnTo>
                    <a:pt x="4561306" y="0"/>
                  </a:lnTo>
                  <a:lnTo>
                    <a:pt x="4578826" y="0"/>
                  </a:lnTo>
                  <a:lnTo>
                    <a:pt x="4578826" y="222114"/>
                  </a:lnTo>
                  <a:lnTo>
                    <a:pt x="4690499" y="335984"/>
                  </a:lnTo>
                  <a:lnTo>
                    <a:pt x="4690499" y="478310"/>
                  </a:lnTo>
                  <a:lnTo>
                    <a:pt x="4959857" y="478310"/>
                  </a:lnTo>
                  <a:lnTo>
                    <a:pt x="5167876" y="686342"/>
                  </a:lnTo>
                  <a:lnTo>
                    <a:pt x="5167876" y="543142"/>
                  </a:lnTo>
                  <a:lnTo>
                    <a:pt x="5148168" y="535259"/>
                  </a:lnTo>
                  <a:cubicBezTo>
                    <a:pt x="5139957" y="527048"/>
                    <a:pt x="5135030" y="515551"/>
                    <a:pt x="5135030" y="502412"/>
                  </a:cubicBezTo>
                  <a:lnTo>
                    <a:pt x="5141285" y="486771"/>
                  </a:lnTo>
                  <a:lnTo>
                    <a:pt x="4711144" y="56631"/>
                  </a:lnTo>
                  <a:lnTo>
                    <a:pt x="4697069" y="62260"/>
                  </a:lnTo>
                  <a:cubicBezTo>
                    <a:pt x="4670799" y="62260"/>
                    <a:pt x="4651088" y="42553"/>
                    <a:pt x="4651088" y="16275"/>
                  </a:cubicBezTo>
                  <a:lnTo>
                    <a:pt x="4657598" y="0"/>
                  </a:lnTo>
                  <a:lnTo>
                    <a:pt x="4736544" y="0"/>
                  </a:lnTo>
                  <a:lnTo>
                    <a:pt x="4743054" y="16275"/>
                  </a:lnTo>
                  <a:lnTo>
                    <a:pt x="4731749" y="44540"/>
                  </a:lnTo>
                  <a:lnTo>
                    <a:pt x="5152970" y="467642"/>
                  </a:lnTo>
                  <a:lnTo>
                    <a:pt x="5181020" y="456426"/>
                  </a:lnTo>
                  <a:cubicBezTo>
                    <a:pt x="5207287" y="456426"/>
                    <a:pt x="5226997" y="476134"/>
                    <a:pt x="5226997" y="502412"/>
                  </a:cubicBezTo>
                  <a:cubicBezTo>
                    <a:pt x="5226997" y="515551"/>
                    <a:pt x="5221518" y="527048"/>
                    <a:pt x="5213037" y="535259"/>
                  </a:cubicBezTo>
                  <a:lnTo>
                    <a:pt x="5189778" y="544804"/>
                  </a:lnTo>
                  <a:lnTo>
                    <a:pt x="5189778" y="708240"/>
                  </a:lnTo>
                  <a:lnTo>
                    <a:pt x="5273152" y="791611"/>
                  </a:lnTo>
                  <a:lnTo>
                    <a:pt x="5289417" y="784881"/>
                  </a:lnTo>
                  <a:cubicBezTo>
                    <a:pt x="5300909" y="784881"/>
                    <a:pt x="5312411" y="789260"/>
                    <a:pt x="5321171" y="798020"/>
                  </a:cubicBezTo>
                  <a:cubicBezTo>
                    <a:pt x="5338683" y="815539"/>
                    <a:pt x="5338683" y="844006"/>
                    <a:pt x="5321171" y="861524"/>
                  </a:cubicBezTo>
                  <a:cubicBezTo>
                    <a:pt x="5303646" y="879043"/>
                    <a:pt x="5275187" y="879043"/>
                    <a:pt x="5257668" y="861524"/>
                  </a:cubicBezTo>
                  <a:cubicBezTo>
                    <a:pt x="5248907" y="852765"/>
                    <a:pt x="5244521" y="841269"/>
                    <a:pt x="5244521" y="829773"/>
                  </a:cubicBezTo>
                  <a:lnTo>
                    <a:pt x="5254463" y="805766"/>
                  </a:lnTo>
                  <a:lnTo>
                    <a:pt x="5189778" y="741087"/>
                  </a:lnTo>
                  <a:lnTo>
                    <a:pt x="5189778" y="1034516"/>
                  </a:lnTo>
                  <a:lnTo>
                    <a:pt x="5375914" y="848404"/>
                  </a:lnTo>
                  <a:lnTo>
                    <a:pt x="5375914" y="603764"/>
                  </a:lnTo>
                  <a:lnTo>
                    <a:pt x="5361680" y="597665"/>
                  </a:lnTo>
                  <a:cubicBezTo>
                    <a:pt x="5355658" y="591642"/>
                    <a:pt x="5351823" y="583431"/>
                    <a:pt x="5351823" y="574672"/>
                  </a:cubicBezTo>
                  <a:lnTo>
                    <a:pt x="5356419" y="563943"/>
                  </a:lnTo>
                  <a:lnTo>
                    <a:pt x="5036861" y="244373"/>
                  </a:lnTo>
                  <a:lnTo>
                    <a:pt x="5027742" y="248390"/>
                  </a:lnTo>
                  <a:cubicBezTo>
                    <a:pt x="5010222" y="248390"/>
                    <a:pt x="4994898" y="230871"/>
                    <a:pt x="4994898" y="213353"/>
                  </a:cubicBezTo>
                  <a:cubicBezTo>
                    <a:pt x="4993799" y="204594"/>
                    <a:pt x="4997083" y="196382"/>
                    <a:pt x="5003102" y="190360"/>
                  </a:cubicBezTo>
                  <a:lnTo>
                    <a:pt x="5010222" y="187513"/>
                  </a:lnTo>
                  <a:lnTo>
                    <a:pt x="5010222" y="0"/>
                  </a:lnTo>
                  <a:lnTo>
                    <a:pt x="5027744" y="0"/>
                  </a:lnTo>
                  <a:lnTo>
                    <a:pt x="5027744" y="180506"/>
                  </a:lnTo>
                  <a:lnTo>
                    <a:pt x="5050731" y="190360"/>
                  </a:lnTo>
                  <a:cubicBezTo>
                    <a:pt x="5056747" y="196382"/>
                    <a:pt x="5060581" y="204594"/>
                    <a:pt x="5060581" y="213353"/>
                  </a:cubicBezTo>
                  <a:lnTo>
                    <a:pt x="5051895" y="235321"/>
                  </a:lnTo>
                  <a:lnTo>
                    <a:pt x="5366280" y="549709"/>
                  </a:lnTo>
                  <a:lnTo>
                    <a:pt x="5384675" y="541825"/>
                  </a:lnTo>
                  <a:cubicBezTo>
                    <a:pt x="5402195" y="541825"/>
                    <a:pt x="5417522" y="557153"/>
                    <a:pt x="5417522" y="574672"/>
                  </a:cubicBezTo>
                  <a:cubicBezTo>
                    <a:pt x="5417522" y="583431"/>
                    <a:pt x="5413690" y="591642"/>
                    <a:pt x="5407669" y="597665"/>
                  </a:cubicBezTo>
                  <a:lnTo>
                    <a:pt x="5393435" y="603765"/>
                  </a:lnTo>
                  <a:lnTo>
                    <a:pt x="5393435" y="830885"/>
                  </a:lnTo>
                  <a:lnTo>
                    <a:pt x="5443800" y="780520"/>
                  </a:lnTo>
                  <a:lnTo>
                    <a:pt x="5435038" y="758618"/>
                  </a:lnTo>
                  <a:cubicBezTo>
                    <a:pt x="5435038" y="745479"/>
                    <a:pt x="5439966" y="733984"/>
                    <a:pt x="5448179" y="725772"/>
                  </a:cubicBezTo>
                  <a:lnTo>
                    <a:pt x="5470075" y="717012"/>
                  </a:lnTo>
                  <a:lnTo>
                    <a:pt x="5470075" y="0"/>
                  </a:lnTo>
                  <a:lnTo>
                    <a:pt x="5494165" y="0"/>
                  </a:lnTo>
                  <a:lnTo>
                    <a:pt x="5494165" y="718218"/>
                  </a:lnTo>
                  <a:lnTo>
                    <a:pt x="5513870" y="726593"/>
                  </a:lnTo>
                  <a:cubicBezTo>
                    <a:pt x="5522082" y="735078"/>
                    <a:pt x="5527008" y="746574"/>
                    <a:pt x="5527008" y="758618"/>
                  </a:cubicBezTo>
                  <a:cubicBezTo>
                    <a:pt x="5527008" y="784896"/>
                    <a:pt x="5507300" y="804604"/>
                    <a:pt x="5481022" y="804604"/>
                  </a:cubicBezTo>
                  <a:lnTo>
                    <a:pt x="5460693" y="796472"/>
                  </a:lnTo>
                  <a:lnTo>
                    <a:pt x="5393435" y="863732"/>
                  </a:lnTo>
                  <a:lnTo>
                    <a:pt x="5393435" y="968039"/>
                  </a:lnTo>
                  <a:lnTo>
                    <a:pt x="5581054" y="779147"/>
                  </a:lnTo>
                  <a:lnTo>
                    <a:pt x="5575184" y="765184"/>
                  </a:lnTo>
                  <a:cubicBezTo>
                    <a:pt x="5575184" y="756425"/>
                    <a:pt x="5579016" y="748213"/>
                    <a:pt x="5585035" y="742191"/>
                  </a:cubicBezTo>
                  <a:lnTo>
                    <a:pt x="5599269" y="736091"/>
                  </a:lnTo>
                  <a:lnTo>
                    <a:pt x="5599269" y="99486"/>
                  </a:lnTo>
                  <a:lnTo>
                    <a:pt x="5499790" y="0"/>
                  </a:lnTo>
                  <a:lnTo>
                    <a:pt x="5521686" y="0"/>
                  </a:lnTo>
                  <a:lnTo>
                    <a:pt x="5599269" y="77588"/>
                  </a:lnTo>
                  <a:lnTo>
                    <a:pt x="5599269" y="0"/>
                  </a:lnTo>
                  <a:lnTo>
                    <a:pt x="5681208" y="0"/>
                  </a:lnTo>
                  <a:lnTo>
                    <a:pt x="5689047" y="3136"/>
                  </a:lnTo>
                  <a:cubicBezTo>
                    <a:pt x="5697259" y="11348"/>
                    <a:pt x="5702185" y="22844"/>
                    <a:pt x="5702185" y="35984"/>
                  </a:cubicBezTo>
                  <a:cubicBezTo>
                    <a:pt x="5702185" y="49122"/>
                    <a:pt x="5697260" y="60619"/>
                    <a:pt x="5689048" y="68830"/>
                  </a:cubicBezTo>
                  <a:lnTo>
                    <a:pt x="5660581" y="80216"/>
                  </a:lnTo>
                  <a:lnTo>
                    <a:pt x="5660581" y="138902"/>
                  </a:lnTo>
                  <a:lnTo>
                    <a:pt x="5723280" y="201604"/>
                  </a:lnTo>
                  <a:lnTo>
                    <a:pt x="5737221" y="195835"/>
                  </a:lnTo>
                  <a:lnTo>
                    <a:pt x="5737221" y="193645"/>
                  </a:lnTo>
                  <a:cubicBezTo>
                    <a:pt x="5745978" y="193645"/>
                    <a:pt x="5754192" y="197477"/>
                    <a:pt x="5760213" y="203773"/>
                  </a:cubicBezTo>
                  <a:lnTo>
                    <a:pt x="5767879" y="223148"/>
                  </a:lnTo>
                  <a:lnTo>
                    <a:pt x="5767879" y="0"/>
                  </a:lnTo>
                  <a:lnTo>
                    <a:pt x="5811673" y="0"/>
                  </a:lnTo>
                  <a:lnTo>
                    <a:pt x="5811673" y="670841"/>
                  </a:lnTo>
                  <a:lnTo>
                    <a:pt x="5818240" y="677393"/>
                  </a:lnTo>
                  <a:lnTo>
                    <a:pt x="5818240" y="0"/>
                  </a:lnTo>
                  <a:lnTo>
                    <a:pt x="5853275" y="0"/>
                  </a:lnTo>
                  <a:lnTo>
                    <a:pt x="5853275" y="712339"/>
                  </a:lnTo>
                  <a:lnTo>
                    <a:pt x="6204859" y="1063008"/>
                  </a:lnTo>
                  <a:lnTo>
                    <a:pt x="6378823" y="887817"/>
                  </a:lnTo>
                  <a:lnTo>
                    <a:pt x="6378823" y="473943"/>
                  </a:lnTo>
                  <a:lnTo>
                    <a:pt x="6100716" y="196785"/>
                  </a:lnTo>
                  <a:lnTo>
                    <a:pt x="6100716" y="613764"/>
                  </a:lnTo>
                  <a:lnTo>
                    <a:pt x="6129184" y="625863"/>
                  </a:lnTo>
                  <a:cubicBezTo>
                    <a:pt x="6137396" y="634349"/>
                    <a:pt x="6142323" y="645845"/>
                    <a:pt x="6142323" y="657889"/>
                  </a:cubicBezTo>
                  <a:cubicBezTo>
                    <a:pt x="6142323" y="684167"/>
                    <a:pt x="6120426" y="703874"/>
                    <a:pt x="6096338" y="703874"/>
                  </a:cubicBezTo>
                  <a:lnTo>
                    <a:pt x="6093024" y="702549"/>
                  </a:lnTo>
                  <a:lnTo>
                    <a:pt x="6089494" y="711534"/>
                  </a:lnTo>
                  <a:cubicBezTo>
                    <a:pt x="6083747" y="717557"/>
                    <a:pt x="6075534" y="721389"/>
                    <a:pt x="6065680" y="721389"/>
                  </a:cubicBezTo>
                  <a:cubicBezTo>
                    <a:pt x="6045972" y="721389"/>
                    <a:pt x="6030645" y="706060"/>
                    <a:pt x="6030645" y="688542"/>
                  </a:cubicBezTo>
                  <a:cubicBezTo>
                    <a:pt x="6030645" y="679783"/>
                    <a:pt x="6034477" y="671571"/>
                    <a:pt x="6040498" y="665548"/>
                  </a:cubicBezTo>
                  <a:lnTo>
                    <a:pt x="6048165" y="662264"/>
                  </a:lnTo>
                  <a:lnTo>
                    <a:pt x="6048165" y="144410"/>
                  </a:lnTo>
                  <a:lnTo>
                    <a:pt x="5903264" y="0"/>
                  </a:lnTo>
                  <a:lnTo>
                    <a:pt x="5953062" y="0"/>
                  </a:lnTo>
                  <a:lnTo>
                    <a:pt x="6048165" y="95106"/>
                  </a:lnTo>
                  <a:lnTo>
                    <a:pt x="6048165" y="14083"/>
                  </a:lnTo>
                  <a:lnTo>
                    <a:pt x="6062393" y="0"/>
                  </a:lnTo>
                  <a:lnTo>
                    <a:pt x="6100716" y="0"/>
                  </a:lnTo>
                  <a:lnTo>
                    <a:pt x="6100716" y="147661"/>
                  </a:lnTo>
                  <a:lnTo>
                    <a:pt x="6413860" y="460804"/>
                  </a:lnTo>
                  <a:lnTo>
                    <a:pt x="6413860" y="903146"/>
                  </a:lnTo>
                  <a:lnTo>
                    <a:pt x="6228795" y="1086885"/>
                  </a:lnTo>
                  <a:lnTo>
                    <a:pt x="6295728" y="1153642"/>
                  </a:lnTo>
                  <a:lnTo>
                    <a:pt x="6523351" y="927236"/>
                  </a:lnTo>
                  <a:lnTo>
                    <a:pt x="6523351" y="839566"/>
                  </a:lnTo>
                  <a:lnTo>
                    <a:pt x="6515685" y="836351"/>
                  </a:lnTo>
                  <a:cubicBezTo>
                    <a:pt x="6506926" y="827592"/>
                    <a:pt x="6501452" y="815549"/>
                    <a:pt x="6501452" y="802409"/>
                  </a:cubicBezTo>
                  <a:cubicBezTo>
                    <a:pt x="6501452" y="789270"/>
                    <a:pt x="6506926" y="777227"/>
                    <a:pt x="6515685" y="768467"/>
                  </a:cubicBezTo>
                  <a:lnTo>
                    <a:pt x="6523351" y="765253"/>
                  </a:lnTo>
                  <a:lnTo>
                    <a:pt x="6523351" y="366647"/>
                  </a:lnTo>
                  <a:lnTo>
                    <a:pt x="6157631" y="0"/>
                  </a:lnTo>
                  <a:lnTo>
                    <a:pt x="6222398" y="0"/>
                  </a:lnTo>
                  <a:lnTo>
                    <a:pt x="6534299" y="311901"/>
                  </a:lnTo>
                  <a:lnTo>
                    <a:pt x="6534299" y="0"/>
                  </a:lnTo>
                  <a:lnTo>
                    <a:pt x="6569335" y="0"/>
                  </a:lnTo>
                  <a:lnTo>
                    <a:pt x="6569335" y="346938"/>
                  </a:lnTo>
                  <a:lnTo>
                    <a:pt x="6569335" y="762499"/>
                  </a:lnTo>
                  <a:lnTo>
                    <a:pt x="6583569" y="768467"/>
                  </a:lnTo>
                  <a:cubicBezTo>
                    <a:pt x="6592330" y="777227"/>
                    <a:pt x="6597803" y="789270"/>
                    <a:pt x="6597803" y="802409"/>
                  </a:cubicBezTo>
                  <a:cubicBezTo>
                    <a:pt x="6596708" y="815549"/>
                    <a:pt x="6591234" y="827592"/>
                    <a:pt x="6582749" y="836351"/>
                  </a:cubicBezTo>
                  <a:lnTo>
                    <a:pt x="6569335" y="842115"/>
                  </a:lnTo>
                  <a:lnTo>
                    <a:pt x="6569335" y="944756"/>
                  </a:lnTo>
                  <a:lnTo>
                    <a:pt x="6328121" y="1185949"/>
                  </a:lnTo>
                  <a:lnTo>
                    <a:pt x="6433567" y="1291124"/>
                  </a:lnTo>
                  <a:lnTo>
                    <a:pt x="6433567" y="1133058"/>
                  </a:lnTo>
                  <a:lnTo>
                    <a:pt x="6672256" y="894386"/>
                  </a:lnTo>
                  <a:lnTo>
                    <a:pt x="6672256" y="148283"/>
                  </a:lnTo>
                  <a:lnTo>
                    <a:pt x="6658024" y="142183"/>
                  </a:lnTo>
                  <a:cubicBezTo>
                    <a:pt x="6652001" y="136161"/>
                    <a:pt x="6648170" y="127949"/>
                    <a:pt x="6648170" y="119190"/>
                  </a:cubicBezTo>
                  <a:cubicBezTo>
                    <a:pt x="6648170" y="101671"/>
                    <a:pt x="6661308" y="86343"/>
                    <a:pt x="6681016" y="86343"/>
                  </a:cubicBezTo>
                  <a:lnTo>
                    <a:pt x="6696348" y="92913"/>
                  </a:lnTo>
                  <a:lnTo>
                    <a:pt x="6733571" y="55690"/>
                  </a:lnTo>
                  <a:lnTo>
                    <a:pt x="6733571" y="0"/>
                  </a:lnTo>
                  <a:lnTo>
                    <a:pt x="6779557" y="0"/>
                  </a:lnTo>
                  <a:lnTo>
                    <a:pt x="6779557" y="9704"/>
                  </a:lnTo>
                  <a:lnTo>
                    <a:pt x="6789261" y="0"/>
                  </a:lnTo>
                  <a:lnTo>
                    <a:pt x="6812466" y="0"/>
                  </a:lnTo>
                  <a:lnTo>
                    <a:pt x="6779557" y="33145"/>
                  </a:lnTo>
                  <a:lnTo>
                    <a:pt x="6779557" y="752837"/>
                  </a:lnTo>
                  <a:lnTo>
                    <a:pt x="6800361" y="761082"/>
                  </a:lnTo>
                  <a:lnTo>
                    <a:pt x="6802462" y="764181"/>
                  </a:lnTo>
                  <a:lnTo>
                    <a:pt x="6845909" y="720733"/>
                  </a:lnTo>
                  <a:lnTo>
                    <a:pt x="6838682" y="703869"/>
                  </a:lnTo>
                  <a:cubicBezTo>
                    <a:pt x="6838682" y="695110"/>
                    <a:pt x="6843062" y="686898"/>
                    <a:pt x="6849631" y="680877"/>
                  </a:cubicBezTo>
                  <a:lnTo>
                    <a:pt x="6864960" y="674606"/>
                  </a:lnTo>
                  <a:lnTo>
                    <a:pt x="6864960" y="42550"/>
                  </a:lnTo>
                  <a:lnTo>
                    <a:pt x="6907509" y="0"/>
                  </a:lnTo>
                  <a:lnTo>
                    <a:pt x="6943792" y="0"/>
                  </a:lnTo>
                  <a:lnTo>
                    <a:pt x="6943792" y="695064"/>
                  </a:lnTo>
                  <a:lnTo>
                    <a:pt x="7180292" y="458564"/>
                  </a:lnTo>
                  <a:lnTo>
                    <a:pt x="7180292" y="40548"/>
                  </a:lnTo>
                  <a:lnTo>
                    <a:pt x="7020436" y="195836"/>
                  </a:lnTo>
                  <a:lnTo>
                    <a:pt x="7020436" y="431710"/>
                  </a:lnTo>
                  <a:lnTo>
                    <a:pt x="7034670" y="437809"/>
                  </a:lnTo>
                  <a:cubicBezTo>
                    <a:pt x="7040692" y="443832"/>
                    <a:pt x="7044524" y="452043"/>
                    <a:pt x="7044524" y="460803"/>
                  </a:cubicBezTo>
                  <a:cubicBezTo>
                    <a:pt x="7044524" y="478321"/>
                    <a:pt x="7031385" y="493650"/>
                    <a:pt x="7011676" y="493650"/>
                  </a:cubicBezTo>
                  <a:cubicBezTo>
                    <a:pt x="6994159" y="495840"/>
                    <a:pt x="6978830" y="478321"/>
                    <a:pt x="6978830" y="460803"/>
                  </a:cubicBezTo>
                  <a:cubicBezTo>
                    <a:pt x="6977735" y="452043"/>
                    <a:pt x="6981567" y="443832"/>
                    <a:pt x="6987863" y="437809"/>
                  </a:cubicBezTo>
                  <a:lnTo>
                    <a:pt x="7002918" y="431580"/>
                  </a:lnTo>
                  <a:lnTo>
                    <a:pt x="7002918" y="189268"/>
                  </a:lnTo>
                  <a:lnTo>
                    <a:pt x="7180292" y="15272"/>
                  </a:lnTo>
                  <a:lnTo>
                    <a:pt x="7180292" y="0"/>
                  </a:lnTo>
                  <a:lnTo>
                    <a:pt x="7222034" y="0"/>
                  </a:lnTo>
                  <a:lnTo>
                    <a:pt x="7204380" y="17149"/>
                  </a:lnTo>
                  <a:lnTo>
                    <a:pt x="7204380" y="434476"/>
                  </a:lnTo>
                  <a:lnTo>
                    <a:pt x="7224088" y="414768"/>
                  </a:lnTo>
                  <a:lnTo>
                    <a:pt x="7660462" y="414768"/>
                  </a:lnTo>
                  <a:lnTo>
                    <a:pt x="7668619" y="395056"/>
                  </a:lnTo>
                  <a:cubicBezTo>
                    <a:pt x="7677378" y="386296"/>
                    <a:pt x="7688875" y="381917"/>
                    <a:pt x="7700371" y="381917"/>
                  </a:cubicBezTo>
                  <a:lnTo>
                    <a:pt x="7721284" y="390570"/>
                  </a:lnTo>
                  <a:lnTo>
                    <a:pt x="7948914" y="162940"/>
                  </a:lnTo>
                  <a:lnTo>
                    <a:pt x="7948914" y="0"/>
                  </a:lnTo>
                  <a:lnTo>
                    <a:pt x="7973003" y="0"/>
                  </a:lnTo>
                  <a:lnTo>
                    <a:pt x="7973003" y="138851"/>
                  </a:lnTo>
                  <a:lnTo>
                    <a:pt x="8111853" y="0"/>
                  </a:lnTo>
                  <a:lnTo>
                    <a:pt x="8143751" y="0"/>
                  </a:lnTo>
                  <a:lnTo>
                    <a:pt x="7973003" y="171118"/>
                  </a:lnTo>
                  <a:lnTo>
                    <a:pt x="7973003" y="475770"/>
                  </a:lnTo>
                  <a:lnTo>
                    <a:pt x="7974919" y="474976"/>
                  </a:lnTo>
                  <a:lnTo>
                    <a:pt x="7989513" y="481463"/>
                  </a:lnTo>
                  <a:lnTo>
                    <a:pt x="8159137" y="311839"/>
                  </a:lnTo>
                  <a:lnTo>
                    <a:pt x="8159137" y="262201"/>
                  </a:lnTo>
                  <a:lnTo>
                    <a:pt x="8152737" y="260927"/>
                  </a:lnTo>
                  <a:cubicBezTo>
                    <a:pt x="8144766" y="257642"/>
                    <a:pt x="8137238" y="252715"/>
                    <a:pt x="8130668" y="246145"/>
                  </a:cubicBezTo>
                  <a:cubicBezTo>
                    <a:pt x="8106581" y="222058"/>
                    <a:pt x="8106581" y="180452"/>
                    <a:pt x="8130668" y="154174"/>
                  </a:cubicBezTo>
                  <a:lnTo>
                    <a:pt x="8159137" y="138574"/>
                  </a:lnTo>
                  <a:lnTo>
                    <a:pt x="8159137" y="75036"/>
                  </a:lnTo>
                  <a:lnTo>
                    <a:pt x="8143807" y="68764"/>
                  </a:lnTo>
                  <a:cubicBezTo>
                    <a:pt x="8130669" y="55627"/>
                    <a:pt x="8130669" y="33728"/>
                    <a:pt x="8143807" y="20590"/>
                  </a:cubicBezTo>
                  <a:cubicBezTo>
                    <a:pt x="8150377" y="14020"/>
                    <a:pt x="8159137" y="10735"/>
                    <a:pt x="8167896" y="10735"/>
                  </a:cubicBezTo>
                  <a:lnTo>
                    <a:pt x="8182584" y="16744"/>
                  </a:lnTo>
                  <a:lnTo>
                    <a:pt x="8199250" y="0"/>
                  </a:lnTo>
                  <a:lnTo>
                    <a:pt x="8223528" y="0"/>
                  </a:lnTo>
                  <a:lnTo>
                    <a:pt x="8195163" y="28365"/>
                  </a:lnTo>
                  <a:lnTo>
                    <a:pt x="8201838" y="44677"/>
                  </a:lnTo>
                  <a:cubicBezTo>
                    <a:pt x="8201838" y="53437"/>
                    <a:pt x="8198552" y="62196"/>
                    <a:pt x="8191983" y="68764"/>
                  </a:cubicBezTo>
                  <a:lnTo>
                    <a:pt x="8176655" y="75035"/>
                  </a:lnTo>
                  <a:lnTo>
                    <a:pt x="8176655" y="136939"/>
                  </a:lnTo>
                  <a:lnTo>
                    <a:pt x="8200879" y="139392"/>
                  </a:lnTo>
                  <a:lnTo>
                    <a:pt x="8201780" y="140005"/>
                  </a:lnTo>
                  <a:lnTo>
                    <a:pt x="8341784" y="0"/>
                  </a:lnTo>
                  <a:lnTo>
                    <a:pt x="8407478" y="0"/>
                  </a:lnTo>
                  <a:lnTo>
                    <a:pt x="8234723" y="172755"/>
                  </a:lnTo>
                  <a:lnTo>
                    <a:pt x="8236190" y="175011"/>
                  </a:lnTo>
                  <a:cubicBezTo>
                    <a:pt x="8245223" y="198106"/>
                    <a:pt x="8240707" y="226438"/>
                    <a:pt x="8222640" y="246145"/>
                  </a:cubicBezTo>
                  <a:cubicBezTo>
                    <a:pt x="8210597" y="259284"/>
                    <a:pt x="8194172" y="265854"/>
                    <a:pt x="8177475" y="265854"/>
                  </a:cubicBezTo>
                  <a:lnTo>
                    <a:pt x="8176655" y="265690"/>
                  </a:lnTo>
                  <a:lnTo>
                    <a:pt x="8176655" y="294320"/>
                  </a:lnTo>
                  <a:lnTo>
                    <a:pt x="8470974" y="0"/>
                  </a:lnTo>
                  <a:lnTo>
                    <a:pt x="8495062" y="0"/>
                  </a:lnTo>
                  <a:lnTo>
                    <a:pt x="8176655" y="318407"/>
                  </a:lnTo>
                  <a:lnTo>
                    <a:pt x="8176655" y="657830"/>
                  </a:lnTo>
                  <a:lnTo>
                    <a:pt x="8064492" y="769509"/>
                  </a:lnTo>
                  <a:lnTo>
                    <a:pt x="8211691" y="769509"/>
                  </a:lnTo>
                  <a:lnTo>
                    <a:pt x="8211691" y="427905"/>
                  </a:lnTo>
                  <a:lnTo>
                    <a:pt x="8285255" y="354343"/>
                  </a:lnTo>
                  <a:lnTo>
                    <a:pt x="8279576" y="340027"/>
                  </a:lnTo>
                  <a:cubicBezTo>
                    <a:pt x="8279576" y="327708"/>
                    <a:pt x="8283956" y="315117"/>
                    <a:pt x="8292714" y="305264"/>
                  </a:cubicBezTo>
                  <a:cubicBezTo>
                    <a:pt x="8302568" y="296503"/>
                    <a:pt x="8314612" y="292123"/>
                    <a:pt x="8326657" y="292123"/>
                  </a:cubicBezTo>
                  <a:lnTo>
                    <a:pt x="8341664" y="297934"/>
                  </a:lnTo>
                  <a:lnTo>
                    <a:pt x="8634324" y="5273"/>
                  </a:lnTo>
                  <a:lnTo>
                    <a:pt x="8636507" y="5273"/>
                  </a:lnTo>
                  <a:lnTo>
                    <a:pt x="8641780" y="0"/>
                  </a:lnTo>
                  <a:lnTo>
                    <a:pt x="8689957" y="0"/>
                  </a:lnTo>
                  <a:lnTo>
                    <a:pt x="8684684" y="5273"/>
                  </a:lnTo>
                  <a:lnTo>
                    <a:pt x="9221193" y="5273"/>
                  </a:lnTo>
                  <a:lnTo>
                    <a:pt x="9221193" y="0"/>
                  </a:lnTo>
                  <a:lnTo>
                    <a:pt x="9238711" y="0"/>
                  </a:lnTo>
                  <a:lnTo>
                    <a:pt x="9238711" y="5273"/>
                  </a:lnTo>
                  <a:lnTo>
                    <a:pt x="9298135" y="5273"/>
                  </a:lnTo>
                  <a:lnTo>
                    <a:pt x="9303390" y="0"/>
                  </a:lnTo>
                  <a:lnTo>
                    <a:pt x="9334014" y="0"/>
                  </a:lnTo>
                  <a:lnTo>
                    <a:pt x="9328759" y="5273"/>
                  </a:lnTo>
                  <a:lnTo>
                    <a:pt x="9433605" y="5273"/>
                  </a:lnTo>
                  <a:lnTo>
                    <a:pt x="9433605" y="0"/>
                  </a:lnTo>
                  <a:lnTo>
                    <a:pt x="9466452" y="0"/>
                  </a:lnTo>
                  <a:lnTo>
                    <a:pt x="9466452" y="5273"/>
                  </a:lnTo>
                  <a:lnTo>
                    <a:pt x="9672293" y="5273"/>
                  </a:lnTo>
                  <a:lnTo>
                    <a:pt x="9672293" y="0"/>
                  </a:lnTo>
                  <a:lnTo>
                    <a:pt x="9718280" y="0"/>
                  </a:lnTo>
                  <a:lnTo>
                    <a:pt x="9718280" y="5273"/>
                  </a:lnTo>
                  <a:lnTo>
                    <a:pt x="9764258" y="5273"/>
                  </a:lnTo>
                  <a:lnTo>
                    <a:pt x="9764265" y="5265"/>
                  </a:lnTo>
                  <a:lnTo>
                    <a:pt x="9764265" y="0"/>
                  </a:lnTo>
                  <a:lnTo>
                    <a:pt x="9797112" y="0"/>
                  </a:lnTo>
                  <a:lnTo>
                    <a:pt x="9797112" y="5273"/>
                  </a:lnTo>
                  <a:lnTo>
                    <a:pt x="9836528" y="5273"/>
                  </a:lnTo>
                  <a:lnTo>
                    <a:pt x="9836528" y="0"/>
                  </a:lnTo>
                  <a:lnTo>
                    <a:pt x="9854047" y="0"/>
                  </a:lnTo>
                  <a:lnTo>
                    <a:pt x="9854047" y="5273"/>
                  </a:lnTo>
                  <a:lnTo>
                    <a:pt x="9860616" y="5273"/>
                  </a:lnTo>
                  <a:lnTo>
                    <a:pt x="9865889" y="0"/>
                  </a:lnTo>
                  <a:lnTo>
                    <a:pt x="9929392" y="0"/>
                  </a:lnTo>
                  <a:lnTo>
                    <a:pt x="9878135" y="51258"/>
                  </a:lnTo>
                  <a:lnTo>
                    <a:pt x="9854047" y="51258"/>
                  </a:lnTo>
                  <a:lnTo>
                    <a:pt x="9854047" y="158552"/>
                  </a:lnTo>
                  <a:lnTo>
                    <a:pt x="9597153" y="414767"/>
                  </a:lnTo>
                  <a:lnTo>
                    <a:pt x="9746747" y="414767"/>
                  </a:lnTo>
                  <a:lnTo>
                    <a:pt x="10161512" y="0"/>
                  </a:lnTo>
                  <a:lnTo>
                    <a:pt x="10194360" y="0"/>
                  </a:lnTo>
                  <a:lnTo>
                    <a:pt x="9907466" y="286895"/>
                  </a:lnTo>
                  <a:lnTo>
                    <a:pt x="9924122" y="280082"/>
                  </a:lnTo>
                  <a:cubicBezTo>
                    <a:pt x="9932881" y="280082"/>
                    <a:pt x="9941640" y="283366"/>
                    <a:pt x="9948209" y="289936"/>
                  </a:cubicBezTo>
                  <a:cubicBezTo>
                    <a:pt x="9961348" y="303075"/>
                    <a:pt x="9961348" y="324973"/>
                    <a:pt x="9948209" y="338112"/>
                  </a:cubicBezTo>
                  <a:cubicBezTo>
                    <a:pt x="9941640" y="344681"/>
                    <a:pt x="9932881" y="347965"/>
                    <a:pt x="9924122" y="347965"/>
                  </a:cubicBezTo>
                  <a:lnTo>
                    <a:pt x="9916864" y="344997"/>
                  </a:lnTo>
                  <a:lnTo>
                    <a:pt x="9846353" y="414767"/>
                  </a:lnTo>
                  <a:lnTo>
                    <a:pt x="10083978" y="414767"/>
                  </a:lnTo>
                  <a:lnTo>
                    <a:pt x="10305152" y="193592"/>
                  </a:lnTo>
                  <a:lnTo>
                    <a:pt x="10305148" y="193591"/>
                  </a:lnTo>
                  <a:cubicBezTo>
                    <a:pt x="10287629" y="176074"/>
                    <a:pt x="10287629" y="147605"/>
                    <a:pt x="10305148" y="130087"/>
                  </a:cubicBezTo>
                  <a:cubicBezTo>
                    <a:pt x="10322666" y="112569"/>
                    <a:pt x="10351134" y="112569"/>
                    <a:pt x="10368652" y="130087"/>
                  </a:cubicBezTo>
                  <a:cubicBezTo>
                    <a:pt x="10386171" y="147605"/>
                    <a:pt x="10386171" y="176074"/>
                    <a:pt x="10368652" y="193591"/>
                  </a:cubicBezTo>
                  <a:cubicBezTo>
                    <a:pt x="10359893" y="202350"/>
                    <a:pt x="10348397" y="206730"/>
                    <a:pt x="10336900" y="206730"/>
                  </a:cubicBezTo>
                  <a:lnTo>
                    <a:pt x="10329934" y="203848"/>
                  </a:lnTo>
                  <a:lnTo>
                    <a:pt x="10094926" y="438856"/>
                  </a:lnTo>
                  <a:lnTo>
                    <a:pt x="9822008" y="438856"/>
                  </a:lnTo>
                  <a:lnTo>
                    <a:pt x="9744556" y="515492"/>
                  </a:lnTo>
                  <a:lnTo>
                    <a:pt x="9678529" y="515832"/>
                  </a:lnTo>
                  <a:lnTo>
                    <a:pt x="9149037" y="1045325"/>
                  </a:lnTo>
                  <a:lnTo>
                    <a:pt x="9157688" y="1066230"/>
                  </a:lnTo>
                  <a:cubicBezTo>
                    <a:pt x="9157688" y="1077727"/>
                    <a:pt x="9153308" y="1089223"/>
                    <a:pt x="9144549" y="1097982"/>
                  </a:cubicBezTo>
                  <a:lnTo>
                    <a:pt x="9124842" y="1106069"/>
                  </a:lnTo>
                  <a:lnTo>
                    <a:pt x="9124842" y="1179004"/>
                  </a:lnTo>
                  <a:lnTo>
                    <a:pt x="9283074" y="1020772"/>
                  </a:lnTo>
                  <a:lnTo>
                    <a:pt x="9277032" y="1006004"/>
                  </a:lnTo>
                  <a:cubicBezTo>
                    <a:pt x="9277032" y="997246"/>
                    <a:pt x="9280317" y="988485"/>
                    <a:pt x="9286887" y="981916"/>
                  </a:cubicBezTo>
                  <a:cubicBezTo>
                    <a:pt x="9300026" y="968778"/>
                    <a:pt x="9321924" y="968778"/>
                    <a:pt x="9335063" y="981916"/>
                  </a:cubicBezTo>
                  <a:lnTo>
                    <a:pt x="9342230" y="999440"/>
                  </a:lnTo>
                  <a:lnTo>
                    <a:pt x="9786858" y="999440"/>
                  </a:lnTo>
                  <a:lnTo>
                    <a:pt x="9794923" y="979728"/>
                  </a:lnTo>
                  <a:cubicBezTo>
                    <a:pt x="9801492" y="973158"/>
                    <a:pt x="9810251" y="969873"/>
                    <a:pt x="9819010" y="969873"/>
                  </a:cubicBezTo>
                  <a:lnTo>
                    <a:pt x="9841547" y="979093"/>
                  </a:lnTo>
                  <a:lnTo>
                    <a:pt x="10721211" y="99427"/>
                  </a:lnTo>
                  <a:lnTo>
                    <a:pt x="10721211" y="0"/>
                  </a:lnTo>
                  <a:lnTo>
                    <a:pt x="10738730" y="0"/>
                  </a:lnTo>
                  <a:lnTo>
                    <a:pt x="10738730" y="105997"/>
                  </a:lnTo>
                  <a:lnTo>
                    <a:pt x="9849457" y="995270"/>
                  </a:lnTo>
                  <a:lnTo>
                    <a:pt x="9852952" y="1003815"/>
                  </a:lnTo>
                  <a:cubicBezTo>
                    <a:pt x="9852952" y="1012574"/>
                    <a:pt x="9849668" y="1021334"/>
                    <a:pt x="9843099" y="1027903"/>
                  </a:cubicBezTo>
                  <a:cubicBezTo>
                    <a:pt x="9829960" y="1041042"/>
                    <a:pt x="9808062" y="1041042"/>
                    <a:pt x="9794923" y="1027903"/>
                  </a:cubicBezTo>
                  <a:lnTo>
                    <a:pt x="9790445" y="1016958"/>
                  </a:lnTo>
                  <a:lnTo>
                    <a:pt x="9340436" y="1016958"/>
                  </a:lnTo>
                  <a:lnTo>
                    <a:pt x="9335063" y="1030092"/>
                  </a:lnTo>
                  <a:cubicBezTo>
                    <a:pt x="9328493" y="1036661"/>
                    <a:pt x="9319734" y="1039947"/>
                    <a:pt x="9310975" y="1039947"/>
                  </a:cubicBezTo>
                  <a:lnTo>
                    <a:pt x="9296158" y="1033885"/>
                  </a:lnTo>
                  <a:lnTo>
                    <a:pt x="9124842" y="1204397"/>
                  </a:lnTo>
                  <a:lnTo>
                    <a:pt x="9124842" y="1465876"/>
                  </a:lnTo>
                  <a:lnTo>
                    <a:pt x="9471366" y="1119351"/>
                  </a:lnTo>
                  <a:lnTo>
                    <a:pt x="9462071" y="1096889"/>
                  </a:lnTo>
                  <a:cubicBezTo>
                    <a:pt x="9462071" y="1085392"/>
                    <a:pt x="9466450" y="1073896"/>
                    <a:pt x="9475210" y="1065137"/>
                  </a:cubicBezTo>
                  <a:cubicBezTo>
                    <a:pt x="9492728" y="1047618"/>
                    <a:pt x="9521196" y="1047618"/>
                    <a:pt x="9538715" y="1065137"/>
                  </a:cubicBezTo>
                  <a:lnTo>
                    <a:pt x="9549590" y="1091419"/>
                  </a:lnTo>
                  <a:lnTo>
                    <a:pt x="10151029" y="1091419"/>
                  </a:lnTo>
                  <a:lnTo>
                    <a:pt x="10162810" y="1062947"/>
                  </a:lnTo>
                  <a:cubicBezTo>
                    <a:pt x="10180329" y="1045429"/>
                    <a:pt x="10208795" y="1045429"/>
                    <a:pt x="10226314" y="1062947"/>
                  </a:cubicBezTo>
                  <a:lnTo>
                    <a:pt x="10226315" y="1062949"/>
                  </a:lnTo>
                  <a:lnTo>
                    <a:pt x="11289265" y="0"/>
                  </a:lnTo>
                  <a:lnTo>
                    <a:pt x="11321907" y="0"/>
                  </a:lnTo>
                  <a:lnTo>
                    <a:pt x="10235303" y="1084671"/>
                  </a:lnTo>
                  <a:lnTo>
                    <a:pt x="10239453" y="1094700"/>
                  </a:lnTo>
                  <a:cubicBezTo>
                    <a:pt x="10239453" y="1106196"/>
                    <a:pt x="10235073" y="1117692"/>
                    <a:pt x="10226314" y="1126451"/>
                  </a:cubicBezTo>
                  <a:cubicBezTo>
                    <a:pt x="10208795" y="1143971"/>
                    <a:pt x="10180329" y="1143971"/>
                    <a:pt x="10162810" y="1126451"/>
                  </a:cubicBezTo>
                  <a:lnTo>
                    <a:pt x="10157375" y="1113317"/>
                  </a:lnTo>
                  <a:lnTo>
                    <a:pt x="9545056" y="1113317"/>
                  </a:lnTo>
                  <a:lnTo>
                    <a:pt x="9538715" y="1128641"/>
                  </a:lnTo>
                  <a:cubicBezTo>
                    <a:pt x="9529956" y="1137401"/>
                    <a:pt x="9518459" y="1141781"/>
                    <a:pt x="9506963" y="1141781"/>
                  </a:cubicBezTo>
                  <a:lnTo>
                    <a:pt x="9489153" y="1134411"/>
                  </a:lnTo>
                  <a:lnTo>
                    <a:pt x="9124842" y="1498723"/>
                  </a:lnTo>
                  <a:lnTo>
                    <a:pt x="9124842" y="1693616"/>
                  </a:lnTo>
                  <a:lnTo>
                    <a:pt x="9076674" y="1741783"/>
                  </a:lnTo>
                  <a:lnTo>
                    <a:pt x="9556233" y="1741783"/>
                  </a:lnTo>
                  <a:lnTo>
                    <a:pt x="9972297" y="1325719"/>
                  </a:lnTo>
                  <a:lnTo>
                    <a:pt x="10129963" y="1325719"/>
                  </a:lnTo>
                  <a:lnTo>
                    <a:pt x="10887637" y="568045"/>
                  </a:lnTo>
                  <a:lnTo>
                    <a:pt x="10887637" y="449795"/>
                  </a:lnTo>
                  <a:lnTo>
                    <a:pt x="11187640" y="149792"/>
                  </a:lnTo>
                  <a:lnTo>
                    <a:pt x="11200780" y="160740"/>
                  </a:lnTo>
                  <a:lnTo>
                    <a:pt x="10905154" y="456365"/>
                  </a:lnTo>
                  <a:lnTo>
                    <a:pt x="10905154" y="574615"/>
                  </a:lnTo>
                  <a:lnTo>
                    <a:pt x="10138722" y="1343237"/>
                  </a:lnTo>
                  <a:lnTo>
                    <a:pt x="9978866" y="1343237"/>
                  </a:lnTo>
                  <a:lnTo>
                    <a:pt x="9562802" y="1759301"/>
                  </a:lnTo>
                  <a:lnTo>
                    <a:pt x="9059156" y="1759301"/>
                  </a:lnTo>
                  <a:lnTo>
                    <a:pt x="8722445" y="2095982"/>
                  </a:lnTo>
                  <a:lnTo>
                    <a:pt x="9270703" y="2095167"/>
                  </a:lnTo>
                  <a:lnTo>
                    <a:pt x="9335064" y="2030830"/>
                  </a:lnTo>
                  <a:lnTo>
                    <a:pt x="9326304" y="2008930"/>
                  </a:lnTo>
                  <a:cubicBezTo>
                    <a:pt x="9326304" y="1984842"/>
                    <a:pt x="9346012" y="1962944"/>
                    <a:pt x="9372289" y="1962944"/>
                  </a:cubicBezTo>
                  <a:cubicBezTo>
                    <a:pt x="9390356" y="1962944"/>
                    <a:pt x="9407190" y="1974029"/>
                    <a:pt x="9414478" y="1990659"/>
                  </a:cubicBezTo>
                  <a:lnTo>
                    <a:pt x="9416000" y="1997986"/>
                  </a:lnTo>
                  <a:lnTo>
                    <a:pt x="9935081" y="1997986"/>
                  </a:lnTo>
                  <a:lnTo>
                    <a:pt x="10373671" y="1559398"/>
                  </a:lnTo>
                  <a:lnTo>
                    <a:pt x="10349039" y="1549546"/>
                  </a:lnTo>
                  <a:lnTo>
                    <a:pt x="10070839" y="1833750"/>
                  </a:lnTo>
                  <a:lnTo>
                    <a:pt x="9742366" y="1833750"/>
                  </a:lnTo>
                  <a:lnTo>
                    <a:pt x="9733607" y="1855647"/>
                  </a:lnTo>
                  <a:cubicBezTo>
                    <a:pt x="9725395" y="1863858"/>
                    <a:pt x="9713899" y="1868785"/>
                    <a:pt x="9700760" y="1868785"/>
                  </a:cubicBezTo>
                  <a:cubicBezTo>
                    <a:pt x="9674483" y="1868785"/>
                    <a:pt x="9654774" y="1849077"/>
                    <a:pt x="9654774" y="1822800"/>
                  </a:cubicBezTo>
                  <a:cubicBezTo>
                    <a:pt x="9654774" y="1796522"/>
                    <a:pt x="9674483" y="1776813"/>
                    <a:pt x="9700760" y="1776813"/>
                  </a:cubicBezTo>
                  <a:cubicBezTo>
                    <a:pt x="9713899" y="1776813"/>
                    <a:pt x="9725395" y="1781740"/>
                    <a:pt x="9733607" y="1789952"/>
                  </a:cubicBezTo>
                  <a:lnTo>
                    <a:pt x="9742367" y="1811852"/>
                  </a:lnTo>
                  <a:lnTo>
                    <a:pt x="10062080" y="1811852"/>
                  </a:lnTo>
                  <a:lnTo>
                    <a:pt x="10335169" y="1528868"/>
                  </a:lnTo>
                  <a:lnTo>
                    <a:pt x="10329235" y="1514033"/>
                  </a:lnTo>
                  <a:cubicBezTo>
                    <a:pt x="10329235" y="1487755"/>
                    <a:pt x="10348944" y="1468047"/>
                    <a:pt x="10375222" y="1468047"/>
                  </a:cubicBezTo>
                  <a:cubicBezTo>
                    <a:pt x="10388361" y="1468047"/>
                    <a:pt x="10399857" y="1472974"/>
                    <a:pt x="10408069" y="1481186"/>
                  </a:cubicBezTo>
                  <a:lnTo>
                    <a:pt x="10415079" y="1498710"/>
                  </a:lnTo>
                  <a:lnTo>
                    <a:pt x="10648960" y="1498710"/>
                  </a:lnTo>
                  <a:lnTo>
                    <a:pt x="11640931" y="506740"/>
                  </a:lnTo>
                  <a:lnTo>
                    <a:pt x="11640931" y="346882"/>
                  </a:lnTo>
                  <a:lnTo>
                    <a:pt x="11987813" y="0"/>
                  </a:lnTo>
                  <a:lnTo>
                    <a:pt x="12018471" y="0"/>
                  </a:lnTo>
                  <a:lnTo>
                    <a:pt x="11662829" y="355643"/>
                  </a:lnTo>
                  <a:lnTo>
                    <a:pt x="11662829" y="517688"/>
                  </a:lnTo>
                  <a:lnTo>
                    <a:pt x="10681809" y="1498710"/>
                  </a:lnTo>
                  <a:lnTo>
                    <a:pt x="11040923" y="1498710"/>
                  </a:lnTo>
                  <a:lnTo>
                    <a:pt x="11136509" y="1404743"/>
                  </a:lnTo>
                  <a:lnTo>
                    <a:pt x="11132313" y="1398726"/>
                  </a:lnTo>
                  <a:cubicBezTo>
                    <a:pt x="11129884" y="1393182"/>
                    <a:pt x="11128516" y="1387024"/>
                    <a:pt x="11128516" y="1380454"/>
                  </a:cubicBezTo>
                  <a:cubicBezTo>
                    <a:pt x="11128516" y="1354177"/>
                    <a:pt x="11148224" y="1334468"/>
                    <a:pt x="11174501" y="1334468"/>
                  </a:cubicBezTo>
                  <a:cubicBezTo>
                    <a:pt x="11187641" y="1334468"/>
                    <a:pt x="11199137" y="1339395"/>
                    <a:pt x="11207349" y="1347607"/>
                  </a:cubicBezTo>
                  <a:lnTo>
                    <a:pt x="11216986" y="1371701"/>
                  </a:lnTo>
                  <a:lnTo>
                    <a:pt x="11707936" y="1371701"/>
                  </a:lnTo>
                  <a:lnTo>
                    <a:pt x="11717575" y="1347606"/>
                  </a:lnTo>
                  <a:cubicBezTo>
                    <a:pt x="11725786" y="1339395"/>
                    <a:pt x="11737283" y="1334467"/>
                    <a:pt x="11750421" y="1334467"/>
                  </a:cubicBezTo>
                  <a:cubicBezTo>
                    <a:pt x="11776699" y="1334467"/>
                    <a:pt x="11796407" y="1354177"/>
                    <a:pt x="11796407" y="1380454"/>
                  </a:cubicBezTo>
                  <a:lnTo>
                    <a:pt x="11787487" y="1402197"/>
                  </a:lnTo>
                  <a:lnTo>
                    <a:pt x="12100790" y="1715500"/>
                  </a:lnTo>
                  <a:lnTo>
                    <a:pt x="12085462" y="1730829"/>
                  </a:lnTo>
                  <a:lnTo>
                    <a:pt x="11772559" y="1419945"/>
                  </a:lnTo>
                  <a:lnTo>
                    <a:pt x="11768692" y="1422642"/>
                  </a:lnTo>
                  <a:cubicBezTo>
                    <a:pt x="11763149" y="1425071"/>
                    <a:pt x="11756990" y="1426439"/>
                    <a:pt x="11750421" y="1426439"/>
                  </a:cubicBezTo>
                  <a:cubicBezTo>
                    <a:pt x="11737283" y="1426439"/>
                    <a:pt x="11725786" y="1421512"/>
                    <a:pt x="11717575" y="1413301"/>
                  </a:cubicBezTo>
                  <a:lnTo>
                    <a:pt x="11709694" y="1393600"/>
                  </a:lnTo>
                  <a:lnTo>
                    <a:pt x="11215095" y="1393600"/>
                  </a:lnTo>
                  <a:lnTo>
                    <a:pt x="11207349" y="1412480"/>
                  </a:lnTo>
                  <a:cubicBezTo>
                    <a:pt x="11199137" y="1420965"/>
                    <a:pt x="11187641" y="1426440"/>
                    <a:pt x="11174501" y="1426440"/>
                  </a:cubicBezTo>
                  <a:lnTo>
                    <a:pt x="11154320" y="1418160"/>
                  </a:lnTo>
                  <a:lnTo>
                    <a:pt x="11049683" y="1522797"/>
                  </a:lnTo>
                  <a:lnTo>
                    <a:pt x="10657721" y="1522797"/>
                  </a:lnTo>
                  <a:lnTo>
                    <a:pt x="10627049" y="1553468"/>
                  </a:lnTo>
                  <a:lnTo>
                    <a:pt x="10412448" y="1553468"/>
                  </a:lnTo>
                  <a:lnTo>
                    <a:pt x="9967928" y="1997986"/>
                  </a:lnTo>
                  <a:lnTo>
                    <a:pt x="10034480" y="1997986"/>
                  </a:lnTo>
                  <a:lnTo>
                    <a:pt x="10059569" y="1972410"/>
                  </a:lnTo>
                  <a:lnTo>
                    <a:pt x="10055509" y="1962937"/>
                  </a:lnTo>
                  <a:cubicBezTo>
                    <a:pt x="10055509" y="1945419"/>
                    <a:pt x="10070839" y="1927900"/>
                    <a:pt x="10088357" y="1930090"/>
                  </a:cubicBezTo>
                  <a:cubicBezTo>
                    <a:pt x="10097116" y="1930090"/>
                    <a:pt x="10105328" y="1933923"/>
                    <a:pt x="10111350" y="1939944"/>
                  </a:cubicBezTo>
                  <a:lnTo>
                    <a:pt x="10116514" y="1951992"/>
                  </a:lnTo>
                  <a:lnTo>
                    <a:pt x="10305155" y="1951992"/>
                  </a:lnTo>
                  <a:lnTo>
                    <a:pt x="10664277" y="1592871"/>
                  </a:lnTo>
                  <a:lnTo>
                    <a:pt x="11695235" y="1592871"/>
                  </a:lnTo>
                  <a:lnTo>
                    <a:pt x="11706625" y="1564397"/>
                  </a:lnTo>
                  <a:cubicBezTo>
                    <a:pt x="11714836" y="1556187"/>
                    <a:pt x="11726333" y="1551259"/>
                    <a:pt x="11739471" y="1551259"/>
                  </a:cubicBezTo>
                  <a:cubicBezTo>
                    <a:pt x="11765749" y="1551259"/>
                    <a:pt x="11785458" y="1570967"/>
                    <a:pt x="11785458" y="1597245"/>
                  </a:cubicBezTo>
                  <a:lnTo>
                    <a:pt x="11774081" y="1625686"/>
                  </a:lnTo>
                  <a:lnTo>
                    <a:pt x="11921226" y="1774626"/>
                  </a:lnTo>
                  <a:lnTo>
                    <a:pt x="12100790" y="1774626"/>
                  </a:lnTo>
                  <a:lnTo>
                    <a:pt x="12100790" y="1796524"/>
                  </a:lnTo>
                  <a:lnTo>
                    <a:pt x="11912467" y="1796524"/>
                  </a:lnTo>
                  <a:lnTo>
                    <a:pt x="11752166" y="1638152"/>
                  </a:lnTo>
                  <a:lnTo>
                    <a:pt x="11739471" y="1643230"/>
                  </a:lnTo>
                  <a:cubicBezTo>
                    <a:pt x="11726333" y="1643230"/>
                    <a:pt x="11714836" y="1638304"/>
                    <a:pt x="11706625" y="1630092"/>
                  </a:cubicBezTo>
                  <a:lnTo>
                    <a:pt x="11701371" y="1616958"/>
                  </a:lnTo>
                  <a:lnTo>
                    <a:pt x="10673037" y="1616958"/>
                  </a:lnTo>
                  <a:lnTo>
                    <a:pt x="10338002" y="1951992"/>
                  </a:lnTo>
                  <a:lnTo>
                    <a:pt x="10467200" y="1951992"/>
                  </a:lnTo>
                  <a:lnTo>
                    <a:pt x="10574494" y="1844699"/>
                  </a:lnTo>
                  <a:lnTo>
                    <a:pt x="10655198" y="1844699"/>
                  </a:lnTo>
                  <a:lnTo>
                    <a:pt x="10656611" y="1841402"/>
                  </a:lnTo>
                  <a:cubicBezTo>
                    <a:pt x="10662634" y="1835381"/>
                    <a:pt x="10670845" y="1831547"/>
                    <a:pt x="10679605" y="1831547"/>
                  </a:cubicBezTo>
                  <a:cubicBezTo>
                    <a:pt x="10688364" y="1831547"/>
                    <a:pt x="10696575" y="1835381"/>
                    <a:pt x="10702598" y="1841402"/>
                  </a:cubicBezTo>
                  <a:lnTo>
                    <a:pt x="10704011" y="1844699"/>
                  </a:lnTo>
                  <a:lnTo>
                    <a:pt x="10985738" y="1844699"/>
                  </a:lnTo>
                  <a:lnTo>
                    <a:pt x="10992747" y="1827175"/>
                  </a:lnTo>
                  <a:cubicBezTo>
                    <a:pt x="11000958" y="1818963"/>
                    <a:pt x="11012455" y="1814036"/>
                    <a:pt x="11025593" y="1814036"/>
                  </a:cubicBezTo>
                  <a:cubicBezTo>
                    <a:pt x="11038733" y="1814036"/>
                    <a:pt x="11050230" y="1818963"/>
                    <a:pt x="11058442" y="1827175"/>
                  </a:cubicBezTo>
                  <a:lnTo>
                    <a:pt x="11069828" y="1855641"/>
                  </a:lnTo>
                  <a:lnTo>
                    <a:pt x="11075332" y="1855641"/>
                  </a:lnTo>
                  <a:lnTo>
                    <a:pt x="11081434" y="1841402"/>
                  </a:lnTo>
                  <a:cubicBezTo>
                    <a:pt x="11087457" y="1835380"/>
                    <a:pt x="11095668" y="1831547"/>
                    <a:pt x="11104427" y="1831547"/>
                  </a:cubicBezTo>
                  <a:cubicBezTo>
                    <a:pt x="11121946" y="1831547"/>
                    <a:pt x="11137274" y="1846876"/>
                    <a:pt x="11137274" y="1864396"/>
                  </a:cubicBezTo>
                  <a:lnTo>
                    <a:pt x="11131302" y="1878329"/>
                  </a:lnTo>
                  <a:lnTo>
                    <a:pt x="11362825" y="2111829"/>
                  </a:lnTo>
                  <a:lnTo>
                    <a:pt x="11351876" y="2122779"/>
                  </a:lnTo>
                  <a:lnTo>
                    <a:pt x="11119753" y="1890674"/>
                  </a:lnTo>
                  <a:lnTo>
                    <a:pt x="11104427" y="1897241"/>
                  </a:lnTo>
                  <a:cubicBezTo>
                    <a:pt x="11095668" y="1897241"/>
                    <a:pt x="11087457" y="1893409"/>
                    <a:pt x="11081434" y="1887387"/>
                  </a:cubicBezTo>
                  <a:lnTo>
                    <a:pt x="11075337" y="1873160"/>
                  </a:lnTo>
                  <a:lnTo>
                    <a:pt x="11066326" y="1873160"/>
                  </a:lnTo>
                  <a:lnTo>
                    <a:pt x="11065323" y="1875668"/>
                  </a:lnTo>
                  <a:lnTo>
                    <a:pt x="11345303" y="2155633"/>
                  </a:lnTo>
                  <a:lnTo>
                    <a:pt x="11362825" y="2155633"/>
                  </a:lnTo>
                  <a:lnTo>
                    <a:pt x="11362825" y="2170962"/>
                  </a:lnTo>
                  <a:lnTo>
                    <a:pt x="11360632" y="2170962"/>
                  </a:lnTo>
                  <a:lnTo>
                    <a:pt x="11470126" y="2280447"/>
                  </a:lnTo>
                  <a:lnTo>
                    <a:pt x="12078892" y="2280447"/>
                  </a:lnTo>
                  <a:lnTo>
                    <a:pt x="12078892" y="2302345"/>
                  </a:lnTo>
                  <a:lnTo>
                    <a:pt x="11459178" y="2302345"/>
                  </a:lnTo>
                  <a:lnTo>
                    <a:pt x="11327785" y="2170962"/>
                  </a:lnTo>
                  <a:lnTo>
                    <a:pt x="11222678" y="2170962"/>
                  </a:lnTo>
                  <a:lnTo>
                    <a:pt x="11105518" y="2053815"/>
                  </a:lnTo>
                  <a:lnTo>
                    <a:pt x="11097859" y="2057097"/>
                  </a:lnTo>
                  <a:cubicBezTo>
                    <a:pt x="11089100" y="2057097"/>
                    <a:pt x="11080888" y="2053265"/>
                    <a:pt x="11074866" y="2047243"/>
                  </a:cubicBezTo>
                  <a:lnTo>
                    <a:pt x="11070645" y="2037395"/>
                  </a:lnTo>
                  <a:lnTo>
                    <a:pt x="10413748" y="2037395"/>
                  </a:lnTo>
                  <a:lnTo>
                    <a:pt x="10242032" y="2208188"/>
                  </a:lnTo>
                  <a:lnTo>
                    <a:pt x="10538829" y="2208188"/>
                  </a:lnTo>
                  <a:lnTo>
                    <a:pt x="10544931" y="2193949"/>
                  </a:lnTo>
                  <a:cubicBezTo>
                    <a:pt x="10550954" y="2187925"/>
                    <a:pt x="10559165" y="2184096"/>
                    <a:pt x="10567924" y="2184096"/>
                  </a:cubicBezTo>
                  <a:cubicBezTo>
                    <a:pt x="10585443" y="2184096"/>
                    <a:pt x="10600771" y="2199426"/>
                    <a:pt x="10600771" y="2216942"/>
                  </a:cubicBezTo>
                  <a:lnTo>
                    <a:pt x="10595557" y="2229107"/>
                  </a:lnTo>
                  <a:lnTo>
                    <a:pt x="10896396" y="2527901"/>
                  </a:lnTo>
                  <a:lnTo>
                    <a:pt x="11345307" y="2527901"/>
                  </a:lnTo>
                  <a:lnTo>
                    <a:pt x="11345307" y="2545420"/>
                  </a:lnTo>
                  <a:lnTo>
                    <a:pt x="10889826" y="2545420"/>
                  </a:lnTo>
                  <a:lnTo>
                    <a:pt x="10586315" y="2241906"/>
                  </a:lnTo>
                  <a:lnTo>
                    <a:pt x="10567924" y="2249791"/>
                  </a:lnTo>
                  <a:cubicBezTo>
                    <a:pt x="10559165" y="2249791"/>
                    <a:pt x="10550954" y="2245957"/>
                    <a:pt x="10544931" y="2239935"/>
                  </a:cubicBezTo>
                  <a:lnTo>
                    <a:pt x="10537895" y="2223515"/>
                  </a:lnTo>
                  <a:lnTo>
                    <a:pt x="10241643" y="2223515"/>
                  </a:lnTo>
                  <a:lnTo>
                    <a:pt x="10206606" y="2258551"/>
                  </a:lnTo>
                  <a:lnTo>
                    <a:pt x="10210986" y="2269500"/>
                  </a:lnTo>
                  <a:cubicBezTo>
                    <a:pt x="10210986" y="2295777"/>
                    <a:pt x="10191278" y="2315484"/>
                    <a:pt x="10164999" y="2315484"/>
                  </a:cubicBezTo>
                  <a:lnTo>
                    <a:pt x="10154050" y="2311104"/>
                  </a:lnTo>
                  <a:lnTo>
                    <a:pt x="10042371" y="2422784"/>
                  </a:lnTo>
                  <a:lnTo>
                    <a:pt x="10462303" y="2422784"/>
                  </a:lnTo>
                  <a:lnTo>
                    <a:pt x="10474859" y="2404174"/>
                  </a:lnTo>
                  <a:cubicBezTo>
                    <a:pt x="10486355" y="2392674"/>
                    <a:pt x="10502231" y="2385558"/>
                    <a:pt x="10519749" y="2385558"/>
                  </a:cubicBezTo>
                  <a:cubicBezTo>
                    <a:pt x="10554786" y="2385558"/>
                    <a:pt x="10583254" y="2414025"/>
                    <a:pt x="10583254" y="2449061"/>
                  </a:cubicBezTo>
                  <a:cubicBezTo>
                    <a:pt x="10583254" y="2457821"/>
                    <a:pt x="10581475" y="2466171"/>
                    <a:pt x="10578259" y="2473764"/>
                  </a:cubicBezTo>
                  <a:lnTo>
                    <a:pt x="10577193" y="2475349"/>
                  </a:lnTo>
                  <a:lnTo>
                    <a:pt x="10756248" y="2652716"/>
                  </a:lnTo>
                  <a:lnTo>
                    <a:pt x="10918947" y="2652716"/>
                  </a:lnTo>
                  <a:lnTo>
                    <a:pt x="10983988" y="2587025"/>
                  </a:lnTo>
                  <a:lnTo>
                    <a:pt x="11360639" y="2587025"/>
                  </a:lnTo>
                  <a:lnTo>
                    <a:pt x="11588376" y="2359279"/>
                  </a:lnTo>
                  <a:lnTo>
                    <a:pt x="12100790" y="2359279"/>
                  </a:lnTo>
                  <a:lnTo>
                    <a:pt x="12100790" y="2405265"/>
                  </a:lnTo>
                  <a:lnTo>
                    <a:pt x="11608084" y="2405265"/>
                  </a:lnTo>
                  <a:lnTo>
                    <a:pt x="11312460" y="2698702"/>
                  </a:lnTo>
                  <a:lnTo>
                    <a:pt x="10921898" y="2698702"/>
                  </a:lnTo>
                  <a:lnTo>
                    <a:pt x="10802455" y="2816949"/>
                  </a:lnTo>
                  <a:lnTo>
                    <a:pt x="11080792" y="2816949"/>
                  </a:lnTo>
                  <a:lnTo>
                    <a:pt x="11087568" y="2810066"/>
                  </a:lnTo>
                  <a:lnTo>
                    <a:pt x="11082530" y="2797242"/>
                  </a:lnTo>
                  <a:cubicBezTo>
                    <a:pt x="11082530" y="2779723"/>
                    <a:pt x="11097859" y="2764393"/>
                    <a:pt x="11115377" y="2764393"/>
                  </a:cubicBezTo>
                  <a:cubicBezTo>
                    <a:pt x="11124136" y="2764393"/>
                    <a:pt x="11132348" y="2768228"/>
                    <a:pt x="11138369" y="2774252"/>
                  </a:cubicBezTo>
                  <a:lnTo>
                    <a:pt x="11144470" y="2788483"/>
                  </a:lnTo>
                  <a:lnTo>
                    <a:pt x="11391292" y="2788483"/>
                  </a:lnTo>
                  <a:lnTo>
                    <a:pt x="11391292" y="2806002"/>
                  </a:lnTo>
                  <a:lnTo>
                    <a:pt x="11144469" y="2806002"/>
                  </a:lnTo>
                  <a:lnTo>
                    <a:pt x="11139777" y="2816949"/>
                  </a:lnTo>
                  <a:lnTo>
                    <a:pt x="11573046" y="2816949"/>
                  </a:lnTo>
                  <a:lnTo>
                    <a:pt x="11726333" y="2663665"/>
                  </a:lnTo>
                  <a:lnTo>
                    <a:pt x="11717574" y="2641769"/>
                  </a:lnTo>
                  <a:cubicBezTo>
                    <a:pt x="11717574" y="2617679"/>
                    <a:pt x="11737282" y="2595784"/>
                    <a:pt x="11763560" y="2595784"/>
                  </a:cubicBezTo>
                  <a:cubicBezTo>
                    <a:pt x="11776699" y="2595784"/>
                    <a:pt x="11788195" y="2600705"/>
                    <a:pt x="11796407" y="2608923"/>
                  </a:cubicBezTo>
                  <a:lnTo>
                    <a:pt x="11806043" y="2633009"/>
                  </a:lnTo>
                  <a:lnTo>
                    <a:pt x="12138017" y="2633009"/>
                  </a:lnTo>
                  <a:lnTo>
                    <a:pt x="12138017" y="2654906"/>
                  </a:lnTo>
                  <a:lnTo>
                    <a:pt x="11804290" y="2654906"/>
                  </a:lnTo>
                  <a:lnTo>
                    <a:pt x="11796407" y="2674615"/>
                  </a:lnTo>
                  <a:cubicBezTo>
                    <a:pt x="11788195" y="2682829"/>
                    <a:pt x="11776699" y="2687754"/>
                    <a:pt x="11763560" y="2687754"/>
                  </a:cubicBezTo>
                  <a:lnTo>
                    <a:pt x="11741663" y="2678995"/>
                  </a:lnTo>
                  <a:lnTo>
                    <a:pt x="11581806" y="2838848"/>
                  </a:lnTo>
                  <a:lnTo>
                    <a:pt x="11082530" y="2838848"/>
                  </a:lnTo>
                  <a:lnTo>
                    <a:pt x="10979609" y="2941777"/>
                  </a:lnTo>
                  <a:lnTo>
                    <a:pt x="10488304" y="2941777"/>
                  </a:lnTo>
                  <a:lnTo>
                    <a:pt x="10305148" y="3123525"/>
                  </a:lnTo>
                  <a:lnTo>
                    <a:pt x="10194710" y="3123525"/>
                  </a:lnTo>
                  <a:lnTo>
                    <a:pt x="10268244" y="3196872"/>
                  </a:lnTo>
                  <a:lnTo>
                    <a:pt x="10353323" y="3112575"/>
                  </a:lnTo>
                  <a:lnTo>
                    <a:pt x="10690556" y="3112575"/>
                  </a:lnTo>
                  <a:lnTo>
                    <a:pt x="10734350" y="3068780"/>
                  </a:lnTo>
                  <a:lnTo>
                    <a:pt x="12100789" y="3068780"/>
                  </a:lnTo>
                  <a:lnTo>
                    <a:pt x="12100789" y="3114765"/>
                  </a:lnTo>
                  <a:lnTo>
                    <a:pt x="11362825" y="3114765"/>
                  </a:lnTo>
                  <a:lnTo>
                    <a:pt x="11362825" y="3145422"/>
                  </a:lnTo>
                  <a:lnTo>
                    <a:pt x="10723192" y="3145422"/>
                  </a:lnTo>
                  <a:lnTo>
                    <a:pt x="10469383" y="3397501"/>
                  </a:lnTo>
                  <a:lnTo>
                    <a:pt x="10502059" y="3430094"/>
                  </a:lnTo>
                  <a:lnTo>
                    <a:pt x="10502230" y="3430094"/>
                  </a:lnTo>
                  <a:lnTo>
                    <a:pt x="10640189" y="3292141"/>
                  </a:lnTo>
                  <a:lnTo>
                    <a:pt x="10743108" y="3292141"/>
                  </a:lnTo>
                  <a:lnTo>
                    <a:pt x="10819752" y="3215496"/>
                  </a:lnTo>
                  <a:lnTo>
                    <a:pt x="11358445" y="3215496"/>
                  </a:lnTo>
                  <a:lnTo>
                    <a:pt x="11367204" y="3206736"/>
                  </a:lnTo>
                  <a:lnTo>
                    <a:pt x="12138017" y="3206736"/>
                  </a:lnTo>
                  <a:lnTo>
                    <a:pt x="12138017" y="3230826"/>
                  </a:lnTo>
                  <a:lnTo>
                    <a:pt x="11375964" y="3230826"/>
                  </a:lnTo>
                  <a:lnTo>
                    <a:pt x="11314917" y="3292141"/>
                  </a:lnTo>
                  <a:lnTo>
                    <a:pt x="11384724" y="3292141"/>
                  </a:lnTo>
                  <a:lnTo>
                    <a:pt x="11384724" y="3314038"/>
                  </a:lnTo>
                  <a:lnTo>
                    <a:pt x="12131448" y="3314038"/>
                  </a:lnTo>
                  <a:lnTo>
                    <a:pt x="12131448" y="3360023"/>
                  </a:lnTo>
                  <a:lnTo>
                    <a:pt x="11247330" y="3360023"/>
                  </a:lnTo>
                  <a:lnTo>
                    <a:pt x="10876687" y="3732288"/>
                  </a:lnTo>
                  <a:lnTo>
                    <a:pt x="10402229" y="3732288"/>
                  </a:lnTo>
                  <a:lnTo>
                    <a:pt x="10420113" y="3739952"/>
                  </a:lnTo>
                  <a:cubicBezTo>
                    <a:pt x="10426135" y="3745975"/>
                    <a:pt x="10429967" y="3754186"/>
                    <a:pt x="10429967" y="3762946"/>
                  </a:cubicBezTo>
                  <a:cubicBezTo>
                    <a:pt x="10429967" y="3782654"/>
                    <a:pt x="10414639" y="3795792"/>
                    <a:pt x="10397120" y="3795792"/>
                  </a:cubicBezTo>
                  <a:cubicBezTo>
                    <a:pt x="10388361" y="3795792"/>
                    <a:pt x="10380150" y="3791960"/>
                    <a:pt x="10374127" y="3785939"/>
                  </a:cubicBezTo>
                  <a:lnTo>
                    <a:pt x="10370842" y="3778273"/>
                  </a:lnTo>
                  <a:lnTo>
                    <a:pt x="10270110" y="3778273"/>
                  </a:lnTo>
                  <a:lnTo>
                    <a:pt x="10438725" y="3946889"/>
                  </a:lnTo>
                  <a:lnTo>
                    <a:pt x="10749679" y="3946889"/>
                  </a:lnTo>
                  <a:cubicBezTo>
                    <a:pt x="10749679" y="3920611"/>
                    <a:pt x="10769387" y="3900903"/>
                    <a:pt x="10795664" y="3900903"/>
                  </a:cubicBezTo>
                  <a:cubicBezTo>
                    <a:pt x="10821942" y="3900903"/>
                    <a:pt x="10841650" y="3920611"/>
                    <a:pt x="10841650" y="3946889"/>
                  </a:cubicBezTo>
                  <a:cubicBezTo>
                    <a:pt x="10841650" y="3973167"/>
                    <a:pt x="10821942" y="3992875"/>
                    <a:pt x="10795664" y="3992875"/>
                  </a:cubicBezTo>
                  <a:cubicBezTo>
                    <a:pt x="10782525" y="3992875"/>
                    <a:pt x="10771029" y="3987948"/>
                    <a:pt x="10762818" y="3979736"/>
                  </a:cubicBezTo>
                  <a:lnTo>
                    <a:pt x="10759314" y="3970977"/>
                  </a:lnTo>
                  <a:lnTo>
                    <a:pt x="10429967" y="3970977"/>
                  </a:lnTo>
                  <a:lnTo>
                    <a:pt x="10238299" y="3778273"/>
                  </a:lnTo>
                  <a:lnTo>
                    <a:pt x="10127773" y="3778273"/>
                  </a:lnTo>
                  <a:lnTo>
                    <a:pt x="10081788" y="3732288"/>
                  </a:lnTo>
                  <a:lnTo>
                    <a:pt x="9332872" y="3732288"/>
                  </a:lnTo>
                  <a:lnTo>
                    <a:pt x="9324113" y="3754186"/>
                  </a:lnTo>
                  <a:cubicBezTo>
                    <a:pt x="9315901" y="3762398"/>
                    <a:pt x="9304405" y="3767325"/>
                    <a:pt x="9291266" y="3767325"/>
                  </a:cubicBezTo>
                  <a:lnTo>
                    <a:pt x="9270836" y="3759153"/>
                  </a:lnTo>
                  <a:lnTo>
                    <a:pt x="9220813" y="3808930"/>
                  </a:lnTo>
                  <a:lnTo>
                    <a:pt x="9446117" y="3808930"/>
                  </a:lnTo>
                  <a:lnTo>
                    <a:pt x="9452216" y="3794698"/>
                  </a:lnTo>
                  <a:cubicBezTo>
                    <a:pt x="9458239" y="3788676"/>
                    <a:pt x="9466450" y="3784844"/>
                    <a:pt x="9475210" y="3784844"/>
                  </a:cubicBezTo>
                  <a:cubicBezTo>
                    <a:pt x="9492728" y="3784844"/>
                    <a:pt x="9508056" y="3800172"/>
                    <a:pt x="9508056" y="3817691"/>
                  </a:cubicBezTo>
                  <a:lnTo>
                    <a:pt x="9500962" y="3834837"/>
                  </a:lnTo>
                  <a:lnTo>
                    <a:pt x="9814666" y="4150432"/>
                  </a:lnTo>
                  <a:lnTo>
                    <a:pt x="9836528" y="4141783"/>
                  </a:lnTo>
                  <a:cubicBezTo>
                    <a:pt x="9846382" y="4141783"/>
                    <a:pt x="9854594" y="4145615"/>
                    <a:pt x="9860343" y="4151637"/>
                  </a:cubicBezTo>
                  <a:lnTo>
                    <a:pt x="9869375" y="4174629"/>
                  </a:lnTo>
                  <a:lnTo>
                    <a:pt x="11113187" y="4174629"/>
                  </a:lnTo>
                  <a:lnTo>
                    <a:pt x="11343117" y="3944699"/>
                  </a:lnTo>
                  <a:lnTo>
                    <a:pt x="11424140" y="3944699"/>
                  </a:lnTo>
                  <a:lnTo>
                    <a:pt x="11424140" y="3962218"/>
                  </a:lnTo>
                  <a:lnTo>
                    <a:pt x="11349687" y="3962218"/>
                  </a:lnTo>
                  <a:lnTo>
                    <a:pt x="11119757" y="4192147"/>
                  </a:lnTo>
                  <a:lnTo>
                    <a:pt x="9862369" y="4192147"/>
                  </a:lnTo>
                  <a:lnTo>
                    <a:pt x="9859521" y="4199266"/>
                  </a:lnTo>
                  <a:cubicBezTo>
                    <a:pt x="9853499" y="4205287"/>
                    <a:pt x="9845287" y="4208571"/>
                    <a:pt x="9836528" y="4207477"/>
                  </a:cubicBezTo>
                  <a:cubicBezTo>
                    <a:pt x="9819010" y="4207477"/>
                    <a:pt x="9801491" y="4192148"/>
                    <a:pt x="9801491" y="4174630"/>
                  </a:cubicBezTo>
                  <a:lnTo>
                    <a:pt x="9805510" y="4165507"/>
                  </a:lnTo>
                  <a:lnTo>
                    <a:pt x="9486216" y="3846214"/>
                  </a:lnTo>
                  <a:lnTo>
                    <a:pt x="9475210" y="3850538"/>
                  </a:lnTo>
                  <a:cubicBezTo>
                    <a:pt x="9466450" y="3850538"/>
                    <a:pt x="9458239" y="3846706"/>
                    <a:pt x="9452216" y="3840684"/>
                  </a:cubicBezTo>
                  <a:lnTo>
                    <a:pt x="9446116" y="3826449"/>
                  </a:lnTo>
                  <a:lnTo>
                    <a:pt x="9203206" y="3826449"/>
                  </a:lnTo>
                  <a:lnTo>
                    <a:pt x="9016147" y="4012583"/>
                  </a:lnTo>
                  <a:lnTo>
                    <a:pt x="9505081" y="4012583"/>
                  </a:lnTo>
                  <a:lnTo>
                    <a:pt x="9514627" y="3989316"/>
                  </a:lnTo>
                  <a:cubicBezTo>
                    <a:pt x="9522839" y="3980831"/>
                    <a:pt x="9534335" y="3975357"/>
                    <a:pt x="9547473" y="3975357"/>
                  </a:cubicBezTo>
                  <a:cubicBezTo>
                    <a:pt x="9573752" y="3975357"/>
                    <a:pt x="9593461" y="3995065"/>
                    <a:pt x="9593461" y="4021343"/>
                  </a:cubicBezTo>
                  <a:lnTo>
                    <a:pt x="9582824" y="4047933"/>
                  </a:lnTo>
                  <a:lnTo>
                    <a:pt x="10006084" y="4471193"/>
                  </a:lnTo>
                  <a:lnTo>
                    <a:pt x="10035802" y="4459305"/>
                  </a:lnTo>
                  <a:cubicBezTo>
                    <a:pt x="10048941" y="4459305"/>
                    <a:pt x="10060437" y="4464233"/>
                    <a:pt x="10068649" y="4472444"/>
                  </a:cubicBezTo>
                  <a:lnTo>
                    <a:pt x="10081788" y="4505290"/>
                  </a:lnTo>
                  <a:lnTo>
                    <a:pt x="11761370" y="4505290"/>
                  </a:lnTo>
                  <a:lnTo>
                    <a:pt x="12072323" y="4194338"/>
                  </a:lnTo>
                  <a:lnTo>
                    <a:pt x="12184003" y="4194338"/>
                  </a:lnTo>
                  <a:lnTo>
                    <a:pt x="12184003" y="4216236"/>
                  </a:lnTo>
                  <a:lnTo>
                    <a:pt x="12083272" y="4216236"/>
                  </a:lnTo>
                  <a:lnTo>
                    <a:pt x="11772319" y="4529379"/>
                  </a:lnTo>
                  <a:lnTo>
                    <a:pt x="10072153" y="4529379"/>
                  </a:lnTo>
                  <a:lnTo>
                    <a:pt x="10068649" y="4538139"/>
                  </a:lnTo>
                  <a:cubicBezTo>
                    <a:pt x="10060437" y="4546350"/>
                    <a:pt x="10048941" y="4551277"/>
                    <a:pt x="10035802" y="4551277"/>
                  </a:cubicBezTo>
                  <a:cubicBezTo>
                    <a:pt x="10009524" y="4551277"/>
                    <a:pt x="9989815" y="4531569"/>
                    <a:pt x="9989815" y="4505291"/>
                  </a:cubicBezTo>
                  <a:lnTo>
                    <a:pt x="9994867" y="4492662"/>
                  </a:lnTo>
                  <a:lnTo>
                    <a:pt x="9564597" y="4060479"/>
                  </a:lnTo>
                  <a:lnTo>
                    <a:pt x="9547473" y="4067328"/>
                  </a:lnTo>
                  <a:cubicBezTo>
                    <a:pt x="9534335" y="4067328"/>
                    <a:pt x="9522839" y="4062401"/>
                    <a:pt x="9514627" y="4054189"/>
                  </a:cubicBezTo>
                  <a:lnTo>
                    <a:pt x="9506743" y="4034482"/>
                  </a:lnTo>
                  <a:lnTo>
                    <a:pt x="8994139" y="4034482"/>
                  </a:lnTo>
                  <a:lnTo>
                    <a:pt x="8971842" y="4056668"/>
                  </a:lnTo>
                  <a:lnTo>
                    <a:pt x="9028489" y="4113315"/>
                  </a:lnTo>
                  <a:lnTo>
                    <a:pt x="9028489" y="4413598"/>
                  </a:lnTo>
                  <a:lnTo>
                    <a:pt x="9127031" y="4511860"/>
                  </a:lnTo>
                  <a:lnTo>
                    <a:pt x="9716089" y="4511860"/>
                  </a:lnTo>
                  <a:lnTo>
                    <a:pt x="9827770" y="4623541"/>
                  </a:lnTo>
                  <a:lnTo>
                    <a:pt x="10898586" y="4623541"/>
                  </a:lnTo>
                  <a:lnTo>
                    <a:pt x="10983988" y="4540327"/>
                  </a:lnTo>
                  <a:lnTo>
                    <a:pt x="11408811" y="4540327"/>
                  </a:lnTo>
                  <a:lnTo>
                    <a:pt x="11408811" y="4555657"/>
                  </a:lnTo>
                  <a:lnTo>
                    <a:pt x="10990558" y="4555657"/>
                  </a:lnTo>
                  <a:lnTo>
                    <a:pt x="10905155" y="4641059"/>
                  </a:lnTo>
                  <a:lnTo>
                    <a:pt x="9821201" y="4641059"/>
                  </a:lnTo>
                  <a:lnTo>
                    <a:pt x="9709521" y="4529379"/>
                  </a:lnTo>
                  <a:lnTo>
                    <a:pt x="9118272" y="4529379"/>
                  </a:lnTo>
                  <a:lnTo>
                    <a:pt x="9028489" y="4439340"/>
                  </a:lnTo>
                  <a:lnTo>
                    <a:pt x="9028489" y="4551881"/>
                  </a:lnTo>
                  <a:lnTo>
                    <a:pt x="9048197" y="4560037"/>
                  </a:lnTo>
                  <a:cubicBezTo>
                    <a:pt x="9056956" y="4568796"/>
                    <a:pt x="9061336" y="4580293"/>
                    <a:pt x="9061336" y="4591789"/>
                  </a:cubicBezTo>
                  <a:lnTo>
                    <a:pt x="9053341" y="4611111"/>
                  </a:lnTo>
                  <a:lnTo>
                    <a:pt x="9283065" y="4840331"/>
                  </a:lnTo>
                  <a:lnTo>
                    <a:pt x="9606813" y="4840331"/>
                  </a:lnTo>
                  <a:lnTo>
                    <a:pt x="9615359" y="4818434"/>
                  </a:lnTo>
                  <a:cubicBezTo>
                    <a:pt x="9632877" y="4800915"/>
                    <a:pt x="9661344" y="4800915"/>
                    <a:pt x="9678863" y="4818434"/>
                  </a:cubicBezTo>
                  <a:cubicBezTo>
                    <a:pt x="9687622" y="4827193"/>
                    <a:pt x="9692002" y="4838690"/>
                    <a:pt x="9692002" y="4850186"/>
                  </a:cubicBezTo>
                  <a:lnTo>
                    <a:pt x="9682708" y="4872645"/>
                  </a:lnTo>
                  <a:lnTo>
                    <a:pt x="9770834" y="4960771"/>
                  </a:lnTo>
                  <a:lnTo>
                    <a:pt x="9873755" y="4960771"/>
                  </a:lnTo>
                  <a:lnTo>
                    <a:pt x="10024852" y="5111868"/>
                  </a:lnTo>
                  <a:lnTo>
                    <a:pt x="10156241" y="5111868"/>
                  </a:lnTo>
                  <a:lnTo>
                    <a:pt x="10031529" y="4987156"/>
                  </a:lnTo>
                  <a:lnTo>
                    <a:pt x="10010620" y="4995808"/>
                  </a:lnTo>
                  <a:cubicBezTo>
                    <a:pt x="9999122" y="4995808"/>
                    <a:pt x="9987626" y="4991428"/>
                    <a:pt x="9978867" y="4982669"/>
                  </a:cubicBezTo>
                  <a:cubicBezTo>
                    <a:pt x="9961348" y="4965150"/>
                    <a:pt x="9961348" y="4936684"/>
                    <a:pt x="9978867" y="4919165"/>
                  </a:cubicBezTo>
                  <a:cubicBezTo>
                    <a:pt x="9987626" y="4910406"/>
                    <a:pt x="9999122" y="4906026"/>
                    <a:pt x="10010620" y="4906026"/>
                  </a:cubicBezTo>
                  <a:cubicBezTo>
                    <a:pt x="10022115" y="4906026"/>
                    <a:pt x="10033611" y="4910406"/>
                    <a:pt x="10042371" y="4919165"/>
                  </a:cubicBezTo>
                  <a:cubicBezTo>
                    <a:pt x="10051130" y="4927925"/>
                    <a:pt x="10055510" y="4939421"/>
                    <a:pt x="10055510" y="4950918"/>
                  </a:cubicBezTo>
                  <a:lnTo>
                    <a:pt x="10046857" y="4971829"/>
                  </a:lnTo>
                  <a:lnTo>
                    <a:pt x="10186898" y="5111868"/>
                  </a:lnTo>
                  <a:lnTo>
                    <a:pt x="11474506" y="5111868"/>
                  </a:lnTo>
                  <a:lnTo>
                    <a:pt x="11588375" y="4997999"/>
                  </a:lnTo>
                  <a:lnTo>
                    <a:pt x="12162105" y="4997999"/>
                  </a:lnTo>
                  <a:lnTo>
                    <a:pt x="12162105" y="5022086"/>
                  </a:lnTo>
                  <a:lnTo>
                    <a:pt x="11597135" y="5022086"/>
                  </a:lnTo>
                  <a:lnTo>
                    <a:pt x="11483264" y="5135957"/>
                  </a:lnTo>
                  <a:lnTo>
                    <a:pt x="10210986" y="5135957"/>
                  </a:lnTo>
                  <a:lnTo>
                    <a:pt x="10272301" y="5197271"/>
                  </a:lnTo>
                  <a:lnTo>
                    <a:pt x="10667344" y="5191316"/>
                  </a:lnTo>
                  <a:lnTo>
                    <a:pt x="10673035" y="5177563"/>
                  </a:lnTo>
                  <a:cubicBezTo>
                    <a:pt x="10690553" y="5160044"/>
                    <a:pt x="10719022" y="5160044"/>
                    <a:pt x="10736540" y="5177563"/>
                  </a:cubicBezTo>
                  <a:cubicBezTo>
                    <a:pt x="10745299" y="5186323"/>
                    <a:pt x="10749679" y="5197819"/>
                    <a:pt x="10749679" y="5209590"/>
                  </a:cubicBezTo>
                  <a:lnTo>
                    <a:pt x="10743302" y="5225930"/>
                  </a:lnTo>
                  <a:lnTo>
                    <a:pt x="11185451" y="5668081"/>
                  </a:lnTo>
                  <a:lnTo>
                    <a:pt x="11326405" y="5669779"/>
                  </a:lnTo>
                  <a:lnTo>
                    <a:pt x="11334358" y="5650562"/>
                  </a:lnTo>
                  <a:cubicBezTo>
                    <a:pt x="11351877" y="5633043"/>
                    <a:pt x="11380344" y="5633043"/>
                    <a:pt x="11397862" y="5650562"/>
                  </a:cubicBezTo>
                  <a:cubicBezTo>
                    <a:pt x="11406621" y="5659322"/>
                    <a:pt x="11411001" y="5670818"/>
                    <a:pt x="11411001" y="5682588"/>
                  </a:cubicBezTo>
                  <a:lnTo>
                    <a:pt x="11402217" y="5705098"/>
                  </a:lnTo>
                  <a:lnTo>
                    <a:pt x="11750190" y="6051241"/>
                  </a:lnTo>
                  <a:lnTo>
                    <a:pt x="11771225" y="6042538"/>
                  </a:lnTo>
                  <a:cubicBezTo>
                    <a:pt x="11782721" y="6042538"/>
                    <a:pt x="11794219" y="6046918"/>
                    <a:pt x="11802978" y="6055677"/>
                  </a:cubicBezTo>
                  <a:cubicBezTo>
                    <a:pt x="11820496" y="6073194"/>
                    <a:pt x="11820496" y="6101663"/>
                    <a:pt x="11802978" y="6121371"/>
                  </a:cubicBezTo>
                  <a:lnTo>
                    <a:pt x="11802978" y="6119181"/>
                  </a:lnTo>
                  <a:lnTo>
                    <a:pt x="11783268" y="6127336"/>
                  </a:lnTo>
                  <a:lnTo>
                    <a:pt x="11783268" y="6572472"/>
                  </a:lnTo>
                  <a:lnTo>
                    <a:pt x="11761370" y="6572472"/>
                  </a:lnTo>
                  <a:lnTo>
                    <a:pt x="11759338" y="6127402"/>
                  </a:lnTo>
                  <a:lnTo>
                    <a:pt x="11739472" y="6119181"/>
                  </a:lnTo>
                  <a:cubicBezTo>
                    <a:pt x="11730713" y="6110422"/>
                    <a:pt x="11726333" y="6098925"/>
                    <a:pt x="11726333" y="6087429"/>
                  </a:cubicBezTo>
                  <a:lnTo>
                    <a:pt x="11734345" y="6068068"/>
                  </a:lnTo>
                  <a:lnTo>
                    <a:pt x="11385470" y="5719195"/>
                  </a:lnTo>
                  <a:lnTo>
                    <a:pt x="11366110" y="5727205"/>
                  </a:lnTo>
                  <a:cubicBezTo>
                    <a:pt x="11354614" y="5727205"/>
                    <a:pt x="11343118" y="5722825"/>
                    <a:pt x="11334358" y="5714066"/>
                  </a:cubicBezTo>
                  <a:lnTo>
                    <a:pt x="11325297" y="5692169"/>
                  </a:lnTo>
                  <a:lnTo>
                    <a:pt x="11176691" y="5692169"/>
                  </a:lnTo>
                  <a:lnTo>
                    <a:pt x="10728795" y="5244272"/>
                  </a:lnTo>
                  <a:lnTo>
                    <a:pt x="10704788" y="5254206"/>
                  </a:lnTo>
                  <a:cubicBezTo>
                    <a:pt x="10693291" y="5254206"/>
                    <a:pt x="10681794" y="5249826"/>
                    <a:pt x="10673035" y="5241067"/>
                  </a:cubicBezTo>
                  <a:lnTo>
                    <a:pt x="10662316" y="5215162"/>
                  </a:lnTo>
                  <a:lnTo>
                    <a:pt x="10263541" y="5219169"/>
                  </a:lnTo>
                  <a:lnTo>
                    <a:pt x="10180328" y="5135957"/>
                  </a:lnTo>
                  <a:lnTo>
                    <a:pt x="10016093" y="5135957"/>
                  </a:lnTo>
                  <a:lnTo>
                    <a:pt x="9864996" y="4984859"/>
                  </a:lnTo>
                  <a:lnTo>
                    <a:pt x="9794922" y="4984859"/>
                  </a:lnTo>
                  <a:lnTo>
                    <a:pt x="10119926" y="5309864"/>
                  </a:lnTo>
                  <a:lnTo>
                    <a:pt x="10153766" y="5309404"/>
                  </a:lnTo>
                  <a:lnTo>
                    <a:pt x="10158430" y="5298002"/>
                  </a:lnTo>
                  <a:cubicBezTo>
                    <a:pt x="10171569" y="5284864"/>
                    <a:pt x="10193467" y="5284864"/>
                    <a:pt x="10206606" y="5298002"/>
                  </a:cubicBezTo>
                  <a:cubicBezTo>
                    <a:pt x="10213175" y="5304571"/>
                    <a:pt x="10216460" y="5313330"/>
                    <a:pt x="10216461" y="5322090"/>
                  </a:cubicBezTo>
                  <a:lnTo>
                    <a:pt x="10211692" y="5333746"/>
                  </a:lnTo>
                  <a:lnTo>
                    <a:pt x="10346753" y="5468807"/>
                  </a:lnTo>
                  <a:lnTo>
                    <a:pt x="10852600" y="5468807"/>
                  </a:lnTo>
                  <a:lnTo>
                    <a:pt x="11583637" y="6199846"/>
                  </a:lnTo>
                  <a:lnTo>
                    <a:pt x="11609453" y="6189255"/>
                  </a:lnTo>
                  <a:cubicBezTo>
                    <a:pt x="11621222" y="6189255"/>
                    <a:pt x="11633266" y="6193635"/>
                    <a:pt x="11643120" y="6202394"/>
                  </a:cubicBezTo>
                  <a:cubicBezTo>
                    <a:pt x="11660639" y="6219913"/>
                    <a:pt x="11660639" y="6248380"/>
                    <a:pt x="11643120" y="6265899"/>
                  </a:cubicBezTo>
                  <a:lnTo>
                    <a:pt x="11614652" y="6277577"/>
                  </a:lnTo>
                  <a:lnTo>
                    <a:pt x="11614652" y="6487069"/>
                  </a:lnTo>
                  <a:lnTo>
                    <a:pt x="11741661" y="6611888"/>
                  </a:lnTo>
                  <a:lnTo>
                    <a:pt x="11724143" y="6629407"/>
                  </a:lnTo>
                  <a:lnTo>
                    <a:pt x="11590565" y="6495828"/>
                  </a:lnTo>
                  <a:lnTo>
                    <a:pt x="11590565" y="6271026"/>
                  </a:lnTo>
                  <a:lnTo>
                    <a:pt x="11577426" y="6265899"/>
                  </a:lnTo>
                  <a:cubicBezTo>
                    <a:pt x="11567572" y="6257140"/>
                    <a:pt x="11563192" y="6245643"/>
                    <a:pt x="11563466" y="6234147"/>
                  </a:cubicBezTo>
                  <a:lnTo>
                    <a:pt x="11570070" y="6219126"/>
                  </a:lnTo>
                  <a:lnTo>
                    <a:pt x="10843841" y="5492895"/>
                  </a:lnTo>
                  <a:lnTo>
                    <a:pt x="10370841" y="5492895"/>
                  </a:lnTo>
                  <a:lnTo>
                    <a:pt x="10460624" y="5582678"/>
                  </a:lnTo>
                  <a:lnTo>
                    <a:pt x="10611721" y="5582678"/>
                  </a:lnTo>
                  <a:lnTo>
                    <a:pt x="10666961" y="5637919"/>
                  </a:lnTo>
                  <a:lnTo>
                    <a:pt x="10670845" y="5636329"/>
                  </a:lnTo>
                  <a:cubicBezTo>
                    <a:pt x="10679605" y="5636329"/>
                    <a:pt x="10688364" y="5639614"/>
                    <a:pt x="10694933" y="5646182"/>
                  </a:cubicBezTo>
                  <a:cubicBezTo>
                    <a:pt x="10701503" y="5652752"/>
                    <a:pt x="10704788" y="5661510"/>
                    <a:pt x="10704788" y="5670270"/>
                  </a:cubicBezTo>
                  <a:lnTo>
                    <a:pt x="10703198" y="5674156"/>
                  </a:lnTo>
                  <a:lnTo>
                    <a:pt x="10903767" y="5874725"/>
                  </a:lnTo>
                  <a:lnTo>
                    <a:pt x="10921580" y="5867354"/>
                  </a:lnTo>
                  <a:cubicBezTo>
                    <a:pt x="10933075" y="5867354"/>
                    <a:pt x="10944571" y="5871734"/>
                    <a:pt x="10953331" y="5880493"/>
                  </a:cubicBezTo>
                  <a:cubicBezTo>
                    <a:pt x="10962090" y="5889253"/>
                    <a:pt x="10966469" y="5900749"/>
                    <a:pt x="10966469" y="5912245"/>
                  </a:cubicBezTo>
                  <a:lnTo>
                    <a:pt x="10954613" y="5940900"/>
                  </a:lnTo>
                  <a:lnTo>
                    <a:pt x="10958276" y="5944562"/>
                  </a:lnTo>
                  <a:lnTo>
                    <a:pt x="10973040" y="5938522"/>
                  </a:lnTo>
                  <a:cubicBezTo>
                    <a:pt x="10981799" y="5938522"/>
                    <a:pt x="10990558" y="5941807"/>
                    <a:pt x="10997127" y="5948377"/>
                  </a:cubicBezTo>
                  <a:cubicBezTo>
                    <a:pt x="11010265" y="5961516"/>
                    <a:pt x="11010265" y="5983414"/>
                    <a:pt x="10997127" y="5996553"/>
                  </a:cubicBezTo>
                  <a:lnTo>
                    <a:pt x="10981799" y="6002823"/>
                  </a:lnTo>
                  <a:lnTo>
                    <a:pt x="10981799" y="6329404"/>
                  </a:lnTo>
                  <a:lnTo>
                    <a:pt x="10964280" y="6329404"/>
                  </a:lnTo>
                  <a:lnTo>
                    <a:pt x="10964280" y="6002823"/>
                  </a:lnTo>
                  <a:lnTo>
                    <a:pt x="10948951" y="5996553"/>
                  </a:lnTo>
                  <a:cubicBezTo>
                    <a:pt x="10942382" y="5989983"/>
                    <a:pt x="10939097" y="5981224"/>
                    <a:pt x="10939097" y="5972465"/>
                  </a:cubicBezTo>
                  <a:lnTo>
                    <a:pt x="10945136" y="5957702"/>
                  </a:lnTo>
                  <a:lnTo>
                    <a:pt x="10938002" y="5950566"/>
                  </a:lnTo>
                  <a:lnTo>
                    <a:pt x="10938002" y="6346922"/>
                  </a:lnTo>
                  <a:lnTo>
                    <a:pt x="10951141" y="6360061"/>
                  </a:lnTo>
                  <a:lnTo>
                    <a:pt x="10938003" y="6371009"/>
                  </a:lnTo>
                  <a:lnTo>
                    <a:pt x="10938002" y="6371008"/>
                  </a:lnTo>
                  <a:lnTo>
                    <a:pt x="10938002" y="6524297"/>
                  </a:lnTo>
                  <a:lnTo>
                    <a:pt x="11271506" y="6857801"/>
                  </a:lnTo>
                  <a:lnTo>
                    <a:pt x="11238660" y="6857801"/>
                  </a:lnTo>
                  <a:lnTo>
                    <a:pt x="10913914" y="6533054"/>
                  </a:lnTo>
                  <a:lnTo>
                    <a:pt x="10913914" y="6346921"/>
                  </a:lnTo>
                  <a:lnTo>
                    <a:pt x="10839461" y="6272468"/>
                  </a:lnTo>
                  <a:lnTo>
                    <a:pt x="10839461" y="6108332"/>
                  </a:lnTo>
                  <a:lnTo>
                    <a:pt x="10828512" y="6103852"/>
                  </a:lnTo>
                  <a:cubicBezTo>
                    <a:pt x="10821943" y="6097284"/>
                    <a:pt x="10818658" y="6088525"/>
                    <a:pt x="10818658" y="6079765"/>
                  </a:cubicBezTo>
                  <a:lnTo>
                    <a:pt x="10823426" y="6068109"/>
                  </a:lnTo>
                  <a:lnTo>
                    <a:pt x="10362083" y="5606765"/>
                  </a:lnTo>
                  <a:lnTo>
                    <a:pt x="10123392" y="5606765"/>
                  </a:lnTo>
                  <a:lnTo>
                    <a:pt x="10329165" y="5812538"/>
                  </a:lnTo>
                  <a:lnTo>
                    <a:pt x="10342373" y="5807134"/>
                  </a:lnTo>
                  <a:cubicBezTo>
                    <a:pt x="10351133" y="5807134"/>
                    <a:pt x="10359892" y="5810419"/>
                    <a:pt x="10366462" y="5816988"/>
                  </a:cubicBezTo>
                  <a:cubicBezTo>
                    <a:pt x="10379601" y="5830126"/>
                    <a:pt x="10379601" y="5852025"/>
                    <a:pt x="10366462" y="5865163"/>
                  </a:cubicBezTo>
                  <a:lnTo>
                    <a:pt x="10355513" y="5869643"/>
                  </a:lnTo>
                  <a:lnTo>
                    <a:pt x="10355513" y="6294367"/>
                  </a:lnTo>
                  <a:lnTo>
                    <a:pt x="10673035" y="6611888"/>
                  </a:lnTo>
                  <a:lnTo>
                    <a:pt x="10662086" y="6625028"/>
                  </a:lnTo>
                  <a:lnTo>
                    <a:pt x="10337994" y="6300935"/>
                  </a:lnTo>
                  <a:lnTo>
                    <a:pt x="10337994" y="5873226"/>
                  </a:lnTo>
                  <a:lnTo>
                    <a:pt x="10318286" y="5865163"/>
                  </a:lnTo>
                  <a:cubicBezTo>
                    <a:pt x="10311717" y="5858595"/>
                    <a:pt x="10308432" y="5849835"/>
                    <a:pt x="10308432" y="5841076"/>
                  </a:cubicBezTo>
                  <a:lnTo>
                    <a:pt x="10315171" y="5824604"/>
                  </a:lnTo>
                  <a:lnTo>
                    <a:pt x="10108065" y="5615525"/>
                  </a:lnTo>
                  <a:lnTo>
                    <a:pt x="10057851" y="5615525"/>
                  </a:lnTo>
                  <a:lnTo>
                    <a:pt x="10053320" y="5626474"/>
                  </a:lnTo>
                  <a:cubicBezTo>
                    <a:pt x="10035802" y="5643993"/>
                    <a:pt x="10007334" y="5643993"/>
                    <a:pt x="9989815" y="5626474"/>
                  </a:cubicBezTo>
                  <a:lnTo>
                    <a:pt x="9985285" y="5615525"/>
                  </a:lnTo>
                  <a:lnTo>
                    <a:pt x="9826949" y="5615525"/>
                  </a:lnTo>
                  <a:lnTo>
                    <a:pt x="10121544" y="5909410"/>
                  </a:lnTo>
                  <a:lnTo>
                    <a:pt x="10145291" y="5904580"/>
                  </a:lnTo>
                  <a:cubicBezTo>
                    <a:pt x="10161715" y="5904580"/>
                    <a:pt x="10178139" y="5911149"/>
                    <a:pt x="10191278" y="5924288"/>
                  </a:cubicBezTo>
                  <a:cubicBezTo>
                    <a:pt x="10217555" y="5950565"/>
                    <a:pt x="10217555" y="5989982"/>
                    <a:pt x="10191278" y="6016261"/>
                  </a:cubicBezTo>
                  <a:cubicBezTo>
                    <a:pt x="10184708" y="6022830"/>
                    <a:pt x="10177318" y="6027757"/>
                    <a:pt x="10169517" y="6031041"/>
                  </a:cubicBezTo>
                  <a:lnTo>
                    <a:pt x="10167189" y="6031515"/>
                  </a:lnTo>
                  <a:lnTo>
                    <a:pt x="10167189" y="6283417"/>
                  </a:lnTo>
                  <a:lnTo>
                    <a:pt x="10281060" y="6397287"/>
                  </a:lnTo>
                  <a:lnTo>
                    <a:pt x="10375222" y="6397287"/>
                  </a:lnTo>
                  <a:lnTo>
                    <a:pt x="10642379" y="6664444"/>
                  </a:lnTo>
                  <a:lnTo>
                    <a:pt x="10964280" y="6664444"/>
                  </a:lnTo>
                  <a:lnTo>
                    <a:pt x="11158808" y="6857801"/>
                  </a:lnTo>
                  <a:lnTo>
                    <a:pt x="11094132" y="6857801"/>
                  </a:lnTo>
                  <a:lnTo>
                    <a:pt x="10946762" y="6710430"/>
                  </a:lnTo>
                  <a:lnTo>
                    <a:pt x="10528508" y="6710430"/>
                  </a:lnTo>
                  <a:lnTo>
                    <a:pt x="10250403" y="6432324"/>
                  </a:lnTo>
                  <a:lnTo>
                    <a:pt x="10086166" y="6432324"/>
                  </a:lnTo>
                  <a:lnTo>
                    <a:pt x="10283249" y="6629407"/>
                  </a:lnTo>
                  <a:lnTo>
                    <a:pt x="10290118" y="6629407"/>
                  </a:lnTo>
                  <a:lnTo>
                    <a:pt x="10296389" y="6614079"/>
                  </a:lnTo>
                  <a:cubicBezTo>
                    <a:pt x="10309528" y="6600939"/>
                    <a:pt x="10331426" y="6600939"/>
                    <a:pt x="10344565" y="6614079"/>
                  </a:cubicBezTo>
                  <a:cubicBezTo>
                    <a:pt x="10351134" y="6620648"/>
                    <a:pt x="10354419" y="6629407"/>
                    <a:pt x="10354419" y="6638166"/>
                  </a:cubicBezTo>
                  <a:lnTo>
                    <a:pt x="10347192" y="6655832"/>
                  </a:lnTo>
                  <a:lnTo>
                    <a:pt x="10521939" y="6828680"/>
                  </a:lnTo>
                  <a:lnTo>
                    <a:pt x="10508801" y="6841819"/>
                  </a:lnTo>
                  <a:lnTo>
                    <a:pt x="10335071" y="6666138"/>
                  </a:lnTo>
                  <a:lnTo>
                    <a:pt x="10324361" y="6670519"/>
                  </a:lnTo>
                  <a:lnTo>
                    <a:pt x="10511643" y="6857801"/>
                  </a:lnTo>
                  <a:lnTo>
                    <a:pt x="10478795" y="6857801"/>
                  </a:lnTo>
                  <a:lnTo>
                    <a:pt x="10265730" y="6644736"/>
                  </a:lnTo>
                  <a:lnTo>
                    <a:pt x="10121205" y="6644736"/>
                  </a:lnTo>
                  <a:lnTo>
                    <a:pt x="9775216" y="6298746"/>
                  </a:lnTo>
                  <a:lnTo>
                    <a:pt x="9516816" y="6298746"/>
                  </a:lnTo>
                  <a:lnTo>
                    <a:pt x="9438931" y="6220596"/>
                  </a:lnTo>
                  <a:lnTo>
                    <a:pt x="9438747" y="6322834"/>
                  </a:lnTo>
                  <a:lnTo>
                    <a:pt x="9558423" y="6322834"/>
                  </a:lnTo>
                  <a:lnTo>
                    <a:pt x="9797111" y="6561523"/>
                  </a:lnTo>
                  <a:lnTo>
                    <a:pt x="9858427" y="6561523"/>
                  </a:lnTo>
                  <a:lnTo>
                    <a:pt x="10155376" y="6857801"/>
                  </a:lnTo>
                  <a:lnTo>
                    <a:pt x="10045843" y="6857801"/>
                  </a:lnTo>
                  <a:lnTo>
                    <a:pt x="9796329" y="6607509"/>
                  </a:lnTo>
                  <a:lnTo>
                    <a:pt x="9438239" y="6607509"/>
                  </a:lnTo>
                  <a:lnTo>
                    <a:pt x="9438160" y="6651481"/>
                  </a:lnTo>
                  <a:lnTo>
                    <a:pt x="9440174" y="6653495"/>
                  </a:lnTo>
                  <a:lnTo>
                    <a:pt x="9632877" y="6653495"/>
                  </a:lnTo>
                  <a:lnTo>
                    <a:pt x="9705141" y="6725759"/>
                  </a:lnTo>
                  <a:lnTo>
                    <a:pt x="9816821" y="6725759"/>
                  </a:lnTo>
                  <a:lnTo>
                    <a:pt x="9948863" y="6857801"/>
                  </a:lnTo>
                  <a:lnTo>
                    <a:pt x="9924774" y="6857801"/>
                  </a:lnTo>
                  <a:lnTo>
                    <a:pt x="9810251" y="6743278"/>
                  </a:lnTo>
                  <a:lnTo>
                    <a:pt x="9722660" y="6743278"/>
                  </a:lnTo>
                  <a:lnTo>
                    <a:pt x="9837183" y="6857801"/>
                  </a:lnTo>
                  <a:lnTo>
                    <a:pt x="9789007" y="6857801"/>
                  </a:lnTo>
                  <a:lnTo>
                    <a:pt x="9674484" y="6743278"/>
                  </a:lnTo>
                  <a:lnTo>
                    <a:pt x="9437996" y="6743278"/>
                  </a:lnTo>
                  <a:lnTo>
                    <a:pt x="9437984" y="6749847"/>
                  </a:lnTo>
                  <a:lnTo>
                    <a:pt x="9545938" y="6857801"/>
                  </a:lnTo>
                  <a:lnTo>
                    <a:pt x="9481761" y="6857801"/>
                  </a:lnTo>
                  <a:lnTo>
                    <a:pt x="9394188" y="6769554"/>
                  </a:lnTo>
                  <a:lnTo>
                    <a:pt x="9394188" y="6743278"/>
                  </a:lnTo>
                  <a:lnTo>
                    <a:pt x="9286887" y="6743278"/>
                  </a:lnTo>
                  <a:lnTo>
                    <a:pt x="9028490" y="6485565"/>
                  </a:lnTo>
                  <a:lnTo>
                    <a:pt x="9028490" y="6635977"/>
                  </a:lnTo>
                  <a:lnTo>
                    <a:pt x="9250314" y="6857801"/>
                  </a:lnTo>
                  <a:lnTo>
                    <a:pt x="9217467" y="6857801"/>
                  </a:lnTo>
                  <a:lnTo>
                    <a:pt x="9156338" y="6796672"/>
                  </a:lnTo>
                  <a:lnTo>
                    <a:pt x="9163163" y="6813352"/>
                  </a:lnTo>
                  <a:cubicBezTo>
                    <a:pt x="9163163" y="6822111"/>
                    <a:pt x="9159877" y="6830870"/>
                    <a:pt x="9153308" y="6837440"/>
                  </a:cubicBezTo>
                  <a:cubicBezTo>
                    <a:pt x="9140170" y="6850578"/>
                    <a:pt x="9118271" y="6850578"/>
                    <a:pt x="9105133" y="6837440"/>
                  </a:cubicBezTo>
                  <a:cubicBezTo>
                    <a:pt x="9098563" y="6830870"/>
                    <a:pt x="9095279" y="6822111"/>
                    <a:pt x="9095279" y="6813352"/>
                  </a:cubicBezTo>
                  <a:lnTo>
                    <a:pt x="9098249" y="6806091"/>
                  </a:lnTo>
                  <a:lnTo>
                    <a:pt x="9028490" y="6735590"/>
                  </a:lnTo>
                  <a:lnTo>
                    <a:pt x="9028490" y="6857801"/>
                  </a:lnTo>
                  <a:lnTo>
                    <a:pt x="9006592" y="6857801"/>
                  </a:lnTo>
                  <a:lnTo>
                    <a:pt x="9006592" y="6713459"/>
                  </a:lnTo>
                  <a:lnTo>
                    <a:pt x="8927760" y="6633787"/>
                  </a:lnTo>
                  <a:lnTo>
                    <a:pt x="8927760" y="6568093"/>
                  </a:lnTo>
                  <a:lnTo>
                    <a:pt x="8400123" y="6040456"/>
                  </a:lnTo>
                  <a:lnTo>
                    <a:pt x="8379212" y="6049108"/>
                  </a:lnTo>
                  <a:cubicBezTo>
                    <a:pt x="8367716" y="6049108"/>
                    <a:pt x="8356220" y="6044728"/>
                    <a:pt x="8347460" y="6035969"/>
                  </a:cubicBezTo>
                  <a:lnTo>
                    <a:pt x="8338476" y="6014070"/>
                  </a:lnTo>
                  <a:lnTo>
                    <a:pt x="8262057" y="6014070"/>
                  </a:lnTo>
                  <a:lnTo>
                    <a:pt x="8421560" y="6173574"/>
                  </a:lnTo>
                  <a:lnTo>
                    <a:pt x="8439432" y="6166262"/>
                  </a:lnTo>
                  <a:cubicBezTo>
                    <a:pt x="8448191" y="6166262"/>
                    <a:pt x="8456950" y="6169547"/>
                    <a:pt x="8463519" y="6176117"/>
                  </a:cubicBezTo>
                  <a:cubicBezTo>
                    <a:pt x="8476657" y="6189254"/>
                    <a:pt x="8476657" y="6211153"/>
                    <a:pt x="8463519" y="6224291"/>
                  </a:cubicBezTo>
                  <a:lnTo>
                    <a:pt x="8443811" y="6232354"/>
                  </a:lnTo>
                  <a:lnTo>
                    <a:pt x="8443811" y="6675194"/>
                  </a:lnTo>
                  <a:lnTo>
                    <a:pt x="8465709" y="6684152"/>
                  </a:lnTo>
                  <a:cubicBezTo>
                    <a:pt x="8478848" y="6697290"/>
                    <a:pt x="8478848" y="6719189"/>
                    <a:pt x="8465709" y="6732328"/>
                  </a:cubicBezTo>
                  <a:lnTo>
                    <a:pt x="8591182" y="6857801"/>
                  </a:lnTo>
                  <a:lnTo>
                    <a:pt x="8567093" y="6857801"/>
                  </a:lnTo>
                  <a:lnTo>
                    <a:pt x="8448614" y="6739322"/>
                  </a:lnTo>
                  <a:lnTo>
                    <a:pt x="8441622" y="6742182"/>
                  </a:lnTo>
                  <a:cubicBezTo>
                    <a:pt x="8432862" y="6742182"/>
                    <a:pt x="8424103" y="6738898"/>
                    <a:pt x="8417533" y="6732328"/>
                  </a:cubicBezTo>
                  <a:cubicBezTo>
                    <a:pt x="8404395" y="6719189"/>
                    <a:pt x="8404395" y="6697290"/>
                    <a:pt x="8417533" y="6684152"/>
                  </a:cubicBezTo>
                  <a:lnTo>
                    <a:pt x="8428315" y="6679741"/>
                  </a:lnTo>
                  <a:lnTo>
                    <a:pt x="8426405" y="6228816"/>
                  </a:lnTo>
                  <a:lnTo>
                    <a:pt x="8415344" y="6224291"/>
                  </a:lnTo>
                  <a:cubicBezTo>
                    <a:pt x="8408774" y="6217723"/>
                    <a:pt x="8405489" y="6208964"/>
                    <a:pt x="8405489" y="6200204"/>
                  </a:cubicBezTo>
                  <a:lnTo>
                    <a:pt x="8410893" y="6186995"/>
                  </a:lnTo>
                  <a:lnTo>
                    <a:pt x="8237969" y="6014070"/>
                  </a:lnTo>
                  <a:lnTo>
                    <a:pt x="7976505" y="6014070"/>
                  </a:lnTo>
                  <a:lnTo>
                    <a:pt x="8322430" y="6361205"/>
                  </a:lnTo>
                  <a:lnTo>
                    <a:pt x="8346365" y="6351301"/>
                  </a:lnTo>
                  <a:cubicBezTo>
                    <a:pt x="8357861" y="6351301"/>
                    <a:pt x="8369358" y="6355681"/>
                    <a:pt x="8378117" y="6364440"/>
                  </a:cubicBezTo>
                  <a:cubicBezTo>
                    <a:pt x="8395635" y="6381958"/>
                    <a:pt x="8395635" y="6410426"/>
                    <a:pt x="8378117" y="6427944"/>
                  </a:cubicBezTo>
                  <a:lnTo>
                    <a:pt x="8351840" y="6438818"/>
                  </a:lnTo>
                  <a:lnTo>
                    <a:pt x="8351840" y="6857801"/>
                  </a:lnTo>
                  <a:lnTo>
                    <a:pt x="8329942" y="6857801"/>
                  </a:lnTo>
                  <a:lnTo>
                    <a:pt x="8329942" y="6434288"/>
                  </a:lnTo>
                  <a:lnTo>
                    <a:pt x="8314612" y="6427944"/>
                  </a:lnTo>
                  <a:cubicBezTo>
                    <a:pt x="8305853" y="6419185"/>
                    <a:pt x="8301473" y="6407689"/>
                    <a:pt x="8301473" y="6396192"/>
                  </a:cubicBezTo>
                  <a:lnTo>
                    <a:pt x="8308845" y="6378380"/>
                  </a:lnTo>
                  <a:lnTo>
                    <a:pt x="7944534" y="6014070"/>
                  </a:lnTo>
                  <a:lnTo>
                    <a:pt x="7751832" y="6014070"/>
                  </a:lnTo>
                  <a:lnTo>
                    <a:pt x="7701466" y="5963704"/>
                  </a:lnTo>
                  <a:lnTo>
                    <a:pt x="7701466" y="6445464"/>
                  </a:lnTo>
                  <a:lnTo>
                    <a:pt x="8115975" y="6857801"/>
                  </a:lnTo>
                  <a:lnTo>
                    <a:pt x="8089716" y="6857801"/>
                  </a:lnTo>
                  <a:lnTo>
                    <a:pt x="7683948" y="6452032"/>
                  </a:lnTo>
                  <a:lnTo>
                    <a:pt x="7683948" y="5946186"/>
                  </a:lnTo>
                  <a:lnTo>
                    <a:pt x="7348907" y="5611145"/>
                  </a:lnTo>
                  <a:lnTo>
                    <a:pt x="7348907" y="5781950"/>
                  </a:lnTo>
                  <a:lnTo>
                    <a:pt x="7681759" y="6114802"/>
                  </a:lnTo>
                  <a:lnTo>
                    <a:pt x="7681759" y="6857801"/>
                  </a:lnTo>
                  <a:lnTo>
                    <a:pt x="7657670" y="6857801"/>
                  </a:lnTo>
                  <a:lnTo>
                    <a:pt x="7657670" y="6123561"/>
                  </a:lnTo>
                  <a:lnTo>
                    <a:pt x="7348907" y="5814798"/>
                  </a:lnTo>
                  <a:lnTo>
                    <a:pt x="7348907" y="6727949"/>
                  </a:lnTo>
                  <a:lnTo>
                    <a:pt x="7478759" y="6857801"/>
                  </a:lnTo>
                  <a:lnTo>
                    <a:pt x="7447632" y="6857801"/>
                  </a:lnTo>
                  <a:lnTo>
                    <a:pt x="7327009" y="6736708"/>
                  </a:lnTo>
                  <a:lnTo>
                    <a:pt x="7327009" y="5792900"/>
                  </a:lnTo>
                  <a:lnTo>
                    <a:pt x="6869339" y="5335229"/>
                  </a:lnTo>
                  <a:lnTo>
                    <a:pt x="6869339" y="5810418"/>
                  </a:lnTo>
                  <a:lnTo>
                    <a:pt x="7226278" y="6167357"/>
                  </a:lnTo>
                  <a:lnTo>
                    <a:pt x="7226278" y="6756416"/>
                  </a:lnTo>
                  <a:lnTo>
                    <a:pt x="7327662" y="6857801"/>
                  </a:lnTo>
                  <a:lnTo>
                    <a:pt x="7303575" y="6857801"/>
                  </a:lnTo>
                  <a:lnTo>
                    <a:pt x="7208759" y="6762986"/>
                  </a:lnTo>
                  <a:lnTo>
                    <a:pt x="7208759" y="6173926"/>
                  </a:lnTo>
                  <a:lnTo>
                    <a:pt x="6869339" y="5834506"/>
                  </a:lnTo>
                  <a:lnTo>
                    <a:pt x="6869339" y="5902390"/>
                  </a:lnTo>
                  <a:lnTo>
                    <a:pt x="6731382" y="6041034"/>
                  </a:lnTo>
                  <a:lnTo>
                    <a:pt x="6731382" y="6553641"/>
                  </a:lnTo>
                  <a:lnTo>
                    <a:pt x="6751089" y="6561524"/>
                  </a:lnTo>
                  <a:cubicBezTo>
                    <a:pt x="6759302" y="6569736"/>
                    <a:pt x="6764229" y="6581232"/>
                    <a:pt x="6764229" y="6594371"/>
                  </a:cubicBezTo>
                  <a:lnTo>
                    <a:pt x="6757380" y="6611493"/>
                  </a:lnTo>
                  <a:lnTo>
                    <a:pt x="7004782" y="6857801"/>
                  </a:lnTo>
                  <a:lnTo>
                    <a:pt x="6972915" y="6857801"/>
                  </a:lnTo>
                  <a:lnTo>
                    <a:pt x="6744834" y="6629720"/>
                  </a:lnTo>
                  <a:lnTo>
                    <a:pt x="6718243" y="6640357"/>
                  </a:lnTo>
                  <a:cubicBezTo>
                    <a:pt x="6691965" y="6640357"/>
                    <a:pt x="6672256" y="6620648"/>
                    <a:pt x="6672256" y="6594371"/>
                  </a:cubicBezTo>
                  <a:cubicBezTo>
                    <a:pt x="6672256" y="6581232"/>
                    <a:pt x="6677731" y="6569736"/>
                    <a:pt x="6686217" y="6561524"/>
                  </a:cubicBezTo>
                  <a:lnTo>
                    <a:pt x="6709484" y="6551978"/>
                  </a:lnTo>
                  <a:lnTo>
                    <a:pt x="6709484" y="6063042"/>
                  </a:lnTo>
                  <a:lnTo>
                    <a:pt x="6523351" y="6250102"/>
                  </a:lnTo>
                  <a:lnTo>
                    <a:pt x="6523351" y="6493014"/>
                  </a:lnTo>
                  <a:lnTo>
                    <a:pt x="6537583" y="6499113"/>
                  </a:lnTo>
                  <a:cubicBezTo>
                    <a:pt x="6543605" y="6505136"/>
                    <a:pt x="6547436" y="6513347"/>
                    <a:pt x="6547436" y="6522106"/>
                  </a:cubicBezTo>
                  <a:lnTo>
                    <a:pt x="6542216" y="6534290"/>
                  </a:lnTo>
                  <a:lnTo>
                    <a:pt x="6862296" y="6852455"/>
                  </a:lnTo>
                  <a:lnTo>
                    <a:pt x="6871529" y="6848388"/>
                  </a:lnTo>
                  <a:lnTo>
                    <a:pt x="6891297" y="6857801"/>
                  </a:lnTo>
                  <a:lnTo>
                    <a:pt x="6843549" y="6857801"/>
                  </a:lnTo>
                  <a:lnTo>
                    <a:pt x="6531561" y="6547681"/>
                  </a:lnTo>
                  <a:lnTo>
                    <a:pt x="6514590" y="6554953"/>
                  </a:lnTo>
                  <a:cubicBezTo>
                    <a:pt x="6497072" y="6554953"/>
                    <a:pt x="6481743" y="6539625"/>
                    <a:pt x="6481743" y="6522106"/>
                  </a:cubicBezTo>
                  <a:cubicBezTo>
                    <a:pt x="6481743" y="6513347"/>
                    <a:pt x="6485575" y="6505136"/>
                    <a:pt x="6491598" y="6499113"/>
                  </a:cubicBezTo>
                  <a:lnTo>
                    <a:pt x="6505831" y="6493013"/>
                  </a:lnTo>
                  <a:lnTo>
                    <a:pt x="6505831" y="6267707"/>
                  </a:lnTo>
                  <a:lnTo>
                    <a:pt x="6456053" y="6317733"/>
                  </a:lnTo>
                  <a:lnTo>
                    <a:pt x="6464225" y="6338163"/>
                  </a:lnTo>
                  <a:cubicBezTo>
                    <a:pt x="6464225" y="6351302"/>
                    <a:pt x="6459298" y="6362799"/>
                    <a:pt x="6451086" y="6371010"/>
                  </a:cubicBezTo>
                  <a:lnTo>
                    <a:pt x="6429188" y="6379769"/>
                  </a:lnTo>
                  <a:lnTo>
                    <a:pt x="6429188" y="6857801"/>
                  </a:lnTo>
                  <a:lnTo>
                    <a:pt x="6405100" y="6857801"/>
                  </a:lnTo>
                  <a:lnTo>
                    <a:pt x="6405100" y="6378894"/>
                  </a:lnTo>
                  <a:lnTo>
                    <a:pt x="6385393" y="6371010"/>
                  </a:lnTo>
                  <a:cubicBezTo>
                    <a:pt x="6377181" y="6362799"/>
                    <a:pt x="6372253" y="6351302"/>
                    <a:pt x="6372253" y="6338163"/>
                  </a:cubicBezTo>
                  <a:cubicBezTo>
                    <a:pt x="6372253" y="6311885"/>
                    <a:pt x="6391962" y="6292177"/>
                    <a:pt x="6418239" y="6292177"/>
                  </a:cubicBezTo>
                  <a:lnTo>
                    <a:pt x="6438572" y="6300310"/>
                  </a:lnTo>
                  <a:lnTo>
                    <a:pt x="6505831" y="6233051"/>
                  </a:lnTo>
                  <a:lnTo>
                    <a:pt x="6505831" y="6128739"/>
                  </a:lnTo>
                  <a:lnTo>
                    <a:pt x="6317560" y="6318282"/>
                  </a:lnTo>
                  <a:lnTo>
                    <a:pt x="6324077" y="6333782"/>
                  </a:lnTo>
                  <a:cubicBezTo>
                    <a:pt x="6324077" y="6342542"/>
                    <a:pt x="6320245" y="6350754"/>
                    <a:pt x="6314224" y="6356776"/>
                  </a:cubicBezTo>
                  <a:lnTo>
                    <a:pt x="6299990" y="6362876"/>
                  </a:lnTo>
                  <a:lnTo>
                    <a:pt x="6299990" y="6857801"/>
                  </a:lnTo>
                  <a:lnTo>
                    <a:pt x="6282472" y="6857801"/>
                  </a:lnTo>
                  <a:lnTo>
                    <a:pt x="6282472" y="6361625"/>
                  </a:lnTo>
                  <a:lnTo>
                    <a:pt x="6266048" y="6354586"/>
                  </a:lnTo>
                  <a:cubicBezTo>
                    <a:pt x="6260025" y="6348564"/>
                    <a:pt x="6256193" y="6340352"/>
                    <a:pt x="6256193" y="6331592"/>
                  </a:cubicBezTo>
                  <a:cubicBezTo>
                    <a:pt x="6256193" y="6314073"/>
                    <a:pt x="6269332" y="6298745"/>
                    <a:pt x="6289041" y="6298745"/>
                  </a:cubicBezTo>
                  <a:lnTo>
                    <a:pt x="6305775" y="6306101"/>
                  </a:lnTo>
                  <a:lnTo>
                    <a:pt x="6505831" y="6106044"/>
                  </a:lnTo>
                  <a:lnTo>
                    <a:pt x="6505831" y="5865163"/>
                  </a:lnTo>
                  <a:lnTo>
                    <a:pt x="6249624" y="5606765"/>
                  </a:lnTo>
                  <a:lnTo>
                    <a:pt x="6249624" y="5377149"/>
                  </a:lnTo>
                  <a:lnTo>
                    <a:pt x="6231011" y="5369171"/>
                  </a:lnTo>
                  <a:cubicBezTo>
                    <a:pt x="6224987" y="5363150"/>
                    <a:pt x="6221155" y="5354938"/>
                    <a:pt x="6221155" y="5346178"/>
                  </a:cubicBezTo>
                  <a:cubicBezTo>
                    <a:pt x="6221155" y="5328659"/>
                    <a:pt x="6234295" y="5313330"/>
                    <a:pt x="6254003" y="5313330"/>
                  </a:cubicBezTo>
                  <a:cubicBezTo>
                    <a:pt x="6271521" y="5313330"/>
                    <a:pt x="6286849" y="5328659"/>
                    <a:pt x="6286849" y="5346178"/>
                  </a:cubicBezTo>
                  <a:cubicBezTo>
                    <a:pt x="6286849" y="5354938"/>
                    <a:pt x="6283565" y="5363150"/>
                    <a:pt x="6277818" y="5369171"/>
                  </a:cubicBezTo>
                  <a:lnTo>
                    <a:pt x="6264952" y="5374494"/>
                  </a:lnTo>
                  <a:lnTo>
                    <a:pt x="6264952" y="5600197"/>
                  </a:lnTo>
                  <a:lnTo>
                    <a:pt x="6523351" y="5856405"/>
                  </a:lnTo>
                  <a:lnTo>
                    <a:pt x="6523351" y="6088525"/>
                  </a:lnTo>
                  <a:lnTo>
                    <a:pt x="6608752" y="6003122"/>
                  </a:lnTo>
                  <a:lnTo>
                    <a:pt x="6608752" y="5604576"/>
                  </a:lnTo>
                  <a:lnTo>
                    <a:pt x="6437432" y="5433255"/>
                  </a:lnTo>
                  <a:lnTo>
                    <a:pt x="6432474" y="5431307"/>
                  </a:lnTo>
                  <a:lnTo>
                    <a:pt x="6430348" y="5426172"/>
                  </a:lnTo>
                  <a:lnTo>
                    <a:pt x="6361304" y="5357127"/>
                  </a:lnTo>
                  <a:lnTo>
                    <a:pt x="6361304" y="5045738"/>
                  </a:lnTo>
                  <a:lnTo>
                    <a:pt x="6335026" y="5035226"/>
                  </a:lnTo>
                  <a:cubicBezTo>
                    <a:pt x="6326814" y="5027014"/>
                    <a:pt x="6321887" y="5015518"/>
                    <a:pt x="6321887" y="5002379"/>
                  </a:cubicBezTo>
                  <a:cubicBezTo>
                    <a:pt x="6321887" y="4976101"/>
                    <a:pt x="6341594" y="4956392"/>
                    <a:pt x="6367872" y="4956392"/>
                  </a:cubicBezTo>
                  <a:cubicBezTo>
                    <a:pt x="6394150" y="4956392"/>
                    <a:pt x="6413859" y="4976101"/>
                    <a:pt x="6413859" y="5002379"/>
                  </a:cubicBezTo>
                  <a:cubicBezTo>
                    <a:pt x="6413859" y="5015518"/>
                    <a:pt x="6408932" y="5027014"/>
                    <a:pt x="6400720" y="5035226"/>
                  </a:cubicBezTo>
                  <a:lnTo>
                    <a:pt x="6383202" y="5042233"/>
                  </a:lnTo>
                  <a:lnTo>
                    <a:pt x="6383202" y="5348368"/>
                  </a:lnTo>
                  <a:lnTo>
                    <a:pt x="6428206" y="5393372"/>
                  </a:lnTo>
                  <a:lnTo>
                    <a:pt x="6432474" y="5382583"/>
                  </a:lnTo>
                  <a:lnTo>
                    <a:pt x="6440137" y="5379208"/>
                  </a:lnTo>
                  <a:lnTo>
                    <a:pt x="6440137" y="4380472"/>
                  </a:lnTo>
                  <a:lnTo>
                    <a:pt x="6335026" y="4275362"/>
                  </a:lnTo>
                  <a:lnTo>
                    <a:pt x="6291230" y="4275362"/>
                  </a:lnTo>
                  <a:lnTo>
                    <a:pt x="6291230" y="4338865"/>
                  </a:lnTo>
                  <a:lnTo>
                    <a:pt x="6169436" y="4461451"/>
                  </a:lnTo>
                  <a:lnTo>
                    <a:pt x="6190499" y="4452736"/>
                  </a:lnTo>
                  <a:cubicBezTo>
                    <a:pt x="6208016" y="4452736"/>
                    <a:pt x="6223345" y="4468064"/>
                    <a:pt x="6223345" y="4485583"/>
                  </a:cubicBezTo>
                  <a:cubicBezTo>
                    <a:pt x="6223345" y="4494342"/>
                    <a:pt x="6219513" y="4502554"/>
                    <a:pt x="6213491" y="4508576"/>
                  </a:cubicBezTo>
                  <a:lnTo>
                    <a:pt x="6199259" y="4514676"/>
                  </a:lnTo>
                  <a:lnTo>
                    <a:pt x="6199259" y="4853471"/>
                  </a:lnTo>
                  <a:lnTo>
                    <a:pt x="5954002" y="5096596"/>
                  </a:lnTo>
                  <a:lnTo>
                    <a:pt x="5954002" y="5598007"/>
                  </a:lnTo>
                  <a:lnTo>
                    <a:pt x="5975898" y="5606766"/>
                  </a:lnTo>
                  <a:cubicBezTo>
                    <a:pt x="5984111" y="5614978"/>
                    <a:pt x="5989038" y="5626475"/>
                    <a:pt x="5989038" y="5639614"/>
                  </a:cubicBezTo>
                  <a:cubicBezTo>
                    <a:pt x="5989038" y="5652753"/>
                    <a:pt x="5984111" y="5664249"/>
                    <a:pt x="5975899" y="5672460"/>
                  </a:cubicBezTo>
                  <a:lnTo>
                    <a:pt x="5947431" y="5683847"/>
                  </a:lnTo>
                  <a:lnTo>
                    <a:pt x="5947431" y="5787317"/>
                  </a:lnTo>
                  <a:lnTo>
                    <a:pt x="5963581" y="5793174"/>
                  </a:lnTo>
                  <a:cubicBezTo>
                    <a:pt x="5969876" y="5798923"/>
                    <a:pt x="5973709" y="5807135"/>
                    <a:pt x="5973709" y="5816988"/>
                  </a:cubicBezTo>
                  <a:lnTo>
                    <a:pt x="5970884" y="5822921"/>
                  </a:lnTo>
                  <a:lnTo>
                    <a:pt x="6131373" y="5983414"/>
                  </a:lnTo>
                  <a:lnTo>
                    <a:pt x="6131373" y="6425754"/>
                  </a:lnTo>
                  <a:lnTo>
                    <a:pt x="6260573" y="6554953"/>
                  </a:lnTo>
                  <a:lnTo>
                    <a:pt x="6260573" y="6857801"/>
                  </a:lnTo>
                  <a:lnTo>
                    <a:pt x="6238675" y="6857801"/>
                  </a:lnTo>
                  <a:lnTo>
                    <a:pt x="6238675" y="6563713"/>
                  </a:lnTo>
                  <a:lnTo>
                    <a:pt x="6175170" y="6500209"/>
                  </a:lnTo>
                  <a:lnTo>
                    <a:pt x="6175170" y="6840880"/>
                  </a:lnTo>
                  <a:lnTo>
                    <a:pt x="6185024" y="6845104"/>
                  </a:lnTo>
                  <a:lnTo>
                    <a:pt x="6190466" y="6857801"/>
                  </a:lnTo>
                  <a:lnTo>
                    <a:pt x="6133596" y="6857801"/>
                  </a:lnTo>
                  <a:lnTo>
                    <a:pt x="6139038" y="6845104"/>
                  </a:lnTo>
                  <a:lnTo>
                    <a:pt x="6157652" y="6837126"/>
                  </a:lnTo>
                  <a:lnTo>
                    <a:pt x="6157652" y="6498018"/>
                  </a:lnTo>
                  <a:lnTo>
                    <a:pt x="6131373" y="6471740"/>
                  </a:lnTo>
                  <a:lnTo>
                    <a:pt x="6131373" y="6857801"/>
                  </a:lnTo>
                  <a:lnTo>
                    <a:pt x="6087577" y="6857801"/>
                  </a:lnTo>
                  <a:lnTo>
                    <a:pt x="6087577" y="6427945"/>
                  </a:lnTo>
                  <a:lnTo>
                    <a:pt x="6081009" y="6421376"/>
                  </a:lnTo>
                  <a:lnTo>
                    <a:pt x="6081009" y="6857801"/>
                  </a:lnTo>
                  <a:lnTo>
                    <a:pt x="6045972" y="6857801"/>
                  </a:lnTo>
                  <a:lnTo>
                    <a:pt x="6045972" y="6386340"/>
                  </a:lnTo>
                  <a:lnTo>
                    <a:pt x="5694509" y="6034874"/>
                  </a:lnTo>
                  <a:lnTo>
                    <a:pt x="5520420" y="6208963"/>
                  </a:lnTo>
                  <a:lnTo>
                    <a:pt x="5520420" y="6622839"/>
                  </a:lnTo>
                  <a:lnTo>
                    <a:pt x="5755381" y="6857801"/>
                  </a:lnTo>
                  <a:lnTo>
                    <a:pt x="5705768" y="6857801"/>
                  </a:lnTo>
                  <a:lnTo>
                    <a:pt x="5485384" y="6638167"/>
                  </a:lnTo>
                  <a:lnTo>
                    <a:pt x="5485384" y="6195825"/>
                  </a:lnTo>
                  <a:lnTo>
                    <a:pt x="5670422" y="6010786"/>
                  </a:lnTo>
                  <a:lnTo>
                    <a:pt x="5603634" y="5943999"/>
                  </a:lnTo>
                  <a:lnTo>
                    <a:pt x="5375897" y="6171738"/>
                  </a:lnTo>
                  <a:lnTo>
                    <a:pt x="5375897" y="6257419"/>
                  </a:lnTo>
                  <a:lnTo>
                    <a:pt x="5383555" y="6262614"/>
                  </a:lnTo>
                  <a:cubicBezTo>
                    <a:pt x="5392313" y="6271373"/>
                    <a:pt x="5397788" y="6283418"/>
                    <a:pt x="5397788" y="6296556"/>
                  </a:cubicBezTo>
                  <a:cubicBezTo>
                    <a:pt x="5397788" y="6309694"/>
                    <a:pt x="5392313" y="6321739"/>
                    <a:pt x="5383555" y="6330499"/>
                  </a:cubicBezTo>
                  <a:lnTo>
                    <a:pt x="5375897" y="6335694"/>
                  </a:lnTo>
                  <a:lnTo>
                    <a:pt x="5375897" y="6732329"/>
                  </a:lnTo>
                  <a:lnTo>
                    <a:pt x="5501368" y="6857801"/>
                  </a:lnTo>
                  <a:lnTo>
                    <a:pt x="5435942" y="6857801"/>
                  </a:lnTo>
                  <a:lnTo>
                    <a:pt x="5364944" y="6786982"/>
                  </a:lnTo>
                  <a:lnTo>
                    <a:pt x="5364944" y="6857801"/>
                  </a:lnTo>
                  <a:lnTo>
                    <a:pt x="5329908" y="6857801"/>
                  </a:lnTo>
                  <a:lnTo>
                    <a:pt x="5329908" y="6338674"/>
                  </a:lnTo>
                  <a:lnTo>
                    <a:pt x="5317860" y="6330499"/>
                  </a:lnTo>
                  <a:cubicBezTo>
                    <a:pt x="5309101" y="6321739"/>
                    <a:pt x="5303626" y="6309694"/>
                    <a:pt x="5303626" y="6296556"/>
                  </a:cubicBezTo>
                  <a:cubicBezTo>
                    <a:pt x="5303626" y="6283418"/>
                    <a:pt x="5308554" y="6271373"/>
                    <a:pt x="5316765" y="6262614"/>
                  </a:cubicBezTo>
                  <a:lnTo>
                    <a:pt x="5329910" y="6253233"/>
                  </a:lnTo>
                  <a:lnTo>
                    <a:pt x="5329910" y="6152029"/>
                  </a:lnTo>
                  <a:lnTo>
                    <a:pt x="5571422" y="5911787"/>
                  </a:lnTo>
                  <a:lnTo>
                    <a:pt x="5465677" y="5806040"/>
                  </a:lnTo>
                  <a:lnTo>
                    <a:pt x="5465677" y="5965895"/>
                  </a:lnTo>
                  <a:lnTo>
                    <a:pt x="5226985" y="6204584"/>
                  </a:lnTo>
                  <a:lnTo>
                    <a:pt x="5226985" y="6857801"/>
                  </a:lnTo>
                  <a:lnTo>
                    <a:pt x="5209466" y="6857801"/>
                  </a:lnTo>
                  <a:lnTo>
                    <a:pt x="5209466" y="6222103"/>
                  </a:lnTo>
                  <a:lnTo>
                    <a:pt x="5186745" y="6244825"/>
                  </a:lnTo>
                  <a:lnTo>
                    <a:pt x="5188665" y="6246190"/>
                  </a:lnTo>
                  <a:cubicBezTo>
                    <a:pt x="5200159" y="6258234"/>
                    <a:pt x="5207275" y="6274658"/>
                    <a:pt x="5207275" y="6292176"/>
                  </a:cubicBezTo>
                  <a:cubicBezTo>
                    <a:pt x="5207275" y="6318454"/>
                    <a:pt x="5191265" y="6341037"/>
                    <a:pt x="5168476" y="6350685"/>
                  </a:cubicBezTo>
                  <a:lnTo>
                    <a:pt x="5165676" y="6351252"/>
                  </a:lnTo>
                  <a:lnTo>
                    <a:pt x="5165676" y="6857801"/>
                  </a:lnTo>
                  <a:lnTo>
                    <a:pt x="5119687" y="6857801"/>
                  </a:lnTo>
                  <a:lnTo>
                    <a:pt x="5119687" y="6351110"/>
                  </a:lnTo>
                  <a:lnTo>
                    <a:pt x="5119068" y="6350994"/>
                  </a:lnTo>
                  <a:lnTo>
                    <a:pt x="5097689" y="6333883"/>
                  </a:lnTo>
                  <a:lnTo>
                    <a:pt x="5052457" y="6379115"/>
                  </a:lnTo>
                  <a:lnTo>
                    <a:pt x="5058369" y="6392907"/>
                  </a:lnTo>
                  <a:cubicBezTo>
                    <a:pt x="5058369" y="6401667"/>
                    <a:pt x="5054536" y="6409879"/>
                    <a:pt x="5048515" y="6415901"/>
                  </a:cubicBezTo>
                  <a:lnTo>
                    <a:pt x="5034286" y="6421999"/>
                  </a:lnTo>
                  <a:lnTo>
                    <a:pt x="5034286" y="6857801"/>
                  </a:lnTo>
                  <a:lnTo>
                    <a:pt x="5016767" y="6857801"/>
                  </a:lnTo>
                  <a:lnTo>
                    <a:pt x="5016767" y="6423775"/>
                  </a:lnTo>
                  <a:lnTo>
                    <a:pt x="5002529" y="6416995"/>
                  </a:lnTo>
                  <a:cubicBezTo>
                    <a:pt x="4996507" y="6410426"/>
                    <a:pt x="4992676" y="6401667"/>
                    <a:pt x="4992676" y="6392907"/>
                  </a:cubicBezTo>
                  <a:cubicBezTo>
                    <a:pt x="4992676" y="6375389"/>
                    <a:pt x="5008004" y="6360061"/>
                    <a:pt x="5025522" y="6360061"/>
                  </a:cubicBezTo>
                  <a:lnTo>
                    <a:pt x="5040853" y="6366631"/>
                  </a:lnTo>
                  <a:lnTo>
                    <a:pt x="5088309" y="6319174"/>
                  </a:lnTo>
                  <a:lnTo>
                    <a:pt x="5080269" y="6292176"/>
                  </a:lnTo>
                  <a:cubicBezTo>
                    <a:pt x="5080269" y="6254949"/>
                    <a:pt x="5108737" y="6226482"/>
                    <a:pt x="5143772" y="6226482"/>
                  </a:cubicBezTo>
                  <a:cubicBezTo>
                    <a:pt x="5152533" y="6226482"/>
                    <a:pt x="5160882" y="6228398"/>
                    <a:pt x="5168476" y="6231820"/>
                  </a:cubicBezTo>
                  <a:lnTo>
                    <a:pt x="5172672" y="6234808"/>
                  </a:lnTo>
                  <a:lnTo>
                    <a:pt x="5209466" y="6198014"/>
                  </a:lnTo>
                  <a:lnTo>
                    <a:pt x="5209466" y="5958075"/>
                  </a:lnTo>
                  <a:lnTo>
                    <a:pt x="5195231" y="5952483"/>
                  </a:lnTo>
                  <a:lnTo>
                    <a:pt x="5194352" y="5950356"/>
                  </a:lnTo>
                  <a:lnTo>
                    <a:pt x="4977359" y="6167358"/>
                  </a:lnTo>
                  <a:lnTo>
                    <a:pt x="4977359" y="6857801"/>
                  </a:lnTo>
                  <a:lnTo>
                    <a:pt x="4955458" y="6857801"/>
                  </a:lnTo>
                  <a:lnTo>
                    <a:pt x="4955458" y="6189255"/>
                  </a:lnTo>
                  <a:lnTo>
                    <a:pt x="4780284" y="6364425"/>
                  </a:lnTo>
                  <a:lnTo>
                    <a:pt x="4780284" y="6736708"/>
                  </a:lnTo>
                  <a:lnTo>
                    <a:pt x="4718953" y="6798042"/>
                  </a:lnTo>
                  <a:lnTo>
                    <a:pt x="4718953" y="6857801"/>
                  </a:lnTo>
                  <a:lnTo>
                    <a:pt x="4694866" y="6857801"/>
                  </a:lnTo>
                  <a:lnTo>
                    <a:pt x="4694866" y="6822131"/>
                  </a:lnTo>
                  <a:lnTo>
                    <a:pt x="4659199" y="6857801"/>
                  </a:lnTo>
                  <a:lnTo>
                    <a:pt x="4626351" y="6857801"/>
                  </a:lnTo>
                  <a:lnTo>
                    <a:pt x="4694866" y="6789280"/>
                  </a:lnTo>
                  <a:lnTo>
                    <a:pt x="4694866" y="6465086"/>
                  </a:lnTo>
                  <a:lnTo>
                    <a:pt x="4687541" y="6463563"/>
                  </a:lnTo>
                  <a:cubicBezTo>
                    <a:pt x="4670913" y="6456275"/>
                    <a:pt x="4659826" y="6439441"/>
                    <a:pt x="4659826" y="6421375"/>
                  </a:cubicBezTo>
                  <a:cubicBezTo>
                    <a:pt x="4659826" y="6395098"/>
                    <a:pt x="4681725" y="6375389"/>
                    <a:pt x="4705812" y="6375389"/>
                  </a:cubicBezTo>
                  <a:lnTo>
                    <a:pt x="4727625" y="6384115"/>
                  </a:lnTo>
                  <a:lnTo>
                    <a:pt x="4756193" y="6355439"/>
                  </a:lnTo>
                  <a:lnTo>
                    <a:pt x="4756193" y="5612302"/>
                  </a:lnTo>
                  <a:lnTo>
                    <a:pt x="4421155" y="5948207"/>
                  </a:lnTo>
                  <a:lnTo>
                    <a:pt x="4421155" y="6452032"/>
                  </a:lnTo>
                  <a:lnTo>
                    <a:pt x="4017550" y="6857801"/>
                  </a:lnTo>
                  <a:lnTo>
                    <a:pt x="3991338" y="6857801"/>
                  </a:lnTo>
                  <a:lnTo>
                    <a:pt x="4403638" y="6445464"/>
                  </a:lnTo>
                  <a:lnTo>
                    <a:pt x="4403638" y="5965771"/>
                  </a:lnTo>
                  <a:lnTo>
                    <a:pt x="4355458" y="6014070"/>
                  </a:lnTo>
                  <a:lnTo>
                    <a:pt x="4160611" y="6014070"/>
                  </a:lnTo>
                  <a:lnTo>
                    <a:pt x="3796301" y="6378382"/>
                  </a:lnTo>
                  <a:lnTo>
                    <a:pt x="3803669" y="6396192"/>
                  </a:lnTo>
                  <a:cubicBezTo>
                    <a:pt x="3803669" y="6407689"/>
                    <a:pt x="3799290" y="6419185"/>
                    <a:pt x="3790532" y="6427944"/>
                  </a:cubicBezTo>
                  <a:lnTo>
                    <a:pt x="3775207" y="6434287"/>
                  </a:lnTo>
                  <a:lnTo>
                    <a:pt x="3775207" y="6857801"/>
                  </a:lnTo>
                  <a:lnTo>
                    <a:pt x="3753304" y="6857801"/>
                  </a:lnTo>
                  <a:lnTo>
                    <a:pt x="3753304" y="6438819"/>
                  </a:lnTo>
                  <a:lnTo>
                    <a:pt x="3727024" y="6427944"/>
                  </a:lnTo>
                  <a:cubicBezTo>
                    <a:pt x="3709504" y="6410426"/>
                    <a:pt x="3709504" y="6381958"/>
                    <a:pt x="3727024" y="6364440"/>
                  </a:cubicBezTo>
                  <a:cubicBezTo>
                    <a:pt x="3735781" y="6355681"/>
                    <a:pt x="3747278" y="6351301"/>
                    <a:pt x="3758777" y="6351301"/>
                  </a:cubicBezTo>
                  <a:lnTo>
                    <a:pt x="3782790" y="6361236"/>
                  </a:lnTo>
                  <a:lnTo>
                    <a:pt x="4129948" y="6014070"/>
                  </a:lnTo>
                  <a:lnTo>
                    <a:pt x="3867170" y="6014070"/>
                  </a:lnTo>
                  <a:lnTo>
                    <a:pt x="3694244" y="6186996"/>
                  </a:lnTo>
                  <a:lnTo>
                    <a:pt x="3699645" y="6200204"/>
                  </a:lnTo>
                  <a:cubicBezTo>
                    <a:pt x="3699645" y="6208964"/>
                    <a:pt x="3696360" y="6217723"/>
                    <a:pt x="3689794" y="6224291"/>
                  </a:cubicBezTo>
                  <a:lnTo>
                    <a:pt x="3678846" y="6228770"/>
                  </a:lnTo>
                  <a:lnTo>
                    <a:pt x="3678846" y="6680570"/>
                  </a:lnTo>
                  <a:lnTo>
                    <a:pt x="3687602" y="6684152"/>
                  </a:lnTo>
                  <a:cubicBezTo>
                    <a:pt x="3700738" y="6697290"/>
                    <a:pt x="3700738" y="6719189"/>
                    <a:pt x="3687602" y="6732328"/>
                  </a:cubicBezTo>
                  <a:cubicBezTo>
                    <a:pt x="3681033" y="6738898"/>
                    <a:pt x="3672277" y="6742182"/>
                    <a:pt x="3663516" y="6742182"/>
                  </a:cubicBezTo>
                  <a:lnTo>
                    <a:pt x="3658045" y="6739943"/>
                  </a:lnTo>
                  <a:lnTo>
                    <a:pt x="3539905" y="6857801"/>
                  </a:lnTo>
                  <a:lnTo>
                    <a:pt x="3513960" y="6857801"/>
                  </a:lnTo>
                  <a:lnTo>
                    <a:pt x="3639431" y="6732328"/>
                  </a:lnTo>
                  <a:cubicBezTo>
                    <a:pt x="3626289" y="6719189"/>
                    <a:pt x="3626289" y="6697290"/>
                    <a:pt x="3639431" y="6684152"/>
                  </a:cubicBezTo>
                  <a:lnTo>
                    <a:pt x="3661327" y="6675193"/>
                  </a:lnTo>
                  <a:lnTo>
                    <a:pt x="3661327" y="6232354"/>
                  </a:lnTo>
                  <a:lnTo>
                    <a:pt x="3641620" y="6224291"/>
                  </a:lnTo>
                  <a:cubicBezTo>
                    <a:pt x="3628481" y="6211153"/>
                    <a:pt x="3628481" y="6189254"/>
                    <a:pt x="3641620" y="6176117"/>
                  </a:cubicBezTo>
                  <a:cubicBezTo>
                    <a:pt x="3648188" y="6169547"/>
                    <a:pt x="3656947" y="6166262"/>
                    <a:pt x="3665705" y="6166262"/>
                  </a:cubicBezTo>
                  <a:lnTo>
                    <a:pt x="3683578" y="6173574"/>
                  </a:lnTo>
                  <a:lnTo>
                    <a:pt x="3843082" y="6014070"/>
                  </a:lnTo>
                  <a:lnTo>
                    <a:pt x="3768856" y="6014070"/>
                  </a:lnTo>
                  <a:lnTo>
                    <a:pt x="3759873" y="6035969"/>
                  </a:lnTo>
                  <a:cubicBezTo>
                    <a:pt x="3751111" y="6044728"/>
                    <a:pt x="3739613" y="6049108"/>
                    <a:pt x="3728119" y="6049108"/>
                  </a:cubicBezTo>
                  <a:lnTo>
                    <a:pt x="3705663" y="6039815"/>
                  </a:lnTo>
                  <a:lnTo>
                    <a:pt x="3177735" y="6567755"/>
                  </a:lnTo>
                  <a:lnTo>
                    <a:pt x="3177396" y="6633787"/>
                  </a:lnTo>
                  <a:lnTo>
                    <a:pt x="3098564" y="6713454"/>
                  </a:lnTo>
                  <a:lnTo>
                    <a:pt x="3098564" y="6857801"/>
                  </a:lnTo>
                  <a:lnTo>
                    <a:pt x="3076666" y="6857801"/>
                  </a:lnTo>
                  <a:lnTo>
                    <a:pt x="3076666" y="6735584"/>
                  </a:lnTo>
                  <a:lnTo>
                    <a:pt x="3006901" y="6806094"/>
                  </a:lnTo>
                  <a:lnTo>
                    <a:pt x="3009868" y="6813352"/>
                  </a:lnTo>
                  <a:cubicBezTo>
                    <a:pt x="3009868" y="6822111"/>
                    <a:pt x="3006586" y="6830870"/>
                    <a:pt x="3000015" y="6837440"/>
                  </a:cubicBezTo>
                  <a:cubicBezTo>
                    <a:pt x="2986877" y="6850578"/>
                    <a:pt x="2964979" y="6850578"/>
                    <a:pt x="2951839" y="6837440"/>
                  </a:cubicBezTo>
                  <a:cubicBezTo>
                    <a:pt x="2945268" y="6830870"/>
                    <a:pt x="2941984" y="6822111"/>
                    <a:pt x="2941984" y="6813352"/>
                  </a:cubicBezTo>
                  <a:lnTo>
                    <a:pt x="2948802" y="6796684"/>
                  </a:lnTo>
                  <a:lnTo>
                    <a:pt x="2887686" y="6857801"/>
                  </a:lnTo>
                  <a:lnTo>
                    <a:pt x="2854840" y="6857801"/>
                  </a:lnTo>
                  <a:lnTo>
                    <a:pt x="3076666" y="6635975"/>
                  </a:lnTo>
                  <a:lnTo>
                    <a:pt x="3076666" y="6487064"/>
                  </a:lnTo>
                  <a:lnTo>
                    <a:pt x="2820455" y="6743278"/>
                  </a:lnTo>
                  <a:lnTo>
                    <a:pt x="2713158" y="6743278"/>
                  </a:lnTo>
                  <a:lnTo>
                    <a:pt x="2713158" y="6769554"/>
                  </a:lnTo>
                  <a:lnTo>
                    <a:pt x="2624911" y="6857801"/>
                  </a:lnTo>
                  <a:lnTo>
                    <a:pt x="2559215" y="6857801"/>
                  </a:lnTo>
                  <a:lnTo>
                    <a:pt x="2667171" y="6749847"/>
                  </a:lnTo>
                  <a:lnTo>
                    <a:pt x="2667171" y="6743278"/>
                  </a:lnTo>
                  <a:lnTo>
                    <a:pt x="2430666" y="6743278"/>
                  </a:lnTo>
                  <a:lnTo>
                    <a:pt x="2316144" y="6857801"/>
                  </a:lnTo>
                  <a:lnTo>
                    <a:pt x="2267963" y="6857801"/>
                  </a:lnTo>
                  <a:lnTo>
                    <a:pt x="2382490" y="6743278"/>
                  </a:lnTo>
                  <a:lnTo>
                    <a:pt x="2297088" y="6743278"/>
                  </a:lnTo>
                  <a:lnTo>
                    <a:pt x="2182561" y="6857801"/>
                  </a:lnTo>
                  <a:lnTo>
                    <a:pt x="2157755" y="6857801"/>
                  </a:lnTo>
                  <a:lnTo>
                    <a:pt x="2290519" y="6725759"/>
                  </a:lnTo>
                  <a:lnTo>
                    <a:pt x="2400011" y="6725759"/>
                  </a:lnTo>
                  <a:lnTo>
                    <a:pt x="2472270" y="6653495"/>
                  </a:lnTo>
                  <a:lnTo>
                    <a:pt x="2667168" y="6653495"/>
                  </a:lnTo>
                  <a:lnTo>
                    <a:pt x="2667171" y="6653491"/>
                  </a:lnTo>
                  <a:lnTo>
                    <a:pt x="2667171" y="6607509"/>
                  </a:lnTo>
                  <a:lnTo>
                    <a:pt x="2310227" y="6607509"/>
                  </a:lnTo>
                  <a:lnTo>
                    <a:pt x="2059929" y="6857801"/>
                  </a:lnTo>
                  <a:lnTo>
                    <a:pt x="1950445" y="6857801"/>
                  </a:lnTo>
                  <a:lnTo>
                    <a:pt x="2246724" y="6561523"/>
                  </a:lnTo>
                  <a:lnTo>
                    <a:pt x="2308037" y="6561523"/>
                  </a:lnTo>
                  <a:lnTo>
                    <a:pt x="2546725" y="6322834"/>
                  </a:lnTo>
                  <a:lnTo>
                    <a:pt x="2667171" y="6322834"/>
                  </a:lnTo>
                  <a:lnTo>
                    <a:pt x="2667171" y="6219913"/>
                  </a:lnTo>
                  <a:lnTo>
                    <a:pt x="2588338" y="6298746"/>
                  </a:lnTo>
                  <a:lnTo>
                    <a:pt x="2331401" y="6298746"/>
                  </a:lnTo>
                  <a:lnTo>
                    <a:pt x="1983935" y="6644736"/>
                  </a:lnTo>
                  <a:lnTo>
                    <a:pt x="1839411" y="6644736"/>
                  </a:lnTo>
                  <a:lnTo>
                    <a:pt x="1626347" y="6857801"/>
                  </a:lnTo>
                  <a:lnTo>
                    <a:pt x="1593501" y="6857801"/>
                  </a:lnTo>
                  <a:lnTo>
                    <a:pt x="1781415" y="6669885"/>
                  </a:lnTo>
                  <a:lnTo>
                    <a:pt x="1770696" y="6665500"/>
                  </a:lnTo>
                  <a:lnTo>
                    <a:pt x="1596338" y="6841819"/>
                  </a:lnTo>
                  <a:lnTo>
                    <a:pt x="1585388" y="6828680"/>
                  </a:lnTo>
                  <a:lnTo>
                    <a:pt x="1759582" y="6654485"/>
                  </a:lnTo>
                  <a:lnTo>
                    <a:pt x="1752906" y="6638166"/>
                  </a:lnTo>
                  <a:cubicBezTo>
                    <a:pt x="1752906" y="6629407"/>
                    <a:pt x="1756191" y="6620648"/>
                    <a:pt x="1762760" y="6614079"/>
                  </a:cubicBezTo>
                  <a:cubicBezTo>
                    <a:pt x="1775899" y="6600939"/>
                    <a:pt x="1797798" y="6600939"/>
                    <a:pt x="1810937" y="6614079"/>
                  </a:cubicBezTo>
                  <a:lnTo>
                    <a:pt x="1817207" y="6629407"/>
                  </a:lnTo>
                  <a:lnTo>
                    <a:pt x="1821893" y="6629407"/>
                  </a:lnTo>
                  <a:lnTo>
                    <a:pt x="2018976" y="6432324"/>
                  </a:lnTo>
                  <a:lnTo>
                    <a:pt x="1854742" y="6432324"/>
                  </a:lnTo>
                  <a:lnTo>
                    <a:pt x="1576635" y="6710430"/>
                  </a:lnTo>
                  <a:lnTo>
                    <a:pt x="1160574" y="6710430"/>
                  </a:lnTo>
                  <a:lnTo>
                    <a:pt x="1012277" y="6857801"/>
                  </a:lnTo>
                  <a:lnTo>
                    <a:pt x="947509" y="6857801"/>
                  </a:lnTo>
                  <a:lnTo>
                    <a:pt x="1140865" y="6664444"/>
                  </a:lnTo>
                  <a:lnTo>
                    <a:pt x="1464932" y="6664444"/>
                  </a:lnTo>
                  <a:lnTo>
                    <a:pt x="1729917" y="6397287"/>
                  </a:lnTo>
                  <a:lnTo>
                    <a:pt x="1824083" y="6397287"/>
                  </a:lnTo>
                  <a:lnTo>
                    <a:pt x="1937953" y="6283417"/>
                  </a:lnTo>
                  <a:lnTo>
                    <a:pt x="1937953" y="6025648"/>
                  </a:lnTo>
                  <a:lnTo>
                    <a:pt x="1916050" y="6016261"/>
                  </a:lnTo>
                  <a:cubicBezTo>
                    <a:pt x="1889772" y="5989982"/>
                    <a:pt x="1889772" y="5950565"/>
                    <a:pt x="1916050" y="5924288"/>
                  </a:cubicBezTo>
                  <a:cubicBezTo>
                    <a:pt x="1929188" y="5911149"/>
                    <a:pt x="1945612" y="5904580"/>
                    <a:pt x="1962037" y="5904580"/>
                  </a:cubicBezTo>
                  <a:lnTo>
                    <a:pt x="1980505" y="5912496"/>
                  </a:lnTo>
                  <a:lnTo>
                    <a:pt x="2278206" y="5615525"/>
                  </a:lnTo>
                  <a:lnTo>
                    <a:pt x="2119863" y="5615525"/>
                  </a:lnTo>
                  <a:lnTo>
                    <a:pt x="2115333" y="5626474"/>
                  </a:lnTo>
                  <a:cubicBezTo>
                    <a:pt x="2097809" y="5643993"/>
                    <a:pt x="2069340" y="5643993"/>
                    <a:pt x="2051820" y="5626474"/>
                  </a:cubicBezTo>
                  <a:lnTo>
                    <a:pt x="2047290" y="5615525"/>
                  </a:lnTo>
                  <a:lnTo>
                    <a:pt x="1999265" y="5615525"/>
                  </a:lnTo>
                  <a:lnTo>
                    <a:pt x="1790027" y="5824762"/>
                  </a:lnTo>
                  <a:lnTo>
                    <a:pt x="1796700" y="5841076"/>
                  </a:lnTo>
                  <a:cubicBezTo>
                    <a:pt x="1796700" y="5849835"/>
                    <a:pt x="1793416" y="5858595"/>
                    <a:pt x="1786846" y="5865163"/>
                  </a:cubicBezTo>
                  <a:lnTo>
                    <a:pt x="1767144" y="5873224"/>
                  </a:lnTo>
                  <a:lnTo>
                    <a:pt x="1767144" y="6300935"/>
                  </a:lnTo>
                  <a:lnTo>
                    <a:pt x="1445242" y="6625028"/>
                  </a:lnTo>
                  <a:lnTo>
                    <a:pt x="1432103" y="6611888"/>
                  </a:lnTo>
                  <a:lnTo>
                    <a:pt x="1749625" y="6294367"/>
                  </a:lnTo>
                  <a:lnTo>
                    <a:pt x="1749625" y="5869645"/>
                  </a:lnTo>
                  <a:lnTo>
                    <a:pt x="1738671" y="5865163"/>
                  </a:lnTo>
                  <a:cubicBezTo>
                    <a:pt x="1725533" y="5852025"/>
                    <a:pt x="1725533" y="5830126"/>
                    <a:pt x="1738671" y="5816988"/>
                  </a:cubicBezTo>
                  <a:cubicBezTo>
                    <a:pt x="1745240" y="5810419"/>
                    <a:pt x="1753999" y="5807134"/>
                    <a:pt x="1762759" y="5807134"/>
                  </a:cubicBezTo>
                  <a:lnTo>
                    <a:pt x="1775971" y="5812540"/>
                  </a:lnTo>
                  <a:lnTo>
                    <a:pt x="1981745" y="5606765"/>
                  </a:lnTo>
                  <a:lnTo>
                    <a:pt x="1743054" y="5606765"/>
                  </a:lnTo>
                  <a:lnTo>
                    <a:pt x="1281711" y="6068113"/>
                  </a:lnTo>
                  <a:lnTo>
                    <a:pt x="1286478" y="6079765"/>
                  </a:lnTo>
                  <a:cubicBezTo>
                    <a:pt x="1286478" y="6088525"/>
                    <a:pt x="1283193" y="6097284"/>
                    <a:pt x="1276623" y="6103852"/>
                  </a:cubicBezTo>
                  <a:lnTo>
                    <a:pt x="1265959" y="6108215"/>
                  </a:lnTo>
                  <a:lnTo>
                    <a:pt x="1267868" y="6272468"/>
                  </a:lnTo>
                  <a:lnTo>
                    <a:pt x="1191231" y="6347440"/>
                  </a:lnTo>
                  <a:lnTo>
                    <a:pt x="1191231" y="6533054"/>
                  </a:lnTo>
                  <a:lnTo>
                    <a:pt x="868110" y="6857801"/>
                  </a:lnTo>
                  <a:lnTo>
                    <a:pt x="834128" y="6857801"/>
                  </a:lnTo>
                  <a:lnTo>
                    <a:pt x="1169333" y="6524297"/>
                  </a:lnTo>
                  <a:lnTo>
                    <a:pt x="1169333" y="6368862"/>
                  </a:lnTo>
                  <a:lnTo>
                    <a:pt x="1167139" y="6371009"/>
                  </a:lnTo>
                  <a:lnTo>
                    <a:pt x="1156189" y="6360061"/>
                  </a:lnTo>
                  <a:lnTo>
                    <a:pt x="1169333" y="6346917"/>
                  </a:lnTo>
                  <a:lnTo>
                    <a:pt x="1169333" y="5950342"/>
                  </a:lnTo>
                  <a:lnTo>
                    <a:pt x="1167940" y="5949766"/>
                  </a:lnTo>
                  <a:lnTo>
                    <a:pt x="1161554" y="5956151"/>
                  </a:lnTo>
                  <a:lnTo>
                    <a:pt x="1168228" y="5972465"/>
                  </a:lnTo>
                  <a:cubicBezTo>
                    <a:pt x="1168228" y="5981224"/>
                    <a:pt x="1164944" y="5989983"/>
                    <a:pt x="1158374" y="5996553"/>
                  </a:cubicBezTo>
                  <a:lnTo>
                    <a:pt x="1140861" y="6003717"/>
                  </a:lnTo>
                  <a:lnTo>
                    <a:pt x="1140861" y="6329404"/>
                  </a:lnTo>
                  <a:lnTo>
                    <a:pt x="1125532" y="6329404"/>
                  </a:lnTo>
                  <a:lnTo>
                    <a:pt x="1125532" y="6002825"/>
                  </a:lnTo>
                  <a:lnTo>
                    <a:pt x="1110199" y="5996553"/>
                  </a:lnTo>
                  <a:cubicBezTo>
                    <a:pt x="1097061" y="5983414"/>
                    <a:pt x="1097061" y="5961516"/>
                    <a:pt x="1110199" y="5948377"/>
                  </a:cubicBezTo>
                  <a:cubicBezTo>
                    <a:pt x="1116768" y="5941807"/>
                    <a:pt x="1125527" y="5938522"/>
                    <a:pt x="1134287" y="5938522"/>
                  </a:cubicBezTo>
                  <a:lnTo>
                    <a:pt x="1149055" y="5944564"/>
                  </a:lnTo>
                  <a:lnTo>
                    <a:pt x="1152719" y="5940899"/>
                  </a:lnTo>
                  <a:lnTo>
                    <a:pt x="1140861" y="5912245"/>
                  </a:lnTo>
                  <a:cubicBezTo>
                    <a:pt x="1140861" y="5900749"/>
                    <a:pt x="1145241" y="5889253"/>
                    <a:pt x="1154001" y="5880493"/>
                  </a:cubicBezTo>
                  <a:cubicBezTo>
                    <a:pt x="1162760" y="5871734"/>
                    <a:pt x="1174256" y="5867354"/>
                    <a:pt x="1185752" y="5867354"/>
                  </a:cubicBezTo>
                  <a:lnTo>
                    <a:pt x="1203566" y="5874726"/>
                  </a:lnTo>
                  <a:lnTo>
                    <a:pt x="1402576" y="5675715"/>
                  </a:lnTo>
                  <a:lnTo>
                    <a:pt x="1400348" y="5670270"/>
                  </a:lnTo>
                  <a:cubicBezTo>
                    <a:pt x="1400348" y="5661510"/>
                    <a:pt x="1403633" y="5652752"/>
                    <a:pt x="1410202" y="5646182"/>
                  </a:cubicBezTo>
                  <a:cubicBezTo>
                    <a:pt x="1416771" y="5639614"/>
                    <a:pt x="1425531" y="5636329"/>
                    <a:pt x="1434289" y="5636329"/>
                  </a:cubicBezTo>
                  <a:lnTo>
                    <a:pt x="1439735" y="5638556"/>
                  </a:lnTo>
                  <a:lnTo>
                    <a:pt x="1495612" y="5582678"/>
                  </a:lnTo>
                  <a:lnTo>
                    <a:pt x="1645005" y="5582678"/>
                  </a:lnTo>
                  <a:lnTo>
                    <a:pt x="1735345" y="5492895"/>
                  </a:lnTo>
                  <a:lnTo>
                    <a:pt x="1263495" y="5492895"/>
                  </a:lnTo>
                  <a:lnTo>
                    <a:pt x="534786" y="6219477"/>
                  </a:lnTo>
                  <a:lnTo>
                    <a:pt x="540857" y="6234147"/>
                  </a:lnTo>
                  <a:cubicBezTo>
                    <a:pt x="540857" y="6245643"/>
                    <a:pt x="536477" y="6257140"/>
                    <a:pt x="527717" y="6265899"/>
                  </a:cubicBezTo>
                  <a:lnTo>
                    <a:pt x="514583" y="6271024"/>
                  </a:lnTo>
                  <a:lnTo>
                    <a:pt x="514583" y="6495828"/>
                  </a:lnTo>
                  <a:lnTo>
                    <a:pt x="381005" y="6629407"/>
                  </a:lnTo>
                  <a:lnTo>
                    <a:pt x="365677" y="6611888"/>
                  </a:lnTo>
                  <a:lnTo>
                    <a:pt x="492684" y="6487069"/>
                  </a:lnTo>
                  <a:lnTo>
                    <a:pt x="492684" y="6278478"/>
                  </a:lnTo>
                  <a:lnTo>
                    <a:pt x="462025" y="6265899"/>
                  </a:lnTo>
                  <a:lnTo>
                    <a:pt x="464214" y="6265899"/>
                  </a:lnTo>
                  <a:cubicBezTo>
                    <a:pt x="446695" y="6248380"/>
                    <a:pt x="446695" y="6219913"/>
                    <a:pt x="464214" y="6202394"/>
                  </a:cubicBezTo>
                  <a:cubicBezTo>
                    <a:pt x="472973" y="6193635"/>
                    <a:pt x="484469" y="6189255"/>
                    <a:pt x="495966" y="6189255"/>
                  </a:cubicBezTo>
                  <a:lnTo>
                    <a:pt x="523012" y="6200448"/>
                  </a:lnTo>
                  <a:lnTo>
                    <a:pt x="1252546" y="5468807"/>
                  </a:lnTo>
                  <a:lnTo>
                    <a:pt x="1759582" y="5468807"/>
                  </a:lnTo>
                  <a:lnTo>
                    <a:pt x="1894032" y="5335188"/>
                  </a:lnTo>
                  <a:lnTo>
                    <a:pt x="1888674" y="5322090"/>
                  </a:lnTo>
                  <a:cubicBezTo>
                    <a:pt x="1888674" y="5313330"/>
                    <a:pt x="1891958" y="5304571"/>
                    <a:pt x="1898526" y="5298002"/>
                  </a:cubicBezTo>
                  <a:cubicBezTo>
                    <a:pt x="1911665" y="5284864"/>
                    <a:pt x="1933564" y="5284864"/>
                    <a:pt x="1946705" y="5298002"/>
                  </a:cubicBezTo>
                  <a:lnTo>
                    <a:pt x="1951355" y="5309373"/>
                  </a:lnTo>
                  <a:lnTo>
                    <a:pt x="1985247" y="5309835"/>
                  </a:lnTo>
                  <a:lnTo>
                    <a:pt x="2159136" y="5135957"/>
                  </a:lnTo>
                  <a:lnTo>
                    <a:pt x="1924813" y="5135957"/>
                  </a:lnTo>
                  <a:lnTo>
                    <a:pt x="1841601" y="5219169"/>
                  </a:lnTo>
                  <a:lnTo>
                    <a:pt x="1442833" y="5215142"/>
                  </a:lnTo>
                  <a:lnTo>
                    <a:pt x="1432105" y="5241067"/>
                  </a:lnTo>
                  <a:cubicBezTo>
                    <a:pt x="1423346" y="5249826"/>
                    <a:pt x="1411850" y="5254206"/>
                    <a:pt x="1400353" y="5254206"/>
                  </a:cubicBezTo>
                  <a:lnTo>
                    <a:pt x="1377897" y="5244914"/>
                  </a:lnTo>
                  <a:lnTo>
                    <a:pt x="930644" y="5692169"/>
                  </a:lnTo>
                  <a:lnTo>
                    <a:pt x="782036" y="5692169"/>
                  </a:lnTo>
                  <a:lnTo>
                    <a:pt x="772974" y="5714066"/>
                  </a:lnTo>
                  <a:cubicBezTo>
                    <a:pt x="764215" y="5722825"/>
                    <a:pt x="752719" y="5727205"/>
                    <a:pt x="741223" y="5727205"/>
                  </a:cubicBezTo>
                  <a:lnTo>
                    <a:pt x="720316" y="5718554"/>
                  </a:lnTo>
                  <a:lnTo>
                    <a:pt x="370801" y="6068070"/>
                  </a:lnTo>
                  <a:lnTo>
                    <a:pt x="378812" y="6087429"/>
                  </a:lnTo>
                  <a:cubicBezTo>
                    <a:pt x="378812" y="6098925"/>
                    <a:pt x="374432" y="6110422"/>
                    <a:pt x="365673" y="6119181"/>
                  </a:cubicBezTo>
                  <a:lnTo>
                    <a:pt x="345968" y="6127335"/>
                  </a:lnTo>
                  <a:lnTo>
                    <a:pt x="345968" y="6572472"/>
                  </a:lnTo>
                  <a:lnTo>
                    <a:pt x="324071" y="6572472"/>
                  </a:lnTo>
                  <a:lnTo>
                    <a:pt x="324071" y="6128244"/>
                  </a:lnTo>
                  <a:lnTo>
                    <a:pt x="302169" y="6119181"/>
                  </a:lnTo>
                  <a:lnTo>
                    <a:pt x="302169" y="6121371"/>
                  </a:lnTo>
                  <a:cubicBezTo>
                    <a:pt x="284650" y="6101663"/>
                    <a:pt x="284650" y="6073194"/>
                    <a:pt x="302169" y="6055677"/>
                  </a:cubicBezTo>
                  <a:cubicBezTo>
                    <a:pt x="310928" y="6046918"/>
                    <a:pt x="322424" y="6042538"/>
                    <a:pt x="333920" y="6042538"/>
                  </a:cubicBezTo>
                  <a:lnTo>
                    <a:pt x="356382" y="6051832"/>
                  </a:lnTo>
                  <a:lnTo>
                    <a:pt x="704554" y="5703658"/>
                  </a:lnTo>
                  <a:lnTo>
                    <a:pt x="696332" y="5682588"/>
                  </a:lnTo>
                  <a:cubicBezTo>
                    <a:pt x="696332" y="5670818"/>
                    <a:pt x="700712" y="5659322"/>
                    <a:pt x="709471" y="5650562"/>
                  </a:cubicBezTo>
                  <a:cubicBezTo>
                    <a:pt x="726989" y="5633043"/>
                    <a:pt x="755456" y="5633043"/>
                    <a:pt x="772974" y="5650562"/>
                  </a:cubicBezTo>
                  <a:lnTo>
                    <a:pt x="780915" y="5669753"/>
                  </a:lnTo>
                  <a:lnTo>
                    <a:pt x="919694" y="5668081"/>
                  </a:lnTo>
                  <a:lnTo>
                    <a:pt x="1362408" y="5227387"/>
                  </a:lnTo>
                  <a:lnTo>
                    <a:pt x="1355462" y="5209590"/>
                  </a:lnTo>
                  <a:cubicBezTo>
                    <a:pt x="1355462" y="5197819"/>
                    <a:pt x="1359842" y="5186323"/>
                    <a:pt x="1368602" y="5177563"/>
                  </a:cubicBezTo>
                  <a:cubicBezTo>
                    <a:pt x="1386120" y="5160044"/>
                    <a:pt x="1414587" y="5160044"/>
                    <a:pt x="1432105" y="5177563"/>
                  </a:cubicBezTo>
                  <a:lnTo>
                    <a:pt x="1437783" y="5191286"/>
                  </a:lnTo>
                  <a:lnTo>
                    <a:pt x="1832842" y="5197271"/>
                  </a:lnTo>
                  <a:lnTo>
                    <a:pt x="1894155" y="5135957"/>
                  </a:lnTo>
                  <a:lnTo>
                    <a:pt x="700732" y="5135957"/>
                  </a:lnTo>
                  <a:lnTo>
                    <a:pt x="586864" y="5022086"/>
                  </a:lnTo>
                  <a:lnTo>
                    <a:pt x="21898" y="5022086"/>
                  </a:lnTo>
                  <a:lnTo>
                    <a:pt x="21898" y="4997999"/>
                  </a:lnTo>
                  <a:lnTo>
                    <a:pt x="595623" y="4997999"/>
                  </a:lnTo>
                  <a:lnTo>
                    <a:pt x="711682" y="5111868"/>
                  </a:lnTo>
                  <a:lnTo>
                    <a:pt x="1918245" y="5111868"/>
                  </a:lnTo>
                  <a:lnTo>
                    <a:pt x="2058288" y="4971829"/>
                  </a:lnTo>
                  <a:lnTo>
                    <a:pt x="2049633" y="4950918"/>
                  </a:lnTo>
                  <a:cubicBezTo>
                    <a:pt x="2049633" y="4939421"/>
                    <a:pt x="2054014" y="4927925"/>
                    <a:pt x="2062773" y="4919165"/>
                  </a:cubicBezTo>
                  <a:cubicBezTo>
                    <a:pt x="2080292" y="4901646"/>
                    <a:pt x="2108769" y="4901646"/>
                    <a:pt x="2126284" y="4919165"/>
                  </a:cubicBezTo>
                  <a:cubicBezTo>
                    <a:pt x="2143805" y="4936684"/>
                    <a:pt x="2143805" y="4965150"/>
                    <a:pt x="2126284" y="4982669"/>
                  </a:cubicBezTo>
                  <a:cubicBezTo>
                    <a:pt x="2117527" y="4991428"/>
                    <a:pt x="2106030" y="4995808"/>
                    <a:pt x="2094526" y="4995808"/>
                  </a:cubicBezTo>
                  <a:lnTo>
                    <a:pt x="2073618" y="4987156"/>
                  </a:lnTo>
                  <a:lnTo>
                    <a:pt x="1948902" y="5111868"/>
                  </a:lnTo>
                  <a:lnTo>
                    <a:pt x="2159149" y="5111868"/>
                  </a:lnTo>
                  <a:lnTo>
                    <a:pt x="2310246" y="4960771"/>
                  </a:lnTo>
                  <a:lnTo>
                    <a:pt x="2334319" y="4960771"/>
                  </a:lnTo>
                  <a:lnTo>
                    <a:pt x="2423990" y="4871098"/>
                  </a:lnTo>
                  <a:lnTo>
                    <a:pt x="2415338" y="4850186"/>
                  </a:lnTo>
                  <a:cubicBezTo>
                    <a:pt x="2415338" y="4838690"/>
                    <a:pt x="2419716" y="4827193"/>
                    <a:pt x="2428479" y="4818434"/>
                  </a:cubicBezTo>
                  <a:cubicBezTo>
                    <a:pt x="2445995" y="4800915"/>
                    <a:pt x="2474462" y="4800915"/>
                    <a:pt x="2491982" y="4818434"/>
                  </a:cubicBezTo>
                  <a:lnTo>
                    <a:pt x="2500525" y="4840331"/>
                  </a:lnTo>
                  <a:lnTo>
                    <a:pt x="2822650" y="4840331"/>
                  </a:lnTo>
                  <a:lnTo>
                    <a:pt x="3051828" y="4611150"/>
                  </a:lnTo>
                  <a:lnTo>
                    <a:pt x="3043817" y="4591789"/>
                  </a:lnTo>
                  <a:cubicBezTo>
                    <a:pt x="3043817" y="4580293"/>
                    <a:pt x="3048197" y="4568796"/>
                    <a:pt x="3056953" y="4560037"/>
                  </a:cubicBezTo>
                  <a:lnTo>
                    <a:pt x="3076666" y="4551881"/>
                  </a:lnTo>
                  <a:lnTo>
                    <a:pt x="3076666" y="4518413"/>
                  </a:lnTo>
                  <a:lnTo>
                    <a:pt x="3065729" y="4529379"/>
                  </a:lnTo>
                  <a:lnTo>
                    <a:pt x="2474477" y="4529379"/>
                  </a:lnTo>
                  <a:lnTo>
                    <a:pt x="2362798" y="4641059"/>
                  </a:lnTo>
                  <a:lnTo>
                    <a:pt x="1278837" y="4641059"/>
                  </a:lnTo>
                  <a:lnTo>
                    <a:pt x="1193434" y="4555657"/>
                  </a:lnTo>
                  <a:lnTo>
                    <a:pt x="777370" y="4555657"/>
                  </a:lnTo>
                  <a:lnTo>
                    <a:pt x="777370" y="4540327"/>
                  </a:lnTo>
                  <a:lnTo>
                    <a:pt x="1200003" y="4540327"/>
                  </a:lnTo>
                  <a:lnTo>
                    <a:pt x="1285407" y="4623541"/>
                  </a:lnTo>
                  <a:lnTo>
                    <a:pt x="2356228" y="4623541"/>
                  </a:lnTo>
                  <a:lnTo>
                    <a:pt x="2467906" y="4511860"/>
                  </a:lnTo>
                  <a:lnTo>
                    <a:pt x="3056970" y="4511860"/>
                  </a:lnTo>
                  <a:lnTo>
                    <a:pt x="3076666" y="4492222"/>
                  </a:lnTo>
                  <a:lnTo>
                    <a:pt x="3076666" y="4113315"/>
                  </a:lnTo>
                  <a:lnTo>
                    <a:pt x="3155500" y="4034482"/>
                  </a:lnTo>
                  <a:lnTo>
                    <a:pt x="2677261" y="4034482"/>
                  </a:lnTo>
                  <a:lnTo>
                    <a:pt x="2669376" y="4054189"/>
                  </a:lnTo>
                  <a:cubicBezTo>
                    <a:pt x="2661164" y="4062401"/>
                    <a:pt x="2649669" y="4067328"/>
                    <a:pt x="2636527" y="4067328"/>
                  </a:cubicBezTo>
                  <a:lnTo>
                    <a:pt x="2619408" y="4060480"/>
                  </a:lnTo>
                  <a:lnTo>
                    <a:pt x="2189129" y="4492664"/>
                  </a:lnTo>
                  <a:lnTo>
                    <a:pt x="2194181" y="4505291"/>
                  </a:lnTo>
                  <a:cubicBezTo>
                    <a:pt x="2194181" y="4531569"/>
                    <a:pt x="2174474" y="4551277"/>
                    <a:pt x="2148200" y="4551277"/>
                  </a:cubicBezTo>
                  <a:cubicBezTo>
                    <a:pt x="2135056" y="4551277"/>
                    <a:pt x="2123561" y="4546350"/>
                    <a:pt x="2115346" y="4538139"/>
                  </a:cubicBezTo>
                  <a:lnTo>
                    <a:pt x="2111844" y="4529379"/>
                  </a:lnTo>
                  <a:lnTo>
                    <a:pt x="411681" y="4529379"/>
                  </a:lnTo>
                  <a:lnTo>
                    <a:pt x="100731" y="4216236"/>
                  </a:lnTo>
                  <a:lnTo>
                    <a:pt x="0" y="4216236"/>
                  </a:lnTo>
                  <a:lnTo>
                    <a:pt x="0" y="4194338"/>
                  </a:lnTo>
                  <a:lnTo>
                    <a:pt x="111679" y="4194338"/>
                  </a:lnTo>
                  <a:lnTo>
                    <a:pt x="422629" y="4505290"/>
                  </a:lnTo>
                  <a:lnTo>
                    <a:pt x="2102207" y="4505290"/>
                  </a:lnTo>
                  <a:lnTo>
                    <a:pt x="2115346" y="4472444"/>
                  </a:lnTo>
                  <a:cubicBezTo>
                    <a:pt x="2123561" y="4464232"/>
                    <a:pt x="2135056" y="4459305"/>
                    <a:pt x="2148200" y="4459305"/>
                  </a:cubicBezTo>
                  <a:lnTo>
                    <a:pt x="2177917" y="4471193"/>
                  </a:lnTo>
                  <a:lnTo>
                    <a:pt x="2601178" y="4047934"/>
                  </a:lnTo>
                  <a:lnTo>
                    <a:pt x="2590543" y="4021343"/>
                  </a:lnTo>
                  <a:cubicBezTo>
                    <a:pt x="2590543" y="3995065"/>
                    <a:pt x="2610252" y="3975357"/>
                    <a:pt x="2636527" y="3975357"/>
                  </a:cubicBezTo>
                  <a:cubicBezTo>
                    <a:pt x="2649669" y="3975357"/>
                    <a:pt x="2661164" y="3980831"/>
                    <a:pt x="2669376" y="3989316"/>
                  </a:cubicBezTo>
                  <a:lnTo>
                    <a:pt x="2678922" y="4012583"/>
                  </a:lnTo>
                  <a:lnTo>
                    <a:pt x="3168658" y="4012583"/>
                  </a:lnTo>
                  <a:lnTo>
                    <a:pt x="2982522" y="3826449"/>
                  </a:lnTo>
                  <a:lnTo>
                    <a:pt x="2737887" y="3826449"/>
                  </a:lnTo>
                  <a:lnTo>
                    <a:pt x="2731786" y="3840684"/>
                  </a:lnTo>
                  <a:cubicBezTo>
                    <a:pt x="2725763" y="3846706"/>
                    <a:pt x="2717551" y="3850538"/>
                    <a:pt x="2708792" y="3850538"/>
                  </a:cubicBezTo>
                  <a:lnTo>
                    <a:pt x="2697785" y="3846214"/>
                  </a:lnTo>
                  <a:lnTo>
                    <a:pt x="2378487" y="4165509"/>
                  </a:lnTo>
                  <a:lnTo>
                    <a:pt x="2382504" y="4174630"/>
                  </a:lnTo>
                  <a:cubicBezTo>
                    <a:pt x="2382504" y="4192148"/>
                    <a:pt x="2364985" y="4207477"/>
                    <a:pt x="2347467" y="4207477"/>
                  </a:cubicBezTo>
                  <a:cubicBezTo>
                    <a:pt x="2338708" y="4208571"/>
                    <a:pt x="2330496" y="4205287"/>
                    <a:pt x="2324473" y="4199266"/>
                  </a:cubicBezTo>
                  <a:lnTo>
                    <a:pt x="2321625" y="4192147"/>
                  </a:lnTo>
                  <a:lnTo>
                    <a:pt x="1064236" y="4192147"/>
                  </a:lnTo>
                  <a:lnTo>
                    <a:pt x="834305" y="3962218"/>
                  </a:lnTo>
                  <a:lnTo>
                    <a:pt x="759852" y="3962218"/>
                  </a:lnTo>
                  <a:lnTo>
                    <a:pt x="759852" y="3944699"/>
                  </a:lnTo>
                  <a:lnTo>
                    <a:pt x="840875" y="3944699"/>
                  </a:lnTo>
                  <a:lnTo>
                    <a:pt x="1070806" y="4174629"/>
                  </a:lnTo>
                  <a:lnTo>
                    <a:pt x="2314619" y="4174629"/>
                  </a:lnTo>
                  <a:lnTo>
                    <a:pt x="2323652" y="4151637"/>
                  </a:lnTo>
                  <a:cubicBezTo>
                    <a:pt x="2329399" y="4145615"/>
                    <a:pt x="2337613" y="4141783"/>
                    <a:pt x="2347467" y="4141783"/>
                  </a:cubicBezTo>
                  <a:lnTo>
                    <a:pt x="2369435" y="4150473"/>
                  </a:lnTo>
                  <a:lnTo>
                    <a:pt x="2683634" y="3836278"/>
                  </a:lnTo>
                  <a:lnTo>
                    <a:pt x="2675943" y="3817691"/>
                  </a:lnTo>
                  <a:cubicBezTo>
                    <a:pt x="2675943" y="3800172"/>
                    <a:pt x="2691271" y="3784844"/>
                    <a:pt x="2708792" y="3784844"/>
                  </a:cubicBezTo>
                  <a:cubicBezTo>
                    <a:pt x="2717551" y="3784844"/>
                    <a:pt x="2725763" y="3788676"/>
                    <a:pt x="2731786" y="3794698"/>
                  </a:cubicBezTo>
                  <a:lnTo>
                    <a:pt x="2737887" y="3808930"/>
                  </a:lnTo>
                  <a:lnTo>
                    <a:pt x="2965002" y="3808930"/>
                  </a:lnTo>
                  <a:lnTo>
                    <a:pt x="2914640" y="3758565"/>
                  </a:lnTo>
                  <a:lnTo>
                    <a:pt x="2892740" y="3767325"/>
                  </a:lnTo>
                  <a:cubicBezTo>
                    <a:pt x="2879601" y="3767325"/>
                    <a:pt x="2868103" y="3762398"/>
                    <a:pt x="2859891" y="3754186"/>
                  </a:cubicBezTo>
                  <a:lnTo>
                    <a:pt x="2851131" y="3732288"/>
                  </a:lnTo>
                  <a:lnTo>
                    <a:pt x="2102539" y="3732288"/>
                  </a:lnTo>
                  <a:lnTo>
                    <a:pt x="2056219" y="3778273"/>
                  </a:lnTo>
                  <a:lnTo>
                    <a:pt x="1946732" y="3778273"/>
                  </a:lnTo>
                  <a:lnTo>
                    <a:pt x="1754028" y="3970977"/>
                  </a:lnTo>
                  <a:lnTo>
                    <a:pt x="1424679" y="3970977"/>
                  </a:lnTo>
                  <a:lnTo>
                    <a:pt x="1421176" y="3979736"/>
                  </a:lnTo>
                  <a:cubicBezTo>
                    <a:pt x="1412965" y="3987948"/>
                    <a:pt x="1401469" y="3992875"/>
                    <a:pt x="1388331" y="3992875"/>
                  </a:cubicBezTo>
                  <a:cubicBezTo>
                    <a:pt x="1362053" y="3992875"/>
                    <a:pt x="1342345" y="3973167"/>
                    <a:pt x="1342345" y="3946889"/>
                  </a:cubicBezTo>
                  <a:cubicBezTo>
                    <a:pt x="1342345" y="3920611"/>
                    <a:pt x="1362053" y="3900903"/>
                    <a:pt x="1388331" y="3900903"/>
                  </a:cubicBezTo>
                  <a:cubicBezTo>
                    <a:pt x="1414606" y="3900903"/>
                    <a:pt x="1434314" y="3920611"/>
                    <a:pt x="1434314" y="3946889"/>
                  </a:cubicBezTo>
                  <a:lnTo>
                    <a:pt x="1745268" y="3946889"/>
                  </a:lnTo>
                  <a:lnTo>
                    <a:pt x="1913886" y="3778273"/>
                  </a:lnTo>
                  <a:lnTo>
                    <a:pt x="1813146" y="3778273"/>
                  </a:lnTo>
                  <a:lnTo>
                    <a:pt x="1809862" y="3785939"/>
                  </a:lnTo>
                  <a:cubicBezTo>
                    <a:pt x="1803840" y="3791960"/>
                    <a:pt x="1795627" y="3795792"/>
                    <a:pt x="1786870" y="3795792"/>
                  </a:cubicBezTo>
                  <a:cubicBezTo>
                    <a:pt x="1769351" y="3795792"/>
                    <a:pt x="1754020" y="3782654"/>
                    <a:pt x="1754020" y="3762946"/>
                  </a:cubicBezTo>
                  <a:cubicBezTo>
                    <a:pt x="1754020" y="3754186"/>
                    <a:pt x="1757853" y="3745975"/>
                    <a:pt x="1763876" y="3739952"/>
                  </a:cubicBezTo>
                  <a:lnTo>
                    <a:pt x="1781760" y="3732288"/>
                  </a:lnTo>
                  <a:lnTo>
                    <a:pt x="1307309" y="3732288"/>
                  </a:lnTo>
                  <a:lnTo>
                    <a:pt x="936665" y="3360023"/>
                  </a:lnTo>
                  <a:lnTo>
                    <a:pt x="52555" y="3360023"/>
                  </a:lnTo>
                  <a:lnTo>
                    <a:pt x="52555" y="3314077"/>
                  </a:lnTo>
                  <a:lnTo>
                    <a:pt x="799268" y="3314077"/>
                  </a:lnTo>
                  <a:lnTo>
                    <a:pt x="799268" y="3292148"/>
                  </a:lnTo>
                  <a:lnTo>
                    <a:pt x="869079" y="3292148"/>
                  </a:lnTo>
                  <a:lnTo>
                    <a:pt x="808032" y="3230826"/>
                  </a:lnTo>
                  <a:lnTo>
                    <a:pt x="45984" y="3230826"/>
                  </a:lnTo>
                  <a:lnTo>
                    <a:pt x="45984" y="3206780"/>
                  </a:lnTo>
                  <a:lnTo>
                    <a:pt x="816791" y="3206780"/>
                  </a:lnTo>
                  <a:lnTo>
                    <a:pt x="825550" y="3215539"/>
                  </a:lnTo>
                  <a:lnTo>
                    <a:pt x="1364240" y="3215539"/>
                  </a:lnTo>
                  <a:lnTo>
                    <a:pt x="1440881" y="3292148"/>
                  </a:lnTo>
                  <a:lnTo>
                    <a:pt x="1543801" y="3292148"/>
                  </a:lnTo>
                  <a:lnTo>
                    <a:pt x="1681760" y="3430094"/>
                  </a:lnTo>
                  <a:lnTo>
                    <a:pt x="1681935" y="3430094"/>
                  </a:lnTo>
                  <a:lnTo>
                    <a:pt x="1714612" y="3397501"/>
                  </a:lnTo>
                  <a:lnTo>
                    <a:pt x="1460805" y="3145425"/>
                  </a:lnTo>
                  <a:lnTo>
                    <a:pt x="821167" y="3145425"/>
                  </a:lnTo>
                  <a:lnTo>
                    <a:pt x="821167" y="3114811"/>
                  </a:lnTo>
                  <a:lnTo>
                    <a:pt x="83212" y="3114811"/>
                  </a:lnTo>
                  <a:lnTo>
                    <a:pt x="83212" y="3068828"/>
                  </a:lnTo>
                  <a:lnTo>
                    <a:pt x="1449645" y="3068828"/>
                  </a:lnTo>
                  <a:lnTo>
                    <a:pt x="1493443" y="3112621"/>
                  </a:lnTo>
                  <a:lnTo>
                    <a:pt x="1832856" y="3112621"/>
                  </a:lnTo>
                  <a:lnTo>
                    <a:pt x="1916454" y="3196175"/>
                  </a:lnTo>
                  <a:lnTo>
                    <a:pt x="1989285" y="3123571"/>
                  </a:lnTo>
                  <a:lnTo>
                    <a:pt x="1878847" y="3123571"/>
                  </a:lnTo>
                  <a:lnTo>
                    <a:pt x="1697094" y="2941812"/>
                  </a:lnTo>
                  <a:lnTo>
                    <a:pt x="1204384" y="2941812"/>
                  </a:lnTo>
                  <a:lnTo>
                    <a:pt x="1101461" y="2838859"/>
                  </a:lnTo>
                  <a:lnTo>
                    <a:pt x="602192" y="2838859"/>
                  </a:lnTo>
                  <a:lnTo>
                    <a:pt x="442337" y="2679041"/>
                  </a:lnTo>
                  <a:lnTo>
                    <a:pt x="420437" y="2687801"/>
                  </a:lnTo>
                  <a:cubicBezTo>
                    <a:pt x="407299" y="2687801"/>
                    <a:pt x="395802" y="2682829"/>
                    <a:pt x="387591" y="2674629"/>
                  </a:cubicBezTo>
                  <a:lnTo>
                    <a:pt x="379707" y="2654952"/>
                  </a:lnTo>
                  <a:lnTo>
                    <a:pt x="45986" y="2654952"/>
                  </a:lnTo>
                  <a:lnTo>
                    <a:pt x="45986" y="2633015"/>
                  </a:lnTo>
                  <a:lnTo>
                    <a:pt x="377956" y="2633015"/>
                  </a:lnTo>
                  <a:lnTo>
                    <a:pt x="387591" y="2608969"/>
                  </a:lnTo>
                  <a:cubicBezTo>
                    <a:pt x="395802" y="2600755"/>
                    <a:pt x="407299" y="2595801"/>
                    <a:pt x="420437" y="2595801"/>
                  </a:cubicBezTo>
                  <a:cubicBezTo>
                    <a:pt x="446714" y="2595801"/>
                    <a:pt x="466423" y="2617720"/>
                    <a:pt x="466423" y="2641775"/>
                  </a:cubicBezTo>
                  <a:lnTo>
                    <a:pt x="457664" y="2663703"/>
                  </a:lnTo>
                  <a:lnTo>
                    <a:pt x="610951" y="2816994"/>
                  </a:lnTo>
                  <a:lnTo>
                    <a:pt x="1044211" y="2816994"/>
                  </a:lnTo>
                  <a:lnTo>
                    <a:pt x="1039519" y="2806014"/>
                  </a:lnTo>
                  <a:lnTo>
                    <a:pt x="792699" y="2806014"/>
                  </a:lnTo>
                  <a:lnTo>
                    <a:pt x="792699" y="2788486"/>
                  </a:lnTo>
                  <a:lnTo>
                    <a:pt x="1039519" y="2788486"/>
                  </a:lnTo>
                  <a:lnTo>
                    <a:pt x="1045618" y="2774289"/>
                  </a:lnTo>
                  <a:cubicBezTo>
                    <a:pt x="1051644" y="2768277"/>
                    <a:pt x="1059856" y="2764399"/>
                    <a:pt x="1068616" y="2764399"/>
                  </a:cubicBezTo>
                  <a:cubicBezTo>
                    <a:pt x="1086132" y="2764399"/>
                    <a:pt x="1101461" y="2779726"/>
                    <a:pt x="1101461" y="2797246"/>
                  </a:cubicBezTo>
                  <a:lnTo>
                    <a:pt x="1096521" y="2809865"/>
                  </a:lnTo>
                  <a:lnTo>
                    <a:pt x="1103650" y="2816994"/>
                  </a:lnTo>
                  <a:lnTo>
                    <a:pt x="1381760" y="2816994"/>
                  </a:lnTo>
                  <a:lnTo>
                    <a:pt x="1263510" y="2698747"/>
                  </a:lnTo>
                  <a:lnTo>
                    <a:pt x="871536" y="2698747"/>
                  </a:lnTo>
                  <a:lnTo>
                    <a:pt x="575915" y="2405314"/>
                  </a:lnTo>
                  <a:lnTo>
                    <a:pt x="83213" y="2405314"/>
                  </a:lnTo>
                  <a:lnTo>
                    <a:pt x="83213" y="2359329"/>
                  </a:lnTo>
                  <a:lnTo>
                    <a:pt x="595623" y="2359329"/>
                  </a:lnTo>
                  <a:lnTo>
                    <a:pt x="823362" y="2587072"/>
                  </a:lnTo>
                  <a:lnTo>
                    <a:pt x="1200005" y="2587072"/>
                  </a:lnTo>
                  <a:lnTo>
                    <a:pt x="1265043" y="2652764"/>
                  </a:lnTo>
                  <a:lnTo>
                    <a:pt x="1429938" y="2652764"/>
                  </a:lnTo>
                  <a:lnTo>
                    <a:pt x="1607004" y="2475651"/>
                  </a:lnTo>
                  <a:lnTo>
                    <a:pt x="1605734" y="2473813"/>
                  </a:lnTo>
                  <a:cubicBezTo>
                    <a:pt x="1602518" y="2466173"/>
                    <a:pt x="1600740" y="2457832"/>
                    <a:pt x="1600740" y="2449072"/>
                  </a:cubicBezTo>
                  <a:cubicBezTo>
                    <a:pt x="1600740" y="2414028"/>
                    <a:pt x="1629206" y="2385602"/>
                    <a:pt x="1664244" y="2385602"/>
                  </a:cubicBezTo>
                  <a:cubicBezTo>
                    <a:pt x="1681762" y="2385602"/>
                    <a:pt x="1697637" y="2392716"/>
                    <a:pt x="1709134" y="2404211"/>
                  </a:cubicBezTo>
                  <a:lnTo>
                    <a:pt x="1721689" y="2422785"/>
                  </a:lnTo>
                  <a:lnTo>
                    <a:pt x="2141628" y="2422785"/>
                  </a:lnTo>
                  <a:lnTo>
                    <a:pt x="2029942" y="2311106"/>
                  </a:lnTo>
                  <a:lnTo>
                    <a:pt x="2018994" y="2315532"/>
                  </a:lnTo>
                  <a:cubicBezTo>
                    <a:pt x="1992717" y="2315532"/>
                    <a:pt x="1973007" y="2295777"/>
                    <a:pt x="1973007" y="2269500"/>
                  </a:cubicBezTo>
                  <a:lnTo>
                    <a:pt x="1977387" y="2258551"/>
                  </a:lnTo>
                  <a:lnTo>
                    <a:pt x="1942349" y="2223515"/>
                  </a:lnTo>
                  <a:lnTo>
                    <a:pt x="1646095" y="2223515"/>
                  </a:lnTo>
                  <a:lnTo>
                    <a:pt x="1639056" y="2239977"/>
                  </a:lnTo>
                  <a:cubicBezTo>
                    <a:pt x="1633033" y="2246002"/>
                    <a:pt x="1624821" y="2249792"/>
                    <a:pt x="1616062" y="2249792"/>
                  </a:cubicBezTo>
                  <a:lnTo>
                    <a:pt x="1597672" y="2241910"/>
                  </a:lnTo>
                  <a:lnTo>
                    <a:pt x="1294166" y="2545423"/>
                  </a:lnTo>
                  <a:lnTo>
                    <a:pt x="838685" y="2545423"/>
                  </a:lnTo>
                  <a:lnTo>
                    <a:pt x="838685" y="2527901"/>
                  </a:lnTo>
                  <a:lnTo>
                    <a:pt x="1287597" y="2527901"/>
                  </a:lnTo>
                  <a:lnTo>
                    <a:pt x="1588429" y="2229152"/>
                  </a:lnTo>
                  <a:lnTo>
                    <a:pt x="1583216" y="2216946"/>
                  </a:lnTo>
                  <a:cubicBezTo>
                    <a:pt x="1583216" y="2199429"/>
                    <a:pt x="1598545" y="2184099"/>
                    <a:pt x="1616062" y="2184099"/>
                  </a:cubicBezTo>
                  <a:cubicBezTo>
                    <a:pt x="1624821" y="2184099"/>
                    <a:pt x="1633033" y="2187974"/>
                    <a:pt x="1639056" y="2193992"/>
                  </a:cubicBezTo>
                  <a:lnTo>
                    <a:pt x="1645157" y="2208188"/>
                  </a:lnTo>
                  <a:lnTo>
                    <a:pt x="1941969" y="2208188"/>
                  </a:lnTo>
                  <a:lnTo>
                    <a:pt x="1770255" y="2037445"/>
                  </a:lnTo>
                  <a:lnTo>
                    <a:pt x="1113347" y="2037445"/>
                  </a:lnTo>
                  <a:lnTo>
                    <a:pt x="1109124" y="2047298"/>
                  </a:lnTo>
                  <a:cubicBezTo>
                    <a:pt x="1103102" y="2053319"/>
                    <a:pt x="1094892" y="2057151"/>
                    <a:pt x="1086131" y="2057151"/>
                  </a:cubicBezTo>
                  <a:lnTo>
                    <a:pt x="1078470" y="2053869"/>
                  </a:lnTo>
                  <a:lnTo>
                    <a:pt x="961313" y="2170998"/>
                  </a:lnTo>
                  <a:lnTo>
                    <a:pt x="856210" y="2170998"/>
                  </a:lnTo>
                  <a:lnTo>
                    <a:pt x="724821" y="2302347"/>
                  </a:lnTo>
                  <a:lnTo>
                    <a:pt x="105111" y="2302347"/>
                  </a:lnTo>
                  <a:lnTo>
                    <a:pt x="105111" y="2280494"/>
                  </a:lnTo>
                  <a:lnTo>
                    <a:pt x="713872" y="2280494"/>
                  </a:lnTo>
                  <a:lnTo>
                    <a:pt x="823363" y="2170998"/>
                  </a:lnTo>
                  <a:lnTo>
                    <a:pt x="821167" y="2170998"/>
                  </a:lnTo>
                  <a:lnTo>
                    <a:pt x="821167" y="2155636"/>
                  </a:lnTo>
                  <a:lnTo>
                    <a:pt x="838691" y="2155636"/>
                  </a:lnTo>
                  <a:lnTo>
                    <a:pt x="1118672" y="1875714"/>
                  </a:lnTo>
                  <a:lnTo>
                    <a:pt x="1117670" y="1873209"/>
                  </a:lnTo>
                  <a:lnTo>
                    <a:pt x="1108654" y="1873209"/>
                  </a:lnTo>
                  <a:lnTo>
                    <a:pt x="1102552" y="1887443"/>
                  </a:lnTo>
                  <a:cubicBezTo>
                    <a:pt x="1096533" y="1893464"/>
                    <a:pt x="1088321" y="1897297"/>
                    <a:pt x="1079562" y="1897297"/>
                  </a:cubicBezTo>
                  <a:lnTo>
                    <a:pt x="1065658" y="1891337"/>
                  </a:lnTo>
                  <a:lnTo>
                    <a:pt x="832118" y="2122790"/>
                  </a:lnTo>
                  <a:lnTo>
                    <a:pt x="821168" y="2111838"/>
                  </a:lnTo>
                  <a:lnTo>
                    <a:pt x="1052687" y="1878384"/>
                  </a:lnTo>
                  <a:lnTo>
                    <a:pt x="1046712" y="1864450"/>
                  </a:lnTo>
                  <a:cubicBezTo>
                    <a:pt x="1046712" y="1846931"/>
                    <a:pt x="1062043" y="1831603"/>
                    <a:pt x="1079562" y="1831603"/>
                  </a:cubicBezTo>
                  <a:cubicBezTo>
                    <a:pt x="1088321" y="1831603"/>
                    <a:pt x="1096533" y="1835435"/>
                    <a:pt x="1102552" y="1841458"/>
                  </a:cubicBezTo>
                  <a:lnTo>
                    <a:pt x="1108654" y="1855690"/>
                  </a:lnTo>
                  <a:lnTo>
                    <a:pt x="1114166" y="1855690"/>
                  </a:lnTo>
                  <a:lnTo>
                    <a:pt x="1125552" y="1827224"/>
                  </a:lnTo>
                  <a:cubicBezTo>
                    <a:pt x="1133764" y="1819011"/>
                    <a:pt x="1145262" y="1814084"/>
                    <a:pt x="1158402" y="1814084"/>
                  </a:cubicBezTo>
                  <a:cubicBezTo>
                    <a:pt x="1171540" y="1814084"/>
                    <a:pt x="1183036" y="1819011"/>
                    <a:pt x="1191247" y="1827224"/>
                  </a:cubicBezTo>
                  <a:lnTo>
                    <a:pt x="1198254" y="1844742"/>
                  </a:lnTo>
                  <a:lnTo>
                    <a:pt x="1479982" y="1844742"/>
                  </a:lnTo>
                  <a:lnTo>
                    <a:pt x="1481390" y="1841458"/>
                  </a:lnTo>
                  <a:cubicBezTo>
                    <a:pt x="1487413" y="1835435"/>
                    <a:pt x="1495624" y="1831603"/>
                    <a:pt x="1504383" y="1831603"/>
                  </a:cubicBezTo>
                  <a:cubicBezTo>
                    <a:pt x="1513142" y="1831603"/>
                    <a:pt x="1521351" y="1835435"/>
                    <a:pt x="1527373" y="1841458"/>
                  </a:cubicBezTo>
                  <a:lnTo>
                    <a:pt x="1528783" y="1844742"/>
                  </a:lnTo>
                  <a:lnTo>
                    <a:pt x="1609501" y="1844742"/>
                  </a:lnTo>
                  <a:lnTo>
                    <a:pt x="1716802" y="1952042"/>
                  </a:lnTo>
                  <a:lnTo>
                    <a:pt x="1846001" y="1952042"/>
                  </a:lnTo>
                  <a:lnTo>
                    <a:pt x="1510964" y="1617001"/>
                  </a:lnTo>
                  <a:lnTo>
                    <a:pt x="482626" y="1617001"/>
                  </a:lnTo>
                  <a:lnTo>
                    <a:pt x="477370" y="1630140"/>
                  </a:lnTo>
                  <a:cubicBezTo>
                    <a:pt x="469159" y="1638352"/>
                    <a:pt x="457663" y="1643278"/>
                    <a:pt x="444524" y="1643278"/>
                  </a:cubicBezTo>
                  <a:lnTo>
                    <a:pt x="431829" y="1638201"/>
                  </a:lnTo>
                  <a:lnTo>
                    <a:pt x="271534" y="1796566"/>
                  </a:lnTo>
                  <a:lnTo>
                    <a:pt x="83213" y="1796566"/>
                  </a:lnTo>
                  <a:lnTo>
                    <a:pt x="83213" y="1774668"/>
                  </a:lnTo>
                  <a:lnTo>
                    <a:pt x="262775" y="1774668"/>
                  </a:lnTo>
                  <a:lnTo>
                    <a:pt x="409915" y="1625733"/>
                  </a:lnTo>
                  <a:lnTo>
                    <a:pt x="398538" y="1597293"/>
                  </a:lnTo>
                  <a:cubicBezTo>
                    <a:pt x="398538" y="1571015"/>
                    <a:pt x="418247" y="1551307"/>
                    <a:pt x="444524" y="1551307"/>
                  </a:cubicBezTo>
                  <a:cubicBezTo>
                    <a:pt x="457663" y="1551307"/>
                    <a:pt x="469159" y="1556234"/>
                    <a:pt x="477370" y="1564446"/>
                  </a:cubicBezTo>
                  <a:lnTo>
                    <a:pt x="488758" y="1592913"/>
                  </a:lnTo>
                  <a:lnTo>
                    <a:pt x="1519718" y="1592913"/>
                  </a:lnTo>
                  <a:lnTo>
                    <a:pt x="1878847" y="1952042"/>
                  </a:lnTo>
                  <a:lnTo>
                    <a:pt x="2067478" y="1952042"/>
                  </a:lnTo>
                  <a:lnTo>
                    <a:pt x="2072640" y="1939999"/>
                  </a:lnTo>
                  <a:lnTo>
                    <a:pt x="2088827" y="1933062"/>
                  </a:lnTo>
                  <a:lnTo>
                    <a:pt x="1771537" y="1617002"/>
                  </a:lnTo>
                  <a:lnTo>
                    <a:pt x="1556937" y="1617002"/>
                  </a:lnTo>
                  <a:lnTo>
                    <a:pt x="1462773" y="1522840"/>
                  </a:lnTo>
                  <a:lnTo>
                    <a:pt x="1134315" y="1522840"/>
                  </a:lnTo>
                  <a:lnTo>
                    <a:pt x="1029677" y="1418207"/>
                  </a:lnTo>
                  <a:lnTo>
                    <a:pt x="1009490" y="1426490"/>
                  </a:lnTo>
                  <a:cubicBezTo>
                    <a:pt x="996351" y="1426490"/>
                    <a:pt x="984855" y="1421016"/>
                    <a:pt x="976643" y="1412531"/>
                  </a:cubicBezTo>
                  <a:lnTo>
                    <a:pt x="968896" y="1393646"/>
                  </a:lnTo>
                  <a:lnTo>
                    <a:pt x="474304" y="1393646"/>
                  </a:lnTo>
                  <a:lnTo>
                    <a:pt x="466422" y="1413352"/>
                  </a:lnTo>
                  <a:cubicBezTo>
                    <a:pt x="458211" y="1421564"/>
                    <a:pt x="446714" y="1426490"/>
                    <a:pt x="433576" y="1426490"/>
                  </a:cubicBezTo>
                  <a:cubicBezTo>
                    <a:pt x="427007" y="1426490"/>
                    <a:pt x="420847" y="1425119"/>
                    <a:pt x="415305" y="1422692"/>
                  </a:cubicBezTo>
                  <a:lnTo>
                    <a:pt x="411438" y="1419998"/>
                  </a:lnTo>
                  <a:lnTo>
                    <a:pt x="98541" y="1730871"/>
                  </a:lnTo>
                  <a:lnTo>
                    <a:pt x="83213" y="1715543"/>
                  </a:lnTo>
                  <a:lnTo>
                    <a:pt x="396510" y="1402251"/>
                  </a:lnTo>
                  <a:lnTo>
                    <a:pt x="387590" y="1380509"/>
                  </a:lnTo>
                  <a:cubicBezTo>
                    <a:pt x="387590" y="1354231"/>
                    <a:pt x="407299" y="1334523"/>
                    <a:pt x="433576" y="1334523"/>
                  </a:cubicBezTo>
                  <a:cubicBezTo>
                    <a:pt x="446714" y="1334523"/>
                    <a:pt x="458211" y="1339445"/>
                    <a:pt x="466422" y="1347658"/>
                  </a:cubicBezTo>
                  <a:lnTo>
                    <a:pt x="476058" y="1371747"/>
                  </a:lnTo>
                  <a:lnTo>
                    <a:pt x="967008" y="1371747"/>
                  </a:lnTo>
                  <a:lnTo>
                    <a:pt x="976643" y="1347658"/>
                  </a:lnTo>
                  <a:cubicBezTo>
                    <a:pt x="984855" y="1339445"/>
                    <a:pt x="996351" y="1334523"/>
                    <a:pt x="1009490" y="1334523"/>
                  </a:cubicBezTo>
                  <a:cubicBezTo>
                    <a:pt x="1035767" y="1334523"/>
                    <a:pt x="1055479" y="1354231"/>
                    <a:pt x="1055479" y="1380509"/>
                  </a:cubicBezTo>
                  <a:cubicBezTo>
                    <a:pt x="1055479" y="1387073"/>
                    <a:pt x="1054110" y="1393231"/>
                    <a:pt x="1051681" y="1398777"/>
                  </a:cubicBezTo>
                  <a:lnTo>
                    <a:pt x="1047485" y="1404788"/>
                  </a:lnTo>
                  <a:lnTo>
                    <a:pt x="1143076" y="1498754"/>
                  </a:lnTo>
                  <a:lnTo>
                    <a:pt x="1438689" y="1498754"/>
                  </a:lnTo>
                  <a:lnTo>
                    <a:pt x="518970" y="579039"/>
                  </a:lnTo>
                  <a:lnTo>
                    <a:pt x="518970" y="419183"/>
                  </a:lnTo>
                  <a:lnTo>
                    <a:pt x="120428" y="18447"/>
                  </a:lnTo>
                  <a:lnTo>
                    <a:pt x="135757" y="3119"/>
                  </a:lnTo>
                  <a:lnTo>
                    <a:pt x="543058" y="408234"/>
                  </a:lnTo>
                  <a:lnTo>
                    <a:pt x="543058" y="570280"/>
                  </a:lnTo>
                  <a:lnTo>
                    <a:pt x="1471536" y="1498754"/>
                  </a:lnTo>
                  <a:lnTo>
                    <a:pt x="1768915" y="1498754"/>
                  </a:lnTo>
                  <a:lnTo>
                    <a:pt x="1775925" y="1481232"/>
                  </a:lnTo>
                  <a:cubicBezTo>
                    <a:pt x="1784136" y="1473021"/>
                    <a:pt x="1795632" y="1468094"/>
                    <a:pt x="1808770" y="1468094"/>
                  </a:cubicBezTo>
                  <a:cubicBezTo>
                    <a:pt x="1835048" y="1468094"/>
                    <a:pt x="1854757" y="1487802"/>
                    <a:pt x="1854757" y="1514081"/>
                  </a:cubicBezTo>
                  <a:lnTo>
                    <a:pt x="1848826" y="1528908"/>
                  </a:lnTo>
                  <a:lnTo>
                    <a:pt x="2121919" y="1811893"/>
                  </a:lnTo>
                  <a:lnTo>
                    <a:pt x="2441632" y="1811893"/>
                  </a:lnTo>
                  <a:lnTo>
                    <a:pt x="2450392" y="1789997"/>
                  </a:lnTo>
                  <a:cubicBezTo>
                    <a:pt x="2458603" y="1781785"/>
                    <a:pt x="2470100" y="1776857"/>
                    <a:pt x="2483240" y="1776857"/>
                  </a:cubicBezTo>
                  <a:cubicBezTo>
                    <a:pt x="2509516" y="1776857"/>
                    <a:pt x="2529224" y="1796566"/>
                    <a:pt x="2529224" y="1822844"/>
                  </a:cubicBezTo>
                  <a:cubicBezTo>
                    <a:pt x="2529224" y="1849122"/>
                    <a:pt x="2509516" y="1868829"/>
                    <a:pt x="2483240" y="1868829"/>
                  </a:cubicBezTo>
                  <a:cubicBezTo>
                    <a:pt x="2470100" y="1868829"/>
                    <a:pt x="2458603" y="1863902"/>
                    <a:pt x="2450392" y="1855690"/>
                  </a:cubicBezTo>
                  <a:lnTo>
                    <a:pt x="2441632" y="1833791"/>
                  </a:lnTo>
                  <a:lnTo>
                    <a:pt x="2113162" y="1833791"/>
                  </a:lnTo>
                  <a:lnTo>
                    <a:pt x="1834962" y="1549590"/>
                  </a:lnTo>
                  <a:lnTo>
                    <a:pt x="1808770" y="1560065"/>
                  </a:lnTo>
                  <a:cubicBezTo>
                    <a:pt x="1795632" y="1560065"/>
                    <a:pt x="1784136" y="1554591"/>
                    <a:pt x="1775925" y="1546106"/>
                  </a:cubicBezTo>
                  <a:lnTo>
                    <a:pt x="1766379" y="1522840"/>
                  </a:lnTo>
                  <a:lnTo>
                    <a:pt x="1495622" y="1522840"/>
                  </a:lnTo>
                  <a:lnTo>
                    <a:pt x="1565696" y="1592913"/>
                  </a:lnTo>
                  <a:lnTo>
                    <a:pt x="1780297" y="1592913"/>
                  </a:lnTo>
                  <a:lnTo>
                    <a:pt x="2185418" y="1998028"/>
                  </a:lnTo>
                  <a:lnTo>
                    <a:pt x="2768005" y="1998028"/>
                  </a:lnTo>
                  <a:lnTo>
                    <a:pt x="2769527" y="1990706"/>
                  </a:lnTo>
                  <a:cubicBezTo>
                    <a:pt x="2776817" y="1974077"/>
                    <a:pt x="2793648" y="1962991"/>
                    <a:pt x="2811715" y="1962991"/>
                  </a:cubicBezTo>
                  <a:cubicBezTo>
                    <a:pt x="2837993" y="1962991"/>
                    <a:pt x="2857702" y="1984888"/>
                    <a:pt x="2857702" y="2008978"/>
                  </a:cubicBezTo>
                  <a:lnTo>
                    <a:pt x="2848945" y="2030873"/>
                  </a:lnTo>
                  <a:lnTo>
                    <a:pt x="2975956" y="2157822"/>
                  </a:lnTo>
                  <a:lnTo>
                    <a:pt x="3462080" y="2157822"/>
                  </a:lnTo>
                  <a:lnTo>
                    <a:pt x="3124849" y="1820653"/>
                  </a:lnTo>
                  <a:lnTo>
                    <a:pt x="2621189" y="1820653"/>
                  </a:lnTo>
                  <a:lnTo>
                    <a:pt x="2202932" y="1404589"/>
                  </a:lnTo>
                  <a:lnTo>
                    <a:pt x="2045258" y="1404589"/>
                  </a:lnTo>
                  <a:lnTo>
                    <a:pt x="1276637" y="638159"/>
                  </a:lnTo>
                  <a:lnTo>
                    <a:pt x="1276637" y="517721"/>
                  </a:lnTo>
                  <a:lnTo>
                    <a:pt x="983202" y="222096"/>
                  </a:lnTo>
                  <a:lnTo>
                    <a:pt x="994151" y="211146"/>
                  </a:lnTo>
                  <a:lnTo>
                    <a:pt x="1294155" y="511150"/>
                  </a:lnTo>
                  <a:lnTo>
                    <a:pt x="1294155" y="631590"/>
                  </a:lnTo>
                  <a:lnTo>
                    <a:pt x="2051829" y="1387071"/>
                  </a:lnTo>
                  <a:lnTo>
                    <a:pt x="2211688" y="1387071"/>
                  </a:lnTo>
                  <a:lnTo>
                    <a:pt x="2627758" y="1805325"/>
                  </a:lnTo>
                  <a:lnTo>
                    <a:pt x="3109520" y="1805325"/>
                  </a:lnTo>
                  <a:lnTo>
                    <a:pt x="3059154" y="1754960"/>
                  </a:lnTo>
                  <a:lnTo>
                    <a:pt x="3059154" y="1562258"/>
                  </a:lnTo>
                  <a:lnTo>
                    <a:pt x="2694204" y="1197307"/>
                  </a:lnTo>
                  <a:lnTo>
                    <a:pt x="2674843" y="1205320"/>
                  </a:lnTo>
                  <a:cubicBezTo>
                    <a:pt x="2663346" y="1205320"/>
                    <a:pt x="2651848" y="1200938"/>
                    <a:pt x="2643089" y="1192179"/>
                  </a:cubicBezTo>
                  <a:lnTo>
                    <a:pt x="2636748" y="1176852"/>
                  </a:lnTo>
                  <a:lnTo>
                    <a:pt x="2027893" y="1176852"/>
                  </a:lnTo>
                  <a:lnTo>
                    <a:pt x="2023363" y="1187800"/>
                  </a:lnTo>
                  <a:cubicBezTo>
                    <a:pt x="2003656" y="1205320"/>
                    <a:pt x="1975188" y="1205320"/>
                    <a:pt x="1957669" y="1187800"/>
                  </a:cubicBezTo>
                  <a:cubicBezTo>
                    <a:pt x="1948909" y="1179041"/>
                    <a:pt x="1944529" y="1167545"/>
                    <a:pt x="1944529" y="1156047"/>
                  </a:cubicBezTo>
                  <a:lnTo>
                    <a:pt x="1947414" y="1149078"/>
                  </a:lnTo>
                  <a:close/>
                </a:path>
              </a:pathLst>
            </a:custGeom>
            <a:gradFill>
              <a:gsLst>
                <a:gs pos="100000">
                  <a:schemeClr val="accent5">
                    <a:alpha val="14000"/>
                  </a:schemeClr>
                </a:gs>
                <a:gs pos="0">
                  <a:schemeClr val="accent6">
                    <a:alpha val="14000"/>
                  </a:schemeClr>
                </a:gs>
              </a:gsLst>
              <a:path path="circle">
                <a:fillToRect l="50000" t="50000" r="50000" b="50000"/>
              </a:path>
            </a:gradFill>
            <a:ln w="217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9B6A934-D4EB-CB83-18FA-0CF49BA1A098}"/>
                </a:ext>
              </a:extLst>
            </p:cNvPr>
            <p:cNvGrpSpPr/>
            <p:nvPr userDrawn="1"/>
          </p:nvGrpSpPr>
          <p:grpSpPr>
            <a:xfrm>
              <a:off x="10232571" y="1"/>
              <a:ext cx="1959428" cy="853374"/>
              <a:chOff x="8306266" y="1"/>
              <a:chExt cx="3885734" cy="1692321"/>
            </a:xfrm>
          </p:grpSpPr>
          <p:sp>
            <p:nvSpPr>
              <p:cNvPr id="4" name="Graphic 3">
                <a:extLst>
                  <a:ext uri="{FF2B5EF4-FFF2-40B4-BE49-F238E27FC236}">
                    <a16:creationId xmlns:a16="http://schemas.microsoft.com/office/drawing/2014/main" id="{6EFCA912-B247-C391-B63D-BD35C69278BF}"/>
                  </a:ext>
                </a:extLst>
              </p:cNvPr>
              <p:cNvSpPr/>
              <p:nvPr userDrawn="1"/>
            </p:nvSpPr>
            <p:spPr>
              <a:xfrm>
                <a:off x="8306266" y="1"/>
                <a:ext cx="3885733" cy="1692321"/>
              </a:xfrm>
              <a:custGeom>
                <a:avLst/>
                <a:gdLst>
                  <a:gd name="connsiteX0" fmla="*/ 12183941 w 12183940"/>
                  <a:gd name="connsiteY0" fmla="*/ 5306369 h 5306369"/>
                  <a:gd name="connsiteX1" fmla="*/ 12183941 w 12183940"/>
                  <a:gd name="connsiteY1" fmla="*/ 0 h 5306369"/>
                  <a:gd name="connsiteX2" fmla="*/ 0 w 12183940"/>
                  <a:gd name="connsiteY2" fmla="*/ 0 h 5306369"/>
                  <a:gd name="connsiteX3" fmla="*/ 3181265 w 12183940"/>
                  <a:gd name="connsiteY3" fmla="*/ 2381367 h 5306369"/>
                  <a:gd name="connsiteX4" fmla="*/ 5592971 w 12183940"/>
                  <a:gd name="connsiteY4" fmla="*/ 3491121 h 5306369"/>
                  <a:gd name="connsiteX5" fmla="*/ 7986197 w 12183940"/>
                  <a:gd name="connsiteY5" fmla="*/ 3182189 h 5306369"/>
                  <a:gd name="connsiteX6" fmla="*/ 10080654 w 12183940"/>
                  <a:gd name="connsiteY6" fmla="*/ 3798206 h 5306369"/>
                  <a:gd name="connsiteX7" fmla="*/ 12183889 w 12183940"/>
                  <a:gd name="connsiteY7" fmla="*/ 5306369 h 5306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83940" h="5306369">
                    <a:moveTo>
                      <a:pt x="12183941" y="5306369"/>
                    </a:moveTo>
                    <a:lnTo>
                      <a:pt x="12183941" y="0"/>
                    </a:lnTo>
                    <a:lnTo>
                      <a:pt x="0" y="0"/>
                    </a:lnTo>
                    <a:cubicBezTo>
                      <a:pt x="1235781" y="1060319"/>
                      <a:pt x="2343277" y="1839067"/>
                      <a:pt x="3181265" y="2381367"/>
                    </a:cubicBezTo>
                    <a:cubicBezTo>
                      <a:pt x="4660886" y="3338862"/>
                      <a:pt x="5152314" y="3463298"/>
                      <a:pt x="5592971" y="3491121"/>
                    </a:cubicBezTo>
                    <a:cubicBezTo>
                      <a:pt x="6567356" y="3552620"/>
                      <a:pt x="6822232" y="3112014"/>
                      <a:pt x="7986197" y="3182189"/>
                    </a:cubicBezTo>
                    <a:cubicBezTo>
                      <a:pt x="8896002" y="3237066"/>
                      <a:pt x="9569975" y="3556317"/>
                      <a:pt x="10080654" y="3798206"/>
                    </a:cubicBezTo>
                    <a:cubicBezTo>
                      <a:pt x="10996619" y="4232087"/>
                      <a:pt x="11687739" y="4797642"/>
                      <a:pt x="12183889" y="530636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5"/>
                  </a:gs>
                  <a:gs pos="100000">
                    <a:schemeClr val="accent6"/>
                  </a:gs>
                </a:gsLst>
                <a:lin ang="18900000" scaled="1"/>
                <a:tileRect/>
              </a:gradFill>
              <a:ln w="51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5" name="Graphic 3">
                <a:extLst>
                  <a:ext uri="{FF2B5EF4-FFF2-40B4-BE49-F238E27FC236}">
                    <a16:creationId xmlns:a16="http://schemas.microsoft.com/office/drawing/2014/main" id="{7C1FB4A0-D24F-A344-3177-B5749E31AA9F}"/>
                  </a:ext>
                </a:extLst>
              </p:cNvPr>
              <p:cNvSpPr/>
              <p:nvPr userDrawn="1"/>
            </p:nvSpPr>
            <p:spPr>
              <a:xfrm>
                <a:off x="8439150" y="1"/>
                <a:ext cx="3752850" cy="1498599"/>
              </a:xfrm>
              <a:custGeom>
                <a:avLst/>
                <a:gdLst>
                  <a:gd name="connsiteX0" fmla="*/ 12183941 w 12183940"/>
                  <a:gd name="connsiteY0" fmla="*/ 5306369 h 5306369"/>
                  <a:gd name="connsiteX1" fmla="*/ 12183941 w 12183940"/>
                  <a:gd name="connsiteY1" fmla="*/ 0 h 5306369"/>
                  <a:gd name="connsiteX2" fmla="*/ 0 w 12183940"/>
                  <a:gd name="connsiteY2" fmla="*/ 0 h 5306369"/>
                  <a:gd name="connsiteX3" fmla="*/ 3181265 w 12183940"/>
                  <a:gd name="connsiteY3" fmla="*/ 2381367 h 5306369"/>
                  <a:gd name="connsiteX4" fmla="*/ 5592971 w 12183940"/>
                  <a:gd name="connsiteY4" fmla="*/ 3491121 h 5306369"/>
                  <a:gd name="connsiteX5" fmla="*/ 7986197 w 12183940"/>
                  <a:gd name="connsiteY5" fmla="*/ 3182189 h 5306369"/>
                  <a:gd name="connsiteX6" fmla="*/ 10080654 w 12183940"/>
                  <a:gd name="connsiteY6" fmla="*/ 3798206 h 5306369"/>
                  <a:gd name="connsiteX7" fmla="*/ 12183889 w 12183940"/>
                  <a:gd name="connsiteY7" fmla="*/ 5306369 h 5306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83940" h="5306369">
                    <a:moveTo>
                      <a:pt x="12183941" y="5306369"/>
                    </a:moveTo>
                    <a:lnTo>
                      <a:pt x="12183941" y="0"/>
                    </a:lnTo>
                    <a:lnTo>
                      <a:pt x="0" y="0"/>
                    </a:lnTo>
                    <a:cubicBezTo>
                      <a:pt x="1235781" y="1060319"/>
                      <a:pt x="2343277" y="1839067"/>
                      <a:pt x="3181265" y="2381367"/>
                    </a:cubicBezTo>
                    <a:cubicBezTo>
                      <a:pt x="4660886" y="3338862"/>
                      <a:pt x="5152314" y="3463298"/>
                      <a:pt x="5592971" y="3491121"/>
                    </a:cubicBezTo>
                    <a:cubicBezTo>
                      <a:pt x="6567356" y="3552620"/>
                      <a:pt x="6822232" y="3112014"/>
                      <a:pt x="7986197" y="3182189"/>
                    </a:cubicBezTo>
                    <a:cubicBezTo>
                      <a:pt x="8896002" y="3237066"/>
                      <a:pt x="9569975" y="3556317"/>
                      <a:pt x="10080654" y="3798206"/>
                    </a:cubicBezTo>
                    <a:cubicBezTo>
                      <a:pt x="10996619" y="4232087"/>
                      <a:pt x="11687739" y="4797642"/>
                      <a:pt x="12183889" y="530636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5"/>
                  </a:gs>
                  <a:gs pos="100000">
                    <a:schemeClr val="accent6"/>
                  </a:gs>
                </a:gsLst>
                <a:lin ang="8100000" scaled="1"/>
                <a:tileRect/>
              </a:gradFill>
              <a:ln w="51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C6B66E0-73F2-176D-65B8-86EBA9F05CE1}"/>
                </a:ext>
              </a:extLst>
            </p:cNvPr>
            <p:cNvGrpSpPr/>
            <p:nvPr userDrawn="1"/>
          </p:nvGrpSpPr>
          <p:grpSpPr>
            <a:xfrm flipH="1" flipV="1">
              <a:off x="0" y="6012016"/>
              <a:ext cx="1942458" cy="845983"/>
              <a:chOff x="8306266" y="1"/>
              <a:chExt cx="3885734" cy="1692321"/>
            </a:xfrm>
          </p:grpSpPr>
          <p:sp>
            <p:nvSpPr>
              <p:cNvPr id="9" name="Graphic 3">
                <a:extLst>
                  <a:ext uri="{FF2B5EF4-FFF2-40B4-BE49-F238E27FC236}">
                    <a16:creationId xmlns:a16="http://schemas.microsoft.com/office/drawing/2014/main" id="{A47D078F-7737-A41D-B651-684B001AA55E}"/>
                  </a:ext>
                </a:extLst>
              </p:cNvPr>
              <p:cNvSpPr/>
              <p:nvPr userDrawn="1"/>
            </p:nvSpPr>
            <p:spPr>
              <a:xfrm>
                <a:off x="8306266" y="1"/>
                <a:ext cx="3885733" cy="1692321"/>
              </a:xfrm>
              <a:custGeom>
                <a:avLst/>
                <a:gdLst>
                  <a:gd name="connsiteX0" fmla="*/ 12183941 w 12183940"/>
                  <a:gd name="connsiteY0" fmla="*/ 5306369 h 5306369"/>
                  <a:gd name="connsiteX1" fmla="*/ 12183941 w 12183940"/>
                  <a:gd name="connsiteY1" fmla="*/ 0 h 5306369"/>
                  <a:gd name="connsiteX2" fmla="*/ 0 w 12183940"/>
                  <a:gd name="connsiteY2" fmla="*/ 0 h 5306369"/>
                  <a:gd name="connsiteX3" fmla="*/ 3181265 w 12183940"/>
                  <a:gd name="connsiteY3" fmla="*/ 2381367 h 5306369"/>
                  <a:gd name="connsiteX4" fmla="*/ 5592971 w 12183940"/>
                  <a:gd name="connsiteY4" fmla="*/ 3491121 h 5306369"/>
                  <a:gd name="connsiteX5" fmla="*/ 7986197 w 12183940"/>
                  <a:gd name="connsiteY5" fmla="*/ 3182189 h 5306369"/>
                  <a:gd name="connsiteX6" fmla="*/ 10080654 w 12183940"/>
                  <a:gd name="connsiteY6" fmla="*/ 3798206 h 5306369"/>
                  <a:gd name="connsiteX7" fmla="*/ 12183889 w 12183940"/>
                  <a:gd name="connsiteY7" fmla="*/ 5306369 h 5306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83940" h="5306369">
                    <a:moveTo>
                      <a:pt x="12183941" y="5306369"/>
                    </a:moveTo>
                    <a:lnTo>
                      <a:pt x="12183941" y="0"/>
                    </a:lnTo>
                    <a:lnTo>
                      <a:pt x="0" y="0"/>
                    </a:lnTo>
                    <a:cubicBezTo>
                      <a:pt x="1235781" y="1060319"/>
                      <a:pt x="2343277" y="1839067"/>
                      <a:pt x="3181265" y="2381367"/>
                    </a:cubicBezTo>
                    <a:cubicBezTo>
                      <a:pt x="4660886" y="3338862"/>
                      <a:pt x="5152314" y="3463298"/>
                      <a:pt x="5592971" y="3491121"/>
                    </a:cubicBezTo>
                    <a:cubicBezTo>
                      <a:pt x="6567356" y="3552620"/>
                      <a:pt x="6822232" y="3112014"/>
                      <a:pt x="7986197" y="3182189"/>
                    </a:cubicBezTo>
                    <a:cubicBezTo>
                      <a:pt x="8896002" y="3237066"/>
                      <a:pt x="9569975" y="3556317"/>
                      <a:pt x="10080654" y="3798206"/>
                    </a:cubicBezTo>
                    <a:cubicBezTo>
                      <a:pt x="10996619" y="4232087"/>
                      <a:pt x="11687739" y="4797642"/>
                      <a:pt x="12183889" y="530636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5"/>
                  </a:gs>
                  <a:gs pos="100000">
                    <a:schemeClr val="accent6"/>
                  </a:gs>
                </a:gsLst>
                <a:lin ang="18900000" scaled="1"/>
                <a:tileRect/>
              </a:gradFill>
              <a:ln w="51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0" name="Graphic 3">
                <a:extLst>
                  <a:ext uri="{FF2B5EF4-FFF2-40B4-BE49-F238E27FC236}">
                    <a16:creationId xmlns:a16="http://schemas.microsoft.com/office/drawing/2014/main" id="{CB123EEA-8509-7BA6-9670-479B6286F21A}"/>
                  </a:ext>
                </a:extLst>
              </p:cNvPr>
              <p:cNvSpPr/>
              <p:nvPr userDrawn="1"/>
            </p:nvSpPr>
            <p:spPr>
              <a:xfrm>
                <a:off x="8439150" y="1"/>
                <a:ext cx="3752850" cy="1498599"/>
              </a:xfrm>
              <a:custGeom>
                <a:avLst/>
                <a:gdLst>
                  <a:gd name="connsiteX0" fmla="*/ 12183941 w 12183940"/>
                  <a:gd name="connsiteY0" fmla="*/ 5306369 h 5306369"/>
                  <a:gd name="connsiteX1" fmla="*/ 12183941 w 12183940"/>
                  <a:gd name="connsiteY1" fmla="*/ 0 h 5306369"/>
                  <a:gd name="connsiteX2" fmla="*/ 0 w 12183940"/>
                  <a:gd name="connsiteY2" fmla="*/ 0 h 5306369"/>
                  <a:gd name="connsiteX3" fmla="*/ 3181265 w 12183940"/>
                  <a:gd name="connsiteY3" fmla="*/ 2381367 h 5306369"/>
                  <a:gd name="connsiteX4" fmla="*/ 5592971 w 12183940"/>
                  <a:gd name="connsiteY4" fmla="*/ 3491121 h 5306369"/>
                  <a:gd name="connsiteX5" fmla="*/ 7986197 w 12183940"/>
                  <a:gd name="connsiteY5" fmla="*/ 3182189 h 5306369"/>
                  <a:gd name="connsiteX6" fmla="*/ 10080654 w 12183940"/>
                  <a:gd name="connsiteY6" fmla="*/ 3798206 h 5306369"/>
                  <a:gd name="connsiteX7" fmla="*/ 12183889 w 12183940"/>
                  <a:gd name="connsiteY7" fmla="*/ 5306369 h 5306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83940" h="5306369">
                    <a:moveTo>
                      <a:pt x="12183941" y="5306369"/>
                    </a:moveTo>
                    <a:lnTo>
                      <a:pt x="12183941" y="0"/>
                    </a:lnTo>
                    <a:lnTo>
                      <a:pt x="0" y="0"/>
                    </a:lnTo>
                    <a:cubicBezTo>
                      <a:pt x="1235781" y="1060319"/>
                      <a:pt x="2343277" y="1839067"/>
                      <a:pt x="3181265" y="2381367"/>
                    </a:cubicBezTo>
                    <a:cubicBezTo>
                      <a:pt x="4660886" y="3338862"/>
                      <a:pt x="5152314" y="3463298"/>
                      <a:pt x="5592971" y="3491121"/>
                    </a:cubicBezTo>
                    <a:cubicBezTo>
                      <a:pt x="6567356" y="3552620"/>
                      <a:pt x="6822232" y="3112014"/>
                      <a:pt x="7986197" y="3182189"/>
                    </a:cubicBezTo>
                    <a:cubicBezTo>
                      <a:pt x="8896002" y="3237066"/>
                      <a:pt x="9569975" y="3556317"/>
                      <a:pt x="10080654" y="3798206"/>
                    </a:cubicBezTo>
                    <a:cubicBezTo>
                      <a:pt x="10996619" y="4232087"/>
                      <a:pt x="11687739" y="4797642"/>
                      <a:pt x="12183889" y="530636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5"/>
                  </a:gs>
                  <a:gs pos="100000">
                    <a:schemeClr val="accent6"/>
                  </a:gs>
                </a:gsLst>
                <a:lin ang="8100000" scaled="1"/>
                <a:tileRect/>
              </a:gradFill>
              <a:ln w="51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4322487C-F08F-198A-D7E2-9DBC9F7FE484}"/>
                </a:ext>
              </a:extLst>
            </p:cNvPr>
            <p:cNvGrpSpPr/>
            <p:nvPr userDrawn="1"/>
          </p:nvGrpSpPr>
          <p:grpSpPr>
            <a:xfrm flipV="1">
              <a:off x="0" y="5180976"/>
              <a:ext cx="1785257" cy="1677024"/>
              <a:chOff x="0" y="0"/>
              <a:chExt cx="2620521" cy="2461650"/>
            </a:xfrm>
          </p:grpSpPr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AFFF9953-A091-9333-156F-2879CA68BCF3}"/>
                  </a:ext>
                </a:extLst>
              </p:cNvPr>
              <p:cNvSpPr/>
              <p:nvPr/>
            </p:nvSpPr>
            <p:spPr>
              <a:xfrm flipH="1">
                <a:off x="1" y="1420008"/>
                <a:ext cx="550337" cy="379814"/>
              </a:xfrm>
              <a:custGeom>
                <a:avLst/>
                <a:gdLst>
                  <a:gd name="connsiteX0" fmla="*/ 641002 w 641002"/>
                  <a:gd name="connsiteY0" fmla="*/ 0 h 442386"/>
                  <a:gd name="connsiteX1" fmla="*/ 641002 w 641002"/>
                  <a:gd name="connsiteY1" fmla="*/ 37469 h 442386"/>
                  <a:gd name="connsiteX2" fmla="*/ 226860 w 641002"/>
                  <a:gd name="connsiteY2" fmla="*/ 442386 h 442386"/>
                  <a:gd name="connsiteX3" fmla="*/ 0 w 641002"/>
                  <a:gd name="connsiteY3" fmla="*/ 442386 h 442386"/>
                  <a:gd name="connsiteX4" fmla="*/ 0 w 641002"/>
                  <a:gd name="connsiteY4" fmla="*/ 415598 h 442386"/>
                  <a:gd name="connsiteX5" fmla="*/ 215953 w 641002"/>
                  <a:gd name="connsiteY5" fmla="*/ 415598 h 442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1002" h="442386">
                    <a:moveTo>
                      <a:pt x="641002" y="0"/>
                    </a:moveTo>
                    <a:lnTo>
                      <a:pt x="641002" y="37469"/>
                    </a:lnTo>
                    <a:lnTo>
                      <a:pt x="226860" y="442386"/>
                    </a:lnTo>
                    <a:lnTo>
                      <a:pt x="0" y="442386"/>
                    </a:lnTo>
                    <a:lnTo>
                      <a:pt x="0" y="415598"/>
                    </a:lnTo>
                    <a:lnTo>
                      <a:pt x="215953" y="41559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74604D7-67C4-398F-C6B8-829D78652C75}"/>
                  </a:ext>
                </a:extLst>
              </p:cNvPr>
              <p:cNvSpPr/>
              <p:nvPr/>
            </p:nvSpPr>
            <p:spPr>
              <a:xfrm flipH="1">
                <a:off x="1" y="1213277"/>
                <a:ext cx="1222019" cy="704828"/>
              </a:xfrm>
              <a:custGeom>
                <a:avLst/>
                <a:gdLst>
                  <a:gd name="connsiteX0" fmla="*/ 1423340 w 1423340"/>
                  <a:gd name="connsiteY0" fmla="*/ 0 h 820944"/>
                  <a:gd name="connsiteX1" fmla="*/ 1423340 w 1423340"/>
                  <a:gd name="connsiteY1" fmla="*/ 37887 h 820944"/>
                  <a:gd name="connsiteX2" fmla="*/ 1048654 w 1423340"/>
                  <a:gd name="connsiteY2" fmla="*/ 412573 h 820944"/>
                  <a:gd name="connsiteX3" fmla="*/ 559535 w 1423340"/>
                  <a:gd name="connsiteY3" fmla="*/ 412573 h 820944"/>
                  <a:gd name="connsiteX4" fmla="*/ 559535 w 1423340"/>
                  <a:gd name="connsiteY4" fmla="*/ 820944 h 820944"/>
                  <a:gd name="connsiteX5" fmla="*/ 0 w 1423340"/>
                  <a:gd name="connsiteY5" fmla="*/ 820944 h 820944"/>
                  <a:gd name="connsiteX6" fmla="*/ 0 w 1423340"/>
                  <a:gd name="connsiteY6" fmla="*/ 794155 h 820944"/>
                  <a:gd name="connsiteX7" fmla="*/ 532746 w 1423340"/>
                  <a:gd name="connsiteY7" fmla="*/ 794155 h 820944"/>
                  <a:gd name="connsiteX8" fmla="*/ 532746 w 1423340"/>
                  <a:gd name="connsiteY8" fmla="*/ 385785 h 820944"/>
                  <a:gd name="connsiteX9" fmla="*/ 1037556 w 1423340"/>
                  <a:gd name="connsiteY9" fmla="*/ 385785 h 820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23340" h="820944">
                    <a:moveTo>
                      <a:pt x="1423340" y="0"/>
                    </a:moveTo>
                    <a:lnTo>
                      <a:pt x="1423340" y="37887"/>
                    </a:lnTo>
                    <a:lnTo>
                      <a:pt x="1048654" y="412573"/>
                    </a:lnTo>
                    <a:lnTo>
                      <a:pt x="559535" y="412573"/>
                    </a:lnTo>
                    <a:lnTo>
                      <a:pt x="559535" y="820944"/>
                    </a:lnTo>
                    <a:lnTo>
                      <a:pt x="0" y="820944"/>
                    </a:lnTo>
                    <a:lnTo>
                      <a:pt x="0" y="794155"/>
                    </a:lnTo>
                    <a:lnTo>
                      <a:pt x="532746" y="794155"/>
                    </a:lnTo>
                    <a:lnTo>
                      <a:pt x="532746" y="385785"/>
                    </a:lnTo>
                    <a:lnTo>
                      <a:pt x="1037556" y="38578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59D07AA1-88FE-6F65-20D5-BEE7E2DAC318}"/>
                  </a:ext>
                </a:extLst>
              </p:cNvPr>
              <p:cNvSpPr/>
              <p:nvPr/>
            </p:nvSpPr>
            <p:spPr>
              <a:xfrm flipH="1">
                <a:off x="0" y="1044329"/>
                <a:ext cx="689747" cy="383756"/>
              </a:xfrm>
              <a:custGeom>
                <a:avLst/>
                <a:gdLst>
                  <a:gd name="connsiteX0" fmla="*/ 803379 w 803379"/>
                  <a:gd name="connsiteY0" fmla="*/ 0 h 446978"/>
                  <a:gd name="connsiteX1" fmla="*/ 803379 w 803379"/>
                  <a:gd name="connsiteY1" fmla="*/ 37812 h 446978"/>
                  <a:gd name="connsiteX2" fmla="*/ 394250 w 803379"/>
                  <a:gd name="connsiteY2" fmla="*/ 446978 h 446978"/>
                  <a:gd name="connsiteX3" fmla="*/ 0 w 803379"/>
                  <a:gd name="connsiteY3" fmla="*/ 446978 h 446978"/>
                  <a:gd name="connsiteX4" fmla="*/ 0 w 803379"/>
                  <a:gd name="connsiteY4" fmla="*/ 420189 h 446978"/>
                  <a:gd name="connsiteX5" fmla="*/ 383152 w 803379"/>
                  <a:gd name="connsiteY5" fmla="*/ 420189 h 446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03379" h="446978">
                    <a:moveTo>
                      <a:pt x="803379" y="0"/>
                    </a:moveTo>
                    <a:lnTo>
                      <a:pt x="803379" y="37812"/>
                    </a:lnTo>
                    <a:lnTo>
                      <a:pt x="394250" y="446978"/>
                    </a:lnTo>
                    <a:lnTo>
                      <a:pt x="0" y="446978"/>
                    </a:lnTo>
                    <a:lnTo>
                      <a:pt x="0" y="420189"/>
                    </a:lnTo>
                    <a:lnTo>
                      <a:pt x="383152" y="420189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30BB123F-06CC-2436-148E-7D0340FD3ACB}"/>
                  </a:ext>
                </a:extLst>
              </p:cNvPr>
              <p:cNvSpPr/>
              <p:nvPr/>
            </p:nvSpPr>
            <p:spPr>
              <a:xfrm flipH="1">
                <a:off x="0" y="822024"/>
                <a:ext cx="1230168" cy="849888"/>
              </a:xfrm>
              <a:custGeom>
                <a:avLst/>
                <a:gdLst>
                  <a:gd name="connsiteX0" fmla="*/ 1432831 w 1432831"/>
                  <a:gd name="connsiteY0" fmla="*/ 0 h 989902"/>
                  <a:gd name="connsiteX1" fmla="*/ 1432831 w 1432831"/>
                  <a:gd name="connsiteY1" fmla="*/ 37886 h 989902"/>
                  <a:gd name="connsiteX2" fmla="*/ 991709 w 1432831"/>
                  <a:gd name="connsiteY2" fmla="*/ 479008 h 989902"/>
                  <a:gd name="connsiteX3" fmla="*/ 529876 w 1432831"/>
                  <a:gd name="connsiteY3" fmla="*/ 479008 h 989902"/>
                  <a:gd name="connsiteX4" fmla="*/ 18943 w 1432831"/>
                  <a:gd name="connsiteY4" fmla="*/ 989902 h 989902"/>
                  <a:gd name="connsiteX5" fmla="*/ 0 w 1432831"/>
                  <a:gd name="connsiteY5" fmla="*/ 970959 h 989902"/>
                  <a:gd name="connsiteX6" fmla="*/ 518778 w 1432831"/>
                  <a:gd name="connsiteY6" fmla="*/ 452220 h 989902"/>
                  <a:gd name="connsiteX7" fmla="*/ 980611 w 1432831"/>
                  <a:gd name="connsiteY7" fmla="*/ 452220 h 989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32831" h="989902">
                    <a:moveTo>
                      <a:pt x="1432831" y="0"/>
                    </a:moveTo>
                    <a:lnTo>
                      <a:pt x="1432831" y="37886"/>
                    </a:lnTo>
                    <a:lnTo>
                      <a:pt x="991709" y="479008"/>
                    </a:lnTo>
                    <a:lnTo>
                      <a:pt x="529876" y="479008"/>
                    </a:lnTo>
                    <a:lnTo>
                      <a:pt x="18943" y="989902"/>
                    </a:lnTo>
                    <a:lnTo>
                      <a:pt x="0" y="970959"/>
                    </a:lnTo>
                    <a:lnTo>
                      <a:pt x="518778" y="452220"/>
                    </a:lnTo>
                    <a:lnTo>
                      <a:pt x="980611" y="45222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539FCC13-611C-6D70-69A2-C66FB30AE72B}"/>
                  </a:ext>
                </a:extLst>
              </p:cNvPr>
              <p:cNvSpPr/>
              <p:nvPr/>
            </p:nvSpPr>
            <p:spPr>
              <a:xfrm flipH="1">
                <a:off x="1" y="611285"/>
                <a:ext cx="604846" cy="447169"/>
              </a:xfrm>
              <a:custGeom>
                <a:avLst/>
                <a:gdLst>
                  <a:gd name="connsiteX0" fmla="*/ 704491 w 704491"/>
                  <a:gd name="connsiteY0" fmla="*/ 0 h 520837"/>
                  <a:gd name="connsiteX1" fmla="*/ 704491 w 704491"/>
                  <a:gd name="connsiteY1" fmla="*/ 37887 h 520837"/>
                  <a:gd name="connsiteX2" fmla="*/ 221540 w 704491"/>
                  <a:gd name="connsiteY2" fmla="*/ 520837 h 520837"/>
                  <a:gd name="connsiteX3" fmla="*/ 0 w 704491"/>
                  <a:gd name="connsiteY3" fmla="*/ 520837 h 520837"/>
                  <a:gd name="connsiteX4" fmla="*/ 0 w 704491"/>
                  <a:gd name="connsiteY4" fmla="*/ 494049 h 520837"/>
                  <a:gd name="connsiteX5" fmla="*/ 210443 w 704491"/>
                  <a:gd name="connsiteY5" fmla="*/ 494049 h 520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4491" h="520837">
                    <a:moveTo>
                      <a:pt x="704491" y="0"/>
                    </a:moveTo>
                    <a:lnTo>
                      <a:pt x="704491" y="37887"/>
                    </a:lnTo>
                    <a:lnTo>
                      <a:pt x="221540" y="520837"/>
                    </a:lnTo>
                    <a:lnTo>
                      <a:pt x="0" y="520837"/>
                    </a:lnTo>
                    <a:lnTo>
                      <a:pt x="0" y="494049"/>
                    </a:lnTo>
                    <a:lnTo>
                      <a:pt x="210443" y="494049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1F0E4E39-C7EE-73C8-2E1A-59263D7E29DB}"/>
                  </a:ext>
                </a:extLst>
              </p:cNvPr>
              <p:cNvSpPr/>
              <p:nvPr/>
            </p:nvSpPr>
            <p:spPr>
              <a:xfrm flipH="1">
                <a:off x="1" y="359012"/>
                <a:ext cx="1230168" cy="938042"/>
              </a:xfrm>
              <a:custGeom>
                <a:avLst/>
                <a:gdLst>
                  <a:gd name="connsiteX0" fmla="*/ 1432831 w 1432831"/>
                  <a:gd name="connsiteY0" fmla="*/ 0 h 1092579"/>
                  <a:gd name="connsiteX1" fmla="*/ 1432831 w 1432831"/>
                  <a:gd name="connsiteY1" fmla="*/ 37886 h 1092579"/>
                  <a:gd name="connsiteX2" fmla="*/ 886469 w 1432831"/>
                  <a:gd name="connsiteY2" fmla="*/ 584249 h 1092579"/>
                  <a:gd name="connsiteX3" fmla="*/ 527312 w 1432831"/>
                  <a:gd name="connsiteY3" fmla="*/ 584249 h 1092579"/>
                  <a:gd name="connsiteX4" fmla="*/ 18943 w 1432831"/>
                  <a:gd name="connsiteY4" fmla="*/ 1092579 h 1092579"/>
                  <a:gd name="connsiteX5" fmla="*/ 0 w 1432831"/>
                  <a:gd name="connsiteY5" fmla="*/ 1073636 h 1092579"/>
                  <a:gd name="connsiteX6" fmla="*/ 516214 w 1432831"/>
                  <a:gd name="connsiteY6" fmla="*/ 557460 h 1092579"/>
                  <a:gd name="connsiteX7" fmla="*/ 875371 w 1432831"/>
                  <a:gd name="connsiteY7" fmla="*/ 557460 h 1092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32831" h="1092579">
                    <a:moveTo>
                      <a:pt x="1432831" y="0"/>
                    </a:moveTo>
                    <a:lnTo>
                      <a:pt x="1432831" y="37886"/>
                    </a:lnTo>
                    <a:lnTo>
                      <a:pt x="886469" y="584249"/>
                    </a:lnTo>
                    <a:lnTo>
                      <a:pt x="527312" y="584249"/>
                    </a:lnTo>
                    <a:lnTo>
                      <a:pt x="18943" y="1092579"/>
                    </a:lnTo>
                    <a:lnTo>
                      <a:pt x="0" y="1073636"/>
                    </a:lnTo>
                    <a:lnTo>
                      <a:pt x="516214" y="557460"/>
                    </a:lnTo>
                    <a:lnTo>
                      <a:pt x="875371" y="55746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E5272E5E-3633-5C53-AAE1-5B32308D5CA6}"/>
                  </a:ext>
                </a:extLst>
              </p:cNvPr>
              <p:cNvSpPr/>
              <p:nvPr/>
            </p:nvSpPr>
            <p:spPr>
              <a:xfrm flipH="1">
                <a:off x="0" y="63798"/>
                <a:ext cx="900652" cy="752602"/>
              </a:xfrm>
              <a:custGeom>
                <a:avLst/>
                <a:gdLst>
                  <a:gd name="connsiteX0" fmla="*/ 1049029 w 1049029"/>
                  <a:gd name="connsiteY0" fmla="*/ 0 h 876589"/>
                  <a:gd name="connsiteX1" fmla="*/ 1049029 w 1049029"/>
                  <a:gd name="connsiteY1" fmla="*/ 37849 h 876589"/>
                  <a:gd name="connsiteX2" fmla="*/ 612002 w 1049029"/>
                  <a:gd name="connsiteY2" fmla="*/ 474876 h 876589"/>
                  <a:gd name="connsiteX3" fmla="*/ 420655 w 1049029"/>
                  <a:gd name="connsiteY3" fmla="*/ 474876 h 876589"/>
                  <a:gd name="connsiteX4" fmla="*/ 18943 w 1049029"/>
                  <a:gd name="connsiteY4" fmla="*/ 876589 h 876589"/>
                  <a:gd name="connsiteX5" fmla="*/ 0 w 1049029"/>
                  <a:gd name="connsiteY5" fmla="*/ 857645 h 876589"/>
                  <a:gd name="connsiteX6" fmla="*/ 409558 w 1049029"/>
                  <a:gd name="connsiteY6" fmla="*/ 448088 h 876589"/>
                  <a:gd name="connsiteX7" fmla="*/ 600904 w 1049029"/>
                  <a:gd name="connsiteY7" fmla="*/ 448088 h 876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49029" h="876589">
                    <a:moveTo>
                      <a:pt x="1049029" y="0"/>
                    </a:moveTo>
                    <a:lnTo>
                      <a:pt x="1049029" y="37849"/>
                    </a:lnTo>
                    <a:lnTo>
                      <a:pt x="612002" y="474876"/>
                    </a:lnTo>
                    <a:lnTo>
                      <a:pt x="420655" y="474876"/>
                    </a:lnTo>
                    <a:lnTo>
                      <a:pt x="18943" y="876589"/>
                    </a:lnTo>
                    <a:lnTo>
                      <a:pt x="0" y="857645"/>
                    </a:lnTo>
                    <a:lnTo>
                      <a:pt x="409558" y="448088"/>
                    </a:lnTo>
                    <a:lnTo>
                      <a:pt x="600904" y="44808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57A0EB33-EB22-611D-A29B-2582AEB121B1}"/>
                  </a:ext>
                </a:extLst>
              </p:cNvPr>
              <p:cNvSpPr/>
              <p:nvPr/>
            </p:nvSpPr>
            <p:spPr>
              <a:xfrm flipH="1">
                <a:off x="484805" y="0"/>
                <a:ext cx="935931" cy="1150614"/>
              </a:xfrm>
              <a:custGeom>
                <a:avLst/>
                <a:gdLst>
                  <a:gd name="connsiteX0" fmla="*/ 1052237 w 1090121"/>
                  <a:gd name="connsiteY0" fmla="*/ 0 h 1340171"/>
                  <a:gd name="connsiteX1" fmla="*/ 1090121 w 1090121"/>
                  <a:gd name="connsiteY1" fmla="*/ 0 h 1340171"/>
                  <a:gd name="connsiteX2" fmla="*/ 567380 w 1090121"/>
                  <a:gd name="connsiteY2" fmla="*/ 522741 h 1340171"/>
                  <a:gd name="connsiteX3" fmla="*/ 567380 w 1090121"/>
                  <a:gd name="connsiteY3" fmla="*/ 791735 h 1340171"/>
                  <a:gd name="connsiteX4" fmla="*/ 563476 w 1090121"/>
                  <a:gd name="connsiteY4" fmla="*/ 795639 h 1340171"/>
                  <a:gd name="connsiteX5" fmla="*/ 18943 w 1090121"/>
                  <a:gd name="connsiteY5" fmla="*/ 1340171 h 1340171"/>
                  <a:gd name="connsiteX6" fmla="*/ 0 w 1090121"/>
                  <a:gd name="connsiteY6" fmla="*/ 1321228 h 1340171"/>
                  <a:gd name="connsiteX7" fmla="*/ 540591 w 1090121"/>
                  <a:gd name="connsiteY7" fmla="*/ 780637 h 1340171"/>
                  <a:gd name="connsiteX8" fmla="*/ 540591 w 1090121"/>
                  <a:gd name="connsiteY8" fmla="*/ 511643 h 1340171"/>
                  <a:gd name="connsiteX9" fmla="*/ 544533 w 1090121"/>
                  <a:gd name="connsiteY9" fmla="*/ 507739 h 13401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90121" h="1340171">
                    <a:moveTo>
                      <a:pt x="1052237" y="0"/>
                    </a:moveTo>
                    <a:lnTo>
                      <a:pt x="1090121" y="0"/>
                    </a:lnTo>
                    <a:lnTo>
                      <a:pt x="567380" y="522741"/>
                    </a:lnTo>
                    <a:lnTo>
                      <a:pt x="567380" y="791735"/>
                    </a:lnTo>
                    <a:lnTo>
                      <a:pt x="563476" y="795639"/>
                    </a:lnTo>
                    <a:lnTo>
                      <a:pt x="18943" y="1340171"/>
                    </a:lnTo>
                    <a:lnTo>
                      <a:pt x="0" y="1321228"/>
                    </a:lnTo>
                    <a:lnTo>
                      <a:pt x="540591" y="780637"/>
                    </a:lnTo>
                    <a:lnTo>
                      <a:pt x="540591" y="511643"/>
                    </a:lnTo>
                    <a:lnTo>
                      <a:pt x="544533" y="507739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BD6628AD-B8BB-458F-7914-4ABCBFEB5CAA}"/>
                  </a:ext>
                </a:extLst>
              </p:cNvPr>
              <p:cNvSpPr/>
              <p:nvPr/>
            </p:nvSpPr>
            <p:spPr>
              <a:xfrm flipH="1">
                <a:off x="728862" y="1"/>
                <a:ext cx="419232" cy="629907"/>
              </a:xfrm>
              <a:custGeom>
                <a:avLst/>
                <a:gdLst>
                  <a:gd name="connsiteX0" fmla="*/ 450412 w 488298"/>
                  <a:gd name="connsiteY0" fmla="*/ 0 h 733681"/>
                  <a:gd name="connsiteX1" fmla="*/ 488298 w 488298"/>
                  <a:gd name="connsiteY1" fmla="*/ 0 h 733681"/>
                  <a:gd name="connsiteX2" fmla="*/ 26788 w 488298"/>
                  <a:gd name="connsiteY2" fmla="*/ 461510 h 733681"/>
                  <a:gd name="connsiteX3" fmla="*/ 26788 w 488298"/>
                  <a:gd name="connsiteY3" fmla="*/ 733681 h 733681"/>
                  <a:gd name="connsiteX4" fmla="*/ 0 w 488298"/>
                  <a:gd name="connsiteY4" fmla="*/ 733681 h 733681"/>
                  <a:gd name="connsiteX5" fmla="*/ 0 w 488298"/>
                  <a:gd name="connsiteY5" fmla="*/ 450412 h 733681"/>
                  <a:gd name="connsiteX6" fmla="*/ 3904 w 488298"/>
                  <a:gd name="connsiteY6" fmla="*/ 446509 h 733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8298" h="733681">
                    <a:moveTo>
                      <a:pt x="450412" y="0"/>
                    </a:moveTo>
                    <a:lnTo>
                      <a:pt x="488298" y="0"/>
                    </a:lnTo>
                    <a:lnTo>
                      <a:pt x="26788" y="461510"/>
                    </a:lnTo>
                    <a:lnTo>
                      <a:pt x="26788" y="733681"/>
                    </a:lnTo>
                    <a:lnTo>
                      <a:pt x="0" y="733681"/>
                    </a:lnTo>
                    <a:lnTo>
                      <a:pt x="0" y="450412"/>
                    </a:lnTo>
                    <a:lnTo>
                      <a:pt x="3904" y="446509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8C33AB52-DA40-FB3A-2407-9E17DD283D12}"/>
                  </a:ext>
                </a:extLst>
              </p:cNvPr>
              <p:cNvSpPr/>
              <p:nvPr/>
            </p:nvSpPr>
            <p:spPr>
              <a:xfrm flipH="1">
                <a:off x="973904" y="0"/>
                <a:ext cx="777268" cy="1150614"/>
              </a:xfrm>
              <a:custGeom>
                <a:avLst/>
                <a:gdLst>
                  <a:gd name="connsiteX0" fmla="*/ 867435 w 905318"/>
                  <a:gd name="connsiteY0" fmla="*/ 0 h 1340171"/>
                  <a:gd name="connsiteX1" fmla="*/ 905318 w 905318"/>
                  <a:gd name="connsiteY1" fmla="*/ 0 h 1340171"/>
                  <a:gd name="connsiteX2" fmla="*/ 500676 w 905318"/>
                  <a:gd name="connsiteY2" fmla="*/ 404641 h 1340171"/>
                  <a:gd name="connsiteX3" fmla="*/ 500676 w 905318"/>
                  <a:gd name="connsiteY3" fmla="*/ 858399 h 1340171"/>
                  <a:gd name="connsiteX4" fmla="*/ 496773 w 905318"/>
                  <a:gd name="connsiteY4" fmla="*/ 862341 h 1340171"/>
                  <a:gd name="connsiteX5" fmla="*/ 18943 w 905318"/>
                  <a:gd name="connsiteY5" fmla="*/ 1340171 h 1340171"/>
                  <a:gd name="connsiteX6" fmla="*/ 0 w 905318"/>
                  <a:gd name="connsiteY6" fmla="*/ 1321227 h 1340171"/>
                  <a:gd name="connsiteX7" fmla="*/ 473888 w 905318"/>
                  <a:gd name="connsiteY7" fmla="*/ 847301 h 1340171"/>
                  <a:gd name="connsiteX8" fmla="*/ 473888 w 905318"/>
                  <a:gd name="connsiteY8" fmla="*/ 393543 h 1340171"/>
                  <a:gd name="connsiteX9" fmla="*/ 477830 w 905318"/>
                  <a:gd name="connsiteY9" fmla="*/ 389640 h 13401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05318" h="1340171">
                    <a:moveTo>
                      <a:pt x="867435" y="0"/>
                    </a:moveTo>
                    <a:lnTo>
                      <a:pt x="905318" y="0"/>
                    </a:lnTo>
                    <a:lnTo>
                      <a:pt x="500676" y="404641"/>
                    </a:lnTo>
                    <a:lnTo>
                      <a:pt x="500676" y="858399"/>
                    </a:lnTo>
                    <a:lnTo>
                      <a:pt x="496773" y="862341"/>
                    </a:lnTo>
                    <a:lnTo>
                      <a:pt x="18943" y="1340171"/>
                    </a:lnTo>
                    <a:lnTo>
                      <a:pt x="0" y="1321227"/>
                    </a:lnTo>
                    <a:lnTo>
                      <a:pt x="473888" y="847301"/>
                    </a:lnTo>
                    <a:lnTo>
                      <a:pt x="473888" y="393543"/>
                    </a:lnTo>
                    <a:lnTo>
                      <a:pt x="477830" y="38964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9ABDB6E9-6FB2-2453-04B8-7FA33E33A75B}"/>
                  </a:ext>
                </a:extLst>
              </p:cNvPr>
              <p:cNvSpPr/>
              <p:nvPr/>
            </p:nvSpPr>
            <p:spPr>
              <a:xfrm flipH="1">
                <a:off x="1333418" y="0"/>
                <a:ext cx="697098" cy="1142465"/>
              </a:xfrm>
              <a:custGeom>
                <a:avLst/>
                <a:gdLst>
                  <a:gd name="connsiteX0" fmla="*/ 774054 w 811941"/>
                  <a:gd name="connsiteY0" fmla="*/ 0 h 1330680"/>
                  <a:gd name="connsiteX1" fmla="*/ 811941 w 811941"/>
                  <a:gd name="connsiteY1" fmla="*/ 0 h 1330680"/>
                  <a:gd name="connsiteX2" fmla="*/ 437915 w 811941"/>
                  <a:gd name="connsiteY2" fmla="*/ 374026 h 1330680"/>
                  <a:gd name="connsiteX3" fmla="*/ 437915 w 811941"/>
                  <a:gd name="connsiteY3" fmla="*/ 869536 h 1330680"/>
                  <a:gd name="connsiteX4" fmla="*/ 26788 w 811941"/>
                  <a:gd name="connsiteY4" fmla="*/ 869536 h 1330680"/>
                  <a:gd name="connsiteX5" fmla="*/ 26788 w 811941"/>
                  <a:gd name="connsiteY5" fmla="*/ 1330680 h 1330680"/>
                  <a:gd name="connsiteX6" fmla="*/ 0 w 811941"/>
                  <a:gd name="connsiteY6" fmla="*/ 1330680 h 1330680"/>
                  <a:gd name="connsiteX7" fmla="*/ 0 w 811941"/>
                  <a:gd name="connsiteY7" fmla="*/ 842747 h 1330680"/>
                  <a:gd name="connsiteX8" fmla="*/ 411127 w 811941"/>
                  <a:gd name="connsiteY8" fmla="*/ 842747 h 1330680"/>
                  <a:gd name="connsiteX9" fmla="*/ 411127 w 811941"/>
                  <a:gd name="connsiteY9" fmla="*/ 362928 h 1330680"/>
                  <a:gd name="connsiteX10" fmla="*/ 415030 w 811941"/>
                  <a:gd name="connsiteY10" fmla="*/ 359024 h 1330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11941" h="1330680">
                    <a:moveTo>
                      <a:pt x="774054" y="0"/>
                    </a:moveTo>
                    <a:lnTo>
                      <a:pt x="811941" y="0"/>
                    </a:lnTo>
                    <a:lnTo>
                      <a:pt x="437915" y="374026"/>
                    </a:lnTo>
                    <a:lnTo>
                      <a:pt x="437915" y="869536"/>
                    </a:lnTo>
                    <a:lnTo>
                      <a:pt x="26788" y="869536"/>
                    </a:lnTo>
                    <a:lnTo>
                      <a:pt x="26788" y="1330680"/>
                    </a:lnTo>
                    <a:lnTo>
                      <a:pt x="0" y="1330680"/>
                    </a:lnTo>
                    <a:lnTo>
                      <a:pt x="0" y="842747"/>
                    </a:lnTo>
                    <a:lnTo>
                      <a:pt x="411127" y="842747"/>
                    </a:lnTo>
                    <a:lnTo>
                      <a:pt x="411127" y="362928"/>
                    </a:lnTo>
                    <a:lnTo>
                      <a:pt x="415030" y="359024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74226A16-91A6-557B-7D10-9C74057C8B07}"/>
                  </a:ext>
                </a:extLst>
              </p:cNvPr>
              <p:cNvSpPr/>
              <p:nvPr/>
            </p:nvSpPr>
            <p:spPr>
              <a:xfrm flipH="1">
                <a:off x="2168913" y="0"/>
                <a:ext cx="325741" cy="309478"/>
              </a:xfrm>
              <a:custGeom>
                <a:avLst/>
                <a:gdLst>
                  <a:gd name="connsiteX0" fmla="*/ 341521 w 379405"/>
                  <a:gd name="connsiteY0" fmla="*/ 0 h 360463"/>
                  <a:gd name="connsiteX1" fmla="*/ 379405 w 379405"/>
                  <a:gd name="connsiteY1" fmla="*/ 0 h 360463"/>
                  <a:gd name="connsiteX2" fmla="*/ 18942 w 379405"/>
                  <a:gd name="connsiteY2" fmla="*/ 360463 h 360463"/>
                  <a:gd name="connsiteX3" fmla="*/ 0 w 379405"/>
                  <a:gd name="connsiteY3" fmla="*/ 341521 h 3604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9405" h="360463">
                    <a:moveTo>
                      <a:pt x="341521" y="0"/>
                    </a:moveTo>
                    <a:lnTo>
                      <a:pt x="379405" y="0"/>
                    </a:lnTo>
                    <a:lnTo>
                      <a:pt x="18942" y="360463"/>
                    </a:lnTo>
                    <a:lnTo>
                      <a:pt x="0" y="341521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43DA8CF-4894-6294-C2A9-0316E1C1690E}"/>
                  </a:ext>
                </a:extLst>
              </p:cNvPr>
              <p:cNvSpPr/>
              <p:nvPr/>
            </p:nvSpPr>
            <p:spPr>
              <a:xfrm flipH="1">
                <a:off x="1776507" y="1"/>
                <a:ext cx="791382" cy="775120"/>
              </a:xfrm>
              <a:custGeom>
                <a:avLst/>
                <a:gdLst>
                  <a:gd name="connsiteX0" fmla="*/ 883874 w 921758"/>
                  <a:gd name="connsiteY0" fmla="*/ 0 h 902817"/>
                  <a:gd name="connsiteX1" fmla="*/ 921758 w 921758"/>
                  <a:gd name="connsiteY1" fmla="*/ 0 h 902817"/>
                  <a:gd name="connsiteX2" fmla="*/ 18942 w 921758"/>
                  <a:gd name="connsiteY2" fmla="*/ 902817 h 902817"/>
                  <a:gd name="connsiteX3" fmla="*/ 0 w 921758"/>
                  <a:gd name="connsiteY3" fmla="*/ 883875 h 9028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21758" h="902817">
                    <a:moveTo>
                      <a:pt x="883874" y="0"/>
                    </a:moveTo>
                    <a:lnTo>
                      <a:pt x="921758" y="0"/>
                    </a:lnTo>
                    <a:lnTo>
                      <a:pt x="18942" y="902817"/>
                    </a:lnTo>
                    <a:lnTo>
                      <a:pt x="0" y="88387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743FF910-D8BC-8D4D-F3ED-5A490BCDCD03}"/>
                  </a:ext>
                </a:extLst>
              </p:cNvPr>
              <p:cNvSpPr/>
              <p:nvPr/>
            </p:nvSpPr>
            <p:spPr>
              <a:xfrm flipH="1">
                <a:off x="1543700" y="0"/>
                <a:ext cx="467826" cy="551281"/>
              </a:xfrm>
              <a:custGeom>
                <a:avLst/>
                <a:gdLst>
                  <a:gd name="connsiteX0" fmla="*/ 507012 w 544898"/>
                  <a:gd name="connsiteY0" fmla="*/ 0 h 642102"/>
                  <a:gd name="connsiteX1" fmla="*/ 544898 w 544898"/>
                  <a:gd name="connsiteY1" fmla="*/ 0 h 642102"/>
                  <a:gd name="connsiteX2" fmla="*/ 177416 w 544898"/>
                  <a:gd name="connsiteY2" fmla="*/ 367482 h 642102"/>
                  <a:gd name="connsiteX3" fmla="*/ 177416 w 544898"/>
                  <a:gd name="connsiteY3" fmla="*/ 642102 h 642102"/>
                  <a:gd name="connsiteX4" fmla="*/ 0 w 544898"/>
                  <a:gd name="connsiteY4" fmla="*/ 642102 h 642102"/>
                  <a:gd name="connsiteX5" fmla="*/ 0 w 544898"/>
                  <a:gd name="connsiteY5" fmla="*/ 615314 h 642102"/>
                  <a:gd name="connsiteX6" fmla="*/ 150628 w 544898"/>
                  <a:gd name="connsiteY6" fmla="*/ 615314 h 642102"/>
                  <a:gd name="connsiteX7" fmla="*/ 150628 w 544898"/>
                  <a:gd name="connsiteY7" fmla="*/ 356384 h 642102"/>
                  <a:gd name="connsiteX8" fmla="*/ 154569 w 544898"/>
                  <a:gd name="connsiteY8" fmla="*/ 352442 h 642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44898" h="642102">
                    <a:moveTo>
                      <a:pt x="507012" y="0"/>
                    </a:moveTo>
                    <a:lnTo>
                      <a:pt x="544898" y="0"/>
                    </a:lnTo>
                    <a:lnTo>
                      <a:pt x="177416" y="367482"/>
                    </a:lnTo>
                    <a:lnTo>
                      <a:pt x="177416" y="642102"/>
                    </a:lnTo>
                    <a:lnTo>
                      <a:pt x="0" y="642102"/>
                    </a:lnTo>
                    <a:lnTo>
                      <a:pt x="0" y="615314"/>
                    </a:lnTo>
                    <a:lnTo>
                      <a:pt x="150628" y="615314"/>
                    </a:lnTo>
                    <a:lnTo>
                      <a:pt x="150628" y="356384"/>
                    </a:lnTo>
                    <a:lnTo>
                      <a:pt x="154569" y="352442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CE0A6ED4-8535-EB40-CEFE-F47C1E8475C6}"/>
                  </a:ext>
                </a:extLst>
              </p:cNvPr>
              <p:cNvSpPr/>
              <p:nvPr/>
            </p:nvSpPr>
            <p:spPr>
              <a:xfrm flipH="1">
                <a:off x="0" y="1598168"/>
                <a:ext cx="795037" cy="810748"/>
              </a:xfrm>
              <a:custGeom>
                <a:avLst/>
                <a:gdLst>
                  <a:gd name="connsiteX0" fmla="*/ 926014 w 926014"/>
                  <a:gd name="connsiteY0" fmla="*/ 0 h 944315"/>
                  <a:gd name="connsiteX1" fmla="*/ 926014 w 926014"/>
                  <a:gd name="connsiteY1" fmla="*/ 37870 h 944315"/>
                  <a:gd name="connsiteX2" fmla="*/ 18935 w 926014"/>
                  <a:gd name="connsiteY2" fmla="*/ 944315 h 944315"/>
                  <a:gd name="connsiteX3" fmla="*/ 0 w 926014"/>
                  <a:gd name="connsiteY3" fmla="*/ 925367 h 944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26014" h="944315">
                    <a:moveTo>
                      <a:pt x="926014" y="0"/>
                    </a:moveTo>
                    <a:lnTo>
                      <a:pt x="926014" y="37870"/>
                    </a:lnTo>
                    <a:lnTo>
                      <a:pt x="18935" y="944315"/>
                    </a:lnTo>
                    <a:lnTo>
                      <a:pt x="0" y="925367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25B848-F0D3-CB84-0A40-F01EA48B2DEC}"/>
                  </a:ext>
                </a:extLst>
              </p:cNvPr>
              <p:cNvSpPr/>
              <p:nvPr/>
            </p:nvSpPr>
            <p:spPr>
              <a:xfrm flipH="1">
                <a:off x="0" y="1994158"/>
                <a:ext cx="334409" cy="338820"/>
              </a:xfrm>
              <a:custGeom>
                <a:avLst/>
                <a:gdLst>
                  <a:gd name="connsiteX0" fmla="*/ 389501 w 389501"/>
                  <a:gd name="connsiteY0" fmla="*/ 0 h 394639"/>
                  <a:gd name="connsiteX1" fmla="*/ 389501 w 389501"/>
                  <a:gd name="connsiteY1" fmla="*/ 37202 h 394639"/>
                  <a:gd name="connsiteX2" fmla="*/ 18588 w 389501"/>
                  <a:gd name="connsiteY2" fmla="*/ 394639 h 394639"/>
                  <a:gd name="connsiteX3" fmla="*/ 0 w 389501"/>
                  <a:gd name="connsiteY3" fmla="*/ 375350 h 3946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9501" h="394639">
                    <a:moveTo>
                      <a:pt x="389501" y="0"/>
                    </a:moveTo>
                    <a:lnTo>
                      <a:pt x="389501" y="37202"/>
                    </a:lnTo>
                    <a:lnTo>
                      <a:pt x="18588" y="394639"/>
                    </a:lnTo>
                    <a:lnTo>
                      <a:pt x="0" y="37535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19288457-814A-3D18-311B-47BF3DFE3851}"/>
                  </a:ext>
                </a:extLst>
              </p:cNvPr>
              <p:cNvSpPr/>
              <p:nvPr/>
            </p:nvSpPr>
            <p:spPr>
              <a:xfrm>
                <a:off x="2420584" y="245715"/>
                <a:ext cx="121575" cy="121575"/>
              </a:xfrm>
              <a:custGeom>
                <a:avLst/>
                <a:gdLst>
                  <a:gd name="connsiteX0" fmla="*/ 117027 w 117027"/>
                  <a:gd name="connsiteY0" fmla="*/ 58514 h 117027"/>
                  <a:gd name="connsiteX1" fmla="*/ 58514 w 117027"/>
                  <a:gd name="connsiteY1" fmla="*/ 117027 h 117027"/>
                  <a:gd name="connsiteX2" fmla="*/ 0 w 117027"/>
                  <a:gd name="connsiteY2" fmla="*/ 58514 h 117027"/>
                  <a:gd name="connsiteX3" fmla="*/ 58514 w 117027"/>
                  <a:gd name="connsiteY3" fmla="*/ 0 h 117027"/>
                  <a:gd name="connsiteX4" fmla="*/ 117027 w 117027"/>
                  <a:gd name="connsiteY4" fmla="*/ 58514 h 1170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027" h="117027">
                    <a:moveTo>
                      <a:pt x="117027" y="58514"/>
                    </a:moveTo>
                    <a:cubicBezTo>
                      <a:pt x="117027" y="90830"/>
                      <a:pt x="90830" y="117027"/>
                      <a:pt x="58514" y="117027"/>
                    </a:cubicBezTo>
                    <a:cubicBezTo>
                      <a:pt x="26197" y="117027"/>
                      <a:pt x="0" y="90830"/>
                      <a:pt x="0" y="58514"/>
                    </a:cubicBezTo>
                    <a:cubicBezTo>
                      <a:pt x="0" y="26197"/>
                      <a:pt x="26197" y="0"/>
                      <a:pt x="58514" y="0"/>
                    </a:cubicBezTo>
                    <a:cubicBezTo>
                      <a:pt x="90830" y="0"/>
                      <a:pt x="117027" y="26197"/>
                      <a:pt x="117027" y="5851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685B4F9D-B933-47EF-6048-D5006CEA6B3B}"/>
                  </a:ext>
                </a:extLst>
              </p:cNvPr>
              <p:cNvSpPr/>
              <p:nvPr/>
            </p:nvSpPr>
            <p:spPr>
              <a:xfrm>
                <a:off x="2498946" y="706196"/>
                <a:ext cx="121575" cy="121575"/>
              </a:xfrm>
              <a:custGeom>
                <a:avLst/>
                <a:gdLst>
                  <a:gd name="connsiteX0" fmla="*/ 117027 w 117027"/>
                  <a:gd name="connsiteY0" fmla="*/ 58514 h 117027"/>
                  <a:gd name="connsiteX1" fmla="*/ 58514 w 117027"/>
                  <a:gd name="connsiteY1" fmla="*/ 117027 h 117027"/>
                  <a:gd name="connsiteX2" fmla="*/ 0 w 117027"/>
                  <a:gd name="connsiteY2" fmla="*/ 58514 h 117027"/>
                  <a:gd name="connsiteX3" fmla="*/ 58514 w 117027"/>
                  <a:gd name="connsiteY3" fmla="*/ 0 h 117027"/>
                  <a:gd name="connsiteX4" fmla="*/ 117027 w 117027"/>
                  <a:gd name="connsiteY4" fmla="*/ 58514 h 1170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027" h="117027">
                    <a:moveTo>
                      <a:pt x="117027" y="58514"/>
                    </a:moveTo>
                    <a:cubicBezTo>
                      <a:pt x="117027" y="90830"/>
                      <a:pt x="90830" y="117027"/>
                      <a:pt x="58514" y="117027"/>
                    </a:cubicBezTo>
                    <a:cubicBezTo>
                      <a:pt x="26197" y="117027"/>
                      <a:pt x="0" y="90830"/>
                      <a:pt x="0" y="58514"/>
                    </a:cubicBezTo>
                    <a:cubicBezTo>
                      <a:pt x="0" y="26198"/>
                      <a:pt x="26197" y="0"/>
                      <a:pt x="58514" y="0"/>
                    </a:cubicBezTo>
                    <a:cubicBezTo>
                      <a:pt x="90830" y="0"/>
                      <a:pt x="117027" y="26198"/>
                      <a:pt x="117027" y="5851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849701FB-992B-C23C-4793-99AD3EEB1455}"/>
                  </a:ext>
                </a:extLst>
              </p:cNvPr>
              <p:cNvSpPr/>
              <p:nvPr/>
            </p:nvSpPr>
            <p:spPr>
              <a:xfrm>
                <a:off x="1958229" y="1081678"/>
                <a:ext cx="121575" cy="121575"/>
              </a:xfrm>
              <a:custGeom>
                <a:avLst/>
                <a:gdLst>
                  <a:gd name="connsiteX0" fmla="*/ 117027 w 117027"/>
                  <a:gd name="connsiteY0" fmla="*/ 58514 h 117027"/>
                  <a:gd name="connsiteX1" fmla="*/ 58514 w 117027"/>
                  <a:gd name="connsiteY1" fmla="*/ 117027 h 117027"/>
                  <a:gd name="connsiteX2" fmla="*/ 0 w 117027"/>
                  <a:gd name="connsiteY2" fmla="*/ 58514 h 117027"/>
                  <a:gd name="connsiteX3" fmla="*/ 58514 w 117027"/>
                  <a:gd name="connsiteY3" fmla="*/ 0 h 117027"/>
                  <a:gd name="connsiteX4" fmla="*/ 117027 w 117027"/>
                  <a:gd name="connsiteY4" fmla="*/ 58514 h 1170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027" h="117027">
                    <a:moveTo>
                      <a:pt x="117027" y="58514"/>
                    </a:moveTo>
                    <a:cubicBezTo>
                      <a:pt x="117027" y="90830"/>
                      <a:pt x="90830" y="117027"/>
                      <a:pt x="58514" y="117027"/>
                    </a:cubicBezTo>
                    <a:cubicBezTo>
                      <a:pt x="26197" y="117027"/>
                      <a:pt x="0" y="90830"/>
                      <a:pt x="0" y="58514"/>
                    </a:cubicBezTo>
                    <a:cubicBezTo>
                      <a:pt x="0" y="26197"/>
                      <a:pt x="26197" y="0"/>
                      <a:pt x="58514" y="0"/>
                    </a:cubicBezTo>
                    <a:cubicBezTo>
                      <a:pt x="90830" y="0"/>
                      <a:pt x="117027" y="26197"/>
                      <a:pt x="117027" y="5851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34B2C4D1-048E-6FC5-1CCD-06041B63CF45}"/>
                  </a:ext>
                </a:extLst>
              </p:cNvPr>
              <p:cNvSpPr/>
              <p:nvPr/>
            </p:nvSpPr>
            <p:spPr>
              <a:xfrm>
                <a:off x="1678951" y="1081678"/>
                <a:ext cx="121575" cy="121575"/>
              </a:xfrm>
              <a:custGeom>
                <a:avLst/>
                <a:gdLst>
                  <a:gd name="connsiteX0" fmla="*/ 117027 w 117027"/>
                  <a:gd name="connsiteY0" fmla="*/ 58514 h 117027"/>
                  <a:gd name="connsiteX1" fmla="*/ 58514 w 117027"/>
                  <a:gd name="connsiteY1" fmla="*/ 117027 h 117027"/>
                  <a:gd name="connsiteX2" fmla="*/ 0 w 117027"/>
                  <a:gd name="connsiteY2" fmla="*/ 58514 h 117027"/>
                  <a:gd name="connsiteX3" fmla="*/ 58514 w 117027"/>
                  <a:gd name="connsiteY3" fmla="*/ 0 h 117027"/>
                  <a:gd name="connsiteX4" fmla="*/ 117027 w 117027"/>
                  <a:gd name="connsiteY4" fmla="*/ 58514 h 1170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027" h="117027">
                    <a:moveTo>
                      <a:pt x="117027" y="58514"/>
                    </a:moveTo>
                    <a:cubicBezTo>
                      <a:pt x="117027" y="90830"/>
                      <a:pt x="90830" y="117027"/>
                      <a:pt x="58514" y="117027"/>
                    </a:cubicBezTo>
                    <a:cubicBezTo>
                      <a:pt x="26197" y="117027"/>
                      <a:pt x="0" y="90830"/>
                      <a:pt x="0" y="58514"/>
                    </a:cubicBezTo>
                    <a:cubicBezTo>
                      <a:pt x="0" y="26197"/>
                      <a:pt x="26197" y="0"/>
                      <a:pt x="58514" y="0"/>
                    </a:cubicBezTo>
                    <a:cubicBezTo>
                      <a:pt x="90830" y="0"/>
                      <a:pt x="117027" y="26197"/>
                      <a:pt x="117027" y="5851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592D7227-0264-F540-3B47-12745601CF2D}"/>
                  </a:ext>
                </a:extLst>
              </p:cNvPr>
              <p:cNvSpPr/>
              <p:nvPr/>
            </p:nvSpPr>
            <p:spPr>
              <a:xfrm>
                <a:off x="1345097" y="1081678"/>
                <a:ext cx="121575" cy="121575"/>
              </a:xfrm>
              <a:custGeom>
                <a:avLst/>
                <a:gdLst>
                  <a:gd name="connsiteX0" fmla="*/ 117027 w 117027"/>
                  <a:gd name="connsiteY0" fmla="*/ 58514 h 117027"/>
                  <a:gd name="connsiteX1" fmla="*/ 58514 w 117027"/>
                  <a:gd name="connsiteY1" fmla="*/ 117027 h 117027"/>
                  <a:gd name="connsiteX2" fmla="*/ 0 w 117027"/>
                  <a:gd name="connsiteY2" fmla="*/ 58514 h 117027"/>
                  <a:gd name="connsiteX3" fmla="*/ 58514 w 117027"/>
                  <a:gd name="connsiteY3" fmla="*/ 0 h 117027"/>
                  <a:gd name="connsiteX4" fmla="*/ 117027 w 117027"/>
                  <a:gd name="connsiteY4" fmla="*/ 58514 h 1170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027" h="117027">
                    <a:moveTo>
                      <a:pt x="117027" y="58514"/>
                    </a:moveTo>
                    <a:cubicBezTo>
                      <a:pt x="117027" y="90830"/>
                      <a:pt x="90830" y="117027"/>
                      <a:pt x="58514" y="117027"/>
                    </a:cubicBezTo>
                    <a:cubicBezTo>
                      <a:pt x="26197" y="117027"/>
                      <a:pt x="0" y="90830"/>
                      <a:pt x="0" y="58514"/>
                    </a:cubicBezTo>
                    <a:cubicBezTo>
                      <a:pt x="0" y="26197"/>
                      <a:pt x="26197" y="0"/>
                      <a:pt x="58514" y="0"/>
                    </a:cubicBezTo>
                    <a:cubicBezTo>
                      <a:pt x="90830" y="0"/>
                      <a:pt x="117027" y="26197"/>
                      <a:pt x="117027" y="5851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05F9D5B8-9501-608C-6FF2-DE0F7303EA45}"/>
                  </a:ext>
                </a:extLst>
              </p:cNvPr>
              <p:cNvSpPr/>
              <p:nvPr/>
            </p:nvSpPr>
            <p:spPr>
              <a:xfrm>
                <a:off x="1150751" y="1228118"/>
                <a:ext cx="121575" cy="121575"/>
              </a:xfrm>
              <a:custGeom>
                <a:avLst/>
                <a:gdLst>
                  <a:gd name="connsiteX0" fmla="*/ 117027 w 117027"/>
                  <a:gd name="connsiteY0" fmla="*/ 58514 h 117027"/>
                  <a:gd name="connsiteX1" fmla="*/ 58514 w 117027"/>
                  <a:gd name="connsiteY1" fmla="*/ 117027 h 117027"/>
                  <a:gd name="connsiteX2" fmla="*/ 0 w 117027"/>
                  <a:gd name="connsiteY2" fmla="*/ 58514 h 117027"/>
                  <a:gd name="connsiteX3" fmla="*/ 58514 w 117027"/>
                  <a:gd name="connsiteY3" fmla="*/ 0 h 117027"/>
                  <a:gd name="connsiteX4" fmla="*/ 117027 w 117027"/>
                  <a:gd name="connsiteY4" fmla="*/ 58514 h 1170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027" h="117027">
                    <a:moveTo>
                      <a:pt x="117027" y="58514"/>
                    </a:moveTo>
                    <a:cubicBezTo>
                      <a:pt x="117027" y="90830"/>
                      <a:pt x="90830" y="117027"/>
                      <a:pt x="58514" y="117027"/>
                    </a:cubicBezTo>
                    <a:cubicBezTo>
                      <a:pt x="26197" y="117027"/>
                      <a:pt x="0" y="90830"/>
                      <a:pt x="0" y="58514"/>
                    </a:cubicBezTo>
                    <a:cubicBezTo>
                      <a:pt x="0" y="26197"/>
                      <a:pt x="26197" y="0"/>
                      <a:pt x="58514" y="0"/>
                    </a:cubicBezTo>
                    <a:cubicBezTo>
                      <a:pt x="90830" y="0"/>
                      <a:pt x="117027" y="26197"/>
                      <a:pt x="117027" y="5851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744DD218-3B86-AB0D-A5D8-48C5B0168B72}"/>
                  </a:ext>
                </a:extLst>
              </p:cNvPr>
              <p:cNvSpPr/>
              <p:nvPr/>
            </p:nvSpPr>
            <p:spPr>
              <a:xfrm>
                <a:off x="1150751" y="1602976"/>
                <a:ext cx="121575" cy="121575"/>
              </a:xfrm>
              <a:custGeom>
                <a:avLst/>
                <a:gdLst>
                  <a:gd name="connsiteX0" fmla="*/ 117027 w 117027"/>
                  <a:gd name="connsiteY0" fmla="*/ 58514 h 117027"/>
                  <a:gd name="connsiteX1" fmla="*/ 58514 w 117027"/>
                  <a:gd name="connsiteY1" fmla="*/ 117027 h 117027"/>
                  <a:gd name="connsiteX2" fmla="*/ 0 w 117027"/>
                  <a:gd name="connsiteY2" fmla="*/ 58514 h 117027"/>
                  <a:gd name="connsiteX3" fmla="*/ 58514 w 117027"/>
                  <a:gd name="connsiteY3" fmla="*/ 0 h 117027"/>
                  <a:gd name="connsiteX4" fmla="*/ 117027 w 117027"/>
                  <a:gd name="connsiteY4" fmla="*/ 58514 h 1170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027" h="117027">
                    <a:moveTo>
                      <a:pt x="117027" y="58514"/>
                    </a:moveTo>
                    <a:cubicBezTo>
                      <a:pt x="117027" y="90830"/>
                      <a:pt x="90830" y="117027"/>
                      <a:pt x="58514" y="117027"/>
                    </a:cubicBezTo>
                    <a:cubicBezTo>
                      <a:pt x="26197" y="117027"/>
                      <a:pt x="0" y="90830"/>
                      <a:pt x="0" y="58514"/>
                    </a:cubicBezTo>
                    <a:cubicBezTo>
                      <a:pt x="0" y="26198"/>
                      <a:pt x="26197" y="0"/>
                      <a:pt x="58514" y="0"/>
                    </a:cubicBezTo>
                    <a:cubicBezTo>
                      <a:pt x="90830" y="0"/>
                      <a:pt x="117027" y="26198"/>
                      <a:pt x="117027" y="5851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4B59CD4B-764B-0D89-ADCB-F77F86B54669}"/>
                  </a:ext>
                </a:extLst>
              </p:cNvPr>
              <p:cNvSpPr/>
              <p:nvPr/>
            </p:nvSpPr>
            <p:spPr>
              <a:xfrm>
                <a:off x="1150751" y="1845818"/>
                <a:ext cx="121575" cy="121575"/>
              </a:xfrm>
              <a:custGeom>
                <a:avLst/>
                <a:gdLst>
                  <a:gd name="connsiteX0" fmla="*/ 117027 w 117027"/>
                  <a:gd name="connsiteY0" fmla="*/ 58514 h 117027"/>
                  <a:gd name="connsiteX1" fmla="*/ 58514 w 117027"/>
                  <a:gd name="connsiteY1" fmla="*/ 117027 h 117027"/>
                  <a:gd name="connsiteX2" fmla="*/ 0 w 117027"/>
                  <a:gd name="connsiteY2" fmla="*/ 58514 h 117027"/>
                  <a:gd name="connsiteX3" fmla="*/ 58514 w 117027"/>
                  <a:gd name="connsiteY3" fmla="*/ 0 h 117027"/>
                  <a:gd name="connsiteX4" fmla="*/ 117027 w 117027"/>
                  <a:gd name="connsiteY4" fmla="*/ 58514 h 1170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027" h="117027">
                    <a:moveTo>
                      <a:pt x="117027" y="58514"/>
                    </a:moveTo>
                    <a:cubicBezTo>
                      <a:pt x="117027" y="90830"/>
                      <a:pt x="90830" y="117027"/>
                      <a:pt x="58514" y="117027"/>
                    </a:cubicBezTo>
                    <a:cubicBezTo>
                      <a:pt x="26197" y="117027"/>
                      <a:pt x="0" y="90830"/>
                      <a:pt x="0" y="58514"/>
                    </a:cubicBezTo>
                    <a:cubicBezTo>
                      <a:pt x="0" y="26197"/>
                      <a:pt x="26197" y="0"/>
                      <a:pt x="58514" y="0"/>
                    </a:cubicBezTo>
                    <a:cubicBezTo>
                      <a:pt x="90830" y="0"/>
                      <a:pt x="117027" y="26198"/>
                      <a:pt x="117027" y="5851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2A10A314-84ED-73EB-AD69-9C59B2C5C9A3}"/>
                  </a:ext>
                </a:extLst>
              </p:cNvPr>
              <p:cNvSpPr/>
              <p:nvPr/>
            </p:nvSpPr>
            <p:spPr>
              <a:xfrm>
                <a:off x="726117" y="2340075"/>
                <a:ext cx="121575" cy="121575"/>
              </a:xfrm>
              <a:custGeom>
                <a:avLst/>
                <a:gdLst>
                  <a:gd name="connsiteX0" fmla="*/ 117027 w 117027"/>
                  <a:gd name="connsiteY0" fmla="*/ 58514 h 117027"/>
                  <a:gd name="connsiteX1" fmla="*/ 58514 w 117027"/>
                  <a:gd name="connsiteY1" fmla="*/ 117027 h 117027"/>
                  <a:gd name="connsiteX2" fmla="*/ 0 w 117027"/>
                  <a:gd name="connsiteY2" fmla="*/ 58514 h 117027"/>
                  <a:gd name="connsiteX3" fmla="*/ 58514 w 117027"/>
                  <a:gd name="connsiteY3" fmla="*/ 0 h 117027"/>
                  <a:gd name="connsiteX4" fmla="*/ 117027 w 117027"/>
                  <a:gd name="connsiteY4" fmla="*/ 58514 h 1170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027" h="117027">
                    <a:moveTo>
                      <a:pt x="117027" y="58514"/>
                    </a:moveTo>
                    <a:cubicBezTo>
                      <a:pt x="117027" y="90830"/>
                      <a:pt x="90830" y="117027"/>
                      <a:pt x="58514" y="117027"/>
                    </a:cubicBezTo>
                    <a:cubicBezTo>
                      <a:pt x="26198" y="117027"/>
                      <a:pt x="0" y="90830"/>
                      <a:pt x="0" y="58514"/>
                    </a:cubicBezTo>
                    <a:cubicBezTo>
                      <a:pt x="0" y="26197"/>
                      <a:pt x="26198" y="0"/>
                      <a:pt x="58514" y="0"/>
                    </a:cubicBezTo>
                    <a:cubicBezTo>
                      <a:pt x="90830" y="0"/>
                      <a:pt x="117027" y="26198"/>
                      <a:pt x="117027" y="5851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484027F8-1B74-7F15-9A74-CBD01059BFAA}"/>
                  </a:ext>
                </a:extLst>
              </p:cNvPr>
              <p:cNvSpPr/>
              <p:nvPr/>
            </p:nvSpPr>
            <p:spPr>
              <a:xfrm>
                <a:off x="259096" y="2267923"/>
                <a:ext cx="121575" cy="121575"/>
              </a:xfrm>
              <a:custGeom>
                <a:avLst/>
                <a:gdLst>
                  <a:gd name="connsiteX0" fmla="*/ 117027 w 117027"/>
                  <a:gd name="connsiteY0" fmla="*/ 58514 h 117027"/>
                  <a:gd name="connsiteX1" fmla="*/ 58514 w 117027"/>
                  <a:gd name="connsiteY1" fmla="*/ 117027 h 117027"/>
                  <a:gd name="connsiteX2" fmla="*/ 0 w 117027"/>
                  <a:gd name="connsiteY2" fmla="*/ 58514 h 117027"/>
                  <a:gd name="connsiteX3" fmla="*/ 58514 w 117027"/>
                  <a:gd name="connsiteY3" fmla="*/ 0 h 117027"/>
                  <a:gd name="connsiteX4" fmla="*/ 117027 w 117027"/>
                  <a:gd name="connsiteY4" fmla="*/ 58514 h 1170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027" h="117027">
                    <a:moveTo>
                      <a:pt x="117027" y="58514"/>
                    </a:moveTo>
                    <a:cubicBezTo>
                      <a:pt x="117027" y="90830"/>
                      <a:pt x="90830" y="117027"/>
                      <a:pt x="58514" y="117027"/>
                    </a:cubicBezTo>
                    <a:cubicBezTo>
                      <a:pt x="26197" y="117027"/>
                      <a:pt x="0" y="90830"/>
                      <a:pt x="0" y="58514"/>
                    </a:cubicBezTo>
                    <a:cubicBezTo>
                      <a:pt x="0" y="26197"/>
                      <a:pt x="26198" y="0"/>
                      <a:pt x="58514" y="0"/>
                    </a:cubicBezTo>
                    <a:cubicBezTo>
                      <a:pt x="90830" y="0"/>
                      <a:pt x="117027" y="26198"/>
                      <a:pt x="117027" y="5851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30B59BC-454A-1FBC-A2DE-4111475B44E6}"/>
                  </a:ext>
                </a:extLst>
              </p:cNvPr>
              <p:cNvSpPr/>
              <p:nvPr/>
            </p:nvSpPr>
            <p:spPr>
              <a:xfrm>
                <a:off x="510535" y="1752264"/>
                <a:ext cx="72117" cy="72117"/>
              </a:xfrm>
              <a:custGeom>
                <a:avLst/>
                <a:gdLst>
                  <a:gd name="connsiteX0" fmla="*/ 69420 w 69420"/>
                  <a:gd name="connsiteY0" fmla="*/ 34710 h 69420"/>
                  <a:gd name="connsiteX1" fmla="*/ 34710 w 69420"/>
                  <a:gd name="connsiteY1" fmla="*/ 69420 h 69420"/>
                  <a:gd name="connsiteX2" fmla="*/ 0 w 69420"/>
                  <a:gd name="connsiteY2" fmla="*/ 34710 h 69420"/>
                  <a:gd name="connsiteX3" fmla="*/ 34710 w 69420"/>
                  <a:gd name="connsiteY3" fmla="*/ 0 h 69420"/>
                  <a:gd name="connsiteX4" fmla="*/ 69420 w 69420"/>
                  <a:gd name="connsiteY4" fmla="*/ 34710 h 69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420" h="69420">
                    <a:moveTo>
                      <a:pt x="69420" y="34710"/>
                    </a:moveTo>
                    <a:cubicBezTo>
                      <a:pt x="69420" y="53880"/>
                      <a:pt x="53880" y="69420"/>
                      <a:pt x="34710" y="69420"/>
                    </a:cubicBezTo>
                    <a:cubicBezTo>
                      <a:pt x="15540" y="69420"/>
                      <a:pt x="0" y="53880"/>
                      <a:pt x="0" y="34710"/>
                    </a:cubicBezTo>
                    <a:cubicBezTo>
                      <a:pt x="0" y="15540"/>
                      <a:pt x="15540" y="0"/>
                      <a:pt x="34710" y="0"/>
                    </a:cubicBezTo>
                    <a:cubicBezTo>
                      <a:pt x="53880" y="0"/>
                      <a:pt x="69420" y="15540"/>
                      <a:pt x="69420" y="3471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791D5BC-3F92-3105-28DA-DC142C1EEED0}"/>
                  </a:ext>
                </a:extLst>
              </p:cNvPr>
              <p:cNvSpPr/>
              <p:nvPr/>
            </p:nvSpPr>
            <p:spPr>
              <a:xfrm>
                <a:off x="653690" y="1380527"/>
                <a:ext cx="72117" cy="72117"/>
              </a:xfrm>
              <a:custGeom>
                <a:avLst/>
                <a:gdLst>
                  <a:gd name="connsiteX0" fmla="*/ 69420 w 69420"/>
                  <a:gd name="connsiteY0" fmla="*/ 34710 h 69420"/>
                  <a:gd name="connsiteX1" fmla="*/ 34710 w 69420"/>
                  <a:gd name="connsiteY1" fmla="*/ 69420 h 69420"/>
                  <a:gd name="connsiteX2" fmla="*/ 0 w 69420"/>
                  <a:gd name="connsiteY2" fmla="*/ 34710 h 69420"/>
                  <a:gd name="connsiteX3" fmla="*/ 34710 w 69420"/>
                  <a:gd name="connsiteY3" fmla="*/ 0 h 69420"/>
                  <a:gd name="connsiteX4" fmla="*/ 69420 w 69420"/>
                  <a:gd name="connsiteY4" fmla="*/ 34710 h 69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420" h="69420">
                    <a:moveTo>
                      <a:pt x="69420" y="34710"/>
                    </a:moveTo>
                    <a:cubicBezTo>
                      <a:pt x="69420" y="53880"/>
                      <a:pt x="53880" y="69420"/>
                      <a:pt x="34710" y="69420"/>
                    </a:cubicBezTo>
                    <a:cubicBezTo>
                      <a:pt x="15540" y="69420"/>
                      <a:pt x="0" y="53880"/>
                      <a:pt x="0" y="34710"/>
                    </a:cubicBezTo>
                    <a:cubicBezTo>
                      <a:pt x="0" y="15540"/>
                      <a:pt x="15540" y="0"/>
                      <a:pt x="34710" y="0"/>
                    </a:cubicBezTo>
                    <a:cubicBezTo>
                      <a:pt x="53880" y="0"/>
                      <a:pt x="69420" y="15540"/>
                      <a:pt x="69420" y="3471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F4AD2368-13A9-AB11-E09B-4CC2965EB1AA}"/>
                  </a:ext>
                </a:extLst>
              </p:cNvPr>
              <p:cNvSpPr/>
              <p:nvPr/>
            </p:nvSpPr>
            <p:spPr>
              <a:xfrm>
                <a:off x="578580" y="1010893"/>
                <a:ext cx="72117" cy="72117"/>
              </a:xfrm>
              <a:custGeom>
                <a:avLst/>
                <a:gdLst>
                  <a:gd name="connsiteX0" fmla="*/ 69420 w 69420"/>
                  <a:gd name="connsiteY0" fmla="*/ 34710 h 69420"/>
                  <a:gd name="connsiteX1" fmla="*/ 34710 w 69420"/>
                  <a:gd name="connsiteY1" fmla="*/ 69420 h 69420"/>
                  <a:gd name="connsiteX2" fmla="*/ 0 w 69420"/>
                  <a:gd name="connsiteY2" fmla="*/ 34710 h 69420"/>
                  <a:gd name="connsiteX3" fmla="*/ 34710 w 69420"/>
                  <a:gd name="connsiteY3" fmla="*/ 0 h 69420"/>
                  <a:gd name="connsiteX4" fmla="*/ 69420 w 69420"/>
                  <a:gd name="connsiteY4" fmla="*/ 34710 h 69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420" h="69420">
                    <a:moveTo>
                      <a:pt x="69420" y="34710"/>
                    </a:moveTo>
                    <a:cubicBezTo>
                      <a:pt x="69420" y="53880"/>
                      <a:pt x="53880" y="69420"/>
                      <a:pt x="34710" y="69420"/>
                    </a:cubicBezTo>
                    <a:cubicBezTo>
                      <a:pt x="15540" y="69420"/>
                      <a:pt x="0" y="53880"/>
                      <a:pt x="0" y="34710"/>
                    </a:cubicBezTo>
                    <a:cubicBezTo>
                      <a:pt x="0" y="15540"/>
                      <a:pt x="15540" y="0"/>
                      <a:pt x="34710" y="0"/>
                    </a:cubicBezTo>
                    <a:cubicBezTo>
                      <a:pt x="53880" y="0"/>
                      <a:pt x="69420" y="15540"/>
                      <a:pt x="69420" y="3471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98DBBD51-12E0-7074-7D10-F32D28FBEEB0}"/>
                  </a:ext>
                </a:extLst>
              </p:cNvPr>
              <p:cNvSpPr/>
              <p:nvPr/>
            </p:nvSpPr>
            <p:spPr>
              <a:xfrm>
                <a:off x="856479" y="772225"/>
                <a:ext cx="72117" cy="72117"/>
              </a:xfrm>
              <a:custGeom>
                <a:avLst/>
                <a:gdLst>
                  <a:gd name="connsiteX0" fmla="*/ 69421 w 69420"/>
                  <a:gd name="connsiteY0" fmla="*/ 34710 h 69420"/>
                  <a:gd name="connsiteX1" fmla="*/ 34710 w 69420"/>
                  <a:gd name="connsiteY1" fmla="*/ 69420 h 69420"/>
                  <a:gd name="connsiteX2" fmla="*/ 0 w 69420"/>
                  <a:gd name="connsiteY2" fmla="*/ 34710 h 69420"/>
                  <a:gd name="connsiteX3" fmla="*/ 34710 w 69420"/>
                  <a:gd name="connsiteY3" fmla="*/ 0 h 69420"/>
                  <a:gd name="connsiteX4" fmla="*/ 69421 w 69420"/>
                  <a:gd name="connsiteY4" fmla="*/ 34710 h 69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420" h="69420">
                    <a:moveTo>
                      <a:pt x="69421" y="34710"/>
                    </a:moveTo>
                    <a:cubicBezTo>
                      <a:pt x="69421" y="53880"/>
                      <a:pt x="53880" y="69420"/>
                      <a:pt x="34710" y="69420"/>
                    </a:cubicBezTo>
                    <a:cubicBezTo>
                      <a:pt x="15540" y="69420"/>
                      <a:pt x="0" y="53880"/>
                      <a:pt x="0" y="34710"/>
                    </a:cubicBezTo>
                    <a:cubicBezTo>
                      <a:pt x="0" y="15540"/>
                      <a:pt x="15540" y="0"/>
                      <a:pt x="34710" y="0"/>
                    </a:cubicBezTo>
                    <a:cubicBezTo>
                      <a:pt x="53880" y="0"/>
                      <a:pt x="69421" y="15540"/>
                      <a:pt x="69421" y="3471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AB02267D-17F5-6754-C405-775D1E48179E}"/>
                  </a:ext>
                </a:extLst>
              </p:cNvPr>
              <p:cNvSpPr/>
              <p:nvPr/>
            </p:nvSpPr>
            <p:spPr>
              <a:xfrm>
                <a:off x="1100536" y="596082"/>
                <a:ext cx="72117" cy="72117"/>
              </a:xfrm>
              <a:custGeom>
                <a:avLst/>
                <a:gdLst>
                  <a:gd name="connsiteX0" fmla="*/ 69420 w 69420"/>
                  <a:gd name="connsiteY0" fmla="*/ 34710 h 69420"/>
                  <a:gd name="connsiteX1" fmla="*/ 34710 w 69420"/>
                  <a:gd name="connsiteY1" fmla="*/ 69420 h 69420"/>
                  <a:gd name="connsiteX2" fmla="*/ 0 w 69420"/>
                  <a:gd name="connsiteY2" fmla="*/ 34710 h 69420"/>
                  <a:gd name="connsiteX3" fmla="*/ 34710 w 69420"/>
                  <a:gd name="connsiteY3" fmla="*/ 0 h 69420"/>
                  <a:gd name="connsiteX4" fmla="*/ 69420 w 69420"/>
                  <a:gd name="connsiteY4" fmla="*/ 34710 h 69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420" h="69420">
                    <a:moveTo>
                      <a:pt x="69420" y="34710"/>
                    </a:moveTo>
                    <a:cubicBezTo>
                      <a:pt x="69420" y="53880"/>
                      <a:pt x="53880" y="69420"/>
                      <a:pt x="34710" y="69420"/>
                    </a:cubicBezTo>
                    <a:cubicBezTo>
                      <a:pt x="15540" y="69420"/>
                      <a:pt x="0" y="53880"/>
                      <a:pt x="0" y="34710"/>
                    </a:cubicBezTo>
                    <a:cubicBezTo>
                      <a:pt x="0" y="15540"/>
                      <a:pt x="15540" y="0"/>
                      <a:pt x="34710" y="0"/>
                    </a:cubicBezTo>
                    <a:cubicBezTo>
                      <a:pt x="53880" y="0"/>
                      <a:pt x="69420" y="15540"/>
                      <a:pt x="69420" y="3471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F74BC508-1835-20EA-5D6D-C71E9B364650}"/>
                  </a:ext>
                </a:extLst>
              </p:cNvPr>
              <p:cNvSpPr/>
              <p:nvPr/>
            </p:nvSpPr>
            <p:spPr>
              <a:xfrm>
                <a:off x="1975467" y="503723"/>
                <a:ext cx="72117" cy="72117"/>
              </a:xfrm>
              <a:custGeom>
                <a:avLst/>
                <a:gdLst>
                  <a:gd name="connsiteX0" fmla="*/ 69420 w 69420"/>
                  <a:gd name="connsiteY0" fmla="*/ 34710 h 69420"/>
                  <a:gd name="connsiteX1" fmla="*/ 34710 w 69420"/>
                  <a:gd name="connsiteY1" fmla="*/ 69420 h 69420"/>
                  <a:gd name="connsiteX2" fmla="*/ 0 w 69420"/>
                  <a:gd name="connsiteY2" fmla="*/ 34710 h 69420"/>
                  <a:gd name="connsiteX3" fmla="*/ 34710 w 69420"/>
                  <a:gd name="connsiteY3" fmla="*/ 0 h 69420"/>
                  <a:gd name="connsiteX4" fmla="*/ 69420 w 69420"/>
                  <a:gd name="connsiteY4" fmla="*/ 34710 h 69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420" h="69420">
                    <a:moveTo>
                      <a:pt x="69420" y="34710"/>
                    </a:moveTo>
                    <a:cubicBezTo>
                      <a:pt x="69420" y="53880"/>
                      <a:pt x="53880" y="69420"/>
                      <a:pt x="34710" y="69420"/>
                    </a:cubicBezTo>
                    <a:cubicBezTo>
                      <a:pt x="15540" y="69420"/>
                      <a:pt x="0" y="53880"/>
                      <a:pt x="0" y="34710"/>
                    </a:cubicBezTo>
                    <a:cubicBezTo>
                      <a:pt x="0" y="15540"/>
                      <a:pt x="15540" y="0"/>
                      <a:pt x="34710" y="0"/>
                    </a:cubicBezTo>
                    <a:cubicBezTo>
                      <a:pt x="53880" y="0"/>
                      <a:pt x="69420" y="15540"/>
                      <a:pt x="69420" y="3471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A2392E3F-36BF-264E-B316-2A2B99CACA34}"/>
                </a:ext>
              </a:extLst>
            </p:cNvPr>
            <p:cNvGrpSpPr/>
            <p:nvPr userDrawn="1"/>
          </p:nvGrpSpPr>
          <p:grpSpPr>
            <a:xfrm flipH="1">
              <a:off x="10406743" y="0"/>
              <a:ext cx="1785257" cy="1677024"/>
              <a:chOff x="0" y="0"/>
              <a:chExt cx="2620521" cy="2461650"/>
            </a:xfrm>
          </p:grpSpPr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1D552950-035A-1B80-5AD7-D45B1AC6EEF5}"/>
                  </a:ext>
                </a:extLst>
              </p:cNvPr>
              <p:cNvSpPr/>
              <p:nvPr/>
            </p:nvSpPr>
            <p:spPr>
              <a:xfrm flipH="1">
                <a:off x="1" y="1420008"/>
                <a:ext cx="550337" cy="379814"/>
              </a:xfrm>
              <a:custGeom>
                <a:avLst/>
                <a:gdLst>
                  <a:gd name="connsiteX0" fmla="*/ 641002 w 641002"/>
                  <a:gd name="connsiteY0" fmla="*/ 0 h 442386"/>
                  <a:gd name="connsiteX1" fmla="*/ 641002 w 641002"/>
                  <a:gd name="connsiteY1" fmla="*/ 37469 h 442386"/>
                  <a:gd name="connsiteX2" fmla="*/ 226860 w 641002"/>
                  <a:gd name="connsiteY2" fmla="*/ 442386 h 442386"/>
                  <a:gd name="connsiteX3" fmla="*/ 0 w 641002"/>
                  <a:gd name="connsiteY3" fmla="*/ 442386 h 442386"/>
                  <a:gd name="connsiteX4" fmla="*/ 0 w 641002"/>
                  <a:gd name="connsiteY4" fmla="*/ 415598 h 442386"/>
                  <a:gd name="connsiteX5" fmla="*/ 215953 w 641002"/>
                  <a:gd name="connsiteY5" fmla="*/ 415598 h 442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1002" h="442386">
                    <a:moveTo>
                      <a:pt x="641002" y="0"/>
                    </a:moveTo>
                    <a:lnTo>
                      <a:pt x="641002" y="37469"/>
                    </a:lnTo>
                    <a:lnTo>
                      <a:pt x="226860" y="442386"/>
                    </a:lnTo>
                    <a:lnTo>
                      <a:pt x="0" y="442386"/>
                    </a:lnTo>
                    <a:lnTo>
                      <a:pt x="0" y="415598"/>
                    </a:lnTo>
                    <a:lnTo>
                      <a:pt x="215953" y="41559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8E73A7A3-9120-FF59-09A5-510B82E6533E}"/>
                  </a:ext>
                </a:extLst>
              </p:cNvPr>
              <p:cNvSpPr/>
              <p:nvPr/>
            </p:nvSpPr>
            <p:spPr>
              <a:xfrm flipH="1">
                <a:off x="1" y="1213277"/>
                <a:ext cx="1222019" cy="704828"/>
              </a:xfrm>
              <a:custGeom>
                <a:avLst/>
                <a:gdLst>
                  <a:gd name="connsiteX0" fmla="*/ 1423340 w 1423340"/>
                  <a:gd name="connsiteY0" fmla="*/ 0 h 820944"/>
                  <a:gd name="connsiteX1" fmla="*/ 1423340 w 1423340"/>
                  <a:gd name="connsiteY1" fmla="*/ 37887 h 820944"/>
                  <a:gd name="connsiteX2" fmla="*/ 1048654 w 1423340"/>
                  <a:gd name="connsiteY2" fmla="*/ 412573 h 820944"/>
                  <a:gd name="connsiteX3" fmla="*/ 559535 w 1423340"/>
                  <a:gd name="connsiteY3" fmla="*/ 412573 h 820944"/>
                  <a:gd name="connsiteX4" fmla="*/ 559535 w 1423340"/>
                  <a:gd name="connsiteY4" fmla="*/ 820944 h 820944"/>
                  <a:gd name="connsiteX5" fmla="*/ 0 w 1423340"/>
                  <a:gd name="connsiteY5" fmla="*/ 820944 h 820944"/>
                  <a:gd name="connsiteX6" fmla="*/ 0 w 1423340"/>
                  <a:gd name="connsiteY6" fmla="*/ 794155 h 820944"/>
                  <a:gd name="connsiteX7" fmla="*/ 532746 w 1423340"/>
                  <a:gd name="connsiteY7" fmla="*/ 794155 h 820944"/>
                  <a:gd name="connsiteX8" fmla="*/ 532746 w 1423340"/>
                  <a:gd name="connsiteY8" fmla="*/ 385785 h 820944"/>
                  <a:gd name="connsiteX9" fmla="*/ 1037556 w 1423340"/>
                  <a:gd name="connsiteY9" fmla="*/ 385785 h 820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23340" h="820944">
                    <a:moveTo>
                      <a:pt x="1423340" y="0"/>
                    </a:moveTo>
                    <a:lnTo>
                      <a:pt x="1423340" y="37887"/>
                    </a:lnTo>
                    <a:lnTo>
                      <a:pt x="1048654" y="412573"/>
                    </a:lnTo>
                    <a:lnTo>
                      <a:pt x="559535" y="412573"/>
                    </a:lnTo>
                    <a:lnTo>
                      <a:pt x="559535" y="820944"/>
                    </a:lnTo>
                    <a:lnTo>
                      <a:pt x="0" y="820944"/>
                    </a:lnTo>
                    <a:lnTo>
                      <a:pt x="0" y="794155"/>
                    </a:lnTo>
                    <a:lnTo>
                      <a:pt x="532746" y="794155"/>
                    </a:lnTo>
                    <a:lnTo>
                      <a:pt x="532746" y="385785"/>
                    </a:lnTo>
                    <a:lnTo>
                      <a:pt x="1037556" y="38578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58DA75D8-3BE6-3848-C14F-5CF0AD04E869}"/>
                  </a:ext>
                </a:extLst>
              </p:cNvPr>
              <p:cNvSpPr/>
              <p:nvPr/>
            </p:nvSpPr>
            <p:spPr>
              <a:xfrm flipH="1">
                <a:off x="0" y="1044329"/>
                <a:ext cx="689747" cy="383756"/>
              </a:xfrm>
              <a:custGeom>
                <a:avLst/>
                <a:gdLst>
                  <a:gd name="connsiteX0" fmla="*/ 803379 w 803379"/>
                  <a:gd name="connsiteY0" fmla="*/ 0 h 446978"/>
                  <a:gd name="connsiteX1" fmla="*/ 803379 w 803379"/>
                  <a:gd name="connsiteY1" fmla="*/ 37812 h 446978"/>
                  <a:gd name="connsiteX2" fmla="*/ 394250 w 803379"/>
                  <a:gd name="connsiteY2" fmla="*/ 446978 h 446978"/>
                  <a:gd name="connsiteX3" fmla="*/ 0 w 803379"/>
                  <a:gd name="connsiteY3" fmla="*/ 446978 h 446978"/>
                  <a:gd name="connsiteX4" fmla="*/ 0 w 803379"/>
                  <a:gd name="connsiteY4" fmla="*/ 420189 h 446978"/>
                  <a:gd name="connsiteX5" fmla="*/ 383152 w 803379"/>
                  <a:gd name="connsiteY5" fmla="*/ 420189 h 446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03379" h="446978">
                    <a:moveTo>
                      <a:pt x="803379" y="0"/>
                    </a:moveTo>
                    <a:lnTo>
                      <a:pt x="803379" y="37812"/>
                    </a:lnTo>
                    <a:lnTo>
                      <a:pt x="394250" y="446978"/>
                    </a:lnTo>
                    <a:lnTo>
                      <a:pt x="0" y="446978"/>
                    </a:lnTo>
                    <a:lnTo>
                      <a:pt x="0" y="420189"/>
                    </a:lnTo>
                    <a:lnTo>
                      <a:pt x="383152" y="420189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C47B63D-DA3A-6E7F-EB83-4B93D3E728CB}"/>
                  </a:ext>
                </a:extLst>
              </p:cNvPr>
              <p:cNvSpPr/>
              <p:nvPr/>
            </p:nvSpPr>
            <p:spPr>
              <a:xfrm flipH="1">
                <a:off x="0" y="822024"/>
                <a:ext cx="1230168" cy="849888"/>
              </a:xfrm>
              <a:custGeom>
                <a:avLst/>
                <a:gdLst>
                  <a:gd name="connsiteX0" fmla="*/ 1432831 w 1432831"/>
                  <a:gd name="connsiteY0" fmla="*/ 0 h 989902"/>
                  <a:gd name="connsiteX1" fmla="*/ 1432831 w 1432831"/>
                  <a:gd name="connsiteY1" fmla="*/ 37886 h 989902"/>
                  <a:gd name="connsiteX2" fmla="*/ 991709 w 1432831"/>
                  <a:gd name="connsiteY2" fmla="*/ 479008 h 989902"/>
                  <a:gd name="connsiteX3" fmla="*/ 529876 w 1432831"/>
                  <a:gd name="connsiteY3" fmla="*/ 479008 h 989902"/>
                  <a:gd name="connsiteX4" fmla="*/ 18943 w 1432831"/>
                  <a:gd name="connsiteY4" fmla="*/ 989902 h 989902"/>
                  <a:gd name="connsiteX5" fmla="*/ 0 w 1432831"/>
                  <a:gd name="connsiteY5" fmla="*/ 970959 h 989902"/>
                  <a:gd name="connsiteX6" fmla="*/ 518778 w 1432831"/>
                  <a:gd name="connsiteY6" fmla="*/ 452220 h 989902"/>
                  <a:gd name="connsiteX7" fmla="*/ 980611 w 1432831"/>
                  <a:gd name="connsiteY7" fmla="*/ 452220 h 989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32831" h="989902">
                    <a:moveTo>
                      <a:pt x="1432831" y="0"/>
                    </a:moveTo>
                    <a:lnTo>
                      <a:pt x="1432831" y="37886"/>
                    </a:lnTo>
                    <a:lnTo>
                      <a:pt x="991709" y="479008"/>
                    </a:lnTo>
                    <a:lnTo>
                      <a:pt x="529876" y="479008"/>
                    </a:lnTo>
                    <a:lnTo>
                      <a:pt x="18943" y="989902"/>
                    </a:lnTo>
                    <a:lnTo>
                      <a:pt x="0" y="970959"/>
                    </a:lnTo>
                    <a:lnTo>
                      <a:pt x="518778" y="452220"/>
                    </a:lnTo>
                    <a:lnTo>
                      <a:pt x="980611" y="45222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81D28386-0DAF-C2CE-075A-C69CE6D112FC}"/>
                  </a:ext>
                </a:extLst>
              </p:cNvPr>
              <p:cNvSpPr/>
              <p:nvPr/>
            </p:nvSpPr>
            <p:spPr>
              <a:xfrm flipH="1">
                <a:off x="1" y="611285"/>
                <a:ext cx="604846" cy="447169"/>
              </a:xfrm>
              <a:custGeom>
                <a:avLst/>
                <a:gdLst>
                  <a:gd name="connsiteX0" fmla="*/ 704491 w 704491"/>
                  <a:gd name="connsiteY0" fmla="*/ 0 h 520837"/>
                  <a:gd name="connsiteX1" fmla="*/ 704491 w 704491"/>
                  <a:gd name="connsiteY1" fmla="*/ 37887 h 520837"/>
                  <a:gd name="connsiteX2" fmla="*/ 221540 w 704491"/>
                  <a:gd name="connsiteY2" fmla="*/ 520837 h 520837"/>
                  <a:gd name="connsiteX3" fmla="*/ 0 w 704491"/>
                  <a:gd name="connsiteY3" fmla="*/ 520837 h 520837"/>
                  <a:gd name="connsiteX4" fmla="*/ 0 w 704491"/>
                  <a:gd name="connsiteY4" fmla="*/ 494049 h 520837"/>
                  <a:gd name="connsiteX5" fmla="*/ 210443 w 704491"/>
                  <a:gd name="connsiteY5" fmla="*/ 494049 h 520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4491" h="520837">
                    <a:moveTo>
                      <a:pt x="704491" y="0"/>
                    </a:moveTo>
                    <a:lnTo>
                      <a:pt x="704491" y="37887"/>
                    </a:lnTo>
                    <a:lnTo>
                      <a:pt x="221540" y="520837"/>
                    </a:lnTo>
                    <a:lnTo>
                      <a:pt x="0" y="520837"/>
                    </a:lnTo>
                    <a:lnTo>
                      <a:pt x="0" y="494049"/>
                    </a:lnTo>
                    <a:lnTo>
                      <a:pt x="210443" y="494049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9754B2EA-63EC-8C72-B279-BDF674A4B068}"/>
                  </a:ext>
                </a:extLst>
              </p:cNvPr>
              <p:cNvSpPr/>
              <p:nvPr/>
            </p:nvSpPr>
            <p:spPr>
              <a:xfrm flipH="1">
                <a:off x="1" y="359012"/>
                <a:ext cx="1230168" cy="938042"/>
              </a:xfrm>
              <a:custGeom>
                <a:avLst/>
                <a:gdLst>
                  <a:gd name="connsiteX0" fmla="*/ 1432831 w 1432831"/>
                  <a:gd name="connsiteY0" fmla="*/ 0 h 1092579"/>
                  <a:gd name="connsiteX1" fmla="*/ 1432831 w 1432831"/>
                  <a:gd name="connsiteY1" fmla="*/ 37886 h 1092579"/>
                  <a:gd name="connsiteX2" fmla="*/ 886469 w 1432831"/>
                  <a:gd name="connsiteY2" fmla="*/ 584249 h 1092579"/>
                  <a:gd name="connsiteX3" fmla="*/ 527312 w 1432831"/>
                  <a:gd name="connsiteY3" fmla="*/ 584249 h 1092579"/>
                  <a:gd name="connsiteX4" fmla="*/ 18943 w 1432831"/>
                  <a:gd name="connsiteY4" fmla="*/ 1092579 h 1092579"/>
                  <a:gd name="connsiteX5" fmla="*/ 0 w 1432831"/>
                  <a:gd name="connsiteY5" fmla="*/ 1073636 h 1092579"/>
                  <a:gd name="connsiteX6" fmla="*/ 516214 w 1432831"/>
                  <a:gd name="connsiteY6" fmla="*/ 557460 h 1092579"/>
                  <a:gd name="connsiteX7" fmla="*/ 875371 w 1432831"/>
                  <a:gd name="connsiteY7" fmla="*/ 557460 h 1092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32831" h="1092579">
                    <a:moveTo>
                      <a:pt x="1432831" y="0"/>
                    </a:moveTo>
                    <a:lnTo>
                      <a:pt x="1432831" y="37886"/>
                    </a:lnTo>
                    <a:lnTo>
                      <a:pt x="886469" y="584249"/>
                    </a:lnTo>
                    <a:lnTo>
                      <a:pt x="527312" y="584249"/>
                    </a:lnTo>
                    <a:lnTo>
                      <a:pt x="18943" y="1092579"/>
                    </a:lnTo>
                    <a:lnTo>
                      <a:pt x="0" y="1073636"/>
                    </a:lnTo>
                    <a:lnTo>
                      <a:pt x="516214" y="557460"/>
                    </a:lnTo>
                    <a:lnTo>
                      <a:pt x="875371" y="55746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091260A-71A1-37DA-46F5-D0A689BB88F6}"/>
                  </a:ext>
                </a:extLst>
              </p:cNvPr>
              <p:cNvSpPr/>
              <p:nvPr/>
            </p:nvSpPr>
            <p:spPr>
              <a:xfrm flipH="1">
                <a:off x="0" y="63798"/>
                <a:ext cx="900652" cy="752602"/>
              </a:xfrm>
              <a:custGeom>
                <a:avLst/>
                <a:gdLst>
                  <a:gd name="connsiteX0" fmla="*/ 1049029 w 1049029"/>
                  <a:gd name="connsiteY0" fmla="*/ 0 h 876589"/>
                  <a:gd name="connsiteX1" fmla="*/ 1049029 w 1049029"/>
                  <a:gd name="connsiteY1" fmla="*/ 37849 h 876589"/>
                  <a:gd name="connsiteX2" fmla="*/ 612002 w 1049029"/>
                  <a:gd name="connsiteY2" fmla="*/ 474876 h 876589"/>
                  <a:gd name="connsiteX3" fmla="*/ 420655 w 1049029"/>
                  <a:gd name="connsiteY3" fmla="*/ 474876 h 876589"/>
                  <a:gd name="connsiteX4" fmla="*/ 18943 w 1049029"/>
                  <a:gd name="connsiteY4" fmla="*/ 876589 h 876589"/>
                  <a:gd name="connsiteX5" fmla="*/ 0 w 1049029"/>
                  <a:gd name="connsiteY5" fmla="*/ 857645 h 876589"/>
                  <a:gd name="connsiteX6" fmla="*/ 409558 w 1049029"/>
                  <a:gd name="connsiteY6" fmla="*/ 448088 h 876589"/>
                  <a:gd name="connsiteX7" fmla="*/ 600904 w 1049029"/>
                  <a:gd name="connsiteY7" fmla="*/ 448088 h 876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49029" h="876589">
                    <a:moveTo>
                      <a:pt x="1049029" y="0"/>
                    </a:moveTo>
                    <a:lnTo>
                      <a:pt x="1049029" y="37849"/>
                    </a:lnTo>
                    <a:lnTo>
                      <a:pt x="612002" y="474876"/>
                    </a:lnTo>
                    <a:lnTo>
                      <a:pt x="420655" y="474876"/>
                    </a:lnTo>
                    <a:lnTo>
                      <a:pt x="18943" y="876589"/>
                    </a:lnTo>
                    <a:lnTo>
                      <a:pt x="0" y="857645"/>
                    </a:lnTo>
                    <a:lnTo>
                      <a:pt x="409558" y="448088"/>
                    </a:lnTo>
                    <a:lnTo>
                      <a:pt x="600904" y="44808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46011274-4DDF-D5E3-949E-2A7DB6E44E24}"/>
                  </a:ext>
                </a:extLst>
              </p:cNvPr>
              <p:cNvSpPr/>
              <p:nvPr/>
            </p:nvSpPr>
            <p:spPr>
              <a:xfrm flipH="1">
                <a:off x="484805" y="0"/>
                <a:ext cx="935931" cy="1150614"/>
              </a:xfrm>
              <a:custGeom>
                <a:avLst/>
                <a:gdLst>
                  <a:gd name="connsiteX0" fmla="*/ 1052237 w 1090121"/>
                  <a:gd name="connsiteY0" fmla="*/ 0 h 1340171"/>
                  <a:gd name="connsiteX1" fmla="*/ 1090121 w 1090121"/>
                  <a:gd name="connsiteY1" fmla="*/ 0 h 1340171"/>
                  <a:gd name="connsiteX2" fmla="*/ 567380 w 1090121"/>
                  <a:gd name="connsiteY2" fmla="*/ 522741 h 1340171"/>
                  <a:gd name="connsiteX3" fmla="*/ 567380 w 1090121"/>
                  <a:gd name="connsiteY3" fmla="*/ 791735 h 1340171"/>
                  <a:gd name="connsiteX4" fmla="*/ 563476 w 1090121"/>
                  <a:gd name="connsiteY4" fmla="*/ 795639 h 1340171"/>
                  <a:gd name="connsiteX5" fmla="*/ 18943 w 1090121"/>
                  <a:gd name="connsiteY5" fmla="*/ 1340171 h 1340171"/>
                  <a:gd name="connsiteX6" fmla="*/ 0 w 1090121"/>
                  <a:gd name="connsiteY6" fmla="*/ 1321228 h 1340171"/>
                  <a:gd name="connsiteX7" fmla="*/ 540591 w 1090121"/>
                  <a:gd name="connsiteY7" fmla="*/ 780637 h 1340171"/>
                  <a:gd name="connsiteX8" fmla="*/ 540591 w 1090121"/>
                  <a:gd name="connsiteY8" fmla="*/ 511643 h 1340171"/>
                  <a:gd name="connsiteX9" fmla="*/ 544533 w 1090121"/>
                  <a:gd name="connsiteY9" fmla="*/ 507739 h 13401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90121" h="1340171">
                    <a:moveTo>
                      <a:pt x="1052237" y="0"/>
                    </a:moveTo>
                    <a:lnTo>
                      <a:pt x="1090121" y="0"/>
                    </a:lnTo>
                    <a:lnTo>
                      <a:pt x="567380" y="522741"/>
                    </a:lnTo>
                    <a:lnTo>
                      <a:pt x="567380" y="791735"/>
                    </a:lnTo>
                    <a:lnTo>
                      <a:pt x="563476" y="795639"/>
                    </a:lnTo>
                    <a:lnTo>
                      <a:pt x="18943" y="1340171"/>
                    </a:lnTo>
                    <a:lnTo>
                      <a:pt x="0" y="1321228"/>
                    </a:lnTo>
                    <a:lnTo>
                      <a:pt x="540591" y="780637"/>
                    </a:lnTo>
                    <a:lnTo>
                      <a:pt x="540591" y="511643"/>
                    </a:lnTo>
                    <a:lnTo>
                      <a:pt x="544533" y="507739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C1EEB1D2-C697-64CC-D554-D610E54A6BD7}"/>
                  </a:ext>
                </a:extLst>
              </p:cNvPr>
              <p:cNvSpPr/>
              <p:nvPr/>
            </p:nvSpPr>
            <p:spPr>
              <a:xfrm flipH="1">
                <a:off x="728862" y="1"/>
                <a:ext cx="419232" cy="629907"/>
              </a:xfrm>
              <a:custGeom>
                <a:avLst/>
                <a:gdLst>
                  <a:gd name="connsiteX0" fmla="*/ 450412 w 488298"/>
                  <a:gd name="connsiteY0" fmla="*/ 0 h 733681"/>
                  <a:gd name="connsiteX1" fmla="*/ 488298 w 488298"/>
                  <a:gd name="connsiteY1" fmla="*/ 0 h 733681"/>
                  <a:gd name="connsiteX2" fmla="*/ 26788 w 488298"/>
                  <a:gd name="connsiteY2" fmla="*/ 461510 h 733681"/>
                  <a:gd name="connsiteX3" fmla="*/ 26788 w 488298"/>
                  <a:gd name="connsiteY3" fmla="*/ 733681 h 733681"/>
                  <a:gd name="connsiteX4" fmla="*/ 0 w 488298"/>
                  <a:gd name="connsiteY4" fmla="*/ 733681 h 733681"/>
                  <a:gd name="connsiteX5" fmla="*/ 0 w 488298"/>
                  <a:gd name="connsiteY5" fmla="*/ 450412 h 733681"/>
                  <a:gd name="connsiteX6" fmla="*/ 3904 w 488298"/>
                  <a:gd name="connsiteY6" fmla="*/ 446509 h 733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8298" h="733681">
                    <a:moveTo>
                      <a:pt x="450412" y="0"/>
                    </a:moveTo>
                    <a:lnTo>
                      <a:pt x="488298" y="0"/>
                    </a:lnTo>
                    <a:lnTo>
                      <a:pt x="26788" y="461510"/>
                    </a:lnTo>
                    <a:lnTo>
                      <a:pt x="26788" y="733681"/>
                    </a:lnTo>
                    <a:lnTo>
                      <a:pt x="0" y="733681"/>
                    </a:lnTo>
                    <a:lnTo>
                      <a:pt x="0" y="450412"/>
                    </a:lnTo>
                    <a:lnTo>
                      <a:pt x="3904" y="446509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DD42CE96-2AF5-1DE7-C72E-D30C58941F3B}"/>
                  </a:ext>
                </a:extLst>
              </p:cNvPr>
              <p:cNvSpPr/>
              <p:nvPr/>
            </p:nvSpPr>
            <p:spPr>
              <a:xfrm flipH="1">
                <a:off x="973904" y="0"/>
                <a:ext cx="777268" cy="1150614"/>
              </a:xfrm>
              <a:custGeom>
                <a:avLst/>
                <a:gdLst>
                  <a:gd name="connsiteX0" fmla="*/ 867435 w 905318"/>
                  <a:gd name="connsiteY0" fmla="*/ 0 h 1340171"/>
                  <a:gd name="connsiteX1" fmla="*/ 905318 w 905318"/>
                  <a:gd name="connsiteY1" fmla="*/ 0 h 1340171"/>
                  <a:gd name="connsiteX2" fmla="*/ 500676 w 905318"/>
                  <a:gd name="connsiteY2" fmla="*/ 404641 h 1340171"/>
                  <a:gd name="connsiteX3" fmla="*/ 500676 w 905318"/>
                  <a:gd name="connsiteY3" fmla="*/ 858399 h 1340171"/>
                  <a:gd name="connsiteX4" fmla="*/ 496773 w 905318"/>
                  <a:gd name="connsiteY4" fmla="*/ 862341 h 1340171"/>
                  <a:gd name="connsiteX5" fmla="*/ 18943 w 905318"/>
                  <a:gd name="connsiteY5" fmla="*/ 1340171 h 1340171"/>
                  <a:gd name="connsiteX6" fmla="*/ 0 w 905318"/>
                  <a:gd name="connsiteY6" fmla="*/ 1321227 h 1340171"/>
                  <a:gd name="connsiteX7" fmla="*/ 473888 w 905318"/>
                  <a:gd name="connsiteY7" fmla="*/ 847301 h 1340171"/>
                  <a:gd name="connsiteX8" fmla="*/ 473888 w 905318"/>
                  <a:gd name="connsiteY8" fmla="*/ 393543 h 1340171"/>
                  <a:gd name="connsiteX9" fmla="*/ 477830 w 905318"/>
                  <a:gd name="connsiteY9" fmla="*/ 389640 h 13401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05318" h="1340171">
                    <a:moveTo>
                      <a:pt x="867435" y="0"/>
                    </a:moveTo>
                    <a:lnTo>
                      <a:pt x="905318" y="0"/>
                    </a:lnTo>
                    <a:lnTo>
                      <a:pt x="500676" y="404641"/>
                    </a:lnTo>
                    <a:lnTo>
                      <a:pt x="500676" y="858399"/>
                    </a:lnTo>
                    <a:lnTo>
                      <a:pt x="496773" y="862341"/>
                    </a:lnTo>
                    <a:lnTo>
                      <a:pt x="18943" y="1340171"/>
                    </a:lnTo>
                    <a:lnTo>
                      <a:pt x="0" y="1321227"/>
                    </a:lnTo>
                    <a:lnTo>
                      <a:pt x="473888" y="847301"/>
                    </a:lnTo>
                    <a:lnTo>
                      <a:pt x="473888" y="393543"/>
                    </a:lnTo>
                    <a:lnTo>
                      <a:pt x="477830" y="38964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C1432B11-AA56-AC68-212D-26CB5EF96B32}"/>
                  </a:ext>
                </a:extLst>
              </p:cNvPr>
              <p:cNvSpPr/>
              <p:nvPr/>
            </p:nvSpPr>
            <p:spPr>
              <a:xfrm flipH="1">
                <a:off x="1333418" y="0"/>
                <a:ext cx="697098" cy="1142465"/>
              </a:xfrm>
              <a:custGeom>
                <a:avLst/>
                <a:gdLst>
                  <a:gd name="connsiteX0" fmla="*/ 774054 w 811941"/>
                  <a:gd name="connsiteY0" fmla="*/ 0 h 1330680"/>
                  <a:gd name="connsiteX1" fmla="*/ 811941 w 811941"/>
                  <a:gd name="connsiteY1" fmla="*/ 0 h 1330680"/>
                  <a:gd name="connsiteX2" fmla="*/ 437915 w 811941"/>
                  <a:gd name="connsiteY2" fmla="*/ 374026 h 1330680"/>
                  <a:gd name="connsiteX3" fmla="*/ 437915 w 811941"/>
                  <a:gd name="connsiteY3" fmla="*/ 869536 h 1330680"/>
                  <a:gd name="connsiteX4" fmla="*/ 26788 w 811941"/>
                  <a:gd name="connsiteY4" fmla="*/ 869536 h 1330680"/>
                  <a:gd name="connsiteX5" fmla="*/ 26788 w 811941"/>
                  <a:gd name="connsiteY5" fmla="*/ 1330680 h 1330680"/>
                  <a:gd name="connsiteX6" fmla="*/ 0 w 811941"/>
                  <a:gd name="connsiteY6" fmla="*/ 1330680 h 1330680"/>
                  <a:gd name="connsiteX7" fmla="*/ 0 w 811941"/>
                  <a:gd name="connsiteY7" fmla="*/ 842747 h 1330680"/>
                  <a:gd name="connsiteX8" fmla="*/ 411127 w 811941"/>
                  <a:gd name="connsiteY8" fmla="*/ 842747 h 1330680"/>
                  <a:gd name="connsiteX9" fmla="*/ 411127 w 811941"/>
                  <a:gd name="connsiteY9" fmla="*/ 362928 h 1330680"/>
                  <a:gd name="connsiteX10" fmla="*/ 415030 w 811941"/>
                  <a:gd name="connsiteY10" fmla="*/ 359024 h 1330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11941" h="1330680">
                    <a:moveTo>
                      <a:pt x="774054" y="0"/>
                    </a:moveTo>
                    <a:lnTo>
                      <a:pt x="811941" y="0"/>
                    </a:lnTo>
                    <a:lnTo>
                      <a:pt x="437915" y="374026"/>
                    </a:lnTo>
                    <a:lnTo>
                      <a:pt x="437915" y="869536"/>
                    </a:lnTo>
                    <a:lnTo>
                      <a:pt x="26788" y="869536"/>
                    </a:lnTo>
                    <a:lnTo>
                      <a:pt x="26788" y="1330680"/>
                    </a:lnTo>
                    <a:lnTo>
                      <a:pt x="0" y="1330680"/>
                    </a:lnTo>
                    <a:lnTo>
                      <a:pt x="0" y="842747"/>
                    </a:lnTo>
                    <a:lnTo>
                      <a:pt x="411127" y="842747"/>
                    </a:lnTo>
                    <a:lnTo>
                      <a:pt x="411127" y="362928"/>
                    </a:lnTo>
                    <a:lnTo>
                      <a:pt x="415030" y="359024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D5775314-AC17-186B-CC5B-1A4270C4836B}"/>
                  </a:ext>
                </a:extLst>
              </p:cNvPr>
              <p:cNvSpPr/>
              <p:nvPr/>
            </p:nvSpPr>
            <p:spPr>
              <a:xfrm flipH="1">
                <a:off x="2168913" y="0"/>
                <a:ext cx="325741" cy="309478"/>
              </a:xfrm>
              <a:custGeom>
                <a:avLst/>
                <a:gdLst>
                  <a:gd name="connsiteX0" fmla="*/ 341521 w 379405"/>
                  <a:gd name="connsiteY0" fmla="*/ 0 h 360463"/>
                  <a:gd name="connsiteX1" fmla="*/ 379405 w 379405"/>
                  <a:gd name="connsiteY1" fmla="*/ 0 h 360463"/>
                  <a:gd name="connsiteX2" fmla="*/ 18942 w 379405"/>
                  <a:gd name="connsiteY2" fmla="*/ 360463 h 360463"/>
                  <a:gd name="connsiteX3" fmla="*/ 0 w 379405"/>
                  <a:gd name="connsiteY3" fmla="*/ 341521 h 3604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9405" h="360463">
                    <a:moveTo>
                      <a:pt x="341521" y="0"/>
                    </a:moveTo>
                    <a:lnTo>
                      <a:pt x="379405" y="0"/>
                    </a:lnTo>
                    <a:lnTo>
                      <a:pt x="18942" y="360463"/>
                    </a:lnTo>
                    <a:lnTo>
                      <a:pt x="0" y="341521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8584DC59-1AF2-EE6D-3383-D5F02DE82637}"/>
                  </a:ext>
                </a:extLst>
              </p:cNvPr>
              <p:cNvSpPr/>
              <p:nvPr/>
            </p:nvSpPr>
            <p:spPr>
              <a:xfrm flipH="1">
                <a:off x="1776507" y="1"/>
                <a:ext cx="791382" cy="775120"/>
              </a:xfrm>
              <a:custGeom>
                <a:avLst/>
                <a:gdLst>
                  <a:gd name="connsiteX0" fmla="*/ 883874 w 921758"/>
                  <a:gd name="connsiteY0" fmla="*/ 0 h 902817"/>
                  <a:gd name="connsiteX1" fmla="*/ 921758 w 921758"/>
                  <a:gd name="connsiteY1" fmla="*/ 0 h 902817"/>
                  <a:gd name="connsiteX2" fmla="*/ 18942 w 921758"/>
                  <a:gd name="connsiteY2" fmla="*/ 902817 h 902817"/>
                  <a:gd name="connsiteX3" fmla="*/ 0 w 921758"/>
                  <a:gd name="connsiteY3" fmla="*/ 883875 h 9028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21758" h="902817">
                    <a:moveTo>
                      <a:pt x="883874" y="0"/>
                    </a:moveTo>
                    <a:lnTo>
                      <a:pt x="921758" y="0"/>
                    </a:lnTo>
                    <a:lnTo>
                      <a:pt x="18942" y="902817"/>
                    </a:lnTo>
                    <a:lnTo>
                      <a:pt x="0" y="88387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53EFE337-BBF9-1BFF-15B8-264AC3E945EF}"/>
                  </a:ext>
                </a:extLst>
              </p:cNvPr>
              <p:cNvSpPr/>
              <p:nvPr/>
            </p:nvSpPr>
            <p:spPr>
              <a:xfrm flipH="1">
                <a:off x="1543700" y="0"/>
                <a:ext cx="467826" cy="551281"/>
              </a:xfrm>
              <a:custGeom>
                <a:avLst/>
                <a:gdLst>
                  <a:gd name="connsiteX0" fmla="*/ 507012 w 544898"/>
                  <a:gd name="connsiteY0" fmla="*/ 0 h 642102"/>
                  <a:gd name="connsiteX1" fmla="*/ 544898 w 544898"/>
                  <a:gd name="connsiteY1" fmla="*/ 0 h 642102"/>
                  <a:gd name="connsiteX2" fmla="*/ 177416 w 544898"/>
                  <a:gd name="connsiteY2" fmla="*/ 367482 h 642102"/>
                  <a:gd name="connsiteX3" fmla="*/ 177416 w 544898"/>
                  <a:gd name="connsiteY3" fmla="*/ 642102 h 642102"/>
                  <a:gd name="connsiteX4" fmla="*/ 0 w 544898"/>
                  <a:gd name="connsiteY4" fmla="*/ 642102 h 642102"/>
                  <a:gd name="connsiteX5" fmla="*/ 0 w 544898"/>
                  <a:gd name="connsiteY5" fmla="*/ 615314 h 642102"/>
                  <a:gd name="connsiteX6" fmla="*/ 150628 w 544898"/>
                  <a:gd name="connsiteY6" fmla="*/ 615314 h 642102"/>
                  <a:gd name="connsiteX7" fmla="*/ 150628 w 544898"/>
                  <a:gd name="connsiteY7" fmla="*/ 356384 h 642102"/>
                  <a:gd name="connsiteX8" fmla="*/ 154569 w 544898"/>
                  <a:gd name="connsiteY8" fmla="*/ 352442 h 642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44898" h="642102">
                    <a:moveTo>
                      <a:pt x="507012" y="0"/>
                    </a:moveTo>
                    <a:lnTo>
                      <a:pt x="544898" y="0"/>
                    </a:lnTo>
                    <a:lnTo>
                      <a:pt x="177416" y="367482"/>
                    </a:lnTo>
                    <a:lnTo>
                      <a:pt x="177416" y="642102"/>
                    </a:lnTo>
                    <a:lnTo>
                      <a:pt x="0" y="642102"/>
                    </a:lnTo>
                    <a:lnTo>
                      <a:pt x="0" y="615314"/>
                    </a:lnTo>
                    <a:lnTo>
                      <a:pt x="150628" y="615314"/>
                    </a:lnTo>
                    <a:lnTo>
                      <a:pt x="150628" y="356384"/>
                    </a:lnTo>
                    <a:lnTo>
                      <a:pt x="154569" y="352442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1C6E94C1-2C58-D25B-7C39-21441A23376A}"/>
                  </a:ext>
                </a:extLst>
              </p:cNvPr>
              <p:cNvSpPr/>
              <p:nvPr/>
            </p:nvSpPr>
            <p:spPr>
              <a:xfrm flipH="1">
                <a:off x="0" y="1598168"/>
                <a:ext cx="795037" cy="810748"/>
              </a:xfrm>
              <a:custGeom>
                <a:avLst/>
                <a:gdLst>
                  <a:gd name="connsiteX0" fmla="*/ 926014 w 926014"/>
                  <a:gd name="connsiteY0" fmla="*/ 0 h 944315"/>
                  <a:gd name="connsiteX1" fmla="*/ 926014 w 926014"/>
                  <a:gd name="connsiteY1" fmla="*/ 37870 h 944315"/>
                  <a:gd name="connsiteX2" fmla="*/ 18935 w 926014"/>
                  <a:gd name="connsiteY2" fmla="*/ 944315 h 944315"/>
                  <a:gd name="connsiteX3" fmla="*/ 0 w 926014"/>
                  <a:gd name="connsiteY3" fmla="*/ 925367 h 944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26014" h="944315">
                    <a:moveTo>
                      <a:pt x="926014" y="0"/>
                    </a:moveTo>
                    <a:lnTo>
                      <a:pt x="926014" y="37870"/>
                    </a:lnTo>
                    <a:lnTo>
                      <a:pt x="18935" y="944315"/>
                    </a:lnTo>
                    <a:lnTo>
                      <a:pt x="0" y="925367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2145F8FC-7C7E-3DEA-D717-C21341B435B8}"/>
                  </a:ext>
                </a:extLst>
              </p:cNvPr>
              <p:cNvSpPr/>
              <p:nvPr/>
            </p:nvSpPr>
            <p:spPr>
              <a:xfrm flipH="1">
                <a:off x="0" y="1994158"/>
                <a:ext cx="334409" cy="338820"/>
              </a:xfrm>
              <a:custGeom>
                <a:avLst/>
                <a:gdLst>
                  <a:gd name="connsiteX0" fmla="*/ 389501 w 389501"/>
                  <a:gd name="connsiteY0" fmla="*/ 0 h 394639"/>
                  <a:gd name="connsiteX1" fmla="*/ 389501 w 389501"/>
                  <a:gd name="connsiteY1" fmla="*/ 37202 h 394639"/>
                  <a:gd name="connsiteX2" fmla="*/ 18588 w 389501"/>
                  <a:gd name="connsiteY2" fmla="*/ 394639 h 394639"/>
                  <a:gd name="connsiteX3" fmla="*/ 0 w 389501"/>
                  <a:gd name="connsiteY3" fmla="*/ 375350 h 3946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9501" h="394639">
                    <a:moveTo>
                      <a:pt x="389501" y="0"/>
                    </a:moveTo>
                    <a:lnTo>
                      <a:pt x="389501" y="37202"/>
                    </a:lnTo>
                    <a:lnTo>
                      <a:pt x="18588" y="394639"/>
                    </a:lnTo>
                    <a:lnTo>
                      <a:pt x="0" y="37535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7A5A20F6-ABC7-CFF6-FC8D-6C2728F277A0}"/>
                  </a:ext>
                </a:extLst>
              </p:cNvPr>
              <p:cNvSpPr/>
              <p:nvPr/>
            </p:nvSpPr>
            <p:spPr>
              <a:xfrm>
                <a:off x="2420584" y="245715"/>
                <a:ext cx="121575" cy="121575"/>
              </a:xfrm>
              <a:custGeom>
                <a:avLst/>
                <a:gdLst>
                  <a:gd name="connsiteX0" fmla="*/ 117027 w 117027"/>
                  <a:gd name="connsiteY0" fmla="*/ 58514 h 117027"/>
                  <a:gd name="connsiteX1" fmla="*/ 58514 w 117027"/>
                  <a:gd name="connsiteY1" fmla="*/ 117027 h 117027"/>
                  <a:gd name="connsiteX2" fmla="*/ 0 w 117027"/>
                  <a:gd name="connsiteY2" fmla="*/ 58514 h 117027"/>
                  <a:gd name="connsiteX3" fmla="*/ 58514 w 117027"/>
                  <a:gd name="connsiteY3" fmla="*/ 0 h 117027"/>
                  <a:gd name="connsiteX4" fmla="*/ 117027 w 117027"/>
                  <a:gd name="connsiteY4" fmla="*/ 58514 h 1170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027" h="117027">
                    <a:moveTo>
                      <a:pt x="117027" y="58514"/>
                    </a:moveTo>
                    <a:cubicBezTo>
                      <a:pt x="117027" y="90830"/>
                      <a:pt x="90830" y="117027"/>
                      <a:pt x="58514" y="117027"/>
                    </a:cubicBezTo>
                    <a:cubicBezTo>
                      <a:pt x="26197" y="117027"/>
                      <a:pt x="0" y="90830"/>
                      <a:pt x="0" y="58514"/>
                    </a:cubicBezTo>
                    <a:cubicBezTo>
                      <a:pt x="0" y="26197"/>
                      <a:pt x="26197" y="0"/>
                      <a:pt x="58514" y="0"/>
                    </a:cubicBezTo>
                    <a:cubicBezTo>
                      <a:pt x="90830" y="0"/>
                      <a:pt x="117027" y="26197"/>
                      <a:pt x="117027" y="5851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BA8C5023-E8AD-6AE5-B0AB-B6825BDF7CCC}"/>
                  </a:ext>
                </a:extLst>
              </p:cNvPr>
              <p:cNvSpPr/>
              <p:nvPr/>
            </p:nvSpPr>
            <p:spPr>
              <a:xfrm>
                <a:off x="2498946" y="706196"/>
                <a:ext cx="121575" cy="121575"/>
              </a:xfrm>
              <a:custGeom>
                <a:avLst/>
                <a:gdLst>
                  <a:gd name="connsiteX0" fmla="*/ 117027 w 117027"/>
                  <a:gd name="connsiteY0" fmla="*/ 58514 h 117027"/>
                  <a:gd name="connsiteX1" fmla="*/ 58514 w 117027"/>
                  <a:gd name="connsiteY1" fmla="*/ 117027 h 117027"/>
                  <a:gd name="connsiteX2" fmla="*/ 0 w 117027"/>
                  <a:gd name="connsiteY2" fmla="*/ 58514 h 117027"/>
                  <a:gd name="connsiteX3" fmla="*/ 58514 w 117027"/>
                  <a:gd name="connsiteY3" fmla="*/ 0 h 117027"/>
                  <a:gd name="connsiteX4" fmla="*/ 117027 w 117027"/>
                  <a:gd name="connsiteY4" fmla="*/ 58514 h 1170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027" h="117027">
                    <a:moveTo>
                      <a:pt x="117027" y="58514"/>
                    </a:moveTo>
                    <a:cubicBezTo>
                      <a:pt x="117027" y="90830"/>
                      <a:pt x="90830" y="117027"/>
                      <a:pt x="58514" y="117027"/>
                    </a:cubicBezTo>
                    <a:cubicBezTo>
                      <a:pt x="26197" y="117027"/>
                      <a:pt x="0" y="90830"/>
                      <a:pt x="0" y="58514"/>
                    </a:cubicBezTo>
                    <a:cubicBezTo>
                      <a:pt x="0" y="26198"/>
                      <a:pt x="26197" y="0"/>
                      <a:pt x="58514" y="0"/>
                    </a:cubicBezTo>
                    <a:cubicBezTo>
                      <a:pt x="90830" y="0"/>
                      <a:pt x="117027" y="26198"/>
                      <a:pt x="117027" y="5851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1FFAD03F-C508-AA47-E911-8EB8C323267A}"/>
                  </a:ext>
                </a:extLst>
              </p:cNvPr>
              <p:cNvSpPr/>
              <p:nvPr/>
            </p:nvSpPr>
            <p:spPr>
              <a:xfrm>
                <a:off x="1958229" y="1081678"/>
                <a:ext cx="121575" cy="121575"/>
              </a:xfrm>
              <a:custGeom>
                <a:avLst/>
                <a:gdLst>
                  <a:gd name="connsiteX0" fmla="*/ 117027 w 117027"/>
                  <a:gd name="connsiteY0" fmla="*/ 58514 h 117027"/>
                  <a:gd name="connsiteX1" fmla="*/ 58514 w 117027"/>
                  <a:gd name="connsiteY1" fmla="*/ 117027 h 117027"/>
                  <a:gd name="connsiteX2" fmla="*/ 0 w 117027"/>
                  <a:gd name="connsiteY2" fmla="*/ 58514 h 117027"/>
                  <a:gd name="connsiteX3" fmla="*/ 58514 w 117027"/>
                  <a:gd name="connsiteY3" fmla="*/ 0 h 117027"/>
                  <a:gd name="connsiteX4" fmla="*/ 117027 w 117027"/>
                  <a:gd name="connsiteY4" fmla="*/ 58514 h 1170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027" h="117027">
                    <a:moveTo>
                      <a:pt x="117027" y="58514"/>
                    </a:moveTo>
                    <a:cubicBezTo>
                      <a:pt x="117027" y="90830"/>
                      <a:pt x="90830" y="117027"/>
                      <a:pt x="58514" y="117027"/>
                    </a:cubicBezTo>
                    <a:cubicBezTo>
                      <a:pt x="26197" y="117027"/>
                      <a:pt x="0" y="90830"/>
                      <a:pt x="0" y="58514"/>
                    </a:cubicBezTo>
                    <a:cubicBezTo>
                      <a:pt x="0" y="26197"/>
                      <a:pt x="26197" y="0"/>
                      <a:pt x="58514" y="0"/>
                    </a:cubicBezTo>
                    <a:cubicBezTo>
                      <a:pt x="90830" y="0"/>
                      <a:pt x="117027" y="26197"/>
                      <a:pt x="117027" y="5851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13FE6CE4-8D58-CC6C-A482-664C16405C8C}"/>
                  </a:ext>
                </a:extLst>
              </p:cNvPr>
              <p:cNvSpPr/>
              <p:nvPr/>
            </p:nvSpPr>
            <p:spPr>
              <a:xfrm>
                <a:off x="1678951" y="1081678"/>
                <a:ext cx="121575" cy="121575"/>
              </a:xfrm>
              <a:custGeom>
                <a:avLst/>
                <a:gdLst>
                  <a:gd name="connsiteX0" fmla="*/ 117027 w 117027"/>
                  <a:gd name="connsiteY0" fmla="*/ 58514 h 117027"/>
                  <a:gd name="connsiteX1" fmla="*/ 58514 w 117027"/>
                  <a:gd name="connsiteY1" fmla="*/ 117027 h 117027"/>
                  <a:gd name="connsiteX2" fmla="*/ 0 w 117027"/>
                  <a:gd name="connsiteY2" fmla="*/ 58514 h 117027"/>
                  <a:gd name="connsiteX3" fmla="*/ 58514 w 117027"/>
                  <a:gd name="connsiteY3" fmla="*/ 0 h 117027"/>
                  <a:gd name="connsiteX4" fmla="*/ 117027 w 117027"/>
                  <a:gd name="connsiteY4" fmla="*/ 58514 h 1170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027" h="117027">
                    <a:moveTo>
                      <a:pt x="117027" y="58514"/>
                    </a:moveTo>
                    <a:cubicBezTo>
                      <a:pt x="117027" y="90830"/>
                      <a:pt x="90830" y="117027"/>
                      <a:pt x="58514" y="117027"/>
                    </a:cubicBezTo>
                    <a:cubicBezTo>
                      <a:pt x="26197" y="117027"/>
                      <a:pt x="0" y="90830"/>
                      <a:pt x="0" y="58514"/>
                    </a:cubicBezTo>
                    <a:cubicBezTo>
                      <a:pt x="0" y="26197"/>
                      <a:pt x="26197" y="0"/>
                      <a:pt x="58514" y="0"/>
                    </a:cubicBezTo>
                    <a:cubicBezTo>
                      <a:pt x="90830" y="0"/>
                      <a:pt x="117027" y="26197"/>
                      <a:pt x="117027" y="5851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C0F24703-204A-95A1-0115-82483EB66ECB}"/>
                  </a:ext>
                </a:extLst>
              </p:cNvPr>
              <p:cNvSpPr/>
              <p:nvPr/>
            </p:nvSpPr>
            <p:spPr>
              <a:xfrm>
                <a:off x="1345097" y="1081678"/>
                <a:ext cx="121575" cy="121575"/>
              </a:xfrm>
              <a:custGeom>
                <a:avLst/>
                <a:gdLst>
                  <a:gd name="connsiteX0" fmla="*/ 117027 w 117027"/>
                  <a:gd name="connsiteY0" fmla="*/ 58514 h 117027"/>
                  <a:gd name="connsiteX1" fmla="*/ 58514 w 117027"/>
                  <a:gd name="connsiteY1" fmla="*/ 117027 h 117027"/>
                  <a:gd name="connsiteX2" fmla="*/ 0 w 117027"/>
                  <a:gd name="connsiteY2" fmla="*/ 58514 h 117027"/>
                  <a:gd name="connsiteX3" fmla="*/ 58514 w 117027"/>
                  <a:gd name="connsiteY3" fmla="*/ 0 h 117027"/>
                  <a:gd name="connsiteX4" fmla="*/ 117027 w 117027"/>
                  <a:gd name="connsiteY4" fmla="*/ 58514 h 1170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027" h="117027">
                    <a:moveTo>
                      <a:pt x="117027" y="58514"/>
                    </a:moveTo>
                    <a:cubicBezTo>
                      <a:pt x="117027" y="90830"/>
                      <a:pt x="90830" y="117027"/>
                      <a:pt x="58514" y="117027"/>
                    </a:cubicBezTo>
                    <a:cubicBezTo>
                      <a:pt x="26197" y="117027"/>
                      <a:pt x="0" y="90830"/>
                      <a:pt x="0" y="58514"/>
                    </a:cubicBezTo>
                    <a:cubicBezTo>
                      <a:pt x="0" y="26197"/>
                      <a:pt x="26197" y="0"/>
                      <a:pt x="58514" y="0"/>
                    </a:cubicBezTo>
                    <a:cubicBezTo>
                      <a:pt x="90830" y="0"/>
                      <a:pt x="117027" y="26197"/>
                      <a:pt x="117027" y="5851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82C95333-2ECA-BF53-F258-E8B3F1008048}"/>
                  </a:ext>
                </a:extLst>
              </p:cNvPr>
              <p:cNvSpPr/>
              <p:nvPr/>
            </p:nvSpPr>
            <p:spPr>
              <a:xfrm>
                <a:off x="1150751" y="1228118"/>
                <a:ext cx="121575" cy="121575"/>
              </a:xfrm>
              <a:custGeom>
                <a:avLst/>
                <a:gdLst>
                  <a:gd name="connsiteX0" fmla="*/ 117027 w 117027"/>
                  <a:gd name="connsiteY0" fmla="*/ 58514 h 117027"/>
                  <a:gd name="connsiteX1" fmla="*/ 58514 w 117027"/>
                  <a:gd name="connsiteY1" fmla="*/ 117027 h 117027"/>
                  <a:gd name="connsiteX2" fmla="*/ 0 w 117027"/>
                  <a:gd name="connsiteY2" fmla="*/ 58514 h 117027"/>
                  <a:gd name="connsiteX3" fmla="*/ 58514 w 117027"/>
                  <a:gd name="connsiteY3" fmla="*/ 0 h 117027"/>
                  <a:gd name="connsiteX4" fmla="*/ 117027 w 117027"/>
                  <a:gd name="connsiteY4" fmla="*/ 58514 h 1170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027" h="117027">
                    <a:moveTo>
                      <a:pt x="117027" y="58514"/>
                    </a:moveTo>
                    <a:cubicBezTo>
                      <a:pt x="117027" y="90830"/>
                      <a:pt x="90830" y="117027"/>
                      <a:pt x="58514" y="117027"/>
                    </a:cubicBezTo>
                    <a:cubicBezTo>
                      <a:pt x="26197" y="117027"/>
                      <a:pt x="0" y="90830"/>
                      <a:pt x="0" y="58514"/>
                    </a:cubicBezTo>
                    <a:cubicBezTo>
                      <a:pt x="0" y="26197"/>
                      <a:pt x="26197" y="0"/>
                      <a:pt x="58514" y="0"/>
                    </a:cubicBezTo>
                    <a:cubicBezTo>
                      <a:pt x="90830" y="0"/>
                      <a:pt x="117027" y="26197"/>
                      <a:pt x="117027" y="5851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600BD839-2606-5F6C-44D7-407853325250}"/>
                  </a:ext>
                </a:extLst>
              </p:cNvPr>
              <p:cNvSpPr/>
              <p:nvPr/>
            </p:nvSpPr>
            <p:spPr>
              <a:xfrm>
                <a:off x="1150751" y="1602976"/>
                <a:ext cx="121575" cy="121575"/>
              </a:xfrm>
              <a:custGeom>
                <a:avLst/>
                <a:gdLst>
                  <a:gd name="connsiteX0" fmla="*/ 117027 w 117027"/>
                  <a:gd name="connsiteY0" fmla="*/ 58514 h 117027"/>
                  <a:gd name="connsiteX1" fmla="*/ 58514 w 117027"/>
                  <a:gd name="connsiteY1" fmla="*/ 117027 h 117027"/>
                  <a:gd name="connsiteX2" fmla="*/ 0 w 117027"/>
                  <a:gd name="connsiteY2" fmla="*/ 58514 h 117027"/>
                  <a:gd name="connsiteX3" fmla="*/ 58514 w 117027"/>
                  <a:gd name="connsiteY3" fmla="*/ 0 h 117027"/>
                  <a:gd name="connsiteX4" fmla="*/ 117027 w 117027"/>
                  <a:gd name="connsiteY4" fmla="*/ 58514 h 1170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027" h="117027">
                    <a:moveTo>
                      <a:pt x="117027" y="58514"/>
                    </a:moveTo>
                    <a:cubicBezTo>
                      <a:pt x="117027" y="90830"/>
                      <a:pt x="90830" y="117027"/>
                      <a:pt x="58514" y="117027"/>
                    </a:cubicBezTo>
                    <a:cubicBezTo>
                      <a:pt x="26197" y="117027"/>
                      <a:pt x="0" y="90830"/>
                      <a:pt x="0" y="58514"/>
                    </a:cubicBezTo>
                    <a:cubicBezTo>
                      <a:pt x="0" y="26198"/>
                      <a:pt x="26197" y="0"/>
                      <a:pt x="58514" y="0"/>
                    </a:cubicBezTo>
                    <a:cubicBezTo>
                      <a:pt x="90830" y="0"/>
                      <a:pt x="117027" y="26198"/>
                      <a:pt x="117027" y="5851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79EA6828-7AFB-BE4D-13E8-35B64C4A5B47}"/>
                  </a:ext>
                </a:extLst>
              </p:cNvPr>
              <p:cNvSpPr/>
              <p:nvPr/>
            </p:nvSpPr>
            <p:spPr>
              <a:xfrm>
                <a:off x="1150751" y="1845818"/>
                <a:ext cx="121575" cy="121575"/>
              </a:xfrm>
              <a:custGeom>
                <a:avLst/>
                <a:gdLst>
                  <a:gd name="connsiteX0" fmla="*/ 117027 w 117027"/>
                  <a:gd name="connsiteY0" fmla="*/ 58514 h 117027"/>
                  <a:gd name="connsiteX1" fmla="*/ 58514 w 117027"/>
                  <a:gd name="connsiteY1" fmla="*/ 117027 h 117027"/>
                  <a:gd name="connsiteX2" fmla="*/ 0 w 117027"/>
                  <a:gd name="connsiteY2" fmla="*/ 58514 h 117027"/>
                  <a:gd name="connsiteX3" fmla="*/ 58514 w 117027"/>
                  <a:gd name="connsiteY3" fmla="*/ 0 h 117027"/>
                  <a:gd name="connsiteX4" fmla="*/ 117027 w 117027"/>
                  <a:gd name="connsiteY4" fmla="*/ 58514 h 1170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027" h="117027">
                    <a:moveTo>
                      <a:pt x="117027" y="58514"/>
                    </a:moveTo>
                    <a:cubicBezTo>
                      <a:pt x="117027" y="90830"/>
                      <a:pt x="90830" y="117027"/>
                      <a:pt x="58514" y="117027"/>
                    </a:cubicBezTo>
                    <a:cubicBezTo>
                      <a:pt x="26197" y="117027"/>
                      <a:pt x="0" y="90830"/>
                      <a:pt x="0" y="58514"/>
                    </a:cubicBezTo>
                    <a:cubicBezTo>
                      <a:pt x="0" y="26197"/>
                      <a:pt x="26197" y="0"/>
                      <a:pt x="58514" y="0"/>
                    </a:cubicBezTo>
                    <a:cubicBezTo>
                      <a:pt x="90830" y="0"/>
                      <a:pt x="117027" y="26198"/>
                      <a:pt x="117027" y="5851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A29024EB-7B2C-A75C-56DE-85400CA43BB6}"/>
                  </a:ext>
                </a:extLst>
              </p:cNvPr>
              <p:cNvSpPr/>
              <p:nvPr/>
            </p:nvSpPr>
            <p:spPr>
              <a:xfrm>
                <a:off x="726117" y="2340075"/>
                <a:ext cx="121575" cy="121575"/>
              </a:xfrm>
              <a:custGeom>
                <a:avLst/>
                <a:gdLst>
                  <a:gd name="connsiteX0" fmla="*/ 117027 w 117027"/>
                  <a:gd name="connsiteY0" fmla="*/ 58514 h 117027"/>
                  <a:gd name="connsiteX1" fmla="*/ 58514 w 117027"/>
                  <a:gd name="connsiteY1" fmla="*/ 117027 h 117027"/>
                  <a:gd name="connsiteX2" fmla="*/ 0 w 117027"/>
                  <a:gd name="connsiteY2" fmla="*/ 58514 h 117027"/>
                  <a:gd name="connsiteX3" fmla="*/ 58514 w 117027"/>
                  <a:gd name="connsiteY3" fmla="*/ 0 h 117027"/>
                  <a:gd name="connsiteX4" fmla="*/ 117027 w 117027"/>
                  <a:gd name="connsiteY4" fmla="*/ 58514 h 1170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027" h="117027">
                    <a:moveTo>
                      <a:pt x="117027" y="58514"/>
                    </a:moveTo>
                    <a:cubicBezTo>
                      <a:pt x="117027" y="90830"/>
                      <a:pt x="90830" y="117027"/>
                      <a:pt x="58514" y="117027"/>
                    </a:cubicBezTo>
                    <a:cubicBezTo>
                      <a:pt x="26198" y="117027"/>
                      <a:pt x="0" y="90830"/>
                      <a:pt x="0" y="58514"/>
                    </a:cubicBezTo>
                    <a:cubicBezTo>
                      <a:pt x="0" y="26197"/>
                      <a:pt x="26198" y="0"/>
                      <a:pt x="58514" y="0"/>
                    </a:cubicBezTo>
                    <a:cubicBezTo>
                      <a:pt x="90830" y="0"/>
                      <a:pt x="117027" y="26198"/>
                      <a:pt x="117027" y="5851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EE3E24A6-A815-044E-4426-84642F620F18}"/>
                  </a:ext>
                </a:extLst>
              </p:cNvPr>
              <p:cNvSpPr/>
              <p:nvPr/>
            </p:nvSpPr>
            <p:spPr>
              <a:xfrm>
                <a:off x="259096" y="2267923"/>
                <a:ext cx="121575" cy="121575"/>
              </a:xfrm>
              <a:custGeom>
                <a:avLst/>
                <a:gdLst>
                  <a:gd name="connsiteX0" fmla="*/ 117027 w 117027"/>
                  <a:gd name="connsiteY0" fmla="*/ 58514 h 117027"/>
                  <a:gd name="connsiteX1" fmla="*/ 58514 w 117027"/>
                  <a:gd name="connsiteY1" fmla="*/ 117027 h 117027"/>
                  <a:gd name="connsiteX2" fmla="*/ 0 w 117027"/>
                  <a:gd name="connsiteY2" fmla="*/ 58514 h 117027"/>
                  <a:gd name="connsiteX3" fmla="*/ 58514 w 117027"/>
                  <a:gd name="connsiteY3" fmla="*/ 0 h 117027"/>
                  <a:gd name="connsiteX4" fmla="*/ 117027 w 117027"/>
                  <a:gd name="connsiteY4" fmla="*/ 58514 h 1170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027" h="117027">
                    <a:moveTo>
                      <a:pt x="117027" y="58514"/>
                    </a:moveTo>
                    <a:cubicBezTo>
                      <a:pt x="117027" y="90830"/>
                      <a:pt x="90830" y="117027"/>
                      <a:pt x="58514" y="117027"/>
                    </a:cubicBezTo>
                    <a:cubicBezTo>
                      <a:pt x="26197" y="117027"/>
                      <a:pt x="0" y="90830"/>
                      <a:pt x="0" y="58514"/>
                    </a:cubicBezTo>
                    <a:cubicBezTo>
                      <a:pt x="0" y="26197"/>
                      <a:pt x="26198" y="0"/>
                      <a:pt x="58514" y="0"/>
                    </a:cubicBezTo>
                    <a:cubicBezTo>
                      <a:pt x="90830" y="0"/>
                      <a:pt x="117027" y="26198"/>
                      <a:pt x="117027" y="5851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82D3125A-91ED-197A-7870-707B180FDA4B}"/>
                  </a:ext>
                </a:extLst>
              </p:cNvPr>
              <p:cNvSpPr/>
              <p:nvPr/>
            </p:nvSpPr>
            <p:spPr>
              <a:xfrm>
                <a:off x="510535" y="1752264"/>
                <a:ext cx="72117" cy="72117"/>
              </a:xfrm>
              <a:custGeom>
                <a:avLst/>
                <a:gdLst>
                  <a:gd name="connsiteX0" fmla="*/ 69420 w 69420"/>
                  <a:gd name="connsiteY0" fmla="*/ 34710 h 69420"/>
                  <a:gd name="connsiteX1" fmla="*/ 34710 w 69420"/>
                  <a:gd name="connsiteY1" fmla="*/ 69420 h 69420"/>
                  <a:gd name="connsiteX2" fmla="*/ 0 w 69420"/>
                  <a:gd name="connsiteY2" fmla="*/ 34710 h 69420"/>
                  <a:gd name="connsiteX3" fmla="*/ 34710 w 69420"/>
                  <a:gd name="connsiteY3" fmla="*/ 0 h 69420"/>
                  <a:gd name="connsiteX4" fmla="*/ 69420 w 69420"/>
                  <a:gd name="connsiteY4" fmla="*/ 34710 h 69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420" h="69420">
                    <a:moveTo>
                      <a:pt x="69420" y="34710"/>
                    </a:moveTo>
                    <a:cubicBezTo>
                      <a:pt x="69420" y="53880"/>
                      <a:pt x="53880" y="69420"/>
                      <a:pt x="34710" y="69420"/>
                    </a:cubicBezTo>
                    <a:cubicBezTo>
                      <a:pt x="15540" y="69420"/>
                      <a:pt x="0" y="53880"/>
                      <a:pt x="0" y="34710"/>
                    </a:cubicBezTo>
                    <a:cubicBezTo>
                      <a:pt x="0" y="15540"/>
                      <a:pt x="15540" y="0"/>
                      <a:pt x="34710" y="0"/>
                    </a:cubicBezTo>
                    <a:cubicBezTo>
                      <a:pt x="53880" y="0"/>
                      <a:pt x="69420" y="15540"/>
                      <a:pt x="69420" y="3471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BFC0F61A-B3BE-E2AF-5B07-CE75605DD5CF}"/>
                  </a:ext>
                </a:extLst>
              </p:cNvPr>
              <p:cNvSpPr/>
              <p:nvPr/>
            </p:nvSpPr>
            <p:spPr>
              <a:xfrm>
                <a:off x="653690" y="1380527"/>
                <a:ext cx="72117" cy="72117"/>
              </a:xfrm>
              <a:custGeom>
                <a:avLst/>
                <a:gdLst>
                  <a:gd name="connsiteX0" fmla="*/ 69420 w 69420"/>
                  <a:gd name="connsiteY0" fmla="*/ 34710 h 69420"/>
                  <a:gd name="connsiteX1" fmla="*/ 34710 w 69420"/>
                  <a:gd name="connsiteY1" fmla="*/ 69420 h 69420"/>
                  <a:gd name="connsiteX2" fmla="*/ 0 w 69420"/>
                  <a:gd name="connsiteY2" fmla="*/ 34710 h 69420"/>
                  <a:gd name="connsiteX3" fmla="*/ 34710 w 69420"/>
                  <a:gd name="connsiteY3" fmla="*/ 0 h 69420"/>
                  <a:gd name="connsiteX4" fmla="*/ 69420 w 69420"/>
                  <a:gd name="connsiteY4" fmla="*/ 34710 h 69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420" h="69420">
                    <a:moveTo>
                      <a:pt x="69420" y="34710"/>
                    </a:moveTo>
                    <a:cubicBezTo>
                      <a:pt x="69420" y="53880"/>
                      <a:pt x="53880" y="69420"/>
                      <a:pt x="34710" y="69420"/>
                    </a:cubicBezTo>
                    <a:cubicBezTo>
                      <a:pt x="15540" y="69420"/>
                      <a:pt x="0" y="53880"/>
                      <a:pt x="0" y="34710"/>
                    </a:cubicBezTo>
                    <a:cubicBezTo>
                      <a:pt x="0" y="15540"/>
                      <a:pt x="15540" y="0"/>
                      <a:pt x="34710" y="0"/>
                    </a:cubicBezTo>
                    <a:cubicBezTo>
                      <a:pt x="53880" y="0"/>
                      <a:pt x="69420" y="15540"/>
                      <a:pt x="69420" y="3471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B547FF82-2C03-4CCB-7962-6B3E7998C735}"/>
                  </a:ext>
                </a:extLst>
              </p:cNvPr>
              <p:cNvSpPr/>
              <p:nvPr/>
            </p:nvSpPr>
            <p:spPr>
              <a:xfrm>
                <a:off x="578580" y="1010893"/>
                <a:ext cx="72117" cy="72117"/>
              </a:xfrm>
              <a:custGeom>
                <a:avLst/>
                <a:gdLst>
                  <a:gd name="connsiteX0" fmla="*/ 69420 w 69420"/>
                  <a:gd name="connsiteY0" fmla="*/ 34710 h 69420"/>
                  <a:gd name="connsiteX1" fmla="*/ 34710 w 69420"/>
                  <a:gd name="connsiteY1" fmla="*/ 69420 h 69420"/>
                  <a:gd name="connsiteX2" fmla="*/ 0 w 69420"/>
                  <a:gd name="connsiteY2" fmla="*/ 34710 h 69420"/>
                  <a:gd name="connsiteX3" fmla="*/ 34710 w 69420"/>
                  <a:gd name="connsiteY3" fmla="*/ 0 h 69420"/>
                  <a:gd name="connsiteX4" fmla="*/ 69420 w 69420"/>
                  <a:gd name="connsiteY4" fmla="*/ 34710 h 69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420" h="69420">
                    <a:moveTo>
                      <a:pt x="69420" y="34710"/>
                    </a:moveTo>
                    <a:cubicBezTo>
                      <a:pt x="69420" y="53880"/>
                      <a:pt x="53880" y="69420"/>
                      <a:pt x="34710" y="69420"/>
                    </a:cubicBezTo>
                    <a:cubicBezTo>
                      <a:pt x="15540" y="69420"/>
                      <a:pt x="0" y="53880"/>
                      <a:pt x="0" y="34710"/>
                    </a:cubicBezTo>
                    <a:cubicBezTo>
                      <a:pt x="0" y="15540"/>
                      <a:pt x="15540" y="0"/>
                      <a:pt x="34710" y="0"/>
                    </a:cubicBezTo>
                    <a:cubicBezTo>
                      <a:pt x="53880" y="0"/>
                      <a:pt x="69420" y="15540"/>
                      <a:pt x="69420" y="3471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B22B6303-74D6-E150-C10D-502F4A6DB8D1}"/>
                  </a:ext>
                </a:extLst>
              </p:cNvPr>
              <p:cNvSpPr/>
              <p:nvPr/>
            </p:nvSpPr>
            <p:spPr>
              <a:xfrm>
                <a:off x="856479" y="772225"/>
                <a:ext cx="72117" cy="72117"/>
              </a:xfrm>
              <a:custGeom>
                <a:avLst/>
                <a:gdLst>
                  <a:gd name="connsiteX0" fmla="*/ 69421 w 69420"/>
                  <a:gd name="connsiteY0" fmla="*/ 34710 h 69420"/>
                  <a:gd name="connsiteX1" fmla="*/ 34710 w 69420"/>
                  <a:gd name="connsiteY1" fmla="*/ 69420 h 69420"/>
                  <a:gd name="connsiteX2" fmla="*/ 0 w 69420"/>
                  <a:gd name="connsiteY2" fmla="*/ 34710 h 69420"/>
                  <a:gd name="connsiteX3" fmla="*/ 34710 w 69420"/>
                  <a:gd name="connsiteY3" fmla="*/ 0 h 69420"/>
                  <a:gd name="connsiteX4" fmla="*/ 69421 w 69420"/>
                  <a:gd name="connsiteY4" fmla="*/ 34710 h 69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420" h="69420">
                    <a:moveTo>
                      <a:pt x="69421" y="34710"/>
                    </a:moveTo>
                    <a:cubicBezTo>
                      <a:pt x="69421" y="53880"/>
                      <a:pt x="53880" y="69420"/>
                      <a:pt x="34710" y="69420"/>
                    </a:cubicBezTo>
                    <a:cubicBezTo>
                      <a:pt x="15540" y="69420"/>
                      <a:pt x="0" y="53880"/>
                      <a:pt x="0" y="34710"/>
                    </a:cubicBezTo>
                    <a:cubicBezTo>
                      <a:pt x="0" y="15540"/>
                      <a:pt x="15540" y="0"/>
                      <a:pt x="34710" y="0"/>
                    </a:cubicBezTo>
                    <a:cubicBezTo>
                      <a:pt x="53880" y="0"/>
                      <a:pt x="69421" y="15540"/>
                      <a:pt x="69421" y="3471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BF340A34-E283-7C38-B483-3AB682462083}"/>
                  </a:ext>
                </a:extLst>
              </p:cNvPr>
              <p:cNvSpPr/>
              <p:nvPr/>
            </p:nvSpPr>
            <p:spPr>
              <a:xfrm>
                <a:off x="1100536" y="596082"/>
                <a:ext cx="72117" cy="72117"/>
              </a:xfrm>
              <a:custGeom>
                <a:avLst/>
                <a:gdLst>
                  <a:gd name="connsiteX0" fmla="*/ 69420 w 69420"/>
                  <a:gd name="connsiteY0" fmla="*/ 34710 h 69420"/>
                  <a:gd name="connsiteX1" fmla="*/ 34710 w 69420"/>
                  <a:gd name="connsiteY1" fmla="*/ 69420 h 69420"/>
                  <a:gd name="connsiteX2" fmla="*/ 0 w 69420"/>
                  <a:gd name="connsiteY2" fmla="*/ 34710 h 69420"/>
                  <a:gd name="connsiteX3" fmla="*/ 34710 w 69420"/>
                  <a:gd name="connsiteY3" fmla="*/ 0 h 69420"/>
                  <a:gd name="connsiteX4" fmla="*/ 69420 w 69420"/>
                  <a:gd name="connsiteY4" fmla="*/ 34710 h 69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420" h="69420">
                    <a:moveTo>
                      <a:pt x="69420" y="34710"/>
                    </a:moveTo>
                    <a:cubicBezTo>
                      <a:pt x="69420" y="53880"/>
                      <a:pt x="53880" y="69420"/>
                      <a:pt x="34710" y="69420"/>
                    </a:cubicBezTo>
                    <a:cubicBezTo>
                      <a:pt x="15540" y="69420"/>
                      <a:pt x="0" y="53880"/>
                      <a:pt x="0" y="34710"/>
                    </a:cubicBezTo>
                    <a:cubicBezTo>
                      <a:pt x="0" y="15540"/>
                      <a:pt x="15540" y="0"/>
                      <a:pt x="34710" y="0"/>
                    </a:cubicBezTo>
                    <a:cubicBezTo>
                      <a:pt x="53880" y="0"/>
                      <a:pt x="69420" y="15540"/>
                      <a:pt x="69420" y="3471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5BC2D408-5CF8-3460-DFE0-26F03C342095}"/>
                  </a:ext>
                </a:extLst>
              </p:cNvPr>
              <p:cNvSpPr/>
              <p:nvPr/>
            </p:nvSpPr>
            <p:spPr>
              <a:xfrm>
                <a:off x="1975467" y="503723"/>
                <a:ext cx="72117" cy="72117"/>
              </a:xfrm>
              <a:custGeom>
                <a:avLst/>
                <a:gdLst>
                  <a:gd name="connsiteX0" fmla="*/ 69420 w 69420"/>
                  <a:gd name="connsiteY0" fmla="*/ 34710 h 69420"/>
                  <a:gd name="connsiteX1" fmla="*/ 34710 w 69420"/>
                  <a:gd name="connsiteY1" fmla="*/ 69420 h 69420"/>
                  <a:gd name="connsiteX2" fmla="*/ 0 w 69420"/>
                  <a:gd name="connsiteY2" fmla="*/ 34710 h 69420"/>
                  <a:gd name="connsiteX3" fmla="*/ 34710 w 69420"/>
                  <a:gd name="connsiteY3" fmla="*/ 0 h 69420"/>
                  <a:gd name="connsiteX4" fmla="*/ 69420 w 69420"/>
                  <a:gd name="connsiteY4" fmla="*/ 34710 h 69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420" h="69420">
                    <a:moveTo>
                      <a:pt x="69420" y="34710"/>
                    </a:moveTo>
                    <a:cubicBezTo>
                      <a:pt x="69420" y="53880"/>
                      <a:pt x="53880" y="69420"/>
                      <a:pt x="34710" y="69420"/>
                    </a:cubicBezTo>
                    <a:cubicBezTo>
                      <a:pt x="15540" y="69420"/>
                      <a:pt x="0" y="53880"/>
                      <a:pt x="0" y="34710"/>
                    </a:cubicBezTo>
                    <a:cubicBezTo>
                      <a:pt x="0" y="15540"/>
                      <a:pt x="15540" y="0"/>
                      <a:pt x="34710" y="0"/>
                    </a:cubicBezTo>
                    <a:cubicBezTo>
                      <a:pt x="53880" y="0"/>
                      <a:pt x="69420" y="15540"/>
                      <a:pt x="69420" y="3471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6749170-CC53-575A-310F-5CB996019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173" y="108000"/>
            <a:ext cx="10907654" cy="770400"/>
          </a:xfrm>
          <a:prstGeom prst="rect">
            <a:avLst/>
          </a:prstGeom>
        </p:spPr>
        <p:txBody>
          <a:bodyPr anchor="ctr"/>
          <a:lstStyle>
            <a:lvl1pPr algn="ctr">
              <a:defRPr sz="3600" b="1">
                <a:solidFill>
                  <a:schemeClr val="accent2">
                    <a:lumMod val="20000"/>
                    <a:lumOff val="80000"/>
                  </a:schemeClr>
                </a:solidFill>
                <a:latin typeface="Share Tech" panose="00000500000000000000" pitchFamily="2" charset="0"/>
                <a:ea typeface="Jomolhari" panose="01010100010101010101" pitchFamily="2" charset="0"/>
                <a:cs typeface="Jomolhari" panose="01010100010101010101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AD90DA9-848E-357B-D3F1-7FE8240187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07600" y="1354359"/>
            <a:ext cx="6976800" cy="34718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>
                    <a:lumMod val="20000"/>
                    <a:lumOff val="80000"/>
                  </a:schemeClr>
                </a:solidFill>
                <a:latin typeface="Share Tech" panose="00000500000000000000" pitchFamily="2" charset="0"/>
                <a:ea typeface="Jomolhari" panose="01010100010101010101" pitchFamily="2" charset="0"/>
                <a:cs typeface="Jomolhari" panose="01010100010101010101" pitchFamily="2" charset="0"/>
              </a:defRPr>
            </a:lvl1pPr>
            <a:lvl2pPr>
              <a:defRPr>
                <a:solidFill>
                  <a:schemeClr val="accent2">
                    <a:lumMod val="20000"/>
                    <a:lumOff val="80000"/>
                  </a:schemeClr>
                </a:solidFill>
                <a:latin typeface="Share Tech" panose="00000500000000000000" pitchFamily="2" charset="0"/>
                <a:ea typeface="Jomolhari" panose="01010100010101010101" pitchFamily="2" charset="0"/>
                <a:cs typeface="Jomolhari" panose="01010100010101010101" pitchFamily="2" charset="0"/>
              </a:defRPr>
            </a:lvl2pPr>
            <a:lvl3pPr>
              <a:defRPr>
                <a:solidFill>
                  <a:schemeClr val="accent2">
                    <a:lumMod val="20000"/>
                    <a:lumOff val="80000"/>
                  </a:schemeClr>
                </a:solidFill>
                <a:latin typeface="Share Tech" panose="00000500000000000000" pitchFamily="2" charset="0"/>
                <a:ea typeface="Jomolhari" panose="01010100010101010101" pitchFamily="2" charset="0"/>
                <a:cs typeface="Jomolhari" panose="01010100010101010101" pitchFamily="2" charset="0"/>
              </a:defRPr>
            </a:lvl3pPr>
            <a:lvl4pPr>
              <a:defRPr>
                <a:solidFill>
                  <a:schemeClr val="accent2">
                    <a:lumMod val="20000"/>
                    <a:lumOff val="80000"/>
                  </a:schemeClr>
                </a:solidFill>
                <a:latin typeface="Share Tech" panose="00000500000000000000" pitchFamily="2" charset="0"/>
                <a:ea typeface="Jomolhari" panose="01010100010101010101" pitchFamily="2" charset="0"/>
                <a:cs typeface="Jomolhari" panose="01010100010101010101" pitchFamily="2" charset="0"/>
              </a:defRPr>
            </a:lvl4pPr>
            <a:lvl5pPr>
              <a:defRPr>
                <a:solidFill>
                  <a:schemeClr val="accent2">
                    <a:lumMod val="20000"/>
                    <a:lumOff val="80000"/>
                  </a:schemeClr>
                </a:solidFill>
                <a:latin typeface="Share Tech" panose="00000500000000000000" pitchFamily="2" charset="0"/>
                <a:ea typeface="Jomolhari" panose="01010100010101010101" pitchFamily="2" charset="0"/>
                <a:cs typeface="Jomolhari" panose="01010100010101010101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154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-Slide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49170-CC53-575A-310F-5CB996019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173" y="108000"/>
            <a:ext cx="10907654" cy="770400"/>
          </a:xfrm>
          <a:prstGeom prst="rect">
            <a:avLst/>
          </a:prstGeom>
        </p:spPr>
        <p:txBody>
          <a:bodyPr anchor="ctr"/>
          <a:lstStyle>
            <a:lvl1pPr algn="ctr">
              <a:defRPr sz="3600" b="1">
                <a:solidFill>
                  <a:schemeClr val="accent2">
                    <a:lumMod val="20000"/>
                    <a:lumOff val="80000"/>
                  </a:schemeClr>
                </a:solidFill>
                <a:latin typeface="Share Tech" panose="00000500000000000000" pitchFamily="2" charset="0"/>
                <a:ea typeface="Jomolhari" panose="01010100010101010101" pitchFamily="2" charset="0"/>
                <a:cs typeface="Jomolhari" panose="01010100010101010101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AD90DA9-848E-357B-D3F1-7FE8240187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07600" y="1354359"/>
            <a:ext cx="6976800" cy="34718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>
                    <a:lumMod val="20000"/>
                    <a:lumOff val="80000"/>
                  </a:schemeClr>
                </a:solidFill>
                <a:latin typeface="Share Tech" panose="00000500000000000000" pitchFamily="2" charset="0"/>
                <a:ea typeface="Jomolhari" panose="01010100010101010101" pitchFamily="2" charset="0"/>
                <a:cs typeface="Jomolhari" panose="01010100010101010101" pitchFamily="2" charset="0"/>
              </a:defRPr>
            </a:lvl1pPr>
            <a:lvl2pPr>
              <a:defRPr>
                <a:solidFill>
                  <a:schemeClr val="accent2">
                    <a:lumMod val="20000"/>
                    <a:lumOff val="80000"/>
                  </a:schemeClr>
                </a:solidFill>
                <a:latin typeface="Share Tech" panose="00000500000000000000" pitchFamily="2" charset="0"/>
                <a:ea typeface="Jomolhari" panose="01010100010101010101" pitchFamily="2" charset="0"/>
                <a:cs typeface="Jomolhari" panose="01010100010101010101" pitchFamily="2" charset="0"/>
              </a:defRPr>
            </a:lvl2pPr>
            <a:lvl3pPr>
              <a:defRPr>
                <a:solidFill>
                  <a:schemeClr val="accent2">
                    <a:lumMod val="20000"/>
                    <a:lumOff val="80000"/>
                  </a:schemeClr>
                </a:solidFill>
                <a:latin typeface="Share Tech" panose="00000500000000000000" pitchFamily="2" charset="0"/>
                <a:ea typeface="Jomolhari" panose="01010100010101010101" pitchFamily="2" charset="0"/>
                <a:cs typeface="Jomolhari" panose="01010100010101010101" pitchFamily="2" charset="0"/>
              </a:defRPr>
            </a:lvl3pPr>
            <a:lvl4pPr>
              <a:defRPr>
                <a:solidFill>
                  <a:schemeClr val="accent2">
                    <a:lumMod val="20000"/>
                    <a:lumOff val="80000"/>
                  </a:schemeClr>
                </a:solidFill>
                <a:latin typeface="Share Tech" panose="00000500000000000000" pitchFamily="2" charset="0"/>
                <a:ea typeface="Jomolhari" panose="01010100010101010101" pitchFamily="2" charset="0"/>
                <a:cs typeface="Jomolhari" panose="01010100010101010101" pitchFamily="2" charset="0"/>
              </a:defRPr>
            </a:lvl4pPr>
            <a:lvl5pPr>
              <a:defRPr>
                <a:solidFill>
                  <a:schemeClr val="accent2">
                    <a:lumMod val="20000"/>
                    <a:lumOff val="80000"/>
                  </a:schemeClr>
                </a:solidFill>
                <a:latin typeface="Share Tech" panose="00000500000000000000" pitchFamily="2" charset="0"/>
                <a:ea typeface="Jomolhari" panose="01010100010101010101" pitchFamily="2" charset="0"/>
                <a:cs typeface="Jomolhari" panose="01010100010101010101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grpSp>
        <p:nvGrpSpPr>
          <p:cNvPr id="477" name="Group 476">
            <a:extLst>
              <a:ext uri="{FF2B5EF4-FFF2-40B4-BE49-F238E27FC236}">
                <a16:creationId xmlns:a16="http://schemas.microsoft.com/office/drawing/2014/main" id="{3A9A75D1-BC7D-A7C0-FE1E-4D503FBFC7B0}"/>
              </a:ext>
            </a:extLst>
          </p:cNvPr>
          <p:cNvGrpSpPr/>
          <p:nvPr userDrawn="1"/>
        </p:nvGrpSpPr>
        <p:grpSpPr>
          <a:xfrm>
            <a:off x="553" y="0"/>
            <a:ext cx="12190895" cy="6858000"/>
            <a:chOff x="553" y="-39661"/>
            <a:chExt cx="12190895" cy="6899439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06B0D1C-0E27-AA99-4EA6-A05BE3E6C5A5}"/>
                </a:ext>
              </a:extLst>
            </p:cNvPr>
            <p:cNvSpPr/>
            <p:nvPr userDrawn="1"/>
          </p:nvSpPr>
          <p:spPr>
            <a:xfrm>
              <a:off x="5346444" y="359901"/>
              <a:ext cx="339696" cy="1698481"/>
            </a:xfrm>
            <a:custGeom>
              <a:avLst/>
              <a:gdLst>
                <a:gd name="connsiteX0" fmla="*/ 0 w 296877"/>
                <a:gd name="connsiteY0" fmla="*/ 1068271 h 1484385"/>
                <a:gd name="connsiteX1" fmla="*/ 2433 w 296877"/>
                <a:gd name="connsiteY1" fmla="*/ 1484386 h 1484385"/>
                <a:gd name="connsiteX2" fmla="*/ 19467 w 296877"/>
                <a:gd name="connsiteY2" fmla="*/ 1484386 h 1484385"/>
                <a:gd name="connsiteX3" fmla="*/ 19467 w 296877"/>
                <a:gd name="connsiteY3" fmla="*/ 1075571 h 1484385"/>
                <a:gd name="connsiteX4" fmla="*/ 296877 w 296877"/>
                <a:gd name="connsiteY4" fmla="*/ 798162 h 1484385"/>
                <a:gd name="connsiteX5" fmla="*/ 296877 w 296877"/>
                <a:gd name="connsiteY5" fmla="*/ 0 h 1484385"/>
                <a:gd name="connsiteX6" fmla="*/ 279843 w 296877"/>
                <a:gd name="connsiteY6" fmla="*/ 0 h 1484385"/>
                <a:gd name="connsiteX7" fmla="*/ 279843 w 296877"/>
                <a:gd name="connsiteY7" fmla="*/ 790861 h 1484385"/>
                <a:gd name="connsiteX8" fmla="*/ 0 w 296877"/>
                <a:gd name="connsiteY8" fmla="*/ 1068271 h 1484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6877" h="1484385">
                  <a:moveTo>
                    <a:pt x="0" y="1068271"/>
                  </a:moveTo>
                  <a:lnTo>
                    <a:pt x="2433" y="1484386"/>
                  </a:lnTo>
                  <a:lnTo>
                    <a:pt x="19467" y="1484386"/>
                  </a:lnTo>
                  <a:lnTo>
                    <a:pt x="19467" y="1075571"/>
                  </a:lnTo>
                  <a:lnTo>
                    <a:pt x="296877" y="798162"/>
                  </a:lnTo>
                  <a:lnTo>
                    <a:pt x="296877" y="0"/>
                  </a:lnTo>
                  <a:lnTo>
                    <a:pt x="279843" y="0"/>
                  </a:lnTo>
                  <a:lnTo>
                    <a:pt x="279843" y="790861"/>
                  </a:lnTo>
                  <a:lnTo>
                    <a:pt x="0" y="106827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30C7AC0-65CF-E505-7631-A95FC53877D0}"/>
                </a:ext>
              </a:extLst>
            </p:cNvPr>
            <p:cNvSpPr/>
            <p:nvPr userDrawn="1"/>
          </p:nvSpPr>
          <p:spPr>
            <a:xfrm>
              <a:off x="6863939" y="939055"/>
              <a:ext cx="83531" cy="83531"/>
            </a:xfrm>
            <a:custGeom>
              <a:avLst/>
              <a:gdLst>
                <a:gd name="connsiteX0" fmla="*/ 36501 w 73002"/>
                <a:gd name="connsiteY0" fmla="*/ 0 h 73002"/>
                <a:gd name="connsiteX1" fmla="*/ 0 w 73002"/>
                <a:gd name="connsiteY1" fmla="*/ 36501 h 73002"/>
                <a:gd name="connsiteX2" fmla="*/ 36501 w 73002"/>
                <a:gd name="connsiteY2" fmla="*/ 73003 h 73002"/>
                <a:gd name="connsiteX3" fmla="*/ 73002 w 73002"/>
                <a:gd name="connsiteY3" fmla="*/ 36501 h 73002"/>
                <a:gd name="connsiteX4" fmla="*/ 36501 w 73002"/>
                <a:gd name="connsiteY4" fmla="*/ 0 h 73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02" h="73002">
                  <a:moveTo>
                    <a:pt x="36501" y="0"/>
                  </a:moveTo>
                  <a:cubicBezTo>
                    <a:pt x="14600" y="0"/>
                    <a:pt x="0" y="17034"/>
                    <a:pt x="0" y="36501"/>
                  </a:cubicBezTo>
                  <a:cubicBezTo>
                    <a:pt x="0" y="55969"/>
                    <a:pt x="17034" y="73003"/>
                    <a:pt x="36501" y="73003"/>
                  </a:cubicBezTo>
                  <a:cubicBezTo>
                    <a:pt x="55968" y="73003"/>
                    <a:pt x="73002" y="55969"/>
                    <a:pt x="73002" y="36501"/>
                  </a:cubicBezTo>
                  <a:cubicBezTo>
                    <a:pt x="73002" y="17034"/>
                    <a:pt x="55968" y="0"/>
                    <a:pt x="3650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B9417CC-6544-EDA7-8205-A8A0079284C8}"/>
                </a:ext>
              </a:extLst>
            </p:cNvPr>
            <p:cNvSpPr/>
            <p:nvPr userDrawn="1"/>
          </p:nvSpPr>
          <p:spPr>
            <a:xfrm>
              <a:off x="6412867" y="922348"/>
              <a:ext cx="83531" cy="83531"/>
            </a:xfrm>
            <a:custGeom>
              <a:avLst/>
              <a:gdLst>
                <a:gd name="connsiteX0" fmla="*/ 36502 w 73002"/>
                <a:gd name="connsiteY0" fmla="*/ 0 h 73002"/>
                <a:gd name="connsiteX1" fmla="*/ 0 w 73002"/>
                <a:gd name="connsiteY1" fmla="*/ 36501 h 73002"/>
                <a:gd name="connsiteX2" fmla="*/ 36502 w 73002"/>
                <a:gd name="connsiteY2" fmla="*/ 73003 h 73002"/>
                <a:gd name="connsiteX3" fmla="*/ 73003 w 73002"/>
                <a:gd name="connsiteY3" fmla="*/ 36501 h 73002"/>
                <a:gd name="connsiteX4" fmla="*/ 36502 w 73002"/>
                <a:gd name="connsiteY4" fmla="*/ 0 h 73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02" h="73002">
                  <a:moveTo>
                    <a:pt x="36502" y="0"/>
                  </a:moveTo>
                  <a:cubicBezTo>
                    <a:pt x="17034" y="0"/>
                    <a:pt x="0" y="17034"/>
                    <a:pt x="0" y="36501"/>
                  </a:cubicBezTo>
                  <a:cubicBezTo>
                    <a:pt x="0" y="55969"/>
                    <a:pt x="17034" y="73003"/>
                    <a:pt x="36502" y="73003"/>
                  </a:cubicBezTo>
                  <a:cubicBezTo>
                    <a:pt x="55969" y="73003"/>
                    <a:pt x="73003" y="55969"/>
                    <a:pt x="73003" y="36501"/>
                  </a:cubicBezTo>
                  <a:cubicBezTo>
                    <a:pt x="73003" y="17034"/>
                    <a:pt x="55969" y="0"/>
                    <a:pt x="3650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2074F97-49DD-2213-60BE-BC1FADC2BBD8}"/>
                </a:ext>
              </a:extLst>
            </p:cNvPr>
            <p:cNvSpPr/>
            <p:nvPr userDrawn="1"/>
          </p:nvSpPr>
          <p:spPr>
            <a:xfrm>
              <a:off x="5315816" y="2008263"/>
              <a:ext cx="83531" cy="83531"/>
            </a:xfrm>
            <a:custGeom>
              <a:avLst/>
              <a:gdLst>
                <a:gd name="connsiteX0" fmla="*/ 36501 w 73002"/>
                <a:gd name="connsiteY0" fmla="*/ 0 h 73002"/>
                <a:gd name="connsiteX1" fmla="*/ 0 w 73002"/>
                <a:gd name="connsiteY1" fmla="*/ 36501 h 73002"/>
                <a:gd name="connsiteX2" fmla="*/ 36501 w 73002"/>
                <a:gd name="connsiteY2" fmla="*/ 73002 h 73002"/>
                <a:gd name="connsiteX3" fmla="*/ 73002 w 73002"/>
                <a:gd name="connsiteY3" fmla="*/ 36501 h 73002"/>
                <a:gd name="connsiteX4" fmla="*/ 36501 w 73002"/>
                <a:gd name="connsiteY4" fmla="*/ 0 h 73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02" h="73002">
                  <a:moveTo>
                    <a:pt x="36501" y="0"/>
                  </a:moveTo>
                  <a:cubicBezTo>
                    <a:pt x="17034" y="0"/>
                    <a:pt x="0" y="17034"/>
                    <a:pt x="0" y="36501"/>
                  </a:cubicBezTo>
                  <a:cubicBezTo>
                    <a:pt x="0" y="55969"/>
                    <a:pt x="17034" y="73002"/>
                    <a:pt x="36501" y="73002"/>
                  </a:cubicBezTo>
                  <a:cubicBezTo>
                    <a:pt x="58402" y="73002"/>
                    <a:pt x="73002" y="55969"/>
                    <a:pt x="73002" y="36501"/>
                  </a:cubicBezTo>
                  <a:cubicBezTo>
                    <a:pt x="73002" y="17034"/>
                    <a:pt x="55968" y="0"/>
                    <a:pt x="3650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46F2746-60ED-0267-196F-21FC66DE9260}"/>
                </a:ext>
              </a:extLst>
            </p:cNvPr>
            <p:cNvSpPr/>
            <p:nvPr userDrawn="1"/>
          </p:nvSpPr>
          <p:spPr>
            <a:xfrm>
              <a:off x="5633236" y="315350"/>
              <a:ext cx="86315" cy="83531"/>
            </a:xfrm>
            <a:custGeom>
              <a:avLst/>
              <a:gdLst>
                <a:gd name="connsiteX0" fmla="*/ 38935 w 75435"/>
                <a:gd name="connsiteY0" fmla="*/ 0 h 73002"/>
                <a:gd name="connsiteX1" fmla="*/ 0 w 75435"/>
                <a:gd name="connsiteY1" fmla="*/ 36501 h 73002"/>
                <a:gd name="connsiteX2" fmla="*/ 38935 w 75435"/>
                <a:gd name="connsiteY2" fmla="*/ 73003 h 73002"/>
                <a:gd name="connsiteX3" fmla="*/ 75436 w 75435"/>
                <a:gd name="connsiteY3" fmla="*/ 36501 h 73002"/>
                <a:gd name="connsiteX4" fmla="*/ 38935 w 75435"/>
                <a:gd name="connsiteY4" fmla="*/ 0 h 73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5" h="73002">
                  <a:moveTo>
                    <a:pt x="38935" y="0"/>
                  </a:moveTo>
                  <a:cubicBezTo>
                    <a:pt x="17034" y="0"/>
                    <a:pt x="2433" y="17034"/>
                    <a:pt x="0" y="36501"/>
                  </a:cubicBezTo>
                  <a:cubicBezTo>
                    <a:pt x="0" y="58402"/>
                    <a:pt x="17034" y="73003"/>
                    <a:pt x="38935" y="73003"/>
                  </a:cubicBezTo>
                  <a:cubicBezTo>
                    <a:pt x="60835" y="73003"/>
                    <a:pt x="75436" y="55969"/>
                    <a:pt x="75436" y="36501"/>
                  </a:cubicBezTo>
                  <a:cubicBezTo>
                    <a:pt x="75436" y="17034"/>
                    <a:pt x="58402" y="0"/>
                    <a:pt x="38935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D20EC2A-59D4-FBC0-529D-BB263BA89CA9}"/>
                </a:ext>
              </a:extLst>
            </p:cNvPr>
            <p:cNvSpPr/>
            <p:nvPr userDrawn="1"/>
          </p:nvSpPr>
          <p:spPr>
            <a:xfrm>
              <a:off x="5235069" y="916779"/>
              <a:ext cx="86315" cy="83531"/>
            </a:xfrm>
            <a:custGeom>
              <a:avLst/>
              <a:gdLst>
                <a:gd name="connsiteX0" fmla="*/ 36501 w 75435"/>
                <a:gd name="connsiteY0" fmla="*/ 0 h 73002"/>
                <a:gd name="connsiteX1" fmla="*/ 0 w 75435"/>
                <a:gd name="connsiteY1" fmla="*/ 36501 h 73002"/>
                <a:gd name="connsiteX2" fmla="*/ 36501 w 75435"/>
                <a:gd name="connsiteY2" fmla="*/ 73003 h 73002"/>
                <a:gd name="connsiteX3" fmla="*/ 75436 w 75435"/>
                <a:gd name="connsiteY3" fmla="*/ 36501 h 73002"/>
                <a:gd name="connsiteX4" fmla="*/ 36501 w 75435"/>
                <a:gd name="connsiteY4" fmla="*/ 0 h 73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5" h="73002">
                  <a:moveTo>
                    <a:pt x="36501" y="0"/>
                  </a:moveTo>
                  <a:cubicBezTo>
                    <a:pt x="14600" y="0"/>
                    <a:pt x="0" y="17034"/>
                    <a:pt x="0" y="36501"/>
                  </a:cubicBezTo>
                  <a:cubicBezTo>
                    <a:pt x="0" y="55969"/>
                    <a:pt x="17034" y="73003"/>
                    <a:pt x="36501" y="73003"/>
                  </a:cubicBezTo>
                  <a:cubicBezTo>
                    <a:pt x="58402" y="73003"/>
                    <a:pt x="75436" y="55969"/>
                    <a:pt x="75436" y="36501"/>
                  </a:cubicBezTo>
                  <a:cubicBezTo>
                    <a:pt x="75436" y="17034"/>
                    <a:pt x="58402" y="0"/>
                    <a:pt x="3650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2A9592C-D89F-85B1-924E-8DA8A6783A10}"/>
                </a:ext>
              </a:extLst>
            </p:cNvPr>
            <p:cNvSpPr/>
            <p:nvPr userDrawn="1"/>
          </p:nvSpPr>
          <p:spPr>
            <a:xfrm>
              <a:off x="4978904" y="838817"/>
              <a:ext cx="83531" cy="86316"/>
            </a:xfrm>
            <a:custGeom>
              <a:avLst/>
              <a:gdLst>
                <a:gd name="connsiteX0" fmla="*/ 36501 w 73002"/>
                <a:gd name="connsiteY0" fmla="*/ 0 h 75436"/>
                <a:gd name="connsiteX1" fmla="*/ 0 w 73002"/>
                <a:gd name="connsiteY1" fmla="*/ 36501 h 75436"/>
                <a:gd name="connsiteX2" fmla="*/ 36501 w 73002"/>
                <a:gd name="connsiteY2" fmla="*/ 75436 h 75436"/>
                <a:gd name="connsiteX3" fmla="*/ 73003 w 73002"/>
                <a:gd name="connsiteY3" fmla="*/ 36501 h 75436"/>
                <a:gd name="connsiteX4" fmla="*/ 36501 w 73002"/>
                <a:gd name="connsiteY4" fmla="*/ 0 h 75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02" h="75436">
                  <a:moveTo>
                    <a:pt x="36501" y="0"/>
                  </a:moveTo>
                  <a:cubicBezTo>
                    <a:pt x="17034" y="0"/>
                    <a:pt x="0" y="17034"/>
                    <a:pt x="0" y="36501"/>
                  </a:cubicBezTo>
                  <a:cubicBezTo>
                    <a:pt x="0" y="55969"/>
                    <a:pt x="17034" y="75436"/>
                    <a:pt x="36501" y="75436"/>
                  </a:cubicBezTo>
                  <a:cubicBezTo>
                    <a:pt x="55968" y="75436"/>
                    <a:pt x="73003" y="58402"/>
                    <a:pt x="73003" y="36501"/>
                  </a:cubicBezTo>
                  <a:cubicBezTo>
                    <a:pt x="73003" y="14601"/>
                    <a:pt x="55968" y="0"/>
                    <a:pt x="3650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055C4D9-B76B-DA90-6CBA-565DAA570E0A}"/>
                </a:ext>
              </a:extLst>
            </p:cNvPr>
            <p:cNvSpPr/>
            <p:nvPr userDrawn="1"/>
          </p:nvSpPr>
          <p:spPr>
            <a:xfrm>
              <a:off x="6552087" y="173346"/>
              <a:ext cx="83531" cy="86316"/>
            </a:xfrm>
            <a:custGeom>
              <a:avLst/>
              <a:gdLst>
                <a:gd name="connsiteX0" fmla="*/ 36502 w 73002"/>
                <a:gd name="connsiteY0" fmla="*/ 0 h 75436"/>
                <a:gd name="connsiteX1" fmla="*/ 0 w 73002"/>
                <a:gd name="connsiteY1" fmla="*/ 36501 h 75436"/>
                <a:gd name="connsiteX2" fmla="*/ 36502 w 73002"/>
                <a:gd name="connsiteY2" fmla="*/ 75436 h 75436"/>
                <a:gd name="connsiteX3" fmla="*/ 73003 w 73002"/>
                <a:gd name="connsiteY3" fmla="*/ 36501 h 75436"/>
                <a:gd name="connsiteX4" fmla="*/ 36502 w 73002"/>
                <a:gd name="connsiteY4" fmla="*/ 0 h 75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02" h="75436">
                  <a:moveTo>
                    <a:pt x="36502" y="0"/>
                  </a:moveTo>
                  <a:cubicBezTo>
                    <a:pt x="14601" y="0"/>
                    <a:pt x="0" y="17034"/>
                    <a:pt x="0" y="36501"/>
                  </a:cubicBezTo>
                  <a:cubicBezTo>
                    <a:pt x="0" y="55969"/>
                    <a:pt x="17034" y="73003"/>
                    <a:pt x="36502" y="75436"/>
                  </a:cubicBezTo>
                  <a:cubicBezTo>
                    <a:pt x="55969" y="75436"/>
                    <a:pt x="73003" y="58402"/>
                    <a:pt x="73003" y="36501"/>
                  </a:cubicBezTo>
                  <a:cubicBezTo>
                    <a:pt x="73003" y="14601"/>
                    <a:pt x="55969" y="0"/>
                    <a:pt x="3650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7E093F8-9B0F-73C6-0533-FB005786E719}"/>
                </a:ext>
              </a:extLst>
            </p:cNvPr>
            <p:cNvSpPr/>
            <p:nvPr userDrawn="1"/>
          </p:nvSpPr>
          <p:spPr>
            <a:xfrm>
              <a:off x="4783996" y="2384155"/>
              <a:ext cx="83797" cy="83531"/>
            </a:xfrm>
            <a:custGeom>
              <a:avLst/>
              <a:gdLst>
                <a:gd name="connsiteX0" fmla="*/ 36501 w 73234"/>
                <a:gd name="connsiteY0" fmla="*/ 0 h 73002"/>
                <a:gd name="connsiteX1" fmla="*/ 0 w 73234"/>
                <a:gd name="connsiteY1" fmla="*/ 36501 h 73002"/>
                <a:gd name="connsiteX2" fmla="*/ 36501 w 73234"/>
                <a:gd name="connsiteY2" fmla="*/ 73002 h 73002"/>
                <a:gd name="connsiteX3" fmla="*/ 73002 w 73234"/>
                <a:gd name="connsiteY3" fmla="*/ 36501 h 73002"/>
                <a:gd name="connsiteX4" fmla="*/ 36501 w 73234"/>
                <a:gd name="connsiteY4" fmla="*/ 0 h 73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234" h="73002">
                  <a:moveTo>
                    <a:pt x="36501" y="0"/>
                  </a:moveTo>
                  <a:cubicBezTo>
                    <a:pt x="17034" y="0"/>
                    <a:pt x="0" y="17034"/>
                    <a:pt x="0" y="36501"/>
                  </a:cubicBezTo>
                  <a:cubicBezTo>
                    <a:pt x="0" y="55969"/>
                    <a:pt x="17034" y="73002"/>
                    <a:pt x="36501" y="73002"/>
                  </a:cubicBezTo>
                  <a:cubicBezTo>
                    <a:pt x="58402" y="73002"/>
                    <a:pt x="75436" y="55969"/>
                    <a:pt x="73002" y="36501"/>
                  </a:cubicBezTo>
                  <a:cubicBezTo>
                    <a:pt x="73002" y="17034"/>
                    <a:pt x="55968" y="0"/>
                    <a:pt x="3650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1986DCA-F0A0-3E1A-E01B-031C2C163921}"/>
                </a:ext>
              </a:extLst>
            </p:cNvPr>
            <p:cNvSpPr/>
            <p:nvPr userDrawn="1"/>
          </p:nvSpPr>
          <p:spPr>
            <a:xfrm>
              <a:off x="4778428" y="1195218"/>
              <a:ext cx="86315" cy="83531"/>
            </a:xfrm>
            <a:custGeom>
              <a:avLst/>
              <a:gdLst>
                <a:gd name="connsiteX0" fmla="*/ 36501 w 75435"/>
                <a:gd name="connsiteY0" fmla="*/ 0 h 73002"/>
                <a:gd name="connsiteX1" fmla="*/ 0 w 75435"/>
                <a:gd name="connsiteY1" fmla="*/ 36501 h 73002"/>
                <a:gd name="connsiteX2" fmla="*/ 36501 w 75435"/>
                <a:gd name="connsiteY2" fmla="*/ 73003 h 73002"/>
                <a:gd name="connsiteX3" fmla="*/ 75436 w 75435"/>
                <a:gd name="connsiteY3" fmla="*/ 36501 h 73002"/>
                <a:gd name="connsiteX4" fmla="*/ 36501 w 75435"/>
                <a:gd name="connsiteY4" fmla="*/ 0 h 73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5" h="73002">
                  <a:moveTo>
                    <a:pt x="36501" y="0"/>
                  </a:moveTo>
                  <a:cubicBezTo>
                    <a:pt x="17034" y="0"/>
                    <a:pt x="0" y="17034"/>
                    <a:pt x="0" y="36501"/>
                  </a:cubicBezTo>
                  <a:cubicBezTo>
                    <a:pt x="0" y="55969"/>
                    <a:pt x="17034" y="73003"/>
                    <a:pt x="36501" y="73003"/>
                  </a:cubicBezTo>
                  <a:cubicBezTo>
                    <a:pt x="58402" y="73003"/>
                    <a:pt x="75436" y="55969"/>
                    <a:pt x="75436" y="36501"/>
                  </a:cubicBezTo>
                  <a:cubicBezTo>
                    <a:pt x="75436" y="17034"/>
                    <a:pt x="58402" y="0"/>
                    <a:pt x="3650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D30825A6-4D4D-D556-963E-E009FE690CB9}"/>
                </a:ext>
              </a:extLst>
            </p:cNvPr>
            <p:cNvSpPr/>
            <p:nvPr userDrawn="1"/>
          </p:nvSpPr>
          <p:spPr>
            <a:xfrm>
              <a:off x="6409817" y="1846767"/>
              <a:ext cx="83797" cy="83531"/>
            </a:xfrm>
            <a:custGeom>
              <a:avLst/>
              <a:gdLst>
                <a:gd name="connsiteX0" fmla="*/ 36733 w 73234"/>
                <a:gd name="connsiteY0" fmla="*/ 0 h 73002"/>
                <a:gd name="connsiteX1" fmla="*/ 232 w 73234"/>
                <a:gd name="connsiteY1" fmla="*/ 36501 h 73002"/>
                <a:gd name="connsiteX2" fmla="*/ 36733 w 73234"/>
                <a:gd name="connsiteY2" fmla="*/ 73002 h 73002"/>
                <a:gd name="connsiteX3" fmla="*/ 73235 w 73234"/>
                <a:gd name="connsiteY3" fmla="*/ 36501 h 73002"/>
                <a:gd name="connsiteX4" fmla="*/ 36733 w 73234"/>
                <a:gd name="connsiteY4" fmla="*/ 0 h 73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234" h="73002">
                  <a:moveTo>
                    <a:pt x="36733" y="0"/>
                  </a:moveTo>
                  <a:cubicBezTo>
                    <a:pt x="14833" y="0"/>
                    <a:pt x="-2201" y="17034"/>
                    <a:pt x="232" y="36501"/>
                  </a:cubicBezTo>
                  <a:cubicBezTo>
                    <a:pt x="232" y="55969"/>
                    <a:pt x="17266" y="73002"/>
                    <a:pt x="36733" y="73002"/>
                  </a:cubicBezTo>
                  <a:cubicBezTo>
                    <a:pt x="56201" y="73002"/>
                    <a:pt x="73235" y="55969"/>
                    <a:pt x="73235" y="36501"/>
                  </a:cubicBezTo>
                  <a:cubicBezTo>
                    <a:pt x="73235" y="17034"/>
                    <a:pt x="56201" y="0"/>
                    <a:pt x="3673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8470A2F-72E6-8939-5538-6B53AFCAB739}"/>
                </a:ext>
              </a:extLst>
            </p:cNvPr>
            <p:cNvSpPr/>
            <p:nvPr userDrawn="1"/>
          </p:nvSpPr>
          <p:spPr>
            <a:xfrm>
              <a:off x="6103799" y="1365067"/>
              <a:ext cx="122513" cy="122513"/>
            </a:xfrm>
            <a:custGeom>
              <a:avLst/>
              <a:gdLst>
                <a:gd name="connsiteX0" fmla="*/ 53535 w 107070"/>
                <a:gd name="connsiteY0" fmla="*/ 0 h 107070"/>
                <a:gd name="connsiteX1" fmla="*/ 0 w 107070"/>
                <a:gd name="connsiteY1" fmla="*/ 53535 h 107070"/>
                <a:gd name="connsiteX2" fmla="*/ 53535 w 107070"/>
                <a:gd name="connsiteY2" fmla="*/ 107071 h 107070"/>
                <a:gd name="connsiteX3" fmla="*/ 107070 w 107070"/>
                <a:gd name="connsiteY3" fmla="*/ 53535 h 107070"/>
                <a:gd name="connsiteX4" fmla="*/ 53535 w 107070"/>
                <a:gd name="connsiteY4" fmla="*/ 0 h 107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070" h="107070">
                  <a:moveTo>
                    <a:pt x="53535" y="0"/>
                  </a:moveTo>
                  <a:cubicBezTo>
                    <a:pt x="24334" y="0"/>
                    <a:pt x="0" y="24334"/>
                    <a:pt x="0" y="53535"/>
                  </a:cubicBezTo>
                  <a:cubicBezTo>
                    <a:pt x="0" y="82736"/>
                    <a:pt x="24334" y="107071"/>
                    <a:pt x="53535" y="107071"/>
                  </a:cubicBezTo>
                  <a:cubicBezTo>
                    <a:pt x="82736" y="107071"/>
                    <a:pt x="107070" y="82736"/>
                    <a:pt x="107070" y="53535"/>
                  </a:cubicBezTo>
                  <a:cubicBezTo>
                    <a:pt x="107070" y="24334"/>
                    <a:pt x="82736" y="0"/>
                    <a:pt x="53535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F6B8946D-2C40-B40C-9937-4A2301E16AD7}"/>
                </a:ext>
              </a:extLst>
            </p:cNvPr>
            <p:cNvSpPr/>
            <p:nvPr userDrawn="1"/>
          </p:nvSpPr>
          <p:spPr>
            <a:xfrm>
              <a:off x="5558058" y="2005478"/>
              <a:ext cx="122513" cy="122513"/>
            </a:xfrm>
            <a:custGeom>
              <a:avLst/>
              <a:gdLst>
                <a:gd name="connsiteX0" fmla="*/ 53535 w 107070"/>
                <a:gd name="connsiteY0" fmla="*/ 0 h 107070"/>
                <a:gd name="connsiteX1" fmla="*/ 0 w 107070"/>
                <a:gd name="connsiteY1" fmla="*/ 53536 h 107070"/>
                <a:gd name="connsiteX2" fmla="*/ 53535 w 107070"/>
                <a:gd name="connsiteY2" fmla="*/ 107071 h 107070"/>
                <a:gd name="connsiteX3" fmla="*/ 107070 w 107070"/>
                <a:gd name="connsiteY3" fmla="*/ 53536 h 107070"/>
                <a:gd name="connsiteX4" fmla="*/ 53535 w 107070"/>
                <a:gd name="connsiteY4" fmla="*/ 0 h 107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070" h="107070">
                  <a:moveTo>
                    <a:pt x="53535" y="0"/>
                  </a:moveTo>
                  <a:cubicBezTo>
                    <a:pt x="24334" y="0"/>
                    <a:pt x="0" y="24334"/>
                    <a:pt x="0" y="53536"/>
                  </a:cubicBezTo>
                  <a:cubicBezTo>
                    <a:pt x="0" y="82736"/>
                    <a:pt x="24334" y="107071"/>
                    <a:pt x="53535" y="107071"/>
                  </a:cubicBezTo>
                  <a:cubicBezTo>
                    <a:pt x="82736" y="107071"/>
                    <a:pt x="107070" y="82736"/>
                    <a:pt x="107070" y="53536"/>
                  </a:cubicBezTo>
                  <a:cubicBezTo>
                    <a:pt x="107070" y="24334"/>
                    <a:pt x="82736" y="0"/>
                    <a:pt x="53535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C58A97CC-6A2D-88D6-A783-C9AE9C9F6216}"/>
                </a:ext>
              </a:extLst>
            </p:cNvPr>
            <p:cNvSpPr/>
            <p:nvPr userDrawn="1"/>
          </p:nvSpPr>
          <p:spPr>
            <a:xfrm>
              <a:off x="553" y="1089410"/>
              <a:ext cx="1397622" cy="437150"/>
            </a:xfrm>
            <a:custGeom>
              <a:avLst/>
              <a:gdLst>
                <a:gd name="connsiteX0" fmla="*/ 0 w 1397622"/>
                <a:gd name="connsiteY0" fmla="*/ 0 h 437150"/>
                <a:gd name="connsiteX1" fmla="*/ 19347 w 1397622"/>
                <a:gd name="connsiteY1" fmla="*/ 0 h 437150"/>
                <a:gd name="connsiteX2" fmla="*/ 139076 w 1397622"/>
                <a:gd name="connsiteY2" fmla="*/ 122513 h 437150"/>
                <a:gd name="connsiteX3" fmla="*/ 773917 w 1397622"/>
                <a:gd name="connsiteY3" fmla="*/ 122513 h 437150"/>
                <a:gd name="connsiteX4" fmla="*/ 1060710 w 1397622"/>
                <a:gd name="connsiteY4" fmla="*/ 414876 h 437150"/>
                <a:gd name="connsiteX5" fmla="*/ 1397622 w 1397622"/>
                <a:gd name="connsiteY5" fmla="*/ 414876 h 437150"/>
                <a:gd name="connsiteX6" fmla="*/ 1397622 w 1397622"/>
                <a:gd name="connsiteY6" fmla="*/ 437150 h 437150"/>
                <a:gd name="connsiteX7" fmla="*/ 1052357 w 1397622"/>
                <a:gd name="connsiteY7" fmla="*/ 437150 h 437150"/>
                <a:gd name="connsiteX8" fmla="*/ 765564 w 1397622"/>
                <a:gd name="connsiteY8" fmla="*/ 142005 h 437150"/>
                <a:gd name="connsiteX9" fmla="*/ 130723 w 1397622"/>
                <a:gd name="connsiteY9" fmla="*/ 144789 h 437150"/>
                <a:gd name="connsiteX10" fmla="*/ 8210 w 1397622"/>
                <a:gd name="connsiteY10" fmla="*/ 22275 h 437150"/>
                <a:gd name="connsiteX11" fmla="*/ 0 w 1397622"/>
                <a:gd name="connsiteY11" fmla="*/ 22275 h 43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97622" h="437150">
                  <a:moveTo>
                    <a:pt x="0" y="0"/>
                  </a:moveTo>
                  <a:lnTo>
                    <a:pt x="19347" y="0"/>
                  </a:lnTo>
                  <a:lnTo>
                    <a:pt x="139076" y="122513"/>
                  </a:lnTo>
                  <a:lnTo>
                    <a:pt x="773917" y="122513"/>
                  </a:lnTo>
                  <a:lnTo>
                    <a:pt x="1060710" y="414876"/>
                  </a:lnTo>
                  <a:lnTo>
                    <a:pt x="1397622" y="414876"/>
                  </a:lnTo>
                  <a:lnTo>
                    <a:pt x="1397622" y="437150"/>
                  </a:lnTo>
                  <a:lnTo>
                    <a:pt x="1052357" y="437150"/>
                  </a:lnTo>
                  <a:lnTo>
                    <a:pt x="765564" y="142005"/>
                  </a:lnTo>
                  <a:lnTo>
                    <a:pt x="130723" y="144789"/>
                  </a:lnTo>
                  <a:lnTo>
                    <a:pt x="8210" y="22275"/>
                  </a:lnTo>
                  <a:lnTo>
                    <a:pt x="0" y="2227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AA15FB97-BA25-A734-1158-1FD0CF5961C7}"/>
                </a:ext>
              </a:extLst>
            </p:cNvPr>
            <p:cNvSpPr/>
            <p:nvPr userDrawn="1"/>
          </p:nvSpPr>
          <p:spPr>
            <a:xfrm>
              <a:off x="553" y="1534914"/>
              <a:ext cx="3062690" cy="412090"/>
            </a:xfrm>
            <a:custGeom>
              <a:avLst/>
              <a:gdLst>
                <a:gd name="connsiteX0" fmla="*/ 144646 w 3062690"/>
                <a:gd name="connsiteY0" fmla="*/ 0 h 412090"/>
                <a:gd name="connsiteX1" fmla="*/ 579011 w 3062690"/>
                <a:gd name="connsiteY1" fmla="*/ 0 h 412090"/>
                <a:gd name="connsiteX2" fmla="*/ 966042 w 3062690"/>
                <a:gd name="connsiteY2" fmla="*/ 389816 h 412090"/>
                <a:gd name="connsiteX3" fmla="*/ 2294198 w 3062690"/>
                <a:gd name="connsiteY3" fmla="*/ 389816 h 412090"/>
                <a:gd name="connsiteX4" fmla="*/ 2608834 w 3062690"/>
                <a:gd name="connsiteY4" fmla="*/ 75178 h 412090"/>
                <a:gd name="connsiteX5" fmla="*/ 3062690 w 3062690"/>
                <a:gd name="connsiteY5" fmla="*/ 75178 h 412090"/>
                <a:gd name="connsiteX6" fmla="*/ 3062690 w 3062690"/>
                <a:gd name="connsiteY6" fmla="*/ 97454 h 412090"/>
                <a:gd name="connsiteX7" fmla="*/ 2617187 w 3062690"/>
                <a:gd name="connsiteY7" fmla="*/ 97454 h 412090"/>
                <a:gd name="connsiteX8" fmla="*/ 2302551 w 3062690"/>
                <a:gd name="connsiteY8" fmla="*/ 412090 h 412090"/>
                <a:gd name="connsiteX9" fmla="*/ 957689 w 3062690"/>
                <a:gd name="connsiteY9" fmla="*/ 412090 h 412090"/>
                <a:gd name="connsiteX10" fmla="*/ 570658 w 3062690"/>
                <a:gd name="connsiteY10" fmla="*/ 22276 h 412090"/>
                <a:gd name="connsiteX11" fmla="*/ 152999 w 3062690"/>
                <a:gd name="connsiteY11" fmla="*/ 22276 h 412090"/>
                <a:gd name="connsiteX12" fmla="*/ 0 w 3062690"/>
                <a:gd name="connsiteY12" fmla="*/ 175275 h 412090"/>
                <a:gd name="connsiteX13" fmla="*/ 0 w 3062690"/>
                <a:gd name="connsiteY13" fmla="*/ 144646 h 412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062690" h="412090">
                  <a:moveTo>
                    <a:pt x="144646" y="0"/>
                  </a:moveTo>
                  <a:lnTo>
                    <a:pt x="579011" y="0"/>
                  </a:lnTo>
                  <a:lnTo>
                    <a:pt x="966042" y="389816"/>
                  </a:lnTo>
                  <a:lnTo>
                    <a:pt x="2294198" y="389816"/>
                  </a:lnTo>
                  <a:lnTo>
                    <a:pt x="2608834" y="75178"/>
                  </a:lnTo>
                  <a:lnTo>
                    <a:pt x="3062690" y="75178"/>
                  </a:lnTo>
                  <a:lnTo>
                    <a:pt x="3062690" y="97454"/>
                  </a:lnTo>
                  <a:lnTo>
                    <a:pt x="2617187" y="97454"/>
                  </a:lnTo>
                  <a:lnTo>
                    <a:pt x="2302551" y="412090"/>
                  </a:lnTo>
                  <a:lnTo>
                    <a:pt x="957689" y="412090"/>
                  </a:lnTo>
                  <a:lnTo>
                    <a:pt x="570658" y="22276"/>
                  </a:lnTo>
                  <a:lnTo>
                    <a:pt x="152999" y="22276"/>
                  </a:lnTo>
                  <a:lnTo>
                    <a:pt x="0" y="175275"/>
                  </a:lnTo>
                  <a:lnTo>
                    <a:pt x="0" y="144646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0DCDCC8-9ED6-F38F-8A1E-46DC920E501B}"/>
                </a:ext>
              </a:extLst>
            </p:cNvPr>
            <p:cNvSpPr/>
            <p:nvPr userDrawn="1"/>
          </p:nvSpPr>
          <p:spPr>
            <a:xfrm>
              <a:off x="553" y="1298241"/>
              <a:ext cx="3984324" cy="952263"/>
            </a:xfrm>
            <a:custGeom>
              <a:avLst/>
              <a:gdLst>
                <a:gd name="connsiteX0" fmla="*/ 0 w 3984324"/>
                <a:gd name="connsiteY0" fmla="*/ 0 h 952263"/>
                <a:gd name="connsiteX1" fmla="*/ 492694 w 3984324"/>
                <a:gd name="connsiteY1" fmla="*/ 0 h 952263"/>
                <a:gd name="connsiteX2" fmla="*/ 874155 w 3984324"/>
                <a:gd name="connsiteY2" fmla="*/ 381462 h 952263"/>
                <a:gd name="connsiteX3" fmla="*/ 1712258 w 3984324"/>
                <a:gd name="connsiteY3" fmla="*/ 381462 h 952263"/>
                <a:gd name="connsiteX4" fmla="*/ 2260784 w 3984324"/>
                <a:gd name="connsiteY4" fmla="*/ 929989 h 952263"/>
                <a:gd name="connsiteX5" fmla="*/ 3154574 w 3984324"/>
                <a:gd name="connsiteY5" fmla="*/ 929989 h 952263"/>
                <a:gd name="connsiteX6" fmla="*/ 3313285 w 3984324"/>
                <a:gd name="connsiteY6" fmla="*/ 768494 h 952263"/>
                <a:gd name="connsiteX7" fmla="*/ 3984324 w 3984324"/>
                <a:gd name="connsiteY7" fmla="*/ 768494 h 952263"/>
                <a:gd name="connsiteX8" fmla="*/ 3981539 w 3984324"/>
                <a:gd name="connsiteY8" fmla="*/ 790769 h 952263"/>
                <a:gd name="connsiteX9" fmla="*/ 3324423 w 3984324"/>
                <a:gd name="connsiteY9" fmla="*/ 790769 h 952263"/>
                <a:gd name="connsiteX10" fmla="*/ 3162927 w 3984324"/>
                <a:gd name="connsiteY10" fmla="*/ 952263 h 952263"/>
                <a:gd name="connsiteX11" fmla="*/ 2249646 w 3984324"/>
                <a:gd name="connsiteY11" fmla="*/ 952263 h 952263"/>
                <a:gd name="connsiteX12" fmla="*/ 1703905 w 3984324"/>
                <a:gd name="connsiteY12" fmla="*/ 403737 h 952263"/>
                <a:gd name="connsiteX13" fmla="*/ 865802 w 3984324"/>
                <a:gd name="connsiteY13" fmla="*/ 403737 h 952263"/>
                <a:gd name="connsiteX14" fmla="*/ 484341 w 3984324"/>
                <a:gd name="connsiteY14" fmla="*/ 22275 h 952263"/>
                <a:gd name="connsiteX15" fmla="*/ 0 w 3984324"/>
                <a:gd name="connsiteY15" fmla="*/ 22275 h 952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984324" h="952263">
                  <a:moveTo>
                    <a:pt x="0" y="0"/>
                  </a:moveTo>
                  <a:lnTo>
                    <a:pt x="492694" y="0"/>
                  </a:lnTo>
                  <a:lnTo>
                    <a:pt x="874155" y="381462"/>
                  </a:lnTo>
                  <a:lnTo>
                    <a:pt x="1712258" y="381462"/>
                  </a:lnTo>
                  <a:lnTo>
                    <a:pt x="2260784" y="929989"/>
                  </a:lnTo>
                  <a:lnTo>
                    <a:pt x="3154574" y="929989"/>
                  </a:lnTo>
                  <a:lnTo>
                    <a:pt x="3313285" y="768494"/>
                  </a:lnTo>
                  <a:lnTo>
                    <a:pt x="3984324" y="768494"/>
                  </a:lnTo>
                  <a:lnTo>
                    <a:pt x="3981539" y="790769"/>
                  </a:lnTo>
                  <a:lnTo>
                    <a:pt x="3324423" y="790769"/>
                  </a:lnTo>
                  <a:lnTo>
                    <a:pt x="3162927" y="952263"/>
                  </a:lnTo>
                  <a:lnTo>
                    <a:pt x="2249646" y="952263"/>
                  </a:lnTo>
                  <a:lnTo>
                    <a:pt x="1703905" y="403737"/>
                  </a:lnTo>
                  <a:lnTo>
                    <a:pt x="865802" y="403737"/>
                  </a:lnTo>
                  <a:lnTo>
                    <a:pt x="484341" y="22275"/>
                  </a:lnTo>
                  <a:lnTo>
                    <a:pt x="0" y="2227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E238716C-2272-F4E0-9C87-1CDCF0B558FE}"/>
                </a:ext>
              </a:extLst>
            </p:cNvPr>
            <p:cNvSpPr/>
            <p:nvPr userDrawn="1"/>
          </p:nvSpPr>
          <p:spPr>
            <a:xfrm>
              <a:off x="342889" y="2052812"/>
              <a:ext cx="2711999" cy="1481297"/>
            </a:xfrm>
            <a:custGeom>
              <a:avLst/>
              <a:gdLst>
                <a:gd name="connsiteX0" fmla="*/ 0 w 2370148"/>
                <a:gd name="connsiteY0" fmla="*/ 1294579 h 1294578"/>
                <a:gd name="connsiteX1" fmla="*/ 323644 w 2370148"/>
                <a:gd name="connsiteY1" fmla="*/ 1294579 h 1294578"/>
                <a:gd name="connsiteX2" fmla="*/ 659456 w 2370148"/>
                <a:gd name="connsiteY2" fmla="*/ 961201 h 1294578"/>
                <a:gd name="connsiteX3" fmla="*/ 1082871 w 2370148"/>
                <a:gd name="connsiteY3" fmla="*/ 961201 h 1294578"/>
                <a:gd name="connsiteX4" fmla="*/ 2024603 w 2370148"/>
                <a:gd name="connsiteY4" fmla="*/ 19467 h 1294578"/>
                <a:gd name="connsiteX5" fmla="*/ 2370148 w 2370148"/>
                <a:gd name="connsiteY5" fmla="*/ 19467 h 1294578"/>
                <a:gd name="connsiteX6" fmla="*/ 2370148 w 2370148"/>
                <a:gd name="connsiteY6" fmla="*/ 0 h 1294578"/>
                <a:gd name="connsiteX7" fmla="*/ 2017303 w 2370148"/>
                <a:gd name="connsiteY7" fmla="*/ 0 h 1294578"/>
                <a:gd name="connsiteX8" fmla="*/ 1075570 w 2370148"/>
                <a:gd name="connsiteY8" fmla="*/ 941733 h 1294578"/>
                <a:gd name="connsiteX9" fmla="*/ 649722 w 2370148"/>
                <a:gd name="connsiteY9" fmla="*/ 941733 h 1294578"/>
                <a:gd name="connsiteX10" fmla="*/ 316344 w 2370148"/>
                <a:gd name="connsiteY10" fmla="*/ 1275112 h 1294578"/>
                <a:gd name="connsiteX11" fmla="*/ 0 w 2370148"/>
                <a:gd name="connsiteY11" fmla="*/ 1275112 h 1294578"/>
                <a:gd name="connsiteX12" fmla="*/ 0 w 2370148"/>
                <a:gd name="connsiteY12" fmla="*/ 1294579 h 129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70148" h="1294578">
                  <a:moveTo>
                    <a:pt x="0" y="1294579"/>
                  </a:moveTo>
                  <a:lnTo>
                    <a:pt x="323644" y="1294579"/>
                  </a:lnTo>
                  <a:lnTo>
                    <a:pt x="659456" y="961201"/>
                  </a:lnTo>
                  <a:lnTo>
                    <a:pt x="1082871" y="961201"/>
                  </a:lnTo>
                  <a:lnTo>
                    <a:pt x="2024603" y="19467"/>
                  </a:lnTo>
                  <a:lnTo>
                    <a:pt x="2370148" y="19467"/>
                  </a:lnTo>
                  <a:lnTo>
                    <a:pt x="2370148" y="0"/>
                  </a:lnTo>
                  <a:lnTo>
                    <a:pt x="2017303" y="0"/>
                  </a:lnTo>
                  <a:lnTo>
                    <a:pt x="1075570" y="941733"/>
                  </a:lnTo>
                  <a:lnTo>
                    <a:pt x="649722" y="941733"/>
                  </a:lnTo>
                  <a:lnTo>
                    <a:pt x="316344" y="1275112"/>
                  </a:lnTo>
                  <a:lnTo>
                    <a:pt x="0" y="1275112"/>
                  </a:lnTo>
                  <a:lnTo>
                    <a:pt x="0" y="129457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90928CF4-313D-97B0-C75F-8DA71A95E4BE}"/>
                </a:ext>
              </a:extLst>
            </p:cNvPr>
            <p:cNvSpPr/>
            <p:nvPr userDrawn="1"/>
          </p:nvSpPr>
          <p:spPr>
            <a:xfrm>
              <a:off x="554" y="2077873"/>
              <a:ext cx="1834771" cy="261732"/>
            </a:xfrm>
            <a:custGeom>
              <a:avLst/>
              <a:gdLst>
                <a:gd name="connsiteX0" fmla="*/ 626344 w 1834771"/>
                <a:gd name="connsiteY0" fmla="*/ 0 h 261732"/>
                <a:gd name="connsiteX1" fmla="*/ 1834771 w 1834771"/>
                <a:gd name="connsiteY1" fmla="*/ 0 h 261732"/>
                <a:gd name="connsiteX2" fmla="*/ 1834771 w 1834771"/>
                <a:gd name="connsiteY2" fmla="*/ 44549 h 261732"/>
                <a:gd name="connsiteX3" fmla="*/ 643051 w 1834771"/>
                <a:gd name="connsiteY3" fmla="*/ 44549 h 261732"/>
                <a:gd name="connsiteX4" fmla="*/ 425868 w 1834771"/>
                <a:gd name="connsiteY4" fmla="*/ 261732 h 261732"/>
                <a:gd name="connsiteX5" fmla="*/ 0 w 1834771"/>
                <a:gd name="connsiteY5" fmla="*/ 261732 h 261732"/>
                <a:gd name="connsiteX6" fmla="*/ 0 w 1834771"/>
                <a:gd name="connsiteY6" fmla="*/ 217182 h 261732"/>
                <a:gd name="connsiteX7" fmla="*/ 409162 w 1834771"/>
                <a:gd name="connsiteY7" fmla="*/ 217182 h 26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34771" h="261732">
                  <a:moveTo>
                    <a:pt x="626344" y="0"/>
                  </a:moveTo>
                  <a:lnTo>
                    <a:pt x="1834771" y="0"/>
                  </a:lnTo>
                  <a:lnTo>
                    <a:pt x="1834771" y="44549"/>
                  </a:lnTo>
                  <a:lnTo>
                    <a:pt x="643051" y="44549"/>
                  </a:lnTo>
                  <a:lnTo>
                    <a:pt x="425868" y="261732"/>
                  </a:lnTo>
                  <a:lnTo>
                    <a:pt x="0" y="261732"/>
                  </a:lnTo>
                  <a:lnTo>
                    <a:pt x="0" y="217182"/>
                  </a:lnTo>
                  <a:lnTo>
                    <a:pt x="409162" y="217182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094CEC9B-63E8-5893-3D07-5BD18C457956}"/>
                </a:ext>
              </a:extLst>
            </p:cNvPr>
            <p:cNvSpPr/>
            <p:nvPr userDrawn="1"/>
          </p:nvSpPr>
          <p:spPr>
            <a:xfrm>
              <a:off x="553" y="2450981"/>
              <a:ext cx="1689984" cy="286793"/>
            </a:xfrm>
            <a:custGeom>
              <a:avLst/>
              <a:gdLst>
                <a:gd name="connsiteX0" fmla="*/ 0 w 1689984"/>
                <a:gd name="connsiteY0" fmla="*/ 0 h 286793"/>
                <a:gd name="connsiteX1" fmla="*/ 570658 w 1689984"/>
                <a:gd name="connsiteY1" fmla="*/ 0 h 286793"/>
                <a:gd name="connsiteX2" fmla="*/ 837959 w 1689984"/>
                <a:gd name="connsiteY2" fmla="*/ 267302 h 286793"/>
                <a:gd name="connsiteX3" fmla="*/ 1689984 w 1689984"/>
                <a:gd name="connsiteY3" fmla="*/ 267302 h 286793"/>
                <a:gd name="connsiteX4" fmla="*/ 1689984 w 1689984"/>
                <a:gd name="connsiteY4" fmla="*/ 286793 h 286793"/>
                <a:gd name="connsiteX5" fmla="*/ 829606 w 1689984"/>
                <a:gd name="connsiteY5" fmla="*/ 286793 h 286793"/>
                <a:gd name="connsiteX6" fmla="*/ 562305 w 1689984"/>
                <a:gd name="connsiteY6" fmla="*/ 19491 h 286793"/>
                <a:gd name="connsiteX7" fmla="*/ 0 w 1689984"/>
                <a:gd name="connsiteY7" fmla="*/ 19491 h 286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89984" h="286793">
                  <a:moveTo>
                    <a:pt x="0" y="0"/>
                  </a:moveTo>
                  <a:lnTo>
                    <a:pt x="570658" y="0"/>
                  </a:lnTo>
                  <a:lnTo>
                    <a:pt x="837959" y="267302"/>
                  </a:lnTo>
                  <a:lnTo>
                    <a:pt x="1689984" y="267302"/>
                  </a:lnTo>
                  <a:lnTo>
                    <a:pt x="1689984" y="286793"/>
                  </a:lnTo>
                  <a:lnTo>
                    <a:pt x="829606" y="286793"/>
                  </a:lnTo>
                  <a:lnTo>
                    <a:pt x="562305" y="19491"/>
                  </a:lnTo>
                  <a:lnTo>
                    <a:pt x="0" y="1949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1F2DD7DC-2556-A469-C2F8-72BE5B8A4367}"/>
                </a:ext>
              </a:extLst>
            </p:cNvPr>
            <p:cNvSpPr/>
            <p:nvPr userDrawn="1"/>
          </p:nvSpPr>
          <p:spPr>
            <a:xfrm>
              <a:off x="554" y="2275564"/>
              <a:ext cx="4140251" cy="860378"/>
            </a:xfrm>
            <a:custGeom>
              <a:avLst/>
              <a:gdLst>
                <a:gd name="connsiteX0" fmla="*/ 1397623 w 4140251"/>
                <a:gd name="connsiteY0" fmla="*/ 0 h 860378"/>
                <a:gd name="connsiteX1" fmla="*/ 1960070 w 4140251"/>
                <a:gd name="connsiteY1" fmla="*/ 0 h 860378"/>
                <a:gd name="connsiteX2" fmla="*/ 2349886 w 4140251"/>
                <a:gd name="connsiteY2" fmla="*/ 392600 h 860378"/>
                <a:gd name="connsiteX3" fmla="*/ 3630707 w 4140251"/>
                <a:gd name="connsiteY3" fmla="*/ 392600 h 860378"/>
                <a:gd name="connsiteX4" fmla="*/ 3847890 w 4140251"/>
                <a:gd name="connsiteY4" fmla="*/ 609782 h 860378"/>
                <a:gd name="connsiteX5" fmla="*/ 4140251 w 4140251"/>
                <a:gd name="connsiteY5" fmla="*/ 609782 h 860378"/>
                <a:gd name="connsiteX6" fmla="*/ 4140251 w 4140251"/>
                <a:gd name="connsiteY6" fmla="*/ 651549 h 860378"/>
                <a:gd name="connsiteX7" fmla="*/ 3831184 w 4140251"/>
                <a:gd name="connsiteY7" fmla="*/ 651549 h 860378"/>
                <a:gd name="connsiteX8" fmla="*/ 3614001 w 4140251"/>
                <a:gd name="connsiteY8" fmla="*/ 434366 h 860378"/>
                <a:gd name="connsiteX9" fmla="*/ 2333179 w 4140251"/>
                <a:gd name="connsiteY9" fmla="*/ 434366 h 860378"/>
                <a:gd name="connsiteX10" fmla="*/ 1940580 w 4140251"/>
                <a:gd name="connsiteY10" fmla="*/ 44551 h 860378"/>
                <a:gd name="connsiteX11" fmla="*/ 1414329 w 4140251"/>
                <a:gd name="connsiteY11" fmla="*/ 44551 h 860378"/>
                <a:gd name="connsiteX12" fmla="*/ 598502 w 4140251"/>
                <a:gd name="connsiteY12" fmla="*/ 860378 h 860378"/>
                <a:gd name="connsiteX13" fmla="*/ 219825 w 4140251"/>
                <a:gd name="connsiteY13" fmla="*/ 857594 h 860378"/>
                <a:gd name="connsiteX14" fmla="*/ 44407 w 4140251"/>
                <a:gd name="connsiteY14" fmla="*/ 684962 h 860378"/>
                <a:gd name="connsiteX15" fmla="*/ 0 w 4140251"/>
                <a:gd name="connsiteY15" fmla="*/ 684962 h 860378"/>
                <a:gd name="connsiteX16" fmla="*/ 0 w 4140251"/>
                <a:gd name="connsiteY16" fmla="*/ 640411 h 860378"/>
                <a:gd name="connsiteX17" fmla="*/ 61114 w 4140251"/>
                <a:gd name="connsiteY17" fmla="*/ 640411 h 860378"/>
                <a:gd name="connsiteX18" fmla="*/ 236531 w 4140251"/>
                <a:gd name="connsiteY18" fmla="*/ 815828 h 860378"/>
                <a:gd name="connsiteX19" fmla="*/ 581796 w 4140251"/>
                <a:gd name="connsiteY19" fmla="*/ 815828 h 860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140251" h="860378">
                  <a:moveTo>
                    <a:pt x="1397623" y="0"/>
                  </a:moveTo>
                  <a:lnTo>
                    <a:pt x="1960070" y="0"/>
                  </a:lnTo>
                  <a:lnTo>
                    <a:pt x="2349886" y="392600"/>
                  </a:lnTo>
                  <a:lnTo>
                    <a:pt x="3630707" y="392600"/>
                  </a:lnTo>
                  <a:lnTo>
                    <a:pt x="3847890" y="609782"/>
                  </a:lnTo>
                  <a:lnTo>
                    <a:pt x="4140251" y="609782"/>
                  </a:lnTo>
                  <a:lnTo>
                    <a:pt x="4140251" y="651549"/>
                  </a:lnTo>
                  <a:lnTo>
                    <a:pt x="3831184" y="651549"/>
                  </a:lnTo>
                  <a:lnTo>
                    <a:pt x="3614001" y="434366"/>
                  </a:lnTo>
                  <a:lnTo>
                    <a:pt x="2333179" y="434366"/>
                  </a:lnTo>
                  <a:lnTo>
                    <a:pt x="1940580" y="44551"/>
                  </a:lnTo>
                  <a:lnTo>
                    <a:pt x="1414329" y="44551"/>
                  </a:lnTo>
                  <a:lnTo>
                    <a:pt x="598502" y="860378"/>
                  </a:lnTo>
                  <a:lnTo>
                    <a:pt x="219825" y="857594"/>
                  </a:lnTo>
                  <a:lnTo>
                    <a:pt x="44407" y="684962"/>
                  </a:lnTo>
                  <a:lnTo>
                    <a:pt x="0" y="684962"/>
                  </a:lnTo>
                  <a:lnTo>
                    <a:pt x="0" y="640411"/>
                  </a:lnTo>
                  <a:lnTo>
                    <a:pt x="61114" y="640411"/>
                  </a:lnTo>
                  <a:lnTo>
                    <a:pt x="236531" y="815828"/>
                  </a:lnTo>
                  <a:lnTo>
                    <a:pt x="581796" y="81582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EF761158-A18B-83B8-4636-3A890E4F9677}"/>
                </a:ext>
              </a:extLst>
            </p:cNvPr>
            <p:cNvSpPr/>
            <p:nvPr userDrawn="1"/>
          </p:nvSpPr>
          <p:spPr>
            <a:xfrm>
              <a:off x="553" y="2342388"/>
              <a:ext cx="3510977" cy="690530"/>
            </a:xfrm>
            <a:custGeom>
              <a:avLst/>
              <a:gdLst>
                <a:gd name="connsiteX0" fmla="*/ 2745269 w 3510977"/>
                <a:gd name="connsiteY0" fmla="*/ 0 h 690530"/>
                <a:gd name="connsiteX1" fmla="*/ 3510977 w 3510977"/>
                <a:gd name="connsiteY1" fmla="*/ 0 h 690530"/>
                <a:gd name="connsiteX2" fmla="*/ 3510977 w 3510977"/>
                <a:gd name="connsiteY2" fmla="*/ 44551 h 690530"/>
                <a:gd name="connsiteX3" fmla="*/ 2764760 w 3510977"/>
                <a:gd name="connsiteY3" fmla="*/ 44551 h 690530"/>
                <a:gd name="connsiteX4" fmla="*/ 2118780 w 3510977"/>
                <a:gd name="connsiteY4" fmla="*/ 690530 h 690530"/>
                <a:gd name="connsiteX5" fmla="*/ 712661 w 3510977"/>
                <a:gd name="connsiteY5" fmla="*/ 690530 h 690530"/>
                <a:gd name="connsiteX6" fmla="*/ 409162 w 3510977"/>
                <a:gd name="connsiteY6" fmla="*/ 387031 h 690530"/>
                <a:gd name="connsiteX7" fmla="*/ 0 w 3510977"/>
                <a:gd name="connsiteY7" fmla="*/ 387031 h 690530"/>
                <a:gd name="connsiteX8" fmla="*/ 0 w 3510977"/>
                <a:gd name="connsiteY8" fmla="*/ 345265 h 690530"/>
                <a:gd name="connsiteX9" fmla="*/ 428653 w 3510977"/>
                <a:gd name="connsiteY9" fmla="*/ 345265 h 690530"/>
                <a:gd name="connsiteX10" fmla="*/ 729368 w 3510977"/>
                <a:gd name="connsiteY10" fmla="*/ 645980 h 690530"/>
                <a:gd name="connsiteX11" fmla="*/ 2099289 w 3510977"/>
                <a:gd name="connsiteY11" fmla="*/ 645980 h 69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510977" h="690530">
                  <a:moveTo>
                    <a:pt x="2745269" y="0"/>
                  </a:moveTo>
                  <a:lnTo>
                    <a:pt x="3510977" y="0"/>
                  </a:lnTo>
                  <a:lnTo>
                    <a:pt x="3510977" y="44551"/>
                  </a:lnTo>
                  <a:lnTo>
                    <a:pt x="2764760" y="44551"/>
                  </a:lnTo>
                  <a:lnTo>
                    <a:pt x="2118780" y="690530"/>
                  </a:lnTo>
                  <a:lnTo>
                    <a:pt x="712661" y="690530"/>
                  </a:lnTo>
                  <a:lnTo>
                    <a:pt x="409162" y="387031"/>
                  </a:lnTo>
                  <a:lnTo>
                    <a:pt x="0" y="387031"/>
                  </a:lnTo>
                  <a:lnTo>
                    <a:pt x="0" y="345265"/>
                  </a:lnTo>
                  <a:lnTo>
                    <a:pt x="428653" y="345265"/>
                  </a:lnTo>
                  <a:lnTo>
                    <a:pt x="729368" y="645980"/>
                  </a:lnTo>
                  <a:lnTo>
                    <a:pt x="2099289" y="64598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330263F8-7247-0F0F-32AA-AD7AEE2D33CF}"/>
                </a:ext>
              </a:extLst>
            </p:cNvPr>
            <p:cNvSpPr/>
            <p:nvPr userDrawn="1"/>
          </p:nvSpPr>
          <p:spPr>
            <a:xfrm>
              <a:off x="2442322" y="2843580"/>
              <a:ext cx="1698480" cy="339695"/>
            </a:xfrm>
            <a:custGeom>
              <a:avLst/>
              <a:gdLst>
                <a:gd name="connsiteX0" fmla="*/ 1068270 w 1484384"/>
                <a:gd name="connsiteY0" fmla="*/ 296877 h 296876"/>
                <a:gd name="connsiteX1" fmla="*/ 1484384 w 1484384"/>
                <a:gd name="connsiteY1" fmla="*/ 294444 h 296876"/>
                <a:gd name="connsiteX2" fmla="*/ 1484384 w 1484384"/>
                <a:gd name="connsiteY2" fmla="*/ 277410 h 296876"/>
                <a:gd name="connsiteX3" fmla="*/ 1075570 w 1484384"/>
                <a:gd name="connsiteY3" fmla="*/ 277410 h 296876"/>
                <a:gd name="connsiteX4" fmla="*/ 798161 w 1484384"/>
                <a:gd name="connsiteY4" fmla="*/ 0 h 296876"/>
                <a:gd name="connsiteX5" fmla="*/ 0 w 1484384"/>
                <a:gd name="connsiteY5" fmla="*/ 0 h 296876"/>
                <a:gd name="connsiteX6" fmla="*/ 0 w 1484384"/>
                <a:gd name="connsiteY6" fmla="*/ 17034 h 296876"/>
                <a:gd name="connsiteX7" fmla="*/ 790861 w 1484384"/>
                <a:gd name="connsiteY7" fmla="*/ 17034 h 296876"/>
                <a:gd name="connsiteX8" fmla="*/ 1068270 w 1484384"/>
                <a:gd name="connsiteY8" fmla="*/ 296877 h 29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84384" h="296876">
                  <a:moveTo>
                    <a:pt x="1068270" y="296877"/>
                  </a:moveTo>
                  <a:lnTo>
                    <a:pt x="1484384" y="294444"/>
                  </a:lnTo>
                  <a:lnTo>
                    <a:pt x="1484384" y="277410"/>
                  </a:lnTo>
                  <a:lnTo>
                    <a:pt x="1075570" y="277410"/>
                  </a:lnTo>
                  <a:lnTo>
                    <a:pt x="798161" y="0"/>
                  </a:lnTo>
                  <a:lnTo>
                    <a:pt x="0" y="0"/>
                  </a:lnTo>
                  <a:lnTo>
                    <a:pt x="0" y="17034"/>
                  </a:lnTo>
                  <a:lnTo>
                    <a:pt x="790861" y="17034"/>
                  </a:lnTo>
                  <a:lnTo>
                    <a:pt x="1068270" y="296877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0D14412A-B10B-8F56-F0CD-A75CB7378855}"/>
                </a:ext>
              </a:extLst>
            </p:cNvPr>
            <p:cNvSpPr/>
            <p:nvPr userDrawn="1"/>
          </p:nvSpPr>
          <p:spPr>
            <a:xfrm>
              <a:off x="553" y="3244533"/>
              <a:ext cx="3048768" cy="815828"/>
            </a:xfrm>
            <a:custGeom>
              <a:avLst/>
              <a:gdLst>
                <a:gd name="connsiteX0" fmla="*/ 2706288 w 3048768"/>
                <a:gd name="connsiteY0" fmla="*/ 0 h 815828"/>
                <a:gd name="connsiteX1" fmla="*/ 3048768 w 3048768"/>
                <a:gd name="connsiteY1" fmla="*/ 0 h 815828"/>
                <a:gd name="connsiteX2" fmla="*/ 3048768 w 3048768"/>
                <a:gd name="connsiteY2" fmla="*/ 22275 h 815828"/>
                <a:gd name="connsiteX3" fmla="*/ 2717425 w 3048768"/>
                <a:gd name="connsiteY3" fmla="*/ 22275 h 815828"/>
                <a:gd name="connsiteX4" fmla="*/ 2388867 w 3048768"/>
                <a:gd name="connsiteY4" fmla="*/ 350834 h 815828"/>
                <a:gd name="connsiteX5" fmla="*/ 1553549 w 3048768"/>
                <a:gd name="connsiteY5" fmla="*/ 350834 h 815828"/>
                <a:gd name="connsiteX6" fmla="*/ 1088554 w 3048768"/>
                <a:gd name="connsiteY6" fmla="*/ 815828 h 815828"/>
                <a:gd name="connsiteX7" fmla="*/ 0 w 3048768"/>
                <a:gd name="connsiteY7" fmla="*/ 815828 h 815828"/>
                <a:gd name="connsiteX8" fmla="*/ 0 w 3048768"/>
                <a:gd name="connsiteY8" fmla="*/ 793554 h 815828"/>
                <a:gd name="connsiteX9" fmla="*/ 1080201 w 3048768"/>
                <a:gd name="connsiteY9" fmla="*/ 793554 h 815828"/>
                <a:gd name="connsiteX10" fmla="*/ 1545196 w 3048768"/>
                <a:gd name="connsiteY10" fmla="*/ 328559 h 815828"/>
                <a:gd name="connsiteX11" fmla="*/ 2380514 w 3048768"/>
                <a:gd name="connsiteY11" fmla="*/ 328559 h 81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48768" h="815828">
                  <a:moveTo>
                    <a:pt x="2706288" y="0"/>
                  </a:moveTo>
                  <a:lnTo>
                    <a:pt x="3048768" y="0"/>
                  </a:lnTo>
                  <a:lnTo>
                    <a:pt x="3048768" y="22275"/>
                  </a:lnTo>
                  <a:lnTo>
                    <a:pt x="2717425" y="22275"/>
                  </a:lnTo>
                  <a:lnTo>
                    <a:pt x="2388867" y="350834"/>
                  </a:lnTo>
                  <a:lnTo>
                    <a:pt x="1553549" y="350834"/>
                  </a:lnTo>
                  <a:lnTo>
                    <a:pt x="1088554" y="815828"/>
                  </a:lnTo>
                  <a:lnTo>
                    <a:pt x="0" y="815828"/>
                  </a:lnTo>
                  <a:lnTo>
                    <a:pt x="0" y="793554"/>
                  </a:lnTo>
                  <a:lnTo>
                    <a:pt x="1080201" y="793554"/>
                  </a:lnTo>
                  <a:lnTo>
                    <a:pt x="1545196" y="328559"/>
                  </a:lnTo>
                  <a:lnTo>
                    <a:pt x="2380514" y="32855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E9DF50C1-8F34-791C-1E69-367157B3518D}"/>
                </a:ext>
              </a:extLst>
            </p:cNvPr>
            <p:cNvSpPr/>
            <p:nvPr userDrawn="1"/>
          </p:nvSpPr>
          <p:spPr>
            <a:xfrm>
              <a:off x="554" y="3489560"/>
              <a:ext cx="4505007" cy="1141602"/>
            </a:xfrm>
            <a:custGeom>
              <a:avLst/>
              <a:gdLst>
                <a:gd name="connsiteX0" fmla="*/ 2965237 w 4505007"/>
                <a:gd name="connsiteY0" fmla="*/ 0 h 1141602"/>
                <a:gd name="connsiteX1" fmla="*/ 4301746 w 4505007"/>
                <a:gd name="connsiteY1" fmla="*/ 0 h 1141602"/>
                <a:gd name="connsiteX2" fmla="*/ 4505007 w 4505007"/>
                <a:gd name="connsiteY2" fmla="*/ 203261 h 1141602"/>
                <a:gd name="connsiteX3" fmla="*/ 4488300 w 4505007"/>
                <a:gd name="connsiteY3" fmla="*/ 217184 h 1141602"/>
                <a:gd name="connsiteX4" fmla="*/ 4293393 w 4505007"/>
                <a:gd name="connsiteY4" fmla="*/ 19491 h 1141602"/>
                <a:gd name="connsiteX5" fmla="*/ 2973590 w 4505007"/>
                <a:gd name="connsiteY5" fmla="*/ 19491 h 1141602"/>
                <a:gd name="connsiteX6" fmla="*/ 1996268 w 4505007"/>
                <a:gd name="connsiteY6" fmla="*/ 999598 h 1141602"/>
                <a:gd name="connsiteX7" fmla="*/ 1244481 w 4505007"/>
                <a:gd name="connsiteY7" fmla="*/ 999598 h 1141602"/>
                <a:gd name="connsiteX8" fmla="*/ 1102477 w 4505007"/>
                <a:gd name="connsiteY8" fmla="*/ 1141602 h 1141602"/>
                <a:gd name="connsiteX9" fmla="*/ 0 w 4505007"/>
                <a:gd name="connsiteY9" fmla="*/ 1141602 h 1141602"/>
                <a:gd name="connsiteX10" fmla="*/ 0 w 4505007"/>
                <a:gd name="connsiteY10" fmla="*/ 1119328 h 1141602"/>
                <a:gd name="connsiteX11" fmla="*/ 1094124 w 4505007"/>
                <a:gd name="connsiteY11" fmla="*/ 1119328 h 1141602"/>
                <a:gd name="connsiteX12" fmla="*/ 1236128 w 4505007"/>
                <a:gd name="connsiteY12" fmla="*/ 977323 h 1141602"/>
                <a:gd name="connsiteX13" fmla="*/ 1987915 w 4505007"/>
                <a:gd name="connsiteY13" fmla="*/ 977323 h 1141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505007" h="1141602">
                  <a:moveTo>
                    <a:pt x="2965237" y="0"/>
                  </a:moveTo>
                  <a:lnTo>
                    <a:pt x="4301746" y="0"/>
                  </a:lnTo>
                  <a:lnTo>
                    <a:pt x="4505007" y="203261"/>
                  </a:lnTo>
                  <a:lnTo>
                    <a:pt x="4488300" y="217184"/>
                  </a:lnTo>
                  <a:lnTo>
                    <a:pt x="4293393" y="19491"/>
                  </a:lnTo>
                  <a:lnTo>
                    <a:pt x="2973590" y="19491"/>
                  </a:lnTo>
                  <a:lnTo>
                    <a:pt x="1996268" y="999598"/>
                  </a:lnTo>
                  <a:lnTo>
                    <a:pt x="1244481" y="999598"/>
                  </a:lnTo>
                  <a:lnTo>
                    <a:pt x="1102477" y="1141602"/>
                  </a:lnTo>
                  <a:lnTo>
                    <a:pt x="0" y="1141602"/>
                  </a:lnTo>
                  <a:lnTo>
                    <a:pt x="0" y="1119328"/>
                  </a:lnTo>
                  <a:lnTo>
                    <a:pt x="1094124" y="1119328"/>
                  </a:lnTo>
                  <a:lnTo>
                    <a:pt x="1236128" y="977323"/>
                  </a:lnTo>
                  <a:lnTo>
                    <a:pt x="1987915" y="977323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67CF34A7-EE15-C6A7-99F9-B02F7B751941}"/>
                </a:ext>
              </a:extLst>
            </p:cNvPr>
            <p:cNvSpPr/>
            <p:nvPr userDrawn="1"/>
          </p:nvSpPr>
          <p:spPr>
            <a:xfrm>
              <a:off x="553" y="2985729"/>
              <a:ext cx="3327208" cy="737721"/>
            </a:xfrm>
            <a:custGeom>
              <a:avLst/>
              <a:gdLst>
                <a:gd name="connsiteX0" fmla="*/ 0 w 3327208"/>
                <a:gd name="connsiteY0" fmla="*/ 0 h 737721"/>
                <a:gd name="connsiteX1" fmla="*/ 303356 w 3327208"/>
                <a:gd name="connsiteY1" fmla="*/ 303356 h 737721"/>
                <a:gd name="connsiteX2" fmla="*/ 1787439 w 3327208"/>
                <a:gd name="connsiteY2" fmla="*/ 303356 h 737721"/>
                <a:gd name="connsiteX3" fmla="*/ 2202314 w 3327208"/>
                <a:gd name="connsiteY3" fmla="*/ 718230 h 737721"/>
                <a:gd name="connsiteX4" fmla="*/ 3327208 w 3327208"/>
                <a:gd name="connsiteY4" fmla="*/ 718230 h 737721"/>
                <a:gd name="connsiteX5" fmla="*/ 3327208 w 3327208"/>
                <a:gd name="connsiteY5" fmla="*/ 737721 h 737721"/>
                <a:gd name="connsiteX6" fmla="*/ 2193961 w 3327208"/>
                <a:gd name="connsiteY6" fmla="*/ 737721 h 737721"/>
                <a:gd name="connsiteX7" fmla="*/ 1779086 w 3327208"/>
                <a:gd name="connsiteY7" fmla="*/ 322847 h 737721"/>
                <a:gd name="connsiteX8" fmla="*/ 295003 w 3327208"/>
                <a:gd name="connsiteY8" fmla="*/ 325631 h 737721"/>
                <a:gd name="connsiteX9" fmla="*/ 0 w 3327208"/>
                <a:gd name="connsiteY9" fmla="*/ 28882 h 737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27208" h="737721">
                  <a:moveTo>
                    <a:pt x="0" y="0"/>
                  </a:moveTo>
                  <a:lnTo>
                    <a:pt x="303356" y="303356"/>
                  </a:lnTo>
                  <a:lnTo>
                    <a:pt x="1787439" y="303356"/>
                  </a:lnTo>
                  <a:lnTo>
                    <a:pt x="2202314" y="718230"/>
                  </a:lnTo>
                  <a:lnTo>
                    <a:pt x="3327208" y="718230"/>
                  </a:lnTo>
                  <a:lnTo>
                    <a:pt x="3327208" y="737721"/>
                  </a:lnTo>
                  <a:lnTo>
                    <a:pt x="2193961" y="737721"/>
                  </a:lnTo>
                  <a:lnTo>
                    <a:pt x="1779086" y="322847"/>
                  </a:lnTo>
                  <a:lnTo>
                    <a:pt x="295003" y="325631"/>
                  </a:lnTo>
                  <a:lnTo>
                    <a:pt x="0" y="28882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6238199B-24E0-CEB7-4633-AA38E7F6EC26}"/>
                </a:ext>
              </a:extLst>
            </p:cNvPr>
            <p:cNvSpPr/>
            <p:nvPr userDrawn="1"/>
          </p:nvSpPr>
          <p:spPr>
            <a:xfrm>
              <a:off x="1356409" y="1473657"/>
              <a:ext cx="83768" cy="83768"/>
            </a:xfrm>
            <a:custGeom>
              <a:avLst/>
              <a:gdLst>
                <a:gd name="connsiteX0" fmla="*/ 0 w 73209"/>
                <a:gd name="connsiteY0" fmla="*/ 36501 h 73209"/>
                <a:gd name="connsiteX1" fmla="*/ 36501 w 73209"/>
                <a:gd name="connsiteY1" fmla="*/ 73003 h 73209"/>
                <a:gd name="connsiteX2" fmla="*/ 73003 w 73209"/>
                <a:gd name="connsiteY2" fmla="*/ 36501 h 73209"/>
                <a:gd name="connsiteX3" fmla="*/ 36501 w 73209"/>
                <a:gd name="connsiteY3" fmla="*/ 0 h 73209"/>
                <a:gd name="connsiteX4" fmla="*/ 0 w 73209"/>
                <a:gd name="connsiteY4" fmla="*/ 36501 h 73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209" h="73209">
                  <a:moveTo>
                    <a:pt x="0" y="36501"/>
                  </a:moveTo>
                  <a:cubicBezTo>
                    <a:pt x="0" y="55969"/>
                    <a:pt x="17034" y="75436"/>
                    <a:pt x="36501" y="73003"/>
                  </a:cubicBezTo>
                  <a:cubicBezTo>
                    <a:pt x="55969" y="73003"/>
                    <a:pt x="75436" y="55969"/>
                    <a:pt x="73003" y="36501"/>
                  </a:cubicBezTo>
                  <a:cubicBezTo>
                    <a:pt x="73003" y="17034"/>
                    <a:pt x="55969" y="0"/>
                    <a:pt x="36501" y="0"/>
                  </a:cubicBezTo>
                  <a:cubicBezTo>
                    <a:pt x="17034" y="0"/>
                    <a:pt x="0" y="17034"/>
                    <a:pt x="0" y="3650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D64529F6-4D41-57D4-6858-998A16F13A9D}"/>
                </a:ext>
              </a:extLst>
            </p:cNvPr>
            <p:cNvSpPr/>
            <p:nvPr userDrawn="1"/>
          </p:nvSpPr>
          <p:spPr>
            <a:xfrm>
              <a:off x="3018692" y="1582249"/>
              <a:ext cx="83531" cy="83531"/>
            </a:xfrm>
            <a:custGeom>
              <a:avLst/>
              <a:gdLst>
                <a:gd name="connsiteX0" fmla="*/ 0 w 73002"/>
                <a:gd name="connsiteY0" fmla="*/ 36502 h 73002"/>
                <a:gd name="connsiteX1" fmla="*/ 36501 w 73002"/>
                <a:gd name="connsiteY1" fmla="*/ 73003 h 73002"/>
                <a:gd name="connsiteX2" fmla="*/ 73003 w 73002"/>
                <a:gd name="connsiteY2" fmla="*/ 36502 h 73002"/>
                <a:gd name="connsiteX3" fmla="*/ 36501 w 73002"/>
                <a:gd name="connsiteY3" fmla="*/ 0 h 73002"/>
                <a:gd name="connsiteX4" fmla="*/ 0 w 73002"/>
                <a:gd name="connsiteY4" fmla="*/ 36502 h 73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02" h="73002">
                  <a:moveTo>
                    <a:pt x="0" y="36502"/>
                  </a:moveTo>
                  <a:cubicBezTo>
                    <a:pt x="0" y="55969"/>
                    <a:pt x="17034" y="73003"/>
                    <a:pt x="36501" y="73003"/>
                  </a:cubicBezTo>
                  <a:cubicBezTo>
                    <a:pt x="55969" y="73003"/>
                    <a:pt x="73003" y="55969"/>
                    <a:pt x="73003" y="36502"/>
                  </a:cubicBezTo>
                  <a:cubicBezTo>
                    <a:pt x="73003" y="17034"/>
                    <a:pt x="55969" y="0"/>
                    <a:pt x="36501" y="0"/>
                  </a:cubicBezTo>
                  <a:cubicBezTo>
                    <a:pt x="17034" y="0"/>
                    <a:pt x="0" y="17034"/>
                    <a:pt x="0" y="36502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F208358F-0F99-DDAE-A64C-942F1DE5D8E3}"/>
                </a:ext>
              </a:extLst>
            </p:cNvPr>
            <p:cNvSpPr/>
            <p:nvPr userDrawn="1"/>
          </p:nvSpPr>
          <p:spPr>
            <a:xfrm>
              <a:off x="3004770" y="2033322"/>
              <a:ext cx="83531" cy="83531"/>
            </a:xfrm>
            <a:custGeom>
              <a:avLst/>
              <a:gdLst>
                <a:gd name="connsiteX0" fmla="*/ 0 w 73002"/>
                <a:gd name="connsiteY0" fmla="*/ 36501 h 73002"/>
                <a:gd name="connsiteX1" fmla="*/ 36501 w 73002"/>
                <a:gd name="connsiteY1" fmla="*/ 73002 h 73002"/>
                <a:gd name="connsiteX2" fmla="*/ 73003 w 73002"/>
                <a:gd name="connsiteY2" fmla="*/ 36501 h 73002"/>
                <a:gd name="connsiteX3" fmla="*/ 36501 w 73002"/>
                <a:gd name="connsiteY3" fmla="*/ 0 h 73002"/>
                <a:gd name="connsiteX4" fmla="*/ 0 w 73002"/>
                <a:gd name="connsiteY4" fmla="*/ 36501 h 73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02" h="73002">
                  <a:moveTo>
                    <a:pt x="0" y="36501"/>
                  </a:moveTo>
                  <a:cubicBezTo>
                    <a:pt x="0" y="55969"/>
                    <a:pt x="17034" y="73002"/>
                    <a:pt x="36501" y="73002"/>
                  </a:cubicBezTo>
                  <a:cubicBezTo>
                    <a:pt x="55969" y="73002"/>
                    <a:pt x="73003" y="55969"/>
                    <a:pt x="73003" y="36501"/>
                  </a:cubicBezTo>
                  <a:cubicBezTo>
                    <a:pt x="73003" y="17034"/>
                    <a:pt x="55969" y="0"/>
                    <a:pt x="36501" y="0"/>
                  </a:cubicBezTo>
                  <a:cubicBezTo>
                    <a:pt x="17034" y="0"/>
                    <a:pt x="0" y="17034"/>
                    <a:pt x="0" y="3650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C558EE60-C6DB-F67E-4377-F69D8BBF8E60}"/>
                </a:ext>
              </a:extLst>
            </p:cNvPr>
            <p:cNvSpPr/>
            <p:nvPr userDrawn="1"/>
          </p:nvSpPr>
          <p:spPr>
            <a:xfrm>
              <a:off x="4090683" y="3130374"/>
              <a:ext cx="83531" cy="86315"/>
            </a:xfrm>
            <a:custGeom>
              <a:avLst/>
              <a:gdLst>
                <a:gd name="connsiteX0" fmla="*/ 0 w 73002"/>
                <a:gd name="connsiteY0" fmla="*/ 36501 h 75435"/>
                <a:gd name="connsiteX1" fmla="*/ 36502 w 73002"/>
                <a:gd name="connsiteY1" fmla="*/ 75436 h 75435"/>
                <a:gd name="connsiteX2" fmla="*/ 73003 w 73002"/>
                <a:gd name="connsiteY2" fmla="*/ 36501 h 75435"/>
                <a:gd name="connsiteX3" fmla="*/ 36502 w 73002"/>
                <a:gd name="connsiteY3" fmla="*/ 0 h 75435"/>
                <a:gd name="connsiteX4" fmla="*/ 0 w 73002"/>
                <a:gd name="connsiteY4" fmla="*/ 36501 h 75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02" h="75435">
                  <a:moveTo>
                    <a:pt x="0" y="36501"/>
                  </a:moveTo>
                  <a:cubicBezTo>
                    <a:pt x="0" y="55969"/>
                    <a:pt x="17034" y="75436"/>
                    <a:pt x="36502" y="75436"/>
                  </a:cubicBezTo>
                  <a:cubicBezTo>
                    <a:pt x="55969" y="75436"/>
                    <a:pt x="73003" y="58402"/>
                    <a:pt x="73003" y="36501"/>
                  </a:cubicBezTo>
                  <a:cubicBezTo>
                    <a:pt x="73003" y="17034"/>
                    <a:pt x="55969" y="0"/>
                    <a:pt x="36502" y="0"/>
                  </a:cubicBezTo>
                  <a:cubicBezTo>
                    <a:pt x="17034" y="0"/>
                    <a:pt x="0" y="17034"/>
                    <a:pt x="0" y="3650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05FFA3-574F-6A52-1567-D7528A810D91}"/>
                </a:ext>
              </a:extLst>
            </p:cNvPr>
            <p:cNvSpPr/>
            <p:nvPr userDrawn="1"/>
          </p:nvSpPr>
          <p:spPr>
            <a:xfrm>
              <a:off x="2397772" y="2810168"/>
              <a:ext cx="83531" cy="86315"/>
            </a:xfrm>
            <a:custGeom>
              <a:avLst/>
              <a:gdLst>
                <a:gd name="connsiteX0" fmla="*/ 0 w 73002"/>
                <a:gd name="connsiteY0" fmla="*/ 36501 h 75435"/>
                <a:gd name="connsiteX1" fmla="*/ 36501 w 73002"/>
                <a:gd name="connsiteY1" fmla="*/ 75436 h 75435"/>
                <a:gd name="connsiteX2" fmla="*/ 73003 w 73002"/>
                <a:gd name="connsiteY2" fmla="*/ 36501 h 75435"/>
                <a:gd name="connsiteX3" fmla="*/ 36501 w 73002"/>
                <a:gd name="connsiteY3" fmla="*/ 0 h 75435"/>
                <a:gd name="connsiteX4" fmla="*/ 0 w 73002"/>
                <a:gd name="connsiteY4" fmla="*/ 36501 h 75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02" h="75435">
                  <a:moveTo>
                    <a:pt x="0" y="36501"/>
                  </a:moveTo>
                  <a:cubicBezTo>
                    <a:pt x="0" y="55969"/>
                    <a:pt x="17034" y="73002"/>
                    <a:pt x="36501" y="75436"/>
                  </a:cubicBezTo>
                  <a:cubicBezTo>
                    <a:pt x="58402" y="75436"/>
                    <a:pt x="73003" y="58402"/>
                    <a:pt x="73003" y="36501"/>
                  </a:cubicBezTo>
                  <a:cubicBezTo>
                    <a:pt x="73003" y="14600"/>
                    <a:pt x="55968" y="0"/>
                    <a:pt x="36501" y="0"/>
                  </a:cubicBezTo>
                  <a:cubicBezTo>
                    <a:pt x="17034" y="0"/>
                    <a:pt x="0" y="17034"/>
                    <a:pt x="0" y="3650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EF50A311-2813-1CB9-79DB-66C5D496BBB0}"/>
                </a:ext>
              </a:extLst>
            </p:cNvPr>
            <p:cNvSpPr/>
            <p:nvPr userDrawn="1"/>
          </p:nvSpPr>
          <p:spPr>
            <a:xfrm>
              <a:off x="2999201" y="3211121"/>
              <a:ext cx="83531" cy="83531"/>
            </a:xfrm>
            <a:custGeom>
              <a:avLst/>
              <a:gdLst>
                <a:gd name="connsiteX0" fmla="*/ 0 w 73002"/>
                <a:gd name="connsiteY0" fmla="*/ 36501 h 73002"/>
                <a:gd name="connsiteX1" fmla="*/ 36501 w 73002"/>
                <a:gd name="connsiteY1" fmla="*/ 73003 h 73002"/>
                <a:gd name="connsiteX2" fmla="*/ 73003 w 73002"/>
                <a:gd name="connsiteY2" fmla="*/ 36501 h 73002"/>
                <a:gd name="connsiteX3" fmla="*/ 36501 w 73002"/>
                <a:gd name="connsiteY3" fmla="*/ 0 h 73002"/>
                <a:gd name="connsiteX4" fmla="*/ 0 w 73002"/>
                <a:gd name="connsiteY4" fmla="*/ 36501 h 73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02" h="73002">
                  <a:moveTo>
                    <a:pt x="0" y="36501"/>
                  </a:moveTo>
                  <a:cubicBezTo>
                    <a:pt x="0" y="58402"/>
                    <a:pt x="17034" y="73003"/>
                    <a:pt x="36501" y="73003"/>
                  </a:cubicBezTo>
                  <a:cubicBezTo>
                    <a:pt x="55968" y="73003"/>
                    <a:pt x="73003" y="55969"/>
                    <a:pt x="73003" y="36501"/>
                  </a:cubicBezTo>
                  <a:cubicBezTo>
                    <a:pt x="73003" y="14601"/>
                    <a:pt x="55968" y="0"/>
                    <a:pt x="36501" y="0"/>
                  </a:cubicBezTo>
                  <a:cubicBezTo>
                    <a:pt x="17034" y="0"/>
                    <a:pt x="0" y="17034"/>
                    <a:pt x="0" y="3650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5EB3EE5-6580-BAF3-82E3-7BB38AB05BC7}"/>
                </a:ext>
              </a:extLst>
            </p:cNvPr>
            <p:cNvSpPr/>
            <p:nvPr userDrawn="1"/>
          </p:nvSpPr>
          <p:spPr>
            <a:xfrm>
              <a:off x="2918454" y="3467285"/>
              <a:ext cx="86315" cy="83531"/>
            </a:xfrm>
            <a:custGeom>
              <a:avLst/>
              <a:gdLst>
                <a:gd name="connsiteX0" fmla="*/ 0 w 75435"/>
                <a:gd name="connsiteY0" fmla="*/ 36501 h 73002"/>
                <a:gd name="connsiteX1" fmla="*/ 36501 w 75435"/>
                <a:gd name="connsiteY1" fmla="*/ 73003 h 73002"/>
                <a:gd name="connsiteX2" fmla="*/ 75436 w 75435"/>
                <a:gd name="connsiteY2" fmla="*/ 36501 h 73002"/>
                <a:gd name="connsiteX3" fmla="*/ 36501 w 75435"/>
                <a:gd name="connsiteY3" fmla="*/ 0 h 73002"/>
                <a:gd name="connsiteX4" fmla="*/ 0 w 75435"/>
                <a:gd name="connsiteY4" fmla="*/ 36501 h 73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5" h="73002">
                  <a:moveTo>
                    <a:pt x="0" y="36501"/>
                  </a:moveTo>
                  <a:cubicBezTo>
                    <a:pt x="0" y="55969"/>
                    <a:pt x="17034" y="73003"/>
                    <a:pt x="36501" y="73003"/>
                  </a:cubicBezTo>
                  <a:cubicBezTo>
                    <a:pt x="55968" y="73003"/>
                    <a:pt x="75436" y="55969"/>
                    <a:pt x="75436" y="36501"/>
                  </a:cubicBezTo>
                  <a:cubicBezTo>
                    <a:pt x="75436" y="17034"/>
                    <a:pt x="58402" y="0"/>
                    <a:pt x="36501" y="0"/>
                  </a:cubicBezTo>
                  <a:cubicBezTo>
                    <a:pt x="14600" y="0"/>
                    <a:pt x="0" y="17034"/>
                    <a:pt x="0" y="3650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CFE44D59-3B1C-2F7D-24BD-A12EB9E36CBE}"/>
                </a:ext>
              </a:extLst>
            </p:cNvPr>
            <p:cNvSpPr/>
            <p:nvPr userDrawn="1"/>
          </p:nvSpPr>
          <p:spPr>
            <a:xfrm>
              <a:off x="1058478" y="3094176"/>
              <a:ext cx="86315" cy="83531"/>
            </a:xfrm>
            <a:custGeom>
              <a:avLst/>
              <a:gdLst>
                <a:gd name="connsiteX0" fmla="*/ 2433 w 75435"/>
                <a:gd name="connsiteY0" fmla="*/ 36501 h 73002"/>
                <a:gd name="connsiteX1" fmla="*/ 38935 w 75435"/>
                <a:gd name="connsiteY1" fmla="*/ 73003 h 73002"/>
                <a:gd name="connsiteX2" fmla="*/ 75436 w 75435"/>
                <a:gd name="connsiteY2" fmla="*/ 36501 h 73002"/>
                <a:gd name="connsiteX3" fmla="*/ 38935 w 75435"/>
                <a:gd name="connsiteY3" fmla="*/ 0 h 73002"/>
                <a:gd name="connsiteX4" fmla="*/ 0 w 75435"/>
                <a:gd name="connsiteY4" fmla="*/ 36501 h 73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5" h="73002">
                  <a:moveTo>
                    <a:pt x="2433" y="36501"/>
                  </a:moveTo>
                  <a:cubicBezTo>
                    <a:pt x="2433" y="58402"/>
                    <a:pt x="19467" y="73003"/>
                    <a:pt x="38935" y="73003"/>
                  </a:cubicBezTo>
                  <a:cubicBezTo>
                    <a:pt x="58402" y="73003"/>
                    <a:pt x="75436" y="55969"/>
                    <a:pt x="75436" y="36501"/>
                  </a:cubicBezTo>
                  <a:cubicBezTo>
                    <a:pt x="75436" y="17034"/>
                    <a:pt x="58402" y="0"/>
                    <a:pt x="38935" y="0"/>
                  </a:cubicBezTo>
                  <a:cubicBezTo>
                    <a:pt x="17034" y="0"/>
                    <a:pt x="0" y="17034"/>
                    <a:pt x="0" y="3650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5F3FDD1-9570-A083-B921-4B26D02E517A}"/>
                </a:ext>
              </a:extLst>
            </p:cNvPr>
            <p:cNvSpPr/>
            <p:nvPr userDrawn="1"/>
          </p:nvSpPr>
          <p:spPr>
            <a:xfrm>
              <a:off x="526659" y="2409215"/>
              <a:ext cx="86315" cy="83531"/>
            </a:xfrm>
            <a:custGeom>
              <a:avLst/>
              <a:gdLst>
                <a:gd name="connsiteX0" fmla="*/ 0 w 75435"/>
                <a:gd name="connsiteY0" fmla="*/ 36501 h 73002"/>
                <a:gd name="connsiteX1" fmla="*/ 38935 w 75435"/>
                <a:gd name="connsiteY1" fmla="*/ 73002 h 73002"/>
                <a:gd name="connsiteX2" fmla="*/ 75436 w 75435"/>
                <a:gd name="connsiteY2" fmla="*/ 36501 h 73002"/>
                <a:gd name="connsiteX3" fmla="*/ 38935 w 75435"/>
                <a:gd name="connsiteY3" fmla="*/ 0 h 73002"/>
                <a:gd name="connsiteX4" fmla="*/ 0 w 75435"/>
                <a:gd name="connsiteY4" fmla="*/ 36501 h 73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5" h="73002">
                  <a:moveTo>
                    <a:pt x="0" y="36501"/>
                  </a:moveTo>
                  <a:cubicBezTo>
                    <a:pt x="0" y="58402"/>
                    <a:pt x="17034" y="73002"/>
                    <a:pt x="38935" y="73002"/>
                  </a:cubicBezTo>
                  <a:cubicBezTo>
                    <a:pt x="60835" y="73002"/>
                    <a:pt x="75436" y="55969"/>
                    <a:pt x="75436" y="36501"/>
                  </a:cubicBezTo>
                  <a:cubicBezTo>
                    <a:pt x="75436" y="17034"/>
                    <a:pt x="58402" y="0"/>
                    <a:pt x="38935" y="0"/>
                  </a:cubicBezTo>
                  <a:cubicBezTo>
                    <a:pt x="19467" y="0"/>
                    <a:pt x="0" y="17034"/>
                    <a:pt x="0" y="3650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C4B3ABA1-068D-F7D5-5C6F-9C86755E1B5F}"/>
                </a:ext>
              </a:extLst>
            </p:cNvPr>
            <p:cNvSpPr/>
            <p:nvPr userDrawn="1"/>
          </p:nvSpPr>
          <p:spPr>
            <a:xfrm>
              <a:off x="2255767" y="1894102"/>
              <a:ext cx="86316" cy="83531"/>
            </a:xfrm>
            <a:custGeom>
              <a:avLst/>
              <a:gdLst>
                <a:gd name="connsiteX0" fmla="*/ 0 w 75436"/>
                <a:gd name="connsiteY0" fmla="*/ 36501 h 73002"/>
                <a:gd name="connsiteX1" fmla="*/ 36501 w 75436"/>
                <a:gd name="connsiteY1" fmla="*/ 73002 h 73002"/>
                <a:gd name="connsiteX2" fmla="*/ 75436 w 75436"/>
                <a:gd name="connsiteY2" fmla="*/ 36501 h 73002"/>
                <a:gd name="connsiteX3" fmla="*/ 36501 w 75436"/>
                <a:gd name="connsiteY3" fmla="*/ 0 h 73002"/>
                <a:gd name="connsiteX4" fmla="*/ 0 w 75436"/>
                <a:gd name="connsiteY4" fmla="*/ 36501 h 73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6" h="73002">
                  <a:moveTo>
                    <a:pt x="0" y="36501"/>
                  </a:moveTo>
                  <a:cubicBezTo>
                    <a:pt x="0" y="58402"/>
                    <a:pt x="17034" y="73002"/>
                    <a:pt x="36501" y="73002"/>
                  </a:cubicBezTo>
                  <a:cubicBezTo>
                    <a:pt x="55968" y="73002"/>
                    <a:pt x="73003" y="55969"/>
                    <a:pt x="75436" y="36501"/>
                  </a:cubicBezTo>
                  <a:cubicBezTo>
                    <a:pt x="75436" y="17034"/>
                    <a:pt x="58402" y="0"/>
                    <a:pt x="36501" y="0"/>
                  </a:cubicBezTo>
                  <a:cubicBezTo>
                    <a:pt x="14601" y="0"/>
                    <a:pt x="0" y="17034"/>
                    <a:pt x="0" y="3650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1886068F-BE4C-1370-6668-59BDBC280256}"/>
                </a:ext>
              </a:extLst>
            </p:cNvPr>
            <p:cNvSpPr/>
            <p:nvPr userDrawn="1"/>
          </p:nvSpPr>
          <p:spPr>
            <a:xfrm>
              <a:off x="1645985" y="2679301"/>
              <a:ext cx="83531" cy="83797"/>
            </a:xfrm>
            <a:custGeom>
              <a:avLst/>
              <a:gdLst>
                <a:gd name="connsiteX0" fmla="*/ 0 w 73002"/>
                <a:gd name="connsiteY0" fmla="*/ 36501 h 73234"/>
                <a:gd name="connsiteX1" fmla="*/ 36501 w 73002"/>
                <a:gd name="connsiteY1" fmla="*/ 73003 h 73234"/>
                <a:gd name="connsiteX2" fmla="*/ 73002 w 73002"/>
                <a:gd name="connsiteY2" fmla="*/ 36501 h 73234"/>
                <a:gd name="connsiteX3" fmla="*/ 36501 w 73002"/>
                <a:gd name="connsiteY3" fmla="*/ 0 h 73234"/>
                <a:gd name="connsiteX4" fmla="*/ 0 w 73002"/>
                <a:gd name="connsiteY4" fmla="*/ 36501 h 73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02" h="73234">
                  <a:moveTo>
                    <a:pt x="0" y="36501"/>
                  </a:moveTo>
                  <a:cubicBezTo>
                    <a:pt x="0" y="58402"/>
                    <a:pt x="17034" y="75436"/>
                    <a:pt x="36501" y="73003"/>
                  </a:cubicBezTo>
                  <a:cubicBezTo>
                    <a:pt x="55968" y="73003"/>
                    <a:pt x="73002" y="55969"/>
                    <a:pt x="73002" y="36501"/>
                  </a:cubicBezTo>
                  <a:cubicBezTo>
                    <a:pt x="73002" y="17034"/>
                    <a:pt x="55968" y="0"/>
                    <a:pt x="36501" y="0"/>
                  </a:cubicBezTo>
                  <a:cubicBezTo>
                    <a:pt x="17034" y="0"/>
                    <a:pt x="0" y="17034"/>
                    <a:pt x="0" y="3650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982944F0-F5FA-FA17-8F61-64C5130E63B5}"/>
                </a:ext>
              </a:extLst>
            </p:cNvPr>
            <p:cNvSpPr/>
            <p:nvPr userDrawn="1"/>
          </p:nvSpPr>
          <p:spPr>
            <a:xfrm>
              <a:off x="1501196" y="3542464"/>
              <a:ext cx="83531" cy="83768"/>
            </a:xfrm>
            <a:custGeom>
              <a:avLst/>
              <a:gdLst>
                <a:gd name="connsiteX0" fmla="*/ 0 w 73002"/>
                <a:gd name="connsiteY0" fmla="*/ 36501 h 73209"/>
                <a:gd name="connsiteX1" fmla="*/ 36501 w 73002"/>
                <a:gd name="connsiteY1" fmla="*/ 73002 h 73209"/>
                <a:gd name="connsiteX2" fmla="*/ 73003 w 73002"/>
                <a:gd name="connsiteY2" fmla="*/ 36501 h 73209"/>
                <a:gd name="connsiteX3" fmla="*/ 36501 w 73002"/>
                <a:gd name="connsiteY3" fmla="*/ 0 h 73209"/>
                <a:gd name="connsiteX4" fmla="*/ 0 w 73002"/>
                <a:gd name="connsiteY4" fmla="*/ 36501 h 73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02" h="73209">
                  <a:moveTo>
                    <a:pt x="0" y="36501"/>
                  </a:moveTo>
                  <a:cubicBezTo>
                    <a:pt x="0" y="55969"/>
                    <a:pt x="17034" y="75436"/>
                    <a:pt x="36501" y="73002"/>
                  </a:cubicBezTo>
                  <a:cubicBezTo>
                    <a:pt x="55968" y="73002"/>
                    <a:pt x="73003" y="55969"/>
                    <a:pt x="73003" y="36501"/>
                  </a:cubicBezTo>
                  <a:cubicBezTo>
                    <a:pt x="73003" y="17034"/>
                    <a:pt x="55968" y="0"/>
                    <a:pt x="36501" y="0"/>
                  </a:cubicBezTo>
                  <a:cubicBezTo>
                    <a:pt x="17034" y="0"/>
                    <a:pt x="0" y="17034"/>
                    <a:pt x="0" y="3650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73B962CF-BB3E-700D-A292-4F1B44E4C047}"/>
                </a:ext>
              </a:extLst>
            </p:cNvPr>
            <p:cNvSpPr/>
            <p:nvPr userDrawn="1"/>
          </p:nvSpPr>
          <p:spPr>
            <a:xfrm>
              <a:off x="1041772" y="3996320"/>
              <a:ext cx="86315" cy="83797"/>
            </a:xfrm>
            <a:custGeom>
              <a:avLst/>
              <a:gdLst>
                <a:gd name="connsiteX0" fmla="*/ 0 w 75435"/>
                <a:gd name="connsiteY0" fmla="*/ 36502 h 73234"/>
                <a:gd name="connsiteX1" fmla="*/ 36501 w 75435"/>
                <a:gd name="connsiteY1" fmla="*/ 73003 h 73234"/>
                <a:gd name="connsiteX2" fmla="*/ 75436 w 75435"/>
                <a:gd name="connsiteY2" fmla="*/ 36502 h 73234"/>
                <a:gd name="connsiteX3" fmla="*/ 36501 w 75435"/>
                <a:gd name="connsiteY3" fmla="*/ 0 h 73234"/>
                <a:gd name="connsiteX4" fmla="*/ 0 w 75435"/>
                <a:gd name="connsiteY4" fmla="*/ 36502 h 73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5" h="73234">
                  <a:moveTo>
                    <a:pt x="0" y="36502"/>
                  </a:moveTo>
                  <a:cubicBezTo>
                    <a:pt x="0" y="58402"/>
                    <a:pt x="17034" y="75436"/>
                    <a:pt x="36501" y="73003"/>
                  </a:cubicBezTo>
                  <a:cubicBezTo>
                    <a:pt x="55969" y="73003"/>
                    <a:pt x="75436" y="55969"/>
                    <a:pt x="75436" y="36502"/>
                  </a:cubicBezTo>
                  <a:cubicBezTo>
                    <a:pt x="75436" y="17034"/>
                    <a:pt x="58402" y="0"/>
                    <a:pt x="36501" y="0"/>
                  </a:cubicBezTo>
                  <a:cubicBezTo>
                    <a:pt x="14600" y="0"/>
                    <a:pt x="0" y="17034"/>
                    <a:pt x="0" y="36502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6B79360-E4F6-79C0-AB79-7B381E029F31}"/>
                </a:ext>
              </a:extLst>
            </p:cNvPr>
            <p:cNvSpPr/>
            <p:nvPr userDrawn="1"/>
          </p:nvSpPr>
          <p:spPr>
            <a:xfrm>
              <a:off x="4466577" y="3662193"/>
              <a:ext cx="83531" cy="83531"/>
            </a:xfrm>
            <a:custGeom>
              <a:avLst/>
              <a:gdLst>
                <a:gd name="connsiteX0" fmla="*/ 0 w 73002"/>
                <a:gd name="connsiteY0" fmla="*/ 36501 h 73002"/>
                <a:gd name="connsiteX1" fmla="*/ 36501 w 73002"/>
                <a:gd name="connsiteY1" fmla="*/ 73002 h 73002"/>
                <a:gd name="connsiteX2" fmla="*/ 73003 w 73002"/>
                <a:gd name="connsiteY2" fmla="*/ 36501 h 73002"/>
                <a:gd name="connsiteX3" fmla="*/ 36501 w 73002"/>
                <a:gd name="connsiteY3" fmla="*/ 0 h 73002"/>
                <a:gd name="connsiteX4" fmla="*/ 0 w 73002"/>
                <a:gd name="connsiteY4" fmla="*/ 36501 h 73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02" h="73002">
                  <a:moveTo>
                    <a:pt x="0" y="36501"/>
                  </a:moveTo>
                  <a:cubicBezTo>
                    <a:pt x="0" y="55969"/>
                    <a:pt x="17034" y="73002"/>
                    <a:pt x="36501" y="73002"/>
                  </a:cubicBezTo>
                  <a:cubicBezTo>
                    <a:pt x="55968" y="73002"/>
                    <a:pt x="73003" y="55969"/>
                    <a:pt x="73003" y="36501"/>
                  </a:cubicBezTo>
                  <a:cubicBezTo>
                    <a:pt x="73003" y="17034"/>
                    <a:pt x="55968" y="0"/>
                    <a:pt x="36501" y="0"/>
                  </a:cubicBezTo>
                  <a:cubicBezTo>
                    <a:pt x="17034" y="0"/>
                    <a:pt x="0" y="17034"/>
                    <a:pt x="0" y="3650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1EA3ABBB-D2BB-AC05-6033-87DFA20CC0DC}"/>
                </a:ext>
              </a:extLst>
            </p:cNvPr>
            <p:cNvSpPr/>
            <p:nvPr userDrawn="1"/>
          </p:nvSpPr>
          <p:spPr>
            <a:xfrm>
              <a:off x="3277641" y="3667762"/>
              <a:ext cx="83531" cy="83531"/>
            </a:xfrm>
            <a:custGeom>
              <a:avLst/>
              <a:gdLst>
                <a:gd name="connsiteX0" fmla="*/ 0 w 73002"/>
                <a:gd name="connsiteY0" fmla="*/ 36501 h 73002"/>
                <a:gd name="connsiteX1" fmla="*/ 36501 w 73002"/>
                <a:gd name="connsiteY1" fmla="*/ 73002 h 73002"/>
                <a:gd name="connsiteX2" fmla="*/ 73003 w 73002"/>
                <a:gd name="connsiteY2" fmla="*/ 36501 h 73002"/>
                <a:gd name="connsiteX3" fmla="*/ 36501 w 73002"/>
                <a:gd name="connsiteY3" fmla="*/ 0 h 73002"/>
                <a:gd name="connsiteX4" fmla="*/ 0 w 73002"/>
                <a:gd name="connsiteY4" fmla="*/ 36501 h 73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02" h="73002">
                  <a:moveTo>
                    <a:pt x="0" y="36501"/>
                  </a:moveTo>
                  <a:cubicBezTo>
                    <a:pt x="0" y="58402"/>
                    <a:pt x="17034" y="73002"/>
                    <a:pt x="36501" y="73002"/>
                  </a:cubicBezTo>
                  <a:cubicBezTo>
                    <a:pt x="55968" y="73002"/>
                    <a:pt x="73003" y="55969"/>
                    <a:pt x="73003" y="36501"/>
                  </a:cubicBezTo>
                  <a:cubicBezTo>
                    <a:pt x="73003" y="17034"/>
                    <a:pt x="55968" y="0"/>
                    <a:pt x="36501" y="0"/>
                  </a:cubicBezTo>
                  <a:cubicBezTo>
                    <a:pt x="17034" y="0"/>
                    <a:pt x="0" y="17034"/>
                    <a:pt x="0" y="3650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613813B8-46B5-6DDE-CC25-AF0E6CCAC991}"/>
                </a:ext>
              </a:extLst>
            </p:cNvPr>
            <p:cNvSpPr/>
            <p:nvPr userDrawn="1"/>
          </p:nvSpPr>
          <p:spPr>
            <a:xfrm>
              <a:off x="328967" y="3470070"/>
              <a:ext cx="83531" cy="83531"/>
            </a:xfrm>
            <a:custGeom>
              <a:avLst/>
              <a:gdLst>
                <a:gd name="connsiteX0" fmla="*/ 0 w 73002"/>
                <a:gd name="connsiteY0" fmla="*/ 36501 h 73002"/>
                <a:gd name="connsiteX1" fmla="*/ 36501 w 73002"/>
                <a:gd name="connsiteY1" fmla="*/ 73002 h 73002"/>
                <a:gd name="connsiteX2" fmla="*/ 73003 w 73002"/>
                <a:gd name="connsiteY2" fmla="*/ 36501 h 73002"/>
                <a:gd name="connsiteX3" fmla="*/ 36501 w 73002"/>
                <a:gd name="connsiteY3" fmla="*/ 0 h 73002"/>
                <a:gd name="connsiteX4" fmla="*/ 0 w 73002"/>
                <a:gd name="connsiteY4" fmla="*/ 36501 h 73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02" h="73002">
                  <a:moveTo>
                    <a:pt x="0" y="36501"/>
                  </a:moveTo>
                  <a:cubicBezTo>
                    <a:pt x="0" y="58402"/>
                    <a:pt x="17034" y="73002"/>
                    <a:pt x="36501" y="73002"/>
                  </a:cubicBezTo>
                  <a:cubicBezTo>
                    <a:pt x="55969" y="73002"/>
                    <a:pt x="73003" y="55969"/>
                    <a:pt x="73003" y="36501"/>
                  </a:cubicBezTo>
                  <a:cubicBezTo>
                    <a:pt x="73003" y="17034"/>
                    <a:pt x="55969" y="0"/>
                    <a:pt x="36501" y="0"/>
                  </a:cubicBezTo>
                  <a:cubicBezTo>
                    <a:pt x="17034" y="0"/>
                    <a:pt x="0" y="17034"/>
                    <a:pt x="0" y="3650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C3EF40A7-8843-B2ED-C8E1-4AC8310E8FCE}"/>
                </a:ext>
              </a:extLst>
            </p:cNvPr>
            <p:cNvSpPr/>
            <p:nvPr userDrawn="1"/>
          </p:nvSpPr>
          <p:spPr>
            <a:xfrm>
              <a:off x="1740654" y="3255671"/>
              <a:ext cx="86316" cy="86316"/>
            </a:xfrm>
            <a:custGeom>
              <a:avLst/>
              <a:gdLst>
                <a:gd name="connsiteX0" fmla="*/ 0 w 75436"/>
                <a:gd name="connsiteY0" fmla="*/ 38935 h 75436"/>
                <a:gd name="connsiteX1" fmla="*/ 36501 w 75436"/>
                <a:gd name="connsiteY1" fmla="*/ 75436 h 75436"/>
                <a:gd name="connsiteX2" fmla="*/ 75436 w 75436"/>
                <a:gd name="connsiteY2" fmla="*/ 36502 h 75436"/>
                <a:gd name="connsiteX3" fmla="*/ 38935 w 75436"/>
                <a:gd name="connsiteY3" fmla="*/ 0 h 75436"/>
                <a:gd name="connsiteX4" fmla="*/ 2433 w 75436"/>
                <a:gd name="connsiteY4" fmla="*/ 36502 h 75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6" h="75436">
                  <a:moveTo>
                    <a:pt x="0" y="38935"/>
                  </a:moveTo>
                  <a:cubicBezTo>
                    <a:pt x="0" y="58402"/>
                    <a:pt x="17034" y="75436"/>
                    <a:pt x="36501" y="75436"/>
                  </a:cubicBezTo>
                  <a:cubicBezTo>
                    <a:pt x="55969" y="75436"/>
                    <a:pt x="75436" y="58402"/>
                    <a:pt x="75436" y="36502"/>
                  </a:cubicBezTo>
                  <a:cubicBezTo>
                    <a:pt x="75436" y="14601"/>
                    <a:pt x="58402" y="0"/>
                    <a:pt x="38935" y="0"/>
                  </a:cubicBezTo>
                  <a:cubicBezTo>
                    <a:pt x="19467" y="0"/>
                    <a:pt x="2433" y="17034"/>
                    <a:pt x="2433" y="36502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C0F0ED0-FF5B-9708-260A-C1F20AE3B1FC}"/>
                </a:ext>
              </a:extLst>
            </p:cNvPr>
            <p:cNvSpPr/>
            <p:nvPr userDrawn="1"/>
          </p:nvSpPr>
          <p:spPr>
            <a:xfrm>
              <a:off x="1662692" y="1649075"/>
              <a:ext cx="86316" cy="83531"/>
            </a:xfrm>
            <a:custGeom>
              <a:avLst/>
              <a:gdLst>
                <a:gd name="connsiteX0" fmla="*/ 2433 w 75436"/>
                <a:gd name="connsiteY0" fmla="*/ 36501 h 73002"/>
                <a:gd name="connsiteX1" fmla="*/ 38935 w 75436"/>
                <a:gd name="connsiteY1" fmla="*/ 73002 h 73002"/>
                <a:gd name="connsiteX2" fmla="*/ 75436 w 75436"/>
                <a:gd name="connsiteY2" fmla="*/ 36501 h 73002"/>
                <a:gd name="connsiteX3" fmla="*/ 38935 w 75436"/>
                <a:gd name="connsiteY3" fmla="*/ 0 h 73002"/>
                <a:gd name="connsiteX4" fmla="*/ 0 w 75436"/>
                <a:gd name="connsiteY4" fmla="*/ 36501 h 73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6" h="73002">
                  <a:moveTo>
                    <a:pt x="2433" y="36501"/>
                  </a:moveTo>
                  <a:cubicBezTo>
                    <a:pt x="2433" y="55969"/>
                    <a:pt x="19467" y="73002"/>
                    <a:pt x="38935" y="73002"/>
                  </a:cubicBezTo>
                  <a:cubicBezTo>
                    <a:pt x="58402" y="73002"/>
                    <a:pt x="75436" y="55969"/>
                    <a:pt x="75436" y="36501"/>
                  </a:cubicBezTo>
                  <a:cubicBezTo>
                    <a:pt x="75436" y="17034"/>
                    <a:pt x="58402" y="0"/>
                    <a:pt x="38935" y="0"/>
                  </a:cubicBezTo>
                  <a:cubicBezTo>
                    <a:pt x="19467" y="0"/>
                    <a:pt x="0" y="17034"/>
                    <a:pt x="0" y="3650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7F82C80B-20BB-962E-9656-CE8C2A30B3FD}"/>
                </a:ext>
              </a:extLst>
            </p:cNvPr>
            <p:cNvSpPr/>
            <p:nvPr userDrawn="1"/>
          </p:nvSpPr>
          <p:spPr>
            <a:xfrm>
              <a:off x="721567" y="1183844"/>
              <a:ext cx="83531" cy="83768"/>
            </a:xfrm>
            <a:custGeom>
              <a:avLst/>
              <a:gdLst>
                <a:gd name="connsiteX0" fmla="*/ 0 w 73002"/>
                <a:gd name="connsiteY0" fmla="*/ 36708 h 73209"/>
                <a:gd name="connsiteX1" fmla="*/ 36501 w 73002"/>
                <a:gd name="connsiteY1" fmla="*/ 73209 h 73209"/>
                <a:gd name="connsiteX2" fmla="*/ 73003 w 73002"/>
                <a:gd name="connsiteY2" fmla="*/ 36708 h 73209"/>
                <a:gd name="connsiteX3" fmla="*/ 36501 w 73002"/>
                <a:gd name="connsiteY3" fmla="*/ 207 h 73209"/>
                <a:gd name="connsiteX4" fmla="*/ 0 w 73002"/>
                <a:gd name="connsiteY4" fmla="*/ 36708 h 73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02" h="73209">
                  <a:moveTo>
                    <a:pt x="0" y="36708"/>
                  </a:moveTo>
                  <a:cubicBezTo>
                    <a:pt x="0" y="56175"/>
                    <a:pt x="17034" y="73209"/>
                    <a:pt x="36501" y="73209"/>
                  </a:cubicBezTo>
                  <a:cubicBezTo>
                    <a:pt x="55969" y="73209"/>
                    <a:pt x="73003" y="56175"/>
                    <a:pt x="73003" y="36708"/>
                  </a:cubicBezTo>
                  <a:cubicBezTo>
                    <a:pt x="73003" y="17241"/>
                    <a:pt x="55969" y="-2227"/>
                    <a:pt x="36501" y="207"/>
                  </a:cubicBezTo>
                  <a:cubicBezTo>
                    <a:pt x="17034" y="207"/>
                    <a:pt x="0" y="17241"/>
                    <a:pt x="0" y="36708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25306850-F194-E93C-5A50-B649BCF10FEF}"/>
                </a:ext>
              </a:extLst>
            </p:cNvPr>
            <p:cNvSpPr/>
            <p:nvPr userDrawn="1"/>
          </p:nvSpPr>
          <p:spPr>
            <a:xfrm>
              <a:off x="922043" y="1894102"/>
              <a:ext cx="83531" cy="83531"/>
            </a:xfrm>
            <a:custGeom>
              <a:avLst/>
              <a:gdLst>
                <a:gd name="connsiteX0" fmla="*/ 0 w 73002"/>
                <a:gd name="connsiteY0" fmla="*/ 36501 h 73002"/>
                <a:gd name="connsiteX1" fmla="*/ 36501 w 73002"/>
                <a:gd name="connsiteY1" fmla="*/ 73002 h 73002"/>
                <a:gd name="connsiteX2" fmla="*/ 73002 w 73002"/>
                <a:gd name="connsiteY2" fmla="*/ 36501 h 73002"/>
                <a:gd name="connsiteX3" fmla="*/ 36501 w 73002"/>
                <a:gd name="connsiteY3" fmla="*/ 0 h 73002"/>
                <a:gd name="connsiteX4" fmla="*/ 0 w 73002"/>
                <a:gd name="connsiteY4" fmla="*/ 36501 h 73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02" h="73002">
                  <a:moveTo>
                    <a:pt x="0" y="36501"/>
                  </a:moveTo>
                  <a:cubicBezTo>
                    <a:pt x="0" y="58402"/>
                    <a:pt x="17034" y="73002"/>
                    <a:pt x="36501" y="73002"/>
                  </a:cubicBezTo>
                  <a:cubicBezTo>
                    <a:pt x="55969" y="73002"/>
                    <a:pt x="73002" y="55969"/>
                    <a:pt x="73002" y="36501"/>
                  </a:cubicBezTo>
                  <a:cubicBezTo>
                    <a:pt x="73002" y="17034"/>
                    <a:pt x="55969" y="0"/>
                    <a:pt x="36501" y="0"/>
                  </a:cubicBezTo>
                  <a:cubicBezTo>
                    <a:pt x="17034" y="0"/>
                    <a:pt x="0" y="17034"/>
                    <a:pt x="0" y="3650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003B5CB2-2C0E-5911-F5AF-F0E2BE309FFC}"/>
                </a:ext>
              </a:extLst>
            </p:cNvPr>
            <p:cNvSpPr/>
            <p:nvPr userDrawn="1"/>
          </p:nvSpPr>
          <p:spPr>
            <a:xfrm>
              <a:off x="3929188" y="2033322"/>
              <a:ext cx="83531" cy="86552"/>
            </a:xfrm>
            <a:custGeom>
              <a:avLst/>
              <a:gdLst>
                <a:gd name="connsiteX0" fmla="*/ 0 w 73002"/>
                <a:gd name="connsiteY0" fmla="*/ 38935 h 75642"/>
                <a:gd name="connsiteX1" fmla="*/ 36502 w 73002"/>
                <a:gd name="connsiteY1" fmla="*/ 75436 h 75642"/>
                <a:gd name="connsiteX2" fmla="*/ 73003 w 73002"/>
                <a:gd name="connsiteY2" fmla="*/ 36501 h 75642"/>
                <a:gd name="connsiteX3" fmla="*/ 36502 w 73002"/>
                <a:gd name="connsiteY3" fmla="*/ 0 h 75642"/>
                <a:gd name="connsiteX4" fmla="*/ 0 w 73002"/>
                <a:gd name="connsiteY4" fmla="*/ 36501 h 7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02" h="75642">
                  <a:moveTo>
                    <a:pt x="0" y="38935"/>
                  </a:moveTo>
                  <a:cubicBezTo>
                    <a:pt x="0" y="58402"/>
                    <a:pt x="17034" y="77869"/>
                    <a:pt x="36502" y="75436"/>
                  </a:cubicBezTo>
                  <a:cubicBezTo>
                    <a:pt x="55969" y="75436"/>
                    <a:pt x="73003" y="58402"/>
                    <a:pt x="73003" y="36501"/>
                  </a:cubicBezTo>
                  <a:cubicBezTo>
                    <a:pt x="73003" y="14600"/>
                    <a:pt x="55969" y="0"/>
                    <a:pt x="36502" y="0"/>
                  </a:cubicBezTo>
                  <a:cubicBezTo>
                    <a:pt x="17034" y="0"/>
                    <a:pt x="0" y="17034"/>
                    <a:pt x="0" y="3650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2BCF3A3-4666-FD18-11AA-1B789755E6BD}"/>
                </a:ext>
              </a:extLst>
            </p:cNvPr>
            <p:cNvSpPr/>
            <p:nvPr userDrawn="1"/>
          </p:nvSpPr>
          <p:spPr>
            <a:xfrm>
              <a:off x="3447488" y="2303408"/>
              <a:ext cx="122513" cy="122513"/>
            </a:xfrm>
            <a:custGeom>
              <a:avLst/>
              <a:gdLst>
                <a:gd name="connsiteX0" fmla="*/ 0 w 107070"/>
                <a:gd name="connsiteY0" fmla="*/ 53536 h 107070"/>
                <a:gd name="connsiteX1" fmla="*/ 53535 w 107070"/>
                <a:gd name="connsiteY1" fmla="*/ 107071 h 107070"/>
                <a:gd name="connsiteX2" fmla="*/ 107070 w 107070"/>
                <a:gd name="connsiteY2" fmla="*/ 53536 h 107070"/>
                <a:gd name="connsiteX3" fmla="*/ 53535 w 107070"/>
                <a:gd name="connsiteY3" fmla="*/ 0 h 107070"/>
                <a:gd name="connsiteX4" fmla="*/ 0 w 107070"/>
                <a:gd name="connsiteY4" fmla="*/ 53536 h 107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070" h="107070">
                  <a:moveTo>
                    <a:pt x="0" y="53536"/>
                  </a:moveTo>
                  <a:cubicBezTo>
                    <a:pt x="0" y="82736"/>
                    <a:pt x="24334" y="107071"/>
                    <a:pt x="53535" y="107071"/>
                  </a:cubicBezTo>
                  <a:cubicBezTo>
                    <a:pt x="82736" y="107071"/>
                    <a:pt x="107070" y="82736"/>
                    <a:pt x="107070" y="53536"/>
                  </a:cubicBezTo>
                  <a:cubicBezTo>
                    <a:pt x="107070" y="24334"/>
                    <a:pt x="82736" y="0"/>
                    <a:pt x="53535" y="0"/>
                  </a:cubicBezTo>
                  <a:cubicBezTo>
                    <a:pt x="24334" y="0"/>
                    <a:pt x="0" y="24334"/>
                    <a:pt x="0" y="53536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1E41D07-F0EF-B7CE-58F2-3A534FCF4C75}"/>
                </a:ext>
              </a:extLst>
            </p:cNvPr>
            <p:cNvSpPr/>
            <p:nvPr userDrawn="1"/>
          </p:nvSpPr>
          <p:spPr>
            <a:xfrm>
              <a:off x="1768498" y="2041675"/>
              <a:ext cx="122513" cy="122513"/>
            </a:xfrm>
            <a:custGeom>
              <a:avLst/>
              <a:gdLst>
                <a:gd name="connsiteX0" fmla="*/ 0 w 107070"/>
                <a:gd name="connsiteY0" fmla="*/ 53535 h 107070"/>
                <a:gd name="connsiteX1" fmla="*/ 53535 w 107070"/>
                <a:gd name="connsiteY1" fmla="*/ 107070 h 107070"/>
                <a:gd name="connsiteX2" fmla="*/ 107070 w 107070"/>
                <a:gd name="connsiteY2" fmla="*/ 53535 h 107070"/>
                <a:gd name="connsiteX3" fmla="*/ 53535 w 107070"/>
                <a:gd name="connsiteY3" fmla="*/ 0 h 107070"/>
                <a:gd name="connsiteX4" fmla="*/ 0 w 107070"/>
                <a:gd name="connsiteY4" fmla="*/ 53535 h 107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070" h="107070">
                  <a:moveTo>
                    <a:pt x="0" y="53535"/>
                  </a:moveTo>
                  <a:cubicBezTo>
                    <a:pt x="0" y="82736"/>
                    <a:pt x="24334" y="107070"/>
                    <a:pt x="53535" y="107070"/>
                  </a:cubicBezTo>
                  <a:cubicBezTo>
                    <a:pt x="82736" y="107070"/>
                    <a:pt x="107070" y="82736"/>
                    <a:pt x="107070" y="53535"/>
                  </a:cubicBezTo>
                  <a:cubicBezTo>
                    <a:pt x="107070" y="24334"/>
                    <a:pt x="82736" y="2433"/>
                    <a:pt x="53535" y="0"/>
                  </a:cubicBezTo>
                  <a:cubicBezTo>
                    <a:pt x="24334" y="0"/>
                    <a:pt x="0" y="24334"/>
                    <a:pt x="0" y="53535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B4742CA2-9232-DB8D-2C9D-D43514495216}"/>
                </a:ext>
              </a:extLst>
            </p:cNvPr>
            <p:cNvSpPr/>
            <p:nvPr userDrawn="1"/>
          </p:nvSpPr>
          <p:spPr>
            <a:xfrm>
              <a:off x="4087899" y="2849149"/>
              <a:ext cx="122513" cy="122513"/>
            </a:xfrm>
            <a:custGeom>
              <a:avLst/>
              <a:gdLst>
                <a:gd name="connsiteX0" fmla="*/ 0 w 107070"/>
                <a:gd name="connsiteY0" fmla="*/ 53535 h 107070"/>
                <a:gd name="connsiteX1" fmla="*/ 53535 w 107070"/>
                <a:gd name="connsiteY1" fmla="*/ 107071 h 107070"/>
                <a:gd name="connsiteX2" fmla="*/ 107070 w 107070"/>
                <a:gd name="connsiteY2" fmla="*/ 53535 h 107070"/>
                <a:gd name="connsiteX3" fmla="*/ 53535 w 107070"/>
                <a:gd name="connsiteY3" fmla="*/ 0 h 107070"/>
                <a:gd name="connsiteX4" fmla="*/ 0 w 107070"/>
                <a:gd name="connsiteY4" fmla="*/ 53535 h 107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070" h="107070">
                  <a:moveTo>
                    <a:pt x="0" y="53535"/>
                  </a:moveTo>
                  <a:cubicBezTo>
                    <a:pt x="0" y="82736"/>
                    <a:pt x="24334" y="107071"/>
                    <a:pt x="53535" y="107071"/>
                  </a:cubicBezTo>
                  <a:cubicBezTo>
                    <a:pt x="82736" y="107071"/>
                    <a:pt x="107070" y="82736"/>
                    <a:pt x="107070" y="53535"/>
                  </a:cubicBezTo>
                  <a:cubicBezTo>
                    <a:pt x="107070" y="24334"/>
                    <a:pt x="82736" y="0"/>
                    <a:pt x="53535" y="0"/>
                  </a:cubicBezTo>
                  <a:cubicBezTo>
                    <a:pt x="24334" y="0"/>
                    <a:pt x="0" y="24334"/>
                    <a:pt x="0" y="53535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2C767544-732D-DC38-A85A-D1306808CD7D}"/>
                </a:ext>
              </a:extLst>
            </p:cNvPr>
            <p:cNvSpPr/>
            <p:nvPr userDrawn="1"/>
          </p:nvSpPr>
          <p:spPr>
            <a:xfrm>
              <a:off x="2893395" y="195620"/>
              <a:ext cx="994028" cy="1442317"/>
            </a:xfrm>
            <a:custGeom>
              <a:avLst/>
              <a:gdLst>
                <a:gd name="connsiteX0" fmla="*/ 559686 w 868729"/>
                <a:gd name="connsiteY0" fmla="*/ 966068 h 1260511"/>
                <a:gd name="connsiteX1" fmla="*/ 854129 w 868729"/>
                <a:gd name="connsiteY1" fmla="*/ 1260511 h 1260511"/>
                <a:gd name="connsiteX2" fmla="*/ 868730 w 868729"/>
                <a:gd name="connsiteY2" fmla="*/ 1248344 h 1260511"/>
                <a:gd name="connsiteX3" fmla="*/ 579153 w 868729"/>
                <a:gd name="connsiteY3" fmla="*/ 958767 h 1260511"/>
                <a:gd name="connsiteX4" fmla="*/ 579153 w 868729"/>
                <a:gd name="connsiteY4" fmla="*/ 566987 h 1260511"/>
                <a:gd name="connsiteX5" fmla="*/ 14601 w 868729"/>
                <a:gd name="connsiteY5" fmla="*/ 0 h 1260511"/>
                <a:gd name="connsiteX6" fmla="*/ 0 w 868729"/>
                <a:gd name="connsiteY6" fmla="*/ 14601 h 1260511"/>
                <a:gd name="connsiteX7" fmla="*/ 559686 w 868729"/>
                <a:gd name="connsiteY7" fmla="*/ 574287 h 1260511"/>
                <a:gd name="connsiteX8" fmla="*/ 559686 w 868729"/>
                <a:gd name="connsiteY8" fmla="*/ 966068 h 1260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68729" h="1260511">
                  <a:moveTo>
                    <a:pt x="559686" y="966068"/>
                  </a:moveTo>
                  <a:lnTo>
                    <a:pt x="854129" y="1260511"/>
                  </a:lnTo>
                  <a:lnTo>
                    <a:pt x="868730" y="1248344"/>
                  </a:lnTo>
                  <a:lnTo>
                    <a:pt x="579153" y="958767"/>
                  </a:lnTo>
                  <a:lnTo>
                    <a:pt x="579153" y="566987"/>
                  </a:lnTo>
                  <a:lnTo>
                    <a:pt x="14601" y="0"/>
                  </a:lnTo>
                  <a:lnTo>
                    <a:pt x="0" y="14601"/>
                  </a:lnTo>
                  <a:lnTo>
                    <a:pt x="559686" y="574287"/>
                  </a:lnTo>
                  <a:lnTo>
                    <a:pt x="559686" y="96606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A0799711-AC44-4F64-08A1-13A267E72214}"/>
                </a:ext>
              </a:extLst>
            </p:cNvPr>
            <p:cNvSpPr/>
            <p:nvPr userDrawn="1"/>
          </p:nvSpPr>
          <p:spPr>
            <a:xfrm>
              <a:off x="3838696" y="41086"/>
              <a:ext cx="86315" cy="86315"/>
            </a:xfrm>
            <a:custGeom>
              <a:avLst/>
              <a:gdLst>
                <a:gd name="connsiteX0" fmla="*/ 10951 w 75435"/>
                <a:gd name="connsiteY0" fmla="*/ 10950 h 75435"/>
                <a:gd name="connsiteX1" fmla="*/ 10951 w 75435"/>
                <a:gd name="connsiteY1" fmla="*/ 64486 h 75435"/>
                <a:gd name="connsiteX2" fmla="*/ 64486 w 75435"/>
                <a:gd name="connsiteY2" fmla="*/ 64486 h 75435"/>
                <a:gd name="connsiteX3" fmla="*/ 64486 w 75435"/>
                <a:gd name="connsiteY3" fmla="*/ 10950 h 75435"/>
                <a:gd name="connsiteX4" fmla="*/ 10951 w 75435"/>
                <a:gd name="connsiteY4" fmla="*/ 10950 h 75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5" h="75435">
                  <a:moveTo>
                    <a:pt x="10951" y="10950"/>
                  </a:moveTo>
                  <a:cubicBezTo>
                    <a:pt x="-3650" y="25551"/>
                    <a:pt x="-3650" y="49885"/>
                    <a:pt x="10951" y="64486"/>
                  </a:cubicBezTo>
                  <a:cubicBezTo>
                    <a:pt x="25551" y="79086"/>
                    <a:pt x="49885" y="79086"/>
                    <a:pt x="64486" y="64486"/>
                  </a:cubicBezTo>
                  <a:cubicBezTo>
                    <a:pt x="79086" y="49885"/>
                    <a:pt x="79086" y="25551"/>
                    <a:pt x="64486" y="10950"/>
                  </a:cubicBezTo>
                  <a:cubicBezTo>
                    <a:pt x="49885" y="-3650"/>
                    <a:pt x="25551" y="-3650"/>
                    <a:pt x="10951" y="1095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5D136080-ED15-5AAA-8373-5B151479057F}"/>
                </a:ext>
              </a:extLst>
            </p:cNvPr>
            <p:cNvSpPr/>
            <p:nvPr userDrawn="1"/>
          </p:nvSpPr>
          <p:spPr>
            <a:xfrm>
              <a:off x="3830343" y="1583642"/>
              <a:ext cx="86315" cy="86315"/>
            </a:xfrm>
            <a:custGeom>
              <a:avLst/>
              <a:gdLst>
                <a:gd name="connsiteX0" fmla="*/ 10950 w 75435"/>
                <a:gd name="connsiteY0" fmla="*/ 10950 h 75435"/>
                <a:gd name="connsiteX1" fmla="*/ 10950 w 75435"/>
                <a:gd name="connsiteY1" fmla="*/ 64485 h 75435"/>
                <a:gd name="connsiteX2" fmla="*/ 64485 w 75435"/>
                <a:gd name="connsiteY2" fmla="*/ 64485 h 75435"/>
                <a:gd name="connsiteX3" fmla="*/ 64485 w 75435"/>
                <a:gd name="connsiteY3" fmla="*/ 10950 h 75435"/>
                <a:gd name="connsiteX4" fmla="*/ 10950 w 75435"/>
                <a:gd name="connsiteY4" fmla="*/ 10950 h 75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5" h="75435">
                  <a:moveTo>
                    <a:pt x="10950" y="10950"/>
                  </a:moveTo>
                  <a:cubicBezTo>
                    <a:pt x="-3650" y="25551"/>
                    <a:pt x="-3650" y="49885"/>
                    <a:pt x="10950" y="64485"/>
                  </a:cubicBezTo>
                  <a:cubicBezTo>
                    <a:pt x="25551" y="79086"/>
                    <a:pt x="49885" y="79086"/>
                    <a:pt x="64485" y="64485"/>
                  </a:cubicBezTo>
                  <a:cubicBezTo>
                    <a:pt x="79086" y="49885"/>
                    <a:pt x="79086" y="25551"/>
                    <a:pt x="64485" y="10950"/>
                  </a:cubicBezTo>
                  <a:cubicBezTo>
                    <a:pt x="49885" y="-3650"/>
                    <a:pt x="25551" y="-3650"/>
                    <a:pt x="10950" y="1095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D7553716-5EF8-A614-4872-A6C6D8069506}"/>
                </a:ext>
              </a:extLst>
            </p:cNvPr>
            <p:cNvSpPr/>
            <p:nvPr userDrawn="1"/>
          </p:nvSpPr>
          <p:spPr>
            <a:xfrm>
              <a:off x="2858589" y="160815"/>
              <a:ext cx="86315" cy="86316"/>
            </a:xfrm>
            <a:custGeom>
              <a:avLst/>
              <a:gdLst>
                <a:gd name="connsiteX0" fmla="*/ 10950 w 75435"/>
                <a:gd name="connsiteY0" fmla="*/ 10950 h 75436"/>
                <a:gd name="connsiteX1" fmla="*/ 10950 w 75435"/>
                <a:gd name="connsiteY1" fmla="*/ 64486 h 75436"/>
                <a:gd name="connsiteX2" fmla="*/ 64486 w 75435"/>
                <a:gd name="connsiteY2" fmla="*/ 64486 h 75436"/>
                <a:gd name="connsiteX3" fmla="*/ 64486 w 75435"/>
                <a:gd name="connsiteY3" fmla="*/ 10950 h 75436"/>
                <a:gd name="connsiteX4" fmla="*/ 10950 w 75435"/>
                <a:gd name="connsiteY4" fmla="*/ 10950 h 75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5" h="75436">
                  <a:moveTo>
                    <a:pt x="10950" y="10950"/>
                  </a:moveTo>
                  <a:cubicBezTo>
                    <a:pt x="-3650" y="25551"/>
                    <a:pt x="-3650" y="49885"/>
                    <a:pt x="10950" y="64486"/>
                  </a:cubicBezTo>
                  <a:cubicBezTo>
                    <a:pt x="25551" y="79086"/>
                    <a:pt x="49885" y="79086"/>
                    <a:pt x="64486" y="64486"/>
                  </a:cubicBezTo>
                  <a:cubicBezTo>
                    <a:pt x="79086" y="49885"/>
                    <a:pt x="79086" y="25551"/>
                    <a:pt x="64486" y="10950"/>
                  </a:cubicBezTo>
                  <a:cubicBezTo>
                    <a:pt x="49885" y="-3650"/>
                    <a:pt x="25551" y="-3650"/>
                    <a:pt x="10950" y="1095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2E883881-8EE5-B79E-CCA4-BDA09DFE95EB}"/>
                </a:ext>
              </a:extLst>
            </p:cNvPr>
            <p:cNvSpPr/>
            <p:nvPr userDrawn="1"/>
          </p:nvSpPr>
          <p:spPr>
            <a:xfrm>
              <a:off x="3000594" y="868052"/>
              <a:ext cx="86315" cy="86316"/>
            </a:xfrm>
            <a:custGeom>
              <a:avLst/>
              <a:gdLst>
                <a:gd name="connsiteX0" fmla="*/ 10950 w 75435"/>
                <a:gd name="connsiteY0" fmla="*/ 10950 h 75436"/>
                <a:gd name="connsiteX1" fmla="*/ 10950 w 75435"/>
                <a:gd name="connsiteY1" fmla="*/ 64486 h 75436"/>
                <a:gd name="connsiteX2" fmla="*/ 64485 w 75435"/>
                <a:gd name="connsiteY2" fmla="*/ 64486 h 75436"/>
                <a:gd name="connsiteX3" fmla="*/ 64485 w 75435"/>
                <a:gd name="connsiteY3" fmla="*/ 10950 h 75436"/>
                <a:gd name="connsiteX4" fmla="*/ 10950 w 75435"/>
                <a:gd name="connsiteY4" fmla="*/ 10950 h 75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5" h="75436">
                  <a:moveTo>
                    <a:pt x="10950" y="10950"/>
                  </a:moveTo>
                  <a:cubicBezTo>
                    <a:pt x="-3650" y="25551"/>
                    <a:pt x="-3650" y="49885"/>
                    <a:pt x="10950" y="64486"/>
                  </a:cubicBezTo>
                  <a:cubicBezTo>
                    <a:pt x="25551" y="79086"/>
                    <a:pt x="49885" y="79086"/>
                    <a:pt x="64485" y="64486"/>
                  </a:cubicBezTo>
                  <a:cubicBezTo>
                    <a:pt x="79086" y="49885"/>
                    <a:pt x="79086" y="25551"/>
                    <a:pt x="64485" y="10950"/>
                  </a:cubicBezTo>
                  <a:cubicBezTo>
                    <a:pt x="49885" y="-3650"/>
                    <a:pt x="25551" y="-3650"/>
                    <a:pt x="10950" y="1095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0A4F12B-316A-0D87-3D39-2C29DB652824}"/>
                </a:ext>
              </a:extLst>
            </p:cNvPr>
            <p:cNvSpPr/>
            <p:nvPr userDrawn="1"/>
          </p:nvSpPr>
          <p:spPr>
            <a:xfrm>
              <a:off x="2763920" y="993350"/>
              <a:ext cx="86315" cy="86315"/>
            </a:xfrm>
            <a:custGeom>
              <a:avLst/>
              <a:gdLst>
                <a:gd name="connsiteX0" fmla="*/ 10950 w 75435"/>
                <a:gd name="connsiteY0" fmla="*/ 10950 h 75435"/>
                <a:gd name="connsiteX1" fmla="*/ 10950 w 75435"/>
                <a:gd name="connsiteY1" fmla="*/ 64486 h 75435"/>
                <a:gd name="connsiteX2" fmla="*/ 64486 w 75435"/>
                <a:gd name="connsiteY2" fmla="*/ 64486 h 75435"/>
                <a:gd name="connsiteX3" fmla="*/ 64486 w 75435"/>
                <a:gd name="connsiteY3" fmla="*/ 10950 h 75435"/>
                <a:gd name="connsiteX4" fmla="*/ 10950 w 75435"/>
                <a:gd name="connsiteY4" fmla="*/ 10950 h 75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5" h="75435">
                  <a:moveTo>
                    <a:pt x="10950" y="10950"/>
                  </a:moveTo>
                  <a:cubicBezTo>
                    <a:pt x="-3650" y="25551"/>
                    <a:pt x="-3650" y="49885"/>
                    <a:pt x="10950" y="64486"/>
                  </a:cubicBezTo>
                  <a:cubicBezTo>
                    <a:pt x="25551" y="79086"/>
                    <a:pt x="49885" y="79086"/>
                    <a:pt x="64486" y="64486"/>
                  </a:cubicBezTo>
                  <a:cubicBezTo>
                    <a:pt x="79086" y="49885"/>
                    <a:pt x="79086" y="25551"/>
                    <a:pt x="64486" y="10950"/>
                  </a:cubicBezTo>
                  <a:cubicBezTo>
                    <a:pt x="49885" y="-3650"/>
                    <a:pt x="25551" y="-3650"/>
                    <a:pt x="10950" y="1095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859FDE56-8BC4-8660-3BFB-1DE898CC8404}"/>
                </a:ext>
              </a:extLst>
            </p:cNvPr>
            <p:cNvSpPr/>
            <p:nvPr userDrawn="1"/>
          </p:nvSpPr>
          <p:spPr>
            <a:xfrm>
              <a:off x="1708635" y="43871"/>
              <a:ext cx="86315" cy="86316"/>
            </a:xfrm>
            <a:custGeom>
              <a:avLst/>
              <a:gdLst>
                <a:gd name="connsiteX0" fmla="*/ 10950 w 75435"/>
                <a:gd name="connsiteY0" fmla="*/ 10950 h 75436"/>
                <a:gd name="connsiteX1" fmla="*/ 10950 w 75435"/>
                <a:gd name="connsiteY1" fmla="*/ 64486 h 75436"/>
                <a:gd name="connsiteX2" fmla="*/ 64486 w 75435"/>
                <a:gd name="connsiteY2" fmla="*/ 64486 h 75436"/>
                <a:gd name="connsiteX3" fmla="*/ 64486 w 75435"/>
                <a:gd name="connsiteY3" fmla="*/ 10950 h 75436"/>
                <a:gd name="connsiteX4" fmla="*/ 10950 w 75435"/>
                <a:gd name="connsiteY4" fmla="*/ 10950 h 75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5" h="75436">
                  <a:moveTo>
                    <a:pt x="10950" y="10950"/>
                  </a:moveTo>
                  <a:cubicBezTo>
                    <a:pt x="-3650" y="25551"/>
                    <a:pt x="-3650" y="49885"/>
                    <a:pt x="10950" y="64486"/>
                  </a:cubicBezTo>
                  <a:cubicBezTo>
                    <a:pt x="25551" y="79086"/>
                    <a:pt x="49885" y="79086"/>
                    <a:pt x="64486" y="64486"/>
                  </a:cubicBezTo>
                  <a:cubicBezTo>
                    <a:pt x="79086" y="49885"/>
                    <a:pt x="79086" y="25551"/>
                    <a:pt x="64486" y="10950"/>
                  </a:cubicBezTo>
                  <a:cubicBezTo>
                    <a:pt x="49885" y="-3650"/>
                    <a:pt x="25551" y="-3650"/>
                    <a:pt x="10950" y="1095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603F7342-4958-A288-17F5-008F9DA211C8}"/>
                </a:ext>
              </a:extLst>
            </p:cNvPr>
            <p:cNvSpPr/>
            <p:nvPr userDrawn="1"/>
          </p:nvSpPr>
          <p:spPr>
            <a:xfrm>
              <a:off x="1062655" y="41086"/>
              <a:ext cx="86315" cy="86315"/>
            </a:xfrm>
            <a:custGeom>
              <a:avLst/>
              <a:gdLst>
                <a:gd name="connsiteX0" fmla="*/ 10950 w 75435"/>
                <a:gd name="connsiteY0" fmla="*/ 10950 h 75435"/>
                <a:gd name="connsiteX1" fmla="*/ 10950 w 75435"/>
                <a:gd name="connsiteY1" fmla="*/ 64486 h 75435"/>
                <a:gd name="connsiteX2" fmla="*/ 64486 w 75435"/>
                <a:gd name="connsiteY2" fmla="*/ 64486 h 75435"/>
                <a:gd name="connsiteX3" fmla="*/ 64486 w 75435"/>
                <a:gd name="connsiteY3" fmla="*/ 10950 h 75435"/>
                <a:gd name="connsiteX4" fmla="*/ 10950 w 75435"/>
                <a:gd name="connsiteY4" fmla="*/ 10950 h 75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5" h="75435">
                  <a:moveTo>
                    <a:pt x="10950" y="10950"/>
                  </a:moveTo>
                  <a:cubicBezTo>
                    <a:pt x="-3650" y="25551"/>
                    <a:pt x="-3650" y="49885"/>
                    <a:pt x="10950" y="64486"/>
                  </a:cubicBezTo>
                  <a:cubicBezTo>
                    <a:pt x="25551" y="79086"/>
                    <a:pt x="49885" y="79086"/>
                    <a:pt x="64486" y="64486"/>
                  </a:cubicBezTo>
                  <a:cubicBezTo>
                    <a:pt x="79086" y="49885"/>
                    <a:pt x="79086" y="25551"/>
                    <a:pt x="64486" y="10950"/>
                  </a:cubicBezTo>
                  <a:cubicBezTo>
                    <a:pt x="49885" y="-3650"/>
                    <a:pt x="25551" y="-3650"/>
                    <a:pt x="10950" y="1095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94E48DF-E330-4992-0A02-ED449D7D7AD6}"/>
                </a:ext>
              </a:extLst>
            </p:cNvPr>
            <p:cNvSpPr/>
            <p:nvPr userDrawn="1"/>
          </p:nvSpPr>
          <p:spPr>
            <a:xfrm>
              <a:off x="3718967" y="2224053"/>
              <a:ext cx="86315" cy="86316"/>
            </a:xfrm>
            <a:custGeom>
              <a:avLst/>
              <a:gdLst>
                <a:gd name="connsiteX0" fmla="*/ 10950 w 75435"/>
                <a:gd name="connsiteY0" fmla="*/ 10950 h 75436"/>
                <a:gd name="connsiteX1" fmla="*/ 10950 w 75435"/>
                <a:gd name="connsiteY1" fmla="*/ 64486 h 75436"/>
                <a:gd name="connsiteX2" fmla="*/ 64485 w 75435"/>
                <a:gd name="connsiteY2" fmla="*/ 64486 h 75436"/>
                <a:gd name="connsiteX3" fmla="*/ 64485 w 75435"/>
                <a:gd name="connsiteY3" fmla="*/ 10950 h 75436"/>
                <a:gd name="connsiteX4" fmla="*/ 10950 w 75435"/>
                <a:gd name="connsiteY4" fmla="*/ 10950 h 75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5" h="75436">
                  <a:moveTo>
                    <a:pt x="10950" y="10950"/>
                  </a:moveTo>
                  <a:cubicBezTo>
                    <a:pt x="-3650" y="25551"/>
                    <a:pt x="-3650" y="49885"/>
                    <a:pt x="10950" y="64486"/>
                  </a:cubicBezTo>
                  <a:cubicBezTo>
                    <a:pt x="25551" y="79086"/>
                    <a:pt x="49885" y="79086"/>
                    <a:pt x="64485" y="64486"/>
                  </a:cubicBezTo>
                  <a:cubicBezTo>
                    <a:pt x="79086" y="49885"/>
                    <a:pt x="79086" y="25551"/>
                    <a:pt x="64485" y="10950"/>
                  </a:cubicBezTo>
                  <a:cubicBezTo>
                    <a:pt x="49885" y="-3650"/>
                    <a:pt x="25551" y="-3650"/>
                    <a:pt x="10950" y="1095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5689E00-414C-1BDB-84A0-B19792144A70}"/>
                </a:ext>
              </a:extLst>
            </p:cNvPr>
            <p:cNvSpPr/>
            <p:nvPr userDrawn="1"/>
          </p:nvSpPr>
          <p:spPr>
            <a:xfrm>
              <a:off x="2875296" y="1388734"/>
              <a:ext cx="86315" cy="86316"/>
            </a:xfrm>
            <a:custGeom>
              <a:avLst/>
              <a:gdLst>
                <a:gd name="connsiteX0" fmla="*/ 10950 w 75435"/>
                <a:gd name="connsiteY0" fmla="*/ 10950 h 75436"/>
                <a:gd name="connsiteX1" fmla="*/ 10950 w 75435"/>
                <a:gd name="connsiteY1" fmla="*/ 64486 h 75436"/>
                <a:gd name="connsiteX2" fmla="*/ 64486 w 75435"/>
                <a:gd name="connsiteY2" fmla="*/ 64486 h 75436"/>
                <a:gd name="connsiteX3" fmla="*/ 64486 w 75435"/>
                <a:gd name="connsiteY3" fmla="*/ 10950 h 75436"/>
                <a:gd name="connsiteX4" fmla="*/ 10950 w 75435"/>
                <a:gd name="connsiteY4" fmla="*/ 10950 h 75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5" h="75436">
                  <a:moveTo>
                    <a:pt x="10950" y="10950"/>
                  </a:moveTo>
                  <a:cubicBezTo>
                    <a:pt x="-3650" y="25551"/>
                    <a:pt x="-3650" y="49885"/>
                    <a:pt x="10950" y="64486"/>
                  </a:cubicBezTo>
                  <a:cubicBezTo>
                    <a:pt x="25551" y="79086"/>
                    <a:pt x="49885" y="79086"/>
                    <a:pt x="64486" y="64486"/>
                  </a:cubicBezTo>
                  <a:cubicBezTo>
                    <a:pt x="79086" y="49885"/>
                    <a:pt x="79086" y="25551"/>
                    <a:pt x="64486" y="10950"/>
                  </a:cubicBezTo>
                  <a:cubicBezTo>
                    <a:pt x="49885" y="-3650"/>
                    <a:pt x="25551" y="-3650"/>
                    <a:pt x="10950" y="1095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A3D5220-34F7-02C5-6CE8-F1E308D5FE53}"/>
                </a:ext>
              </a:extLst>
            </p:cNvPr>
            <p:cNvSpPr/>
            <p:nvPr userDrawn="1"/>
          </p:nvSpPr>
          <p:spPr>
            <a:xfrm>
              <a:off x="2078960" y="13242"/>
              <a:ext cx="86315" cy="86316"/>
            </a:xfrm>
            <a:custGeom>
              <a:avLst/>
              <a:gdLst>
                <a:gd name="connsiteX0" fmla="*/ 10950 w 75435"/>
                <a:gd name="connsiteY0" fmla="*/ 10950 h 75436"/>
                <a:gd name="connsiteX1" fmla="*/ 10950 w 75435"/>
                <a:gd name="connsiteY1" fmla="*/ 64486 h 75436"/>
                <a:gd name="connsiteX2" fmla="*/ 64486 w 75435"/>
                <a:gd name="connsiteY2" fmla="*/ 64486 h 75436"/>
                <a:gd name="connsiteX3" fmla="*/ 64486 w 75435"/>
                <a:gd name="connsiteY3" fmla="*/ 10950 h 75436"/>
                <a:gd name="connsiteX4" fmla="*/ 10950 w 75435"/>
                <a:gd name="connsiteY4" fmla="*/ 10950 h 75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5" h="75436">
                  <a:moveTo>
                    <a:pt x="10950" y="10950"/>
                  </a:moveTo>
                  <a:cubicBezTo>
                    <a:pt x="-3650" y="25551"/>
                    <a:pt x="-3650" y="49885"/>
                    <a:pt x="10950" y="64486"/>
                  </a:cubicBezTo>
                  <a:cubicBezTo>
                    <a:pt x="25551" y="79086"/>
                    <a:pt x="49885" y="79086"/>
                    <a:pt x="64486" y="64486"/>
                  </a:cubicBezTo>
                  <a:cubicBezTo>
                    <a:pt x="79086" y="49885"/>
                    <a:pt x="79086" y="25551"/>
                    <a:pt x="64486" y="10950"/>
                  </a:cubicBezTo>
                  <a:cubicBezTo>
                    <a:pt x="49885" y="-3650"/>
                    <a:pt x="25551" y="-3650"/>
                    <a:pt x="10950" y="1095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8D724DE-1375-5E39-CBF8-3FC2DFCBFF67}"/>
                </a:ext>
              </a:extLst>
            </p:cNvPr>
            <p:cNvSpPr/>
            <p:nvPr userDrawn="1"/>
          </p:nvSpPr>
          <p:spPr>
            <a:xfrm>
              <a:off x="4490245" y="695420"/>
              <a:ext cx="86315" cy="86316"/>
            </a:xfrm>
            <a:custGeom>
              <a:avLst/>
              <a:gdLst>
                <a:gd name="connsiteX0" fmla="*/ 10951 w 75435"/>
                <a:gd name="connsiteY0" fmla="*/ 10950 h 75436"/>
                <a:gd name="connsiteX1" fmla="*/ 10951 w 75435"/>
                <a:gd name="connsiteY1" fmla="*/ 64486 h 75436"/>
                <a:gd name="connsiteX2" fmla="*/ 64486 w 75435"/>
                <a:gd name="connsiteY2" fmla="*/ 64486 h 75436"/>
                <a:gd name="connsiteX3" fmla="*/ 64486 w 75435"/>
                <a:gd name="connsiteY3" fmla="*/ 10950 h 75436"/>
                <a:gd name="connsiteX4" fmla="*/ 10951 w 75435"/>
                <a:gd name="connsiteY4" fmla="*/ 10950 h 75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5" h="75436">
                  <a:moveTo>
                    <a:pt x="10951" y="10950"/>
                  </a:moveTo>
                  <a:cubicBezTo>
                    <a:pt x="-3650" y="25551"/>
                    <a:pt x="-3650" y="49885"/>
                    <a:pt x="10951" y="64486"/>
                  </a:cubicBezTo>
                  <a:cubicBezTo>
                    <a:pt x="25551" y="79086"/>
                    <a:pt x="49885" y="79086"/>
                    <a:pt x="64486" y="64486"/>
                  </a:cubicBezTo>
                  <a:cubicBezTo>
                    <a:pt x="79086" y="49885"/>
                    <a:pt x="79086" y="25551"/>
                    <a:pt x="64486" y="10950"/>
                  </a:cubicBezTo>
                  <a:cubicBezTo>
                    <a:pt x="49885" y="-3650"/>
                    <a:pt x="25551" y="-3650"/>
                    <a:pt x="10951" y="1095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C0E4BCBD-15B6-C653-53BB-22DA4FEFDA95}"/>
                </a:ext>
              </a:extLst>
            </p:cNvPr>
            <p:cNvSpPr/>
            <p:nvPr userDrawn="1"/>
          </p:nvSpPr>
          <p:spPr>
            <a:xfrm>
              <a:off x="3941023" y="554807"/>
              <a:ext cx="123904" cy="120787"/>
            </a:xfrm>
            <a:custGeom>
              <a:avLst/>
              <a:gdLst>
                <a:gd name="connsiteX0" fmla="*/ 16426 w 108286"/>
                <a:gd name="connsiteY0" fmla="*/ 14601 h 105562"/>
                <a:gd name="connsiteX1" fmla="*/ 16426 w 108286"/>
                <a:gd name="connsiteY1" fmla="*/ 90037 h 105562"/>
                <a:gd name="connsiteX2" fmla="*/ 91861 w 108286"/>
                <a:gd name="connsiteY2" fmla="*/ 90037 h 105562"/>
                <a:gd name="connsiteX3" fmla="*/ 91861 w 108286"/>
                <a:gd name="connsiteY3" fmla="*/ 14601 h 105562"/>
                <a:gd name="connsiteX4" fmla="*/ 16426 w 108286"/>
                <a:gd name="connsiteY4" fmla="*/ 14601 h 105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286" h="105562">
                  <a:moveTo>
                    <a:pt x="16426" y="14601"/>
                  </a:moveTo>
                  <a:cubicBezTo>
                    <a:pt x="-5475" y="36501"/>
                    <a:pt x="-5475" y="68136"/>
                    <a:pt x="16426" y="90037"/>
                  </a:cubicBezTo>
                  <a:cubicBezTo>
                    <a:pt x="38326" y="111937"/>
                    <a:pt x="69961" y="109504"/>
                    <a:pt x="91861" y="90037"/>
                  </a:cubicBezTo>
                  <a:cubicBezTo>
                    <a:pt x="113762" y="70569"/>
                    <a:pt x="113762" y="36501"/>
                    <a:pt x="91861" y="14601"/>
                  </a:cubicBezTo>
                  <a:cubicBezTo>
                    <a:pt x="72394" y="-4867"/>
                    <a:pt x="38326" y="-4867"/>
                    <a:pt x="16426" y="1460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0E192031-F5DB-5793-2796-606E3267E455}"/>
                </a:ext>
              </a:extLst>
            </p:cNvPr>
            <p:cNvSpPr/>
            <p:nvPr userDrawn="1"/>
          </p:nvSpPr>
          <p:spPr>
            <a:xfrm>
              <a:off x="4009936" y="1391851"/>
              <a:ext cx="119728" cy="121847"/>
            </a:xfrm>
            <a:custGeom>
              <a:avLst/>
              <a:gdLst>
                <a:gd name="connsiteX0" fmla="*/ 14600 w 104636"/>
                <a:gd name="connsiteY0" fmla="*/ 15526 h 106488"/>
                <a:gd name="connsiteX1" fmla="*/ 14600 w 104636"/>
                <a:gd name="connsiteY1" fmla="*/ 90962 h 106488"/>
                <a:gd name="connsiteX2" fmla="*/ 90036 w 104636"/>
                <a:gd name="connsiteY2" fmla="*/ 90962 h 106488"/>
                <a:gd name="connsiteX3" fmla="*/ 90036 w 104636"/>
                <a:gd name="connsiteY3" fmla="*/ 15526 h 106488"/>
                <a:gd name="connsiteX4" fmla="*/ 14600 w 104636"/>
                <a:gd name="connsiteY4" fmla="*/ 15526 h 106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36" h="106488">
                  <a:moveTo>
                    <a:pt x="14600" y="15526"/>
                  </a:moveTo>
                  <a:cubicBezTo>
                    <a:pt x="-4867" y="34994"/>
                    <a:pt x="-4867" y="69062"/>
                    <a:pt x="14600" y="90962"/>
                  </a:cubicBezTo>
                  <a:cubicBezTo>
                    <a:pt x="34068" y="112863"/>
                    <a:pt x="68136" y="110430"/>
                    <a:pt x="90036" y="90962"/>
                  </a:cubicBezTo>
                  <a:cubicBezTo>
                    <a:pt x="109504" y="71495"/>
                    <a:pt x="109504" y="37427"/>
                    <a:pt x="90036" y="15526"/>
                  </a:cubicBezTo>
                  <a:cubicBezTo>
                    <a:pt x="68136" y="-3941"/>
                    <a:pt x="36501" y="-6374"/>
                    <a:pt x="14600" y="15526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A02B9367-3E21-6EF6-FE07-E1765163C5CD}"/>
                </a:ext>
              </a:extLst>
            </p:cNvPr>
            <p:cNvSpPr/>
            <p:nvPr userDrawn="1"/>
          </p:nvSpPr>
          <p:spPr>
            <a:xfrm>
              <a:off x="553" y="5246514"/>
              <a:ext cx="1202714" cy="704452"/>
            </a:xfrm>
            <a:custGeom>
              <a:avLst/>
              <a:gdLst>
                <a:gd name="connsiteX0" fmla="*/ 1188792 w 1202714"/>
                <a:gd name="connsiteY0" fmla="*/ 0 h 704452"/>
                <a:gd name="connsiteX1" fmla="*/ 1202714 w 1202714"/>
                <a:gd name="connsiteY1" fmla="*/ 13922 h 704452"/>
                <a:gd name="connsiteX2" fmla="*/ 957687 w 1202714"/>
                <a:gd name="connsiteY2" fmla="*/ 258949 h 704452"/>
                <a:gd name="connsiteX3" fmla="*/ 548382 w 1202714"/>
                <a:gd name="connsiteY3" fmla="*/ 256164 h 704452"/>
                <a:gd name="connsiteX4" fmla="*/ 100094 w 1202714"/>
                <a:gd name="connsiteY4" fmla="*/ 704452 h 704452"/>
                <a:gd name="connsiteX5" fmla="*/ 0 w 1202714"/>
                <a:gd name="connsiteY5" fmla="*/ 704452 h 704452"/>
                <a:gd name="connsiteX6" fmla="*/ 0 w 1202714"/>
                <a:gd name="connsiteY6" fmla="*/ 682178 h 704452"/>
                <a:gd name="connsiteX7" fmla="*/ 91740 w 1202714"/>
                <a:gd name="connsiteY7" fmla="*/ 682178 h 704452"/>
                <a:gd name="connsiteX8" fmla="*/ 540028 w 1202714"/>
                <a:gd name="connsiteY8" fmla="*/ 233889 h 704452"/>
                <a:gd name="connsiteX9" fmla="*/ 949334 w 1202714"/>
                <a:gd name="connsiteY9" fmla="*/ 239458 h 704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2714" h="704452">
                  <a:moveTo>
                    <a:pt x="1188792" y="0"/>
                  </a:moveTo>
                  <a:lnTo>
                    <a:pt x="1202714" y="13922"/>
                  </a:lnTo>
                  <a:lnTo>
                    <a:pt x="957687" y="258949"/>
                  </a:lnTo>
                  <a:lnTo>
                    <a:pt x="548382" y="256164"/>
                  </a:lnTo>
                  <a:lnTo>
                    <a:pt x="100094" y="704452"/>
                  </a:lnTo>
                  <a:lnTo>
                    <a:pt x="0" y="704452"/>
                  </a:lnTo>
                  <a:lnTo>
                    <a:pt x="0" y="682178"/>
                  </a:lnTo>
                  <a:lnTo>
                    <a:pt x="91740" y="682178"/>
                  </a:lnTo>
                  <a:lnTo>
                    <a:pt x="540028" y="233889"/>
                  </a:lnTo>
                  <a:lnTo>
                    <a:pt x="949334" y="23945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325DB9F-E7F2-635B-C61A-3EA925ACA5A8}"/>
                </a:ext>
              </a:extLst>
            </p:cNvPr>
            <p:cNvSpPr/>
            <p:nvPr userDrawn="1"/>
          </p:nvSpPr>
          <p:spPr>
            <a:xfrm>
              <a:off x="554" y="3818120"/>
              <a:ext cx="3427445" cy="2355455"/>
            </a:xfrm>
            <a:custGeom>
              <a:avLst/>
              <a:gdLst>
                <a:gd name="connsiteX0" fmla="*/ 3413523 w 3427445"/>
                <a:gd name="connsiteY0" fmla="*/ 0 h 2355455"/>
                <a:gd name="connsiteX1" fmla="*/ 3427445 w 3427445"/>
                <a:gd name="connsiteY1" fmla="*/ 13922 h 2355455"/>
                <a:gd name="connsiteX2" fmla="*/ 2962452 w 3427445"/>
                <a:gd name="connsiteY2" fmla="*/ 481700 h 2355455"/>
                <a:gd name="connsiteX3" fmla="*/ 2962452 w 3427445"/>
                <a:gd name="connsiteY3" fmla="*/ 707237 h 2355455"/>
                <a:gd name="connsiteX4" fmla="*/ 2319256 w 3427445"/>
                <a:gd name="connsiteY4" fmla="*/ 1353217 h 2355455"/>
                <a:gd name="connsiteX5" fmla="*/ 1542411 w 3427445"/>
                <a:gd name="connsiteY5" fmla="*/ 1353217 h 2355455"/>
                <a:gd name="connsiteX6" fmla="*/ 952119 w 3427445"/>
                <a:gd name="connsiteY6" fmla="*/ 1943508 h 2355455"/>
                <a:gd name="connsiteX7" fmla="*/ 411946 w 3427445"/>
                <a:gd name="connsiteY7" fmla="*/ 1943508 h 2355455"/>
                <a:gd name="connsiteX8" fmla="*/ 0 w 3427445"/>
                <a:gd name="connsiteY8" fmla="*/ 2355455 h 2355455"/>
                <a:gd name="connsiteX9" fmla="*/ 0 w 3427445"/>
                <a:gd name="connsiteY9" fmla="*/ 2327611 h 2355455"/>
                <a:gd name="connsiteX10" fmla="*/ 403593 w 3427445"/>
                <a:gd name="connsiteY10" fmla="*/ 1924018 h 2355455"/>
                <a:gd name="connsiteX11" fmla="*/ 943766 w 3427445"/>
                <a:gd name="connsiteY11" fmla="*/ 1924018 h 2355455"/>
                <a:gd name="connsiteX12" fmla="*/ 1534057 w 3427445"/>
                <a:gd name="connsiteY12" fmla="*/ 1330941 h 2355455"/>
                <a:gd name="connsiteX13" fmla="*/ 2308118 w 3427445"/>
                <a:gd name="connsiteY13" fmla="*/ 1330941 h 2355455"/>
                <a:gd name="connsiteX14" fmla="*/ 2940176 w 3427445"/>
                <a:gd name="connsiteY14" fmla="*/ 698883 h 2355455"/>
                <a:gd name="connsiteX15" fmla="*/ 2940176 w 3427445"/>
                <a:gd name="connsiteY15" fmla="*/ 470563 h 2355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427445" h="2355455">
                  <a:moveTo>
                    <a:pt x="3413523" y="0"/>
                  </a:moveTo>
                  <a:lnTo>
                    <a:pt x="3427445" y="13922"/>
                  </a:lnTo>
                  <a:lnTo>
                    <a:pt x="2962452" y="481700"/>
                  </a:lnTo>
                  <a:lnTo>
                    <a:pt x="2962452" y="707237"/>
                  </a:lnTo>
                  <a:lnTo>
                    <a:pt x="2319256" y="1353217"/>
                  </a:lnTo>
                  <a:lnTo>
                    <a:pt x="1542411" y="1353217"/>
                  </a:lnTo>
                  <a:lnTo>
                    <a:pt x="952119" y="1943508"/>
                  </a:lnTo>
                  <a:lnTo>
                    <a:pt x="411946" y="1943508"/>
                  </a:lnTo>
                  <a:lnTo>
                    <a:pt x="0" y="2355455"/>
                  </a:lnTo>
                  <a:lnTo>
                    <a:pt x="0" y="2327611"/>
                  </a:lnTo>
                  <a:lnTo>
                    <a:pt x="403593" y="1924018"/>
                  </a:lnTo>
                  <a:lnTo>
                    <a:pt x="943766" y="1924018"/>
                  </a:lnTo>
                  <a:lnTo>
                    <a:pt x="1534057" y="1330941"/>
                  </a:lnTo>
                  <a:lnTo>
                    <a:pt x="2308118" y="1330941"/>
                  </a:lnTo>
                  <a:lnTo>
                    <a:pt x="2940176" y="698883"/>
                  </a:lnTo>
                  <a:lnTo>
                    <a:pt x="2940176" y="470563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94F0B5EE-177C-E51E-8795-88DB6A6387FC}"/>
                </a:ext>
              </a:extLst>
            </p:cNvPr>
            <p:cNvSpPr/>
            <p:nvPr userDrawn="1"/>
          </p:nvSpPr>
          <p:spPr>
            <a:xfrm>
              <a:off x="2119334" y="4464099"/>
              <a:ext cx="643195" cy="2395678"/>
            </a:xfrm>
            <a:custGeom>
              <a:avLst/>
              <a:gdLst>
                <a:gd name="connsiteX0" fmla="*/ 629272 w 643195"/>
                <a:gd name="connsiteY0" fmla="*/ 0 h 2395678"/>
                <a:gd name="connsiteX1" fmla="*/ 643195 w 643195"/>
                <a:gd name="connsiteY1" fmla="*/ 13922 h 2395678"/>
                <a:gd name="connsiteX2" fmla="*/ 364756 w 643195"/>
                <a:gd name="connsiteY2" fmla="*/ 295147 h 2395678"/>
                <a:gd name="connsiteX3" fmla="*/ 364756 w 643195"/>
                <a:gd name="connsiteY3" fmla="*/ 1818210 h 2395678"/>
                <a:gd name="connsiteX4" fmla="*/ 22276 w 643195"/>
                <a:gd name="connsiteY4" fmla="*/ 2160692 h 2395678"/>
                <a:gd name="connsiteX5" fmla="*/ 21064 w 643195"/>
                <a:gd name="connsiteY5" fmla="*/ 2395678 h 2395678"/>
                <a:gd name="connsiteX6" fmla="*/ 0 w 643195"/>
                <a:gd name="connsiteY6" fmla="*/ 2395678 h 2395678"/>
                <a:gd name="connsiteX7" fmla="*/ 0 w 643195"/>
                <a:gd name="connsiteY7" fmla="*/ 2152338 h 2395678"/>
                <a:gd name="connsiteX8" fmla="*/ 342481 w 643195"/>
                <a:gd name="connsiteY8" fmla="*/ 1809857 h 2395678"/>
                <a:gd name="connsiteX9" fmla="*/ 342481 w 643195"/>
                <a:gd name="connsiteY9" fmla="*/ 284009 h 2395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43195" h="2395678">
                  <a:moveTo>
                    <a:pt x="629272" y="0"/>
                  </a:moveTo>
                  <a:lnTo>
                    <a:pt x="643195" y="13922"/>
                  </a:lnTo>
                  <a:lnTo>
                    <a:pt x="364756" y="295147"/>
                  </a:lnTo>
                  <a:lnTo>
                    <a:pt x="364756" y="1818210"/>
                  </a:lnTo>
                  <a:lnTo>
                    <a:pt x="22276" y="2160692"/>
                  </a:lnTo>
                  <a:lnTo>
                    <a:pt x="21064" y="2395678"/>
                  </a:lnTo>
                  <a:lnTo>
                    <a:pt x="0" y="2395678"/>
                  </a:lnTo>
                  <a:lnTo>
                    <a:pt x="0" y="2152338"/>
                  </a:lnTo>
                  <a:lnTo>
                    <a:pt x="342481" y="1809857"/>
                  </a:lnTo>
                  <a:lnTo>
                    <a:pt x="342481" y="28400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50F8EC3C-68CE-A584-B054-BD6FEE8E807F}"/>
                </a:ext>
              </a:extLst>
            </p:cNvPr>
            <p:cNvSpPr/>
            <p:nvPr userDrawn="1"/>
          </p:nvSpPr>
          <p:spPr>
            <a:xfrm>
              <a:off x="695378" y="5343969"/>
              <a:ext cx="1237401" cy="1515808"/>
            </a:xfrm>
            <a:custGeom>
              <a:avLst/>
              <a:gdLst>
                <a:gd name="connsiteX0" fmla="*/ 1206772 w 1237401"/>
                <a:gd name="connsiteY0" fmla="*/ 0 h 1515808"/>
                <a:gd name="connsiteX1" fmla="*/ 1237401 w 1237401"/>
                <a:gd name="connsiteY1" fmla="*/ 30629 h 1515808"/>
                <a:gd name="connsiteX2" fmla="*/ 396514 w 1237401"/>
                <a:gd name="connsiteY2" fmla="*/ 871516 h 1515808"/>
                <a:gd name="connsiteX3" fmla="*/ 396514 w 1237401"/>
                <a:gd name="connsiteY3" fmla="*/ 1180584 h 1515808"/>
                <a:gd name="connsiteX4" fmla="*/ 61290 w 1237401"/>
                <a:gd name="connsiteY4" fmla="*/ 1515808 h 1515808"/>
                <a:gd name="connsiteX5" fmla="*/ 0 w 1237401"/>
                <a:gd name="connsiteY5" fmla="*/ 1515808 h 1515808"/>
                <a:gd name="connsiteX6" fmla="*/ 351964 w 1237401"/>
                <a:gd name="connsiteY6" fmla="*/ 1161093 h 1515808"/>
                <a:gd name="connsiteX7" fmla="*/ 351964 w 1237401"/>
                <a:gd name="connsiteY7" fmla="*/ 854810 h 1515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37401" h="1515808">
                  <a:moveTo>
                    <a:pt x="1206772" y="0"/>
                  </a:moveTo>
                  <a:lnTo>
                    <a:pt x="1237401" y="30629"/>
                  </a:lnTo>
                  <a:lnTo>
                    <a:pt x="396514" y="871516"/>
                  </a:lnTo>
                  <a:lnTo>
                    <a:pt x="396514" y="1180584"/>
                  </a:lnTo>
                  <a:lnTo>
                    <a:pt x="61290" y="1515808"/>
                  </a:lnTo>
                  <a:lnTo>
                    <a:pt x="0" y="1515808"/>
                  </a:lnTo>
                  <a:lnTo>
                    <a:pt x="351964" y="1161093"/>
                  </a:lnTo>
                  <a:lnTo>
                    <a:pt x="351964" y="85481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4D70411E-9B9A-2959-EC71-CD92C02265A0}"/>
                </a:ext>
              </a:extLst>
            </p:cNvPr>
            <p:cNvSpPr/>
            <p:nvPr userDrawn="1"/>
          </p:nvSpPr>
          <p:spPr>
            <a:xfrm>
              <a:off x="912593" y="5898063"/>
              <a:ext cx="1357098" cy="961714"/>
            </a:xfrm>
            <a:custGeom>
              <a:avLst/>
              <a:gdLst>
                <a:gd name="connsiteX0" fmla="*/ 1340391 w 1357098"/>
                <a:gd name="connsiteY0" fmla="*/ 0 h 961714"/>
                <a:gd name="connsiteX1" fmla="*/ 1357098 w 1357098"/>
                <a:gd name="connsiteY1" fmla="*/ 13922 h 961714"/>
                <a:gd name="connsiteX2" fmla="*/ 747314 w 1357098"/>
                <a:gd name="connsiteY2" fmla="*/ 623704 h 961714"/>
                <a:gd name="connsiteX3" fmla="*/ 368638 w 1357098"/>
                <a:gd name="connsiteY3" fmla="*/ 623704 h 961714"/>
                <a:gd name="connsiteX4" fmla="*/ 29195 w 1357098"/>
                <a:gd name="connsiteY4" fmla="*/ 961714 h 961714"/>
                <a:gd name="connsiteX5" fmla="*/ 0 w 1357098"/>
                <a:gd name="connsiteY5" fmla="*/ 961714 h 961714"/>
                <a:gd name="connsiteX6" fmla="*/ 360284 w 1357098"/>
                <a:gd name="connsiteY6" fmla="*/ 601429 h 961714"/>
                <a:gd name="connsiteX7" fmla="*/ 738962 w 1357098"/>
                <a:gd name="connsiteY7" fmla="*/ 601429 h 96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57098" h="961714">
                  <a:moveTo>
                    <a:pt x="1340391" y="0"/>
                  </a:moveTo>
                  <a:lnTo>
                    <a:pt x="1357098" y="13922"/>
                  </a:lnTo>
                  <a:lnTo>
                    <a:pt x="747314" y="623704"/>
                  </a:lnTo>
                  <a:lnTo>
                    <a:pt x="368638" y="623704"/>
                  </a:lnTo>
                  <a:lnTo>
                    <a:pt x="29195" y="961714"/>
                  </a:lnTo>
                  <a:lnTo>
                    <a:pt x="0" y="961714"/>
                  </a:lnTo>
                  <a:lnTo>
                    <a:pt x="360284" y="601429"/>
                  </a:lnTo>
                  <a:lnTo>
                    <a:pt x="738962" y="60142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9FCEF65-B3E1-2489-88E6-F8780BC5D74C}"/>
                </a:ext>
              </a:extLst>
            </p:cNvPr>
            <p:cNvSpPr/>
            <p:nvPr userDrawn="1"/>
          </p:nvSpPr>
          <p:spPr>
            <a:xfrm>
              <a:off x="1732302" y="4283113"/>
              <a:ext cx="2400148" cy="2576664"/>
            </a:xfrm>
            <a:custGeom>
              <a:avLst/>
              <a:gdLst>
                <a:gd name="connsiteX0" fmla="*/ 2372304 w 2400148"/>
                <a:gd name="connsiteY0" fmla="*/ 0 h 2576664"/>
                <a:gd name="connsiteX1" fmla="*/ 2400148 w 2400148"/>
                <a:gd name="connsiteY1" fmla="*/ 30629 h 2576664"/>
                <a:gd name="connsiteX2" fmla="*/ 2182964 w 2400148"/>
                <a:gd name="connsiteY2" fmla="*/ 250596 h 2576664"/>
                <a:gd name="connsiteX3" fmla="*/ 1876681 w 2400148"/>
                <a:gd name="connsiteY3" fmla="*/ 250596 h 2576664"/>
                <a:gd name="connsiteX4" fmla="*/ 968968 w 2400148"/>
                <a:gd name="connsiteY4" fmla="*/ 1155525 h 2576664"/>
                <a:gd name="connsiteX5" fmla="*/ 417659 w 2400148"/>
                <a:gd name="connsiteY5" fmla="*/ 1155525 h 2576664"/>
                <a:gd name="connsiteX6" fmla="*/ 44550 w 2400148"/>
                <a:gd name="connsiteY6" fmla="*/ 1528633 h 2576664"/>
                <a:gd name="connsiteX7" fmla="*/ 44550 w 2400148"/>
                <a:gd name="connsiteY7" fmla="*/ 2576664 h 2576664"/>
                <a:gd name="connsiteX8" fmla="*/ 0 w 2400148"/>
                <a:gd name="connsiteY8" fmla="*/ 2576664 h 2576664"/>
                <a:gd name="connsiteX9" fmla="*/ 0 w 2400148"/>
                <a:gd name="connsiteY9" fmla="*/ 1509143 h 2576664"/>
                <a:gd name="connsiteX10" fmla="*/ 398168 w 2400148"/>
                <a:gd name="connsiteY10" fmla="*/ 1113759 h 2576664"/>
                <a:gd name="connsiteX11" fmla="*/ 952263 w 2400148"/>
                <a:gd name="connsiteY11" fmla="*/ 1113759 h 2576664"/>
                <a:gd name="connsiteX12" fmla="*/ 1857190 w 2400148"/>
                <a:gd name="connsiteY12" fmla="*/ 206046 h 2576664"/>
                <a:gd name="connsiteX13" fmla="*/ 2166258 w 2400148"/>
                <a:gd name="connsiteY13" fmla="*/ 206046 h 2576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00148" h="2576664">
                  <a:moveTo>
                    <a:pt x="2372304" y="0"/>
                  </a:moveTo>
                  <a:lnTo>
                    <a:pt x="2400148" y="30629"/>
                  </a:lnTo>
                  <a:lnTo>
                    <a:pt x="2182964" y="250596"/>
                  </a:lnTo>
                  <a:lnTo>
                    <a:pt x="1876681" y="250596"/>
                  </a:lnTo>
                  <a:lnTo>
                    <a:pt x="968968" y="1155525"/>
                  </a:lnTo>
                  <a:lnTo>
                    <a:pt x="417659" y="1155525"/>
                  </a:lnTo>
                  <a:lnTo>
                    <a:pt x="44550" y="1528633"/>
                  </a:lnTo>
                  <a:lnTo>
                    <a:pt x="44550" y="2576664"/>
                  </a:lnTo>
                  <a:lnTo>
                    <a:pt x="0" y="2576664"/>
                  </a:lnTo>
                  <a:lnTo>
                    <a:pt x="0" y="1509143"/>
                  </a:lnTo>
                  <a:lnTo>
                    <a:pt x="398168" y="1113759"/>
                  </a:lnTo>
                  <a:lnTo>
                    <a:pt x="952263" y="1113759"/>
                  </a:lnTo>
                  <a:lnTo>
                    <a:pt x="1857190" y="206046"/>
                  </a:lnTo>
                  <a:lnTo>
                    <a:pt x="2166258" y="206046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2EABE104-E213-33FE-4FFD-EC58ECDA2F4B}"/>
                </a:ext>
              </a:extLst>
            </p:cNvPr>
            <p:cNvSpPr/>
            <p:nvPr userDrawn="1"/>
          </p:nvSpPr>
          <p:spPr>
            <a:xfrm>
              <a:off x="1249228" y="4344371"/>
              <a:ext cx="2056258" cy="2515407"/>
            </a:xfrm>
            <a:custGeom>
              <a:avLst/>
              <a:gdLst>
                <a:gd name="connsiteX0" fmla="*/ 2025629 w 2056258"/>
                <a:gd name="connsiteY0" fmla="*/ 0 h 2515407"/>
                <a:gd name="connsiteX1" fmla="*/ 2056258 w 2056258"/>
                <a:gd name="connsiteY1" fmla="*/ 30629 h 2515407"/>
                <a:gd name="connsiteX2" fmla="*/ 1527223 w 2056258"/>
                <a:gd name="connsiteY2" fmla="*/ 559664 h 2515407"/>
                <a:gd name="connsiteX3" fmla="*/ 1527223 w 2056258"/>
                <a:gd name="connsiteY3" fmla="*/ 1472946 h 2515407"/>
                <a:gd name="connsiteX4" fmla="*/ 533194 w 2056258"/>
                <a:gd name="connsiteY4" fmla="*/ 2466975 h 2515407"/>
                <a:gd name="connsiteX5" fmla="*/ 107181 w 2056258"/>
                <a:gd name="connsiteY5" fmla="*/ 2466975 h 2515407"/>
                <a:gd name="connsiteX6" fmla="*/ 58749 w 2056258"/>
                <a:gd name="connsiteY6" fmla="*/ 2515407 h 2515407"/>
                <a:gd name="connsiteX7" fmla="*/ 0 w 2056258"/>
                <a:gd name="connsiteY7" fmla="*/ 2515407 h 2515407"/>
                <a:gd name="connsiteX8" fmla="*/ 90475 w 2056258"/>
                <a:gd name="connsiteY8" fmla="*/ 2425209 h 2515407"/>
                <a:gd name="connsiteX9" fmla="*/ 516487 w 2056258"/>
                <a:gd name="connsiteY9" fmla="*/ 2425209 h 2515407"/>
                <a:gd name="connsiteX10" fmla="*/ 1485456 w 2056258"/>
                <a:gd name="connsiteY10" fmla="*/ 1456239 h 2515407"/>
                <a:gd name="connsiteX11" fmla="*/ 1485456 w 2056258"/>
                <a:gd name="connsiteY11" fmla="*/ 540173 h 2515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56258" h="2515407">
                  <a:moveTo>
                    <a:pt x="2025629" y="0"/>
                  </a:moveTo>
                  <a:lnTo>
                    <a:pt x="2056258" y="30629"/>
                  </a:lnTo>
                  <a:lnTo>
                    <a:pt x="1527223" y="559664"/>
                  </a:lnTo>
                  <a:lnTo>
                    <a:pt x="1527223" y="1472946"/>
                  </a:lnTo>
                  <a:lnTo>
                    <a:pt x="533194" y="2466975"/>
                  </a:lnTo>
                  <a:lnTo>
                    <a:pt x="107181" y="2466975"/>
                  </a:lnTo>
                  <a:lnTo>
                    <a:pt x="58749" y="2515407"/>
                  </a:lnTo>
                  <a:lnTo>
                    <a:pt x="0" y="2515407"/>
                  </a:lnTo>
                  <a:lnTo>
                    <a:pt x="90475" y="2425209"/>
                  </a:lnTo>
                  <a:lnTo>
                    <a:pt x="516487" y="2425209"/>
                  </a:lnTo>
                  <a:lnTo>
                    <a:pt x="1485456" y="1456239"/>
                  </a:lnTo>
                  <a:lnTo>
                    <a:pt x="1485456" y="540173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FBDF970E-8BD4-1FB7-4174-5C9442E568A8}"/>
                </a:ext>
              </a:extLst>
            </p:cNvPr>
            <p:cNvSpPr/>
            <p:nvPr userDrawn="1"/>
          </p:nvSpPr>
          <p:spPr>
            <a:xfrm>
              <a:off x="2871119" y="4478022"/>
              <a:ext cx="1442316" cy="991245"/>
            </a:xfrm>
            <a:custGeom>
              <a:avLst/>
              <a:gdLst>
                <a:gd name="connsiteX0" fmla="*/ 966066 w 1260510"/>
                <a:gd name="connsiteY0" fmla="*/ 309044 h 866297"/>
                <a:gd name="connsiteX1" fmla="*/ 1260510 w 1260510"/>
                <a:gd name="connsiteY1" fmla="*/ 14600 h 866297"/>
                <a:gd name="connsiteX2" fmla="*/ 1245910 w 1260510"/>
                <a:gd name="connsiteY2" fmla="*/ 0 h 866297"/>
                <a:gd name="connsiteX3" fmla="*/ 958766 w 1260510"/>
                <a:gd name="connsiteY3" fmla="*/ 289577 h 866297"/>
                <a:gd name="connsiteX4" fmla="*/ 566986 w 1260510"/>
                <a:gd name="connsiteY4" fmla="*/ 289577 h 866297"/>
                <a:gd name="connsiteX5" fmla="*/ 0 w 1260510"/>
                <a:gd name="connsiteY5" fmla="*/ 854130 h 866297"/>
                <a:gd name="connsiteX6" fmla="*/ 14600 w 1260510"/>
                <a:gd name="connsiteY6" fmla="*/ 866297 h 866297"/>
                <a:gd name="connsiteX7" fmla="*/ 574287 w 1260510"/>
                <a:gd name="connsiteY7" fmla="*/ 306611 h 866297"/>
                <a:gd name="connsiteX8" fmla="*/ 966066 w 1260510"/>
                <a:gd name="connsiteY8" fmla="*/ 309044 h 866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60510" h="866297">
                  <a:moveTo>
                    <a:pt x="966066" y="309044"/>
                  </a:moveTo>
                  <a:lnTo>
                    <a:pt x="1260510" y="14600"/>
                  </a:lnTo>
                  <a:lnTo>
                    <a:pt x="1245910" y="0"/>
                  </a:lnTo>
                  <a:lnTo>
                    <a:pt x="958766" y="289577"/>
                  </a:lnTo>
                  <a:lnTo>
                    <a:pt x="566986" y="289577"/>
                  </a:lnTo>
                  <a:lnTo>
                    <a:pt x="0" y="854130"/>
                  </a:lnTo>
                  <a:lnTo>
                    <a:pt x="14600" y="866297"/>
                  </a:lnTo>
                  <a:lnTo>
                    <a:pt x="574287" y="306611"/>
                  </a:lnTo>
                  <a:lnTo>
                    <a:pt x="966066" y="30904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FC3D707F-DBC5-51A9-7927-8B99667B7287}"/>
                </a:ext>
              </a:extLst>
            </p:cNvPr>
            <p:cNvSpPr/>
            <p:nvPr userDrawn="1"/>
          </p:nvSpPr>
          <p:spPr>
            <a:xfrm>
              <a:off x="2754174" y="5310556"/>
              <a:ext cx="846458" cy="1549221"/>
            </a:xfrm>
            <a:custGeom>
              <a:avLst/>
              <a:gdLst>
                <a:gd name="connsiteX0" fmla="*/ 832535 w 846458"/>
                <a:gd name="connsiteY0" fmla="*/ 0 h 1549221"/>
                <a:gd name="connsiteX1" fmla="*/ 846458 w 846458"/>
                <a:gd name="connsiteY1" fmla="*/ 16706 h 1549221"/>
                <a:gd name="connsiteX2" fmla="*/ 612567 w 846458"/>
                <a:gd name="connsiteY2" fmla="*/ 250596 h 1549221"/>
                <a:gd name="connsiteX3" fmla="*/ 612567 w 846458"/>
                <a:gd name="connsiteY3" fmla="*/ 715590 h 1549221"/>
                <a:gd name="connsiteX4" fmla="*/ 22276 w 846458"/>
                <a:gd name="connsiteY4" fmla="*/ 1305881 h 1549221"/>
                <a:gd name="connsiteX5" fmla="*/ 22276 w 846458"/>
                <a:gd name="connsiteY5" fmla="*/ 1549221 h 1549221"/>
                <a:gd name="connsiteX6" fmla="*/ 0 w 846458"/>
                <a:gd name="connsiteY6" fmla="*/ 1549221 h 1549221"/>
                <a:gd name="connsiteX7" fmla="*/ 0 w 846458"/>
                <a:gd name="connsiteY7" fmla="*/ 1297528 h 1549221"/>
                <a:gd name="connsiteX8" fmla="*/ 590293 w 846458"/>
                <a:gd name="connsiteY8" fmla="*/ 704452 h 1549221"/>
                <a:gd name="connsiteX9" fmla="*/ 590293 w 846458"/>
                <a:gd name="connsiteY9" fmla="*/ 242242 h 1549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46458" h="1549221">
                  <a:moveTo>
                    <a:pt x="832535" y="0"/>
                  </a:moveTo>
                  <a:lnTo>
                    <a:pt x="846458" y="16706"/>
                  </a:lnTo>
                  <a:lnTo>
                    <a:pt x="612567" y="250596"/>
                  </a:lnTo>
                  <a:lnTo>
                    <a:pt x="612567" y="715590"/>
                  </a:lnTo>
                  <a:lnTo>
                    <a:pt x="22276" y="1305881"/>
                  </a:lnTo>
                  <a:lnTo>
                    <a:pt x="22276" y="1549221"/>
                  </a:lnTo>
                  <a:lnTo>
                    <a:pt x="0" y="1549221"/>
                  </a:lnTo>
                  <a:lnTo>
                    <a:pt x="0" y="1297528"/>
                  </a:lnTo>
                  <a:lnTo>
                    <a:pt x="590293" y="704452"/>
                  </a:lnTo>
                  <a:lnTo>
                    <a:pt x="590293" y="242242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65BCCD65-DA2E-CE5E-7903-B15CE09E0495}"/>
                </a:ext>
              </a:extLst>
            </p:cNvPr>
            <p:cNvSpPr/>
            <p:nvPr userDrawn="1"/>
          </p:nvSpPr>
          <p:spPr>
            <a:xfrm>
              <a:off x="3698084" y="4597751"/>
              <a:ext cx="1233486" cy="2262027"/>
            </a:xfrm>
            <a:custGeom>
              <a:avLst/>
              <a:gdLst>
                <a:gd name="connsiteX0" fmla="*/ 946694 w 1233486"/>
                <a:gd name="connsiteY0" fmla="*/ 0 h 2262027"/>
                <a:gd name="connsiteX1" fmla="*/ 1233486 w 1233486"/>
                <a:gd name="connsiteY1" fmla="*/ 0 h 2262027"/>
                <a:gd name="connsiteX2" fmla="*/ 1233486 w 1233486"/>
                <a:gd name="connsiteY2" fmla="*/ 19491 h 2262027"/>
                <a:gd name="connsiteX3" fmla="*/ 955047 w 1233486"/>
                <a:gd name="connsiteY3" fmla="*/ 19491 h 2262027"/>
                <a:gd name="connsiteX4" fmla="*/ 22274 w 1233486"/>
                <a:gd name="connsiteY4" fmla="*/ 952263 h 2262027"/>
                <a:gd name="connsiteX5" fmla="*/ 22274 w 1233486"/>
                <a:gd name="connsiteY5" fmla="*/ 2262027 h 2262027"/>
                <a:gd name="connsiteX6" fmla="*/ 0 w 1233486"/>
                <a:gd name="connsiteY6" fmla="*/ 2262027 h 2262027"/>
                <a:gd name="connsiteX7" fmla="*/ 0 w 1233486"/>
                <a:gd name="connsiteY7" fmla="*/ 943910 h 2262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33486" h="2262027">
                  <a:moveTo>
                    <a:pt x="946694" y="0"/>
                  </a:moveTo>
                  <a:lnTo>
                    <a:pt x="1233486" y="0"/>
                  </a:lnTo>
                  <a:lnTo>
                    <a:pt x="1233486" y="19491"/>
                  </a:lnTo>
                  <a:lnTo>
                    <a:pt x="955047" y="19491"/>
                  </a:lnTo>
                  <a:lnTo>
                    <a:pt x="22274" y="952263"/>
                  </a:lnTo>
                  <a:lnTo>
                    <a:pt x="22274" y="2262027"/>
                  </a:lnTo>
                  <a:lnTo>
                    <a:pt x="0" y="2262027"/>
                  </a:lnTo>
                  <a:lnTo>
                    <a:pt x="0" y="94391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23F0C756-BBB1-6DDC-B55B-F6D72308FB83}"/>
                </a:ext>
              </a:extLst>
            </p:cNvPr>
            <p:cNvSpPr/>
            <p:nvPr userDrawn="1"/>
          </p:nvSpPr>
          <p:spPr>
            <a:xfrm>
              <a:off x="2098745" y="5438638"/>
              <a:ext cx="2022567" cy="1421139"/>
            </a:xfrm>
            <a:custGeom>
              <a:avLst/>
              <a:gdLst>
                <a:gd name="connsiteX0" fmla="*/ 2008646 w 2022567"/>
                <a:gd name="connsiteY0" fmla="*/ 0 h 1421139"/>
                <a:gd name="connsiteX1" fmla="*/ 2022567 w 2022567"/>
                <a:gd name="connsiteY1" fmla="*/ 13922 h 1421139"/>
                <a:gd name="connsiteX2" fmla="*/ 1223446 w 2022567"/>
                <a:gd name="connsiteY2" fmla="*/ 815828 h 1421139"/>
                <a:gd name="connsiteX3" fmla="*/ 635939 w 2022567"/>
                <a:gd name="connsiteY3" fmla="*/ 815828 h 1421139"/>
                <a:gd name="connsiteX4" fmla="*/ 30628 w 2022567"/>
                <a:gd name="connsiteY4" fmla="*/ 1421139 h 1421139"/>
                <a:gd name="connsiteX5" fmla="*/ 0 w 2022567"/>
                <a:gd name="connsiteY5" fmla="*/ 1421139 h 1421139"/>
                <a:gd name="connsiteX6" fmla="*/ 627586 w 2022567"/>
                <a:gd name="connsiteY6" fmla="*/ 793554 h 1421139"/>
                <a:gd name="connsiteX7" fmla="*/ 1212309 w 2022567"/>
                <a:gd name="connsiteY7" fmla="*/ 793554 h 1421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22567" h="1421139">
                  <a:moveTo>
                    <a:pt x="2008646" y="0"/>
                  </a:moveTo>
                  <a:lnTo>
                    <a:pt x="2022567" y="13922"/>
                  </a:lnTo>
                  <a:lnTo>
                    <a:pt x="1223446" y="815828"/>
                  </a:lnTo>
                  <a:lnTo>
                    <a:pt x="635939" y="815828"/>
                  </a:lnTo>
                  <a:lnTo>
                    <a:pt x="30628" y="1421139"/>
                  </a:lnTo>
                  <a:lnTo>
                    <a:pt x="0" y="1421139"/>
                  </a:lnTo>
                  <a:lnTo>
                    <a:pt x="627586" y="793554"/>
                  </a:lnTo>
                  <a:lnTo>
                    <a:pt x="1212309" y="79355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AEF89EE8-9957-D147-BA66-9115280A018B}"/>
                </a:ext>
              </a:extLst>
            </p:cNvPr>
            <p:cNvSpPr/>
            <p:nvPr userDrawn="1"/>
          </p:nvSpPr>
          <p:spPr>
            <a:xfrm>
              <a:off x="1151756" y="5208925"/>
              <a:ext cx="86315" cy="86315"/>
            </a:xfrm>
            <a:custGeom>
              <a:avLst/>
              <a:gdLst>
                <a:gd name="connsiteX0" fmla="*/ 10950 w 75435"/>
                <a:gd name="connsiteY0" fmla="*/ 64486 h 75435"/>
                <a:gd name="connsiteX1" fmla="*/ 64486 w 75435"/>
                <a:gd name="connsiteY1" fmla="*/ 64486 h 75435"/>
                <a:gd name="connsiteX2" fmla="*/ 64486 w 75435"/>
                <a:gd name="connsiteY2" fmla="*/ 10951 h 75435"/>
                <a:gd name="connsiteX3" fmla="*/ 10950 w 75435"/>
                <a:gd name="connsiteY3" fmla="*/ 10951 h 75435"/>
                <a:gd name="connsiteX4" fmla="*/ 10950 w 75435"/>
                <a:gd name="connsiteY4" fmla="*/ 64486 h 75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5" h="75435">
                  <a:moveTo>
                    <a:pt x="10950" y="64486"/>
                  </a:moveTo>
                  <a:cubicBezTo>
                    <a:pt x="25551" y="79086"/>
                    <a:pt x="49885" y="79086"/>
                    <a:pt x="64486" y="64486"/>
                  </a:cubicBezTo>
                  <a:cubicBezTo>
                    <a:pt x="79086" y="49885"/>
                    <a:pt x="79086" y="25551"/>
                    <a:pt x="64486" y="10951"/>
                  </a:cubicBezTo>
                  <a:cubicBezTo>
                    <a:pt x="49885" y="-3650"/>
                    <a:pt x="25551" y="-3650"/>
                    <a:pt x="10950" y="10951"/>
                  </a:cubicBezTo>
                  <a:cubicBezTo>
                    <a:pt x="-3650" y="25551"/>
                    <a:pt x="-3650" y="49885"/>
                    <a:pt x="10950" y="64486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205B4CF0-58E3-8073-51FF-4CE3BD056053}"/>
                </a:ext>
              </a:extLst>
            </p:cNvPr>
            <p:cNvSpPr/>
            <p:nvPr userDrawn="1"/>
          </p:nvSpPr>
          <p:spPr>
            <a:xfrm>
              <a:off x="2407518" y="4111873"/>
              <a:ext cx="86315" cy="86315"/>
            </a:xfrm>
            <a:custGeom>
              <a:avLst/>
              <a:gdLst>
                <a:gd name="connsiteX0" fmla="*/ 10950 w 75435"/>
                <a:gd name="connsiteY0" fmla="*/ 64485 h 75435"/>
                <a:gd name="connsiteX1" fmla="*/ 64486 w 75435"/>
                <a:gd name="connsiteY1" fmla="*/ 64485 h 75435"/>
                <a:gd name="connsiteX2" fmla="*/ 64486 w 75435"/>
                <a:gd name="connsiteY2" fmla="*/ 10950 h 75435"/>
                <a:gd name="connsiteX3" fmla="*/ 10950 w 75435"/>
                <a:gd name="connsiteY3" fmla="*/ 10950 h 75435"/>
                <a:gd name="connsiteX4" fmla="*/ 10950 w 75435"/>
                <a:gd name="connsiteY4" fmla="*/ 64485 h 75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5" h="75435">
                  <a:moveTo>
                    <a:pt x="10950" y="64485"/>
                  </a:moveTo>
                  <a:cubicBezTo>
                    <a:pt x="25551" y="79086"/>
                    <a:pt x="49885" y="79086"/>
                    <a:pt x="64486" y="64485"/>
                  </a:cubicBezTo>
                  <a:cubicBezTo>
                    <a:pt x="79086" y="49885"/>
                    <a:pt x="79086" y="25551"/>
                    <a:pt x="64486" y="10950"/>
                  </a:cubicBezTo>
                  <a:cubicBezTo>
                    <a:pt x="49885" y="-3650"/>
                    <a:pt x="25551" y="-3650"/>
                    <a:pt x="10950" y="10950"/>
                  </a:cubicBezTo>
                  <a:cubicBezTo>
                    <a:pt x="-3650" y="25551"/>
                    <a:pt x="-3650" y="49885"/>
                    <a:pt x="10950" y="64485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00F35330-9A9B-DE2F-ED83-8D6300C7FBD6}"/>
                </a:ext>
              </a:extLst>
            </p:cNvPr>
            <p:cNvSpPr/>
            <p:nvPr userDrawn="1"/>
          </p:nvSpPr>
          <p:spPr>
            <a:xfrm>
              <a:off x="2716585" y="4440432"/>
              <a:ext cx="86315" cy="86315"/>
            </a:xfrm>
            <a:custGeom>
              <a:avLst/>
              <a:gdLst>
                <a:gd name="connsiteX0" fmla="*/ 10950 w 75435"/>
                <a:gd name="connsiteY0" fmla="*/ 64486 h 75435"/>
                <a:gd name="connsiteX1" fmla="*/ 64486 w 75435"/>
                <a:gd name="connsiteY1" fmla="*/ 64486 h 75435"/>
                <a:gd name="connsiteX2" fmla="*/ 64486 w 75435"/>
                <a:gd name="connsiteY2" fmla="*/ 10951 h 75435"/>
                <a:gd name="connsiteX3" fmla="*/ 10950 w 75435"/>
                <a:gd name="connsiteY3" fmla="*/ 10951 h 75435"/>
                <a:gd name="connsiteX4" fmla="*/ 10950 w 75435"/>
                <a:gd name="connsiteY4" fmla="*/ 64486 h 75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5" h="75435">
                  <a:moveTo>
                    <a:pt x="10950" y="64486"/>
                  </a:moveTo>
                  <a:cubicBezTo>
                    <a:pt x="25551" y="79086"/>
                    <a:pt x="49885" y="79086"/>
                    <a:pt x="64486" y="64486"/>
                  </a:cubicBezTo>
                  <a:cubicBezTo>
                    <a:pt x="79086" y="49885"/>
                    <a:pt x="79086" y="25551"/>
                    <a:pt x="64486" y="10951"/>
                  </a:cubicBezTo>
                  <a:cubicBezTo>
                    <a:pt x="49885" y="-3650"/>
                    <a:pt x="25551" y="-3650"/>
                    <a:pt x="10950" y="10951"/>
                  </a:cubicBezTo>
                  <a:cubicBezTo>
                    <a:pt x="-3650" y="25551"/>
                    <a:pt x="-3650" y="49885"/>
                    <a:pt x="10950" y="64486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26AED962-0F45-CA29-1B55-CBA1A48099A4}"/>
                </a:ext>
              </a:extLst>
            </p:cNvPr>
            <p:cNvSpPr/>
            <p:nvPr userDrawn="1"/>
          </p:nvSpPr>
          <p:spPr>
            <a:xfrm>
              <a:off x="4256354" y="4448784"/>
              <a:ext cx="86315" cy="86316"/>
            </a:xfrm>
            <a:custGeom>
              <a:avLst/>
              <a:gdLst>
                <a:gd name="connsiteX0" fmla="*/ 10951 w 75435"/>
                <a:gd name="connsiteY0" fmla="*/ 64486 h 75436"/>
                <a:gd name="connsiteX1" fmla="*/ 64486 w 75435"/>
                <a:gd name="connsiteY1" fmla="*/ 64486 h 75436"/>
                <a:gd name="connsiteX2" fmla="*/ 64486 w 75435"/>
                <a:gd name="connsiteY2" fmla="*/ 10950 h 75436"/>
                <a:gd name="connsiteX3" fmla="*/ 10951 w 75435"/>
                <a:gd name="connsiteY3" fmla="*/ 10950 h 75436"/>
                <a:gd name="connsiteX4" fmla="*/ 10951 w 75435"/>
                <a:gd name="connsiteY4" fmla="*/ 64486 h 75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5" h="75436">
                  <a:moveTo>
                    <a:pt x="10951" y="64486"/>
                  </a:moveTo>
                  <a:cubicBezTo>
                    <a:pt x="25551" y="79086"/>
                    <a:pt x="49885" y="79086"/>
                    <a:pt x="64486" y="64486"/>
                  </a:cubicBezTo>
                  <a:cubicBezTo>
                    <a:pt x="79086" y="49885"/>
                    <a:pt x="79086" y="25551"/>
                    <a:pt x="64486" y="10950"/>
                  </a:cubicBezTo>
                  <a:cubicBezTo>
                    <a:pt x="49885" y="-3650"/>
                    <a:pt x="25551" y="-3650"/>
                    <a:pt x="10951" y="10950"/>
                  </a:cubicBezTo>
                  <a:cubicBezTo>
                    <a:pt x="-3650" y="25551"/>
                    <a:pt x="-3650" y="49885"/>
                    <a:pt x="10951" y="64486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3C4EE478-BCB9-437F-AD1B-0B468E813459}"/>
                </a:ext>
              </a:extLst>
            </p:cNvPr>
            <p:cNvSpPr/>
            <p:nvPr userDrawn="1"/>
          </p:nvSpPr>
          <p:spPr>
            <a:xfrm>
              <a:off x="2836314" y="5420539"/>
              <a:ext cx="86315" cy="86316"/>
            </a:xfrm>
            <a:custGeom>
              <a:avLst/>
              <a:gdLst>
                <a:gd name="connsiteX0" fmla="*/ 10950 w 75435"/>
                <a:gd name="connsiteY0" fmla="*/ 64486 h 75436"/>
                <a:gd name="connsiteX1" fmla="*/ 64486 w 75435"/>
                <a:gd name="connsiteY1" fmla="*/ 64486 h 75436"/>
                <a:gd name="connsiteX2" fmla="*/ 64486 w 75435"/>
                <a:gd name="connsiteY2" fmla="*/ 10950 h 75436"/>
                <a:gd name="connsiteX3" fmla="*/ 10950 w 75435"/>
                <a:gd name="connsiteY3" fmla="*/ 10950 h 75436"/>
                <a:gd name="connsiteX4" fmla="*/ 10950 w 75435"/>
                <a:gd name="connsiteY4" fmla="*/ 64486 h 75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5" h="75436">
                  <a:moveTo>
                    <a:pt x="10950" y="64486"/>
                  </a:moveTo>
                  <a:cubicBezTo>
                    <a:pt x="25551" y="79086"/>
                    <a:pt x="49885" y="79086"/>
                    <a:pt x="64486" y="64486"/>
                  </a:cubicBezTo>
                  <a:cubicBezTo>
                    <a:pt x="79086" y="49885"/>
                    <a:pt x="79086" y="25551"/>
                    <a:pt x="64486" y="10950"/>
                  </a:cubicBezTo>
                  <a:cubicBezTo>
                    <a:pt x="49885" y="-3650"/>
                    <a:pt x="25551" y="-3650"/>
                    <a:pt x="10950" y="10950"/>
                  </a:cubicBezTo>
                  <a:cubicBezTo>
                    <a:pt x="-3650" y="25551"/>
                    <a:pt x="-3650" y="49885"/>
                    <a:pt x="10950" y="64486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F8F9DB8-8347-B0F0-192A-702D73B201ED}"/>
                </a:ext>
              </a:extLst>
            </p:cNvPr>
            <p:cNvSpPr/>
            <p:nvPr userDrawn="1"/>
          </p:nvSpPr>
          <p:spPr>
            <a:xfrm>
              <a:off x="3543550" y="5278535"/>
              <a:ext cx="86316" cy="86315"/>
            </a:xfrm>
            <a:custGeom>
              <a:avLst/>
              <a:gdLst>
                <a:gd name="connsiteX0" fmla="*/ 10950 w 75436"/>
                <a:gd name="connsiteY0" fmla="*/ 64486 h 75435"/>
                <a:gd name="connsiteX1" fmla="*/ 64486 w 75436"/>
                <a:gd name="connsiteY1" fmla="*/ 64486 h 75435"/>
                <a:gd name="connsiteX2" fmla="*/ 64486 w 75436"/>
                <a:gd name="connsiteY2" fmla="*/ 10951 h 75435"/>
                <a:gd name="connsiteX3" fmla="*/ 10950 w 75436"/>
                <a:gd name="connsiteY3" fmla="*/ 10951 h 75435"/>
                <a:gd name="connsiteX4" fmla="*/ 10950 w 75436"/>
                <a:gd name="connsiteY4" fmla="*/ 64486 h 75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6" h="75435">
                  <a:moveTo>
                    <a:pt x="10950" y="64486"/>
                  </a:moveTo>
                  <a:cubicBezTo>
                    <a:pt x="25551" y="79086"/>
                    <a:pt x="49885" y="79086"/>
                    <a:pt x="64486" y="64486"/>
                  </a:cubicBezTo>
                  <a:cubicBezTo>
                    <a:pt x="79086" y="49885"/>
                    <a:pt x="79086" y="25551"/>
                    <a:pt x="64486" y="10951"/>
                  </a:cubicBezTo>
                  <a:cubicBezTo>
                    <a:pt x="49885" y="-3650"/>
                    <a:pt x="25551" y="-3650"/>
                    <a:pt x="10950" y="10951"/>
                  </a:cubicBezTo>
                  <a:cubicBezTo>
                    <a:pt x="-3650" y="25551"/>
                    <a:pt x="-3650" y="49885"/>
                    <a:pt x="10950" y="64486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CE2328BB-D002-07F3-D42F-60046DB3CB61}"/>
                </a:ext>
              </a:extLst>
            </p:cNvPr>
            <p:cNvSpPr/>
            <p:nvPr userDrawn="1"/>
          </p:nvSpPr>
          <p:spPr>
            <a:xfrm>
              <a:off x="3668848" y="5515209"/>
              <a:ext cx="86315" cy="86316"/>
            </a:xfrm>
            <a:custGeom>
              <a:avLst/>
              <a:gdLst>
                <a:gd name="connsiteX0" fmla="*/ 10950 w 75435"/>
                <a:gd name="connsiteY0" fmla="*/ 64486 h 75436"/>
                <a:gd name="connsiteX1" fmla="*/ 64485 w 75435"/>
                <a:gd name="connsiteY1" fmla="*/ 64486 h 75436"/>
                <a:gd name="connsiteX2" fmla="*/ 64485 w 75435"/>
                <a:gd name="connsiteY2" fmla="*/ 10950 h 75436"/>
                <a:gd name="connsiteX3" fmla="*/ 10950 w 75435"/>
                <a:gd name="connsiteY3" fmla="*/ 10950 h 75436"/>
                <a:gd name="connsiteX4" fmla="*/ 10950 w 75435"/>
                <a:gd name="connsiteY4" fmla="*/ 64486 h 75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5" h="75436">
                  <a:moveTo>
                    <a:pt x="10950" y="64486"/>
                  </a:moveTo>
                  <a:cubicBezTo>
                    <a:pt x="25551" y="79086"/>
                    <a:pt x="49885" y="79086"/>
                    <a:pt x="64485" y="64486"/>
                  </a:cubicBezTo>
                  <a:cubicBezTo>
                    <a:pt x="79086" y="49885"/>
                    <a:pt x="79086" y="25551"/>
                    <a:pt x="64485" y="10950"/>
                  </a:cubicBezTo>
                  <a:cubicBezTo>
                    <a:pt x="49885" y="-3650"/>
                    <a:pt x="25551" y="-3650"/>
                    <a:pt x="10950" y="10950"/>
                  </a:cubicBezTo>
                  <a:cubicBezTo>
                    <a:pt x="-3650" y="25551"/>
                    <a:pt x="-3650" y="49885"/>
                    <a:pt x="10950" y="64486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F9D8BBD6-6BAF-DD3B-B549-A4E56A85B9E8}"/>
                </a:ext>
              </a:extLst>
            </p:cNvPr>
            <p:cNvSpPr/>
            <p:nvPr userDrawn="1"/>
          </p:nvSpPr>
          <p:spPr>
            <a:xfrm>
              <a:off x="2087312" y="4872013"/>
              <a:ext cx="86315" cy="86315"/>
            </a:xfrm>
            <a:custGeom>
              <a:avLst/>
              <a:gdLst>
                <a:gd name="connsiteX0" fmla="*/ 10950 w 75435"/>
                <a:gd name="connsiteY0" fmla="*/ 64485 h 75435"/>
                <a:gd name="connsiteX1" fmla="*/ 64486 w 75435"/>
                <a:gd name="connsiteY1" fmla="*/ 64485 h 75435"/>
                <a:gd name="connsiteX2" fmla="*/ 64486 w 75435"/>
                <a:gd name="connsiteY2" fmla="*/ 10950 h 75435"/>
                <a:gd name="connsiteX3" fmla="*/ 10950 w 75435"/>
                <a:gd name="connsiteY3" fmla="*/ 10950 h 75435"/>
                <a:gd name="connsiteX4" fmla="*/ 10950 w 75435"/>
                <a:gd name="connsiteY4" fmla="*/ 62052 h 75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5" h="75435">
                  <a:moveTo>
                    <a:pt x="10950" y="64485"/>
                  </a:moveTo>
                  <a:cubicBezTo>
                    <a:pt x="25551" y="79086"/>
                    <a:pt x="49885" y="79086"/>
                    <a:pt x="64486" y="64485"/>
                  </a:cubicBezTo>
                  <a:cubicBezTo>
                    <a:pt x="79086" y="49885"/>
                    <a:pt x="79086" y="25551"/>
                    <a:pt x="64486" y="10950"/>
                  </a:cubicBezTo>
                  <a:cubicBezTo>
                    <a:pt x="49885" y="-3650"/>
                    <a:pt x="25551" y="-3650"/>
                    <a:pt x="10950" y="10950"/>
                  </a:cubicBezTo>
                  <a:cubicBezTo>
                    <a:pt x="-3650" y="25551"/>
                    <a:pt x="-3650" y="49885"/>
                    <a:pt x="10950" y="62052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4196655A-54F4-2287-DC76-2F1875A1775E}"/>
                </a:ext>
              </a:extLst>
            </p:cNvPr>
            <p:cNvSpPr/>
            <p:nvPr userDrawn="1"/>
          </p:nvSpPr>
          <p:spPr>
            <a:xfrm>
              <a:off x="4899550" y="4557377"/>
              <a:ext cx="86315" cy="86315"/>
            </a:xfrm>
            <a:custGeom>
              <a:avLst/>
              <a:gdLst>
                <a:gd name="connsiteX0" fmla="*/ 10950 w 75435"/>
                <a:gd name="connsiteY0" fmla="*/ 64486 h 75435"/>
                <a:gd name="connsiteX1" fmla="*/ 64485 w 75435"/>
                <a:gd name="connsiteY1" fmla="*/ 64486 h 75435"/>
                <a:gd name="connsiteX2" fmla="*/ 64485 w 75435"/>
                <a:gd name="connsiteY2" fmla="*/ 10951 h 75435"/>
                <a:gd name="connsiteX3" fmla="*/ 10950 w 75435"/>
                <a:gd name="connsiteY3" fmla="*/ 10951 h 75435"/>
                <a:gd name="connsiteX4" fmla="*/ 10950 w 75435"/>
                <a:gd name="connsiteY4" fmla="*/ 64486 h 75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5" h="75435">
                  <a:moveTo>
                    <a:pt x="10950" y="64486"/>
                  </a:moveTo>
                  <a:cubicBezTo>
                    <a:pt x="25551" y="79086"/>
                    <a:pt x="49885" y="79086"/>
                    <a:pt x="64485" y="64486"/>
                  </a:cubicBezTo>
                  <a:cubicBezTo>
                    <a:pt x="79086" y="49885"/>
                    <a:pt x="79086" y="25551"/>
                    <a:pt x="64485" y="10951"/>
                  </a:cubicBezTo>
                  <a:cubicBezTo>
                    <a:pt x="49885" y="-3650"/>
                    <a:pt x="25551" y="-3650"/>
                    <a:pt x="10950" y="10951"/>
                  </a:cubicBezTo>
                  <a:cubicBezTo>
                    <a:pt x="-3650" y="25551"/>
                    <a:pt x="-3650" y="49885"/>
                    <a:pt x="10950" y="64486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2589A72-602A-22A6-4036-D9014E9E6964}"/>
                </a:ext>
              </a:extLst>
            </p:cNvPr>
            <p:cNvSpPr/>
            <p:nvPr userDrawn="1"/>
          </p:nvSpPr>
          <p:spPr>
            <a:xfrm>
              <a:off x="4064232" y="5403833"/>
              <a:ext cx="86315" cy="86316"/>
            </a:xfrm>
            <a:custGeom>
              <a:avLst/>
              <a:gdLst>
                <a:gd name="connsiteX0" fmla="*/ 10950 w 75435"/>
                <a:gd name="connsiteY0" fmla="*/ 64486 h 75436"/>
                <a:gd name="connsiteX1" fmla="*/ 64485 w 75435"/>
                <a:gd name="connsiteY1" fmla="*/ 64486 h 75436"/>
                <a:gd name="connsiteX2" fmla="*/ 64485 w 75435"/>
                <a:gd name="connsiteY2" fmla="*/ 10950 h 75436"/>
                <a:gd name="connsiteX3" fmla="*/ 10950 w 75435"/>
                <a:gd name="connsiteY3" fmla="*/ 10950 h 75436"/>
                <a:gd name="connsiteX4" fmla="*/ 10950 w 75435"/>
                <a:gd name="connsiteY4" fmla="*/ 64486 h 75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5" h="75436">
                  <a:moveTo>
                    <a:pt x="10950" y="64486"/>
                  </a:moveTo>
                  <a:cubicBezTo>
                    <a:pt x="25551" y="79086"/>
                    <a:pt x="49885" y="79086"/>
                    <a:pt x="64485" y="64486"/>
                  </a:cubicBezTo>
                  <a:cubicBezTo>
                    <a:pt x="79086" y="49885"/>
                    <a:pt x="79086" y="25551"/>
                    <a:pt x="64485" y="10950"/>
                  </a:cubicBezTo>
                  <a:cubicBezTo>
                    <a:pt x="49885" y="-3650"/>
                    <a:pt x="25551" y="-3650"/>
                    <a:pt x="10950" y="10950"/>
                  </a:cubicBezTo>
                  <a:cubicBezTo>
                    <a:pt x="-3650" y="25551"/>
                    <a:pt x="-3650" y="49885"/>
                    <a:pt x="10950" y="64486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7C6AC0A3-6AA5-69E3-7002-7EAA18ECA6CB}"/>
                </a:ext>
              </a:extLst>
            </p:cNvPr>
            <p:cNvSpPr/>
            <p:nvPr userDrawn="1"/>
          </p:nvSpPr>
          <p:spPr>
            <a:xfrm>
              <a:off x="1497020" y="5117040"/>
              <a:ext cx="86315" cy="86315"/>
            </a:xfrm>
            <a:custGeom>
              <a:avLst/>
              <a:gdLst>
                <a:gd name="connsiteX0" fmla="*/ 10950 w 75435"/>
                <a:gd name="connsiteY0" fmla="*/ 64486 h 75435"/>
                <a:gd name="connsiteX1" fmla="*/ 64486 w 75435"/>
                <a:gd name="connsiteY1" fmla="*/ 64486 h 75435"/>
                <a:gd name="connsiteX2" fmla="*/ 64486 w 75435"/>
                <a:gd name="connsiteY2" fmla="*/ 10951 h 75435"/>
                <a:gd name="connsiteX3" fmla="*/ 10950 w 75435"/>
                <a:gd name="connsiteY3" fmla="*/ 10951 h 75435"/>
                <a:gd name="connsiteX4" fmla="*/ 10950 w 75435"/>
                <a:gd name="connsiteY4" fmla="*/ 64486 h 75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5" h="75435">
                  <a:moveTo>
                    <a:pt x="10950" y="64486"/>
                  </a:moveTo>
                  <a:cubicBezTo>
                    <a:pt x="25551" y="79086"/>
                    <a:pt x="49885" y="79086"/>
                    <a:pt x="64486" y="64486"/>
                  </a:cubicBezTo>
                  <a:cubicBezTo>
                    <a:pt x="79086" y="49885"/>
                    <a:pt x="79086" y="25551"/>
                    <a:pt x="64486" y="10951"/>
                  </a:cubicBezTo>
                  <a:cubicBezTo>
                    <a:pt x="49885" y="-3650"/>
                    <a:pt x="25551" y="-3650"/>
                    <a:pt x="10950" y="10951"/>
                  </a:cubicBezTo>
                  <a:cubicBezTo>
                    <a:pt x="-3650" y="25551"/>
                    <a:pt x="-3650" y="49885"/>
                    <a:pt x="10950" y="64486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5765FF88-5E91-7F7A-B814-5150AB13A5AD}"/>
                </a:ext>
              </a:extLst>
            </p:cNvPr>
            <p:cNvSpPr/>
            <p:nvPr userDrawn="1"/>
          </p:nvSpPr>
          <p:spPr>
            <a:xfrm>
              <a:off x="500208" y="5453952"/>
              <a:ext cx="86315" cy="86315"/>
            </a:xfrm>
            <a:custGeom>
              <a:avLst/>
              <a:gdLst>
                <a:gd name="connsiteX0" fmla="*/ 10950 w 75435"/>
                <a:gd name="connsiteY0" fmla="*/ 64485 h 75435"/>
                <a:gd name="connsiteX1" fmla="*/ 64486 w 75435"/>
                <a:gd name="connsiteY1" fmla="*/ 64485 h 75435"/>
                <a:gd name="connsiteX2" fmla="*/ 64486 w 75435"/>
                <a:gd name="connsiteY2" fmla="*/ 10950 h 75435"/>
                <a:gd name="connsiteX3" fmla="*/ 10950 w 75435"/>
                <a:gd name="connsiteY3" fmla="*/ 10950 h 75435"/>
                <a:gd name="connsiteX4" fmla="*/ 10950 w 75435"/>
                <a:gd name="connsiteY4" fmla="*/ 64485 h 75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5" h="75435">
                  <a:moveTo>
                    <a:pt x="10950" y="64485"/>
                  </a:moveTo>
                  <a:cubicBezTo>
                    <a:pt x="25551" y="79086"/>
                    <a:pt x="49885" y="79086"/>
                    <a:pt x="64486" y="64485"/>
                  </a:cubicBezTo>
                  <a:cubicBezTo>
                    <a:pt x="79086" y="49885"/>
                    <a:pt x="79086" y="25551"/>
                    <a:pt x="64486" y="10950"/>
                  </a:cubicBezTo>
                  <a:cubicBezTo>
                    <a:pt x="49885" y="-3650"/>
                    <a:pt x="25551" y="-3650"/>
                    <a:pt x="10950" y="10950"/>
                  </a:cubicBezTo>
                  <a:cubicBezTo>
                    <a:pt x="-3650" y="25551"/>
                    <a:pt x="-3650" y="49885"/>
                    <a:pt x="10950" y="64485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A5399D3-EB32-7194-0C11-42C2620692A6}"/>
                </a:ext>
              </a:extLst>
            </p:cNvPr>
            <p:cNvSpPr/>
            <p:nvPr userDrawn="1"/>
          </p:nvSpPr>
          <p:spPr>
            <a:xfrm>
              <a:off x="296947" y="6113854"/>
              <a:ext cx="86315" cy="86315"/>
            </a:xfrm>
            <a:custGeom>
              <a:avLst/>
              <a:gdLst>
                <a:gd name="connsiteX0" fmla="*/ 10950 w 75435"/>
                <a:gd name="connsiteY0" fmla="*/ 64485 h 75435"/>
                <a:gd name="connsiteX1" fmla="*/ 64486 w 75435"/>
                <a:gd name="connsiteY1" fmla="*/ 64485 h 75435"/>
                <a:gd name="connsiteX2" fmla="*/ 64486 w 75435"/>
                <a:gd name="connsiteY2" fmla="*/ 10951 h 75435"/>
                <a:gd name="connsiteX3" fmla="*/ 10950 w 75435"/>
                <a:gd name="connsiteY3" fmla="*/ 10951 h 75435"/>
                <a:gd name="connsiteX4" fmla="*/ 10950 w 75435"/>
                <a:gd name="connsiteY4" fmla="*/ 64485 h 75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5" h="75435">
                  <a:moveTo>
                    <a:pt x="10950" y="64485"/>
                  </a:moveTo>
                  <a:cubicBezTo>
                    <a:pt x="25551" y="79086"/>
                    <a:pt x="49885" y="79086"/>
                    <a:pt x="64486" y="64485"/>
                  </a:cubicBezTo>
                  <a:cubicBezTo>
                    <a:pt x="79086" y="49885"/>
                    <a:pt x="79086" y="25551"/>
                    <a:pt x="64486" y="10951"/>
                  </a:cubicBezTo>
                  <a:cubicBezTo>
                    <a:pt x="49885" y="-3650"/>
                    <a:pt x="25551" y="-3650"/>
                    <a:pt x="10950" y="10951"/>
                  </a:cubicBezTo>
                  <a:cubicBezTo>
                    <a:pt x="-3650" y="25551"/>
                    <a:pt x="-3650" y="49885"/>
                    <a:pt x="10950" y="64485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29FEFE24-3EE0-F3B1-4F73-D55822331DDA}"/>
                </a:ext>
              </a:extLst>
            </p:cNvPr>
            <p:cNvSpPr/>
            <p:nvPr userDrawn="1"/>
          </p:nvSpPr>
          <p:spPr>
            <a:xfrm>
              <a:off x="1143402" y="5815923"/>
              <a:ext cx="86315" cy="86315"/>
            </a:xfrm>
            <a:custGeom>
              <a:avLst/>
              <a:gdLst>
                <a:gd name="connsiteX0" fmla="*/ 10950 w 75435"/>
                <a:gd name="connsiteY0" fmla="*/ 64485 h 75435"/>
                <a:gd name="connsiteX1" fmla="*/ 64486 w 75435"/>
                <a:gd name="connsiteY1" fmla="*/ 64485 h 75435"/>
                <a:gd name="connsiteX2" fmla="*/ 64486 w 75435"/>
                <a:gd name="connsiteY2" fmla="*/ 10951 h 75435"/>
                <a:gd name="connsiteX3" fmla="*/ 10950 w 75435"/>
                <a:gd name="connsiteY3" fmla="*/ 10951 h 75435"/>
                <a:gd name="connsiteX4" fmla="*/ 10950 w 75435"/>
                <a:gd name="connsiteY4" fmla="*/ 62052 h 75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5" h="75435">
                  <a:moveTo>
                    <a:pt x="10950" y="64485"/>
                  </a:moveTo>
                  <a:cubicBezTo>
                    <a:pt x="25551" y="79086"/>
                    <a:pt x="49885" y="79086"/>
                    <a:pt x="64486" y="64485"/>
                  </a:cubicBezTo>
                  <a:cubicBezTo>
                    <a:pt x="79086" y="49885"/>
                    <a:pt x="79086" y="25551"/>
                    <a:pt x="64486" y="10951"/>
                  </a:cubicBezTo>
                  <a:cubicBezTo>
                    <a:pt x="49885" y="-3650"/>
                    <a:pt x="25551" y="-3650"/>
                    <a:pt x="10950" y="10951"/>
                  </a:cubicBezTo>
                  <a:cubicBezTo>
                    <a:pt x="-3650" y="25551"/>
                    <a:pt x="-3650" y="49885"/>
                    <a:pt x="10950" y="62052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543698-3A5E-637D-CA59-AA9A40075CE8}"/>
                </a:ext>
              </a:extLst>
            </p:cNvPr>
            <p:cNvSpPr/>
            <p:nvPr userDrawn="1"/>
          </p:nvSpPr>
          <p:spPr>
            <a:xfrm>
              <a:off x="3370918" y="3788883"/>
              <a:ext cx="86315" cy="86315"/>
            </a:xfrm>
            <a:custGeom>
              <a:avLst/>
              <a:gdLst>
                <a:gd name="connsiteX0" fmla="*/ 10950 w 75435"/>
                <a:gd name="connsiteY0" fmla="*/ 64485 h 75435"/>
                <a:gd name="connsiteX1" fmla="*/ 64485 w 75435"/>
                <a:gd name="connsiteY1" fmla="*/ 64485 h 75435"/>
                <a:gd name="connsiteX2" fmla="*/ 64485 w 75435"/>
                <a:gd name="connsiteY2" fmla="*/ 10950 h 75435"/>
                <a:gd name="connsiteX3" fmla="*/ 10950 w 75435"/>
                <a:gd name="connsiteY3" fmla="*/ 10950 h 75435"/>
                <a:gd name="connsiteX4" fmla="*/ 10950 w 75435"/>
                <a:gd name="connsiteY4" fmla="*/ 64485 h 75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5" h="75435">
                  <a:moveTo>
                    <a:pt x="10950" y="64485"/>
                  </a:moveTo>
                  <a:cubicBezTo>
                    <a:pt x="25551" y="79086"/>
                    <a:pt x="49885" y="79086"/>
                    <a:pt x="64485" y="64485"/>
                  </a:cubicBezTo>
                  <a:cubicBezTo>
                    <a:pt x="79086" y="49885"/>
                    <a:pt x="79086" y="25551"/>
                    <a:pt x="64485" y="10950"/>
                  </a:cubicBezTo>
                  <a:cubicBezTo>
                    <a:pt x="49885" y="-3650"/>
                    <a:pt x="25551" y="-3650"/>
                    <a:pt x="10950" y="10950"/>
                  </a:cubicBezTo>
                  <a:cubicBezTo>
                    <a:pt x="-3650" y="25551"/>
                    <a:pt x="-3650" y="49885"/>
                    <a:pt x="10950" y="64485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FE22C176-AD55-AEAA-A6D6-A18D8C247808}"/>
                </a:ext>
              </a:extLst>
            </p:cNvPr>
            <p:cNvSpPr/>
            <p:nvPr userDrawn="1"/>
          </p:nvSpPr>
          <p:spPr>
            <a:xfrm>
              <a:off x="3227521" y="4300516"/>
              <a:ext cx="119728" cy="123905"/>
            </a:xfrm>
            <a:custGeom>
              <a:avLst/>
              <a:gdLst>
                <a:gd name="connsiteX0" fmla="*/ 14600 w 104636"/>
                <a:gd name="connsiteY0" fmla="*/ 91862 h 108287"/>
                <a:gd name="connsiteX1" fmla="*/ 90036 w 104636"/>
                <a:gd name="connsiteY1" fmla="*/ 91862 h 108287"/>
                <a:gd name="connsiteX2" fmla="*/ 90036 w 104636"/>
                <a:gd name="connsiteY2" fmla="*/ 16425 h 108287"/>
                <a:gd name="connsiteX3" fmla="*/ 14600 w 104636"/>
                <a:gd name="connsiteY3" fmla="*/ 16425 h 108287"/>
                <a:gd name="connsiteX4" fmla="*/ 14600 w 104636"/>
                <a:gd name="connsiteY4" fmla="*/ 91862 h 108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636" h="108287">
                  <a:moveTo>
                    <a:pt x="14600" y="91862"/>
                  </a:moveTo>
                  <a:cubicBezTo>
                    <a:pt x="36501" y="113762"/>
                    <a:pt x="68136" y="113762"/>
                    <a:pt x="90036" y="91862"/>
                  </a:cubicBezTo>
                  <a:cubicBezTo>
                    <a:pt x="109504" y="72394"/>
                    <a:pt x="109504" y="38326"/>
                    <a:pt x="90036" y="16425"/>
                  </a:cubicBezTo>
                  <a:cubicBezTo>
                    <a:pt x="70569" y="-5475"/>
                    <a:pt x="36501" y="-5475"/>
                    <a:pt x="14600" y="16425"/>
                  </a:cubicBezTo>
                  <a:cubicBezTo>
                    <a:pt x="-4867" y="38326"/>
                    <a:pt x="-4867" y="69961"/>
                    <a:pt x="14600" y="91862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AD2AB7E9-BC78-FB2D-D3B5-EF76D2FF95C4}"/>
                </a:ext>
              </a:extLst>
            </p:cNvPr>
            <p:cNvSpPr/>
            <p:nvPr userDrawn="1"/>
          </p:nvSpPr>
          <p:spPr>
            <a:xfrm>
              <a:off x="1854815" y="5304987"/>
              <a:ext cx="120787" cy="119729"/>
            </a:xfrm>
            <a:custGeom>
              <a:avLst/>
              <a:gdLst>
                <a:gd name="connsiteX0" fmla="*/ 14600 w 105562"/>
                <a:gd name="connsiteY0" fmla="*/ 90037 h 104637"/>
                <a:gd name="connsiteX1" fmla="*/ 90037 w 105562"/>
                <a:gd name="connsiteY1" fmla="*/ 90037 h 104637"/>
                <a:gd name="connsiteX2" fmla="*/ 90037 w 105562"/>
                <a:gd name="connsiteY2" fmla="*/ 14601 h 104637"/>
                <a:gd name="connsiteX3" fmla="*/ 14600 w 105562"/>
                <a:gd name="connsiteY3" fmla="*/ 14601 h 104637"/>
                <a:gd name="connsiteX4" fmla="*/ 14600 w 105562"/>
                <a:gd name="connsiteY4" fmla="*/ 90037 h 104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62" h="104637">
                  <a:moveTo>
                    <a:pt x="14600" y="90037"/>
                  </a:moveTo>
                  <a:cubicBezTo>
                    <a:pt x="34068" y="109504"/>
                    <a:pt x="68136" y="109504"/>
                    <a:pt x="90037" y="90037"/>
                  </a:cubicBezTo>
                  <a:cubicBezTo>
                    <a:pt x="109504" y="70569"/>
                    <a:pt x="111937" y="34068"/>
                    <a:pt x="90037" y="14601"/>
                  </a:cubicBezTo>
                  <a:cubicBezTo>
                    <a:pt x="70569" y="-4867"/>
                    <a:pt x="36501" y="-4867"/>
                    <a:pt x="14600" y="14601"/>
                  </a:cubicBezTo>
                  <a:cubicBezTo>
                    <a:pt x="-4867" y="34068"/>
                    <a:pt x="-4867" y="68136"/>
                    <a:pt x="14600" y="90037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19A77BCE-55B6-9AC4-65F1-54B326A38E7A}"/>
                </a:ext>
              </a:extLst>
            </p:cNvPr>
            <p:cNvSpPr/>
            <p:nvPr userDrawn="1"/>
          </p:nvSpPr>
          <p:spPr>
            <a:xfrm>
              <a:off x="1010084" y="6152140"/>
              <a:ext cx="121847" cy="121816"/>
            </a:xfrm>
            <a:custGeom>
              <a:avLst/>
              <a:gdLst>
                <a:gd name="connsiteX0" fmla="*/ 15526 w 106488"/>
                <a:gd name="connsiteY0" fmla="*/ 91861 h 106461"/>
                <a:gd name="connsiteX1" fmla="*/ 90962 w 106488"/>
                <a:gd name="connsiteY1" fmla="*/ 91861 h 106461"/>
                <a:gd name="connsiteX2" fmla="*/ 90962 w 106488"/>
                <a:gd name="connsiteY2" fmla="*/ 16426 h 106461"/>
                <a:gd name="connsiteX3" fmla="*/ 15526 w 106488"/>
                <a:gd name="connsiteY3" fmla="*/ 16426 h 106461"/>
                <a:gd name="connsiteX4" fmla="*/ 15526 w 106488"/>
                <a:gd name="connsiteY4" fmla="*/ 91861 h 106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88" h="106461">
                  <a:moveTo>
                    <a:pt x="15526" y="91861"/>
                  </a:moveTo>
                  <a:cubicBezTo>
                    <a:pt x="37427" y="111329"/>
                    <a:pt x="69062" y="111329"/>
                    <a:pt x="90962" y="91861"/>
                  </a:cubicBezTo>
                  <a:cubicBezTo>
                    <a:pt x="110430" y="69961"/>
                    <a:pt x="112863" y="38326"/>
                    <a:pt x="90962" y="16426"/>
                  </a:cubicBezTo>
                  <a:cubicBezTo>
                    <a:pt x="71495" y="-5475"/>
                    <a:pt x="37427" y="-5475"/>
                    <a:pt x="15526" y="16426"/>
                  </a:cubicBezTo>
                  <a:cubicBezTo>
                    <a:pt x="-6374" y="35892"/>
                    <a:pt x="-3941" y="69961"/>
                    <a:pt x="15526" y="9186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B80F884F-F99A-2DC8-5C99-8A8506C5558E}"/>
                </a:ext>
              </a:extLst>
            </p:cNvPr>
            <p:cNvSpPr/>
            <p:nvPr userDrawn="1"/>
          </p:nvSpPr>
          <p:spPr>
            <a:xfrm>
              <a:off x="4067349" y="4233691"/>
              <a:ext cx="120787" cy="121817"/>
            </a:xfrm>
            <a:custGeom>
              <a:avLst/>
              <a:gdLst>
                <a:gd name="connsiteX0" fmla="*/ 15526 w 105562"/>
                <a:gd name="connsiteY0" fmla="*/ 91862 h 106462"/>
                <a:gd name="connsiteX1" fmla="*/ 90962 w 105562"/>
                <a:gd name="connsiteY1" fmla="*/ 91862 h 106462"/>
                <a:gd name="connsiteX2" fmla="*/ 90962 w 105562"/>
                <a:gd name="connsiteY2" fmla="*/ 16426 h 106462"/>
                <a:gd name="connsiteX3" fmla="*/ 15526 w 105562"/>
                <a:gd name="connsiteY3" fmla="*/ 16426 h 106462"/>
                <a:gd name="connsiteX4" fmla="*/ 15526 w 105562"/>
                <a:gd name="connsiteY4" fmla="*/ 91862 h 106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62" h="106462">
                  <a:moveTo>
                    <a:pt x="15526" y="91862"/>
                  </a:moveTo>
                  <a:cubicBezTo>
                    <a:pt x="34994" y="111329"/>
                    <a:pt x="69061" y="111329"/>
                    <a:pt x="90962" y="91862"/>
                  </a:cubicBezTo>
                  <a:cubicBezTo>
                    <a:pt x="110430" y="72395"/>
                    <a:pt x="110430" y="38326"/>
                    <a:pt x="90962" y="16426"/>
                  </a:cubicBezTo>
                  <a:cubicBezTo>
                    <a:pt x="71495" y="-5475"/>
                    <a:pt x="37427" y="-5475"/>
                    <a:pt x="15526" y="16426"/>
                  </a:cubicBezTo>
                  <a:cubicBezTo>
                    <a:pt x="-3941" y="35893"/>
                    <a:pt x="-6374" y="69961"/>
                    <a:pt x="15526" y="91862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15812BF1-4A99-551E-94C1-2552D7461598}"/>
                </a:ext>
              </a:extLst>
            </p:cNvPr>
            <p:cNvSpPr/>
            <p:nvPr userDrawn="1"/>
          </p:nvSpPr>
          <p:spPr>
            <a:xfrm>
              <a:off x="10817779" y="5015409"/>
              <a:ext cx="1373669" cy="833498"/>
            </a:xfrm>
            <a:custGeom>
              <a:avLst/>
              <a:gdLst>
                <a:gd name="connsiteX0" fmla="*/ 19491 w 1373669"/>
                <a:gd name="connsiteY0" fmla="*/ 0 h 833498"/>
                <a:gd name="connsiteX1" fmla="*/ 342480 w 1373669"/>
                <a:gd name="connsiteY1" fmla="*/ 322991 h 833498"/>
                <a:gd name="connsiteX2" fmla="*/ 896576 w 1373669"/>
                <a:gd name="connsiteY2" fmla="*/ 314638 h 833498"/>
                <a:gd name="connsiteX3" fmla="*/ 1373669 w 1373669"/>
                <a:gd name="connsiteY3" fmla="*/ 791732 h 833498"/>
                <a:gd name="connsiteX4" fmla="*/ 1373669 w 1373669"/>
                <a:gd name="connsiteY4" fmla="*/ 833498 h 833498"/>
                <a:gd name="connsiteX5" fmla="*/ 885438 w 1373669"/>
                <a:gd name="connsiteY5" fmla="*/ 345265 h 833498"/>
                <a:gd name="connsiteX6" fmla="*/ 331343 w 1373669"/>
                <a:gd name="connsiteY6" fmla="*/ 350834 h 833498"/>
                <a:gd name="connsiteX7" fmla="*/ 0 w 1373669"/>
                <a:gd name="connsiteY7" fmla="*/ 19491 h 83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73669" h="833498">
                  <a:moveTo>
                    <a:pt x="19491" y="0"/>
                  </a:moveTo>
                  <a:lnTo>
                    <a:pt x="342480" y="322991"/>
                  </a:lnTo>
                  <a:lnTo>
                    <a:pt x="896576" y="314638"/>
                  </a:lnTo>
                  <a:lnTo>
                    <a:pt x="1373669" y="791732"/>
                  </a:lnTo>
                  <a:lnTo>
                    <a:pt x="1373669" y="833498"/>
                  </a:lnTo>
                  <a:lnTo>
                    <a:pt x="885438" y="345265"/>
                  </a:lnTo>
                  <a:lnTo>
                    <a:pt x="331343" y="350834"/>
                  </a:lnTo>
                  <a:lnTo>
                    <a:pt x="0" y="1949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A96696E4-8AB7-E837-CA01-ABDE5BD59F52}"/>
                </a:ext>
              </a:extLst>
            </p:cNvPr>
            <p:cNvSpPr/>
            <p:nvPr userDrawn="1"/>
          </p:nvSpPr>
          <p:spPr>
            <a:xfrm>
              <a:off x="7807849" y="3083040"/>
              <a:ext cx="4383599" cy="2932932"/>
            </a:xfrm>
            <a:custGeom>
              <a:avLst/>
              <a:gdLst>
                <a:gd name="connsiteX0" fmla="*/ 19491 w 4383599"/>
                <a:gd name="connsiteY0" fmla="*/ 0 h 2932932"/>
                <a:gd name="connsiteX1" fmla="*/ 659901 w 4383599"/>
                <a:gd name="connsiteY1" fmla="*/ 637627 h 2932932"/>
                <a:gd name="connsiteX2" fmla="*/ 659901 w 4383599"/>
                <a:gd name="connsiteY2" fmla="*/ 946694 h 2932932"/>
                <a:gd name="connsiteX3" fmla="*/ 1514710 w 4383599"/>
                <a:gd name="connsiteY3" fmla="*/ 1798719 h 2932932"/>
                <a:gd name="connsiteX4" fmla="*/ 2561643 w 4383599"/>
                <a:gd name="connsiteY4" fmla="*/ 1801504 h 2932932"/>
                <a:gd name="connsiteX5" fmla="*/ 3363548 w 4383599"/>
                <a:gd name="connsiteY5" fmla="*/ 2600625 h 2932932"/>
                <a:gd name="connsiteX6" fmla="*/ 4090275 w 4383599"/>
                <a:gd name="connsiteY6" fmla="*/ 2600625 h 2932932"/>
                <a:gd name="connsiteX7" fmla="*/ 4383599 w 4383599"/>
                <a:gd name="connsiteY7" fmla="*/ 2893950 h 2932932"/>
                <a:gd name="connsiteX8" fmla="*/ 4383599 w 4383599"/>
                <a:gd name="connsiteY8" fmla="*/ 2932932 h 2932932"/>
                <a:gd name="connsiteX9" fmla="*/ 4079137 w 4383599"/>
                <a:gd name="connsiteY9" fmla="*/ 2628469 h 2932932"/>
                <a:gd name="connsiteX10" fmla="*/ 3349626 w 4383599"/>
                <a:gd name="connsiteY10" fmla="*/ 2631254 h 2932932"/>
                <a:gd name="connsiteX11" fmla="*/ 2550506 w 4383599"/>
                <a:gd name="connsiteY11" fmla="*/ 1829348 h 2932932"/>
                <a:gd name="connsiteX12" fmla="*/ 1503572 w 4383599"/>
                <a:gd name="connsiteY12" fmla="*/ 1829348 h 2932932"/>
                <a:gd name="connsiteX13" fmla="*/ 629273 w 4383599"/>
                <a:gd name="connsiteY13" fmla="*/ 957832 h 2932932"/>
                <a:gd name="connsiteX14" fmla="*/ 629273 w 4383599"/>
                <a:gd name="connsiteY14" fmla="*/ 651549 h 2932932"/>
                <a:gd name="connsiteX15" fmla="*/ 0 w 4383599"/>
                <a:gd name="connsiteY15" fmla="*/ 19491 h 2932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83599" h="2932932">
                  <a:moveTo>
                    <a:pt x="19491" y="0"/>
                  </a:moveTo>
                  <a:lnTo>
                    <a:pt x="659901" y="637627"/>
                  </a:lnTo>
                  <a:lnTo>
                    <a:pt x="659901" y="946694"/>
                  </a:lnTo>
                  <a:lnTo>
                    <a:pt x="1514710" y="1798719"/>
                  </a:lnTo>
                  <a:lnTo>
                    <a:pt x="2561643" y="1801504"/>
                  </a:lnTo>
                  <a:lnTo>
                    <a:pt x="3363548" y="2600625"/>
                  </a:lnTo>
                  <a:lnTo>
                    <a:pt x="4090275" y="2600625"/>
                  </a:lnTo>
                  <a:lnTo>
                    <a:pt x="4383599" y="2893950"/>
                  </a:lnTo>
                  <a:lnTo>
                    <a:pt x="4383599" y="2932932"/>
                  </a:lnTo>
                  <a:lnTo>
                    <a:pt x="4079137" y="2628469"/>
                  </a:lnTo>
                  <a:lnTo>
                    <a:pt x="3349626" y="2631254"/>
                  </a:lnTo>
                  <a:lnTo>
                    <a:pt x="2550506" y="1829348"/>
                  </a:lnTo>
                  <a:lnTo>
                    <a:pt x="1503572" y="1829348"/>
                  </a:lnTo>
                  <a:lnTo>
                    <a:pt x="629273" y="957832"/>
                  </a:lnTo>
                  <a:lnTo>
                    <a:pt x="629273" y="651549"/>
                  </a:lnTo>
                  <a:lnTo>
                    <a:pt x="0" y="1949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3E5FC08-73A8-0FE8-5461-58DEF9BAEB7D}"/>
                </a:ext>
              </a:extLst>
            </p:cNvPr>
            <p:cNvSpPr/>
            <p:nvPr userDrawn="1"/>
          </p:nvSpPr>
          <p:spPr>
            <a:xfrm>
              <a:off x="6613343" y="3976830"/>
              <a:ext cx="1949075" cy="1342078"/>
            </a:xfrm>
            <a:custGeom>
              <a:avLst/>
              <a:gdLst>
                <a:gd name="connsiteX0" fmla="*/ 396647 w 1703391"/>
                <a:gd name="connsiteY0" fmla="*/ 416115 h 1172907"/>
                <a:gd name="connsiteX1" fmla="*/ 0 w 1703391"/>
                <a:gd name="connsiteY1" fmla="*/ 17034 h 1172907"/>
                <a:gd name="connsiteX2" fmla="*/ 17034 w 1703391"/>
                <a:gd name="connsiteY2" fmla="*/ 0 h 1172907"/>
                <a:gd name="connsiteX3" fmla="*/ 408814 w 1703391"/>
                <a:gd name="connsiteY3" fmla="*/ 389347 h 1172907"/>
                <a:gd name="connsiteX4" fmla="*/ 939299 w 1703391"/>
                <a:gd name="connsiteY4" fmla="*/ 389347 h 1172907"/>
                <a:gd name="connsiteX5" fmla="*/ 1703392 w 1703391"/>
                <a:gd name="connsiteY5" fmla="*/ 1153441 h 1172907"/>
                <a:gd name="connsiteX6" fmla="*/ 1686358 w 1703391"/>
                <a:gd name="connsiteY6" fmla="*/ 1172908 h 1172907"/>
                <a:gd name="connsiteX7" fmla="*/ 927132 w 1703391"/>
                <a:gd name="connsiteY7" fmla="*/ 416115 h 1172907"/>
                <a:gd name="connsiteX8" fmla="*/ 396647 w 1703391"/>
                <a:gd name="connsiteY8" fmla="*/ 416115 h 117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03391" h="1172907">
                  <a:moveTo>
                    <a:pt x="396647" y="416115"/>
                  </a:moveTo>
                  <a:lnTo>
                    <a:pt x="0" y="17034"/>
                  </a:lnTo>
                  <a:lnTo>
                    <a:pt x="17034" y="0"/>
                  </a:lnTo>
                  <a:lnTo>
                    <a:pt x="408814" y="389347"/>
                  </a:lnTo>
                  <a:lnTo>
                    <a:pt x="939299" y="389347"/>
                  </a:lnTo>
                  <a:lnTo>
                    <a:pt x="1703392" y="1153441"/>
                  </a:lnTo>
                  <a:lnTo>
                    <a:pt x="1686358" y="1172908"/>
                  </a:lnTo>
                  <a:lnTo>
                    <a:pt x="927132" y="416115"/>
                  </a:lnTo>
                  <a:lnTo>
                    <a:pt x="396647" y="41611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A7F729B3-A925-38B9-B5B6-0286310F42F0}"/>
                </a:ext>
              </a:extLst>
            </p:cNvPr>
            <p:cNvSpPr/>
            <p:nvPr userDrawn="1"/>
          </p:nvSpPr>
          <p:spPr>
            <a:xfrm>
              <a:off x="5778026" y="4135541"/>
              <a:ext cx="1665067" cy="2724236"/>
            </a:xfrm>
            <a:custGeom>
              <a:avLst/>
              <a:gdLst>
                <a:gd name="connsiteX0" fmla="*/ 0 w 1665067"/>
                <a:gd name="connsiteY0" fmla="*/ 0 h 2724236"/>
                <a:gd name="connsiteX1" fmla="*/ 387031 w 1665067"/>
                <a:gd name="connsiteY1" fmla="*/ 0 h 2724236"/>
                <a:gd name="connsiteX2" fmla="*/ 1665067 w 1665067"/>
                <a:gd name="connsiteY2" fmla="*/ 1278037 h 2724236"/>
                <a:gd name="connsiteX3" fmla="*/ 1665067 w 1665067"/>
                <a:gd name="connsiteY3" fmla="*/ 2724236 h 2724236"/>
                <a:gd name="connsiteX4" fmla="*/ 1637223 w 1665067"/>
                <a:gd name="connsiteY4" fmla="*/ 2724236 h 2724236"/>
                <a:gd name="connsiteX5" fmla="*/ 1637223 w 1665067"/>
                <a:gd name="connsiteY5" fmla="*/ 1291960 h 2724236"/>
                <a:gd name="connsiteX6" fmla="*/ 375893 w 1665067"/>
                <a:gd name="connsiteY6" fmla="*/ 30629 h 2724236"/>
                <a:gd name="connsiteX7" fmla="*/ 0 w 1665067"/>
                <a:gd name="connsiteY7" fmla="*/ 30629 h 2724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65067" h="2724236">
                  <a:moveTo>
                    <a:pt x="0" y="0"/>
                  </a:moveTo>
                  <a:lnTo>
                    <a:pt x="387031" y="0"/>
                  </a:lnTo>
                  <a:lnTo>
                    <a:pt x="1665067" y="1278037"/>
                  </a:lnTo>
                  <a:lnTo>
                    <a:pt x="1665067" y="2724236"/>
                  </a:lnTo>
                  <a:lnTo>
                    <a:pt x="1637223" y="2724236"/>
                  </a:lnTo>
                  <a:lnTo>
                    <a:pt x="1637223" y="1291960"/>
                  </a:lnTo>
                  <a:lnTo>
                    <a:pt x="375893" y="30629"/>
                  </a:lnTo>
                  <a:lnTo>
                    <a:pt x="0" y="3062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1E9F3498-634C-7153-C79C-350FD5FE84D1}"/>
                </a:ext>
              </a:extLst>
            </p:cNvPr>
            <p:cNvSpPr/>
            <p:nvPr userDrawn="1"/>
          </p:nvSpPr>
          <p:spPr>
            <a:xfrm>
              <a:off x="10770444" y="4968075"/>
              <a:ext cx="114160" cy="114159"/>
            </a:xfrm>
            <a:custGeom>
              <a:avLst/>
              <a:gdLst>
                <a:gd name="connsiteX0" fmla="*/ 85169 w 99770"/>
                <a:gd name="connsiteY0" fmla="*/ 85169 h 99769"/>
                <a:gd name="connsiteX1" fmla="*/ 14600 w 99770"/>
                <a:gd name="connsiteY1" fmla="*/ 85169 h 99769"/>
                <a:gd name="connsiteX2" fmla="*/ 14600 w 99770"/>
                <a:gd name="connsiteY2" fmla="*/ 14601 h 99769"/>
                <a:gd name="connsiteX3" fmla="*/ 85169 w 99770"/>
                <a:gd name="connsiteY3" fmla="*/ 14601 h 99769"/>
                <a:gd name="connsiteX4" fmla="*/ 85169 w 99770"/>
                <a:gd name="connsiteY4" fmla="*/ 85169 h 99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70" h="99769">
                  <a:moveTo>
                    <a:pt x="85169" y="85169"/>
                  </a:moveTo>
                  <a:cubicBezTo>
                    <a:pt x="65703" y="104637"/>
                    <a:pt x="34068" y="104637"/>
                    <a:pt x="14600" y="85169"/>
                  </a:cubicBezTo>
                  <a:cubicBezTo>
                    <a:pt x="-4867" y="65702"/>
                    <a:pt x="-4867" y="34068"/>
                    <a:pt x="14600" y="14601"/>
                  </a:cubicBezTo>
                  <a:cubicBezTo>
                    <a:pt x="34068" y="-4867"/>
                    <a:pt x="65703" y="-4867"/>
                    <a:pt x="85169" y="14601"/>
                  </a:cubicBezTo>
                  <a:cubicBezTo>
                    <a:pt x="104637" y="34068"/>
                    <a:pt x="104637" y="65702"/>
                    <a:pt x="85169" y="8516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7B2CC8EC-6CFA-C7BD-4153-CD3F7069F4D2}"/>
                </a:ext>
              </a:extLst>
            </p:cNvPr>
            <p:cNvSpPr/>
            <p:nvPr userDrawn="1"/>
          </p:nvSpPr>
          <p:spPr>
            <a:xfrm>
              <a:off x="9074748" y="3483992"/>
              <a:ext cx="114160" cy="114159"/>
            </a:xfrm>
            <a:custGeom>
              <a:avLst/>
              <a:gdLst>
                <a:gd name="connsiteX0" fmla="*/ 85169 w 99770"/>
                <a:gd name="connsiteY0" fmla="*/ 85169 h 99769"/>
                <a:gd name="connsiteX1" fmla="*/ 14600 w 99770"/>
                <a:gd name="connsiteY1" fmla="*/ 85169 h 99769"/>
                <a:gd name="connsiteX2" fmla="*/ 14600 w 99770"/>
                <a:gd name="connsiteY2" fmla="*/ 14601 h 99769"/>
                <a:gd name="connsiteX3" fmla="*/ 85169 w 99770"/>
                <a:gd name="connsiteY3" fmla="*/ 14601 h 99769"/>
                <a:gd name="connsiteX4" fmla="*/ 85169 w 99770"/>
                <a:gd name="connsiteY4" fmla="*/ 85169 h 99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70" h="99769">
                  <a:moveTo>
                    <a:pt x="85169" y="85169"/>
                  </a:moveTo>
                  <a:cubicBezTo>
                    <a:pt x="65703" y="104637"/>
                    <a:pt x="34068" y="104637"/>
                    <a:pt x="14600" y="85169"/>
                  </a:cubicBezTo>
                  <a:cubicBezTo>
                    <a:pt x="-4867" y="65702"/>
                    <a:pt x="-4867" y="34068"/>
                    <a:pt x="14600" y="14601"/>
                  </a:cubicBezTo>
                  <a:cubicBezTo>
                    <a:pt x="34068" y="-4867"/>
                    <a:pt x="65703" y="-4867"/>
                    <a:pt x="85169" y="14601"/>
                  </a:cubicBezTo>
                  <a:cubicBezTo>
                    <a:pt x="104637" y="34068"/>
                    <a:pt x="104637" y="65702"/>
                    <a:pt x="85169" y="8516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DDB2047-000B-3445-2C72-EF2BD52B9954}"/>
                </a:ext>
              </a:extLst>
            </p:cNvPr>
            <p:cNvSpPr/>
            <p:nvPr userDrawn="1"/>
          </p:nvSpPr>
          <p:spPr>
            <a:xfrm>
              <a:off x="8659872" y="3926712"/>
              <a:ext cx="114160" cy="114159"/>
            </a:xfrm>
            <a:custGeom>
              <a:avLst/>
              <a:gdLst>
                <a:gd name="connsiteX0" fmla="*/ 85170 w 99770"/>
                <a:gd name="connsiteY0" fmla="*/ 85169 h 99769"/>
                <a:gd name="connsiteX1" fmla="*/ 14601 w 99770"/>
                <a:gd name="connsiteY1" fmla="*/ 85169 h 99769"/>
                <a:gd name="connsiteX2" fmla="*/ 14601 w 99770"/>
                <a:gd name="connsiteY2" fmla="*/ 14601 h 99769"/>
                <a:gd name="connsiteX3" fmla="*/ 85170 w 99770"/>
                <a:gd name="connsiteY3" fmla="*/ 14601 h 99769"/>
                <a:gd name="connsiteX4" fmla="*/ 85170 w 99770"/>
                <a:gd name="connsiteY4" fmla="*/ 87603 h 99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70" h="99769">
                  <a:moveTo>
                    <a:pt x="85170" y="85169"/>
                  </a:moveTo>
                  <a:cubicBezTo>
                    <a:pt x="65702" y="104637"/>
                    <a:pt x="34068" y="104637"/>
                    <a:pt x="14601" y="85169"/>
                  </a:cubicBezTo>
                  <a:cubicBezTo>
                    <a:pt x="-4867" y="65702"/>
                    <a:pt x="-4867" y="34068"/>
                    <a:pt x="14601" y="14601"/>
                  </a:cubicBezTo>
                  <a:cubicBezTo>
                    <a:pt x="34068" y="-4867"/>
                    <a:pt x="65702" y="-4867"/>
                    <a:pt x="85170" y="14601"/>
                  </a:cubicBezTo>
                  <a:cubicBezTo>
                    <a:pt x="104637" y="34068"/>
                    <a:pt x="104637" y="65702"/>
                    <a:pt x="85170" y="87603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5AD371B9-3641-C5EF-9C38-894697ECA941}"/>
                </a:ext>
              </a:extLst>
            </p:cNvPr>
            <p:cNvSpPr/>
            <p:nvPr userDrawn="1"/>
          </p:nvSpPr>
          <p:spPr>
            <a:xfrm>
              <a:off x="6574362" y="3937848"/>
              <a:ext cx="116944" cy="114160"/>
            </a:xfrm>
            <a:custGeom>
              <a:avLst/>
              <a:gdLst>
                <a:gd name="connsiteX0" fmla="*/ 85169 w 102203"/>
                <a:gd name="connsiteY0" fmla="*/ 85170 h 99770"/>
                <a:gd name="connsiteX1" fmla="*/ 14600 w 102203"/>
                <a:gd name="connsiteY1" fmla="*/ 85170 h 99770"/>
                <a:gd name="connsiteX2" fmla="*/ 14600 w 102203"/>
                <a:gd name="connsiteY2" fmla="*/ 14601 h 99770"/>
                <a:gd name="connsiteX3" fmla="*/ 87603 w 102203"/>
                <a:gd name="connsiteY3" fmla="*/ 14601 h 99770"/>
                <a:gd name="connsiteX4" fmla="*/ 87603 w 102203"/>
                <a:gd name="connsiteY4" fmla="*/ 85170 h 99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203" h="99770">
                  <a:moveTo>
                    <a:pt x="85169" y="85170"/>
                  </a:moveTo>
                  <a:cubicBezTo>
                    <a:pt x="65702" y="104637"/>
                    <a:pt x="34068" y="104637"/>
                    <a:pt x="14600" y="85170"/>
                  </a:cubicBezTo>
                  <a:cubicBezTo>
                    <a:pt x="-4867" y="65703"/>
                    <a:pt x="-4867" y="34068"/>
                    <a:pt x="14600" y="14601"/>
                  </a:cubicBezTo>
                  <a:cubicBezTo>
                    <a:pt x="34068" y="-4867"/>
                    <a:pt x="65702" y="-4867"/>
                    <a:pt x="87603" y="14601"/>
                  </a:cubicBezTo>
                  <a:cubicBezTo>
                    <a:pt x="107070" y="34068"/>
                    <a:pt x="107070" y="65703"/>
                    <a:pt x="87603" y="8517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502AFFF4-FFF3-CB5D-0652-7C5CA91ACC41}"/>
                </a:ext>
              </a:extLst>
            </p:cNvPr>
            <p:cNvSpPr/>
            <p:nvPr userDrawn="1"/>
          </p:nvSpPr>
          <p:spPr>
            <a:xfrm>
              <a:off x="8495594" y="5249300"/>
              <a:ext cx="116944" cy="114159"/>
            </a:xfrm>
            <a:custGeom>
              <a:avLst/>
              <a:gdLst>
                <a:gd name="connsiteX0" fmla="*/ 85170 w 102203"/>
                <a:gd name="connsiteY0" fmla="*/ 85169 h 99769"/>
                <a:gd name="connsiteX1" fmla="*/ 14601 w 102203"/>
                <a:gd name="connsiteY1" fmla="*/ 85169 h 99769"/>
                <a:gd name="connsiteX2" fmla="*/ 14601 w 102203"/>
                <a:gd name="connsiteY2" fmla="*/ 14601 h 99769"/>
                <a:gd name="connsiteX3" fmla="*/ 87603 w 102203"/>
                <a:gd name="connsiteY3" fmla="*/ 14601 h 99769"/>
                <a:gd name="connsiteX4" fmla="*/ 87603 w 102203"/>
                <a:gd name="connsiteY4" fmla="*/ 85169 h 99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203" h="99769">
                  <a:moveTo>
                    <a:pt x="85170" y="85169"/>
                  </a:moveTo>
                  <a:cubicBezTo>
                    <a:pt x="65702" y="104637"/>
                    <a:pt x="34068" y="104637"/>
                    <a:pt x="14601" y="85169"/>
                  </a:cubicBezTo>
                  <a:cubicBezTo>
                    <a:pt x="-4867" y="65702"/>
                    <a:pt x="-4867" y="34068"/>
                    <a:pt x="14601" y="14601"/>
                  </a:cubicBezTo>
                  <a:cubicBezTo>
                    <a:pt x="34068" y="-4867"/>
                    <a:pt x="65702" y="-4867"/>
                    <a:pt x="87603" y="14601"/>
                  </a:cubicBezTo>
                  <a:cubicBezTo>
                    <a:pt x="107071" y="34068"/>
                    <a:pt x="107071" y="65702"/>
                    <a:pt x="87603" y="8516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4E1A0139-5335-9C3D-B5DE-4BFE1B41D335}"/>
                </a:ext>
              </a:extLst>
            </p:cNvPr>
            <p:cNvSpPr/>
            <p:nvPr userDrawn="1"/>
          </p:nvSpPr>
          <p:spPr>
            <a:xfrm>
              <a:off x="7540547" y="5059960"/>
              <a:ext cx="114160" cy="114159"/>
            </a:xfrm>
            <a:custGeom>
              <a:avLst/>
              <a:gdLst>
                <a:gd name="connsiteX0" fmla="*/ 85170 w 99770"/>
                <a:gd name="connsiteY0" fmla="*/ 85169 h 99769"/>
                <a:gd name="connsiteX1" fmla="*/ 14600 w 99770"/>
                <a:gd name="connsiteY1" fmla="*/ 85169 h 99769"/>
                <a:gd name="connsiteX2" fmla="*/ 14600 w 99770"/>
                <a:gd name="connsiteY2" fmla="*/ 14601 h 99769"/>
                <a:gd name="connsiteX3" fmla="*/ 85170 w 99770"/>
                <a:gd name="connsiteY3" fmla="*/ 14601 h 99769"/>
                <a:gd name="connsiteX4" fmla="*/ 85170 w 99770"/>
                <a:gd name="connsiteY4" fmla="*/ 85169 h 99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70" h="99769">
                  <a:moveTo>
                    <a:pt x="85170" y="85169"/>
                  </a:moveTo>
                  <a:cubicBezTo>
                    <a:pt x="65702" y="104637"/>
                    <a:pt x="34068" y="104637"/>
                    <a:pt x="14600" y="85169"/>
                  </a:cubicBezTo>
                  <a:cubicBezTo>
                    <a:pt x="-4867" y="65702"/>
                    <a:pt x="-4867" y="34068"/>
                    <a:pt x="14600" y="14601"/>
                  </a:cubicBezTo>
                  <a:cubicBezTo>
                    <a:pt x="34068" y="-4867"/>
                    <a:pt x="65702" y="-4867"/>
                    <a:pt x="85170" y="14601"/>
                  </a:cubicBezTo>
                  <a:cubicBezTo>
                    <a:pt x="104637" y="34068"/>
                    <a:pt x="104637" y="65702"/>
                    <a:pt x="85170" y="8516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7385FF82-79F5-F133-A1E1-2E53740D79C8}"/>
                </a:ext>
              </a:extLst>
            </p:cNvPr>
            <p:cNvSpPr/>
            <p:nvPr userDrawn="1"/>
          </p:nvSpPr>
          <p:spPr>
            <a:xfrm>
              <a:off x="7367914" y="5380165"/>
              <a:ext cx="116944" cy="114160"/>
            </a:xfrm>
            <a:custGeom>
              <a:avLst/>
              <a:gdLst>
                <a:gd name="connsiteX0" fmla="*/ 85170 w 102203"/>
                <a:gd name="connsiteY0" fmla="*/ 85170 h 99770"/>
                <a:gd name="connsiteX1" fmla="*/ 14600 w 102203"/>
                <a:gd name="connsiteY1" fmla="*/ 85170 h 99770"/>
                <a:gd name="connsiteX2" fmla="*/ 14600 w 102203"/>
                <a:gd name="connsiteY2" fmla="*/ 14601 h 99770"/>
                <a:gd name="connsiteX3" fmla="*/ 87603 w 102203"/>
                <a:gd name="connsiteY3" fmla="*/ 14601 h 99770"/>
                <a:gd name="connsiteX4" fmla="*/ 87603 w 102203"/>
                <a:gd name="connsiteY4" fmla="*/ 85170 h 99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203" h="99770">
                  <a:moveTo>
                    <a:pt x="85170" y="85170"/>
                  </a:moveTo>
                  <a:cubicBezTo>
                    <a:pt x="65702" y="104637"/>
                    <a:pt x="34068" y="104637"/>
                    <a:pt x="14600" y="85170"/>
                  </a:cubicBezTo>
                  <a:cubicBezTo>
                    <a:pt x="-4867" y="65703"/>
                    <a:pt x="-4867" y="34068"/>
                    <a:pt x="14600" y="14601"/>
                  </a:cubicBezTo>
                  <a:cubicBezTo>
                    <a:pt x="34068" y="-4867"/>
                    <a:pt x="65702" y="-4867"/>
                    <a:pt x="87603" y="14601"/>
                  </a:cubicBezTo>
                  <a:cubicBezTo>
                    <a:pt x="107071" y="34068"/>
                    <a:pt x="107071" y="65703"/>
                    <a:pt x="87603" y="8517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3A87B583-5552-F33E-F76E-61EA5EA96F15}"/>
                </a:ext>
              </a:extLst>
            </p:cNvPr>
            <p:cNvSpPr/>
            <p:nvPr userDrawn="1"/>
          </p:nvSpPr>
          <p:spPr>
            <a:xfrm>
              <a:off x="9506328" y="4508650"/>
              <a:ext cx="114160" cy="114159"/>
            </a:xfrm>
            <a:custGeom>
              <a:avLst/>
              <a:gdLst>
                <a:gd name="connsiteX0" fmla="*/ 87603 w 99770"/>
                <a:gd name="connsiteY0" fmla="*/ 85169 h 99769"/>
                <a:gd name="connsiteX1" fmla="*/ 14601 w 99770"/>
                <a:gd name="connsiteY1" fmla="*/ 85169 h 99769"/>
                <a:gd name="connsiteX2" fmla="*/ 14601 w 99770"/>
                <a:gd name="connsiteY2" fmla="*/ 14601 h 99769"/>
                <a:gd name="connsiteX3" fmla="*/ 85169 w 99770"/>
                <a:gd name="connsiteY3" fmla="*/ 14601 h 99769"/>
                <a:gd name="connsiteX4" fmla="*/ 85169 w 99770"/>
                <a:gd name="connsiteY4" fmla="*/ 85169 h 99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70" h="99769">
                  <a:moveTo>
                    <a:pt x="87603" y="85169"/>
                  </a:moveTo>
                  <a:cubicBezTo>
                    <a:pt x="68135" y="104637"/>
                    <a:pt x="36502" y="104637"/>
                    <a:pt x="14601" y="85169"/>
                  </a:cubicBezTo>
                  <a:cubicBezTo>
                    <a:pt x="-4867" y="65702"/>
                    <a:pt x="-4867" y="34068"/>
                    <a:pt x="14601" y="14601"/>
                  </a:cubicBezTo>
                  <a:cubicBezTo>
                    <a:pt x="34068" y="-4867"/>
                    <a:pt x="65702" y="-4867"/>
                    <a:pt x="85169" y="14601"/>
                  </a:cubicBezTo>
                  <a:cubicBezTo>
                    <a:pt x="104637" y="34068"/>
                    <a:pt x="104637" y="65702"/>
                    <a:pt x="85169" y="8516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FE24DBE1-C5D1-F877-EDB3-2BB85C8E25B8}"/>
                </a:ext>
              </a:extLst>
            </p:cNvPr>
            <p:cNvSpPr/>
            <p:nvPr userDrawn="1"/>
          </p:nvSpPr>
          <p:spPr>
            <a:xfrm>
              <a:off x="5708416" y="4088206"/>
              <a:ext cx="114160" cy="114159"/>
            </a:xfrm>
            <a:custGeom>
              <a:avLst/>
              <a:gdLst>
                <a:gd name="connsiteX0" fmla="*/ 85169 w 99770"/>
                <a:gd name="connsiteY0" fmla="*/ 85169 h 99769"/>
                <a:gd name="connsiteX1" fmla="*/ 14600 w 99770"/>
                <a:gd name="connsiteY1" fmla="*/ 85169 h 99769"/>
                <a:gd name="connsiteX2" fmla="*/ 14600 w 99770"/>
                <a:gd name="connsiteY2" fmla="*/ 14601 h 99769"/>
                <a:gd name="connsiteX3" fmla="*/ 85169 w 99770"/>
                <a:gd name="connsiteY3" fmla="*/ 14601 h 99769"/>
                <a:gd name="connsiteX4" fmla="*/ 85169 w 99770"/>
                <a:gd name="connsiteY4" fmla="*/ 85169 h 99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70" h="99769">
                  <a:moveTo>
                    <a:pt x="85169" y="85169"/>
                  </a:moveTo>
                  <a:cubicBezTo>
                    <a:pt x="65702" y="104637"/>
                    <a:pt x="34068" y="104637"/>
                    <a:pt x="14600" y="85169"/>
                  </a:cubicBezTo>
                  <a:cubicBezTo>
                    <a:pt x="-4867" y="65702"/>
                    <a:pt x="-4867" y="34068"/>
                    <a:pt x="14600" y="14601"/>
                  </a:cubicBezTo>
                  <a:cubicBezTo>
                    <a:pt x="34068" y="-4867"/>
                    <a:pt x="65702" y="-4867"/>
                    <a:pt x="85169" y="14601"/>
                  </a:cubicBezTo>
                  <a:cubicBezTo>
                    <a:pt x="104637" y="34068"/>
                    <a:pt x="104637" y="65702"/>
                    <a:pt x="85169" y="8516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7FBC05DA-76B9-DA29-67B0-44DAEE09B220}"/>
                </a:ext>
              </a:extLst>
            </p:cNvPr>
            <p:cNvSpPr/>
            <p:nvPr userDrawn="1"/>
          </p:nvSpPr>
          <p:spPr>
            <a:xfrm>
              <a:off x="6836094" y="5229808"/>
              <a:ext cx="114160" cy="114160"/>
            </a:xfrm>
            <a:custGeom>
              <a:avLst/>
              <a:gdLst>
                <a:gd name="connsiteX0" fmla="*/ 85170 w 99770"/>
                <a:gd name="connsiteY0" fmla="*/ 85170 h 99770"/>
                <a:gd name="connsiteX1" fmla="*/ 14600 w 99770"/>
                <a:gd name="connsiteY1" fmla="*/ 85170 h 99770"/>
                <a:gd name="connsiteX2" fmla="*/ 14600 w 99770"/>
                <a:gd name="connsiteY2" fmla="*/ 14601 h 99770"/>
                <a:gd name="connsiteX3" fmla="*/ 85170 w 99770"/>
                <a:gd name="connsiteY3" fmla="*/ 14601 h 99770"/>
                <a:gd name="connsiteX4" fmla="*/ 85170 w 99770"/>
                <a:gd name="connsiteY4" fmla="*/ 85170 h 99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70" h="99770">
                  <a:moveTo>
                    <a:pt x="85170" y="85170"/>
                  </a:moveTo>
                  <a:cubicBezTo>
                    <a:pt x="65702" y="104637"/>
                    <a:pt x="34068" y="104637"/>
                    <a:pt x="14600" y="85170"/>
                  </a:cubicBezTo>
                  <a:cubicBezTo>
                    <a:pt x="-4867" y="65702"/>
                    <a:pt x="-4867" y="34068"/>
                    <a:pt x="14600" y="14601"/>
                  </a:cubicBezTo>
                  <a:cubicBezTo>
                    <a:pt x="34068" y="-4867"/>
                    <a:pt x="65702" y="-4867"/>
                    <a:pt x="85170" y="14601"/>
                  </a:cubicBezTo>
                  <a:cubicBezTo>
                    <a:pt x="104637" y="34068"/>
                    <a:pt x="104637" y="65702"/>
                    <a:pt x="85170" y="8517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C6CD63B9-4C03-3A9B-C121-02A45F419CC3}"/>
                </a:ext>
              </a:extLst>
            </p:cNvPr>
            <p:cNvSpPr/>
            <p:nvPr userDrawn="1"/>
          </p:nvSpPr>
          <p:spPr>
            <a:xfrm>
              <a:off x="10308235" y="4839993"/>
              <a:ext cx="114160" cy="116944"/>
            </a:xfrm>
            <a:custGeom>
              <a:avLst/>
              <a:gdLst>
                <a:gd name="connsiteX0" fmla="*/ 85169 w 99770"/>
                <a:gd name="connsiteY0" fmla="*/ 87603 h 102203"/>
                <a:gd name="connsiteX1" fmla="*/ 14600 w 99770"/>
                <a:gd name="connsiteY1" fmla="*/ 87603 h 102203"/>
                <a:gd name="connsiteX2" fmla="*/ 14600 w 99770"/>
                <a:gd name="connsiteY2" fmla="*/ 14601 h 102203"/>
                <a:gd name="connsiteX3" fmla="*/ 85169 w 99770"/>
                <a:gd name="connsiteY3" fmla="*/ 14601 h 102203"/>
                <a:gd name="connsiteX4" fmla="*/ 85169 w 99770"/>
                <a:gd name="connsiteY4" fmla="*/ 85170 h 102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70" h="102203">
                  <a:moveTo>
                    <a:pt x="85169" y="87603"/>
                  </a:moveTo>
                  <a:cubicBezTo>
                    <a:pt x="65703" y="107071"/>
                    <a:pt x="34068" y="107071"/>
                    <a:pt x="14600" y="87603"/>
                  </a:cubicBezTo>
                  <a:cubicBezTo>
                    <a:pt x="-4867" y="68136"/>
                    <a:pt x="-4867" y="36501"/>
                    <a:pt x="14600" y="14601"/>
                  </a:cubicBezTo>
                  <a:cubicBezTo>
                    <a:pt x="34068" y="-4867"/>
                    <a:pt x="65703" y="-4867"/>
                    <a:pt x="85169" y="14601"/>
                  </a:cubicBezTo>
                  <a:cubicBezTo>
                    <a:pt x="104637" y="34068"/>
                    <a:pt x="104637" y="65703"/>
                    <a:pt x="85169" y="8517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1778012-AE6E-F325-DA06-CA1C7D720EF7}"/>
                </a:ext>
              </a:extLst>
            </p:cNvPr>
            <p:cNvSpPr/>
            <p:nvPr userDrawn="1"/>
          </p:nvSpPr>
          <p:spPr>
            <a:xfrm>
              <a:off x="11653096" y="5296634"/>
              <a:ext cx="114160" cy="114159"/>
            </a:xfrm>
            <a:custGeom>
              <a:avLst/>
              <a:gdLst>
                <a:gd name="connsiteX0" fmla="*/ 85170 w 99770"/>
                <a:gd name="connsiteY0" fmla="*/ 85169 h 99769"/>
                <a:gd name="connsiteX1" fmla="*/ 14601 w 99770"/>
                <a:gd name="connsiteY1" fmla="*/ 85169 h 99769"/>
                <a:gd name="connsiteX2" fmla="*/ 14601 w 99770"/>
                <a:gd name="connsiteY2" fmla="*/ 14601 h 99769"/>
                <a:gd name="connsiteX3" fmla="*/ 85170 w 99770"/>
                <a:gd name="connsiteY3" fmla="*/ 14601 h 99769"/>
                <a:gd name="connsiteX4" fmla="*/ 85170 w 99770"/>
                <a:gd name="connsiteY4" fmla="*/ 87603 h 99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70" h="99769">
                  <a:moveTo>
                    <a:pt x="85170" y="85169"/>
                  </a:moveTo>
                  <a:cubicBezTo>
                    <a:pt x="65702" y="104637"/>
                    <a:pt x="34068" y="104637"/>
                    <a:pt x="14601" y="85169"/>
                  </a:cubicBezTo>
                  <a:cubicBezTo>
                    <a:pt x="-4867" y="65702"/>
                    <a:pt x="-4867" y="34068"/>
                    <a:pt x="14601" y="14601"/>
                  </a:cubicBezTo>
                  <a:cubicBezTo>
                    <a:pt x="34068" y="-4867"/>
                    <a:pt x="65702" y="-4867"/>
                    <a:pt x="85170" y="14601"/>
                  </a:cubicBezTo>
                  <a:cubicBezTo>
                    <a:pt x="104637" y="34068"/>
                    <a:pt x="104637" y="65702"/>
                    <a:pt x="85170" y="87603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F9A97C04-C841-D34D-FE6F-287C62C992A3}"/>
                </a:ext>
              </a:extLst>
            </p:cNvPr>
            <p:cNvSpPr/>
            <p:nvPr userDrawn="1"/>
          </p:nvSpPr>
          <p:spPr>
            <a:xfrm>
              <a:off x="7771652" y="3044058"/>
              <a:ext cx="114160" cy="116944"/>
            </a:xfrm>
            <a:custGeom>
              <a:avLst/>
              <a:gdLst>
                <a:gd name="connsiteX0" fmla="*/ 85170 w 99770"/>
                <a:gd name="connsiteY0" fmla="*/ 87603 h 102203"/>
                <a:gd name="connsiteX1" fmla="*/ 14600 w 99770"/>
                <a:gd name="connsiteY1" fmla="*/ 87603 h 102203"/>
                <a:gd name="connsiteX2" fmla="*/ 14600 w 99770"/>
                <a:gd name="connsiteY2" fmla="*/ 14601 h 102203"/>
                <a:gd name="connsiteX3" fmla="*/ 85170 w 99770"/>
                <a:gd name="connsiteY3" fmla="*/ 14601 h 102203"/>
                <a:gd name="connsiteX4" fmla="*/ 85170 w 99770"/>
                <a:gd name="connsiteY4" fmla="*/ 87603 h 102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70" h="102203">
                  <a:moveTo>
                    <a:pt x="85170" y="87603"/>
                  </a:moveTo>
                  <a:cubicBezTo>
                    <a:pt x="65702" y="107070"/>
                    <a:pt x="34068" y="107070"/>
                    <a:pt x="14600" y="87603"/>
                  </a:cubicBezTo>
                  <a:cubicBezTo>
                    <a:pt x="-4867" y="68136"/>
                    <a:pt x="-4867" y="36501"/>
                    <a:pt x="14600" y="14601"/>
                  </a:cubicBezTo>
                  <a:cubicBezTo>
                    <a:pt x="34068" y="-4867"/>
                    <a:pt x="65702" y="-4867"/>
                    <a:pt x="85170" y="14601"/>
                  </a:cubicBezTo>
                  <a:cubicBezTo>
                    <a:pt x="104637" y="34068"/>
                    <a:pt x="104637" y="65702"/>
                    <a:pt x="85170" y="87603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608C7B49-EF9A-98D2-00E9-EB841079DF0F}"/>
                </a:ext>
              </a:extLst>
            </p:cNvPr>
            <p:cNvSpPr/>
            <p:nvPr userDrawn="1"/>
          </p:nvSpPr>
          <p:spPr>
            <a:xfrm>
              <a:off x="7913656" y="3734588"/>
              <a:ext cx="166030" cy="167064"/>
            </a:xfrm>
            <a:custGeom>
              <a:avLst/>
              <a:gdLst>
                <a:gd name="connsiteX0" fmla="*/ 124104 w 145102"/>
                <a:gd name="connsiteY0" fmla="*/ 124105 h 146005"/>
                <a:gd name="connsiteX1" fmla="*/ 21901 w 145102"/>
                <a:gd name="connsiteY1" fmla="*/ 124105 h 146005"/>
                <a:gd name="connsiteX2" fmla="*/ 21901 w 145102"/>
                <a:gd name="connsiteY2" fmla="*/ 21901 h 146005"/>
                <a:gd name="connsiteX3" fmla="*/ 124104 w 145102"/>
                <a:gd name="connsiteY3" fmla="*/ 21901 h 146005"/>
                <a:gd name="connsiteX4" fmla="*/ 124104 w 145102"/>
                <a:gd name="connsiteY4" fmla="*/ 124105 h 146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5102" h="146005">
                  <a:moveTo>
                    <a:pt x="124104" y="124105"/>
                  </a:moveTo>
                  <a:cubicBezTo>
                    <a:pt x="94903" y="153305"/>
                    <a:pt x="51102" y="153305"/>
                    <a:pt x="21901" y="124105"/>
                  </a:cubicBezTo>
                  <a:cubicBezTo>
                    <a:pt x="-7300" y="94903"/>
                    <a:pt x="-7300" y="51102"/>
                    <a:pt x="21901" y="21901"/>
                  </a:cubicBezTo>
                  <a:cubicBezTo>
                    <a:pt x="51102" y="-7300"/>
                    <a:pt x="94903" y="-7300"/>
                    <a:pt x="124104" y="21901"/>
                  </a:cubicBezTo>
                  <a:cubicBezTo>
                    <a:pt x="153305" y="51102"/>
                    <a:pt x="150872" y="94903"/>
                    <a:pt x="124104" y="124105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85E09049-3F07-AE64-FFCB-C861A81BE1CF}"/>
                </a:ext>
              </a:extLst>
            </p:cNvPr>
            <p:cNvSpPr/>
            <p:nvPr userDrawn="1"/>
          </p:nvSpPr>
          <p:spPr>
            <a:xfrm>
              <a:off x="9770846" y="5092676"/>
              <a:ext cx="167064" cy="162887"/>
            </a:xfrm>
            <a:custGeom>
              <a:avLst/>
              <a:gdLst>
                <a:gd name="connsiteX0" fmla="*/ 124104 w 146005"/>
                <a:gd name="connsiteY0" fmla="*/ 122279 h 142355"/>
                <a:gd name="connsiteX1" fmla="*/ 21901 w 146005"/>
                <a:gd name="connsiteY1" fmla="*/ 122279 h 142355"/>
                <a:gd name="connsiteX2" fmla="*/ 21901 w 146005"/>
                <a:gd name="connsiteY2" fmla="*/ 20076 h 142355"/>
                <a:gd name="connsiteX3" fmla="*/ 124104 w 146005"/>
                <a:gd name="connsiteY3" fmla="*/ 20076 h 142355"/>
                <a:gd name="connsiteX4" fmla="*/ 124104 w 146005"/>
                <a:gd name="connsiteY4" fmla="*/ 122279 h 142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6005" h="142355">
                  <a:moveTo>
                    <a:pt x="124104" y="122279"/>
                  </a:moveTo>
                  <a:cubicBezTo>
                    <a:pt x="97337" y="149047"/>
                    <a:pt x="51102" y="149047"/>
                    <a:pt x="21901" y="122279"/>
                  </a:cubicBezTo>
                  <a:cubicBezTo>
                    <a:pt x="-7300" y="95512"/>
                    <a:pt x="-7300" y="49277"/>
                    <a:pt x="21901" y="20076"/>
                  </a:cubicBezTo>
                  <a:cubicBezTo>
                    <a:pt x="48669" y="-6692"/>
                    <a:pt x="94904" y="-6692"/>
                    <a:pt x="124104" y="20076"/>
                  </a:cubicBezTo>
                  <a:cubicBezTo>
                    <a:pt x="153306" y="46844"/>
                    <a:pt x="153306" y="93079"/>
                    <a:pt x="124104" y="12227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8EE478B9-A263-80D5-35E7-3F8D16EE1655}"/>
                </a:ext>
              </a:extLst>
            </p:cNvPr>
            <p:cNvSpPr/>
            <p:nvPr userDrawn="1"/>
          </p:nvSpPr>
          <p:spPr>
            <a:xfrm>
              <a:off x="6783192" y="3650360"/>
              <a:ext cx="166030" cy="163942"/>
            </a:xfrm>
            <a:custGeom>
              <a:avLst/>
              <a:gdLst>
                <a:gd name="connsiteX0" fmla="*/ 124104 w 145102"/>
                <a:gd name="connsiteY0" fmla="*/ 122279 h 143277"/>
                <a:gd name="connsiteX1" fmla="*/ 21901 w 145102"/>
                <a:gd name="connsiteY1" fmla="*/ 122279 h 143277"/>
                <a:gd name="connsiteX2" fmla="*/ 21901 w 145102"/>
                <a:gd name="connsiteY2" fmla="*/ 20075 h 143277"/>
                <a:gd name="connsiteX3" fmla="*/ 124104 w 145102"/>
                <a:gd name="connsiteY3" fmla="*/ 20075 h 143277"/>
                <a:gd name="connsiteX4" fmla="*/ 124104 w 145102"/>
                <a:gd name="connsiteY4" fmla="*/ 122279 h 14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5102" h="143277">
                  <a:moveTo>
                    <a:pt x="124104" y="122279"/>
                  </a:moveTo>
                  <a:cubicBezTo>
                    <a:pt x="94903" y="151480"/>
                    <a:pt x="51102" y="149047"/>
                    <a:pt x="21901" y="122279"/>
                  </a:cubicBezTo>
                  <a:cubicBezTo>
                    <a:pt x="-7300" y="95512"/>
                    <a:pt x="-7300" y="49277"/>
                    <a:pt x="21901" y="20075"/>
                  </a:cubicBezTo>
                  <a:cubicBezTo>
                    <a:pt x="48668" y="-6692"/>
                    <a:pt x="94903" y="-6692"/>
                    <a:pt x="124104" y="20075"/>
                  </a:cubicBezTo>
                  <a:cubicBezTo>
                    <a:pt x="150872" y="46843"/>
                    <a:pt x="153305" y="93078"/>
                    <a:pt x="124104" y="12227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1728AAB5-DA1F-E1B8-AB62-ED2F6515C116}"/>
                </a:ext>
              </a:extLst>
            </p:cNvPr>
            <p:cNvSpPr/>
            <p:nvPr userDrawn="1"/>
          </p:nvSpPr>
          <p:spPr>
            <a:xfrm>
              <a:off x="7802280" y="117657"/>
              <a:ext cx="991244" cy="1442316"/>
            </a:xfrm>
            <a:custGeom>
              <a:avLst/>
              <a:gdLst>
                <a:gd name="connsiteX0" fmla="*/ 306611 w 866296"/>
                <a:gd name="connsiteY0" fmla="*/ 966067 h 1260510"/>
                <a:gd name="connsiteX1" fmla="*/ 14601 w 866296"/>
                <a:gd name="connsiteY1" fmla="*/ 1260511 h 1260510"/>
                <a:gd name="connsiteX2" fmla="*/ 0 w 866296"/>
                <a:gd name="connsiteY2" fmla="*/ 1245911 h 1260510"/>
                <a:gd name="connsiteX3" fmla="*/ 289577 w 866296"/>
                <a:gd name="connsiteY3" fmla="*/ 958767 h 1260510"/>
                <a:gd name="connsiteX4" fmla="*/ 289577 w 866296"/>
                <a:gd name="connsiteY4" fmla="*/ 564553 h 1260510"/>
                <a:gd name="connsiteX5" fmla="*/ 854129 w 866296"/>
                <a:gd name="connsiteY5" fmla="*/ 0 h 1260510"/>
                <a:gd name="connsiteX6" fmla="*/ 866296 w 866296"/>
                <a:gd name="connsiteY6" fmla="*/ 14601 h 1260510"/>
                <a:gd name="connsiteX7" fmla="*/ 306611 w 866296"/>
                <a:gd name="connsiteY7" fmla="*/ 574287 h 1260510"/>
                <a:gd name="connsiteX8" fmla="*/ 306611 w 866296"/>
                <a:gd name="connsiteY8" fmla="*/ 966067 h 1260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66296" h="1260510">
                  <a:moveTo>
                    <a:pt x="306611" y="966067"/>
                  </a:moveTo>
                  <a:lnTo>
                    <a:pt x="14601" y="1260511"/>
                  </a:lnTo>
                  <a:lnTo>
                    <a:pt x="0" y="1245911"/>
                  </a:lnTo>
                  <a:lnTo>
                    <a:pt x="289577" y="958767"/>
                  </a:lnTo>
                  <a:lnTo>
                    <a:pt x="289577" y="564553"/>
                  </a:lnTo>
                  <a:lnTo>
                    <a:pt x="854129" y="0"/>
                  </a:lnTo>
                  <a:lnTo>
                    <a:pt x="866296" y="14601"/>
                  </a:lnTo>
                  <a:lnTo>
                    <a:pt x="306611" y="574287"/>
                  </a:lnTo>
                  <a:lnTo>
                    <a:pt x="306611" y="966067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7A6D8908-6159-7558-F3F7-C7480D96BC39}"/>
                </a:ext>
              </a:extLst>
            </p:cNvPr>
            <p:cNvSpPr/>
            <p:nvPr userDrawn="1"/>
          </p:nvSpPr>
          <p:spPr>
            <a:xfrm>
              <a:off x="7764691" y="-39661"/>
              <a:ext cx="86315" cy="86315"/>
            </a:xfrm>
            <a:custGeom>
              <a:avLst/>
              <a:gdLst>
                <a:gd name="connsiteX0" fmla="*/ 64486 w 75435"/>
                <a:gd name="connsiteY0" fmla="*/ 10950 h 75435"/>
                <a:gd name="connsiteX1" fmla="*/ 64486 w 75435"/>
                <a:gd name="connsiteY1" fmla="*/ 64486 h 75435"/>
                <a:gd name="connsiteX2" fmla="*/ 10951 w 75435"/>
                <a:gd name="connsiteY2" fmla="*/ 64486 h 75435"/>
                <a:gd name="connsiteX3" fmla="*/ 10951 w 75435"/>
                <a:gd name="connsiteY3" fmla="*/ 10950 h 75435"/>
                <a:gd name="connsiteX4" fmla="*/ 64486 w 75435"/>
                <a:gd name="connsiteY4" fmla="*/ 10950 h 75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5" h="75435">
                  <a:moveTo>
                    <a:pt x="64486" y="10950"/>
                  </a:moveTo>
                  <a:cubicBezTo>
                    <a:pt x="79086" y="25551"/>
                    <a:pt x="79086" y="49885"/>
                    <a:pt x="64486" y="64486"/>
                  </a:cubicBezTo>
                  <a:cubicBezTo>
                    <a:pt x="49885" y="79086"/>
                    <a:pt x="25551" y="79086"/>
                    <a:pt x="10951" y="64486"/>
                  </a:cubicBezTo>
                  <a:cubicBezTo>
                    <a:pt x="-3650" y="49885"/>
                    <a:pt x="-3650" y="25551"/>
                    <a:pt x="10951" y="10950"/>
                  </a:cubicBezTo>
                  <a:cubicBezTo>
                    <a:pt x="25551" y="-3650"/>
                    <a:pt x="49885" y="-3650"/>
                    <a:pt x="64486" y="1095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73A8F9FD-ABD7-F65F-5C59-E6EEB316D247}"/>
                </a:ext>
              </a:extLst>
            </p:cNvPr>
            <p:cNvSpPr/>
            <p:nvPr userDrawn="1"/>
          </p:nvSpPr>
          <p:spPr>
            <a:xfrm>
              <a:off x="7773044" y="1502894"/>
              <a:ext cx="86316" cy="86316"/>
            </a:xfrm>
            <a:custGeom>
              <a:avLst/>
              <a:gdLst>
                <a:gd name="connsiteX0" fmla="*/ 64486 w 75436"/>
                <a:gd name="connsiteY0" fmla="*/ 10950 h 75436"/>
                <a:gd name="connsiteX1" fmla="*/ 64486 w 75436"/>
                <a:gd name="connsiteY1" fmla="*/ 64486 h 75436"/>
                <a:gd name="connsiteX2" fmla="*/ 10950 w 75436"/>
                <a:gd name="connsiteY2" fmla="*/ 64486 h 75436"/>
                <a:gd name="connsiteX3" fmla="*/ 10950 w 75436"/>
                <a:gd name="connsiteY3" fmla="*/ 10950 h 75436"/>
                <a:gd name="connsiteX4" fmla="*/ 64486 w 75436"/>
                <a:gd name="connsiteY4" fmla="*/ 10950 h 75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6" h="75436">
                  <a:moveTo>
                    <a:pt x="64486" y="10950"/>
                  </a:moveTo>
                  <a:cubicBezTo>
                    <a:pt x="79086" y="25551"/>
                    <a:pt x="79086" y="49885"/>
                    <a:pt x="64486" y="64486"/>
                  </a:cubicBezTo>
                  <a:cubicBezTo>
                    <a:pt x="49885" y="79086"/>
                    <a:pt x="25551" y="79086"/>
                    <a:pt x="10950" y="64486"/>
                  </a:cubicBezTo>
                  <a:cubicBezTo>
                    <a:pt x="-3650" y="49885"/>
                    <a:pt x="-3650" y="25551"/>
                    <a:pt x="10950" y="10950"/>
                  </a:cubicBezTo>
                  <a:cubicBezTo>
                    <a:pt x="25551" y="-3650"/>
                    <a:pt x="49885" y="-3650"/>
                    <a:pt x="64486" y="1095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EB678B3-99DC-DD04-167E-1B8C84A8849D}"/>
                </a:ext>
              </a:extLst>
            </p:cNvPr>
            <p:cNvSpPr/>
            <p:nvPr userDrawn="1"/>
          </p:nvSpPr>
          <p:spPr>
            <a:xfrm>
              <a:off x="8744798" y="82852"/>
              <a:ext cx="86315" cy="86316"/>
            </a:xfrm>
            <a:custGeom>
              <a:avLst/>
              <a:gdLst>
                <a:gd name="connsiteX0" fmla="*/ 64485 w 75435"/>
                <a:gd name="connsiteY0" fmla="*/ 10950 h 75436"/>
                <a:gd name="connsiteX1" fmla="*/ 64485 w 75435"/>
                <a:gd name="connsiteY1" fmla="*/ 64486 h 75436"/>
                <a:gd name="connsiteX2" fmla="*/ 10951 w 75435"/>
                <a:gd name="connsiteY2" fmla="*/ 64486 h 75436"/>
                <a:gd name="connsiteX3" fmla="*/ 10951 w 75435"/>
                <a:gd name="connsiteY3" fmla="*/ 10950 h 75436"/>
                <a:gd name="connsiteX4" fmla="*/ 64485 w 75435"/>
                <a:gd name="connsiteY4" fmla="*/ 10950 h 75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5" h="75436">
                  <a:moveTo>
                    <a:pt x="64485" y="10950"/>
                  </a:moveTo>
                  <a:cubicBezTo>
                    <a:pt x="79086" y="25551"/>
                    <a:pt x="79086" y="49885"/>
                    <a:pt x="64485" y="64486"/>
                  </a:cubicBezTo>
                  <a:cubicBezTo>
                    <a:pt x="49885" y="79086"/>
                    <a:pt x="25551" y="79086"/>
                    <a:pt x="10951" y="64486"/>
                  </a:cubicBezTo>
                  <a:cubicBezTo>
                    <a:pt x="-3650" y="49885"/>
                    <a:pt x="-3650" y="25551"/>
                    <a:pt x="10951" y="10950"/>
                  </a:cubicBezTo>
                  <a:cubicBezTo>
                    <a:pt x="25551" y="-3650"/>
                    <a:pt x="49885" y="-3650"/>
                    <a:pt x="64485" y="1095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0995365-1364-9C69-82F2-E02E4017A126}"/>
                </a:ext>
              </a:extLst>
            </p:cNvPr>
            <p:cNvSpPr/>
            <p:nvPr userDrawn="1"/>
          </p:nvSpPr>
          <p:spPr>
            <a:xfrm>
              <a:off x="8602794" y="790089"/>
              <a:ext cx="86316" cy="86315"/>
            </a:xfrm>
            <a:custGeom>
              <a:avLst/>
              <a:gdLst>
                <a:gd name="connsiteX0" fmla="*/ 64485 w 75436"/>
                <a:gd name="connsiteY0" fmla="*/ 10950 h 75435"/>
                <a:gd name="connsiteX1" fmla="*/ 64485 w 75436"/>
                <a:gd name="connsiteY1" fmla="*/ 64486 h 75435"/>
                <a:gd name="connsiteX2" fmla="*/ 10950 w 75436"/>
                <a:gd name="connsiteY2" fmla="*/ 64486 h 75435"/>
                <a:gd name="connsiteX3" fmla="*/ 10950 w 75436"/>
                <a:gd name="connsiteY3" fmla="*/ 10950 h 75435"/>
                <a:gd name="connsiteX4" fmla="*/ 64485 w 75436"/>
                <a:gd name="connsiteY4" fmla="*/ 10950 h 75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6" h="75435">
                  <a:moveTo>
                    <a:pt x="64485" y="10950"/>
                  </a:moveTo>
                  <a:cubicBezTo>
                    <a:pt x="79086" y="25551"/>
                    <a:pt x="79086" y="49885"/>
                    <a:pt x="64485" y="64486"/>
                  </a:cubicBezTo>
                  <a:cubicBezTo>
                    <a:pt x="49885" y="79086"/>
                    <a:pt x="25551" y="79086"/>
                    <a:pt x="10950" y="64486"/>
                  </a:cubicBezTo>
                  <a:cubicBezTo>
                    <a:pt x="-3650" y="49885"/>
                    <a:pt x="-3650" y="25551"/>
                    <a:pt x="10950" y="10950"/>
                  </a:cubicBezTo>
                  <a:cubicBezTo>
                    <a:pt x="25551" y="-3650"/>
                    <a:pt x="49885" y="-3650"/>
                    <a:pt x="64485" y="1095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41F5A984-66A4-17F5-FABC-5A1015AE0F3F}"/>
                </a:ext>
              </a:extLst>
            </p:cNvPr>
            <p:cNvSpPr/>
            <p:nvPr userDrawn="1"/>
          </p:nvSpPr>
          <p:spPr>
            <a:xfrm>
              <a:off x="8839467" y="915387"/>
              <a:ext cx="86315" cy="86316"/>
            </a:xfrm>
            <a:custGeom>
              <a:avLst/>
              <a:gdLst>
                <a:gd name="connsiteX0" fmla="*/ 64485 w 75435"/>
                <a:gd name="connsiteY0" fmla="*/ 10950 h 75436"/>
                <a:gd name="connsiteX1" fmla="*/ 64485 w 75435"/>
                <a:gd name="connsiteY1" fmla="*/ 64486 h 75436"/>
                <a:gd name="connsiteX2" fmla="*/ 10951 w 75435"/>
                <a:gd name="connsiteY2" fmla="*/ 64486 h 75436"/>
                <a:gd name="connsiteX3" fmla="*/ 10951 w 75435"/>
                <a:gd name="connsiteY3" fmla="*/ 10950 h 75436"/>
                <a:gd name="connsiteX4" fmla="*/ 64485 w 75435"/>
                <a:gd name="connsiteY4" fmla="*/ 10950 h 75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5" h="75436">
                  <a:moveTo>
                    <a:pt x="64485" y="10950"/>
                  </a:moveTo>
                  <a:cubicBezTo>
                    <a:pt x="79086" y="25551"/>
                    <a:pt x="79086" y="49885"/>
                    <a:pt x="64485" y="64486"/>
                  </a:cubicBezTo>
                  <a:cubicBezTo>
                    <a:pt x="49885" y="79086"/>
                    <a:pt x="25551" y="79086"/>
                    <a:pt x="10951" y="64486"/>
                  </a:cubicBezTo>
                  <a:cubicBezTo>
                    <a:pt x="-3650" y="49885"/>
                    <a:pt x="-3650" y="25551"/>
                    <a:pt x="10951" y="10950"/>
                  </a:cubicBezTo>
                  <a:cubicBezTo>
                    <a:pt x="25551" y="-3650"/>
                    <a:pt x="49885" y="-3650"/>
                    <a:pt x="64485" y="1095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D33B90C9-5781-5184-95CC-0454A5E03C74}"/>
                </a:ext>
              </a:extLst>
            </p:cNvPr>
            <p:cNvSpPr/>
            <p:nvPr userDrawn="1"/>
          </p:nvSpPr>
          <p:spPr>
            <a:xfrm>
              <a:off x="9894752" y="-36876"/>
              <a:ext cx="86316" cy="86316"/>
            </a:xfrm>
            <a:custGeom>
              <a:avLst/>
              <a:gdLst>
                <a:gd name="connsiteX0" fmla="*/ 64485 w 75436"/>
                <a:gd name="connsiteY0" fmla="*/ 10950 h 75436"/>
                <a:gd name="connsiteX1" fmla="*/ 64485 w 75436"/>
                <a:gd name="connsiteY1" fmla="*/ 64486 h 75436"/>
                <a:gd name="connsiteX2" fmla="*/ 10950 w 75436"/>
                <a:gd name="connsiteY2" fmla="*/ 64486 h 75436"/>
                <a:gd name="connsiteX3" fmla="*/ 10950 w 75436"/>
                <a:gd name="connsiteY3" fmla="*/ 10950 h 75436"/>
                <a:gd name="connsiteX4" fmla="*/ 64485 w 75436"/>
                <a:gd name="connsiteY4" fmla="*/ 10950 h 75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6" h="75436">
                  <a:moveTo>
                    <a:pt x="64485" y="10950"/>
                  </a:moveTo>
                  <a:cubicBezTo>
                    <a:pt x="79086" y="25551"/>
                    <a:pt x="79086" y="49885"/>
                    <a:pt x="64485" y="64486"/>
                  </a:cubicBezTo>
                  <a:cubicBezTo>
                    <a:pt x="49885" y="79086"/>
                    <a:pt x="25551" y="79086"/>
                    <a:pt x="10950" y="64486"/>
                  </a:cubicBezTo>
                  <a:cubicBezTo>
                    <a:pt x="-3650" y="49885"/>
                    <a:pt x="-3650" y="25551"/>
                    <a:pt x="10950" y="10950"/>
                  </a:cubicBezTo>
                  <a:cubicBezTo>
                    <a:pt x="25551" y="-3650"/>
                    <a:pt x="49885" y="-3650"/>
                    <a:pt x="64485" y="1095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5DD65CAB-8093-5EEE-227F-B5B07EB3A1C7}"/>
                </a:ext>
              </a:extLst>
            </p:cNvPr>
            <p:cNvSpPr/>
            <p:nvPr userDrawn="1"/>
          </p:nvSpPr>
          <p:spPr>
            <a:xfrm>
              <a:off x="10540732" y="-39661"/>
              <a:ext cx="86316" cy="86315"/>
            </a:xfrm>
            <a:custGeom>
              <a:avLst/>
              <a:gdLst>
                <a:gd name="connsiteX0" fmla="*/ 64485 w 75436"/>
                <a:gd name="connsiteY0" fmla="*/ 10950 h 75435"/>
                <a:gd name="connsiteX1" fmla="*/ 64485 w 75436"/>
                <a:gd name="connsiteY1" fmla="*/ 64486 h 75435"/>
                <a:gd name="connsiteX2" fmla="*/ 10950 w 75436"/>
                <a:gd name="connsiteY2" fmla="*/ 64486 h 75435"/>
                <a:gd name="connsiteX3" fmla="*/ 10950 w 75436"/>
                <a:gd name="connsiteY3" fmla="*/ 10950 h 75435"/>
                <a:gd name="connsiteX4" fmla="*/ 64485 w 75436"/>
                <a:gd name="connsiteY4" fmla="*/ 10950 h 75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6" h="75435">
                  <a:moveTo>
                    <a:pt x="64485" y="10950"/>
                  </a:moveTo>
                  <a:cubicBezTo>
                    <a:pt x="79086" y="25551"/>
                    <a:pt x="79086" y="49885"/>
                    <a:pt x="64485" y="64486"/>
                  </a:cubicBezTo>
                  <a:cubicBezTo>
                    <a:pt x="49885" y="79086"/>
                    <a:pt x="25551" y="79086"/>
                    <a:pt x="10950" y="64486"/>
                  </a:cubicBezTo>
                  <a:cubicBezTo>
                    <a:pt x="-3650" y="49885"/>
                    <a:pt x="-3650" y="25551"/>
                    <a:pt x="10950" y="10950"/>
                  </a:cubicBezTo>
                  <a:cubicBezTo>
                    <a:pt x="25551" y="-3650"/>
                    <a:pt x="49885" y="-3650"/>
                    <a:pt x="64485" y="1095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9984A37A-C7A8-A0A8-095F-BFFC64589B48}"/>
                </a:ext>
              </a:extLst>
            </p:cNvPr>
            <p:cNvSpPr/>
            <p:nvPr userDrawn="1"/>
          </p:nvSpPr>
          <p:spPr>
            <a:xfrm>
              <a:off x="7881635" y="2146090"/>
              <a:ext cx="86316" cy="86315"/>
            </a:xfrm>
            <a:custGeom>
              <a:avLst/>
              <a:gdLst>
                <a:gd name="connsiteX0" fmla="*/ 64486 w 75436"/>
                <a:gd name="connsiteY0" fmla="*/ 10951 h 75435"/>
                <a:gd name="connsiteX1" fmla="*/ 64486 w 75436"/>
                <a:gd name="connsiteY1" fmla="*/ 64486 h 75435"/>
                <a:gd name="connsiteX2" fmla="*/ 10950 w 75436"/>
                <a:gd name="connsiteY2" fmla="*/ 64486 h 75435"/>
                <a:gd name="connsiteX3" fmla="*/ 10950 w 75436"/>
                <a:gd name="connsiteY3" fmla="*/ 10951 h 75435"/>
                <a:gd name="connsiteX4" fmla="*/ 64486 w 75436"/>
                <a:gd name="connsiteY4" fmla="*/ 10951 h 75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6" h="75435">
                  <a:moveTo>
                    <a:pt x="64486" y="10951"/>
                  </a:moveTo>
                  <a:cubicBezTo>
                    <a:pt x="79086" y="25551"/>
                    <a:pt x="79086" y="49885"/>
                    <a:pt x="64486" y="64486"/>
                  </a:cubicBezTo>
                  <a:cubicBezTo>
                    <a:pt x="49885" y="79086"/>
                    <a:pt x="25551" y="79086"/>
                    <a:pt x="10950" y="64486"/>
                  </a:cubicBezTo>
                  <a:cubicBezTo>
                    <a:pt x="-3650" y="49885"/>
                    <a:pt x="-3650" y="25551"/>
                    <a:pt x="10950" y="10951"/>
                  </a:cubicBezTo>
                  <a:cubicBezTo>
                    <a:pt x="25551" y="-3650"/>
                    <a:pt x="49885" y="-3650"/>
                    <a:pt x="64486" y="1095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8685AE3F-AE01-4963-21A4-1154F3617CA5}"/>
                </a:ext>
              </a:extLst>
            </p:cNvPr>
            <p:cNvSpPr/>
            <p:nvPr userDrawn="1"/>
          </p:nvSpPr>
          <p:spPr>
            <a:xfrm>
              <a:off x="8728091" y="1310771"/>
              <a:ext cx="86316" cy="86315"/>
            </a:xfrm>
            <a:custGeom>
              <a:avLst/>
              <a:gdLst>
                <a:gd name="connsiteX0" fmla="*/ 64486 w 75436"/>
                <a:gd name="connsiteY0" fmla="*/ 10951 h 75435"/>
                <a:gd name="connsiteX1" fmla="*/ 64486 w 75436"/>
                <a:gd name="connsiteY1" fmla="*/ 64486 h 75435"/>
                <a:gd name="connsiteX2" fmla="*/ 10951 w 75436"/>
                <a:gd name="connsiteY2" fmla="*/ 64486 h 75435"/>
                <a:gd name="connsiteX3" fmla="*/ 10951 w 75436"/>
                <a:gd name="connsiteY3" fmla="*/ 10951 h 75435"/>
                <a:gd name="connsiteX4" fmla="*/ 64486 w 75436"/>
                <a:gd name="connsiteY4" fmla="*/ 10951 h 75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6" h="75435">
                  <a:moveTo>
                    <a:pt x="64486" y="10951"/>
                  </a:moveTo>
                  <a:cubicBezTo>
                    <a:pt x="79086" y="25551"/>
                    <a:pt x="79086" y="49885"/>
                    <a:pt x="64486" y="64486"/>
                  </a:cubicBezTo>
                  <a:cubicBezTo>
                    <a:pt x="49885" y="79086"/>
                    <a:pt x="25551" y="79086"/>
                    <a:pt x="10951" y="64486"/>
                  </a:cubicBezTo>
                  <a:cubicBezTo>
                    <a:pt x="-3650" y="49885"/>
                    <a:pt x="-3650" y="25551"/>
                    <a:pt x="10951" y="10951"/>
                  </a:cubicBezTo>
                  <a:cubicBezTo>
                    <a:pt x="25551" y="-3650"/>
                    <a:pt x="49885" y="-3650"/>
                    <a:pt x="64486" y="1095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E7DC42D-3008-6E21-6BAA-559B857686DD}"/>
                </a:ext>
              </a:extLst>
            </p:cNvPr>
            <p:cNvSpPr/>
            <p:nvPr userDrawn="1"/>
          </p:nvSpPr>
          <p:spPr>
            <a:xfrm>
              <a:off x="7113142" y="617457"/>
              <a:ext cx="86315" cy="86316"/>
            </a:xfrm>
            <a:custGeom>
              <a:avLst/>
              <a:gdLst>
                <a:gd name="connsiteX0" fmla="*/ 64486 w 75435"/>
                <a:gd name="connsiteY0" fmla="*/ 10950 h 75436"/>
                <a:gd name="connsiteX1" fmla="*/ 64486 w 75435"/>
                <a:gd name="connsiteY1" fmla="*/ 64486 h 75436"/>
                <a:gd name="connsiteX2" fmla="*/ 10951 w 75435"/>
                <a:gd name="connsiteY2" fmla="*/ 64486 h 75436"/>
                <a:gd name="connsiteX3" fmla="*/ 10951 w 75435"/>
                <a:gd name="connsiteY3" fmla="*/ 10950 h 75436"/>
                <a:gd name="connsiteX4" fmla="*/ 64486 w 75435"/>
                <a:gd name="connsiteY4" fmla="*/ 10950 h 75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5" h="75436">
                  <a:moveTo>
                    <a:pt x="64486" y="10950"/>
                  </a:moveTo>
                  <a:cubicBezTo>
                    <a:pt x="79086" y="25551"/>
                    <a:pt x="79086" y="49885"/>
                    <a:pt x="64486" y="64486"/>
                  </a:cubicBezTo>
                  <a:cubicBezTo>
                    <a:pt x="49885" y="79086"/>
                    <a:pt x="25551" y="79086"/>
                    <a:pt x="10951" y="64486"/>
                  </a:cubicBezTo>
                  <a:cubicBezTo>
                    <a:pt x="-3650" y="49885"/>
                    <a:pt x="-3650" y="25551"/>
                    <a:pt x="10951" y="10950"/>
                  </a:cubicBezTo>
                  <a:cubicBezTo>
                    <a:pt x="25551" y="-3650"/>
                    <a:pt x="49885" y="-3650"/>
                    <a:pt x="64486" y="1095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FEBBE6FA-CE3C-5A1E-71E1-B778B36BDA8D}"/>
                </a:ext>
              </a:extLst>
            </p:cNvPr>
            <p:cNvSpPr/>
            <p:nvPr userDrawn="1"/>
          </p:nvSpPr>
          <p:spPr>
            <a:xfrm>
              <a:off x="7626863" y="474060"/>
              <a:ext cx="121816" cy="119729"/>
            </a:xfrm>
            <a:custGeom>
              <a:avLst/>
              <a:gdLst>
                <a:gd name="connsiteX0" fmla="*/ 90037 w 106461"/>
                <a:gd name="connsiteY0" fmla="*/ 14601 h 104637"/>
                <a:gd name="connsiteX1" fmla="*/ 90037 w 106461"/>
                <a:gd name="connsiteY1" fmla="*/ 90037 h 104637"/>
                <a:gd name="connsiteX2" fmla="*/ 14600 w 106461"/>
                <a:gd name="connsiteY2" fmla="*/ 90037 h 104637"/>
                <a:gd name="connsiteX3" fmla="*/ 14600 w 106461"/>
                <a:gd name="connsiteY3" fmla="*/ 14601 h 104637"/>
                <a:gd name="connsiteX4" fmla="*/ 90037 w 106461"/>
                <a:gd name="connsiteY4" fmla="*/ 14601 h 104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61" h="104637">
                  <a:moveTo>
                    <a:pt x="90037" y="14601"/>
                  </a:moveTo>
                  <a:cubicBezTo>
                    <a:pt x="111937" y="36501"/>
                    <a:pt x="111937" y="68136"/>
                    <a:pt x="90037" y="90037"/>
                  </a:cubicBezTo>
                  <a:cubicBezTo>
                    <a:pt x="70569" y="109504"/>
                    <a:pt x="36501" y="109504"/>
                    <a:pt x="14600" y="90037"/>
                  </a:cubicBezTo>
                  <a:cubicBezTo>
                    <a:pt x="-4867" y="70569"/>
                    <a:pt x="-4867" y="36501"/>
                    <a:pt x="14600" y="14601"/>
                  </a:cubicBezTo>
                  <a:cubicBezTo>
                    <a:pt x="36501" y="-4867"/>
                    <a:pt x="68136" y="-4867"/>
                    <a:pt x="90037" y="1460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D49C890F-50BB-5CA1-C1E8-5D2353A226A9}"/>
                </a:ext>
              </a:extLst>
            </p:cNvPr>
            <p:cNvSpPr/>
            <p:nvPr userDrawn="1"/>
          </p:nvSpPr>
          <p:spPr>
            <a:xfrm>
              <a:off x="7557950" y="1311104"/>
              <a:ext cx="121816" cy="120789"/>
            </a:xfrm>
            <a:custGeom>
              <a:avLst/>
              <a:gdLst>
                <a:gd name="connsiteX0" fmla="*/ 91861 w 106461"/>
                <a:gd name="connsiteY0" fmla="*/ 15526 h 105563"/>
                <a:gd name="connsiteX1" fmla="*/ 91861 w 106461"/>
                <a:gd name="connsiteY1" fmla="*/ 90963 h 105563"/>
                <a:gd name="connsiteX2" fmla="*/ 16426 w 106461"/>
                <a:gd name="connsiteY2" fmla="*/ 90963 h 105563"/>
                <a:gd name="connsiteX3" fmla="*/ 16426 w 106461"/>
                <a:gd name="connsiteY3" fmla="*/ 15526 h 105563"/>
                <a:gd name="connsiteX4" fmla="*/ 91861 w 106461"/>
                <a:gd name="connsiteY4" fmla="*/ 15526 h 105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461" h="105563">
                  <a:moveTo>
                    <a:pt x="91861" y="15526"/>
                  </a:moveTo>
                  <a:cubicBezTo>
                    <a:pt x="111329" y="34994"/>
                    <a:pt x="111329" y="69062"/>
                    <a:pt x="91861" y="90963"/>
                  </a:cubicBezTo>
                  <a:cubicBezTo>
                    <a:pt x="69961" y="110430"/>
                    <a:pt x="38326" y="110430"/>
                    <a:pt x="16426" y="90963"/>
                  </a:cubicBezTo>
                  <a:cubicBezTo>
                    <a:pt x="-5475" y="71495"/>
                    <a:pt x="-5475" y="37427"/>
                    <a:pt x="16426" y="15526"/>
                  </a:cubicBezTo>
                  <a:cubicBezTo>
                    <a:pt x="35893" y="-3941"/>
                    <a:pt x="69961" y="-6374"/>
                    <a:pt x="91861" y="15526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E7CE4EF7-23FB-CB71-EE0B-AEB038036016}"/>
                </a:ext>
              </a:extLst>
            </p:cNvPr>
            <p:cNvSpPr/>
            <p:nvPr userDrawn="1"/>
          </p:nvSpPr>
          <p:spPr>
            <a:xfrm>
              <a:off x="10291529" y="1089410"/>
              <a:ext cx="1899919" cy="437150"/>
            </a:xfrm>
            <a:custGeom>
              <a:avLst/>
              <a:gdLst>
                <a:gd name="connsiteX0" fmla="*/ 1381059 w 1899919"/>
                <a:gd name="connsiteY0" fmla="*/ 0 h 437150"/>
                <a:gd name="connsiteX1" fmla="*/ 1899919 w 1899919"/>
                <a:gd name="connsiteY1" fmla="*/ 0 h 437150"/>
                <a:gd name="connsiteX2" fmla="*/ 1899919 w 1899919"/>
                <a:gd name="connsiteY2" fmla="*/ 22275 h 437150"/>
                <a:gd name="connsiteX3" fmla="*/ 1389413 w 1899919"/>
                <a:gd name="connsiteY3" fmla="*/ 22275 h 437150"/>
                <a:gd name="connsiteX4" fmla="*/ 1266899 w 1899919"/>
                <a:gd name="connsiteY4" fmla="*/ 144789 h 437150"/>
                <a:gd name="connsiteX5" fmla="*/ 632058 w 1899919"/>
                <a:gd name="connsiteY5" fmla="*/ 142005 h 437150"/>
                <a:gd name="connsiteX6" fmla="*/ 348049 w 1899919"/>
                <a:gd name="connsiteY6" fmla="*/ 437150 h 437150"/>
                <a:gd name="connsiteX7" fmla="*/ 0 w 1899919"/>
                <a:gd name="connsiteY7" fmla="*/ 437150 h 437150"/>
                <a:gd name="connsiteX8" fmla="*/ 0 w 1899919"/>
                <a:gd name="connsiteY8" fmla="*/ 414876 h 437150"/>
                <a:gd name="connsiteX9" fmla="*/ 339696 w 1899919"/>
                <a:gd name="connsiteY9" fmla="*/ 414876 h 437150"/>
                <a:gd name="connsiteX10" fmla="*/ 623705 w 1899919"/>
                <a:gd name="connsiteY10" fmla="*/ 122513 h 437150"/>
                <a:gd name="connsiteX11" fmla="*/ 1258547 w 1899919"/>
                <a:gd name="connsiteY11" fmla="*/ 122513 h 43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99919" h="437150">
                  <a:moveTo>
                    <a:pt x="1381059" y="0"/>
                  </a:moveTo>
                  <a:lnTo>
                    <a:pt x="1899919" y="0"/>
                  </a:lnTo>
                  <a:lnTo>
                    <a:pt x="1899919" y="22275"/>
                  </a:lnTo>
                  <a:lnTo>
                    <a:pt x="1389413" y="22275"/>
                  </a:lnTo>
                  <a:lnTo>
                    <a:pt x="1266899" y="144789"/>
                  </a:lnTo>
                  <a:lnTo>
                    <a:pt x="632058" y="142005"/>
                  </a:lnTo>
                  <a:lnTo>
                    <a:pt x="348049" y="437150"/>
                  </a:lnTo>
                  <a:lnTo>
                    <a:pt x="0" y="437150"/>
                  </a:lnTo>
                  <a:lnTo>
                    <a:pt x="0" y="414876"/>
                  </a:lnTo>
                  <a:lnTo>
                    <a:pt x="339696" y="414876"/>
                  </a:lnTo>
                  <a:lnTo>
                    <a:pt x="623705" y="122513"/>
                  </a:lnTo>
                  <a:lnTo>
                    <a:pt x="1258547" y="122513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93CA1540-3620-6910-0979-76B304CC90CC}"/>
                </a:ext>
              </a:extLst>
            </p:cNvPr>
            <p:cNvSpPr/>
            <p:nvPr userDrawn="1"/>
          </p:nvSpPr>
          <p:spPr>
            <a:xfrm>
              <a:off x="8629245" y="1534914"/>
              <a:ext cx="3562202" cy="431581"/>
            </a:xfrm>
            <a:custGeom>
              <a:avLst/>
              <a:gdLst>
                <a:gd name="connsiteX0" fmla="*/ 2480895 w 3562202"/>
                <a:gd name="connsiteY0" fmla="*/ 0 h 431581"/>
                <a:gd name="connsiteX1" fmla="*/ 2915260 w 3562202"/>
                <a:gd name="connsiteY1" fmla="*/ 0 h 431581"/>
                <a:gd name="connsiteX2" fmla="*/ 3324567 w 3562202"/>
                <a:gd name="connsiteY2" fmla="*/ 409306 h 431581"/>
                <a:gd name="connsiteX3" fmla="*/ 3562202 w 3562202"/>
                <a:gd name="connsiteY3" fmla="*/ 409306 h 431581"/>
                <a:gd name="connsiteX4" fmla="*/ 3562202 w 3562202"/>
                <a:gd name="connsiteY4" fmla="*/ 431581 h 431581"/>
                <a:gd name="connsiteX5" fmla="*/ 3316213 w 3562202"/>
                <a:gd name="connsiteY5" fmla="*/ 431581 h 431581"/>
                <a:gd name="connsiteX6" fmla="*/ 2906908 w 3562202"/>
                <a:gd name="connsiteY6" fmla="*/ 22276 h 431581"/>
                <a:gd name="connsiteX7" fmla="*/ 2492033 w 3562202"/>
                <a:gd name="connsiteY7" fmla="*/ 22276 h 431581"/>
                <a:gd name="connsiteX8" fmla="*/ 2102218 w 3562202"/>
                <a:gd name="connsiteY8" fmla="*/ 412090 h 431581"/>
                <a:gd name="connsiteX9" fmla="*/ 757356 w 3562202"/>
                <a:gd name="connsiteY9" fmla="*/ 412090 h 431581"/>
                <a:gd name="connsiteX10" fmla="*/ 445503 w 3562202"/>
                <a:gd name="connsiteY10" fmla="*/ 97454 h 431581"/>
                <a:gd name="connsiteX11" fmla="*/ 0 w 3562202"/>
                <a:gd name="connsiteY11" fmla="*/ 97454 h 431581"/>
                <a:gd name="connsiteX12" fmla="*/ 0 w 3562202"/>
                <a:gd name="connsiteY12" fmla="*/ 75178 h 431581"/>
                <a:gd name="connsiteX13" fmla="*/ 453856 w 3562202"/>
                <a:gd name="connsiteY13" fmla="*/ 75178 h 431581"/>
                <a:gd name="connsiteX14" fmla="*/ 768494 w 3562202"/>
                <a:gd name="connsiteY14" fmla="*/ 389816 h 431581"/>
                <a:gd name="connsiteX15" fmla="*/ 2093864 w 3562202"/>
                <a:gd name="connsiteY15" fmla="*/ 389816 h 431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2202" h="431581">
                  <a:moveTo>
                    <a:pt x="2480895" y="0"/>
                  </a:moveTo>
                  <a:lnTo>
                    <a:pt x="2915260" y="0"/>
                  </a:lnTo>
                  <a:lnTo>
                    <a:pt x="3324567" y="409306"/>
                  </a:lnTo>
                  <a:lnTo>
                    <a:pt x="3562202" y="409306"/>
                  </a:lnTo>
                  <a:lnTo>
                    <a:pt x="3562202" y="431581"/>
                  </a:lnTo>
                  <a:lnTo>
                    <a:pt x="3316213" y="431581"/>
                  </a:lnTo>
                  <a:lnTo>
                    <a:pt x="2906908" y="22276"/>
                  </a:lnTo>
                  <a:lnTo>
                    <a:pt x="2492033" y="22276"/>
                  </a:lnTo>
                  <a:lnTo>
                    <a:pt x="2102218" y="412090"/>
                  </a:lnTo>
                  <a:lnTo>
                    <a:pt x="757356" y="412090"/>
                  </a:lnTo>
                  <a:lnTo>
                    <a:pt x="445503" y="97454"/>
                  </a:lnTo>
                  <a:lnTo>
                    <a:pt x="0" y="97454"/>
                  </a:lnTo>
                  <a:lnTo>
                    <a:pt x="0" y="75178"/>
                  </a:lnTo>
                  <a:lnTo>
                    <a:pt x="453856" y="75178"/>
                  </a:lnTo>
                  <a:lnTo>
                    <a:pt x="768494" y="389816"/>
                  </a:lnTo>
                  <a:lnTo>
                    <a:pt x="2093864" y="389816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8B70E66B-913D-0C09-6FDA-D37E5CEC1A91}"/>
                </a:ext>
              </a:extLst>
            </p:cNvPr>
            <p:cNvSpPr/>
            <p:nvPr userDrawn="1"/>
          </p:nvSpPr>
          <p:spPr>
            <a:xfrm>
              <a:off x="7707610" y="1298241"/>
              <a:ext cx="4483837" cy="952263"/>
            </a:xfrm>
            <a:custGeom>
              <a:avLst/>
              <a:gdLst>
                <a:gd name="connsiteX0" fmla="*/ 3488845 w 4483837"/>
                <a:gd name="connsiteY0" fmla="*/ 0 h 952263"/>
                <a:gd name="connsiteX1" fmla="*/ 4483837 w 4483837"/>
                <a:gd name="connsiteY1" fmla="*/ 0 h 952263"/>
                <a:gd name="connsiteX2" fmla="*/ 4483837 w 4483837"/>
                <a:gd name="connsiteY2" fmla="*/ 22275 h 952263"/>
                <a:gd name="connsiteX3" fmla="*/ 3497197 w 4483837"/>
                <a:gd name="connsiteY3" fmla="*/ 22275 h 952263"/>
                <a:gd name="connsiteX4" fmla="*/ 3115735 w 4483837"/>
                <a:gd name="connsiteY4" fmla="*/ 403737 h 952263"/>
                <a:gd name="connsiteX5" fmla="*/ 2280418 w 4483837"/>
                <a:gd name="connsiteY5" fmla="*/ 403737 h 952263"/>
                <a:gd name="connsiteX6" fmla="*/ 1731892 w 4483837"/>
                <a:gd name="connsiteY6" fmla="*/ 952263 h 952263"/>
                <a:gd name="connsiteX7" fmla="*/ 818611 w 4483837"/>
                <a:gd name="connsiteY7" fmla="*/ 952263 h 952263"/>
                <a:gd name="connsiteX8" fmla="*/ 659902 w 4483837"/>
                <a:gd name="connsiteY8" fmla="*/ 790769 h 952263"/>
                <a:gd name="connsiteX9" fmla="*/ 0 w 4483837"/>
                <a:gd name="connsiteY9" fmla="*/ 790769 h 952263"/>
                <a:gd name="connsiteX10" fmla="*/ 0 w 4483837"/>
                <a:gd name="connsiteY10" fmla="*/ 768494 h 952263"/>
                <a:gd name="connsiteX11" fmla="*/ 668255 w 4483837"/>
                <a:gd name="connsiteY11" fmla="*/ 768494 h 952263"/>
                <a:gd name="connsiteX12" fmla="*/ 829749 w 4483837"/>
                <a:gd name="connsiteY12" fmla="*/ 929989 h 952263"/>
                <a:gd name="connsiteX13" fmla="*/ 1723539 w 4483837"/>
                <a:gd name="connsiteY13" fmla="*/ 929989 h 952263"/>
                <a:gd name="connsiteX14" fmla="*/ 2272065 w 4483837"/>
                <a:gd name="connsiteY14" fmla="*/ 381462 h 952263"/>
                <a:gd name="connsiteX15" fmla="*/ 3107384 w 4483837"/>
                <a:gd name="connsiteY15" fmla="*/ 381462 h 952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483837" h="952263">
                  <a:moveTo>
                    <a:pt x="3488845" y="0"/>
                  </a:moveTo>
                  <a:lnTo>
                    <a:pt x="4483837" y="0"/>
                  </a:lnTo>
                  <a:lnTo>
                    <a:pt x="4483837" y="22275"/>
                  </a:lnTo>
                  <a:lnTo>
                    <a:pt x="3497197" y="22275"/>
                  </a:lnTo>
                  <a:lnTo>
                    <a:pt x="3115735" y="403737"/>
                  </a:lnTo>
                  <a:lnTo>
                    <a:pt x="2280418" y="403737"/>
                  </a:lnTo>
                  <a:lnTo>
                    <a:pt x="1731892" y="952263"/>
                  </a:lnTo>
                  <a:lnTo>
                    <a:pt x="818611" y="952263"/>
                  </a:lnTo>
                  <a:lnTo>
                    <a:pt x="659902" y="790769"/>
                  </a:lnTo>
                  <a:lnTo>
                    <a:pt x="0" y="790769"/>
                  </a:lnTo>
                  <a:lnTo>
                    <a:pt x="0" y="768494"/>
                  </a:lnTo>
                  <a:lnTo>
                    <a:pt x="668255" y="768494"/>
                  </a:lnTo>
                  <a:lnTo>
                    <a:pt x="829749" y="929989"/>
                  </a:lnTo>
                  <a:lnTo>
                    <a:pt x="1723539" y="929989"/>
                  </a:lnTo>
                  <a:lnTo>
                    <a:pt x="2272065" y="381462"/>
                  </a:lnTo>
                  <a:lnTo>
                    <a:pt x="3107384" y="381462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1C228A1-4F72-7C04-8055-0294112167B0}"/>
                </a:ext>
              </a:extLst>
            </p:cNvPr>
            <p:cNvSpPr/>
            <p:nvPr userDrawn="1"/>
          </p:nvSpPr>
          <p:spPr>
            <a:xfrm>
              <a:off x="8634814" y="2052812"/>
              <a:ext cx="2711999" cy="1481297"/>
            </a:xfrm>
            <a:custGeom>
              <a:avLst/>
              <a:gdLst>
                <a:gd name="connsiteX0" fmla="*/ 2370149 w 2370148"/>
                <a:gd name="connsiteY0" fmla="*/ 1294579 h 1294578"/>
                <a:gd name="connsiteX1" fmla="*/ 2046504 w 2370148"/>
                <a:gd name="connsiteY1" fmla="*/ 1294579 h 1294578"/>
                <a:gd name="connsiteX2" fmla="*/ 1713126 w 2370148"/>
                <a:gd name="connsiteY2" fmla="*/ 961201 h 1294578"/>
                <a:gd name="connsiteX3" fmla="*/ 1287278 w 2370148"/>
                <a:gd name="connsiteY3" fmla="*/ 961201 h 1294578"/>
                <a:gd name="connsiteX4" fmla="*/ 345546 w 2370148"/>
                <a:gd name="connsiteY4" fmla="*/ 19467 h 1294578"/>
                <a:gd name="connsiteX5" fmla="*/ 0 w 2370148"/>
                <a:gd name="connsiteY5" fmla="*/ 19467 h 1294578"/>
                <a:gd name="connsiteX6" fmla="*/ 0 w 2370148"/>
                <a:gd name="connsiteY6" fmla="*/ 0 h 1294578"/>
                <a:gd name="connsiteX7" fmla="*/ 352846 w 2370148"/>
                <a:gd name="connsiteY7" fmla="*/ 0 h 1294578"/>
                <a:gd name="connsiteX8" fmla="*/ 1294578 w 2370148"/>
                <a:gd name="connsiteY8" fmla="*/ 941733 h 1294578"/>
                <a:gd name="connsiteX9" fmla="*/ 1720426 w 2370148"/>
                <a:gd name="connsiteY9" fmla="*/ 941733 h 1294578"/>
                <a:gd name="connsiteX10" fmla="*/ 2053805 w 2370148"/>
                <a:gd name="connsiteY10" fmla="*/ 1275112 h 1294578"/>
                <a:gd name="connsiteX11" fmla="*/ 2370149 w 2370148"/>
                <a:gd name="connsiteY11" fmla="*/ 1275112 h 1294578"/>
                <a:gd name="connsiteX12" fmla="*/ 2370149 w 2370148"/>
                <a:gd name="connsiteY12" fmla="*/ 1294579 h 129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70148" h="1294578">
                  <a:moveTo>
                    <a:pt x="2370149" y="1294579"/>
                  </a:moveTo>
                  <a:lnTo>
                    <a:pt x="2046504" y="1294579"/>
                  </a:lnTo>
                  <a:lnTo>
                    <a:pt x="1713126" y="961201"/>
                  </a:lnTo>
                  <a:lnTo>
                    <a:pt x="1287278" y="961201"/>
                  </a:lnTo>
                  <a:lnTo>
                    <a:pt x="345546" y="19467"/>
                  </a:lnTo>
                  <a:lnTo>
                    <a:pt x="0" y="19467"/>
                  </a:lnTo>
                  <a:lnTo>
                    <a:pt x="0" y="0"/>
                  </a:lnTo>
                  <a:lnTo>
                    <a:pt x="352846" y="0"/>
                  </a:lnTo>
                  <a:lnTo>
                    <a:pt x="1294578" y="941733"/>
                  </a:lnTo>
                  <a:lnTo>
                    <a:pt x="1720426" y="941733"/>
                  </a:lnTo>
                  <a:lnTo>
                    <a:pt x="2053805" y="1275112"/>
                  </a:lnTo>
                  <a:lnTo>
                    <a:pt x="2370149" y="1275112"/>
                  </a:lnTo>
                  <a:lnTo>
                    <a:pt x="2370149" y="129457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EB9A71B-2F05-72EB-6AF6-D361D5D8C12E}"/>
                </a:ext>
              </a:extLst>
            </p:cNvPr>
            <p:cNvSpPr/>
            <p:nvPr userDrawn="1"/>
          </p:nvSpPr>
          <p:spPr>
            <a:xfrm>
              <a:off x="9854378" y="2019400"/>
              <a:ext cx="2337069" cy="320205"/>
            </a:xfrm>
            <a:custGeom>
              <a:avLst/>
              <a:gdLst>
                <a:gd name="connsiteX0" fmla="*/ 2210808 w 2337069"/>
                <a:gd name="connsiteY0" fmla="*/ 0 h 320205"/>
                <a:gd name="connsiteX1" fmla="*/ 2337069 w 2337069"/>
                <a:gd name="connsiteY1" fmla="*/ 0 h 320205"/>
                <a:gd name="connsiteX2" fmla="*/ 2337069 w 2337069"/>
                <a:gd name="connsiteY2" fmla="*/ 41766 h 320205"/>
                <a:gd name="connsiteX3" fmla="*/ 2230299 w 2337069"/>
                <a:gd name="connsiteY3" fmla="*/ 41766 h 320205"/>
                <a:gd name="connsiteX4" fmla="*/ 1951859 w 2337069"/>
                <a:gd name="connsiteY4" fmla="*/ 320205 h 320205"/>
                <a:gd name="connsiteX5" fmla="*/ 1408903 w 2337069"/>
                <a:gd name="connsiteY5" fmla="*/ 320205 h 320205"/>
                <a:gd name="connsiteX6" fmla="*/ 1191720 w 2337069"/>
                <a:gd name="connsiteY6" fmla="*/ 103022 h 320205"/>
                <a:gd name="connsiteX7" fmla="*/ 2784 w 2337069"/>
                <a:gd name="connsiteY7" fmla="*/ 103022 h 320205"/>
                <a:gd name="connsiteX8" fmla="*/ 0 w 2337069"/>
                <a:gd name="connsiteY8" fmla="*/ 58473 h 320205"/>
                <a:gd name="connsiteX9" fmla="*/ 1208427 w 2337069"/>
                <a:gd name="connsiteY9" fmla="*/ 58473 h 320205"/>
                <a:gd name="connsiteX10" fmla="*/ 1428394 w 2337069"/>
                <a:gd name="connsiteY10" fmla="*/ 275655 h 320205"/>
                <a:gd name="connsiteX11" fmla="*/ 1935154 w 2337069"/>
                <a:gd name="connsiteY11" fmla="*/ 275655 h 320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337069" h="320205">
                  <a:moveTo>
                    <a:pt x="2210808" y="0"/>
                  </a:moveTo>
                  <a:lnTo>
                    <a:pt x="2337069" y="0"/>
                  </a:lnTo>
                  <a:lnTo>
                    <a:pt x="2337069" y="41766"/>
                  </a:lnTo>
                  <a:lnTo>
                    <a:pt x="2230299" y="41766"/>
                  </a:lnTo>
                  <a:lnTo>
                    <a:pt x="1951859" y="320205"/>
                  </a:lnTo>
                  <a:lnTo>
                    <a:pt x="1408903" y="320205"/>
                  </a:lnTo>
                  <a:lnTo>
                    <a:pt x="1191720" y="103022"/>
                  </a:lnTo>
                  <a:lnTo>
                    <a:pt x="2784" y="103022"/>
                  </a:lnTo>
                  <a:lnTo>
                    <a:pt x="0" y="58473"/>
                  </a:lnTo>
                  <a:lnTo>
                    <a:pt x="1208427" y="58473"/>
                  </a:lnTo>
                  <a:lnTo>
                    <a:pt x="1428394" y="275655"/>
                  </a:lnTo>
                  <a:lnTo>
                    <a:pt x="1935154" y="27565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DBE7BB39-1EF3-ACF0-848D-C10BE3C81B4F}"/>
                </a:ext>
              </a:extLst>
            </p:cNvPr>
            <p:cNvSpPr/>
            <p:nvPr userDrawn="1"/>
          </p:nvSpPr>
          <p:spPr>
            <a:xfrm>
              <a:off x="9999167" y="2308537"/>
              <a:ext cx="2192281" cy="429238"/>
            </a:xfrm>
            <a:custGeom>
              <a:avLst/>
              <a:gdLst>
                <a:gd name="connsiteX0" fmla="*/ 2192281 w 2192281"/>
                <a:gd name="connsiteY0" fmla="*/ 0 h 429238"/>
                <a:gd name="connsiteX1" fmla="*/ 2192281 w 2192281"/>
                <a:gd name="connsiteY1" fmla="*/ 30105 h 429238"/>
                <a:gd name="connsiteX2" fmla="*/ 2060451 w 2192281"/>
                <a:gd name="connsiteY2" fmla="*/ 161935 h 429238"/>
                <a:gd name="connsiteX3" fmla="*/ 1127679 w 2192281"/>
                <a:gd name="connsiteY3" fmla="*/ 161935 h 429238"/>
                <a:gd name="connsiteX4" fmla="*/ 860378 w 2192281"/>
                <a:gd name="connsiteY4" fmla="*/ 429238 h 429238"/>
                <a:gd name="connsiteX5" fmla="*/ 0 w 2192281"/>
                <a:gd name="connsiteY5" fmla="*/ 429238 h 429238"/>
                <a:gd name="connsiteX6" fmla="*/ 0 w 2192281"/>
                <a:gd name="connsiteY6" fmla="*/ 409746 h 429238"/>
                <a:gd name="connsiteX7" fmla="*/ 852025 w 2192281"/>
                <a:gd name="connsiteY7" fmla="*/ 409746 h 429238"/>
                <a:gd name="connsiteX8" fmla="*/ 1119327 w 2192281"/>
                <a:gd name="connsiteY8" fmla="*/ 142444 h 429238"/>
                <a:gd name="connsiteX9" fmla="*/ 2052098 w 2192281"/>
                <a:gd name="connsiteY9" fmla="*/ 142444 h 429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92281" h="429238">
                  <a:moveTo>
                    <a:pt x="2192281" y="0"/>
                  </a:moveTo>
                  <a:lnTo>
                    <a:pt x="2192281" y="30105"/>
                  </a:lnTo>
                  <a:lnTo>
                    <a:pt x="2060451" y="161935"/>
                  </a:lnTo>
                  <a:lnTo>
                    <a:pt x="1127679" y="161935"/>
                  </a:lnTo>
                  <a:lnTo>
                    <a:pt x="860378" y="429238"/>
                  </a:lnTo>
                  <a:lnTo>
                    <a:pt x="0" y="429238"/>
                  </a:lnTo>
                  <a:lnTo>
                    <a:pt x="0" y="409746"/>
                  </a:lnTo>
                  <a:lnTo>
                    <a:pt x="852025" y="409746"/>
                  </a:lnTo>
                  <a:lnTo>
                    <a:pt x="1119327" y="142444"/>
                  </a:lnTo>
                  <a:lnTo>
                    <a:pt x="2052098" y="14244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6ADF1EA1-0A45-2580-085E-04B55C37952B}"/>
                </a:ext>
              </a:extLst>
            </p:cNvPr>
            <p:cNvSpPr/>
            <p:nvPr userDrawn="1"/>
          </p:nvSpPr>
          <p:spPr>
            <a:xfrm>
              <a:off x="7548900" y="2275564"/>
              <a:ext cx="4642547" cy="860378"/>
            </a:xfrm>
            <a:custGeom>
              <a:avLst/>
              <a:gdLst>
                <a:gd name="connsiteX0" fmla="*/ 2182966 w 4642547"/>
                <a:gd name="connsiteY0" fmla="*/ 0 h 860378"/>
                <a:gd name="connsiteX1" fmla="*/ 2745413 w 4642547"/>
                <a:gd name="connsiteY1" fmla="*/ 0 h 860378"/>
                <a:gd name="connsiteX2" fmla="*/ 3558455 w 4642547"/>
                <a:gd name="connsiteY2" fmla="*/ 815828 h 860378"/>
                <a:gd name="connsiteX3" fmla="*/ 3903721 w 4642547"/>
                <a:gd name="connsiteY3" fmla="*/ 815828 h 860378"/>
                <a:gd name="connsiteX4" fmla="*/ 4079137 w 4642547"/>
                <a:gd name="connsiteY4" fmla="*/ 640411 h 860378"/>
                <a:gd name="connsiteX5" fmla="*/ 4642547 w 4642547"/>
                <a:gd name="connsiteY5" fmla="*/ 640411 h 860378"/>
                <a:gd name="connsiteX6" fmla="*/ 4642547 w 4642547"/>
                <a:gd name="connsiteY6" fmla="*/ 684962 h 860378"/>
                <a:gd name="connsiteX7" fmla="*/ 4095844 w 4642547"/>
                <a:gd name="connsiteY7" fmla="*/ 684962 h 860378"/>
                <a:gd name="connsiteX8" fmla="*/ 3923211 w 4642547"/>
                <a:gd name="connsiteY8" fmla="*/ 857594 h 860378"/>
                <a:gd name="connsiteX9" fmla="*/ 3541748 w 4642547"/>
                <a:gd name="connsiteY9" fmla="*/ 860378 h 860378"/>
                <a:gd name="connsiteX10" fmla="*/ 2725921 w 4642547"/>
                <a:gd name="connsiteY10" fmla="*/ 44551 h 860378"/>
                <a:gd name="connsiteX11" fmla="*/ 2199671 w 4642547"/>
                <a:gd name="connsiteY11" fmla="*/ 44551 h 860378"/>
                <a:gd name="connsiteX12" fmla="*/ 1809857 w 4642547"/>
                <a:gd name="connsiteY12" fmla="*/ 434366 h 860378"/>
                <a:gd name="connsiteX13" fmla="*/ 529035 w 4642547"/>
                <a:gd name="connsiteY13" fmla="*/ 434366 h 860378"/>
                <a:gd name="connsiteX14" fmla="*/ 309068 w 4642547"/>
                <a:gd name="connsiteY14" fmla="*/ 651549 h 860378"/>
                <a:gd name="connsiteX15" fmla="*/ 0 w 4642547"/>
                <a:gd name="connsiteY15" fmla="*/ 651549 h 860378"/>
                <a:gd name="connsiteX16" fmla="*/ 0 w 4642547"/>
                <a:gd name="connsiteY16" fmla="*/ 609782 h 860378"/>
                <a:gd name="connsiteX17" fmla="*/ 292362 w 4642547"/>
                <a:gd name="connsiteY17" fmla="*/ 609782 h 860378"/>
                <a:gd name="connsiteX18" fmla="*/ 509544 w 4642547"/>
                <a:gd name="connsiteY18" fmla="*/ 392600 h 860378"/>
                <a:gd name="connsiteX19" fmla="*/ 1790366 w 4642547"/>
                <a:gd name="connsiteY19" fmla="*/ 392600 h 860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642547" h="860378">
                  <a:moveTo>
                    <a:pt x="2182966" y="0"/>
                  </a:moveTo>
                  <a:lnTo>
                    <a:pt x="2745413" y="0"/>
                  </a:lnTo>
                  <a:lnTo>
                    <a:pt x="3558455" y="815828"/>
                  </a:lnTo>
                  <a:lnTo>
                    <a:pt x="3903721" y="815828"/>
                  </a:lnTo>
                  <a:lnTo>
                    <a:pt x="4079137" y="640411"/>
                  </a:lnTo>
                  <a:lnTo>
                    <a:pt x="4642547" y="640411"/>
                  </a:lnTo>
                  <a:lnTo>
                    <a:pt x="4642547" y="684962"/>
                  </a:lnTo>
                  <a:lnTo>
                    <a:pt x="4095844" y="684962"/>
                  </a:lnTo>
                  <a:lnTo>
                    <a:pt x="3923211" y="857594"/>
                  </a:lnTo>
                  <a:lnTo>
                    <a:pt x="3541748" y="860378"/>
                  </a:lnTo>
                  <a:lnTo>
                    <a:pt x="2725921" y="44551"/>
                  </a:lnTo>
                  <a:lnTo>
                    <a:pt x="2199671" y="44551"/>
                  </a:lnTo>
                  <a:lnTo>
                    <a:pt x="1809857" y="434366"/>
                  </a:lnTo>
                  <a:lnTo>
                    <a:pt x="529035" y="434366"/>
                  </a:lnTo>
                  <a:lnTo>
                    <a:pt x="309068" y="651549"/>
                  </a:lnTo>
                  <a:lnTo>
                    <a:pt x="0" y="651549"/>
                  </a:lnTo>
                  <a:lnTo>
                    <a:pt x="0" y="609782"/>
                  </a:lnTo>
                  <a:lnTo>
                    <a:pt x="292362" y="609782"/>
                  </a:lnTo>
                  <a:lnTo>
                    <a:pt x="509544" y="392600"/>
                  </a:lnTo>
                  <a:lnTo>
                    <a:pt x="1790366" y="39260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519999BC-832B-011F-89DA-66F2F0CC5CDE}"/>
                </a:ext>
              </a:extLst>
            </p:cNvPr>
            <p:cNvSpPr/>
            <p:nvPr userDrawn="1"/>
          </p:nvSpPr>
          <p:spPr>
            <a:xfrm>
              <a:off x="8178172" y="2342388"/>
              <a:ext cx="4013275" cy="690530"/>
            </a:xfrm>
            <a:custGeom>
              <a:avLst/>
              <a:gdLst>
                <a:gd name="connsiteX0" fmla="*/ 0 w 4013275"/>
                <a:gd name="connsiteY0" fmla="*/ 0 h 690530"/>
                <a:gd name="connsiteX1" fmla="*/ 765709 w 4013275"/>
                <a:gd name="connsiteY1" fmla="*/ 0 h 690530"/>
                <a:gd name="connsiteX2" fmla="*/ 1411687 w 4013275"/>
                <a:gd name="connsiteY2" fmla="*/ 645980 h 690530"/>
                <a:gd name="connsiteX3" fmla="*/ 2781609 w 4013275"/>
                <a:gd name="connsiteY3" fmla="*/ 645980 h 690530"/>
                <a:gd name="connsiteX4" fmla="*/ 3085109 w 4013275"/>
                <a:gd name="connsiteY4" fmla="*/ 345265 h 690530"/>
                <a:gd name="connsiteX5" fmla="*/ 4013275 w 4013275"/>
                <a:gd name="connsiteY5" fmla="*/ 345265 h 690530"/>
                <a:gd name="connsiteX6" fmla="*/ 4013275 w 4013275"/>
                <a:gd name="connsiteY6" fmla="*/ 387031 h 690530"/>
                <a:gd name="connsiteX7" fmla="*/ 3101815 w 4013275"/>
                <a:gd name="connsiteY7" fmla="*/ 387031 h 690530"/>
                <a:gd name="connsiteX8" fmla="*/ 2801100 w 4013275"/>
                <a:gd name="connsiteY8" fmla="*/ 690530 h 690530"/>
                <a:gd name="connsiteX9" fmla="*/ 1394982 w 4013275"/>
                <a:gd name="connsiteY9" fmla="*/ 690530 h 690530"/>
                <a:gd name="connsiteX10" fmla="*/ 749002 w 4013275"/>
                <a:gd name="connsiteY10" fmla="*/ 44551 h 690530"/>
                <a:gd name="connsiteX11" fmla="*/ 0 w 4013275"/>
                <a:gd name="connsiteY11" fmla="*/ 44551 h 69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13275" h="690530">
                  <a:moveTo>
                    <a:pt x="0" y="0"/>
                  </a:moveTo>
                  <a:lnTo>
                    <a:pt x="765709" y="0"/>
                  </a:lnTo>
                  <a:lnTo>
                    <a:pt x="1411687" y="645980"/>
                  </a:lnTo>
                  <a:lnTo>
                    <a:pt x="2781609" y="645980"/>
                  </a:lnTo>
                  <a:lnTo>
                    <a:pt x="3085109" y="345265"/>
                  </a:lnTo>
                  <a:lnTo>
                    <a:pt x="4013275" y="345265"/>
                  </a:lnTo>
                  <a:lnTo>
                    <a:pt x="4013275" y="387031"/>
                  </a:lnTo>
                  <a:lnTo>
                    <a:pt x="3101815" y="387031"/>
                  </a:lnTo>
                  <a:lnTo>
                    <a:pt x="2801100" y="690530"/>
                  </a:lnTo>
                  <a:lnTo>
                    <a:pt x="1394982" y="690530"/>
                  </a:lnTo>
                  <a:lnTo>
                    <a:pt x="749002" y="44551"/>
                  </a:lnTo>
                  <a:lnTo>
                    <a:pt x="0" y="4455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155D78B1-49E4-1F2A-A296-23FB6E7F8925}"/>
                </a:ext>
              </a:extLst>
            </p:cNvPr>
            <p:cNvSpPr/>
            <p:nvPr userDrawn="1"/>
          </p:nvSpPr>
          <p:spPr>
            <a:xfrm>
              <a:off x="7548900" y="2843580"/>
              <a:ext cx="1701265" cy="339695"/>
            </a:xfrm>
            <a:custGeom>
              <a:avLst/>
              <a:gdLst>
                <a:gd name="connsiteX0" fmla="*/ 416115 w 1486818"/>
                <a:gd name="connsiteY0" fmla="*/ 296877 h 296876"/>
                <a:gd name="connsiteX1" fmla="*/ 0 w 1486818"/>
                <a:gd name="connsiteY1" fmla="*/ 294444 h 296876"/>
                <a:gd name="connsiteX2" fmla="*/ 0 w 1486818"/>
                <a:gd name="connsiteY2" fmla="*/ 277410 h 296876"/>
                <a:gd name="connsiteX3" fmla="*/ 408815 w 1486818"/>
                <a:gd name="connsiteY3" fmla="*/ 277410 h 296876"/>
                <a:gd name="connsiteX4" fmla="*/ 686224 w 1486818"/>
                <a:gd name="connsiteY4" fmla="*/ 0 h 296876"/>
                <a:gd name="connsiteX5" fmla="*/ 1486818 w 1486818"/>
                <a:gd name="connsiteY5" fmla="*/ 0 h 296876"/>
                <a:gd name="connsiteX6" fmla="*/ 1486818 w 1486818"/>
                <a:gd name="connsiteY6" fmla="*/ 17034 h 296876"/>
                <a:gd name="connsiteX7" fmla="*/ 693524 w 1486818"/>
                <a:gd name="connsiteY7" fmla="*/ 17034 h 296876"/>
                <a:gd name="connsiteX8" fmla="*/ 416115 w 1486818"/>
                <a:gd name="connsiteY8" fmla="*/ 296877 h 29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86818" h="296876">
                  <a:moveTo>
                    <a:pt x="416115" y="296877"/>
                  </a:moveTo>
                  <a:lnTo>
                    <a:pt x="0" y="294444"/>
                  </a:lnTo>
                  <a:lnTo>
                    <a:pt x="0" y="277410"/>
                  </a:lnTo>
                  <a:lnTo>
                    <a:pt x="408815" y="277410"/>
                  </a:lnTo>
                  <a:lnTo>
                    <a:pt x="686224" y="0"/>
                  </a:lnTo>
                  <a:lnTo>
                    <a:pt x="1486818" y="0"/>
                  </a:lnTo>
                  <a:lnTo>
                    <a:pt x="1486818" y="17034"/>
                  </a:lnTo>
                  <a:lnTo>
                    <a:pt x="693524" y="17034"/>
                  </a:lnTo>
                  <a:lnTo>
                    <a:pt x="416115" y="296877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7B0BDA69-96F8-6FC0-6490-F63A4D926DB8}"/>
                </a:ext>
              </a:extLst>
            </p:cNvPr>
            <p:cNvSpPr/>
            <p:nvPr userDrawn="1"/>
          </p:nvSpPr>
          <p:spPr>
            <a:xfrm>
              <a:off x="8643168" y="3244533"/>
              <a:ext cx="3548279" cy="815828"/>
            </a:xfrm>
            <a:custGeom>
              <a:avLst/>
              <a:gdLst>
                <a:gd name="connsiteX0" fmla="*/ 0 w 3548279"/>
                <a:gd name="connsiteY0" fmla="*/ 0 h 815828"/>
                <a:gd name="connsiteX1" fmla="*/ 339695 w 3548279"/>
                <a:gd name="connsiteY1" fmla="*/ 0 h 815828"/>
                <a:gd name="connsiteX2" fmla="*/ 668254 w 3548279"/>
                <a:gd name="connsiteY2" fmla="*/ 328559 h 815828"/>
                <a:gd name="connsiteX3" fmla="*/ 1503573 w 3548279"/>
                <a:gd name="connsiteY3" fmla="*/ 328559 h 815828"/>
                <a:gd name="connsiteX4" fmla="*/ 1965782 w 3548279"/>
                <a:gd name="connsiteY4" fmla="*/ 793554 h 815828"/>
                <a:gd name="connsiteX5" fmla="*/ 3548279 w 3548279"/>
                <a:gd name="connsiteY5" fmla="*/ 793554 h 815828"/>
                <a:gd name="connsiteX6" fmla="*/ 3548279 w 3548279"/>
                <a:gd name="connsiteY6" fmla="*/ 815828 h 815828"/>
                <a:gd name="connsiteX7" fmla="*/ 1957429 w 3548279"/>
                <a:gd name="connsiteY7" fmla="*/ 815828 h 815828"/>
                <a:gd name="connsiteX8" fmla="*/ 1495220 w 3548279"/>
                <a:gd name="connsiteY8" fmla="*/ 350834 h 815828"/>
                <a:gd name="connsiteX9" fmla="*/ 657117 w 3548279"/>
                <a:gd name="connsiteY9" fmla="*/ 350834 h 815828"/>
                <a:gd name="connsiteX10" fmla="*/ 331342 w 3548279"/>
                <a:gd name="connsiteY10" fmla="*/ 22275 h 815828"/>
                <a:gd name="connsiteX11" fmla="*/ 0 w 3548279"/>
                <a:gd name="connsiteY11" fmla="*/ 22275 h 81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548279" h="815828">
                  <a:moveTo>
                    <a:pt x="0" y="0"/>
                  </a:moveTo>
                  <a:lnTo>
                    <a:pt x="339695" y="0"/>
                  </a:lnTo>
                  <a:lnTo>
                    <a:pt x="668254" y="328559"/>
                  </a:lnTo>
                  <a:lnTo>
                    <a:pt x="1503573" y="328559"/>
                  </a:lnTo>
                  <a:lnTo>
                    <a:pt x="1965782" y="793554"/>
                  </a:lnTo>
                  <a:lnTo>
                    <a:pt x="3548279" y="793554"/>
                  </a:lnTo>
                  <a:lnTo>
                    <a:pt x="3548279" y="815828"/>
                  </a:lnTo>
                  <a:lnTo>
                    <a:pt x="1957429" y="815828"/>
                  </a:lnTo>
                  <a:lnTo>
                    <a:pt x="1495220" y="350834"/>
                  </a:lnTo>
                  <a:lnTo>
                    <a:pt x="657117" y="350834"/>
                  </a:lnTo>
                  <a:lnTo>
                    <a:pt x="331342" y="22275"/>
                  </a:lnTo>
                  <a:lnTo>
                    <a:pt x="0" y="2227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FE6260C3-4749-957A-E034-E9B26E00982E}"/>
                </a:ext>
              </a:extLst>
            </p:cNvPr>
            <p:cNvSpPr/>
            <p:nvPr userDrawn="1"/>
          </p:nvSpPr>
          <p:spPr>
            <a:xfrm>
              <a:off x="7186929" y="3489560"/>
              <a:ext cx="5004518" cy="1141602"/>
            </a:xfrm>
            <a:custGeom>
              <a:avLst/>
              <a:gdLst>
                <a:gd name="connsiteX0" fmla="*/ 200477 w 5004518"/>
                <a:gd name="connsiteY0" fmla="*/ 0 h 1141602"/>
                <a:gd name="connsiteX1" fmla="*/ 1539770 w 5004518"/>
                <a:gd name="connsiteY1" fmla="*/ 0 h 1141602"/>
                <a:gd name="connsiteX2" fmla="*/ 2517092 w 5004518"/>
                <a:gd name="connsiteY2" fmla="*/ 977323 h 1141602"/>
                <a:gd name="connsiteX3" fmla="*/ 3266094 w 5004518"/>
                <a:gd name="connsiteY3" fmla="*/ 977323 h 1141602"/>
                <a:gd name="connsiteX4" fmla="*/ 3408098 w 5004518"/>
                <a:gd name="connsiteY4" fmla="*/ 1119328 h 1141602"/>
                <a:gd name="connsiteX5" fmla="*/ 4769666 w 5004518"/>
                <a:gd name="connsiteY5" fmla="*/ 1119328 h 1141602"/>
                <a:gd name="connsiteX6" fmla="*/ 4878258 w 5004518"/>
                <a:gd name="connsiteY6" fmla="*/ 1013521 h 1141602"/>
                <a:gd name="connsiteX7" fmla="*/ 5004518 w 5004518"/>
                <a:gd name="connsiteY7" fmla="*/ 1013521 h 1141602"/>
                <a:gd name="connsiteX8" fmla="*/ 5004518 w 5004518"/>
                <a:gd name="connsiteY8" fmla="*/ 1033011 h 1141602"/>
                <a:gd name="connsiteX9" fmla="*/ 4886610 w 5004518"/>
                <a:gd name="connsiteY9" fmla="*/ 1033011 h 1141602"/>
                <a:gd name="connsiteX10" fmla="*/ 4780804 w 5004518"/>
                <a:gd name="connsiteY10" fmla="*/ 1141602 h 1141602"/>
                <a:gd name="connsiteX11" fmla="*/ 3399745 w 5004518"/>
                <a:gd name="connsiteY11" fmla="*/ 1141602 h 1141602"/>
                <a:gd name="connsiteX12" fmla="*/ 3257740 w 5004518"/>
                <a:gd name="connsiteY12" fmla="*/ 999598 h 1141602"/>
                <a:gd name="connsiteX13" fmla="*/ 2508739 w 5004518"/>
                <a:gd name="connsiteY13" fmla="*/ 999598 h 1141602"/>
                <a:gd name="connsiteX14" fmla="*/ 1528632 w 5004518"/>
                <a:gd name="connsiteY14" fmla="*/ 19491 h 1141602"/>
                <a:gd name="connsiteX15" fmla="*/ 211614 w 5004518"/>
                <a:gd name="connsiteY15" fmla="*/ 19491 h 1141602"/>
                <a:gd name="connsiteX16" fmla="*/ 13922 w 5004518"/>
                <a:gd name="connsiteY16" fmla="*/ 217183 h 1141602"/>
                <a:gd name="connsiteX17" fmla="*/ 0 w 5004518"/>
                <a:gd name="connsiteY17" fmla="*/ 203260 h 1141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004518" h="1141602">
                  <a:moveTo>
                    <a:pt x="200477" y="0"/>
                  </a:moveTo>
                  <a:lnTo>
                    <a:pt x="1539770" y="0"/>
                  </a:lnTo>
                  <a:lnTo>
                    <a:pt x="2517092" y="977323"/>
                  </a:lnTo>
                  <a:lnTo>
                    <a:pt x="3266094" y="977323"/>
                  </a:lnTo>
                  <a:lnTo>
                    <a:pt x="3408098" y="1119328"/>
                  </a:lnTo>
                  <a:lnTo>
                    <a:pt x="4769666" y="1119328"/>
                  </a:lnTo>
                  <a:lnTo>
                    <a:pt x="4878258" y="1013521"/>
                  </a:lnTo>
                  <a:lnTo>
                    <a:pt x="5004518" y="1013521"/>
                  </a:lnTo>
                  <a:lnTo>
                    <a:pt x="5004518" y="1033011"/>
                  </a:lnTo>
                  <a:lnTo>
                    <a:pt x="4886610" y="1033011"/>
                  </a:lnTo>
                  <a:lnTo>
                    <a:pt x="4780804" y="1141602"/>
                  </a:lnTo>
                  <a:lnTo>
                    <a:pt x="3399745" y="1141602"/>
                  </a:lnTo>
                  <a:lnTo>
                    <a:pt x="3257740" y="999598"/>
                  </a:lnTo>
                  <a:lnTo>
                    <a:pt x="2508739" y="999598"/>
                  </a:lnTo>
                  <a:lnTo>
                    <a:pt x="1528632" y="19491"/>
                  </a:lnTo>
                  <a:lnTo>
                    <a:pt x="211614" y="19491"/>
                  </a:lnTo>
                  <a:lnTo>
                    <a:pt x="13922" y="217183"/>
                  </a:lnTo>
                  <a:lnTo>
                    <a:pt x="0" y="20326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CC7D5606-6953-64EB-5F0B-7FB364075A6E}"/>
                </a:ext>
              </a:extLst>
            </p:cNvPr>
            <p:cNvSpPr/>
            <p:nvPr userDrawn="1"/>
          </p:nvSpPr>
          <p:spPr>
            <a:xfrm>
              <a:off x="8364729" y="2818521"/>
              <a:ext cx="3826719" cy="904928"/>
            </a:xfrm>
            <a:custGeom>
              <a:avLst/>
              <a:gdLst>
                <a:gd name="connsiteX0" fmla="*/ 3491629 w 3826719"/>
                <a:gd name="connsiteY0" fmla="*/ 0 h 904928"/>
                <a:gd name="connsiteX1" fmla="*/ 3826719 w 3826719"/>
                <a:gd name="connsiteY1" fmla="*/ 0 h 904928"/>
                <a:gd name="connsiteX2" fmla="*/ 3826719 w 3826719"/>
                <a:gd name="connsiteY2" fmla="*/ 19491 h 904928"/>
                <a:gd name="connsiteX3" fmla="*/ 3502767 w 3826719"/>
                <a:gd name="connsiteY3" fmla="*/ 19491 h 904928"/>
                <a:gd name="connsiteX4" fmla="*/ 3032205 w 3826719"/>
                <a:gd name="connsiteY4" fmla="*/ 492838 h 904928"/>
                <a:gd name="connsiteX5" fmla="*/ 1545338 w 3826719"/>
                <a:gd name="connsiteY5" fmla="*/ 490054 h 904928"/>
                <a:gd name="connsiteX6" fmla="*/ 1130464 w 3826719"/>
                <a:gd name="connsiteY6" fmla="*/ 904928 h 904928"/>
                <a:gd name="connsiteX7" fmla="*/ 0 w 3826719"/>
                <a:gd name="connsiteY7" fmla="*/ 904928 h 904928"/>
                <a:gd name="connsiteX8" fmla="*/ 0 w 3826719"/>
                <a:gd name="connsiteY8" fmla="*/ 885437 h 904928"/>
                <a:gd name="connsiteX9" fmla="*/ 1122111 w 3826719"/>
                <a:gd name="connsiteY9" fmla="*/ 885437 h 904928"/>
                <a:gd name="connsiteX10" fmla="*/ 1536984 w 3826719"/>
                <a:gd name="connsiteY10" fmla="*/ 470563 h 904928"/>
                <a:gd name="connsiteX11" fmla="*/ 3021067 w 3826719"/>
                <a:gd name="connsiteY11" fmla="*/ 470563 h 904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826719" h="904928">
                  <a:moveTo>
                    <a:pt x="3491629" y="0"/>
                  </a:moveTo>
                  <a:lnTo>
                    <a:pt x="3826719" y="0"/>
                  </a:lnTo>
                  <a:lnTo>
                    <a:pt x="3826719" y="19491"/>
                  </a:lnTo>
                  <a:lnTo>
                    <a:pt x="3502767" y="19491"/>
                  </a:lnTo>
                  <a:lnTo>
                    <a:pt x="3032205" y="492838"/>
                  </a:lnTo>
                  <a:lnTo>
                    <a:pt x="1545338" y="490054"/>
                  </a:lnTo>
                  <a:lnTo>
                    <a:pt x="1130464" y="904928"/>
                  </a:lnTo>
                  <a:lnTo>
                    <a:pt x="0" y="904928"/>
                  </a:lnTo>
                  <a:lnTo>
                    <a:pt x="0" y="885437"/>
                  </a:lnTo>
                  <a:lnTo>
                    <a:pt x="1122111" y="885437"/>
                  </a:lnTo>
                  <a:lnTo>
                    <a:pt x="1536984" y="470563"/>
                  </a:lnTo>
                  <a:lnTo>
                    <a:pt x="3021067" y="470563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A93761E1-EB02-AF63-16C4-05A9C094F2AE}"/>
                </a:ext>
              </a:extLst>
            </p:cNvPr>
            <p:cNvSpPr/>
            <p:nvPr userDrawn="1"/>
          </p:nvSpPr>
          <p:spPr>
            <a:xfrm>
              <a:off x="10249525" y="1473657"/>
              <a:ext cx="83768" cy="83768"/>
            </a:xfrm>
            <a:custGeom>
              <a:avLst/>
              <a:gdLst>
                <a:gd name="connsiteX0" fmla="*/ 73210 w 73209"/>
                <a:gd name="connsiteY0" fmla="*/ 36501 h 73209"/>
                <a:gd name="connsiteX1" fmla="*/ 36708 w 73209"/>
                <a:gd name="connsiteY1" fmla="*/ 73003 h 73209"/>
                <a:gd name="connsiteX2" fmla="*/ 207 w 73209"/>
                <a:gd name="connsiteY2" fmla="*/ 36501 h 73209"/>
                <a:gd name="connsiteX3" fmla="*/ 36708 w 73209"/>
                <a:gd name="connsiteY3" fmla="*/ 0 h 73209"/>
                <a:gd name="connsiteX4" fmla="*/ 73210 w 73209"/>
                <a:gd name="connsiteY4" fmla="*/ 36501 h 73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209" h="73209">
                  <a:moveTo>
                    <a:pt x="73210" y="36501"/>
                  </a:moveTo>
                  <a:cubicBezTo>
                    <a:pt x="73210" y="55969"/>
                    <a:pt x="56176" y="75436"/>
                    <a:pt x="36708" y="73003"/>
                  </a:cubicBezTo>
                  <a:cubicBezTo>
                    <a:pt x="17241" y="73003"/>
                    <a:pt x="-2226" y="55969"/>
                    <a:pt x="207" y="36501"/>
                  </a:cubicBezTo>
                  <a:cubicBezTo>
                    <a:pt x="207" y="17034"/>
                    <a:pt x="17241" y="0"/>
                    <a:pt x="36708" y="0"/>
                  </a:cubicBezTo>
                  <a:cubicBezTo>
                    <a:pt x="56176" y="0"/>
                    <a:pt x="73210" y="17034"/>
                    <a:pt x="73210" y="3650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DF729834-2413-241C-7C41-7C0C69659B88}"/>
                </a:ext>
              </a:extLst>
            </p:cNvPr>
            <p:cNvSpPr/>
            <p:nvPr userDrawn="1"/>
          </p:nvSpPr>
          <p:spPr>
            <a:xfrm>
              <a:off x="8587479" y="1582249"/>
              <a:ext cx="83531" cy="83531"/>
            </a:xfrm>
            <a:custGeom>
              <a:avLst/>
              <a:gdLst>
                <a:gd name="connsiteX0" fmla="*/ 73002 w 73002"/>
                <a:gd name="connsiteY0" fmla="*/ 36502 h 73002"/>
                <a:gd name="connsiteX1" fmla="*/ 36501 w 73002"/>
                <a:gd name="connsiteY1" fmla="*/ 73003 h 73002"/>
                <a:gd name="connsiteX2" fmla="*/ 0 w 73002"/>
                <a:gd name="connsiteY2" fmla="*/ 36502 h 73002"/>
                <a:gd name="connsiteX3" fmla="*/ 36501 w 73002"/>
                <a:gd name="connsiteY3" fmla="*/ 0 h 73002"/>
                <a:gd name="connsiteX4" fmla="*/ 73002 w 73002"/>
                <a:gd name="connsiteY4" fmla="*/ 36502 h 73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02" h="73002">
                  <a:moveTo>
                    <a:pt x="73002" y="36502"/>
                  </a:moveTo>
                  <a:cubicBezTo>
                    <a:pt x="73002" y="55969"/>
                    <a:pt x="55968" y="73003"/>
                    <a:pt x="36501" y="73003"/>
                  </a:cubicBezTo>
                  <a:cubicBezTo>
                    <a:pt x="17034" y="73003"/>
                    <a:pt x="0" y="55969"/>
                    <a:pt x="0" y="36502"/>
                  </a:cubicBezTo>
                  <a:cubicBezTo>
                    <a:pt x="0" y="17034"/>
                    <a:pt x="17034" y="0"/>
                    <a:pt x="36501" y="0"/>
                  </a:cubicBezTo>
                  <a:cubicBezTo>
                    <a:pt x="55968" y="0"/>
                    <a:pt x="73002" y="17034"/>
                    <a:pt x="73002" y="36502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3A5C6D1-5830-A6AA-ACFC-8EE0B8A93E6D}"/>
                </a:ext>
              </a:extLst>
            </p:cNvPr>
            <p:cNvSpPr/>
            <p:nvPr userDrawn="1"/>
          </p:nvSpPr>
          <p:spPr>
            <a:xfrm>
              <a:off x="8601401" y="2033322"/>
              <a:ext cx="83531" cy="83531"/>
            </a:xfrm>
            <a:custGeom>
              <a:avLst/>
              <a:gdLst>
                <a:gd name="connsiteX0" fmla="*/ 73002 w 73002"/>
                <a:gd name="connsiteY0" fmla="*/ 36501 h 73002"/>
                <a:gd name="connsiteX1" fmla="*/ 36502 w 73002"/>
                <a:gd name="connsiteY1" fmla="*/ 73002 h 73002"/>
                <a:gd name="connsiteX2" fmla="*/ 0 w 73002"/>
                <a:gd name="connsiteY2" fmla="*/ 36501 h 73002"/>
                <a:gd name="connsiteX3" fmla="*/ 36502 w 73002"/>
                <a:gd name="connsiteY3" fmla="*/ 0 h 73002"/>
                <a:gd name="connsiteX4" fmla="*/ 73002 w 73002"/>
                <a:gd name="connsiteY4" fmla="*/ 36501 h 73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02" h="73002">
                  <a:moveTo>
                    <a:pt x="73002" y="36501"/>
                  </a:moveTo>
                  <a:cubicBezTo>
                    <a:pt x="73002" y="55969"/>
                    <a:pt x="55968" y="73002"/>
                    <a:pt x="36502" y="73002"/>
                  </a:cubicBezTo>
                  <a:cubicBezTo>
                    <a:pt x="17034" y="73002"/>
                    <a:pt x="0" y="55969"/>
                    <a:pt x="0" y="36501"/>
                  </a:cubicBezTo>
                  <a:cubicBezTo>
                    <a:pt x="0" y="17034"/>
                    <a:pt x="17034" y="0"/>
                    <a:pt x="36502" y="0"/>
                  </a:cubicBezTo>
                  <a:cubicBezTo>
                    <a:pt x="55968" y="0"/>
                    <a:pt x="73002" y="17034"/>
                    <a:pt x="73002" y="3650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19464B36-6BA2-9CF1-BF21-622B2969FBEF}"/>
                </a:ext>
              </a:extLst>
            </p:cNvPr>
            <p:cNvSpPr/>
            <p:nvPr userDrawn="1"/>
          </p:nvSpPr>
          <p:spPr>
            <a:xfrm>
              <a:off x="7515487" y="3130374"/>
              <a:ext cx="83531" cy="86315"/>
            </a:xfrm>
            <a:custGeom>
              <a:avLst/>
              <a:gdLst>
                <a:gd name="connsiteX0" fmla="*/ 73002 w 73002"/>
                <a:gd name="connsiteY0" fmla="*/ 36501 h 75435"/>
                <a:gd name="connsiteX1" fmla="*/ 36501 w 73002"/>
                <a:gd name="connsiteY1" fmla="*/ 75436 h 75435"/>
                <a:gd name="connsiteX2" fmla="*/ 0 w 73002"/>
                <a:gd name="connsiteY2" fmla="*/ 36501 h 75435"/>
                <a:gd name="connsiteX3" fmla="*/ 36501 w 73002"/>
                <a:gd name="connsiteY3" fmla="*/ 0 h 75435"/>
                <a:gd name="connsiteX4" fmla="*/ 73002 w 73002"/>
                <a:gd name="connsiteY4" fmla="*/ 36501 h 75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02" h="75435">
                  <a:moveTo>
                    <a:pt x="73002" y="36501"/>
                  </a:moveTo>
                  <a:cubicBezTo>
                    <a:pt x="73002" y="55969"/>
                    <a:pt x="55968" y="75436"/>
                    <a:pt x="36501" y="75436"/>
                  </a:cubicBezTo>
                  <a:cubicBezTo>
                    <a:pt x="17034" y="75436"/>
                    <a:pt x="0" y="58402"/>
                    <a:pt x="0" y="36501"/>
                  </a:cubicBezTo>
                  <a:cubicBezTo>
                    <a:pt x="0" y="17034"/>
                    <a:pt x="17034" y="0"/>
                    <a:pt x="36501" y="0"/>
                  </a:cubicBezTo>
                  <a:cubicBezTo>
                    <a:pt x="55968" y="0"/>
                    <a:pt x="73002" y="17034"/>
                    <a:pt x="73002" y="3650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87E4B038-D57C-CBAB-C09C-E41769EAEFC1}"/>
                </a:ext>
              </a:extLst>
            </p:cNvPr>
            <p:cNvSpPr/>
            <p:nvPr userDrawn="1"/>
          </p:nvSpPr>
          <p:spPr>
            <a:xfrm>
              <a:off x="9208399" y="2810168"/>
              <a:ext cx="83531" cy="86315"/>
            </a:xfrm>
            <a:custGeom>
              <a:avLst/>
              <a:gdLst>
                <a:gd name="connsiteX0" fmla="*/ 73002 w 73002"/>
                <a:gd name="connsiteY0" fmla="*/ 36501 h 75435"/>
                <a:gd name="connsiteX1" fmla="*/ 36502 w 73002"/>
                <a:gd name="connsiteY1" fmla="*/ 75436 h 75435"/>
                <a:gd name="connsiteX2" fmla="*/ 0 w 73002"/>
                <a:gd name="connsiteY2" fmla="*/ 36501 h 75435"/>
                <a:gd name="connsiteX3" fmla="*/ 36502 w 73002"/>
                <a:gd name="connsiteY3" fmla="*/ 0 h 75435"/>
                <a:gd name="connsiteX4" fmla="*/ 73002 w 73002"/>
                <a:gd name="connsiteY4" fmla="*/ 36501 h 75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02" h="75435">
                  <a:moveTo>
                    <a:pt x="73002" y="36501"/>
                  </a:moveTo>
                  <a:cubicBezTo>
                    <a:pt x="73002" y="55969"/>
                    <a:pt x="55968" y="73002"/>
                    <a:pt x="36502" y="75436"/>
                  </a:cubicBezTo>
                  <a:cubicBezTo>
                    <a:pt x="14601" y="75436"/>
                    <a:pt x="0" y="58402"/>
                    <a:pt x="0" y="36501"/>
                  </a:cubicBezTo>
                  <a:cubicBezTo>
                    <a:pt x="0" y="14600"/>
                    <a:pt x="17034" y="0"/>
                    <a:pt x="36502" y="0"/>
                  </a:cubicBezTo>
                  <a:cubicBezTo>
                    <a:pt x="55968" y="0"/>
                    <a:pt x="73002" y="17034"/>
                    <a:pt x="73002" y="3650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2DD414B7-2155-FBD1-CA9D-FC249DDB2C55}"/>
                </a:ext>
              </a:extLst>
            </p:cNvPr>
            <p:cNvSpPr/>
            <p:nvPr userDrawn="1"/>
          </p:nvSpPr>
          <p:spPr>
            <a:xfrm>
              <a:off x="8609754" y="3211121"/>
              <a:ext cx="83532" cy="83531"/>
            </a:xfrm>
            <a:custGeom>
              <a:avLst/>
              <a:gdLst>
                <a:gd name="connsiteX0" fmla="*/ 73003 w 73003"/>
                <a:gd name="connsiteY0" fmla="*/ 36501 h 73002"/>
                <a:gd name="connsiteX1" fmla="*/ 36502 w 73003"/>
                <a:gd name="connsiteY1" fmla="*/ 73003 h 73002"/>
                <a:gd name="connsiteX2" fmla="*/ 0 w 73003"/>
                <a:gd name="connsiteY2" fmla="*/ 36501 h 73002"/>
                <a:gd name="connsiteX3" fmla="*/ 36502 w 73003"/>
                <a:gd name="connsiteY3" fmla="*/ 0 h 73002"/>
                <a:gd name="connsiteX4" fmla="*/ 73003 w 73003"/>
                <a:gd name="connsiteY4" fmla="*/ 36501 h 73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03" h="73002">
                  <a:moveTo>
                    <a:pt x="73003" y="36501"/>
                  </a:moveTo>
                  <a:cubicBezTo>
                    <a:pt x="73003" y="58402"/>
                    <a:pt x="55968" y="73003"/>
                    <a:pt x="36502" y="73003"/>
                  </a:cubicBezTo>
                  <a:cubicBezTo>
                    <a:pt x="17034" y="73003"/>
                    <a:pt x="0" y="55969"/>
                    <a:pt x="0" y="36501"/>
                  </a:cubicBezTo>
                  <a:cubicBezTo>
                    <a:pt x="0" y="14601"/>
                    <a:pt x="17034" y="0"/>
                    <a:pt x="36502" y="0"/>
                  </a:cubicBezTo>
                  <a:cubicBezTo>
                    <a:pt x="55968" y="0"/>
                    <a:pt x="73003" y="17034"/>
                    <a:pt x="73003" y="3650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C397C91D-FD93-42AC-EF1B-61EF44227BCB}"/>
                </a:ext>
              </a:extLst>
            </p:cNvPr>
            <p:cNvSpPr/>
            <p:nvPr userDrawn="1"/>
          </p:nvSpPr>
          <p:spPr>
            <a:xfrm>
              <a:off x="8684932" y="3467285"/>
              <a:ext cx="86316" cy="83531"/>
            </a:xfrm>
            <a:custGeom>
              <a:avLst/>
              <a:gdLst>
                <a:gd name="connsiteX0" fmla="*/ 75436 w 75436"/>
                <a:gd name="connsiteY0" fmla="*/ 36501 h 73002"/>
                <a:gd name="connsiteX1" fmla="*/ 38935 w 75436"/>
                <a:gd name="connsiteY1" fmla="*/ 73003 h 73002"/>
                <a:gd name="connsiteX2" fmla="*/ 0 w 75436"/>
                <a:gd name="connsiteY2" fmla="*/ 36501 h 73002"/>
                <a:gd name="connsiteX3" fmla="*/ 38935 w 75436"/>
                <a:gd name="connsiteY3" fmla="*/ 0 h 73002"/>
                <a:gd name="connsiteX4" fmla="*/ 75436 w 75436"/>
                <a:gd name="connsiteY4" fmla="*/ 36501 h 73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6" h="73002">
                  <a:moveTo>
                    <a:pt x="75436" y="36501"/>
                  </a:moveTo>
                  <a:cubicBezTo>
                    <a:pt x="75436" y="55969"/>
                    <a:pt x="58402" y="73003"/>
                    <a:pt x="38935" y="73003"/>
                  </a:cubicBezTo>
                  <a:cubicBezTo>
                    <a:pt x="19468" y="73003"/>
                    <a:pt x="0" y="55969"/>
                    <a:pt x="0" y="36501"/>
                  </a:cubicBezTo>
                  <a:cubicBezTo>
                    <a:pt x="0" y="17034"/>
                    <a:pt x="17034" y="0"/>
                    <a:pt x="38935" y="0"/>
                  </a:cubicBezTo>
                  <a:cubicBezTo>
                    <a:pt x="60835" y="0"/>
                    <a:pt x="75436" y="17034"/>
                    <a:pt x="75436" y="3650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5027297-4DBA-9E2F-E298-EB2A43CE8BF9}"/>
                </a:ext>
              </a:extLst>
            </p:cNvPr>
            <p:cNvSpPr/>
            <p:nvPr userDrawn="1"/>
          </p:nvSpPr>
          <p:spPr>
            <a:xfrm>
              <a:off x="10544908" y="3094176"/>
              <a:ext cx="86316" cy="83531"/>
            </a:xfrm>
            <a:custGeom>
              <a:avLst/>
              <a:gdLst>
                <a:gd name="connsiteX0" fmla="*/ 73002 w 75436"/>
                <a:gd name="connsiteY0" fmla="*/ 36501 h 73002"/>
                <a:gd name="connsiteX1" fmla="*/ 36502 w 75436"/>
                <a:gd name="connsiteY1" fmla="*/ 73003 h 73002"/>
                <a:gd name="connsiteX2" fmla="*/ 0 w 75436"/>
                <a:gd name="connsiteY2" fmla="*/ 36501 h 73002"/>
                <a:gd name="connsiteX3" fmla="*/ 36502 w 75436"/>
                <a:gd name="connsiteY3" fmla="*/ 0 h 73002"/>
                <a:gd name="connsiteX4" fmla="*/ 75436 w 75436"/>
                <a:gd name="connsiteY4" fmla="*/ 36501 h 73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6" h="73002">
                  <a:moveTo>
                    <a:pt x="73002" y="36501"/>
                  </a:moveTo>
                  <a:cubicBezTo>
                    <a:pt x="73002" y="58402"/>
                    <a:pt x="55968" y="73003"/>
                    <a:pt x="36502" y="73003"/>
                  </a:cubicBezTo>
                  <a:cubicBezTo>
                    <a:pt x="17034" y="73003"/>
                    <a:pt x="0" y="55969"/>
                    <a:pt x="0" y="36501"/>
                  </a:cubicBezTo>
                  <a:cubicBezTo>
                    <a:pt x="0" y="17034"/>
                    <a:pt x="17034" y="0"/>
                    <a:pt x="36502" y="0"/>
                  </a:cubicBezTo>
                  <a:cubicBezTo>
                    <a:pt x="58402" y="0"/>
                    <a:pt x="75436" y="17034"/>
                    <a:pt x="75436" y="3650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ADB35BFE-AE9D-46D0-D1BE-8E2A62FE984A}"/>
                </a:ext>
              </a:extLst>
            </p:cNvPr>
            <p:cNvSpPr/>
            <p:nvPr userDrawn="1"/>
          </p:nvSpPr>
          <p:spPr>
            <a:xfrm>
              <a:off x="11079511" y="2409215"/>
              <a:ext cx="86315" cy="83531"/>
            </a:xfrm>
            <a:custGeom>
              <a:avLst/>
              <a:gdLst>
                <a:gd name="connsiteX0" fmla="*/ 75435 w 75435"/>
                <a:gd name="connsiteY0" fmla="*/ 36501 h 73002"/>
                <a:gd name="connsiteX1" fmla="*/ 36501 w 75435"/>
                <a:gd name="connsiteY1" fmla="*/ 73002 h 73002"/>
                <a:gd name="connsiteX2" fmla="*/ 0 w 75435"/>
                <a:gd name="connsiteY2" fmla="*/ 36501 h 73002"/>
                <a:gd name="connsiteX3" fmla="*/ 36501 w 75435"/>
                <a:gd name="connsiteY3" fmla="*/ 0 h 73002"/>
                <a:gd name="connsiteX4" fmla="*/ 75435 w 75435"/>
                <a:gd name="connsiteY4" fmla="*/ 36501 h 73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5" h="73002">
                  <a:moveTo>
                    <a:pt x="75435" y="36501"/>
                  </a:moveTo>
                  <a:cubicBezTo>
                    <a:pt x="75435" y="58402"/>
                    <a:pt x="58401" y="73002"/>
                    <a:pt x="36501" y="73002"/>
                  </a:cubicBezTo>
                  <a:cubicBezTo>
                    <a:pt x="14600" y="73002"/>
                    <a:pt x="0" y="55969"/>
                    <a:pt x="0" y="36501"/>
                  </a:cubicBezTo>
                  <a:cubicBezTo>
                    <a:pt x="0" y="17034"/>
                    <a:pt x="17034" y="0"/>
                    <a:pt x="36501" y="0"/>
                  </a:cubicBezTo>
                  <a:cubicBezTo>
                    <a:pt x="55968" y="0"/>
                    <a:pt x="75435" y="17034"/>
                    <a:pt x="75435" y="3650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6439CDE2-07A6-FC42-0A5B-56DE548AB994}"/>
                </a:ext>
              </a:extLst>
            </p:cNvPr>
            <p:cNvSpPr/>
            <p:nvPr userDrawn="1"/>
          </p:nvSpPr>
          <p:spPr>
            <a:xfrm>
              <a:off x="9347619" y="1894102"/>
              <a:ext cx="86316" cy="83531"/>
            </a:xfrm>
            <a:custGeom>
              <a:avLst/>
              <a:gdLst>
                <a:gd name="connsiteX0" fmla="*/ 75436 w 75436"/>
                <a:gd name="connsiteY0" fmla="*/ 36501 h 73002"/>
                <a:gd name="connsiteX1" fmla="*/ 38935 w 75436"/>
                <a:gd name="connsiteY1" fmla="*/ 73002 h 73002"/>
                <a:gd name="connsiteX2" fmla="*/ 0 w 75436"/>
                <a:gd name="connsiteY2" fmla="*/ 36501 h 73002"/>
                <a:gd name="connsiteX3" fmla="*/ 38935 w 75436"/>
                <a:gd name="connsiteY3" fmla="*/ 0 h 73002"/>
                <a:gd name="connsiteX4" fmla="*/ 75436 w 75436"/>
                <a:gd name="connsiteY4" fmla="*/ 36501 h 73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6" h="73002">
                  <a:moveTo>
                    <a:pt x="75436" y="36501"/>
                  </a:moveTo>
                  <a:cubicBezTo>
                    <a:pt x="75436" y="58402"/>
                    <a:pt x="58401" y="73002"/>
                    <a:pt x="38935" y="73002"/>
                  </a:cubicBezTo>
                  <a:cubicBezTo>
                    <a:pt x="19467" y="73002"/>
                    <a:pt x="2433" y="55969"/>
                    <a:pt x="0" y="36501"/>
                  </a:cubicBezTo>
                  <a:cubicBezTo>
                    <a:pt x="0" y="17034"/>
                    <a:pt x="17034" y="0"/>
                    <a:pt x="38935" y="0"/>
                  </a:cubicBezTo>
                  <a:cubicBezTo>
                    <a:pt x="60835" y="0"/>
                    <a:pt x="75436" y="17034"/>
                    <a:pt x="75436" y="3650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BB9F1F46-18A7-EFB2-149B-5654080BC42A}"/>
                </a:ext>
              </a:extLst>
            </p:cNvPr>
            <p:cNvSpPr/>
            <p:nvPr userDrawn="1"/>
          </p:nvSpPr>
          <p:spPr>
            <a:xfrm>
              <a:off x="9960186" y="2679301"/>
              <a:ext cx="83531" cy="83797"/>
            </a:xfrm>
            <a:custGeom>
              <a:avLst/>
              <a:gdLst>
                <a:gd name="connsiteX0" fmla="*/ 73002 w 73002"/>
                <a:gd name="connsiteY0" fmla="*/ 36501 h 73234"/>
                <a:gd name="connsiteX1" fmla="*/ 36501 w 73002"/>
                <a:gd name="connsiteY1" fmla="*/ 73003 h 73234"/>
                <a:gd name="connsiteX2" fmla="*/ 0 w 73002"/>
                <a:gd name="connsiteY2" fmla="*/ 36501 h 73234"/>
                <a:gd name="connsiteX3" fmla="*/ 36501 w 73002"/>
                <a:gd name="connsiteY3" fmla="*/ 0 h 73234"/>
                <a:gd name="connsiteX4" fmla="*/ 73002 w 73002"/>
                <a:gd name="connsiteY4" fmla="*/ 36501 h 73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02" h="73234">
                  <a:moveTo>
                    <a:pt x="73002" y="36501"/>
                  </a:moveTo>
                  <a:cubicBezTo>
                    <a:pt x="73002" y="58402"/>
                    <a:pt x="55968" y="75436"/>
                    <a:pt x="36501" y="73003"/>
                  </a:cubicBezTo>
                  <a:cubicBezTo>
                    <a:pt x="17034" y="73003"/>
                    <a:pt x="0" y="55969"/>
                    <a:pt x="0" y="36501"/>
                  </a:cubicBezTo>
                  <a:cubicBezTo>
                    <a:pt x="0" y="17034"/>
                    <a:pt x="17034" y="0"/>
                    <a:pt x="36501" y="0"/>
                  </a:cubicBezTo>
                  <a:cubicBezTo>
                    <a:pt x="55968" y="0"/>
                    <a:pt x="73002" y="17034"/>
                    <a:pt x="73002" y="3650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82FB683-1D84-F0D0-693A-01BFA32DF949}"/>
                </a:ext>
              </a:extLst>
            </p:cNvPr>
            <p:cNvSpPr/>
            <p:nvPr userDrawn="1"/>
          </p:nvSpPr>
          <p:spPr>
            <a:xfrm>
              <a:off x="10104974" y="3542464"/>
              <a:ext cx="83531" cy="83768"/>
            </a:xfrm>
            <a:custGeom>
              <a:avLst/>
              <a:gdLst>
                <a:gd name="connsiteX0" fmla="*/ 73002 w 73002"/>
                <a:gd name="connsiteY0" fmla="*/ 36501 h 73209"/>
                <a:gd name="connsiteX1" fmla="*/ 36501 w 73002"/>
                <a:gd name="connsiteY1" fmla="*/ 73002 h 73209"/>
                <a:gd name="connsiteX2" fmla="*/ 0 w 73002"/>
                <a:gd name="connsiteY2" fmla="*/ 36501 h 73209"/>
                <a:gd name="connsiteX3" fmla="*/ 36501 w 73002"/>
                <a:gd name="connsiteY3" fmla="*/ 0 h 73209"/>
                <a:gd name="connsiteX4" fmla="*/ 73002 w 73002"/>
                <a:gd name="connsiteY4" fmla="*/ 36501 h 73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02" h="73209">
                  <a:moveTo>
                    <a:pt x="73002" y="36501"/>
                  </a:moveTo>
                  <a:cubicBezTo>
                    <a:pt x="73002" y="55969"/>
                    <a:pt x="55968" y="75436"/>
                    <a:pt x="36501" y="73002"/>
                  </a:cubicBezTo>
                  <a:cubicBezTo>
                    <a:pt x="17034" y="73002"/>
                    <a:pt x="0" y="55969"/>
                    <a:pt x="0" y="36501"/>
                  </a:cubicBezTo>
                  <a:cubicBezTo>
                    <a:pt x="0" y="17034"/>
                    <a:pt x="17034" y="0"/>
                    <a:pt x="36501" y="0"/>
                  </a:cubicBezTo>
                  <a:cubicBezTo>
                    <a:pt x="55968" y="0"/>
                    <a:pt x="73002" y="17034"/>
                    <a:pt x="73002" y="3650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239A3CA0-D402-9828-9955-F1CD130DA397}"/>
                </a:ext>
              </a:extLst>
            </p:cNvPr>
            <p:cNvSpPr/>
            <p:nvPr userDrawn="1"/>
          </p:nvSpPr>
          <p:spPr>
            <a:xfrm>
              <a:off x="10561614" y="3996320"/>
              <a:ext cx="86315" cy="83797"/>
            </a:xfrm>
            <a:custGeom>
              <a:avLst/>
              <a:gdLst>
                <a:gd name="connsiteX0" fmla="*/ 75435 w 75435"/>
                <a:gd name="connsiteY0" fmla="*/ 36502 h 73234"/>
                <a:gd name="connsiteX1" fmla="*/ 38935 w 75435"/>
                <a:gd name="connsiteY1" fmla="*/ 73003 h 73234"/>
                <a:gd name="connsiteX2" fmla="*/ 0 w 75435"/>
                <a:gd name="connsiteY2" fmla="*/ 36502 h 73234"/>
                <a:gd name="connsiteX3" fmla="*/ 38935 w 75435"/>
                <a:gd name="connsiteY3" fmla="*/ 0 h 73234"/>
                <a:gd name="connsiteX4" fmla="*/ 75435 w 75435"/>
                <a:gd name="connsiteY4" fmla="*/ 36502 h 73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5" h="73234">
                  <a:moveTo>
                    <a:pt x="75435" y="36502"/>
                  </a:moveTo>
                  <a:cubicBezTo>
                    <a:pt x="75435" y="58402"/>
                    <a:pt x="58401" y="75436"/>
                    <a:pt x="38935" y="73003"/>
                  </a:cubicBezTo>
                  <a:cubicBezTo>
                    <a:pt x="19467" y="73003"/>
                    <a:pt x="0" y="55969"/>
                    <a:pt x="0" y="36502"/>
                  </a:cubicBezTo>
                  <a:cubicBezTo>
                    <a:pt x="0" y="17034"/>
                    <a:pt x="17034" y="0"/>
                    <a:pt x="38935" y="0"/>
                  </a:cubicBezTo>
                  <a:cubicBezTo>
                    <a:pt x="60835" y="0"/>
                    <a:pt x="75435" y="17034"/>
                    <a:pt x="75435" y="36502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9E69A807-499C-253B-AB79-196D46163A03}"/>
                </a:ext>
              </a:extLst>
            </p:cNvPr>
            <p:cNvSpPr/>
            <p:nvPr userDrawn="1"/>
          </p:nvSpPr>
          <p:spPr>
            <a:xfrm>
              <a:off x="7142378" y="3662193"/>
              <a:ext cx="83531" cy="83531"/>
            </a:xfrm>
            <a:custGeom>
              <a:avLst/>
              <a:gdLst>
                <a:gd name="connsiteX0" fmla="*/ 73002 w 73002"/>
                <a:gd name="connsiteY0" fmla="*/ 36501 h 73002"/>
                <a:gd name="connsiteX1" fmla="*/ 36501 w 73002"/>
                <a:gd name="connsiteY1" fmla="*/ 73002 h 73002"/>
                <a:gd name="connsiteX2" fmla="*/ 0 w 73002"/>
                <a:gd name="connsiteY2" fmla="*/ 36501 h 73002"/>
                <a:gd name="connsiteX3" fmla="*/ 36501 w 73002"/>
                <a:gd name="connsiteY3" fmla="*/ 0 h 73002"/>
                <a:gd name="connsiteX4" fmla="*/ 73002 w 73002"/>
                <a:gd name="connsiteY4" fmla="*/ 36501 h 73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02" h="73002">
                  <a:moveTo>
                    <a:pt x="73002" y="36501"/>
                  </a:moveTo>
                  <a:cubicBezTo>
                    <a:pt x="73002" y="55969"/>
                    <a:pt x="55968" y="73002"/>
                    <a:pt x="36501" y="73002"/>
                  </a:cubicBezTo>
                  <a:cubicBezTo>
                    <a:pt x="17034" y="73002"/>
                    <a:pt x="0" y="55969"/>
                    <a:pt x="0" y="36501"/>
                  </a:cubicBezTo>
                  <a:cubicBezTo>
                    <a:pt x="0" y="17034"/>
                    <a:pt x="17034" y="0"/>
                    <a:pt x="36501" y="0"/>
                  </a:cubicBezTo>
                  <a:cubicBezTo>
                    <a:pt x="55968" y="0"/>
                    <a:pt x="73002" y="17034"/>
                    <a:pt x="73002" y="3650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2F5CDD9B-4B1F-7032-5083-4ECE24022563}"/>
                </a:ext>
              </a:extLst>
            </p:cNvPr>
            <p:cNvSpPr/>
            <p:nvPr userDrawn="1"/>
          </p:nvSpPr>
          <p:spPr>
            <a:xfrm>
              <a:off x="8331314" y="3667762"/>
              <a:ext cx="83532" cy="83531"/>
            </a:xfrm>
            <a:custGeom>
              <a:avLst/>
              <a:gdLst>
                <a:gd name="connsiteX0" fmla="*/ 73003 w 73003"/>
                <a:gd name="connsiteY0" fmla="*/ 36501 h 73002"/>
                <a:gd name="connsiteX1" fmla="*/ 36502 w 73003"/>
                <a:gd name="connsiteY1" fmla="*/ 73002 h 73002"/>
                <a:gd name="connsiteX2" fmla="*/ 0 w 73003"/>
                <a:gd name="connsiteY2" fmla="*/ 36501 h 73002"/>
                <a:gd name="connsiteX3" fmla="*/ 36502 w 73003"/>
                <a:gd name="connsiteY3" fmla="*/ 0 h 73002"/>
                <a:gd name="connsiteX4" fmla="*/ 73003 w 73003"/>
                <a:gd name="connsiteY4" fmla="*/ 36501 h 73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03" h="73002">
                  <a:moveTo>
                    <a:pt x="73003" y="36501"/>
                  </a:moveTo>
                  <a:cubicBezTo>
                    <a:pt x="73003" y="58402"/>
                    <a:pt x="55968" y="73002"/>
                    <a:pt x="36502" y="73002"/>
                  </a:cubicBezTo>
                  <a:cubicBezTo>
                    <a:pt x="17034" y="73002"/>
                    <a:pt x="0" y="55969"/>
                    <a:pt x="0" y="36501"/>
                  </a:cubicBezTo>
                  <a:cubicBezTo>
                    <a:pt x="0" y="17034"/>
                    <a:pt x="17034" y="0"/>
                    <a:pt x="36502" y="0"/>
                  </a:cubicBezTo>
                  <a:cubicBezTo>
                    <a:pt x="58402" y="0"/>
                    <a:pt x="73003" y="17034"/>
                    <a:pt x="73003" y="3650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680DADB2-B62C-CF8A-7F60-5FB7EC0CF386}"/>
                </a:ext>
              </a:extLst>
            </p:cNvPr>
            <p:cNvSpPr/>
            <p:nvPr userDrawn="1"/>
          </p:nvSpPr>
          <p:spPr>
            <a:xfrm>
              <a:off x="11277203" y="3470070"/>
              <a:ext cx="83531" cy="83531"/>
            </a:xfrm>
            <a:custGeom>
              <a:avLst/>
              <a:gdLst>
                <a:gd name="connsiteX0" fmla="*/ 73002 w 73002"/>
                <a:gd name="connsiteY0" fmla="*/ 36501 h 73002"/>
                <a:gd name="connsiteX1" fmla="*/ 36501 w 73002"/>
                <a:gd name="connsiteY1" fmla="*/ 73002 h 73002"/>
                <a:gd name="connsiteX2" fmla="*/ 0 w 73002"/>
                <a:gd name="connsiteY2" fmla="*/ 36501 h 73002"/>
                <a:gd name="connsiteX3" fmla="*/ 36501 w 73002"/>
                <a:gd name="connsiteY3" fmla="*/ 0 h 73002"/>
                <a:gd name="connsiteX4" fmla="*/ 73002 w 73002"/>
                <a:gd name="connsiteY4" fmla="*/ 36501 h 73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02" h="73002">
                  <a:moveTo>
                    <a:pt x="73002" y="36501"/>
                  </a:moveTo>
                  <a:cubicBezTo>
                    <a:pt x="73002" y="58402"/>
                    <a:pt x="55968" y="73002"/>
                    <a:pt x="36501" y="73002"/>
                  </a:cubicBezTo>
                  <a:cubicBezTo>
                    <a:pt x="17034" y="73002"/>
                    <a:pt x="0" y="55969"/>
                    <a:pt x="0" y="36501"/>
                  </a:cubicBezTo>
                  <a:cubicBezTo>
                    <a:pt x="0" y="17034"/>
                    <a:pt x="17034" y="0"/>
                    <a:pt x="36501" y="0"/>
                  </a:cubicBezTo>
                  <a:cubicBezTo>
                    <a:pt x="55968" y="0"/>
                    <a:pt x="73002" y="17034"/>
                    <a:pt x="73002" y="3650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E75BD4-04D2-4EF7-E662-E3B8A5A215B5}"/>
                </a:ext>
              </a:extLst>
            </p:cNvPr>
            <p:cNvSpPr/>
            <p:nvPr userDrawn="1"/>
          </p:nvSpPr>
          <p:spPr>
            <a:xfrm>
              <a:off x="9862731" y="3255671"/>
              <a:ext cx="86316" cy="86316"/>
            </a:xfrm>
            <a:custGeom>
              <a:avLst/>
              <a:gdLst>
                <a:gd name="connsiteX0" fmla="*/ 75436 w 75436"/>
                <a:gd name="connsiteY0" fmla="*/ 38935 h 75436"/>
                <a:gd name="connsiteX1" fmla="*/ 38935 w 75436"/>
                <a:gd name="connsiteY1" fmla="*/ 75436 h 75436"/>
                <a:gd name="connsiteX2" fmla="*/ 0 w 75436"/>
                <a:gd name="connsiteY2" fmla="*/ 36502 h 75436"/>
                <a:gd name="connsiteX3" fmla="*/ 36502 w 75436"/>
                <a:gd name="connsiteY3" fmla="*/ 0 h 75436"/>
                <a:gd name="connsiteX4" fmla="*/ 73003 w 75436"/>
                <a:gd name="connsiteY4" fmla="*/ 36502 h 75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6" h="75436">
                  <a:moveTo>
                    <a:pt x="75436" y="38935"/>
                  </a:moveTo>
                  <a:cubicBezTo>
                    <a:pt x="75436" y="58402"/>
                    <a:pt x="58402" y="75436"/>
                    <a:pt x="38935" y="75436"/>
                  </a:cubicBezTo>
                  <a:cubicBezTo>
                    <a:pt x="19468" y="75436"/>
                    <a:pt x="0" y="58402"/>
                    <a:pt x="0" y="36502"/>
                  </a:cubicBezTo>
                  <a:cubicBezTo>
                    <a:pt x="0" y="14601"/>
                    <a:pt x="17034" y="0"/>
                    <a:pt x="36502" y="0"/>
                  </a:cubicBezTo>
                  <a:cubicBezTo>
                    <a:pt x="55968" y="0"/>
                    <a:pt x="73003" y="17034"/>
                    <a:pt x="73003" y="36502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FE059348-C280-377F-420E-8F048FC98DF8}"/>
                </a:ext>
              </a:extLst>
            </p:cNvPr>
            <p:cNvSpPr/>
            <p:nvPr userDrawn="1"/>
          </p:nvSpPr>
          <p:spPr>
            <a:xfrm>
              <a:off x="9943479" y="1649075"/>
              <a:ext cx="86316" cy="83531"/>
            </a:xfrm>
            <a:custGeom>
              <a:avLst/>
              <a:gdLst>
                <a:gd name="connsiteX0" fmla="*/ 73002 w 75436"/>
                <a:gd name="connsiteY0" fmla="*/ 36501 h 73002"/>
                <a:gd name="connsiteX1" fmla="*/ 36502 w 75436"/>
                <a:gd name="connsiteY1" fmla="*/ 73002 h 73002"/>
                <a:gd name="connsiteX2" fmla="*/ 0 w 75436"/>
                <a:gd name="connsiteY2" fmla="*/ 36501 h 73002"/>
                <a:gd name="connsiteX3" fmla="*/ 36502 w 75436"/>
                <a:gd name="connsiteY3" fmla="*/ 0 h 73002"/>
                <a:gd name="connsiteX4" fmla="*/ 75436 w 75436"/>
                <a:gd name="connsiteY4" fmla="*/ 36501 h 73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36" h="73002">
                  <a:moveTo>
                    <a:pt x="73002" y="36501"/>
                  </a:moveTo>
                  <a:cubicBezTo>
                    <a:pt x="73002" y="55969"/>
                    <a:pt x="55968" y="73002"/>
                    <a:pt x="36502" y="73002"/>
                  </a:cubicBezTo>
                  <a:cubicBezTo>
                    <a:pt x="17034" y="73002"/>
                    <a:pt x="0" y="55969"/>
                    <a:pt x="0" y="36501"/>
                  </a:cubicBezTo>
                  <a:cubicBezTo>
                    <a:pt x="0" y="17034"/>
                    <a:pt x="17034" y="0"/>
                    <a:pt x="36502" y="0"/>
                  </a:cubicBezTo>
                  <a:cubicBezTo>
                    <a:pt x="55968" y="0"/>
                    <a:pt x="75436" y="17034"/>
                    <a:pt x="75436" y="3650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99B0C497-1214-30CD-A3D5-4E13485C7EF6}"/>
                </a:ext>
              </a:extLst>
            </p:cNvPr>
            <p:cNvSpPr/>
            <p:nvPr userDrawn="1"/>
          </p:nvSpPr>
          <p:spPr>
            <a:xfrm>
              <a:off x="10884604" y="1183844"/>
              <a:ext cx="83531" cy="83768"/>
            </a:xfrm>
            <a:custGeom>
              <a:avLst/>
              <a:gdLst>
                <a:gd name="connsiteX0" fmla="*/ 73002 w 73002"/>
                <a:gd name="connsiteY0" fmla="*/ 36708 h 73209"/>
                <a:gd name="connsiteX1" fmla="*/ 36501 w 73002"/>
                <a:gd name="connsiteY1" fmla="*/ 73209 h 73209"/>
                <a:gd name="connsiteX2" fmla="*/ 0 w 73002"/>
                <a:gd name="connsiteY2" fmla="*/ 36708 h 73209"/>
                <a:gd name="connsiteX3" fmla="*/ 36501 w 73002"/>
                <a:gd name="connsiteY3" fmla="*/ 207 h 73209"/>
                <a:gd name="connsiteX4" fmla="*/ 73002 w 73002"/>
                <a:gd name="connsiteY4" fmla="*/ 36708 h 73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02" h="73209">
                  <a:moveTo>
                    <a:pt x="73002" y="36708"/>
                  </a:moveTo>
                  <a:cubicBezTo>
                    <a:pt x="73002" y="56175"/>
                    <a:pt x="55968" y="73209"/>
                    <a:pt x="36501" y="73209"/>
                  </a:cubicBezTo>
                  <a:cubicBezTo>
                    <a:pt x="17034" y="73209"/>
                    <a:pt x="0" y="56175"/>
                    <a:pt x="0" y="36708"/>
                  </a:cubicBezTo>
                  <a:cubicBezTo>
                    <a:pt x="0" y="17241"/>
                    <a:pt x="17034" y="-2227"/>
                    <a:pt x="36501" y="207"/>
                  </a:cubicBezTo>
                  <a:cubicBezTo>
                    <a:pt x="55968" y="207"/>
                    <a:pt x="73002" y="17241"/>
                    <a:pt x="73002" y="36708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8C0463C0-FC60-64C3-7346-311E6CB830EE}"/>
                </a:ext>
              </a:extLst>
            </p:cNvPr>
            <p:cNvSpPr/>
            <p:nvPr userDrawn="1"/>
          </p:nvSpPr>
          <p:spPr>
            <a:xfrm>
              <a:off x="11636390" y="1058783"/>
              <a:ext cx="83531" cy="83531"/>
            </a:xfrm>
            <a:custGeom>
              <a:avLst/>
              <a:gdLst>
                <a:gd name="connsiteX0" fmla="*/ 73002 w 73002"/>
                <a:gd name="connsiteY0" fmla="*/ 36501 h 73002"/>
                <a:gd name="connsiteX1" fmla="*/ 36501 w 73002"/>
                <a:gd name="connsiteY1" fmla="*/ 73003 h 73002"/>
                <a:gd name="connsiteX2" fmla="*/ 0 w 73002"/>
                <a:gd name="connsiteY2" fmla="*/ 36501 h 73002"/>
                <a:gd name="connsiteX3" fmla="*/ 36501 w 73002"/>
                <a:gd name="connsiteY3" fmla="*/ 0 h 73002"/>
                <a:gd name="connsiteX4" fmla="*/ 73002 w 73002"/>
                <a:gd name="connsiteY4" fmla="*/ 36501 h 73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02" h="73002">
                  <a:moveTo>
                    <a:pt x="73002" y="36501"/>
                  </a:moveTo>
                  <a:cubicBezTo>
                    <a:pt x="73002" y="55969"/>
                    <a:pt x="55968" y="73003"/>
                    <a:pt x="36501" y="73003"/>
                  </a:cubicBezTo>
                  <a:cubicBezTo>
                    <a:pt x="17034" y="73003"/>
                    <a:pt x="0" y="55969"/>
                    <a:pt x="0" y="36501"/>
                  </a:cubicBezTo>
                  <a:cubicBezTo>
                    <a:pt x="0" y="17034"/>
                    <a:pt x="17034" y="0"/>
                    <a:pt x="36501" y="0"/>
                  </a:cubicBezTo>
                  <a:cubicBezTo>
                    <a:pt x="55968" y="0"/>
                    <a:pt x="73002" y="17034"/>
                    <a:pt x="73002" y="3650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79AC3450-E58E-CA74-CDEE-F14092D0A9CF}"/>
                </a:ext>
              </a:extLst>
            </p:cNvPr>
            <p:cNvSpPr/>
            <p:nvPr userDrawn="1"/>
          </p:nvSpPr>
          <p:spPr>
            <a:xfrm>
              <a:off x="11494386" y="1507070"/>
              <a:ext cx="83531" cy="83531"/>
            </a:xfrm>
            <a:custGeom>
              <a:avLst/>
              <a:gdLst>
                <a:gd name="connsiteX0" fmla="*/ 73002 w 73002"/>
                <a:gd name="connsiteY0" fmla="*/ 36501 h 73002"/>
                <a:gd name="connsiteX1" fmla="*/ 36502 w 73002"/>
                <a:gd name="connsiteY1" fmla="*/ 73002 h 73002"/>
                <a:gd name="connsiteX2" fmla="*/ 0 w 73002"/>
                <a:gd name="connsiteY2" fmla="*/ 36501 h 73002"/>
                <a:gd name="connsiteX3" fmla="*/ 36502 w 73002"/>
                <a:gd name="connsiteY3" fmla="*/ 0 h 73002"/>
                <a:gd name="connsiteX4" fmla="*/ 73002 w 73002"/>
                <a:gd name="connsiteY4" fmla="*/ 36501 h 73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02" h="73002">
                  <a:moveTo>
                    <a:pt x="73002" y="36501"/>
                  </a:moveTo>
                  <a:cubicBezTo>
                    <a:pt x="73002" y="55969"/>
                    <a:pt x="55968" y="73002"/>
                    <a:pt x="36502" y="73002"/>
                  </a:cubicBezTo>
                  <a:cubicBezTo>
                    <a:pt x="17034" y="73002"/>
                    <a:pt x="0" y="55969"/>
                    <a:pt x="0" y="36501"/>
                  </a:cubicBezTo>
                  <a:cubicBezTo>
                    <a:pt x="0" y="17034"/>
                    <a:pt x="17034" y="0"/>
                    <a:pt x="36502" y="0"/>
                  </a:cubicBezTo>
                  <a:cubicBezTo>
                    <a:pt x="55968" y="0"/>
                    <a:pt x="73002" y="17034"/>
                    <a:pt x="73002" y="3650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CDBF967-81EE-72AB-10E2-1271255B05EB}"/>
                </a:ext>
              </a:extLst>
            </p:cNvPr>
            <p:cNvSpPr/>
            <p:nvPr userDrawn="1"/>
          </p:nvSpPr>
          <p:spPr>
            <a:xfrm>
              <a:off x="10686912" y="1894102"/>
              <a:ext cx="83531" cy="83531"/>
            </a:xfrm>
            <a:custGeom>
              <a:avLst/>
              <a:gdLst>
                <a:gd name="connsiteX0" fmla="*/ 73002 w 73002"/>
                <a:gd name="connsiteY0" fmla="*/ 36501 h 73002"/>
                <a:gd name="connsiteX1" fmla="*/ 36501 w 73002"/>
                <a:gd name="connsiteY1" fmla="*/ 73002 h 73002"/>
                <a:gd name="connsiteX2" fmla="*/ 0 w 73002"/>
                <a:gd name="connsiteY2" fmla="*/ 36501 h 73002"/>
                <a:gd name="connsiteX3" fmla="*/ 36501 w 73002"/>
                <a:gd name="connsiteY3" fmla="*/ 0 h 73002"/>
                <a:gd name="connsiteX4" fmla="*/ 73002 w 73002"/>
                <a:gd name="connsiteY4" fmla="*/ 36501 h 73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02" h="73002">
                  <a:moveTo>
                    <a:pt x="73002" y="36501"/>
                  </a:moveTo>
                  <a:cubicBezTo>
                    <a:pt x="73002" y="58402"/>
                    <a:pt x="55968" y="73002"/>
                    <a:pt x="36501" y="73002"/>
                  </a:cubicBezTo>
                  <a:cubicBezTo>
                    <a:pt x="17034" y="73002"/>
                    <a:pt x="0" y="55969"/>
                    <a:pt x="0" y="36501"/>
                  </a:cubicBezTo>
                  <a:cubicBezTo>
                    <a:pt x="0" y="17034"/>
                    <a:pt x="17034" y="0"/>
                    <a:pt x="36501" y="0"/>
                  </a:cubicBezTo>
                  <a:cubicBezTo>
                    <a:pt x="55968" y="0"/>
                    <a:pt x="73002" y="17034"/>
                    <a:pt x="73002" y="3650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35102EC6-EB94-F5E0-9C6E-94632019F6EF}"/>
                </a:ext>
              </a:extLst>
            </p:cNvPr>
            <p:cNvSpPr/>
            <p:nvPr userDrawn="1"/>
          </p:nvSpPr>
          <p:spPr>
            <a:xfrm>
              <a:off x="7676983" y="2033322"/>
              <a:ext cx="83531" cy="86552"/>
            </a:xfrm>
            <a:custGeom>
              <a:avLst/>
              <a:gdLst>
                <a:gd name="connsiteX0" fmla="*/ 73002 w 73002"/>
                <a:gd name="connsiteY0" fmla="*/ 38935 h 75642"/>
                <a:gd name="connsiteX1" fmla="*/ 36501 w 73002"/>
                <a:gd name="connsiteY1" fmla="*/ 75436 h 75642"/>
                <a:gd name="connsiteX2" fmla="*/ 0 w 73002"/>
                <a:gd name="connsiteY2" fmla="*/ 36501 h 75642"/>
                <a:gd name="connsiteX3" fmla="*/ 36501 w 73002"/>
                <a:gd name="connsiteY3" fmla="*/ 0 h 75642"/>
                <a:gd name="connsiteX4" fmla="*/ 73002 w 73002"/>
                <a:gd name="connsiteY4" fmla="*/ 36501 h 7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02" h="75642">
                  <a:moveTo>
                    <a:pt x="73002" y="38935"/>
                  </a:moveTo>
                  <a:cubicBezTo>
                    <a:pt x="73002" y="58402"/>
                    <a:pt x="55968" y="77869"/>
                    <a:pt x="36501" y="75436"/>
                  </a:cubicBezTo>
                  <a:cubicBezTo>
                    <a:pt x="17034" y="75436"/>
                    <a:pt x="0" y="58402"/>
                    <a:pt x="0" y="36501"/>
                  </a:cubicBezTo>
                  <a:cubicBezTo>
                    <a:pt x="0" y="14600"/>
                    <a:pt x="17034" y="0"/>
                    <a:pt x="36501" y="0"/>
                  </a:cubicBezTo>
                  <a:cubicBezTo>
                    <a:pt x="58402" y="0"/>
                    <a:pt x="73002" y="17034"/>
                    <a:pt x="73002" y="3650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1E674A41-5235-2972-1FF1-425DBB288C93}"/>
                </a:ext>
              </a:extLst>
            </p:cNvPr>
            <p:cNvSpPr/>
            <p:nvPr userDrawn="1"/>
          </p:nvSpPr>
          <p:spPr>
            <a:xfrm>
              <a:off x="8119701" y="2303408"/>
              <a:ext cx="122513" cy="122513"/>
            </a:xfrm>
            <a:custGeom>
              <a:avLst/>
              <a:gdLst>
                <a:gd name="connsiteX0" fmla="*/ 107070 w 107070"/>
                <a:gd name="connsiteY0" fmla="*/ 53536 h 107070"/>
                <a:gd name="connsiteX1" fmla="*/ 53535 w 107070"/>
                <a:gd name="connsiteY1" fmla="*/ 107071 h 107070"/>
                <a:gd name="connsiteX2" fmla="*/ 0 w 107070"/>
                <a:gd name="connsiteY2" fmla="*/ 53536 h 107070"/>
                <a:gd name="connsiteX3" fmla="*/ 53535 w 107070"/>
                <a:gd name="connsiteY3" fmla="*/ 0 h 107070"/>
                <a:gd name="connsiteX4" fmla="*/ 107070 w 107070"/>
                <a:gd name="connsiteY4" fmla="*/ 53536 h 107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070" h="107070">
                  <a:moveTo>
                    <a:pt x="107070" y="53536"/>
                  </a:moveTo>
                  <a:cubicBezTo>
                    <a:pt x="107070" y="82736"/>
                    <a:pt x="82736" y="107071"/>
                    <a:pt x="53535" y="107071"/>
                  </a:cubicBezTo>
                  <a:cubicBezTo>
                    <a:pt x="24334" y="107071"/>
                    <a:pt x="0" y="82736"/>
                    <a:pt x="0" y="53536"/>
                  </a:cubicBezTo>
                  <a:cubicBezTo>
                    <a:pt x="0" y="24334"/>
                    <a:pt x="24334" y="0"/>
                    <a:pt x="53535" y="0"/>
                  </a:cubicBezTo>
                  <a:cubicBezTo>
                    <a:pt x="82736" y="0"/>
                    <a:pt x="107070" y="24334"/>
                    <a:pt x="107070" y="53536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D25600D6-64F5-338E-20E2-8D968C1192F5}"/>
                </a:ext>
              </a:extLst>
            </p:cNvPr>
            <p:cNvSpPr/>
            <p:nvPr userDrawn="1"/>
          </p:nvSpPr>
          <p:spPr>
            <a:xfrm>
              <a:off x="9798690" y="2041675"/>
              <a:ext cx="122513" cy="122513"/>
            </a:xfrm>
            <a:custGeom>
              <a:avLst/>
              <a:gdLst>
                <a:gd name="connsiteX0" fmla="*/ 107071 w 107070"/>
                <a:gd name="connsiteY0" fmla="*/ 53535 h 107070"/>
                <a:gd name="connsiteX1" fmla="*/ 53535 w 107070"/>
                <a:gd name="connsiteY1" fmla="*/ 107070 h 107070"/>
                <a:gd name="connsiteX2" fmla="*/ 0 w 107070"/>
                <a:gd name="connsiteY2" fmla="*/ 53535 h 107070"/>
                <a:gd name="connsiteX3" fmla="*/ 53535 w 107070"/>
                <a:gd name="connsiteY3" fmla="*/ 0 h 107070"/>
                <a:gd name="connsiteX4" fmla="*/ 107071 w 107070"/>
                <a:gd name="connsiteY4" fmla="*/ 53535 h 107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070" h="107070">
                  <a:moveTo>
                    <a:pt x="107071" y="53535"/>
                  </a:moveTo>
                  <a:cubicBezTo>
                    <a:pt x="107071" y="82736"/>
                    <a:pt x="82736" y="107070"/>
                    <a:pt x="53535" y="107070"/>
                  </a:cubicBezTo>
                  <a:cubicBezTo>
                    <a:pt x="24335" y="107070"/>
                    <a:pt x="0" y="82736"/>
                    <a:pt x="0" y="53535"/>
                  </a:cubicBezTo>
                  <a:cubicBezTo>
                    <a:pt x="0" y="24334"/>
                    <a:pt x="24335" y="2433"/>
                    <a:pt x="53535" y="0"/>
                  </a:cubicBezTo>
                  <a:cubicBezTo>
                    <a:pt x="82736" y="0"/>
                    <a:pt x="107071" y="24334"/>
                    <a:pt x="107071" y="53535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28873E3E-29D8-E42C-89DB-49EDE2539DFD}"/>
                </a:ext>
              </a:extLst>
            </p:cNvPr>
            <p:cNvSpPr/>
            <p:nvPr userDrawn="1"/>
          </p:nvSpPr>
          <p:spPr>
            <a:xfrm>
              <a:off x="10998764" y="2044459"/>
              <a:ext cx="122513" cy="122513"/>
            </a:xfrm>
            <a:custGeom>
              <a:avLst/>
              <a:gdLst>
                <a:gd name="connsiteX0" fmla="*/ 107070 w 107070"/>
                <a:gd name="connsiteY0" fmla="*/ 53535 h 107070"/>
                <a:gd name="connsiteX1" fmla="*/ 53535 w 107070"/>
                <a:gd name="connsiteY1" fmla="*/ 107070 h 107070"/>
                <a:gd name="connsiteX2" fmla="*/ 0 w 107070"/>
                <a:gd name="connsiteY2" fmla="*/ 53535 h 107070"/>
                <a:gd name="connsiteX3" fmla="*/ 53535 w 107070"/>
                <a:gd name="connsiteY3" fmla="*/ 0 h 107070"/>
                <a:gd name="connsiteX4" fmla="*/ 107070 w 107070"/>
                <a:gd name="connsiteY4" fmla="*/ 53535 h 107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070" h="107070">
                  <a:moveTo>
                    <a:pt x="107070" y="53535"/>
                  </a:moveTo>
                  <a:cubicBezTo>
                    <a:pt x="107070" y="82736"/>
                    <a:pt x="82736" y="107070"/>
                    <a:pt x="53535" y="107070"/>
                  </a:cubicBezTo>
                  <a:cubicBezTo>
                    <a:pt x="24334" y="107070"/>
                    <a:pt x="0" y="82736"/>
                    <a:pt x="0" y="53535"/>
                  </a:cubicBezTo>
                  <a:cubicBezTo>
                    <a:pt x="0" y="24334"/>
                    <a:pt x="24334" y="0"/>
                    <a:pt x="53535" y="0"/>
                  </a:cubicBezTo>
                  <a:cubicBezTo>
                    <a:pt x="82736" y="0"/>
                    <a:pt x="107070" y="24334"/>
                    <a:pt x="107070" y="53535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D60973B6-412D-D6BB-6F7B-57A522C7D4A6}"/>
                </a:ext>
              </a:extLst>
            </p:cNvPr>
            <p:cNvSpPr/>
            <p:nvPr userDrawn="1"/>
          </p:nvSpPr>
          <p:spPr>
            <a:xfrm>
              <a:off x="7482074" y="2849149"/>
              <a:ext cx="122513" cy="122513"/>
            </a:xfrm>
            <a:custGeom>
              <a:avLst/>
              <a:gdLst>
                <a:gd name="connsiteX0" fmla="*/ 107070 w 107070"/>
                <a:gd name="connsiteY0" fmla="*/ 53535 h 107070"/>
                <a:gd name="connsiteX1" fmla="*/ 53535 w 107070"/>
                <a:gd name="connsiteY1" fmla="*/ 107071 h 107070"/>
                <a:gd name="connsiteX2" fmla="*/ 0 w 107070"/>
                <a:gd name="connsiteY2" fmla="*/ 53535 h 107070"/>
                <a:gd name="connsiteX3" fmla="*/ 53535 w 107070"/>
                <a:gd name="connsiteY3" fmla="*/ 0 h 107070"/>
                <a:gd name="connsiteX4" fmla="*/ 107070 w 107070"/>
                <a:gd name="connsiteY4" fmla="*/ 53535 h 107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070" h="107070">
                  <a:moveTo>
                    <a:pt x="107070" y="53535"/>
                  </a:moveTo>
                  <a:cubicBezTo>
                    <a:pt x="107070" y="82736"/>
                    <a:pt x="82736" y="107071"/>
                    <a:pt x="53535" y="107071"/>
                  </a:cubicBezTo>
                  <a:cubicBezTo>
                    <a:pt x="24334" y="107071"/>
                    <a:pt x="0" y="82736"/>
                    <a:pt x="0" y="53535"/>
                  </a:cubicBezTo>
                  <a:cubicBezTo>
                    <a:pt x="0" y="24334"/>
                    <a:pt x="24334" y="0"/>
                    <a:pt x="53535" y="0"/>
                  </a:cubicBezTo>
                  <a:cubicBezTo>
                    <a:pt x="82736" y="0"/>
                    <a:pt x="107070" y="24334"/>
                    <a:pt x="107070" y="53535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E9A4433B-ED72-8632-BBD6-E0C83C26329C}"/>
                </a:ext>
              </a:extLst>
            </p:cNvPr>
            <p:cNvSpPr/>
            <p:nvPr userDrawn="1"/>
          </p:nvSpPr>
          <p:spPr>
            <a:xfrm>
              <a:off x="4410889" y="5502679"/>
              <a:ext cx="334127" cy="1357098"/>
            </a:xfrm>
            <a:custGeom>
              <a:avLst/>
              <a:gdLst>
                <a:gd name="connsiteX0" fmla="*/ 0 w 334127"/>
                <a:gd name="connsiteY0" fmla="*/ 0 h 1357098"/>
                <a:gd name="connsiteX1" fmla="*/ 19490 w 334127"/>
                <a:gd name="connsiteY1" fmla="*/ 0 h 1357098"/>
                <a:gd name="connsiteX2" fmla="*/ 19490 w 334127"/>
                <a:gd name="connsiteY2" fmla="*/ 445505 h 1357098"/>
                <a:gd name="connsiteX3" fmla="*/ 334127 w 334127"/>
                <a:gd name="connsiteY3" fmla="*/ 760140 h 1357098"/>
                <a:gd name="connsiteX4" fmla="*/ 334127 w 334127"/>
                <a:gd name="connsiteY4" fmla="*/ 1357098 h 1357098"/>
                <a:gd name="connsiteX5" fmla="*/ 311852 w 334127"/>
                <a:gd name="connsiteY5" fmla="*/ 1357098 h 1357098"/>
                <a:gd name="connsiteX6" fmla="*/ 311852 w 334127"/>
                <a:gd name="connsiteY6" fmla="*/ 768494 h 1357098"/>
                <a:gd name="connsiteX7" fmla="*/ 0 w 334127"/>
                <a:gd name="connsiteY7" fmla="*/ 456641 h 1357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27" h="1357098">
                  <a:moveTo>
                    <a:pt x="0" y="0"/>
                  </a:moveTo>
                  <a:lnTo>
                    <a:pt x="19490" y="0"/>
                  </a:lnTo>
                  <a:lnTo>
                    <a:pt x="19490" y="445505"/>
                  </a:lnTo>
                  <a:lnTo>
                    <a:pt x="334127" y="760140"/>
                  </a:lnTo>
                  <a:lnTo>
                    <a:pt x="334127" y="1357098"/>
                  </a:lnTo>
                  <a:lnTo>
                    <a:pt x="311852" y="1357098"/>
                  </a:lnTo>
                  <a:lnTo>
                    <a:pt x="311852" y="768494"/>
                  </a:lnTo>
                  <a:lnTo>
                    <a:pt x="0" y="45664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AABD8167-CF6D-EC3C-FAC8-EE0403D2038F}"/>
                </a:ext>
              </a:extLst>
            </p:cNvPr>
            <p:cNvSpPr/>
            <p:nvPr userDrawn="1"/>
          </p:nvSpPr>
          <p:spPr>
            <a:xfrm>
              <a:off x="4480500" y="4583828"/>
              <a:ext cx="568016" cy="2275949"/>
            </a:xfrm>
            <a:custGeom>
              <a:avLst/>
              <a:gdLst>
                <a:gd name="connsiteX0" fmla="*/ 387030 w 568016"/>
                <a:gd name="connsiteY0" fmla="*/ 0 h 2275949"/>
                <a:gd name="connsiteX1" fmla="*/ 406521 w 568016"/>
                <a:gd name="connsiteY1" fmla="*/ 0 h 2275949"/>
                <a:gd name="connsiteX2" fmla="*/ 406521 w 568016"/>
                <a:gd name="connsiteY2" fmla="*/ 659903 h 2275949"/>
                <a:gd name="connsiteX3" fmla="*/ 568016 w 568016"/>
                <a:gd name="connsiteY3" fmla="*/ 818612 h 2275949"/>
                <a:gd name="connsiteX4" fmla="*/ 568016 w 568016"/>
                <a:gd name="connsiteY4" fmla="*/ 1731895 h 2275949"/>
                <a:gd name="connsiteX5" fmla="*/ 23961 w 568016"/>
                <a:gd name="connsiteY5" fmla="*/ 2275949 h 2275949"/>
                <a:gd name="connsiteX6" fmla="*/ 0 w 568016"/>
                <a:gd name="connsiteY6" fmla="*/ 2275949 h 2275949"/>
                <a:gd name="connsiteX7" fmla="*/ 0 w 568016"/>
                <a:gd name="connsiteY7" fmla="*/ 2269283 h 2275949"/>
                <a:gd name="connsiteX8" fmla="*/ 545740 w 568016"/>
                <a:gd name="connsiteY8" fmla="*/ 1723541 h 2275949"/>
                <a:gd name="connsiteX9" fmla="*/ 545740 w 568016"/>
                <a:gd name="connsiteY9" fmla="*/ 826965 h 2275949"/>
                <a:gd name="connsiteX10" fmla="*/ 387030 w 568016"/>
                <a:gd name="connsiteY10" fmla="*/ 668254 h 2275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68016" h="2275949">
                  <a:moveTo>
                    <a:pt x="387030" y="0"/>
                  </a:moveTo>
                  <a:lnTo>
                    <a:pt x="406521" y="0"/>
                  </a:lnTo>
                  <a:lnTo>
                    <a:pt x="406521" y="659903"/>
                  </a:lnTo>
                  <a:lnTo>
                    <a:pt x="568016" y="818612"/>
                  </a:lnTo>
                  <a:lnTo>
                    <a:pt x="568016" y="1731895"/>
                  </a:lnTo>
                  <a:lnTo>
                    <a:pt x="23961" y="2275949"/>
                  </a:lnTo>
                  <a:lnTo>
                    <a:pt x="0" y="2275949"/>
                  </a:lnTo>
                  <a:lnTo>
                    <a:pt x="0" y="2269283"/>
                  </a:lnTo>
                  <a:lnTo>
                    <a:pt x="545740" y="1723541"/>
                  </a:lnTo>
                  <a:lnTo>
                    <a:pt x="545740" y="826965"/>
                  </a:lnTo>
                  <a:lnTo>
                    <a:pt x="387030" y="66825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E6CE63AF-4D6C-AAE2-5E09-D25C3CAE007B}"/>
                </a:ext>
              </a:extLst>
            </p:cNvPr>
            <p:cNvSpPr/>
            <p:nvPr userDrawn="1"/>
          </p:nvSpPr>
          <p:spPr>
            <a:xfrm>
              <a:off x="4853610" y="5511033"/>
              <a:ext cx="972849" cy="1348744"/>
            </a:xfrm>
            <a:custGeom>
              <a:avLst/>
              <a:gdLst>
                <a:gd name="connsiteX0" fmla="*/ 0 w 972849"/>
                <a:gd name="connsiteY0" fmla="*/ 0 h 1348744"/>
                <a:gd name="connsiteX1" fmla="*/ 19491 w 972849"/>
                <a:gd name="connsiteY1" fmla="*/ 0 h 1348744"/>
                <a:gd name="connsiteX2" fmla="*/ 19491 w 972849"/>
                <a:gd name="connsiteY2" fmla="*/ 395385 h 1348744"/>
                <a:gd name="connsiteX3" fmla="*/ 972849 w 972849"/>
                <a:gd name="connsiteY3" fmla="*/ 1348744 h 1348744"/>
                <a:gd name="connsiteX4" fmla="*/ 945005 w 972849"/>
                <a:gd name="connsiteY4" fmla="*/ 1348744 h 1348744"/>
                <a:gd name="connsiteX5" fmla="*/ 0 w 972849"/>
                <a:gd name="connsiteY5" fmla="*/ 403737 h 1348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72849" h="1348744">
                  <a:moveTo>
                    <a:pt x="0" y="0"/>
                  </a:moveTo>
                  <a:lnTo>
                    <a:pt x="19491" y="0"/>
                  </a:lnTo>
                  <a:lnTo>
                    <a:pt x="19491" y="395385"/>
                  </a:lnTo>
                  <a:lnTo>
                    <a:pt x="972849" y="1348744"/>
                  </a:lnTo>
                  <a:lnTo>
                    <a:pt x="945005" y="1348744"/>
                  </a:lnTo>
                  <a:lnTo>
                    <a:pt x="0" y="403737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9EC60851-B8EA-61BC-6EBA-DEC9DF3DA29F}"/>
                </a:ext>
              </a:extLst>
            </p:cNvPr>
            <p:cNvSpPr/>
            <p:nvPr userDrawn="1"/>
          </p:nvSpPr>
          <p:spPr>
            <a:xfrm>
              <a:off x="5076359" y="4425119"/>
              <a:ext cx="651549" cy="2434659"/>
            </a:xfrm>
            <a:custGeom>
              <a:avLst/>
              <a:gdLst>
                <a:gd name="connsiteX0" fmla="*/ 606998 w 651549"/>
                <a:gd name="connsiteY0" fmla="*/ 0 h 2434659"/>
                <a:gd name="connsiteX1" fmla="*/ 651549 w 651549"/>
                <a:gd name="connsiteY1" fmla="*/ 0 h 2434659"/>
                <a:gd name="connsiteX2" fmla="*/ 651549 w 651549"/>
                <a:gd name="connsiteY2" fmla="*/ 309069 h 2434659"/>
                <a:gd name="connsiteX3" fmla="*/ 431581 w 651549"/>
                <a:gd name="connsiteY3" fmla="*/ 526251 h 2434659"/>
                <a:gd name="connsiteX4" fmla="*/ 431581 w 651549"/>
                <a:gd name="connsiteY4" fmla="*/ 1809857 h 2434659"/>
                <a:gd name="connsiteX5" fmla="*/ 41766 w 651549"/>
                <a:gd name="connsiteY5" fmla="*/ 2199673 h 2434659"/>
                <a:gd name="connsiteX6" fmla="*/ 41766 w 651549"/>
                <a:gd name="connsiteY6" fmla="*/ 2434659 h 2434659"/>
                <a:gd name="connsiteX7" fmla="*/ 0 w 651549"/>
                <a:gd name="connsiteY7" fmla="*/ 2434659 h 2434659"/>
                <a:gd name="connsiteX8" fmla="*/ 0 w 651549"/>
                <a:gd name="connsiteY8" fmla="*/ 2182967 h 2434659"/>
                <a:gd name="connsiteX9" fmla="*/ 389815 w 651549"/>
                <a:gd name="connsiteY9" fmla="*/ 1790367 h 2434659"/>
                <a:gd name="connsiteX10" fmla="*/ 389815 w 651549"/>
                <a:gd name="connsiteY10" fmla="*/ 509545 h 2434659"/>
                <a:gd name="connsiteX11" fmla="*/ 606998 w 651549"/>
                <a:gd name="connsiteY11" fmla="*/ 292362 h 2434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51549" h="2434659">
                  <a:moveTo>
                    <a:pt x="606998" y="0"/>
                  </a:moveTo>
                  <a:lnTo>
                    <a:pt x="651549" y="0"/>
                  </a:lnTo>
                  <a:lnTo>
                    <a:pt x="651549" y="309069"/>
                  </a:lnTo>
                  <a:lnTo>
                    <a:pt x="431581" y="526251"/>
                  </a:lnTo>
                  <a:lnTo>
                    <a:pt x="431581" y="1809857"/>
                  </a:lnTo>
                  <a:lnTo>
                    <a:pt x="41766" y="2199673"/>
                  </a:lnTo>
                  <a:lnTo>
                    <a:pt x="41766" y="2434659"/>
                  </a:lnTo>
                  <a:lnTo>
                    <a:pt x="0" y="2434659"/>
                  </a:lnTo>
                  <a:lnTo>
                    <a:pt x="0" y="2182967"/>
                  </a:lnTo>
                  <a:lnTo>
                    <a:pt x="389815" y="1790367"/>
                  </a:lnTo>
                  <a:lnTo>
                    <a:pt x="389815" y="509545"/>
                  </a:lnTo>
                  <a:lnTo>
                    <a:pt x="606998" y="292362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FEB12552-9D71-2D9A-DCF7-62E79FEB015F}"/>
                </a:ext>
              </a:extLst>
            </p:cNvPr>
            <p:cNvSpPr/>
            <p:nvPr userDrawn="1"/>
          </p:nvSpPr>
          <p:spPr>
            <a:xfrm>
              <a:off x="5140399" y="5054391"/>
              <a:ext cx="690529" cy="1805386"/>
            </a:xfrm>
            <a:custGeom>
              <a:avLst/>
              <a:gdLst>
                <a:gd name="connsiteX0" fmla="*/ 0 w 690529"/>
                <a:gd name="connsiteY0" fmla="*/ 0 h 1805386"/>
                <a:gd name="connsiteX1" fmla="*/ 44551 w 690529"/>
                <a:gd name="connsiteY1" fmla="*/ 0 h 1805386"/>
                <a:gd name="connsiteX2" fmla="*/ 44551 w 690529"/>
                <a:gd name="connsiteY2" fmla="*/ 746218 h 1805386"/>
                <a:gd name="connsiteX3" fmla="*/ 690529 w 690529"/>
                <a:gd name="connsiteY3" fmla="*/ 1392197 h 1805386"/>
                <a:gd name="connsiteX4" fmla="*/ 690529 w 690529"/>
                <a:gd name="connsiteY4" fmla="*/ 1805386 h 1805386"/>
                <a:gd name="connsiteX5" fmla="*/ 645980 w 690529"/>
                <a:gd name="connsiteY5" fmla="*/ 1805386 h 1805386"/>
                <a:gd name="connsiteX6" fmla="*/ 645980 w 690529"/>
                <a:gd name="connsiteY6" fmla="*/ 1411688 h 1805386"/>
                <a:gd name="connsiteX7" fmla="*/ 0 w 690529"/>
                <a:gd name="connsiteY7" fmla="*/ 765709 h 1805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90529" h="1805386">
                  <a:moveTo>
                    <a:pt x="0" y="0"/>
                  </a:moveTo>
                  <a:lnTo>
                    <a:pt x="44551" y="0"/>
                  </a:lnTo>
                  <a:lnTo>
                    <a:pt x="44551" y="746218"/>
                  </a:lnTo>
                  <a:lnTo>
                    <a:pt x="690529" y="1392197"/>
                  </a:lnTo>
                  <a:lnTo>
                    <a:pt x="690529" y="1805386"/>
                  </a:lnTo>
                  <a:lnTo>
                    <a:pt x="645980" y="1805386"/>
                  </a:lnTo>
                  <a:lnTo>
                    <a:pt x="645980" y="1411688"/>
                  </a:lnTo>
                  <a:lnTo>
                    <a:pt x="0" y="76570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383560B-C446-5C6C-97C8-3D02C8FA43CA}"/>
                </a:ext>
              </a:extLst>
            </p:cNvPr>
            <p:cNvSpPr/>
            <p:nvPr userDrawn="1"/>
          </p:nvSpPr>
          <p:spPr>
            <a:xfrm>
              <a:off x="5641591" y="4425118"/>
              <a:ext cx="339695" cy="1698481"/>
            </a:xfrm>
            <a:custGeom>
              <a:avLst/>
              <a:gdLst>
                <a:gd name="connsiteX0" fmla="*/ 296877 w 296876"/>
                <a:gd name="connsiteY0" fmla="*/ 416114 h 1484385"/>
                <a:gd name="connsiteX1" fmla="*/ 296877 w 296876"/>
                <a:gd name="connsiteY1" fmla="*/ 0 h 1484385"/>
                <a:gd name="connsiteX2" fmla="*/ 277409 w 296876"/>
                <a:gd name="connsiteY2" fmla="*/ 0 h 1484385"/>
                <a:gd name="connsiteX3" fmla="*/ 277409 w 296876"/>
                <a:gd name="connsiteY3" fmla="*/ 408814 h 1484385"/>
                <a:gd name="connsiteX4" fmla="*/ 0 w 296876"/>
                <a:gd name="connsiteY4" fmla="*/ 686224 h 1484385"/>
                <a:gd name="connsiteX5" fmla="*/ 0 w 296876"/>
                <a:gd name="connsiteY5" fmla="*/ 1484385 h 1484385"/>
                <a:gd name="connsiteX6" fmla="*/ 19467 w 296876"/>
                <a:gd name="connsiteY6" fmla="*/ 1484385 h 1484385"/>
                <a:gd name="connsiteX7" fmla="*/ 19467 w 296876"/>
                <a:gd name="connsiteY7" fmla="*/ 693525 h 1484385"/>
                <a:gd name="connsiteX8" fmla="*/ 296877 w 296876"/>
                <a:gd name="connsiteY8" fmla="*/ 416114 h 1484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6876" h="1484385">
                  <a:moveTo>
                    <a:pt x="296877" y="416114"/>
                  </a:moveTo>
                  <a:lnTo>
                    <a:pt x="296877" y="0"/>
                  </a:lnTo>
                  <a:lnTo>
                    <a:pt x="277409" y="0"/>
                  </a:lnTo>
                  <a:lnTo>
                    <a:pt x="277409" y="408814"/>
                  </a:lnTo>
                  <a:lnTo>
                    <a:pt x="0" y="686224"/>
                  </a:lnTo>
                  <a:lnTo>
                    <a:pt x="0" y="1484385"/>
                  </a:lnTo>
                  <a:lnTo>
                    <a:pt x="19467" y="1484385"/>
                  </a:lnTo>
                  <a:lnTo>
                    <a:pt x="19467" y="693525"/>
                  </a:lnTo>
                  <a:lnTo>
                    <a:pt x="296877" y="41611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67E5187B-ECA9-6F82-34C8-389553259BF7}"/>
                </a:ext>
              </a:extLst>
            </p:cNvPr>
            <p:cNvSpPr/>
            <p:nvPr userDrawn="1"/>
          </p:nvSpPr>
          <p:spPr>
            <a:xfrm>
              <a:off x="6045329" y="5516602"/>
              <a:ext cx="348049" cy="1343175"/>
            </a:xfrm>
            <a:custGeom>
              <a:avLst/>
              <a:gdLst>
                <a:gd name="connsiteX0" fmla="*/ 0 w 348049"/>
                <a:gd name="connsiteY0" fmla="*/ 0 h 1343175"/>
                <a:gd name="connsiteX1" fmla="*/ 19491 w 348049"/>
                <a:gd name="connsiteY1" fmla="*/ 0 h 1343175"/>
                <a:gd name="connsiteX2" fmla="*/ 19491 w 348049"/>
                <a:gd name="connsiteY2" fmla="*/ 334127 h 1343175"/>
                <a:gd name="connsiteX3" fmla="*/ 348049 w 348049"/>
                <a:gd name="connsiteY3" fmla="*/ 659903 h 1343175"/>
                <a:gd name="connsiteX4" fmla="*/ 348049 w 348049"/>
                <a:gd name="connsiteY4" fmla="*/ 1343175 h 1343175"/>
                <a:gd name="connsiteX5" fmla="*/ 328558 w 348049"/>
                <a:gd name="connsiteY5" fmla="*/ 1343175 h 1343175"/>
                <a:gd name="connsiteX6" fmla="*/ 328558 w 348049"/>
                <a:gd name="connsiteY6" fmla="*/ 671038 h 1343175"/>
                <a:gd name="connsiteX7" fmla="*/ 0 w 348049"/>
                <a:gd name="connsiteY7" fmla="*/ 342481 h 1343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8049" h="1343175">
                  <a:moveTo>
                    <a:pt x="0" y="0"/>
                  </a:moveTo>
                  <a:lnTo>
                    <a:pt x="19491" y="0"/>
                  </a:lnTo>
                  <a:lnTo>
                    <a:pt x="19491" y="334127"/>
                  </a:lnTo>
                  <a:lnTo>
                    <a:pt x="348049" y="659903"/>
                  </a:lnTo>
                  <a:lnTo>
                    <a:pt x="348049" y="1343175"/>
                  </a:lnTo>
                  <a:lnTo>
                    <a:pt x="328558" y="1343175"/>
                  </a:lnTo>
                  <a:lnTo>
                    <a:pt x="328558" y="671038"/>
                  </a:lnTo>
                  <a:lnTo>
                    <a:pt x="0" y="34248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32C03DC4-D4F7-E2AD-D29D-9D297EA0D0BA}"/>
                </a:ext>
              </a:extLst>
            </p:cNvPr>
            <p:cNvSpPr/>
            <p:nvPr userDrawn="1"/>
          </p:nvSpPr>
          <p:spPr>
            <a:xfrm>
              <a:off x="6287570" y="4060363"/>
              <a:ext cx="999598" cy="2799414"/>
            </a:xfrm>
            <a:custGeom>
              <a:avLst/>
              <a:gdLst>
                <a:gd name="connsiteX0" fmla="*/ 203260 w 999598"/>
                <a:gd name="connsiteY0" fmla="*/ 0 h 2799414"/>
                <a:gd name="connsiteX1" fmla="*/ 217182 w 999598"/>
                <a:gd name="connsiteY1" fmla="*/ 16706 h 2799414"/>
                <a:gd name="connsiteX2" fmla="*/ 22275 w 999598"/>
                <a:gd name="connsiteY2" fmla="*/ 214398 h 2799414"/>
                <a:gd name="connsiteX3" fmla="*/ 22275 w 999598"/>
                <a:gd name="connsiteY3" fmla="*/ 1531417 h 2799414"/>
                <a:gd name="connsiteX4" fmla="*/ 999598 w 999598"/>
                <a:gd name="connsiteY4" fmla="*/ 2508741 h 2799414"/>
                <a:gd name="connsiteX5" fmla="*/ 999598 w 999598"/>
                <a:gd name="connsiteY5" fmla="*/ 2799414 h 2799414"/>
                <a:gd name="connsiteX6" fmla="*/ 977322 w 999598"/>
                <a:gd name="connsiteY6" fmla="*/ 2799414 h 2799414"/>
                <a:gd name="connsiteX7" fmla="*/ 977322 w 999598"/>
                <a:gd name="connsiteY7" fmla="*/ 2519879 h 2799414"/>
                <a:gd name="connsiteX8" fmla="*/ 0 w 999598"/>
                <a:gd name="connsiteY8" fmla="*/ 1539770 h 2799414"/>
                <a:gd name="connsiteX9" fmla="*/ 0 w 999598"/>
                <a:gd name="connsiteY9" fmla="*/ 203260 h 279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99598" h="2799414">
                  <a:moveTo>
                    <a:pt x="203260" y="0"/>
                  </a:moveTo>
                  <a:lnTo>
                    <a:pt x="217182" y="16706"/>
                  </a:lnTo>
                  <a:lnTo>
                    <a:pt x="22275" y="214398"/>
                  </a:lnTo>
                  <a:lnTo>
                    <a:pt x="22275" y="1531417"/>
                  </a:lnTo>
                  <a:lnTo>
                    <a:pt x="999598" y="2508741"/>
                  </a:lnTo>
                  <a:lnTo>
                    <a:pt x="999598" y="2799414"/>
                  </a:lnTo>
                  <a:lnTo>
                    <a:pt x="977322" y="2799414"/>
                  </a:lnTo>
                  <a:lnTo>
                    <a:pt x="977322" y="2519879"/>
                  </a:lnTo>
                  <a:lnTo>
                    <a:pt x="0" y="1539770"/>
                  </a:lnTo>
                  <a:lnTo>
                    <a:pt x="0" y="20326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693122A0-2D44-8726-2BEF-B4CD5CDEEB94}"/>
                </a:ext>
              </a:extLst>
            </p:cNvPr>
            <p:cNvSpPr/>
            <p:nvPr userDrawn="1"/>
          </p:nvSpPr>
          <p:spPr>
            <a:xfrm>
              <a:off x="6087093" y="5240947"/>
              <a:ext cx="437150" cy="1618831"/>
            </a:xfrm>
            <a:custGeom>
              <a:avLst/>
              <a:gdLst>
                <a:gd name="connsiteX0" fmla="*/ 414874 w 437150"/>
                <a:gd name="connsiteY0" fmla="*/ 0 h 1618831"/>
                <a:gd name="connsiteX1" fmla="*/ 437150 w 437150"/>
                <a:gd name="connsiteY1" fmla="*/ 0 h 1618831"/>
                <a:gd name="connsiteX2" fmla="*/ 437150 w 437150"/>
                <a:gd name="connsiteY2" fmla="*/ 1130465 h 1618831"/>
                <a:gd name="connsiteX3" fmla="*/ 22275 w 437150"/>
                <a:gd name="connsiteY3" fmla="*/ 1545339 h 1618831"/>
                <a:gd name="connsiteX4" fmla="*/ 22275 w 437150"/>
                <a:gd name="connsiteY4" fmla="*/ 1618831 h 1618831"/>
                <a:gd name="connsiteX5" fmla="*/ 0 w 437150"/>
                <a:gd name="connsiteY5" fmla="*/ 1618831 h 1618831"/>
                <a:gd name="connsiteX6" fmla="*/ 0 w 437150"/>
                <a:gd name="connsiteY6" fmla="*/ 1536986 h 1618831"/>
                <a:gd name="connsiteX7" fmla="*/ 414874 w 437150"/>
                <a:gd name="connsiteY7" fmla="*/ 1122112 h 1618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37150" h="1618831">
                  <a:moveTo>
                    <a:pt x="414874" y="0"/>
                  </a:moveTo>
                  <a:lnTo>
                    <a:pt x="437150" y="0"/>
                  </a:lnTo>
                  <a:lnTo>
                    <a:pt x="437150" y="1130465"/>
                  </a:lnTo>
                  <a:lnTo>
                    <a:pt x="22275" y="1545339"/>
                  </a:lnTo>
                  <a:lnTo>
                    <a:pt x="22275" y="1618831"/>
                  </a:lnTo>
                  <a:lnTo>
                    <a:pt x="0" y="1618831"/>
                  </a:lnTo>
                  <a:lnTo>
                    <a:pt x="0" y="1536986"/>
                  </a:lnTo>
                  <a:lnTo>
                    <a:pt x="414874" y="1122112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2A99629D-01D9-A932-0C20-EDF740ED4019}"/>
                </a:ext>
              </a:extLst>
            </p:cNvPr>
            <p:cNvSpPr/>
            <p:nvPr userDrawn="1"/>
          </p:nvSpPr>
          <p:spPr>
            <a:xfrm>
              <a:off x="4383045" y="5463698"/>
              <a:ext cx="83531" cy="83531"/>
            </a:xfrm>
            <a:custGeom>
              <a:avLst/>
              <a:gdLst>
                <a:gd name="connsiteX0" fmla="*/ 36501 w 73002"/>
                <a:gd name="connsiteY0" fmla="*/ 73003 h 73002"/>
                <a:gd name="connsiteX1" fmla="*/ 73002 w 73002"/>
                <a:gd name="connsiteY1" fmla="*/ 36501 h 73002"/>
                <a:gd name="connsiteX2" fmla="*/ 36501 w 73002"/>
                <a:gd name="connsiteY2" fmla="*/ 0 h 73002"/>
                <a:gd name="connsiteX3" fmla="*/ 0 w 73002"/>
                <a:gd name="connsiteY3" fmla="*/ 36501 h 73002"/>
                <a:gd name="connsiteX4" fmla="*/ 36501 w 73002"/>
                <a:gd name="connsiteY4" fmla="*/ 73003 h 73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02" h="73002">
                  <a:moveTo>
                    <a:pt x="36501" y="73003"/>
                  </a:moveTo>
                  <a:cubicBezTo>
                    <a:pt x="58402" y="73003"/>
                    <a:pt x="73002" y="55969"/>
                    <a:pt x="73002" y="36501"/>
                  </a:cubicBezTo>
                  <a:cubicBezTo>
                    <a:pt x="73002" y="17034"/>
                    <a:pt x="55968" y="0"/>
                    <a:pt x="36501" y="0"/>
                  </a:cubicBezTo>
                  <a:cubicBezTo>
                    <a:pt x="17034" y="0"/>
                    <a:pt x="0" y="17034"/>
                    <a:pt x="0" y="36501"/>
                  </a:cubicBezTo>
                  <a:cubicBezTo>
                    <a:pt x="0" y="55969"/>
                    <a:pt x="17034" y="73003"/>
                    <a:pt x="36501" y="73003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7D96B81-0E16-4573-69DD-E1A42F83F7AE}"/>
                </a:ext>
              </a:extLst>
            </p:cNvPr>
            <p:cNvSpPr/>
            <p:nvPr userDrawn="1"/>
          </p:nvSpPr>
          <p:spPr>
            <a:xfrm>
              <a:off x="4831332" y="5477620"/>
              <a:ext cx="83531" cy="83531"/>
            </a:xfrm>
            <a:custGeom>
              <a:avLst/>
              <a:gdLst>
                <a:gd name="connsiteX0" fmla="*/ 36502 w 73002"/>
                <a:gd name="connsiteY0" fmla="*/ 73002 h 73002"/>
                <a:gd name="connsiteX1" fmla="*/ 73003 w 73002"/>
                <a:gd name="connsiteY1" fmla="*/ 36501 h 73002"/>
                <a:gd name="connsiteX2" fmla="*/ 36502 w 73002"/>
                <a:gd name="connsiteY2" fmla="*/ 0 h 73002"/>
                <a:gd name="connsiteX3" fmla="*/ 0 w 73002"/>
                <a:gd name="connsiteY3" fmla="*/ 36501 h 73002"/>
                <a:gd name="connsiteX4" fmla="*/ 36502 w 73002"/>
                <a:gd name="connsiteY4" fmla="*/ 73002 h 73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02" h="73002">
                  <a:moveTo>
                    <a:pt x="36502" y="73002"/>
                  </a:moveTo>
                  <a:cubicBezTo>
                    <a:pt x="55969" y="73002"/>
                    <a:pt x="73003" y="55969"/>
                    <a:pt x="73003" y="36501"/>
                  </a:cubicBezTo>
                  <a:cubicBezTo>
                    <a:pt x="73003" y="17034"/>
                    <a:pt x="55969" y="0"/>
                    <a:pt x="36502" y="0"/>
                  </a:cubicBezTo>
                  <a:cubicBezTo>
                    <a:pt x="17034" y="0"/>
                    <a:pt x="0" y="17034"/>
                    <a:pt x="0" y="36501"/>
                  </a:cubicBezTo>
                  <a:cubicBezTo>
                    <a:pt x="0" y="55969"/>
                    <a:pt x="17034" y="73002"/>
                    <a:pt x="36502" y="73002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345078F8-E25B-472C-B547-2EAA3D7B530A}"/>
                </a:ext>
              </a:extLst>
            </p:cNvPr>
            <p:cNvSpPr/>
            <p:nvPr userDrawn="1"/>
          </p:nvSpPr>
          <p:spPr>
            <a:xfrm>
              <a:off x="5928383" y="4391705"/>
              <a:ext cx="83531" cy="83531"/>
            </a:xfrm>
            <a:custGeom>
              <a:avLst/>
              <a:gdLst>
                <a:gd name="connsiteX0" fmla="*/ 36501 w 73002"/>
                <a:gd name="connsiteY0" fmla="*/ 73003 h 73002"/>
                <a:gd name="connsiteX1" fmla="*/ 73003 w 73002"/>
                <a:gd name="connsiteY1" fmla="*/ 36502 h 73002"/>
                <a:gd name="connsiteX2" fmla="*/ 36501 w 73002"/>
                <a:gd name="connsiteY2" fmla="*/ 0 h 73002"/>
                <a:gd name="connsiteX3" fmla="*/ 0 w 73002"/>
                <a:gd name="connsiteY3" fmla="*/ 36502 h 73002"/>
                <a:gd name="connsiteX4" fmla="*/ 36501 w 73002"/>
                <a:gd name="connsiteY4" fmla="*/ 73003 h 73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02" h="73002">
                  <a:moveTo>
                    <a:pt x="36501" y="73003"/>
                  </a:moveTo>
                  <a:cubicBezTo>
                    <a:pt x="55968" y="73003"/>
                    <a:pt x="73003" y="55969"/>
                    <a:pt x="73003" y="36502"/>
                  </a:cubicBezTo>
                  <a:cubicBezTo>
                    <a:pt x="73003" y="17034"/>
                    <a:pt x="55968" y="0"/>
                    <a:pt x="36501" y="0"/>
                  </a:cubicBezTo>
                  <a:cubicBezTo>
                    <a:pt x="14600" y="0"/>
                    <a:pt x="0" y="17034"/>
                    <a:pt x="0" y="36502"/>
                  </a:cubicBezTo>
                  <a:cubicBezTo>
                    <a:pt x="0" y="55969"/>
                    <a:pt x="17034" y="73003"/>
                    <a:pt x="36501" y="73003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73C0CDA-48A2-A1C7-BE2A-9635ABF36B23}"/>
                </a:ext>
              </a:extLst>
            </p:cNvPr>
            <p:cNvSpPr/>
            <p:nvPr userDrawn="1"/>
          </p:nvSpPr>
          <p:spPr>
            <a:xfrm>
              <a:off x="6009131" y="5483188"/>
              <a:ext cx="83531" cy="83531"/>
            </a:xfrm>
            <a:custGeom>
              <a:avLst/>
              <a:gdLst>
                <a:gd name="connsiteX0" fmla="*/ 36501 w 73002"/>
                <a:gd name="connsiteY0" fmla="*/ 73003 h 73002"/>
                <a:gd name="connsiteX1" fmla="*/ 73002 w 73002"/>
                <a:gd name="connsiteY1" fmla="*/ 36502 h 73002"/>
                <a:gd name="connsiteX2" fmla="*/ 36501 w 73002"/>
                <a:gd name="connsiteY2" fmla="*/ 0 h 73002"/>
                <a:gd name="connsiteX3" fmla="*/ 0 w 73002"/>
                <a:gd name="connsiteY3" fmla="*/ 36502 h 73002"/>
                <a:gd name="connsiteX4" fmla="*/ 36501 w 73002"/>
                <a:gd name="connsiteY4" fmla="*/ 73003 h 73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02" h="73002">
                  <a:moveTo>
                    <a:pt x="36501" y="73003"/>
                  </a:moveTo>
                  <a:cubicBezTo>
                    <a:pt x="58402" y="73003"/>
                    <a:pt x="73002" y="55969"/>
                    <a:pt x="73002" y="36502"/>
                  </a:cubicBezTo>
                  <a:cubicBezTo>
                    <a:pt x="73002" y="17034"/>
                    <a:pt x="55968" y="0"/>
                    <a:pt x="36501" y="0"/>
                  </a:cubicBezTo>
                  <a:cubicBezTo>
                    <a:pt x="14600" y="0"/>
                    <a:pt x="0" y="17034"/>
                    <a:pt x="0" y="36502"/>
                  </a:cubicBezTo>
                  <a:cubicBezTo>
                    <a:pt x="0" y="55969"/>
                    <a:pt x="17034" y="73003"/>
                    <a:pt x="36501" y="73003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872F60B8-6ECB-1600-2817-669D2599BA7F}"/>
                </a:ext>
              </a:extLst>
            </p:cNvPr>
            <p:cNvSpPr/>
            <p:nvPr userDrawn="1"/>
          </p:nvSpPr>
          <p:spPr>
            <a:xfrm>
              <a:off x="6268080" y="5561151"/>
              <a:ext cx="83531" cy="86315"/>
            </a:xfrm>
            <a:custGeom>
              <a:avLst/>
              <a:gdLst>
                <a:gd name="connsiteX0" fmla="*/ 36501 w 73002"/>
                <a:gd name="connsiteY0" fmla="*/ 75436 h 75435"/>
                <a:gd name="connsiteX1" fmla="*/ 73002 w 73002"/>
                <a:gd name="connsiteY1" fmla="*/ 38935 h 75435"/>
                <a:gd name="connsiteX2" fmla="*/ 36501 w 73002"/>
                <a:gd name="connsiteY2" fmla="*/ 0 h 75435"/>
                <a:gd name="connsiteX3" fmla="*/ 0 w 73002"/>
                <a:gd name="connsiteY3" fmla="*/ 38935 h 75435"/>
                <a:gd name="connsiteX4" fmla="*/ 36501 w 73002"/>
                <a:gd name="connsiteY4" fmla="*/ 75436 h 75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02" h="75435">
                  <a:moveTo>
                    <a:pt x="36501" y="75436"/>
                  </a:moveTo>
                  <a:cubicBezTo>
                    <a:pt x="58402" y="75436"/>
                    <a:pt x="73002" y="58402"/>
                    <a:pt x="73002" y="38935"/>
                  </a:cubicBezTo>
                  <a:cubicBezTo>
                    <a:pt x="73002" y="19467"/>
                    <a:pt x="55968" y="0"/>
                    <a:pt x="36501" y="0"/>
                  </a:cubicBezTo>
                  <a:cubicBezTo>
                    <a:pt x="17034" y="0"/>
                    <a:pt x="0" y="17034"/>
                    <a:pt x="0" y="38935"/>
                  </a:cubicBezTo>
                  <a:cubicBezTo>
                    <a:pt x="0" y="60835"/>
                    <a:pt x="17034" y="75436"/>
                    <a:pt x="36501" y="75436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000C0668-AA9E-805A-00A6-D81247C201DB}"/>
                </a:ext>
              </a:extLst>
            </p:cNvPr>
            <p:cNvSpPr/>
            <p:nvPr userDrawn="1"/>
          </p:nvSpPr>
          <p:spPr>
            <a:xfrm>
              <a:off x="6460202" y="4018596"/>
              <a:ext cx="83531" cy="83531"/>
            </a:xfrm>
            <a:custGeom>
              <a:avLst/>
              <a:gdLst>
                <a:gd name="connsiteX0" fmla="*/ 36501 w 73002"/>
                <a:gd name="connsiteY0" fmla="*/ 73003 h 73002"/>
                <a:gd name="connsiteX1" fmla="*/ 73003 w 73002"/>
                <a:gd name="connsiteY1" fmla="*/ 36502 h 73002"/>
                <a:gd name="connsiteX2" fmla="*/ 36501 w 73002"/>
                <a:gd name="connsiteY2" fmla="*/ 0 h 73002"/>
                <a:gd name="connsiteX3" fmla="*/ 0 w 73002"/>
                <a:gd name="connsiteY3" fmla="*/ 36502 h 73002"/>
                <a:gd name="connsiteX4" fmla="*/ 36501 w 73002"/>
                <a:gd name="connsiteY4" fmla="*/ 73003 h 73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02" h="73002">
                  <a:moveTo>
                    <a:pt x="36501" y="73003"/>
                  </a:moveTo>
                  <a:cubicBezTo>
                    <a:pt x="55969" y="73003"/>
                    <a:pt x="73003" y="55969"/>
                    <a:pt x="73003" y="36502"/>
                  </a:cubicBezTo>
                  <a:cubicBezTo>
                    <a:pt x="73003" y="17034"/>
                    <a:pt x="55969" y="0"/>
                    <a:pt x="36501" y="0"/>
                  </a:cubicBezTo>
                  <a:cubicBezTo>
                    <a:pt x="14601" y="0"/>
                    <a:pt x="0" y="17034"/>
                    <a:pt x="0" y="36502"/>
                  </a:cubicBezTo>
                  <a:cubicBezTo>
                    <a:pt x="0" y="55969"/>
                    <a:pt x="17034" y="73003"/>
                    <a:pt x="36501" y="73003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C40A07F9-7644-BA17-D1CA-DE1AA70AC003}"/>
                </a:ext>
              </a:extLst>
            </p:cNvPr>
            <p:cNvSpPr/>
            <p:nvPr userDrawn="1"/>
          </p:nvSpPr>
          <p:spPr>
            <a:xfrm>
              <a:off x="6465771" y="5204749"/>
              <a:ext cx="83531" cy="83531"/>
            </a:xfrm>
            <a:custGeom>
              <a:avLst/>
              <a:gdLst>
                <a:gd name="connsiteX0" fmla="*/ 36501 w 73002"/>
                <a:gd name="connsiteY0" fmla="*/ 73003 h 73002"/>
                <a:gd name="connsiteX1" fmla="*/ 73002 w 73002"/>
                <a:gd name="connsiteY1" fmla="*/ 36502 h 73002"/>
                <a:gd name="connsiteX2" fmla="*/ 36501 w 73002"/>
                <a:gd name="connsiteY2" fmla="*/ 0 h 73002"/>
                <a:gd name="connsiteX3" fmla="*/ 0 w 73002"/>
                <a:gd name="connsiteY3" fmla="*/ 36502 h 73002"/>
                <a:gd name="connsiteX4" fmla="*/ 36501 w 73002"/>
                <a:gd name="connsiteY4" fmla="*/ 73003 h 73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02" h="73002">
                  <a:moveTo>
                    <a:pt x="36501" y="73003"/>
                  </a:moveTo>
                  <a:cubicBezTo>
                    <a:pt x="55968" y="73003"/>
                    <a:pt x="73002" y="55969"/>
                    <a:pt x="73002" y="36502"/>
                  </a:cubicBezTo>
                  <a:cubicBezTo>
                    <a:pt x="73002" y="17034"/>
                    <a:pt x="55968" y="0"/>
                    <a:pt x="36501" y="0"/>
                  </a:cubicBezTo>
                  <a:cubicBezTo>
                    <a:pt x="14600" y="0"/>
                    <a:pt x="0" y="17034"/>
                    <a:pt x="0" y="36502"/>
                  </a:cubicBezTo>
                  <a:cubicBezTo>
                    <a:pt x="0" y="55969"/>
                    <a:pt x="17034" y="73003"/>
                    <a:pt x="36501" y="73003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B0A6815B-BA66-BEAC-9CA3-3162A4617838}"/>
                </a:ext>
              </a:extLst>
            </p:cNvPr>
            <p:cNvSpPr/>
            <p:nvPr userDrawn="1"/>
          </p:nvSpPr>
          <p:spPr>
            <a:xfrm>
              <a:off x="4834116" y="4553199"/>
              <a:ext cx="83797" cy="83531"/>
            </a:xfrm>
            <a:custGeom>
              <a:avLst/>
              <a:gdLst>
                <a:gd name="connsiteX0" fmla="*/ 36502 w 73234"/>
                <a:gd name="connsiteY0" fmla="*/ 73003 h 73002"/>
                <a:gd name="connsiteX1" fmla="*/ 73003 w 73234"/>
                <a:gd name="connsiteY1" fmla="*/ 36502 h 73002"/>
                <a:gd name="connsiteX2" fmla="*/ 36502 w 73234"/>
                <a:gd name="connsiteY2" fmla="*/ 0 h 73002"/>
                <a:gd name="connsiteX3" fmla="*/ 0 w 73234"/>
                <a:gd name="connsiteY3" fmla="*/ 36502 h 73002"/>
                <a:gd name="connsiteX4" fmla="*/ 36502 w 73234"/>
                <a:gd name="connsiteY4" fmla="*/ 73003 h 73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234" h="73002">
                  <a:moveTo>
                    <a:pt x="36502" y="73003"/>
                  </a:moveTo>
                  <a:cubicBezTo>
                    <a:pt x="58402" y="73003"/>
                    <a:pt x="75436" y="55969"/>
                    <a:pt x="73003" y="36502"/>
                  </a:cubicBezTo>
                  <a:cubicBezTo>
                    <a:pt x="73003" y="17034"/>
                    <a:pt x="55969" y="0"/>
                    <a:pt x="36502" y="0"/>
                  </a:cubicBezTo>
                  <a:cubicBezTo>
                    <a:pt x="17034" y="0"/>
                    <a:pt x="0" y="17034"/>
                    <a:pt x="0" y="36502"/>
                  </a:cubicBezTo>
                  <a:cubicBezTo>
                    <a:pt x="0" y="55969"/>
                    <a:pt x="17034" y="73003"/>
                    <a:pt x="36502" y="73003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2CBD45CA-4643-B9FE-26A1-DFECFD6D7A7D}"/>
                </a:ext>
              </a:extLst>
            </p:cNvPr>
            <p:cNvSpPr/>
            <p:nvPr userDrawn="1"/>
          </p:nvSpPr>
          <p:spPr>
            <a:xfrm>
              <a:off x="5101419" y="4995919"/>
              <a:ext cx="122513" cy="122513"/>
            </a:xfrm>
            <a:custGeom>
              <a:avLst/>
              <a:gdLst>
                <a:gd name="connsiteX0" fmla="*/ 53535 w 107070"/>
                <a:gd name="connsiteY0" fmla="*/ 107071 h 107070"/>
                <a:gd name="connsiteX1" fmla="*/ 107070 w 107070"/>
                <a:gd name="connsiteY1" fmla="*/ 53536 h 107070"/>
                <a:gd name="connsiteX2" fmla="*/ 53535 w 107070"/>
                <a:gd name="connsiteY2" fmla="*/ 0 h 107070"/>
                <a:gd name="connsiteX3" fmla="*/ 0 w 107070"/>
                <a:gd name="connsiteY3" fmla="*/ 53536 h 107070"/>
                <a:gd name="connsiteX4" fmla="*/ 53535 w 107070"/>
                <a:gd name="connsiteY4" fmla="*/ 107071 h 107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070" h="107070">
                  <a:moveTo>
                    <a:pt x="53535" y="107071"/>
                  </a:moveTo>
                  <a:cubicBezTo>
                    <a:pt x="82736" y="107071"/>
                    <a:pt x="107070" y="82736"/>
                    <a:pt x="107070" y="53536"/>
                  </a:cubicBezTo>
                  <a:cubicBezTo>
                    <a:pt x="107070" y="24334"/>
                    <a:pt x="82736" y="0"/>
                    <a:pt x="53535" y="0"/>
                  </a:cubicBezTo>
                  <a:cubicBezTo>
                    <a:pt x="24334" y="0"/>
                    <a:pt x="0" y="24334"/>
                    <a:pt x="0" y="53536"/>
                  </a:cubicBezTo>
                  <a:cubicBezTo>
                    <a:pt x="0" y="82736"/>
                    <a:pt x="24334" y="107071"/>
                    <a:pt x="53535" y="10707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C398BC58-54CC-9560-6C44-53CB2B06CCC1}"/>
                </a:ext>
              </a:extLst>
            </p:cNvPr>
            <p:cNvSpPr/>
            <p:nvPr userDrawn="1"/>
          </p:nvSpPr>
          <p:spPr>
            <a:xfrm>
              <a:off x="5647159" y="4355508"/>
              <a:ext cx="122513" cy="122513"/>
            </a:xfrm>
            <a:custGeom>
              <a:avLst/>
              <a:gdLst>
                <a:gd name="connsiteX0" fmla="*/ 53535 w 107070"/>
                <a:gd name="connsiteY0" fmla="*/ 107071 h 107070"/>
                <a:gd name="connsiteX1" fmla="*/ 107070 w 107070"/>
                <a:gd name="connsiteY1" fmla="*/ 53535 h 107070"/>
                <a:gd name="connsiteX2" fmla="*/ 53535 w 107070"/>
                <a:gd name="connsiteY2" fmla="*/ 0 h 107070"/>
                <a:gd name="connsiteX3" fmla="*/ 0 w 107070"/>
                <a:gd name="connsiteY3" fmla="*/ 53535 h 107070"/>
                <a:gd name="connsiteX4" fmla="*/ 53535 w 107070"/>
                <a:gd name="connsiteY4" fmla="*/ 107071 h 107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070" h="107070">
                  <a:moveTo>
                    <a:pt x="53535" y="107071"/>
                  </a:moveTo>
                  <a:cubicBezTo>
                    <a:pt x="82736" y="107071"/>
                    <a:pt x="107070" y="82736"/>
                    <a:pt x="107070" y="53535"/>
                  </a:cubicBezTo>
                  <a:cubicBezTo>
                    <a:pt x="107070" y="24334"/>
                    <a:pt x="82736" y="0"/>
                    <a:pt x="53535" y="0"/>
                  </a:cubicBezTo>
                  <a:cubicBezTo>
                    <a:pt x="24334" y="0"/>
                    <a:pt x="0" y="24334"/>
                    <a:pt x="0" y="53535"/>
                  </a:cubicBezTo>
                  <a:cubicBezTo>
                    <a:pt x="0" y="82736"/>
                    <a:pt x="24334" y="107071"/>
                    <a:pt x="53535" y="10707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alpha val="14000"/>
                  </a:schemeClr>
                </a:gs>
                <a:gs pos="93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431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4287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-Slide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49170-CC53-575A-310F-5CB996019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173" y="108000"/>
            <a:ext cx="10907654" cy="770400"/>
          </a:xfrm>
          <a:prstGeom prst="rect">
            <a:avLst/>
          </a:prstGeom>
        </p:spPr>
        <p:txBody>
          <a:bodyPr anchor="ctr"/>
          <a:lstStyle>
            <a:lvl1pPr algn="ctr">
              <a:defRPr sz="3600" b="1">
                <a:solidFill>
                  <a:schemeClr val="accent2">
                    <a:lumMod val="20000"/>
                    <a:lumOff val="80000"/>
                  </a:schemeClr>
                </a:solidFill>
                <a:latin typeface="Share Tech" panose="00000500000000000000" pitchFamily="2" charset="0"/>
                <a:ea typeface="Jomolhari" panose="01010100010101010101" pitchFamily="2" charset="0"/>
                <a:cs typeface="Jomolhari" panose="01010100010101010101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AD90DA9-848E-357B-D3F1-7FE8240187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07600" y="1354359"/>
            <a:ext cx="6976800" cy="34718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>
                    <a:lumMod val="20000"/>
                    <a:lumOff val="80000"/>
                  </a:schemeClr>
                </a:solidFill>
                <a:latin typeface="Share Tech" panose="00000500000000000000" pitchFamily="2" charset="0"/>
                <a:ea typeface="Jomolhari" panose="01010100010101010101" pitchFamily="2" charset="0"/>
                <a:cs typeface="Jomolhari" panose="01010100010101010101" pitchFamily="2" charset="0"/>
              </a:defRPr>
            </a:lvl1pPr>
            <a:lvl2pPr>
              <a:defRPr>
                <a:solidFill>
                  <a:schemeClr val="accent2">
                    <a:lumMod val="20000"/>
                    <a:lumOff val="80000"/>
                  </a:schemeClr>
                </a:solidFill>
                <a:latin typeface="Share Tech" panose="00000500000000000000" pitchFamily="2" charset="0"/>
                <a:ea typeface="Jomolhari" panose="01010100010101010101" pitchFamily="2" charset="0"/>
                <a:cs typeface="Jomolhari" panose="01010100010101010101" pitchFamily="2" charset="0"/>
              </a:defRPr>
            </a:lvl2pPr>
            <a:lvl3pPr>
              <a:defRPr>
                <a:solidFill>
                  <a:schemeClr val="accent2">
                    <a:lumMod val="20000"/>
                    <a:lumOff val="80000"/>
                  </a:schemeClr>
                </a:solidFill>
                <a:latin typeface="Share Tech" panose="00000500000000000000" pitchFamily="2" charset="0"/>
                <a:ea typeface="Jomolhari" panose="01010100010101010101" pitchFamily="2" charset="0"/>
                <a:cs typeface="Jomolhari" panose="01010100010101010101" pitchFamily="2" charset="0"/>
              </a:defRPr>
            </a:lvl3pPr>
            <a:lvl4pPr>
              <a:defRPr>
                <a:solidFill>
                  <a:schemeClr val="accent2">
                    <a:lumMod val="20000"/>
                    <a:lumOff val="80000"/>
                  </a:schemeClr>
                </a:solidFill>
                <a:latin typeface="Share Tech" panose="00000500000000000000" pitchFamily="2" charset="0"/>
                <a:ea typeface="Jomolhari" panose="01010100010101010101" pitchFamily="2" charset="0"/>
                <a:cs typeface="Jomolhari" panose="01010100010101010101" pitchFamily="2" charset="0"/>
              </a:defRPr>
            </a:lvl4pPr>
            <a:lvl5pPr>
              <a:defRPr>
                <a:solidFill>
                  <a:schemeClr val="accent2">
                    <a:lumMod val="20000"/>
                    <a:lumOff val="80000"/>
                  </a:schemeClr>
                </a:solidFill>
                <a:latin typeface="Share Tech" panose="00000500000000000000" pitchFamily="2" charset="0"/>
                <a:ea typeface="Jomolhari" panose="01010100010101010101" pitchFamily="2" charset="0"/>
                <a:cs typeface="Jomolhari" panose="01010100010101010101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154CDCE2-CE1C-CB77-9CDA-2D80F1DD9165}"/>
              </a:ext>
            </a:extLst>
          </p:cNvPr>
          <p:cNvGrpSpPr/>
          <p:nvPr userDrawn="1"/>
        </p:nvGrpSpPr>
        <p:grpSpPr>
          <a:xfrm>
            <a:off x="1" y="0"/>
            <a:ext cx="12191999" cy="6857999"/>
            <a:chOff x="1" y="0"/>
            <a:chExt cx="12191999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3F060D87-37DD-52A5-A253-AFED13433D30}"/>
                </a:ext>
              </a:extLst>
            </p:cNvPr>
            <p:cNvSpPr/>
            <p:nvPr userDrawn="1"/>
          </p:nvSpPr>
          <p:spPr>
            <a:xfrm>
              <a:off x="3999" y="100"/>
              <a:ext cx="12184003" cy="6857801"/>
            </a:xfrm>
            <a:custGeom>
              <a:avLst/>
              <a:gdLst>
                <a:gd name="connsiteX0" fmla="*/ 4519681 w 12184003"/>
                <a:gd name="connsiteY0" fmla="*/ 6701670 h 6857801"/>
                <a:gd name="connsiteX1" fmla="*/ 4565667 w 12184003"/>
                <a:gd name="connsiteY1" fmla="*/ 6747657 h 6857801"/>
                <a:gd name="connsiteX2" fmla="*/ 4552526 w 12184003"/>
                <a:gd name="connsiteY2" fmla="*/ 6780504 h 6857801"/>
                <a:gd name="connsiteX3" fmla="*/ 4530631 w 12184003"/>
                <a:gd name="connsiteY3" fmla="*/ 6789263 h 6857801"/>
                <a:gd name="connsiteX4" fmla="*/ 4530631 w 12184003"/>
                <a:gd name="connsiteY4" fmla="*/ 6857801 h 6857801"/>
                <a:gd name="connsiteX5" fmla="*/ 4508733 w 12184003"/>
                <a:gd name="connsiteY5" fmla="*/ 6857801 h 6857801"/>
                <a:gd name="connsiteX6" fmla="*/ 4508733 w 12184003"/>
                <a:gd name="connsiteY6" fmla="*/ 6789264 h 6857801"/>
                <a:gd name="connsiteX7" fmla="*/ 4486834 w 12184003"/>
                <a:gd name="connsiteY7" fmla="*/ 6780504 h 6857801"/>
                <a:gd name="connsiteX8" fmla="*/ 4473694 w 12184003"/>
                <a:gd name="connsiteY8" fmla="*/ 6747657 h 6857801"/>
                <a:gd name="connsiteX9" fmla="*/ 4519681 w 12184003"/>
                <a:gd name="connsiteY9" fmla="*/ 6701670 h 6857801"/>
                <a:gd name="connsiteX10" fmla="*/ 9438094 w 12184003"/>
                <a:gd name="connsiteY10" fmla="*/ 6688532 h 6857801"/>
                <a:gd name="connsiteX11" fmla="*/ 9438027 w 12184003"/>
                <a:gd name="connsiteY11" fmla="*/ 6725759 h 6857801"/>
                <a:gd name="connsiteX12" fmla="*/ 9656965 w 12184003"/>
                <a:gd name="connsiteY12" fmla="*/ 6725759 h 6857801"/>
                <a:gd name="connsiteX13" fmla="*/ 9619739 w 12184003"/>
                <a:gd name="connsiteY13" fmla="*/ 6688532 h 6857801"/>
                <a:gd name="connsiteX14" fmla="*/ 2485410 w 12184003"/>
                <a:gd name="connsiteY14" fmla="*/ 6688532 h 6857801"/>
                <a:gd name="connsiteX15" fmla="*/ 2448185 w 12184003"/>
                <a:gd name="connsiteY15" fmla="*/ 6725759 h 6857801"/>
                <a:gd name="connsiteX16" fmla="*/ 2667171 w 12184003"/>
                <a:gd name="connsiteY16" fmla="*/ 6725759 h 6857801"/>
                <a:gd name="connsiteX17" fmla="*/ 2667171 w 12184003"/>
                <a:gd name="connsiteY17" fmla="*/ 6688532 h 6857801"/>
                <a:gd name="connsiteX18" fmla="*/ 9028490 w 12184003"/>
                <a:gd name="connsiteY18" fmla="*/ 6668824 h 6857801"/>
                <a:gd name="connsiteX19" fmla="*/ 9028490 w 12184003"/>
                <a:gd name="connsiteY19" fmla="*/ 6710430 h 6857801"/>
                <a:gd name="connsiteX20" fmla="*/ 9106688 w 12184003"/>
                <a:gd name="connsiteY20" fmla="*/ 6788628 h 6857801"/>
                <a:gd name="connsiteX21" fmla="*/ 9129221 w 12184003"/>
                <a:gd name="connsiteY21" fmla="*/ 6779409 h 6857801"/>
                <a:gd name="connsiteX22" fmla="*/ 9145900 w 12184003"/>
                <a:gd name="connsiteY22" fmla="*/ 6786233 h 6857801"/>
                <a:gd name="connsiteX23" fmla="*/ 3076666 w 12184003"/>
                <a:gd name="connsiteY23" fmla="*/ 6668822 h 6857801"/>
                <a:gd name="connsiteX24" fmla="*/ 2959260 w 12184003"/>
                <a:gd name="connsiteY24" fmla="*/ 6786228 h 6857801"/>
                <a:gd name="connsiteX25" fmla="*/ 2975927 w 12184003"/>
                <a:gd name="connsiteY25" fmla="*/ 6779409 h 6857801"/>
                <a:gd name="connsiteX26" fmla="*/ 3000015 w 12184003"/>
                <a:gd name="connsiteY26" fmla="*/ 6789264 h 6857801"/>
                <a:gd name="connsiteX27" fmla="*/ 3000017 w 12184003"/>
                <a:gd name="connsiteY27" fmla="*/ 6789266 h 6857801"/>
                <a:gd name="connsiteX28" fmla="*/ 3076666 w 12184003"/>
                <a:gd name="connsiteY28" fmla="*/ 6712615 h 6857801"/>
                <a:gd name="connsiteX29" fmla="*/ 4887565 w 12184003"/>
                <a:gd name="connsiteY29" fmla="*/ 6603130 h 6857801"/>
                <a:gd name="connsiteX30" fmla="*/ 4920410 w 12184003"/>
                <a:gd name="connsiteY30" fmla="*/ 6635977 h 6857801"/>
                <a:gd name="connsiteX31" fmla="*/ 4911380 w 12184003"/>
                <a:gd name="connsiteY31" fmla="*/ 6658970 h 6857801"/>
                <a:gd name="connsiteX32" fmla="*/ 4896326 w 12184003"/>
                <a:gd name="connsiteY32" fmla="*/ 6665199 h 6857801"/>
                <a:gd name="connsiteX33" fmla="*/ 4896326 w 12184003"/>
                <a:gd name="connsiteY33" fmla="*/ 6857801 h 6857801"/>
                <a:gd name="connsiteX34" fmla="*/ 4878806 w 12184003"/>
                <a:gd name="connsiteY34" fmla="*/ 6857801 h 6857801"/>
                <a:gd name="connsiteX35" fmla="*/ 4878806 w 12184003"/>
                <a:gd name="connsiteY35" fmla="*/ 6665071 h 6857801"/>
                <a:gd name="connsiteX36" fmla="*/ 4864569 w 12184003"/>
                <a:gd name="connsiteY36" fmla="*/ 6658970 h 6857801"/>
                <a:gd name="connsiteX37" fmla="*/ 4854719 w 12184003"/>
                <a:gd name="connsiteY37" fmla="*/ 6635977 h 6857801"/>
                <a:gd name="connsiteX38" fmla="*/ 4887565 w 12184003"/>
                <a:gd name="connsiteY38" fmla="*/ 6603130 h 6857801"/>
                <a:gd name="connsiteX39" fmla="*/ 8945277 w 12184003"/>
                <a:gd name="connsiteY39" fmla="*/ 6585611 h 6857801"/>
                <a:gd name="connsiteX40" fmla="*/ 8945277 w 12184003"/>
                <a:gd name="connsiteY40" fmla="*/ 6627217 h 6857801"/>
                <a:gd name="connsiteX41" fmla="*/ 9006592 w 12184003"/>
                <a:gd name="connsiteY41" fmla="*/ 6688532 h 6857801"/>
                <a:gd name="connsiteX42" fmla="*/ 9006592 w 12184003"/>
                <a:gd name="connsiteY42" fmla="*/ 6646926 h 6857801"/>
                <a:gd name="connsiteX43" fmla="*/ 3162065 w 12184003"/>
                <a:gd name="connsiteY43" fmla="*/ 6583424 h 6857801"/>
                <a:gd name="connsiteX44" fmla="*/ 3098564 w 12184003"/>
                <a:gd name="connsiteY44" fmla="*/ 6646924 h 6857801"/>
                <a:gd name="connsiteX45" fmla="*/ 3098564 w 12184003"/>
                <a:gd name="connsiteY45" fmla="*/ 6690717 h 6857801"/>
                <a:gd name="connsiteX46" fmla="*/ 3162065 w 12184003"/>
                <a:gd name="connsiteY46" fmla="*/ 6627217 h 6857801"/>
                <a:gd name="connsiteX47" fmla="*/ 10316097 w 12184003"/>
                <a:gd name="connsiteY47" fmla="*/ 6432324 h 6857801"/>
                <a:gd name="connsiteX48" fmla="*/ 10548216 w 12184003"/>
                <a:gd name="connsiteY48" fmla="*/ 6664444 h 6857801"/>
                <a:gd name="connsiteX49" fmla="*/ 10594203 w 12184003"/>
                <a:gd name="connsiteY49" fmla="*/ 6664444 h 6857801"/>
                <a:gd name="connsiteX50" fmla="*/ 10362083 w 12184003"/>
                <a:gd name="connsiteY50" fmla="*/ 6432324 h 6857801"/>
                <a:gd name="connsiteX51" fmla="*/ 1743056 w 12184003"/>
                <a:gd name="connsiteY51" fmla="*/ 6432324 h 6857801"/>
                <a:gd name="connsiteX52" fmla="*/ 1510935 w 12184003"/>
                <a:gd name="connsiteY52" fmla="*/ 6664444 h 6857801"/>
                <a:gd name="connsiteX53" fmla="*/ 1556928 w 12184003"/>
                <a:gd name="connsiteY53" fmla="*/ 6664444 h 6857801"/>
                <a:gd name="connsiteX54" fmla="*/ 1789047 w 12184003"/>
                <a:gd name="connsiteY54" fmla="*/ 6432324 h 6857801"/>
                <a:gd name="connsiteX55" fmla="*/ 3109892 w 12184003"/>
                <a:gd name="connsiteY55" fmla="*/ 6429751 h 6857801"/>
                <a:gd name="connsiteX56" fmla="*/ 3098564 w 12184003"/>
                <a:gd name="connsiteY56" fmla="*/ 6434438 h 6857801"/>
                <a:gd name="connsiteX57" fmla="*/ 3098564 w 12184003"/>
                <a:gd name="connsiteY57" fmla="*/ 6441078 h 6857801"/>
                <a:gd name="connsiteX58" fmla="*/ 8997445 w 12184003"/>
                <a:gd name="connsiteY58" fmla="*/ 6429748 h 6857801"/>
                <a:gd name="connsiteX59" fmla="*/ 9006592 w 12184003"/>
                <a:gd name="connsiteY59" fmla="*/ 6438894 h 6857801"/>
                <a:gd name="connsiteX60" fmla="*/ 9006592 w 12184003"/>
                <a:gd name="connsiteY60" fmla="*/ 6433532 h 6857801"/>
                <a:gd name="connsiteX61" fmla="*/ 8945277 w 12184003"/>
                <a:gd name="connsiteY61" fmla="*/ 6402571 h 6857801"/>
                <a:gd name="connsiteX62" fmla="*/ 8945277 w 12184003"/>
                <a:gd name="connsiteY62" fmla="*/ 6552764 h 6857801"/>
                <a:gd name="connsiteX63" fmla="*/ 9006592 w 12184003"/>
                <a:gd name="connsiteY63" fmla="*/ 6614079 h 6857801"/>
                <a:gd name="connsiteX64" fmla="*/ 9006592 w 12184003"/>
                <a:gd name="connsiteY64" fmla="*/ 6463724 h 6857801"/>
                <a:gd name="connsiteX65" fmla="*/ 3162065 w 12184003"/>
                <a:gd name="connsiteY65" fmla="*/ 6401666 h 6857801"/>
                <a:gd name="connsiteX66" fmla="*/ 3098564 w 12184003"/>
                <a:gd name="connsiteY66" fmla="*/ 6465166 h 6857801"/>
                <a:gd name="connsiteX67" fmla="*/ 3098564 w 12184003"/>
                <a:gd name="connsiteY67" fmla="*/ 6614078 h 6857801"/>
                <a:gd name="connsiteX68" fmla="*/ 3162065 w 12184003"/>
                <a:gd name="connsiteY68" fmla="*/ 6550577 h 6857801"/>
                <a:gd name="connsiteX69" fmla="*/ 4756193 w 12184003"/>
                <a:gd name="connsiteY69" fmla="*/ 6388516 h 6857801"/>
                <a:gd name="connsiteX70" fmla="*/ 4743666 w 12184003"/>
                <a:gd name="connsiteY70" fmla="*/ 6401044 h 6857801"/>
                <a:gd name="connsiteX71" fmla="*/ 4751797 w 12184003"/>
                <a:gd name="connsiteY71" fmla="*/ 6421375 h 6857801"/>
                <a:gd name="connsiteX72" fmla="*/ 4738660 w 12184003"/>
                <a:gd name="connsiteY72" fmla="*/ 6454222 h 6857801"/>
                <a:gd name="connsiteX73" fmla="*/ 4718953 w 12184003"/>
                <a:gd name="connsiteY73" fmla="*/ 6462105 h 6857801"/>
                <a:gd name="connsiteX74" fmla="*/ 4718953 w 12184003"/>
                <a:gd name="connsiteY74" fmla="*/ 6765191 h 6857801"/>
                <a:gd name="connsiteX75" fmla="*/ 4756193 w 12184003"/>
                <a:gd name="connsiteY75" fmla="*/ 6727949 h 6857801"/>
                <a:gd name="connsiteX76" fmla="*/ 5835751 w 12184003"/>
                <a:gd name="connsiteY76" fmla="*/ 6375389 h 6857801"/>
                <a:gd name="connsiteX77" fmla="*/ 5868597 w 12184003"/>
                <a:gd name="connsiteY77" fmla="*/ 6408236 h 6857801"/>
                <a:gd name="connsiteX78" fmla="*/ 5858743 w 12184003"/>
                <a:gd name="connsiteY78" fmla="*/ 6431229 h 6857801"/>
                <a:gd name="connsiteX79" fmla="*/ 5848890 w 12184003"/>
                <a:gd name="connsiteY79" fmla="*/ 6435452 h 6857801"/>
                <a:gd name="connsiteX80" fmla="*/ 5848890 w 12184003"/>
                <a:gd name="connsiteY80" fmla="*/ 6857801 h 6857801"/>
                <a:gd name="connsiteX81" fmla="*/ 5833562 w 12184003"/>
                <a:gd name="connsiteY81" fmla="*/ 6857801 h 6857801"/>
                <a:gd name="connsiteX82" fmla="*/ 5833562 w 12184003"/>
                <a:gd name="connsiteY82" fmla="*/ 6474806 h 6857801"/>
                <a:gd name="connsiteX83" fmla="*/ 5820424 w 12184003"/>
                <a:gd name="connsiteY83" fmla="*/ 6480062 h 6857801"/>
                <a:gd name="connsiteX84" fmla="*/ 5820424 w 12184003"/>
                <a:gd name="connsiteY84" fmla="*/ 6857801 h 6857801"/>
                <a:gd name="connsiteX85" fmla="*/ 5798526 w 12184003"/>
                <a:gd name="connsiteY85" fmla="*/ 6857801 h 6857801"/>
                <a:gd name="connsiteX86" fmla="*/ 5798526 w 12184003"/>
                <a:gd name="connsiteY86" fmla="*/ 6485209 h 6857801"/>
                <a:gd name="connsiteX87" fmla="*/ 5770058 w 12184003"/>
                <a:gd name="connsiteY87" fmla="*/ 6473109 h 6857801"/>
                <a:gd name="connsiteX88" fmla="*/ 5756919 w 12184003"/>
                <a:gd name="connsiteY88" fmla="*/ 6441084 h 6857801"/>
                <a:gd name="connsiteX89" fmla="*/ 5802904 w 12184003"/>
                <a:gd name="connsiteY89" fmla="*/ 6395098 h 6857801"/>
                <a:gd name="connsiteX90" fmla="*/ 5807364 w 12184003"/>
                <a:gd name="connsiteY90" fmla="*/ 6396882 h 6857801"/>
                <a:gd name="connsiteX91" fmla="*/ 5811937 w 12184003"/>
                <a:gd name="connsiteY91" fmla="*/ 6385243 h 6857801"/>
                <a:gd name="connsiteX92" fmla="*/ 5835751 w 12184003"/>
                <a:gd name="connsiteY92" fmla="*/ 6375389 h 6857801"/>
                <a:gd name="connsiteX93" fmla="*/ 9438689 w 12184003"/>
                <a:gd name="connsiteY93" fmla="*/ 6355682 h 6857801"/>
                <a:gd name="connsiteX94" fmla="*/ 9438320 w 12184003"/>
                <a:gd name="connsiteY94" fmla="*/ 6561523 h 6857801"/>
                <a:gd name="connsiteX95" fmla="*/ 9750485 w 12184003"/>
                <a:gd name="connsiteY95" fmla="*/ 6561523 h 6857801"/>
                <a:gd name="connsiteX96" fmla="*/ 9545284 w 12184003"/>
                <a:gd name="connsiteY96" fmla="*/ 6355682 h 6857801"/>
                <a:gd name="connsiteX97" fmla="*/ 9247471 w 12184003"/>
                <a:gd name="connsiteY97" fmla="*/ 6355682 h 6857801"/>
                <a:gd name="connsiteX98" fmla="*/ 9247471 w 12184003"/>
                <a:gd name="connsiteY98" fmla="*/ 6404193 h 6857801"/>
                <a:gd name="connsiteX99" fmla="*/ 9394188 w 12184003"/>
                <a:gd name="connsiteY99" fmla="*/ 6550598 h 6857801"/>
                <a:gd name="connsiteX100" fmla="*/ 9394188 w 12184003"/>
                <a:gd name="connsiteY100" fmla="*/ 6355682 h 6857801"/>
                <a:gd name="connsiteX101" fmla="*/ 2713158 w 12184003"/>
                <a:gd name="connsiteY101" fmla="*/ 6355682 h 6857801"/>
                <a:gd name="connsiteX102" fmla="*/ 2713158 w 12184003"/>
                <a:gd name="connsiteY102" fmla="*/ 6548412 h 6857801"/>
                <a:gd name="connsiteX103" fmla="*/ 2857680 w 12184003"/>
                <a:gd name="connsiteY103" fmla="*/ 6404197 h 6857801"/>
                <a:gd name="connsiteX104" fmla="*/ 2857680 w 12184003"/>
                <a:gd name="connsiteY104" fmla="*/ 6355682 h 6857801"/>
                <a:gd name="connsiteX105" fmla="*/ 2562053 w 12184003"/>
                <a:gd name="connsiteY105" fmla="*/ 6355682 h 6857801"/>
                <a:gd name="connsiteX106" fmla="*/ 2356214 w 12184003"/>
                <a:gd name="connsiteY106" fmla="*/ 6561523 h 6857801"/>
                <a:gd name="connsiteX107" fmla="*/ 2667171 w 12184003"/>
                <a:gd name="connsiteY107" fmla="*/ 6561523 h 6857801"/>
                <a:gd name="connsiteX108" fmla="*/ 2667171 w 12184003"/>
                <a:gd name="connsiteY108" fmla="*/ 6355682 h 6857801"/>
                <a:gd name="connsiteX109" fmla="*/ 8945277 w 12184003"/>
                <a:gd name="connsiteY109" fmla="*/ 6349112 h 6857801"/>
                <a:gd name="connsiteX110" fmla="*/ 8945277 w 12184003"/>
                <a:gd name="connsiteY110" fmla="*/ 6377580 h 6857801"/>
                <a:gd name="connsiteX111" fmla="*/ 8976321 w 12184003"/>
                <a:gd name="connsiteY111" fmla="*/ 6408623 h 6857801"/>
                <a:gd name="connsiteX112" fmla="*/ 8969365 w 12184003"/>
                <a:gd name="connsiteY112" fmla="*/ 6391813 h 6857801"/>
                <a:gd name="connsiteX113" fmla="*/ 8974812 w 12184003"/>
                <a:gd name="connsiteY113" fmla="*/ 6378647 h 6857801"/>
                <a:gd name="connsiteX114" fmla="*/ 3162065 w 12184003"/>
                <a:gd name="connsiteY114" fmla="*/ 6346927 h 6857801"/>
                <a:gd name="connsiteX115" fmla="*/ 3131892 w 12184003"/>
                <a:gd name="connsiteY115" fmla="*/ 6377100 h 6857801"/>
                <a:gd name="connsiteX116" fmla="*/ 3137981 w 12184003"/>
                <a:gd name="connsiteY116" fmla="*/ 6391813 h 6857801"/>
                <a:gd name="connsiteX117" fmla="*/ 3131026 w 12184003"/>
                <a:gd name="connsiteY117" fmla="*/ 6408617 h 6857801"/>
                <a:gd name="connsiteX118" fmla="*/ 3162065 w 12184003"/>
                <a:gd name="connsiteY118" fmla="*/ 6377579 h 6857801"/>
                <a:gd name="connsiteX119" fmla="*/ 9798508 w 12184003"/>
                <a:gd name="connsiteY119" fmla="*/ 6298746 h 6857801"/>
                <a:gd name="connsiteX120" fmla="*/ 10127773 w 12184003"/>
                <a:gd name="connsiteY120" fmla="*/ 6629407 h 6857801"/>
                <a:gd name="connsiteX121" fmla="*/ 10250402 w 12184003"/>
                <a:gd name="connsiteY121" fmla="*/ 6629407 h 6857801"/>
                <a:gd name="connsiteX122" fmla="*/ 9940304 w 12184003"/>
                <a:gd name="connsiteY122" fmla="*/ 6319309 h 6857801"/>
                <a:gd name="connsiteX123" fmla="*/ 9931785 w 12184003"/>
                <a:gd name="connsiteY123" fmla="*/ 6322834 h 6857801"/>
                <a:gd name="connsiteX124" fmla="*/ 9900033 w 12184003"/>
                <a:gd name="connsiteY124" fmla="*/ 6309695 h 6857801"/>
                <a:gd name="connsiteX125" fmla="*/ 9895542 w 12184003"/>
                <a:gd name="connsiteY125" fmla="*/ 6298746 h 6857801"/>
                <a:gd name="connsiteX126" fmla="*/ 2209608 w 12184003"/>
                <a:gd name="connsiteY126" fmla="*/ 6298746 h 6857801"/>
                <a:gd name="connsiteX127" fmla="*/ 2205116 w 12184003"/>
                <a:gd name="connsiteY127" fmla="*/ 6309695 h 6857801"/>
                <a:gd name="connsiteX128" fmla="*/ 2173367 w 12184003"/>
                <a:gd name="connsiteY128" fmla="*/ 6322834 h 6857801"/>
                <a:gd name="connsiteX129" fmla="*/ 2164850 w 12184003"/>
                <a:gd name="connsiteY129" fmla="*/ 6319309 h 6857801"/>
                <a:gd name="connsiteX130" fmla="*/ 1854741 w 12184003"/>
                <a:gd name="connsiteY130" fmla="*/ 6629407 h 6857801"/>
                <a:gd name="connsiteX131" fmla="*/ 1977365 w 12184003"/>
                <a:gd name="connsiteY131" fmla="*/ 6629407 h 6857801"/>
                <a:gd name="connsiteX132" fmla="*/ 2308035 w 12184003"/>
                <a:gd name="connsiteY132" fmla="*/ 6298746 h 6857801"/>
                <a:gd name="connsiteX133" fmla="*/ 3144374 w 12184003"/>
                <a:gd name="connsiteY133" fmla="*/ 6182864 h 6857801"/>
                <a:gd name="connsiteX134" fmla="*/ 2892718 w 12184003"/>
                <a:gd name="connsiteY134" fmla="*/ 6434519 h 6857801"/>
                <a:gd name="connsiteX135" fmla="*/ 2892718 w 12184003"/>
                <a:gd name="connsiteY135" fmla="*/ 6476121 h 6857801"/>
                <a:gd name="connsiteX136" fmla="*/ 2713158 w 12184003"/>
                <a:gd name="connsiteY136" fmla="*/ 6655681 h 6857801"/>
                <a:gd name="connsiteX137" fmla="*/ 2713158 w 12184003"/>
                <a:gd name="connsiteY137" fmla="*/ 6725759 h 6857801"/>
                <a:gd name="connsiteX138" fmla="*/ 2813887 w 12184003"/>
                <a:gd name="connsiteY138" fmla="*/ 6725759 h 6857801"/>
                <a:gd name="connsiteX139" fmla="*/ 3076666 w 12184003"/>
                <a:gd name="connsiteY139" fmla="*/ 6462976 h 6857801"/>
                <a:gd name="connsiteX140" fmla="*/ 3076666 w 12184003"/>
                <a:gd name="connsiteY140" fmla="*/ 6429909 h 6857801"/>
                <a:gd name="connsiteX141" fmla="*/ 3061334 w 12184003"/>
                <a:gd name="connsiteY141" fmla="*/ 6423565 h 6857801"/>
                <a:gd name="connsiteX142" fmla="*/ 3061334 w 12184003"/>
                <a:gd name="connsiteY142" fmla="*/ 6360061 h 6857801"/>
                <a:gd name="connsiteX143" fmla="*/ 3093087 w 12184003"/>
                <a:gd name="connsiteY143" fmla="*/ 6346922 h 6857801"/>
                <a:gd name="connsiteX144" fmla="*/ 3118825 w 12184003"/>
                <a:gd name="connsiteY144" fmla="*/ 6357572 h 6857801"/>
                <a:gd name="connsiteX145" fmla="*/ 3162065 w 12184003"/>
                <a:gd name="connsiteY145" fmla="*/ 6314591 h 6857801"/>
                <a:gd name="connsiteX146" fmla="*/ 3162065 w 12184003"/>
                <a:gd name="connsiteY146" fmla="*/ 6225289 h 6857801"/>
                <a:gd name="connsiteX147" fmla="*/ 3148925 w 12184003"/>
                <a:gd name="connsiteY147" fmla="*/ 6219913 h 6857801"/>
                <a:gd name="connsiteX148" fmla="*/ 3139070 w 12184003"/>
                <a:gd name="connsiteY148" fmla="*/ 6195826 h 6857801"/>
                <a:gd name="connsiteX149" fmla="*/ 8959258 w 12184003"/>
                <a:gd name="connsiteY149" fmla="*/ 6179149 h 6857801"/>
                <a:gd name="connsiteX150" fmla="*/ 8966081 w 12184003"/>
                <a:gd name="connsiteY150" fmla="*/ 6195826 h 6857801"/>
                <a:gd name="connsiteX151" fmla="*/ 8956227 w 12184003"/>
                <a:gd name="connsiteY151" fmla="*/ 6219913 h 6857801"/>
                <a:gd name="connsiteX152" fmla="*/ 8945277 w 12184003"/>
                <a:gd name="connsiteY152" fmla="*/ 6224393 h 6857801"/>
                <a:gd name="connsiteX153" fmla="*/ 8945277 w 12184003"/>
                <a:gd name="connsiteY153" fmla="*/ 6316763 h 6857801"/>
                <a:gd name="connsiteX154" fmla="*/ 8986974 w 12184003"/>
                <a:gd name="connsiteY154" fmla="*/ 6358211 h 6857801"/>
                <a:gd name="connsiteX155" fmla="*/ 9014256 w 12184003"/>
                <a:gd name="connsiteY155" fmla="*/ 6346922 h 6857801"/>
                <a:gd name="connsiteX156" fmla="*/ 9046009 w 12184003"/>
                <a:gd name="connsiteY156" fmla="*/ 6360061 h 6857801"/>
                <a:gd name="connsiteX157" fmla="*/ 9046009 w 12184003"/>
                <a:gd name="connsiteY157" fmla="*/ 6423565 h 6857801"/>
                <a:gd name="connsiteX158" fmla="*/ 9028490 w 12184003"/>
                <a:gd name="connsiteY158" fmla="*/ 6430814 h 6857801"/>
                <a:gd name="connsiteX159" fmla="*/ 9028490 w 12184003"/>
                <a:gd name="connsiteY159" fmla="*/ 6460792 h 6857801"/>
                <a:gd name="connsiteX160" fmla="*/ 9293456 w 12184003"/>
                <a:gd name="connsiteY160" fmla="*/ 6725759 h 6857801"/>
                <a:gd name="connsiteX161" fmla="*/ 9394188 w 12184003"/>
                <a:gd name="connsiteY161" fmla="*/ 6725759 h 6857801"/>
                <a:gd name="connsiteX162" fmla="*/ 9394188 w 12184003"/>
                <a:gd name="connsiteY162" fmla="*/ 6657555 h 6857801"/>
                <a:gd name="connsiteX163" fmla="*/ 9214624 w 12184003"/>
                <a:gd name="connsiteY163" fmla="*/ 6476121 h 6857801"/>
                <a:gd name="connsiteX164" fmla="*/ 9214624 w 12184003"/>
                <a:gd name="connsiteY164" fmla="*/ 6434514 h 6857801"/>
                <a:gd name="connsiteX165" fmla="*/ 9439097 w 12184003"/>
                <a:gd name="connsiteY165" fmla="*/ 6127940 h 6857801"/>
                <a:gd name="connsiteX166" fmla="*/ 9438989 w 12184003"/>
                <a:gd name="connsiteY166" fmla="*/ 6188072 h 6857801"/>
                <a:gd name="connsiteX167" fmla="*/ 9527765 w 12184003"/>
                <a:gd name="connsiteY167" fmla="*/ 6276848 h 6857801"/>
                <a:gd name="connsiteX168" fmla="*/ 9752093 w 12184003"/>
                <a:gd name="connsiteY168" fmla="*/ 6275622 h 6857801"/>
                <a:gd name="connsiteX169" fmla="*/ 9619527 w 12184003"/>
                <a:gd name="connsiteY169" fmla="*/ 6143057 h 6857801"/>
                <a:gd name="connsiteX170" fmla="*/ 9610978 w 12184003"/>
                <a:gd name="connsiteY170" fmla="*/ 6146554 h 6857801"/>
                <a:gd name="connsiteX171" fmla="*/ 9586890 w 12184003"/>
                <a:gd name="connsiteY171" fmla="*/ 6136700 h 6857801"/>
                <a:gd name="connsiteX172" fmla="*/ 9583307 w 12184003"/>
                <a:gd name="connsiteY172" fmla="*/ 6127940 h 6857801"/>
                <a:gd name="connsiteX173" fmla="*/ 9378857 w 12184003"/>
                <a:gd name="connsiteY173" fmla="*/ 6127940 h 6857801"/>
                <a:gd name="connsiteX174" fmla="*/ 9394188 w 12184003"/>
                <a:gd name="connsiteY174" fmla="*/ 6143271 h 6857801"/>
                <a:gd name="connsiteX175" fmla="*/ 9394188 w 12184003"/>
                <a:gd name="connsiteY175" fmla="*/ 6127940 h 6857801"/>
                <a:gd name="connsiteX176" fmla="*/ 2713158 w 12184003"/>
                <a:gd name="connsiteY176" fmla="*/ 6127940 h 6857801"/>
                <a:gd name="connsiteX177" fmla="*/ 2713158 w 12184003"/>
                <a:gd name="connsiteY177" fmla="*/ 6142813 h 6857801"/>
                <a:gd name="connsiteX178" fmla="*/ 2727983 w 12184003"/>
                <a:gd name="connsiteY178" fmla="*/ 6127940 h 6857801"/>
                <a:gd name="connsiteX179" fmla="*/ 2521838 w 12184003"/>
                <a:gd name="connsiteY179" fmla="*/ 6127940 h 6857801"/>
                <a:gd name="connsiteX180" fmla="*/ 2518254 w 12184003"/>
                <a:gd name="connsiteY180" fmla="*/ 6136700 h 6857801"/>
                <a:gd name="connsiteX181" fmla="*/ 2494167 w 12184003"/>
                <a:gd name="connsiteY181" fmla="*/ 6146554 h 6857801"/>
                <a:gd name="connsiteX182" fmla="*/ 2487126 w 12184003"/>
                <a:gd name="connsiteY182" fmla="*/ 6143674 h 6857801"/>
                <a:gd name="connsiteX183" fmla="*/ 2354618 w 12184003"/>
                <a:gd name="connsiteY183" fmla="*/ 6275625 h 6857801"/>
                <a:gd name="connsiteX184" fmla="*/ 2579577 w 12184003"/>
                <a:gd name="connsiteY184" fmla="*/ 6276848 h 6857801"/>
                <a:gd name="connsiteX185" fmla="*/ 2667171 w 12184003"/>
                <a:gd name="connsiteY185" fmla="*/ 6188956 h 6857801"/>
                <a:gd name="connsiteX186" fmla="*/ 2667171 w 12184003"/>
                <a:gd name="connsiteY186" fmla="*/ 6127940 h 6857801"/>
                <a:gd name="connsiteX187" fmla="*/ 2857680 w 12184003"/>
                <a:gd name="connsiteY187" fmla="*/ 6070744 h 6857801"/>
                <a:gd name="connsiteX188" fmla="*/ 2800746 w 12184003"/>
                <a:gd name="connsiteY188" fmla="*/ 6127940 h 6857801"/>
                <a:gd name="connsiteX189" fmla="*/ 2759145 w 12184003"/>
                <a:gd name="connsiteY189" fmla="*/ 6127940 h 6857801"/>
                <a:gd name="connsiteX190" fmla="*/ 2713158 w 12184003"/>
                <a:gd name="connsiteY190" fmla="*/ 6173927 h 6857801"/>
                <a:gd name="connsiteX191" fmla="*/ 2713158 w 12184003"/>
                <a:gd name="connsiteY191" fmla="*/ 6322834 h 6857801"/>
                <a:gd name="connsiteX192" fmla="*/ 2857680 w 12184003"/>
                <a:gd name="connsiteY192" fmla="*/ 6322834 h 6857801"/>
                <a:gd name="connsiteX193" fmla="*/ 9247471 w 12184003"/>
                <a:gd name="connsiteY193" fmla="*/ 6068815 h 6857801"/>
                <a:gd name="connsiteX194" fmla="*/ 9247471 w 12184003"/>
                <a:gd name="connsiteY194" fmla="*/ 6322834 h 6857801"/>
                <a:gd name="connsiteX195" fmla="*/ 9394188 w 12184003"/>
                <a:gd name="connsiteY195" fmla="*/ 6322834 h 6857801"/>
                <a:gd name="connsiteX196" fmla="*/ 9394188 w 12184003"/>
                <a:gd name="connsiteY196" fmla="*/ 6175702 h 6857801"/>
                <a:gd name="connsiteX197" fmla="*/ 9346587 w 12184003"/>
                <a:gd name="connsiteY197" fmla="*/ 6127940 h 6857801"/>
                <a:gd name="connsiteX198" fmla="*/ 9306595 w 12184003"/>
                <a:gd name="connsiteY198" fmla="*/ 6127940 h 6857801"/>
                <a:gd name="connsiteX199" fmla="*/ 2857680 w 12184003"/>
                <a:gd name="connsiteY199" fmla="*/ 6029406 h 6857801"/>
                <a:gd name="connsiteX200" fmla="*/ 2776665 w 12184003"/>
                <a:gd name="connsiteY200" fmla="*/ 6110422 h 6857801"/>
                <a:gd name="connsiteX201" fmla="*/ 2794177 w 12184003"/>
                <a:gd name="connsiteY201" fmla="*/ 6110422 h 6857801"/>
                <a:gd name="connsiteX202" fmla="*/ 2857680 w 12184003"/>
                <a:gd name="connsiteY202" fmla="*/ 6046918 h 6857801"/>
                <a:gd name="connsiteX203" fmla="*/ 9247471 w 12184003"/>
                <a:gd name="connsiteY203" fmla="*/ 6028487 h 6857801"/>
                <a:gd name="connsiteX204" fmla="*/ 9247471 w 12184003"/>
                <a:gd name="connsiteY204" fmla="*/ 6045031 h 6857801"/>
                <a:gd name="connsiteX205" fmla="*/ 9313165 w 12184003"/>
                <a:gd name="connsiteY205" fmla="*/ 6110422 h 6857801"/>
                <a:gd name="connsiteX206" fmla="*/ 9329129 w 12184003"/>
                <a:gd name="connsiteY206" fmla="*/ 6110422 h 6857801"/>
                <a:gd name="connsiteX207" fmla="*/ 3442365 w 12184003"/>
                <a:gd name="connsiteY207" fmla="*/ 5946181 h 6857801"/>
                <a:gd name="connsiteX208" fmla="*/ 3202824 w 12184003"/>
                <a:gd name="connsiteY208" fmla="*/ 6185724 h 6857801"/>
                <a:gd name="connsiteX209" fmla="*/ 3206953 w 12184003"/>
                <a:gd name="connsiteY209" fmla="*/ 6195826 h 6857801"/>
                <a:gd name="connsiteX210" fmla="*/ 3197101 w 12184003"/>
                <a:gd name="connsiteY210" fmla="*/ 6219913 h 6857801"/>
                <a:gd name="connsiteX211" fmla="*/ 3179491 w 12184003"/>
                <a:gd name="connsiteY211" fmla="*/ 6227117 h 6857801"/>
                <a:gd name="connsiteX212" fmla="*/ 3179127 w 12184003"/>
                <a:gd name="connsiteY212" fmla="*/ 6297632 h 6857801"/>
                <a:gd name="connsiteX213" fmla="*/ 3442365 w 12184003"/>
                <a:gd name="connsiteY213" fmla="*/ 6035969 h 6857801"/>
                <a:gd name="connsiteX214" fmla="*/ 8662916 w 12184003"/>
                <a:gd name="connsiteY214" fmla="*/ 5944120 h 6857801"/>
                <a:gd name="connsiteX215" fmla="*/ 8662792 w 12184003"/>
                <a:gd name="connsiteY215" fmla="*/ 6035969 h 6857801"/>
                <a:gd name="connsiteX216" fmla="*/ 8927760 w 12184003"/>
                <a:gd name="connsiteY216" fmla="*/ 6299350 h 6857801"/>
                <a:gd name="connsiteX217" fmla="*/ 8927760 w 12184003"/>
                <a:gd name="connsiteY217" fmla="*/ 6227975 h 6857801"/>
                <a:gd name="connsiteX218" fmla="*/ 8908051 w 12184003"/>
                <a:gd name="connsiteY218" fmla="*/ 6219913 h 6857801"/>
                <a:gd name="connsiteX219" fmla="*/ 8898196 w 12184003"/>
                <a:gd name="connsiteY219" fmla="*/ 6195826 h 6857801"/>
                <a:gd name="connsiteX220" fmla="*/ 8902965 w 12184003"/>
                <a:gd name="connsiteY220" fmla="*/ 6184168 h 6857801"/>
                <a:gd name="connsiteX221" fmla="*/ 8165705 w 12184003"/>
                <a:gd name="connsiteY221" fmla="*/ 5917719 h 6857801"/>
                <a:gd name="connsiteX222" fmla="*/ 8238476 w 12184003"/>
                <a:gd name="connsiteY222" fmla="*/ 5990490 h 6857801"/>
                <a:gd name="connsiteX223" fmla="*/ 8339710 w 12184003"/>
                <a:gd name="connsiteY223" fmla="*/ 5990133 h 6857801"/>
                <a:gd name="connsiteX224" fmla="*/ 8347460 w 12184003"/>
                <a:gd name="connsiteY224" fmla="*/ 5970275 h 6857801"/>
                <a:gd name="connsiteX225" fmla="*/ 8410964 w 12184003"/>
                <a:gd name="connsiteY225" fmla="*/ 5970275 h 6857801"/>
                <a:gd name="connsiteX226" fmla="*/ 8424104 w 12184003"/>
                <a:gd name="connsiteY226" fmla="*/ 6002027 h 6857801"/>
                <a:gd name="connsiteX227" fmla="*/ 8415450 w 12184003"/>
                <a:gd name="connsiteY227" fmla="*/ 6022936 h 6857801"/>
                <a:gd name="connsiteX228" fmla="*/ 8927760 w 12184003"/>
                <a:gd name="connsiteY228" fmla="*/ 6535246 h 6857801"/>
                <a:gd name="connsiteX229" fmla="*/ 8927760 w 12184003"/>
                <a:gd name="connsiteY229" fmla="*/ 6385100 h 6857801"/>
                <a:gd name="connsiteX230" fmla="*/ 8478319 w 12184003"/>
                <a:gd name="connsiteY230" fmla="*/ 5936847 h 6857801"/>
                <a:gd name="connsiteX231" fmla="*/ 8463519 w 12184003"/>
                <a:gd name="connsiteY231" fmla="*/ 5942902 h 6857801"/>
                <a:gd name="connsiteX232" fmla="*/ 8439432 w 12184003"/>
                <a:gd name="connsiteY232" fmla="*/ 5933047 h 6857801"/>
                <a:gd name="connsiteX233" fmla="*/ 8433161 w 12184003"/>
                <a:gd name="connsiteY233" fmla="*/ 5917719 h 6857801"/>
                <a:gd name="connsiteX234" fmla="*/ 3674165 w 12184003"/>
                <a:gd name="connsiteY234" fmla="*/ 5917719 h 6857801"/>
                <a:gd name="connsiteX235" fmla="*/ 3667894 w 12184003"/>
                <a:gd name="connsiteY235" fmla="*/ 5933047 h 6857801"/>
                <a:gd name="connsiteX236" fmla="*/ 3643806 w 12184003"/>
                <a:gd name="connsiteY236" fmla="*/ 5942902 h 6857801"/>
                <a:gd name="connsiteX237" fmla="*/ 3627494 w 12184003"/>
                <a:gd name="connsiteY237" fmla="*/ 5936227 h 6857801"/>
                <a:gd name="connsiteX238" fmla="*/ 3178677 w 12184003"/>
                <a:gd name="connsiteY238" fmla="*/ 6385056 h 6857801"/>
                <a:gd name="connsiteX239" fmla="*/ 3177905 w 12184003"/>
                <a:gd name="connsiteY239" fmla="*/ 6534738 h 6857801"/>
                <a:gd name="connsiteX240" fmla="*/ 3691241 w 12184003"/>
                <a:gd name="connsiteY240" fmla="*/ 6021389 h 6857801"/>
                <a:gd name="connsiteX241" fmla="*/ 3683225 w 12184003"/>
                <a:gd name="connsiteY241" fmla="*/ 6002027 h 6857801"/>
                <a:gd name="connsiteX242" fmla="*/ 3696366 w 12184003"/>
                <a:gd name="connsiteY242" fmla="*/ 5970275 h 6857801"/>
                <a:gd name="connsiteX243" fmla="*/ 3759873 w 12184003"/>
                <a:gd name="connsiteY243" fmla="*/ 5970275 h 6857801"/>
                <a:gd name="connsiteX244" fmla="*/ 3767624 w 12184003"/>
                <a:gd name="connsiteY244" fmla="*/ 5990141 h 6857801"/>
                <a:gd name="connsiteX245" fmla="*/ 3866662 w 12184003"/>
                <a:gd name="connsiteY245" fmla="*/ 5990490 h 6857801"/>
                <a:gd name="connsiteX246" fmla="*/ 3939434 w 12184003"/>
                <a:gd name="connsiteY246" fmla="*/ 5917719 h 6857801"/>
                <a:gd name="connsiteX247" fmla="*/ 3431411 w 12184003"/>
                <a:gd name="connsiteY247" fmla="*/ 5895827 h 6857801"/>
                <a:gd name="connsiteX248" fmla="*/ 3160051 w 12184003"/>
                <a:gd name="connsiteY248" fmla="*/ 6167185 h 6857801"/>
                <a:gd name="connsiteX249" fmla="*/ 3173014 w 12184003"/>
                <a:gd name="connsiteY249" fmla="*/ 6161883 h 6857801"/>
                <a:gd name="connsiteX250" fmla="*/ 3193993 w 12184003"/>
                <a:gd name="connsiteY250" fmla="*/ 6170467 h 6857801"/>
                <a:gd name="connsiteX251" fmla="*/ 3431411 w 12184003"/>
                <a:gd name="connsiteY251" fmla="*/ 5933047 h 6857801"/>
                <a:gd name="connsiteX252" fmla="*/ 8673742 w 12184003"/>
                <a:gd name="connsiteY252" fmla="*/ 5893632 h 6857801"/>
                <a:gd name="connsiteX253" fmla="*/ 8673742 w 12184003"/>
                <a:gd name="connsiteY253" fmla="*/ 5933047 h 6857801"/>
                <a:gd name="connsiteX254" fmla="*/ 8912527 w 12184003"/>
                <a:gd name="connsiteY254" fmla="*/ 6169907 h 6857801"/>
                <a:gd name="connsiteX255" fmla="*/ 8932139 w 12184003"/>
                <a:gd name="connsiteY255" fmla="*/ 6161883 h 6857801"/>
                <a:gd name="connsiteX256" fmla="*/ 8948814 w 12184003"/>
                <a:gd name="connsiteY256" fmla="*/ 6168705 h 6857801"/>
                <a:gd name="connsiteX257" fmla="*/ 5826992 w 12184003"/>
                <a:gd name="connsiteY257" fmla="*/ 5865164 h 6857801"/>
                <a:gd name="connsiteX258" fmla="*/ 5826992 w 12184003"/>
                <a:gd name="connsiteY258" fmla="*/ 5902390 h 6857801"/>
                <a:gd name="connsiteX259" fmla="*/ 5717503 w 12184003"/>
                <a:gd name="connsiteY259" fmla="*/ 6011880 h 6857801"/>
                <a:gd name="connsiteX260" fmla="*/ 6045972 w 12184003"/>
                <a:gd name="connsiteY260" fmla="*/ 6340353 h 6857801"/>
                <a:gd name="connsiteX261" fmla="*/ 6045972 w 12184003"/>
                <a:gd name="connsiteY261" fmla="*/ 6084144 h 6857801"/>
                <a:gd name="connsiteX262" fmla="*/ 8673742 w 12184003"/>
                <a:gd name="connsiteY262" fmla="*/ 5821370 h 6857801"/>
                <a:gd name="connsiteX263" fmla="*/ 8673742 w 12184003"/>
                <a:gd name="connsiteY263" fmla="*/ 5831681 h 6857801"/>
                <a:gd name="connsiteX264" fmla="*/ 9214624 w 12184003"/>
                <a:gd name="connsiteY264" fmla="*/ 6371415 h 6857801"/>
                <a:gd name="connsiteX265" fmla="*/ 9214624 w 12184003"/>
                <a:gd name="connsiteY265" fmla="*/ 6355682 h 6857801"/>
                <a:gd name="connsiteX266" fmla="*/ 9208053 w 12184003"/>
                <a:gd name="connsiteY266" fmla="*/ 6355682 h 6857801"/>
                <a:gd name="connsiteX267" fmla="*/ 3431411 w 12184003"/>
                <a:gd name="connsiteY267" fmla="*/ 5821368 h 6857801"/>
                <a:gd name="connsiteX268" fmla="*/ 2897097 w 12184003"/>
                <a:gd name="connsiteY268" fmla="*/ 6355682 h 6857801"/>
                <a:gd name="connsiteX269" fmla="*/ 2892718 w 12184003"/>
                <a:gd name="connsiteY269" fmla="*/ 6355682 h 6857801"/>
                <a:gd name="connsiteX270" fmla="*/ 2892718 w 12184003"/>
                <a:gd name="connsiteY270" fmla="*/ 6369235 h 6857801"/>
                <a:gd name="connsiteX271" fmla="*/ 3431411 w 12184003"/>
                <a:gd name="connsiteY271" fmla="*/ 5831685 h 6857801"/>
                <a:gd name="connsiteX272" fmla="*/ 5754729 w 12184003"/>
                <a:gd name="connsiteY272" fmla="*/ 5792900 h 6857801"/>
                <a:gd name="connsiteX273" fmla="*/ 5626628 w 12184003"/>
                <a:gd name="connsiteY273" fmla="*/ 5921004 h 6857801"/>
                <a:gd name="connsiteX274" fmla="*/ 5693415 w 12184003"/>
                <a:gd name="connsiteY274" fmla="*/ 5987793 h 6857801"/>
                <a:gd name="connsiteX275" fmla="*/ 5794146 w 12184003"/>
                <a:gd name="connsiteY275" fmla="*/ 5887062 h 6857801"/>
                <a:gd name="connsiteX276" fmla="*/ 5794146 w 12184003"/>
                <a:gd name="connsiteY276" fmla="*/ 5832316 h 6857801"/>
                <a:gd name="connsiteX277" fmla="*/ 7701466 w 12184003"/>
                <a:gd name="connsiteY277" fmla="*/ 5771002 h 6857801"/>
                <a:gd name="connsiteX278" fmla="*/ 7701466 w 12184003"/>
                <a:gd name="connsiteY278" fmla="*/ 5933048 h 6857801"/>
                <a:gd name="connsiteX279" fmla="*/ 7760590 w 12184003"/>
                <a:gd name="connsiteY279" fmla="*/ 5992173 h 6857801"/>
                <a:gd name="connsiteX280" fmla="*/ 7922068 w 12184003"/>
                <a:gd name="connsiteY280" fmla="*/ 5991604 h 6857801"/>
                <a:gd name="connsiteX281" fmla="*/ 4403638 w 12184003"/>
                <a:gd name="connsiteY281" fmla="*/ 5771002 h 6857801"/>
                <a:gd name="connsiteX282" fmla="*/ 4183079 w 12184003"/>
                <a:gd name="connsiteY282" fmla="*/ 5991605 h 6857801"/>
                <a:gd name="connsiteX283" fmla="*/ 4344509 w 12184003"/>
                <a:gd name="connsiteY283" fmla="*/ 5992173 h 6857801"/>
                <a:gd name="connsiteX284" fmla="*/ 4403638 w 12184003"/>
                <a:gd name="connsiteY284" fmla="*/ 5933047 h 6857801"/>
                <a:gd name="connsiteX285" fmla="*/ 5826992 w 12184003"/>
                <a:gd name="connsiteY285" fmla="*/ 5742535 h 6857801"/>
                <a:gd name="connsiteX286" fmla="*/ 5826992 w 12184003"/>
                <a:gd name="connsiteY286" fmla="*/ 5816989 h 6857801"/>
                <a:gd name="connsiteX287" fmla="*/ 6081009 w 12184003"/>
                <a:gd name="connsiteY287" fmla="*/ 6071006 h 6857801"/>
                <a:gd name="connsiteX288" fmla="*/ 6081009 w 12184003"/>
                <a:gd name="connsiteY288" fmla="*/ 6375390 h 6857801"/>
                <a:gd name="connsiteX289" fmla="*/ 6087577 w 12184003"/>
                <a:gd name="connsiteY289" fmla="*/ 6381959 h 6857801"/>
                <a:gd name="connsiteX290" fmla="*/ 6087577 w 12184003"/>
                <a:gd name="connsiteY290" fmla="*/ 6003122 h 6857801"/>
                <a:gd name="connsiteX291" fmla="*/ 5931007 w 12184003"/>
                <a:gd name="connsiteY291" fmla="*/ 5846550 h 6857801"/>
                <a:gd name="connsiteX292" fmla="*/ 5915679 w 12184003"/>
                <a:gd name="connsiteY292" fmla="*/ 5839981 h 6857801"/>
                <a:gd name="connsiteX293" fmla="*/ 5909108 w 12184003"/>
                <a:gd name="connsiteY293" fmla="*/ 5824652 h 6857801"/>
                <a:gd name="connsiteX294" fmla="*/ 5791956 w 12184003"/>
                <a:gd name="connsiteY294" fmla="*/ 5707498 h 6857801"/>
                <a:gd name="connsiteX295" fmla="*/ 5791956 w 12184003"/>
                <a:gd name="connsiteY295" fmla="*/ 5755673 h 6857801"/>
                <a:gd name="connsiteX296" fmla="*/ 5778817 w 12184003"/>
                <a:gd name="connsiteY296" fmla="*/ 5768813 h 6857801"/>
                <a:gd name="connsiteX297" fmla="*/ 5794146 w 12184003"/>
                <a:gd name="connsiteY297" fmla="*/ 5784141 h 6857801"/>
                <a:gd name="connsiteX298" fmla="*/ 5794146 w 12184003"/>
                <a:gd name="connsiteY298" fmla="*/ 5709686 h 6857801"/>
                <a:gd name="connsiteX299" fmla="*/ 6731382 w 12184003"/>
                <a:gd name="connsiteY299" fmla="*/ 5696549 h 6857801"/>
                <a:gd name="connsiteX300" fmla="*/ 6731382 w 12184003"/>
                <a:gd name="connsiteY300" fmla="*/ 6007501 h 6857801"/>
                <a:gd name="connsiteX301" fmla="*/ 6845251 w 12184003"/>
                <a:gd name="connsiteY301" fmla="*/ 5893631 h 6857801"/>
                <a:gd name="connsiteX302" fmla="*/ 6845251 w 12184003"/>
                <a:gd name="connsiteY302" fmla="*/ 5810419 h 6857801"/>
                <a:gd name="connsiteX303" fmla="*/ 8900342 w 12184003"/>
                <a:gd name="connsiteY303" fmla="*/ 5680182 h 6857801"/>
                <a:gd name="connsiteX304" fmla="*/ 8887248 w 12184003"/>
                <a:gd name="connsiteY304" fmla="*/ 5685600 h 6857801"/>
                <a:gd name="connsiteX305" fmla="*/ 8885755 w 12184003"/>
                <a:gd name="connsiteY305" fmla="*/ 5684981 h 6857801"/>
                <a:gd name="connsiteX306" fmla="*/ 9214624 w 12184003"/>
                <a:gd name="connsiteY306" fmla="*/ 6012335 h 6857801"/>
                <a:gd name="connsiteX307" fmla="*/ 9214624 w 12184003"/>
                <a:gd name="connsiteY307" fmla="*/ 5995529 h 6857801"/>
                <a:gd name="connsiteX308" fmla="*/ 3206934 w 12184003"/>
                <a:gd name="connsiteY308" fmla="*/ 5680152 h 6857801"/>
                <a:gd name="connsiteX309" fmla="*/ 2892718 w 12184003"/>
                <a:gd name="connsiteY309" fmla="*/ 5994369 h 6857801"/>
                <a:gd name="connsiteX310" fmla="*/ 2892718 w 12184003"/>
                <a:gd name="connsiteY310" fmla="*/ 6011881 h 6857801"/>
                <a:gd name="connsiteX311" fmla="*/ 3219322 w 12184003"/>
                <a:gd name="connsiteY311" fmla="*/ 5685278 h 6857801"/>
                <a:gd name="connsiteX312" fmla="*/ 7725554 w 12184003"/>
                <a:gd name="connsiteY312" fmla="*/ 5643039 h 6857801"/>
                <a:gd name="connsiteX313" fmla="*/ 7725554 w 12184003"/>
                <a:gd name="connsiteY313" fmla="*/ 5762243 h 6857801"/>
                <a:gd name="connsiteX314" fmla="*/ 7954004 w 12184003"/>
                <a:gd name="connsiteY314" fmla="*/ 5991492 h 6857801"/>
                <a:gd name="connsiteX315" fmla="*/ 8214472 w 12184003"/>
                <a:gd name="connsiteY315" fmla="*/ 5990574 h 6857801"/>
                <a:gd name="connsiteX316" fmla="*/ 8141618 w 12184003"/>
                <a:gd name="connsiteY316" fmla="*/ 5917719 h 6857801"/>
                <a:gd name="connsiteX317" fmla="*/ 7999280 w 12184003"/>
                <a:gd name="connsiteY317" fmla="*/ 5917719 h 6857801"/>
                <a:gd name="connsiteX318" fmla="*/ 4381738 w 12184003"/>
                <a:gd name="connsiteY318" fmla="*/ 5641802 h 6857801"/>
                <a:gd name="connsiteX319" fmla="*/ 4105864 w 12184003"/>
                <a:gd name="connsiteY319" fmla="*/ 5917719 h 6857801"/>
                <a:gd name="connsiteX320" fmla="*/ 3963523 w 12184003"/>
                <a:gd name="connsiteY320" fmla="*/ 5917719 h 6857801"/>
                <a:gd name="connsiteX321" fmla="*/ 3890667 w 12184003"/>
                <a:gd name="connsiteY321" fmla="*/ 5990574 h 6857801"/>
                <a:gd name="connsiteX322" fmla="*/ 4152527 w 12184003"/>
                <a:gd name="connsiteY322" fmla="*/ 5991497 h 6857801"/>
                <a:gd name="connsiteX323" fmla="*/ 4381738 w 12184003"/>
                <a:gd name="connsiteY323" fmla="*/ 5762243 h 6857801"/>
                <a:gd name="connsiteX324" fmla="*/ 5301440 w 12184003"/>
                <a:gd name="connsiteY324" fmla="*/ 5626475 h 6857801"/>
                <a:gd name="connsiteX325" fmla="*/ 5301440 w 12184003"/>
                <a:gd name="connsiteY325" fmla="*/ 5843265 h 6857801"/>
                <a:gd name="connsiteX326" fmla="*/ 5239953 w 12184003"/>
                <a:gd name="connsiteY326" fmla="*/ 5904755 h 6857801"/>
                <a:gd name="connsiteX327" fmla="*/ 5241218 w 12184003"/>
                <a:gd name="connsiteY327" fmla="*/ 5905402 h 6857801"/>
                <a:gd name="connsiteX328" fmla="*/ 5251070 w 12184003"/>
                <a:gd name="connsiteY328" fmla="*/ 5928668 h 6857801"/>
                <a:gd name="connsiteX329" fmla="*/ 5242040 w 12184003"/>
                <a:gd name="connsiteY329" fmla="*/ 5951662 h 6857801"/>
                <a:gd name="connsiteX330" fmla="*/ 5226985 w 12184003"/>
                <a:gd name="connsiteY330" fmla="*/ 5957891 h 6857801"/>
                <a:gd name="connsiteX331" fmla="*/ 5226985 w 12184003"/>
                <a:gd name="connsiteY331" fmla="*/ 6180496 h 6857801"/>
                <a:gd name="connsiteX332" fmla="*/ 5448158 w 12184003"/>
                <a:gd name="connsiteY332" fmla="*/ 5959325 h 6857801"/>
                <a:gd name="connsiteX333" fmla="*/ 5448158 w 12184003"/>
                <a:gd name="connsiteY333" fmla="*/ 5788521 h 6857801"/>
                <a:gd name="connsiteX334" fmla="*/ 5310198 w 12184003"/>
                <a:gd name="connsiteY334" fmla="*/ 5650562 h 6857801"/>
                <a:gd name="connsiteX335" fmla="*/ 5310198 w 12184003"/>
                <a:gd name="connsiteY335" fmla="*/ 5635231 h 6857801"/>
                <a:gd name="connsiteX336" fmla="*/ 4780284 w 12184003"/>
                <a:gd name="connsiteY336" fmla="*/ 5620958 h 6857801"/>
                <a:gd name="connsiteX337" fmla="*/ 4780284 w 12184003"/>
                <a:gd name="connsiteY337" fmla="*/ 6331257 h 6857801"/>
                <a:gd name="connsiteX338" fmla="*/ 4955458 w 12184003"/>
                <a:gd name="connsiteY338" fmla="*/ 6155429 h 6857801"/>
                <a:gd name="connsiteX339" fmla="*/ 4955458 w 12184003"/>
                <a:gd name="connsiteY339" fmla="*/ 5834507 h 6857801"/>
                <a:gd name="connsiteX340" fmla="*/ 4933557 w 12184003"/>
                <a:gd name="connsiteY340" fmla="*/ 5825746 h 6857801"/>
                <a:gd name="connsiteX341" fmla="*/ 4920414 w 12184003"/>
                <a:gd name="connsiteY341" fmla="*/ 5792900 h 6857801"/>
                <a:gd name="connsiteX342" fmla="*/ 4929225 w 12184003"/>
                <a:gd name="connsiteY342" fmla="*/ 5770877 h 6857801"/>
                <a:gd name="connsiteX343" fmla="*/ 6624081 w 12184003"/>
                <a:gd name="connsiteY343" fmla="*/ 5619904 h 6857801"/>
                <a:gd name="connsiteX344" fmla="*/ 6624081 w 12184003"/>
                <a:gd name="connsiteY344" fmla="*/ 6009690 h 6857801"/>
                <a:gd name="connsiteX345" fmla="*/ 6523351 w 12184003"/>
                <a:gd name="connsiteY345" fmla="*/ 6111102 h 6857801"/>
                <a:gd name="connsiteX346" fmla="*/ 6523351 w 12184003"/>
                <a:gd name="connsiteY346" fmla="*/ 6215532 h 6857801"/>
                <a:gd name="connsiteX347" fmla="*/ 6709484 w 12184003"/>
                <a:gd name="connsiteY347" fmla="*/ 6029399 h 6857801"/>
                <a:gd name="connsiteX348" fmla="*/ 6709484 w 12184003"/>
                <a:gd name="connsiteY348" fmla="*/ 5705307 h 6857801"/>
                <a:gd name="connsiteX349" fmla="*/ 10484711 w 12184003"/>
                <a:gd name="connsiteY349" fmla="*/ 5606765 h 6857801"/>
                <a:gd name="connsiteX350" fmla="*/ 10539458 w 12184003"/>
                <a:gd name="connsiteY350" fmla="*/ 5661511 h 6857801"/>
                <a:gd name="connsiteX351" fmla="*/ 10640487 w 12184003"/>
                <a:gd name="connsiteY351" fmla="*/ 5661511 h 6857801"/>
                <a:gd name="connsiteX352" fmla="*/ 10644940 w 12184003"/>
                <a:gd name="connsiteY352" fmla="*/ 5650625 h 6857801"/>
                <a:gd name="connsiteX353" fmla="*/ 10600771 w 12184003"/>
                <a:gd name="connsiteY353" fmla="*/ 5606765 h 6857801"/>
                <a:gd name="connsiteX354" fmla="*/ 10386170 w 12184003"/>
                <a:gd name="connsiteY354" fmla="*/ 5606765 h 6857801"/>
                <a:gd name="connsiteX355" fmla="*/ 10833175 w 12184003"/>
                <a:gd name="connsiteY355" fmla="*/ 6053770 h 6857801"/>
                <a:gd name="connsiteX356" fmla="*/ 10852600 w 12184003"/>
                <a:gd name="connsiteY356" fmla="*/ 6045823 h 6857801"/>
                <a:gd name="connsiteX357" fmla="*/ 10876687 w 12184003"/>
                <a:gd name="connsiteY357" fmla="*/ 6055678 h 6857801"/>
                <a:gd name="connsiteX358" fmla="*/ 10876687 w 12184003"/>
                <a:gd name="connsiteY358" fmla="*/ 6103852 h 6857801"/>
                <a:gd name="connsiteX359" fmla="*/ 10856980 w 12184003"/>
                <a:gd name="connsiteY359" fmla="*/ 6111915 h 6857801"/>
                <a:gd name="connsiteX360" fmla="*/ 10856980 w 12184003"/>
                <a:gd name="connsiteY360" fmla="*/ 6265899 h 6857801"/>
                <a:gd name="connsiteX361" fmla="*/ 10913914 w 12184003"/>
                <a:gd name="connsiteY361" fmla="*/ 6322834 h 6857801"/>
                <a:gd name="connsiteX362" fmla="*/ 10913914 w 12184003"/>
                <a:gd name="connsiteY362" fmla="*/ 5953964 h 6857801"/>
                <a:gd name="connsiteX363" fmla="*/ 10889827 w 12184003"/>
                <a:gd name="connsiteY363" fmla="*/ 5943997 h 6857801"/>
                <a:gd name="connsiteX364" fmla="*/ 10876688 w 12184003"/>
                <a:gd name="connsiteY364" fmla="*/ 5912245 h 6857801"/>
                <a:gd name="connsiteX365" fmla="*/ 10883418 w 12184003"/>
                <a:gd name="connsiteY365" fmla="*/ 5895982 h 6857801"/>
                <a:gd name="connsiteX366" fmla="*/ 10685608 w 12184003"/>
                <a:gd name="connsiteY366" fmla="*/ 5698173 h 6857801"/>
                <a:gd name="connsiteX367" fmla="*/ 10670845 w 12184003"/>
                <a:gd name="connsiteY367" fmla="*/ 5704213 h 6857801"/>
                <a:gd name="connsiteX368" fmla="*/ 10646758 w 12184003"/>
                <a:gd name="connsiteY368" fmla="*/ 5694358 h 6857801"/>
                <a:gd name="connsiteX369" fmla="*/ 10640487 w 12184003"/>
                <a:gd name="connsiteY369" fmla="*/ 5679030 h 6857801"/>
                <a:gd name="connsiteX370" fmla="*/ 10532888 w 12184003"/>
                <a:gd name="connsiteY370" fmla="*/ 5679030 h 6857801"/>
                <a:gd name="connsiteX371" fmla="*/ 10460174 w 12184003"/>
                <a:gd name="connsiteY371" fmla="*/ 5606765 h 6857801"/>
                <a:gd name="connsiteX372" fmla="*/ 1646706 w 12184003"/>
                <a:gd name="connsiteY372" fmla="*/ 5606765 h 6857801"/>
                <a:gd name="connsiteX373" fmla="*/ 1574441 w 12184003"/>
                <a:gd name="connsiteY373" fmla="*/ 5679030 h 6857801"/>
                <a:gd name="connsiteX374" fmla="*/ 1464648 w 12184003"/>
                <a:gd name="connsiteY374" fmla="*/ 5679030 h 6857801"/>
                <a:gd name="connsiteX375" fmla="*/ 1458378 w 12184003"/>
                <a:gd name="connsiteY375" fmla="*/ 5694358 h 6857801"/>
                <a:gd name="connsiteX376" fmla="*/ 1434289 w 12184003"/>
                <a:gd name="connsiteY376" fmla="*/ 5704213 h 6857801"/>
                <a:gd name="connsiteX377" fmla="*/ 1419530 w 12184003"/>
                <a:gd name="connsiteY377" fmla="*/ 5698174 h 6857801"/>
                <a:gd name="connsiteX378" fmla="*/ 1223273 w 12184003"/>
                <a:gd name="connsiteY378" fmla="*/ 5894432 h 6857801"/>
                <a:gd name="connsiteX379" fmla="*/ 1230644 w 12184003"/>
                <a:gd name="connsiteY379" fmla="*/ 5912245 h 6857801"/>
                <a:gd name="connsiteX380" fmla="*/ 1217504 w 12184003"/>
                <a:gd name="connsiteY380" fmla="*/ 5943997 h 6857801"/>
                <a:gd name="connsiteX381" fmla="*/ 1191231 w 12184003"/>
                <a:gd name="connsiteY381" fmla="*/ 5954870 h 6857801"/>
                <a:gd name="connsiteX382" fmla="*/ 1191231 w 12184003"/>
                <a:gd name="connsiteY382" fmla="*/ 6325019 h 6857801"/>
                <a:gd name="connsiteX383" fmla="*/ 1250350 w 12184003"/>
                <a:gd name="connsiteY383" fmla="*/ 6265899 h 6857801"/>
                <a:gd name="connsiteX384" fmla="*/ 1250350 w 12184003"/>
                <a:gd name="connsiteY384" fmla="*/ 6112813 h 6857801"/>
                <a:gd name="connsiteX385" fmla="*/ 1228448 w 12184003"/>
                <a:gd name="connsiteY385" fmla="*/ 6103852 h 6857801"/>
                <a:gd name="connsiteX386" fmla="*/ 1228448 w 12184003"/>
                <a:gd name="connsiteY386" fmla="*/ 6055678 h 6857801"/>
                <a:gd name="connsiteX387" fmla="*/ 1252536 w 12184003"/>
                <a:gd name="connsiteY387" fmla="*/ 6045823 h 6857801"/>
                <a:gd name="connsiteX388" fmla="*/ 1273518 w 12184003"/>
                <a:gd name="connsiteY388" fmla="*/ 6054408 h 6857801"/>
                <a:gd name="connsiteX389" fmla="*/ 1721157 w 12184003"/>
                <a:gd name="connsiteY389" fmla="*/ 5606765 h 6857801"/>
                <a:gd name="connsiteX390" fmla="*/ 1504371 w 12184003"/>
                <a:gd name="connsiteY390" fmla="*/ 5606765 h 6857801"/>
                <a:gd name="connsiteX391" fmla="*/ 1460198 w 12184003"/>
                <a:gd name="connsiteY391" fmla="*/ 5650630 h 6857801"/>
                <a:gd name="connsiteX392" fmla="*/ 1464648 w 12184003"/>
                <a:gd name="connsiteY392" fmla="*/ 5661511 h 6857801"/>
                <a:gd name="connsiteX393" fmla="*/ 1565682 w 12184003"/>
                <a:gd name="connsiteY393" fmla="*/ 5661511 h 6857801"/>
                <a:gd name="connsiteX394" fmla="*/ 1620768 w 12184003"/>
                <a:gd name="connsiteY394" fmla="*/ 5606765 h 6857801"/>
                <a:gd name="connsiteX395" fmla="*/ 9440086 w 12184003"/>
                <a:gd name="connsiteY395" fmla="*/ 5574865 h 6857801"/>
                <a:gd name="connsiteX396" fmla="*/ 9439128 w 12184003"/>
                <a:gd name="connsiteY396" fmla="*/ 6110422 h 6857801"/>
                <a:gd name="connsiteX397" fmla="*/ 9577933 w 12184003"/>
                <a:gd name="connsiteY397" fmla="*/ 6110422 h 6857801"/>
                <a:gd name="connsiteX398" fmla="*/ 9586890 w 12184003"/>
                <a:gd name="connsiteY398" fmla="*/ 6088524 h 6857801"/>
                <a:gd name="connsiteX399" fmla="*/ 9635066 w 12184003"/>
                <a:gd name="connsiteY399" fmla="*/ 6088524 h 6857801"/>
                <a:gd name="connsiteX400" fmla="*/ 9644921 w 12184003"/>
                <a:gd name="connsiteY400" fmla="*/ 6112612 h 6857801"/>
                <a:gd name="connsiteX401" fmla="*/ 9635671 w 12184003"/>
                <a:gd name="connsiteY401" fmla="*/ 6135219 h 6857801"/>
                <a:gd name="connsiteX402" fmla="*/ 9775355 w 12184003"/>
                <a:gd name="connsiteY402" fmla="*/ 6275496 h 6857801"/>
                <a:gd name="connsiteX403" fmla="*/ 9887983 w 12184003"/>
                <a:gd name="connsiteY403" fmla="*/ 6274880 h 6857801"/>
                <a:gd name="connsiteX404" fmla="*/ 9890532 w 12184003"/>
                <a:gd name="connsiteY404" fmla="*/ 6268348 h 6857801"/>
                <a:gd name="connsiteX405" fmla="*/ 9753316 w 12184003"/>
                <a:gd name="connsiteY405" fmla="*/ 6130130 h 6857801"/>
                <a:gd name="connsiteX406" fmla="*/ 9753316 w 12184003"/>
                <a:gd name="connsiteY406" fmla="*/ 5926690 h 6857801"/>
                <a:gd name="connsiteX407" fmla="*/ 9735798 w 12184003"/>
                <a:gd name="connsiteY407" fmla="*/ 5919908 h 6857801"/>
                <a:gd name="connsiteX408" fmla="*/ 9721016 w 12184003"/>
                <a:gd name="connsiteY408" fmla="*/ 5886788 h 6857801"/>
                <a:gd name="connsiteX409" fmla="*/ 9730549 w 12184003"/>
                <a:gd name="connsiteY409" fmla="*/ 5864368 h 6857801"/>
                <a:gd name="connsiteX410" fmla="*/ 2667171 w 12184003"/>
                <a:gd name="connsiteY410" fmla="*/ 5573915 h 6857801"/>
                <a:gd name="connsiteX411" fmla="*/ 2377239 w 12184003"/>
                <a:gd name="connsiteY411" fmla="*/ 5863847 h 6857801"/>
                <a:gd name="connsiteX412" fmla="*/ 2380126 w 12184003"/>
                <a:gd name="connsiteY412" fmla="*/ 5868175 h 6857801"/>
                <a:gd name="connsiteX413" fmla="*/ 2369349 w 12184003"/>
                <a:gd name="connsiteY413" fmla="*/ 5919908 h 6857801"/>
                <a:gd name="connsiteX414" fmla="*/ 2354023 w 12184003"/>
                <a:gd name="connsiteY414" fmla="*/ 5925841 h 6857801"/>
                <a:gd name="connsiteX415" fmla="*/ 2354023 w 12184003"/>
                <a:gd name="connsiteY415" fmla="*/ 6130130 h 6857801"/>
                <a:gd name="connsiteX416" fmla="*/ 2214951 w 12184003"/>
                <a:gd name="connsiteY416" fmla="*/ 6269201 h 6857801"/>
                <a:gd name="connsiteX417" fmla="*/ 2217162 w 12184003"/>
                <a:gd name="connsiteY417" fmla="*/ 6274879 h 6857801"/>
                <a:gd name="connsiteX418" fmla="*/ 2331284 w 12184003"/>
                <a:gd name="connsiteY418" fmla="*/ 6275500 h 6857801"/>
                <a:gd name="connsiteX419" fmla="*/ 2470081 w 12184003"/>
                <a:gd name="connsiteY419" fmla="*/ 6136701 h 6857801"/>
                <a:gd name="connsiteX420" fmla="*/ 2470079 w 12184003"/>
                <a:gd name="connsiteY420" fmla="*/ 6136700 h 6857801"/>
                <a:gd name="connsiteX421" fmla="*/ 2470079 w 12184003"/>
                <a:gd name="connsiteY421" fmla="*/ 6088524 h 6857801"/>
                <a:gd name="connsiteX422" fmla="*/ 2518254 w 12184003"/>
                <a:gd name="connsiteY422" fmla="*/ 6088524 h 6857801"/>
                <a:gd name="connsiteX423" fmla="*/ 2527214 w 12184003"/>
                <a:gd name="connsiteY423" fmla="*/ 6110422 h 6857801"/>
                <a:gd name="connsiteX424" fmla="*/ 2667171 w 12184003"/>
                <a:gd name="connsiteY424" fmla="*/ 6110422 h 6857801"/>
                <a:gd name="connsiteX425" fmla="*/ 10285440 w 12184003"/>
                <a:gd name="connsiteY425" fmla="*/ 5530122 h 6857801"/>
                <a:gd name="connsiteX426" fmla="*/ 9975978 w 12184003"/>
                <a:gd name="connsiteY426" fmla="*/ 5531725 h 6857801"/>
                <a:gd name="connsiteX427" fmla="*/ 10002168 w 12184003"/>
                <a:gd name="connsiteY427" fmla="*/ 5557858 h 6857801"/>
                <a:gd name="connsiteX428" fmla="*/ 10021568 w 12184003"/>
                <a:gd name="connsiteY428" fmla="*/ 5549830 h 6857801"/>
                <a:gd name="connsiteX429" fmla="*/ 10053320 w 12184003"/>
                <a:gd name="connsiteY429" fmla="*/ 5562969 h 6857801"/>
                <a:gd name="connsiteX430" fmla="*/ 10061475 w 12184003"/>
                <a:gd name="connsiteY430" fmla="*/ 5582678 h 6857801"/>
                <a:gd name="connsiteX431" fmla="*/ 10337995 w 12184003"/>
                <a:gd name="connsiteY431" fmla="*/ 5582678 h 6857801"/>
                <a:gd name="connsiteX432" fmla="*/ 1819698 w 12184003"/>
                <a:gd name="connsiteY432" fmla="*/ 5530122 h 6857801"/>
                <a:gd name="connsiteX433" fmla="*/ 1767142 w 12184003"/>
                <a:gd name="connsiteY433" fmla="*/ 5582678 h 6857801"/>
                <a:gd name="connsiteX434" fmla="*/ 2043665 w 12184003"/>
                <a:gd name="connsiteY434" fmla="*/ 5582678 h 6857801"/>
                <a:gd name="connsiteX435" fmla="*/ 2051820 w 12184003"/>
                <a:gd name="connsiteY435" fmla="*/ 5562969 h 6857801"/>
                <a:gd name="connsiteX436" fmla="*/ 2083574 w 12184003"/>
                <a:gd name="connsiteY436" fmla="*/ 5549830 h 6857801"/>
                <a:gd name="connsiteX437" fmla="*/ 2104493 w 12184003"/>
                <a:gd name="connsiteY437" fmla="*/ 5558485 h 6857801"/>
                <a:gd name="connsiteX438" fmla="*/ 2131252 w 12184003"/>
                <a:gd name="connsiteY438" fmla="*/ 5531728 h 6857801"/>
                <a:gd name="connsiteX439" fmla="*/ 5572975 w 12184003"/>
                <a:gd name="connsiteY439" fmla="*/ 5488514 h 6857801"/>
                <a:gd name="connsiteX440" fmla="*/ 5572975 w 12184003"/>
                <a:gd name="connsiteY440" fmla="*/ 5562970 h 6857801"/>
                <a:gd name="connsiteX441" fmla="*/ 5745971 w 12184003"/>
                <a:gd name="connsiteY441" fmla="*/ 5735967 h 6857801"/>
                <a:gd name="connsiteX442" fmla="*/ 5745971 w 12184003"/>
                <a:gd name="connsiteY442" fmla="*/ 5661511 h 6857801"/>
                <a:gd name="connsiteX443" fmla="*/ 4962021 w 12184003"/>
                <a:gd name="connsiteY443" fmla="*/ 5405947 h 6857801"/>
                <a:gd name="connsiteX444" fmla="*/ 4780284 w 12184003"/>
                <a:gd name="connsiteY444" fmla="*/ 5588152 h 6857801"/>
                <a:gd name="connsiteX445" fmla="*/ 4780284 w 12184003"/>
                <a:gd name="connsiteY445" fmla="*/ 5590156 h 6857801"/>
                <a:gd name="connsiteX446" fmla="*/ 4944660 w 12184003"/>
                <a:gd name="connsiteY446" fmla="*/ 5755611 h 6857801"/>
                <a:gd name="connsiteX447" fmla="*/ 4966404 w 12184003"/>
                <a:gd name="connsiteY447" fmla="*/ 5746914 h 6857801"/>
                <a:gd name="connsiteX448" fmla="*/ 5012390 w 12184003"/>
                <a:gd name="connsiteY448" fmla="*/ 5792900 h 6857801"/>
                <a:gd name="connsiteX449" fmla="*/ 4999251 w 12184003"/>
                <a:gd name="connsiteY449" fmla="*/ 5825746 h 6857801"/>
                <a:gd name="connsiteX450" fmla="*/ 4977359 w 12184003"/>
                <a:gd name="connsiteY450" fmla="*/ 5834505 h 6857801"/>
                <a:gd name="connsiteX451" fmla="*/ 4977359 w 12184003"/>
                <a:gd name="connsiteY451" fmla="*/ 6133449 h 6857801"/>
                <a:gd name="connsiteX452" fmla="*/ 5188020 w 12184003"/>
                <a:gd name="connsiteY452" fmla="*/ 5921990 h 6857801"/>
                <a:gd name="connsiteX453" fmla="*/ 5190965 w 12184003"/>
                <a:gd name="connsiteY453" fmla="*/ 5914545 h 6857801"/>
                <a:gd name="connsiteX454" fmla="*/ 4962021 w 12184003"/>
                <a:gd name="connsiteY454" fmla="*/ 5685599 h 6857801"/>
                <a:gd name="connsiteX455" fmla="*/ 4622602 w 12184003"/>
                <a:gd name="connsiteY455" fmla="*/ 5400934 h 6857801"/>
                <a:gd name="connsiteX456" fmla="*/ 4421155 w 12184003"/>
                <a:gd name="connsiteY456" fmla="*/ 5602385 h 6857801"/>
                <a:gd name="connsiteX457" fmla="*/ 4421155 w 12184003"/>
                <a:gd name="connsiteY457" fmla="*/ 5915528 h 6857801"/>
                <a:gd name="connsiteX458" fmla="*/ 4748110 w 12184003"/>
                <a:gd name="connsiteY458" fmla="*/ 5588571 h 6857801"/>
                <a:gd name="connsiteX459" fmla="*/ 4622602 w 12184003"/>
                <a:gd name="connsiteY459" fmla="*/ 5462238 h 6857801"/>
                <a:gd name="connsiteX460" fmla="*/ 5465677 w 12184003"/>
                <a:gd name="connsiteY460" fmla="*/ 5381213 h 6857801"/>
                <a:gd name="connsiteX461" fmla="*/ 5465677 w 12184003"/>
                <a:gd name="connsiteY461" fmla="*/ 5760051 h 6857801"/>
                <a:gd name="connsiteX462" fmla="*/ 5594477 w 12184003"/>
                <a:gd name="connsiteY462" fmla="*/ 5888853 h 6857801"/>
                <a:gd name="connsiteX463" fmla="*/ 5722917 w 12184003"/>
                <a:gd name="connsiteY463" fmla="*/ 5761088 h 6857801"/>
                <a:gd name="connsiteX464" fmla="*/ 5537939 w 12184003"/>
                <a:gd name="connsiteY464" fmla="*/ 5576108 h 6857801"/>
                <a:gd name="connsiteX465" fmla="*/ 5537939 w 12184003"/>
                <a:gd name="connsiteY465" fmla="*/ 5453477 h 6857801"/>
                <a:gd name="connsiteX466" fmla="*/ 5301440 w 12184003"/>
                <a:gd name="connsiteY466" fmla="*/ 5354945 h 6857801"/>
                <a:gd name="connsiteX467" fmla="*/ 5301440 w 12184003"/>
                <a:gd name="connsiteY467" fmla="*/ 5595818 h 6857801"/>
                <a:gd name="connsiteX468" fmla="*/ 5310198 w 12184003"/>
                <a:gd name="connsiteY468" fmla="*/ 5604574 h 6857801"/>
                <a:gd name="connsiteX469" fmla="*/ 5310198 w 12184003"/>
                <a:gd name="connsiteY469" fmla="*/ 5364949 h 6857801"/>
                <a:gd name="connsiteX470" fmla="*/ 5304724 w 12184003"/>
                <a:gd name="connsiteY470" fmla="*/ 5362602 h 6857801"/>
                <a:gd name="connsiteX471" fmla="*/ 10150446 w 12184003"/>
                <a:gd name="connsiteY471" fmla="*/ 5326659 h 6857801"/>
                <a:gd name="connsiteX472" fmla="*/ 10136813 w 12184003"/>
                <a:gd name="connsiteY472" fmla="*/ 5326751 h 6857801"/>
                <a:gd name="connsiteX473" fmla="*/ 10278869 w 12184003"/>
                <a:gd name="connsiteY473" fmla="*/ 5468807 h 6857801"/>
                <a:gd name="connsiteX474" fmla="*/ 10321360 w 12184003"/>
                <a:gd name="connsiteY474" fmla="*/ 5468807 h 6857801"/>
                <a:gd name="connsiteX475" fmla="*/ 10200488 w 12184003"/>
                <a:gd name="connsiteY475" fmla="*/ 5348682 h 6857801"/>
                <a:gd name="connsiteX476" fmla="*/ 10182519 w 12184003"/>
                <a:gd name="connsiteY476" fmla="*/ 5356033 h 6857801"/>
                <a:gd name="connsiteX477" fmla="*/ 10158430 w 12184003"/>
                <a:gd name="connsiteY477" fmla="*/ 5346178 h 6857801"/>
                <a:gd name="connsiteX478" fmla="*/ 1954689 w 12184003"/>
                <a:gd name="connsiteY478" fmla="*/ 5326659 h 6857801"/>
                <a:gd name="connsiteX479" fmla="*/ 1946705 w 12184003"/>
                <a:gd name="connsiteY479" fmla="*/ 5346178 h 6857801"/>
                <a:gd name="connsiteX480" fmla="*/ 1922616 w 12184003"/>
                <a:gd name="connsiteY480" fmla="*/ 5356033 h 6857801"/>
                <a:gd name="connsiteX481" fmla="*/ 1904746 w 12184003"/>
                <a:gd name="connsiteY481" fmla="*/ 5348723 h 6857801"/>
                <a:gd name="connsiteX482" fmla="*/ 1784663 w 12184003"/>
                <a:gd name="connsiteY482" fmla="*/ 5468807 h 6857801"/>
                <a:gd name="connsiteX483" fmla="*/ 1826272 w 12184003"/>
                <a:gd name="connsiteY483" fmla="*/ 5468807 h 6857801"/>
                <a:gd name="connsiteX484" fmla="*/ 1968328 w 12184003"/>
                <a:gd name="connsiteY484" fmla="*/ 5326751 h 6857801"/>
                <a:gd name="connsiteX485" fmla="*/ 4744116 w 12184003"/>
                <a:gd name="connsiteY485" fmla="*/ 5309015 h 6857801"/>
                <a:gd name="connsiteX486" fmla="*/ 4725537 w 12184003"/>
                <a:gd name="connsiteY486" fmla="*/ 5316617 h 6857801"/>
                <a:gd name="connsiteX487" fmla="*/ 4712324 w 12184003"/>
                <a:gd name="connsiteY487" fmla="*/ 5311211 h 6857801"/>
                <a:gd name="connsiteX488" fmla="*/ 4644501 w 12184003"/>
                <a:gd name="connsiteY488" fmla="*/ 5379036 h 6857801"/>
                <a:gd name="connsiteX489" fmla="*/ 4644501 w 12184003"/>
                <a:gd name="connsiteY489" fmla="*/ 5453479 h 6857801"/>
                <a:gd name="connsiteX490" fmla="*/ 4756193 w 12184003"/>
                <a:gd name="connsiteY490" fmla="*/ 5565907 h 6857801"/>
                <a:gd name="connsiteX491" fmla="*/ 4756193 w 12184003"/>
                <a:gd name="connsiteY491" fmla="*/ 5314011 h 6857801"/>
                <a:gd name="connsiteX492" fmla="*/ 7362072 w 12184003"/>
                <a:gd name="connsiteY492" fmla="*/ 5308564 h 6857801"/>
                <a:gd name="connsiteX493" fmla="*/ 7348907 w 12184003"/>
                <a:gd name="connsiteY493" fmla="*/ 5314011 h 6857801"/>
                <a:gd name="connsiteX494" fmla="*/ 7348907 w 12184003"/>
                <a:gd name="connsiteY494" fmla="*/ 5580488 h 6857801"/>
                <a:gd name="connsiteX495" fmla="*/ 7683948 w 12184003"/>
                <a:gd name="connsiteY495" fmla="*/ 5915530 h 6857801"/>
                <a:gd name="connsiteX496" fmla="*/ 7683948 w 12184003"/>
                <a:gd name="connsiteY496" fmla="*/ 5601288 h 6857801"/>
                <a:gd name="connsiteX497" fmla="*/ 7394904 w 12184003"/>
                <a:gd name="connsiteY497" fmla="*/ 5311237 h 6857801"/>
                <a:gd name="connsiteX498" fmla="*/ 7381754 w 12184003"/>
                <a:gd name="connsiteY498" fmla="*/ 5316617 h 6857801"/>
                <a:gd name="connsiteX499" fmla="*/ 8673742 w 12184003"/>
                <a:gd name="connsiteY499" fmla="*/ 5276105 h 6857801"/>
                <a:gd name="connsiteX500" fmla="*/ 8673742 w 12184003"/>
                <a:gd name="connsiteY500" fmla="*/ 5773194 h 6857801"/>
                <a:gd name="connsiteX501" fmla="*/ 9214624 w 12184003"/>
                <a:gd name="connsiteY501" fmla="*/ 6314076 h 6857801"/>
                <a:gd name="connsiteX502" fmla="*/ 9214624 w 12184003"/>
                <a:gd name="connsiteY502" fmla="*/ 6035968 h 6857801"/>
                <a:gd name="connsiteX503" fmla="*/ 8848079 w 12184003"/>
                <a:gd name="connsiteY503" fmla="*/ 5669422 h 6857801"/>
                <a:gd name="connsiteX504" fmla="*/ 8837977 w 12184003"/>
                <a:gd name="connsiteY504" fmla="*/ 5673555 h 6857801"/>
                <a:gd name="connsiteX505" fmla="*/ 8813889 w 12184003"/>
                <a:gd name="connsiteY505" fmla="*/ 5663701 h 6857801"/>
                <a:gd name="connsiteX506" fmla="*/ 8813889 w 12184003"/>
                <a:gd name="connsiteY506" fmla="*/ 5615525 h 6857801"/>
                <a:gd name="connsiteX507" fmla="*/ 8837977 w 12184003"/>
                <a:gd name="connsiteY507" fmla="*/ 5605670 h 6857801"/>
                <a:gd name="connsiteX508" fmla="*/ 8854122 w 12184003"/>
                <a:gd name="connsiteY508" fmla="*/ 5612276 h 6857801"/>
                <a:gd name="connsiteX509" fmla="*/ 8855495 w 12184003"/>
                <a:gd name="connsiteY509" fmla="*/ 5608956 h 6857801"/>
                <a:gd name="connsiteX510" fmla="*/ 8919000 w 12184003"/>
                <a:gd name="connsiteY510" fmla="*/ 5608956 h 6857801"/>
                <a:gd name="connsiteX511" fmla="*/ 8932138 w 12184003"/>
                <a:gd name="connsiteY511" fmla="*/ 5640708 h 6857801"/>
                <a:gd name="connsiteX512" fmla="*/ 8920282 w 12184003"/>
                <a:gd name="connsiteY512" fmla="*/ 5669363 h 6857801"/>
                <a:gd name="connsiteX513" fmla="*/ 9214624 w 12184003"/>
                <a:gd name="connsiteY513" fmla="*/ 5963706 h 6857801"/>
                <a:gd name="connsiteX514" fmla="*/ 9214624 w 12184003"/>
                <a:gd name="connsiteY514" fmla="*/ 5569540 h 6857801"/>
                <a:gd name="connsiteX515" fmla="*/ 8921190 w 12184003"/>
                <a:gd name="connsiteY515" fmla="*/ 5276105 h 6857801"/>
                <a:gd name="connsiteX516" fmla="*/ 3183963 w 12184003"/>
                <a:gd name="connsiteY516" fmla="*/ 5276105 h 6857801"/>
                <a:gd name="connsiteX517" fmla="*/ 2892718 w 12184003"/>
                <a:gd name="connsiteY517" fmla="*/ 5569540 h 6857801"/>
                <a:gd name="connsiteX518" fmla="*/ 2892718 w 12184003"/>
                <a:gd name="connsiteY518" fmla="*/ 5962640 h 6857801"/>
                <a:gd name="connsiteX519" fmla="*/ 3186456 w 12184003"/>
                <a:gd name="connsiteY519" fmla="*/ 5667895 h 6857801"/>
                <a:gd name="connsiteX520" fmla="*/ 3175209 w 12184003"/>
                <a:gd name="connsiteY520" fmla="*/ 5640708 h 6857801"/>
                <a:gd name="connsiteX521" fmla="*/ 3188347 w 12184003"/>
                <a:gd name="connsiteY521" fmla="*/ 5608956 h 6857801"/>
                <a:gd name="connsiteX522" fmla="*/ 3251849 w 12184003"/>
                <a:gd name="connsiteY522" fmla="*/ 5608956 h 6857801"/>
                <a:gd name="connsiteX523" fmla="*/ 3252904 w 12184003"/>
                <a:gd name="connsiteY523" fmla="*/ 5611508 h 6857801"/>
                <a:gd name="connsiteX524" fmla="*/ 3267172 w 12184003"/>
                <a:gd name="connsiteY524" fmla="*/ 5605670 h 6857801"/>
                <a:gd name="connsiteX525" fmla="*/ 3291259 w 12184003"/>
                <a:gd name="connsiteY525" fmla="*/ 5615525 h 6857801"/>
                <a:gd name="connsiteX526" fmla="*/ 3291259 w 12184003"/>
                <a:gd name="connsiteY526" fmla="*/ 5663701 h 6857801"/>
                <a:gd name="connsiteX527" fmla="*/ 3267172 w 12184003"/>
                <a:gd name="connsiteY527" fmla="*/ 5673555 h 6857801"/>
                <a:gd name="connsiteX528" fmla="*/ 3257140 w 12184003"/>
                <a:gd name="connsiteY528" fmla="*/ 5669452 h 6857801"/>
                <a:gd name="connsiteX529" fmla="*/ 2892718 w 12184003"/>
                <a:gd name="connsiteY529" fmla="*/ 6035547 h 6857801"/>
                <a:gd name="connsiteX530" fmla="*/ 2892718 w 12184003"/>
                <a:gd name="connsiteY530" fmla="*/ 6314075 h 6857801"/>
                <a:gd name="connsiteX531" fmla="*/ 3431411 w 12184003"/>
                <a:gd name="connsiteY531" fmla="*/ 5775381 h 6857801"/>
                <a:gd name="connsiteX532" fmla="*/ 3431411 w 12184003"/>
                <a:gd name="connsiteY532" fmla="*/ 5276105 h 6857801"/>
                <a:gd name="connsiteX533" fmla="*/ 5093412 w 12184003"/>
                <a:gd name="connsiteY533" fmla="*/ 5274215 h 6857801"/>
                <a:gd name="connsiteX534" fmla="*/ 4979544 w 12184003"/>
                <a:gd name="connsiteY534" fmla="*/ 5388382 h 6857801"/>
                <a:gd name="connsiteX535" fmla="*/ 4979544 w 12184003"/>
                <a:gd name="connsiteY535" fmla="*/ 5679030 h 6857801"/>
                <a:gd name="connsiteX536" fmla="*/ 5202878 w 12184003"/>
                <a:gd name="connsiteY536" fmla="*/ 5900392 h 6857801"/>
                <a:gd name="connsiteX537" fmla="*/ 5214743 w 12184003"/>
                <a:gd name="connsiteY537" fmla="*/ 5895165 h 6857801"/>
                <a:gd name="connsiteX538" fmla="*/ 5277356 w 12184003"/>
                <a:gd name="connsiteY538" fmla="*/ 5832317 h 6857801"/>
                <a:gd name="connsiteX539" fmla="*/ 5277356 w 12184003"/>
                <a:gd name="connsiteY539" fmla="*/ 5602387 h 6857801"/>
                <a:gd name="connsiteX540" fmla="*/ 5093412 w 12184003"/>
                <a:gd name="connsiteY540" fmla="*/ 5418442 h 6857801"/>
                <a:gd name="connsiteX541" fmla="*/ 5445971 w 12184003"/>
                <a:gd name="connsiteY541" fmla="*/ 5254171 h 6857801"/>
                <a:gd name="connsiteX542" fmla="*/ 5445971 w 12184003"/>
                <a:gd name="connsiteY542" fmla="*/ 5298002 h 6857801"/>
                <a:gd name="connsiteX543" fmla="*/ 5448158 w 12184003"/>
                <a:gd name="connsiteY543" fmla="*/ 5300189 h 6857801"/>
                <a:gd name="connsiteX544" fmla="*/ 5448158 w 12184003"/>
                <a:gd name="connsiteY544" fmla="*/ 5256396 h 6857801"/>
                <a:gd name="connsiteX545" fmla="*/ 8461329 w 12184003"/>
                <a:gd name="connsiteY545" fmla="*/ 5252017 h 6857801"/>
                <a:gd name="connsiteX546" fmla="*/ 8461329 w 12184003"/>
                <a:gd name="connsiteY546" fmla="*/ 5560780 h 6857801"/>
                <a:gd name="connsiteX547" fmla="*/ 8640893 w 12184003"/>
                <a:gd name="connsiteY547" fmla="*/ 5740345 h 6857801"/>
                <a:gd name="connsiteX548" fmla="*/ 8640893 w 12184003"/>
                <a:gd name="connsiteY548" fmla="*/ 5276105 h 6857801"/>
                <a:gd name="connsiteX549" fmla="*/ 8485417 w 12184003"/>
                <a:gd name="connsiteY549" fmla="*/ 5276105 h 6857801"/>
                <a:gd name="connsiteX550" fmla="*/ 3646000 w 12184003"/>
                <a:gd name="connsiteY550" fmla="*/ 5249828 h 6857801"/>
                <a:gd name="connsiteX551" fmla="*/ 3619723 w 12184003"/>
                <a:gd name="connsiteY551" fmla="*/ 5276105 h 6857801"/>
                <a:gd name="connsiteX552" fmla="*/ 3464262 w 12184003"/>
                <a:gd name="connsiteY552" fmla="*/ 5276105 h 6857801"/>
                <a:gd name="connsiteX553" fmla="*/ 3464262 w 12184003"/>
                <a:gd name="connsiteY553" fmla="*/ 5742529 h 6857801"/>
                <a:gd name="connsiteX554" fmla="*/ 3646000 w 12184003"/>
                <a:gd name="connsiteY554" fmla="*/ 5560780 h 6857801"/>
                <a:gd name="connsiteX555" fmla="*/ 8374564 w 12184003"/>
                <a:gd name="connsiteY555" fmla="*/ 5165252 h 6857801"/>
                <a:gd name="connsiteX556" fmla="*/ 8374298 w 12184003"/>
                <a:gd name="connsiteY556" fmla="*/ 5283802 h 6857801"/>
                <a:gd name="connsiteX557" fmla="*/ 8379211 w 12184003"/>
                <a:gd name="connsiteY557" fmla="*/ 5295814 h 6857801"/>
                <a:gd name="connsiteX558" fmla="*/ 8374243 w 12184003"/>
                <a:gd name="connsiteY558" fmla="*/ 5307958 h 6857801"/>
                <a:gd name="connsiteX559" fmla="*/ 8373738 w 12184003"/>
                <a:gd name="connsiteY559" fmla="*/ 5532313 h 6857801"/>
                <a:gd name="connsiteX560" fmla="*/ 8640893 w 12184003"/>
                <a:gd name="connsiteY560" fmla="*/ 5798902 h 6857801"/>
                <a:gd name="connsiteX561" fmla="*/ 8640893 w 12184003"/>
                <a:gd name="connsiteY561" fmla="*/ 5788522 h 6857801"/>
                <a:gd name="connsiteX562" fmla="*/ 8426292 w 12184003"/>
                <a:gd name="connsiteY562" fmla="*/ 5573920 h 6857801"/>
                <a:gd name="connsiteX563" fmla="*/ 8426292 w 12184003"/>
                <a:gd name="connsiteY563" fmla="*/ 5216980 h 6857801"/>
                <a:gd name="connsiteX564" fmla="*/ 3731404 w 12184003"/>
                <a:gd name="connsiteY564" fmla="*/ 5164419 h 6857801"/>
                <a:gd name="connsiteX565" fmla="*/ 3678846 w 12184003"/>
                <a:gd name="connsiteY565" fmla="*/ 5216981 h 6857801"/>
                <a:gd name="connsiteX566" fmla="*/ 3678846 w 12184003"/>
                <a:gd name="connsiteY566" fmla="*/ 5573920 h 6857801"/>
                <a:gd name="connsiteX567" fmla="*/ 3464262 w 12184003"/>
                <a:gd name="connsiteY567" fmla="*/ 5788516 h 6857801"/>
                <a:gd name="connsiteX568" fmla="*/ 3464262 w 12184003"/>
                <a:gd name="connsiteY568" fmla="*/ 5798902 h 6857801"/>
                <a:gd name="connsiteX569" fmla="*/ 3731404 w 12184003"/>
                <a:gd name="connsiteY569" fmla="*/ 5532313 h 6857801"/>
                <a:gd name="connsiteX570" fmla="*/ 3731404 w 12184003"/>
                <a:gd name="connsiteY570" fmla="*/ 5309213 h 6857801"/>
                <a:gd name="connsiteX571" fmla="*/ 3725924 w 12184003"/>
                <a:gd name="connsiteY571" fmla="*/ 5295814 h 6857801"/>
                <a:gd name="connsiteX572" fmla="*/ 3731404 w 12184003"/>
                <a:gd name="connsiteY572" fmla="*/ 5282414 h 6857801"/>
                <a:gd name="connsiteX573" fmla="*/ 4622602 w 12184003"/>
                <a:gd name="connsiteY573" fmla="*/ 5162249 h 6857801"/>
                <a:gd name="connsiteX574" fmla="*/ 4438674 w 12184003"/>
                <a:gd name="connsiteY574" fmla="*/ 5346179 h 6857801"/>
                <a:gd name="connsiteX575" fmla="*/ 4438674 w 12184003"/>
                <a:gd name="connsiteY575" fmla="*/ 5394355 h 6857801"/>
                <a:gd name="connsiteX576" fmla="*/ 4421155 w 12184003"/>
                <a:gd name="connsiteY576" fmla="*/ 5401521 h 6857801"/>
                <a:gd name="connsiteX577" fmla="*/ 4421155 w 12184003"/>
                <a:gd name="connsiteY577" fmla="*/ 5578298 h 6857801"/>
                <a:gd name="connsiteX578" fmla="*/ 4622602 w 12184003"/>
                <a:gd name="connsiteY578" fmla="*/ 5376850 h 6857801"/>
                <a:gd name="connsiteX579" fmla="*/ 8673742 w 12184003"/>
                <a:gd name="connsiteY579" fmla="*/ 5146905 h 6857801"/>
                <a:gd name="connsiteX580" fmla="*/ 8673742 w 12184003"/>
                <a:gd name="connsiteY580" fmla="*/ 5243258 h 6857801"/>
                <a:gd name="connsiteX581" fmla="*/ 8934328 w 12184003"/>
                <a:gd name="connsiteY581" fmla="*/ 5243258 h 6857801"/>
                <a:gd name="connsiteX582" fmla="*/ 9247471 w 12184003"/>
                <a:gd name="connsiteY582" fmla="*/ 5556400 h 6857801"/>
                <a:gd name="connsiteX583" fmla="*/ 9247471 w 12184003"/>
                <a:gd name="connsiteY583" fmla="*/ 5996554 h 6857801"/>
                <a:gd name="connsiteX584" fmla="*/ 9361340 w 12184003"/>
                <a:gd name="connsiteY584" fmla="*/ 6110422 h 6857801"/>
                <a:gd name="connsiteX585" fmla="*/ 9394188 w 12184003"/>
                <a:gd name="connsiteY585" fmla="*/ 6110422 h 6857801"/>
                <a:gd name="connsiteX586" fmla="*/ 9394188 w 12184003"/>
                <a:gd name="connsiteY586" fmla="*/ 5543262 h 6857801"/>
                <a:gd name="connsiteX587" fmla="*/ 9113754 w 12184003"/>
                <a:gd name="connsiteY587" fmla="*/ 5262828 h 6857801"/>
                <a:gd name="connsiteX588" fmla="*/ 9104859 w 12184003"/>
                <a:gd name="connsiteY588" fmla="*/ 5266798 h 6857801"/>
                <a:gd name="connsiteX589" fmla="*/ 9070095 w 12184003"/>
                <a:gd name="connsiteY589" fmla="*/ 5252017 h 6857801"/>
                <a:gd name="connsiteX590" fmla="*/ 9056136 w 12184003"/>
                <a:gd name="connsiteY590" fmla="*/ 5218076 h 6857801"/>
                <a:gd name="connsiteX591" fmla="*/ 9058032 w 12184003"/>
                <a:gd name="connsiteY591" fmla="*/ 5207105 h 6857801"/>
                <a:gd name="connsiteX592" fmla="*/ 8997832 w 12184003"/>
                <a:gd name="connsiteY592" fmla="*/ 5146905 h 6857801"/>
                <a:gd name="connsiteX593" fmla="*/ 8461329 w 12184003"/>
                <a:gd name="connsiteY593" fmla="*/ 5146905 h 6857801"/>
                <a:gd name="connsiteX594" fmla="*/ 8461329 w 12184003"/>
                <a:gd name="connsiteY594" fmla="*/ 5203841 h 6857801"/>
                <a:gd name="connsiteX595" fmla="*/ 8500746 w 12184003"/>
                <a:gd name="connsiteY595" fmla="*/ 5243258 h 6857801"/>
                <a:gd name="connsiteX596" fmla="*/ 8640893 w 12184003"/>
                <a:gd name="connsiteY596" fmla="*/ 5243258 h 6857801"/>
                <a:gd name="connsiteX597" fmla="*/ 8640893 w 12184003"/>
                <a:gd name="connsiteY597" fmla="*/ 5146905 h 6857801"/>
                <a:gd name="connsiteX598" fmla="*/ 3464262 w 12184003"/>
                <a:gd name="connsiteY598" fmla="*/ 5146905 h 6857801"/>
                <a:gd name="connsiteX599" fmla="*/ 3464262 w 12184003"/>
                <a:gd name="connsiteY599" fmla="*/ 5243258 h 6857801"/>
                <a:gd name="connsiteX600" fmla="*/ 3606587 w 12184003"/>
                <a:gd name="connsiteY600" fmla="*/ 5243258 h 6857801"/>
                <a:gd name="connsiteX601" fmla="*/ 3646000 w 12184003"/>
                <a:gd name="connsiteY601" fmla="*/ 5203720 h 6857801"/>
                <a:gd name="connsiteX602" fmla="*/ 3646000 w 12184003"/>
                <a:gd name="connsiteY602" fmla="*/ 5146905 h 6857801"/>
                <a:gd name="connsiteX603" fmla="*/ 3109512 w 12184003"/>
                <a:gd name="connsiteY603" fmla="*/ 5146905 h 6857801"/>
                <a:gd name="connsiteX604" fmla="*/ 3047440 w 12184003"/>
                <a:gd name="connsiteY604" fmla="*/ 5208979 h 6857801"/>
                <a:gd name="connsiteX605" fmla="*/ 3049010 w 12184003"/>
                <a:gd name="connsiteY605" fmla="*/ 5218076 h 6857801"/>
                <a:gd name="connsiteX606" fmla="*/ 3035049 w 12184003"/>
                <a:gd name="connsiteY606" fmla="*/ 5252017 h 6857801"/>
                <a:gd name="connsiteX607" fmla="*/ 3000290 w 12184003"/>
                <a:gd name="connsiteY607" fmla="*/ 5266798 h 6857801"/>
                <a:gd name="connsiteX608" fmla="*/ 2992912 w 12184003"/>
                <a:gd name="connsiteY608" fmla="*/ 5263507 h 6857801"/>
                <a:gd name="connsiteX609" fmla="*/ 2713158 w 12184003"/>
                <a:gd name="connsiteY609" fmla="*/ 5543262 h 6857801"/>
                <a:gd name="connsiteX610" fmla="*/ 2713158 w 12184003"/>
                <a:gd name="connsiteY610" fmla="*/ 6110422 h 6857801"/>
                <a:gd name="connsiteX611" fmla="*/ 2745441 w 12184003"/>
                <a:gd name="connsiteY611" fmla="*/ 6110422 h 6857801"/>
                <a:gd name="connsiteX612" fmla="*/ 2857680 w 12184003"/>
                <a:gd name="connsiteY612" fmla="*/ 5997796 h 6857801"/>
                <a:gd name="connsiteX613" fmla="*/ 2857680 w 12184003"/>
                <a:gd name="connsiteY613" fmla="*/ 5556400 h 6857801"/>
                <a:gd name="connsiteX614" fmla="*/ 3170825 w 12184003"/>
                <a:gd name="connsiteY614" fmla="*/ 5243258 h 6857801"/>
                <a:gd name="connsiteX615" fmla="*/ 3431411 w 12184003"/>
                <a:gd name="connsiteY615" fmla="*/ 5243258 h 6857801"/>
                <a:gd name="connsiteX616" fmla="*/ 3431411 w 12184003"/>
                <a:gd name="connsiteY616" fmla="*/ 5146905 h 6857801"/>
                <a:gd name="connsiteX617" fmla="*/ 6658680 w 12184003"/>
                <a:gd name="connsiteY617" fmla="*/ 5124569 h 6857801"/>
                <a:gd name="connsiteX618" fmla="*/ 6644636 w 12184003"/>
                <a:gd name="connsiteY618" fmla="*/ 5130331 h 6857801"/>
                <a:gd name="connsiteX619" fmla="*/ 6636125 w 12184003"/>
                <a:gd name="connsiteY619" fmla="*/ 5150190 h 6857801"/>
                <a:gd name="connsiteX620" fmla="*/ 6624081 w 12184003"/>
                <a:gd name="connsiteY620" fmla="*/ 5155352 h 6857801"/>
                <a:gd name="connsiteX621" fmla="*/ 6624081 w 12184003"/>
                <a:gd name="connsiteY621" fmla="*/ 5565160 h 6857801"/>
                <a:gd name="connsiteX622" fmla="*/ 6845251 w 12184003"/>
                <a:gd name="connsiteY622" fmla="*/ 5786330 h 6857801"/>
                <a:gd name="connsiteX623" fmla="*/ 6845251 w 12184003"/>
                <a:gd name="connsiteY623" fmla="*/ 5311142 h 6857801"/>
                <a:gd name="connsiteX624" fmla="*/ 8374682 w 12184003"/>
                <a:gd name="connsiteY624" fmla="*/ 5112813 h 6857801"/>
                <a:gd name="connsiteX625" fmla="*/ 8374673 w 12184003"/>
                <a:gd name="connsiteY625" fmla="*/ 5117184 h 6857801"/>
                <a:gd name="connsiteX626" fmla="*/ 8426292 w 12184003"/>
                <a:gd name="connsiteY626" fmla="*/ 5168804 h 6857801"/>
                <a:gd name="connsiteX627" fmla="*/ 8426292 w 12184003"/>
                <a:gd name="connsiteY627" fmla="*/ 5146905 h 6857801"/>
                <a:gd name="connsiteX628" fmla="*/ 8408774 w 12184003"/>
                <a:gd name="connsiteY628" fmla="*/ 5146905 h 6857801"/>
                <a:gd name="connsiteX629" fmla="*/ 3731404 w 12184003"/>
                <a:gd name="connsiteY629" fmla="*/ 5111867 h 6857801"/>
                <a:gd name="connsiteX630" fmla="*/ 3696366 w 12184003"/>
                <a:gd name="connsiteY630" fmla="*/ 5146905 h 6857801"/>
                <a:gd name="connsiteX631" fmla="*/ 3678846 w 12184003"/>
                <a:gd name="connsiteY631" fmla="*/ 5146905 h 6857801"/>
                <a:gd name="connsiteX632" fmla="*/ 3678846 w 12184003"/>
                <a:gd name="connsiteY632" fmla="*/ 5170772 h 6857801"/>
                <a:gd name="connsiteX633" fmla="*/ 3731404 w 12184003"/>
                <a:gd name="connsiteY633" fmla="*/ 5118048 h 6857801"/>
                <a:gd name="connsiteX634" fmla="*/ 9308609 w 12184003"/>
                <a:gd name="connsiteY634" fmla="*/ 5065883 h 6857801"/>
                <a:gd name="connsiteX635" fmla="*/ 9306047 w 12184003"/>
                <a:gd name="connsiteY635" fmla="*/ 5091066 h 6857801"/>
                <a:gd name="connsiteX636" fmla="*/ 9304046 w 12184003"/>
                <a:gd name="connsiteY636" fmla="*/ 5093882 h 6857801"/>
                <a:gd name="connsiteX637" fmla="*/ 9809389 w 12184003"/>
                <a:gd name="connsiteY637" fmla="*/ 5598007 h 6857801"/>
                <a:gd name="connsiteX638" fmla="*/ 9978036 w 12184003"/>
                <a:gd name="connsiteY638" fmla="*/ 5598007 h 6857801"/>
                <a:gd name="connsiteX639" fmla="*/ 9976676 w 12184003"/>
                <a:gd name="connsiteY639" fmla="*/ 5594722 h 6857801"/>
                <a:gd name="connsiteX640" fmla="*/ 9984708 w 12184003"/>
                <a:gd name="connsiteY640" fmla="*/ 5575312 h 6857801"/>
                <a:gd name="connsiteX641" fmla="*/ 9941395 w 12184003"/>
                <a:gd name="connsiteY641" fmla="*/ 5531905 h 6857801"/>
                <a:gd name="connsiteX642" fmla="*/ 9862807 w 12184003"/>
                <a:gd name="connsiteY642" fmla="*/ 5532312 h 6857801"/>
                <a:gd name="connsiteX643" fmla="*/ 9415520 w 12184003"/>
                <a:gd name="connsiteY643" fmla="*/ 5085026 h 6857801"/>
                <a:gd name="connsiteX644" fmla="*/ 9400757 w 12184003"/>
                <a:gd name="connsiteY644" fmla="*/ 5091065 h 6857801"/>
                <a:gd name="connsiteX645" fmla="*/ 9376669 w 12184003"/>
                <a:gd name="connsiteY645" fmla="*/ 5081211 h 6857801"/>
                <a:gd name="connsiteX646" fmla="*/ 9370398 w 12184003"/>
                <a:gd name="connsiteY646" fmla="*/ 5065883 h 6857801"/>
                <a:gd name="connsiteX647" fmla="*/ 9150508 w 12184003"/>
                <a:gd name="connsiteY647" fmla="*/ 5065883 h 6857801"/>
                <a:gd name="connsiteX648" fmla="*/ 9662584 w 12184003"/>
                <a:gd name="connsiteY648" fmla="*/ 5579484 h 6857801"/>
                <a:gd name="connsiteX649" fmla="*/ 9678863 w 12184003"/>
                <a:gd name="connsiteY649" fmla="*/ 5572824 h 6857801"/>
                <a:gd name="connsiteX650" fmla="*/ 9702951 w 12184003"/>
                <a:gd name="connsiteY650" fmla="*/ 5582679 h 6857801"/>
                <a:gd name="connsiteX651" fmla="*/ 9709294 w 12184003"/>
                <a:gd name="connsiteY651" fmla="*/ 5598007 h 6857801"/>
                <a:gd name="connsiteX652" fmla="*/ 9745479 w 12184003"/>
                <a:gd name="connsiteY652" fmla="*/ 5598007 h 6857801"/>
                <a:gd name="connsiteX653" fmla="*/ 9273947 w 12184003"/>
                <a:gd name="connsiteY653" fmla="*/ 5125319 h 6857801"/>
                <a:gd name="connsiteX654" fmla="*/ 9270429 w 12184003"/>
                <a:gd name="connsiteY654" fmla="*/ 5127608 h 6857801"/>
                <a:gd name="connsiteX655" fmla="*/ 9199294 w 12184003"/>
                <a:gd name="connsiteY655" fmla="*/ 5114058 h 6857801"/>
                <a:gd name="connsiteX656" fmla="*/ 9179586 w 12184003"/>
                <a:gd name="connsiteY656" fmla="*/ 5068893 h 6857801"/>
                <a:gd name="connsiteX657" fmla="*/ 9180185 w 12184003"/>
                <a:gd name="connsiteY657" fmla="*/ 5065883 h 6857801"/>
                <a:gd name="connsiteX658" fmla="*/ 2927156 w 12184003"/>
                <a:gd name="connsiteY658" fmla="*/ 5065883 h 6857801"/>
                <a:gd name="connsiteX659" fmla="*/ 2927758 w 12184003"/>
                <a:gd name="connsiteY659" fmla="*/ 5068893 h 6857801"/>
                <a:gd name="connsiteX660" fmla="*/ 2922831 w 12184003"/>
                <a:gd name="connsiteY660" fmla="*/ 5093221 h 6857801"/>
                <a:gd name="connsiteX661" fmla="*/ 2908051 w 12184003"/>
                <a:gd name="connsiteY661" fmla="*/ 5114058 h 6857801"/>
                <a:gd name="connsiteX662" fmla="*/ 2885981 w 12184003"/>
                <a:gd name="connsiteY662" fmla="*/ 5127608 h 6857801"/>
                <a:gd name="connsiteX663" fmla="*/ 2861242 w 12184003"/>
                <a:gd name="connsiteY663" fmla="*/ 5132125 h 6857801"/>
                <a:gd name="connsiteX664" fmla="*/ 2836414 w 12184003"/>
                <a:gd name="connsiteY664" fmla="*/ 5122193 h 6857801"/>
                <a:gd name="connsiteX665" fmla="*/ 2360596 w 12184003"/>
                <a:gd name="connsiteY665" fmla="*/ 5598007 h 6857801"/>
                <a:gd name="connsiteX666" fmla="*/ 2398044 w 12184003"/>
                <a:gd name="connsiteY666" fmla="*/ 5598007 h 6857801"/>
                <a:gd name="connsiteX667" fmla="*/ 2404385 w 12184003"/>
                <a:gd name="connsiteY667" fmla="*/ 5582679 h 6857801"/>
                <a:gd name="connsiteX668" fmla="*/ 2428473 w 12184003"/>
                <a:gd name="connsiteY668" fmla="*/ 5572824 h 6857801"/>
                <a:gd name="connsiteX669" fmla="*/ 2443238 w 12184003"/>
                <a:gd name="connsiteY669" fmla="*/ 5578865 h 6857801"/>
                <a:gd name="connsiteX670" fmla="*/ 2908051 w 12184003"/>
                <a:gd name="connsiteY670" fmla="*/ 5114058 h 6857801"/>
                <a:gd name="connsiteX671" fmla="*/ 2956221 w 12184003"/>
                <a:gd name="connsiteY671" fmla="*/ 5065883 h 6857801"/>
                <a:gd name="connsiteX672" fmla="*/ 2736943 w 12184003"/>
                <a:gd name="connsiteY672" fmla="*/ 5065883 h 6857801"/>
                <a:gd name="connsiteX673" fmla="*/ 2730674 w 12184003"/>
                <a:gd name="connsiteY673" fmla="*/ 5081211 h 6857801"/>
                <a:gd name="connsiteX674" fmla="*/ 2706584 w 12184003"/>
                <a:gd name="connsiteY674" fmla="*/ 5091065 h 6857801"/>
                <a:gd name="connsiteX675" fmla="*/ 2690330 w 12184003"/>
                <a:gd name="connsiteY675" fmla="*/ 5084416 h 6857801"/>
                <a:gd name="connsiteX676" fmla="*/ 2244529 w 12184003"/>
                <a:gd name="connsiteY676" fmla="*/ 5532312 h 6857801"/>
                <a:gd name="connsiteX677" fmla="*/ 2163932 w 12184003"/>
                <a:gd name="connsiteY677" fmla="*/ 5531897 h 6857801"/>
                <a:gd name="connsiteX678" fmla="*/ 2120461 w 12184003"/>
                <a:gd name="connsiteY678" fmla="*/ 5575363 h 6857801"/>
                <a:gd name="connsiteX679" fmla="*/ 2128470 w 12184003"/>
                <a:gd name="connsiteY679" fmla="*/ 5594722 h 6857801"/>
                <a:gd name="connsiteX680" fmla="*/ 2127112 w 12184003"/>
                <a:gd name="connsiteY680" fmla="*/ 5598007 h 6857801"/>
                <a:gd name="connsiteX681" fmla="*/ 2295763 w 12184003"/>
                <a:gd name="connsiteY681" fmla="*/ 5598007 h 6857801"/>
                <a:gd name="connsiteX682" fmla="*/ 2802390 w 12184003"/>
                <a:gd name="connsiteY682" fmla="*/ 5092606 h 6857801"/>
                <a:gd name="connsiteX683" fmla="*/ 2801295 w 12184003"/>
                <a:gd name="connsiteY683" fmla="*/ 5091066 h 6857801"/>
                <a:gd name="connsiteX684" fmla="*/ 2798735 w 12184003"/>
                <a:gd name="connsiteY684" fmla="*/ 5065883 h 6857801"/>
                <a:gd name="connsiteX685" fmla="*/ 4620584 w 12184003"/>
                <a:gd name="connsiteY685" fmla="*/ 5061343 h 6857801"/>
                <a:gd name="connsiteX686" fmla="*/ 4403638 w 12184003"/>
                <a:gd name="connsiteY686" fmla="*/ 5278294 h 6857801"/>
                <a:gd name="connsiteX687" fmla="*/ 4403638 w 12184003"/>
                <a:gd name="connsiteY687" fmla="*/ 5340804 h 6857801"/>
                <a:gd name="connsiteX688" fmla="*/ 4414588 w 12184003"/>
                <a:gd name="connsiteY688" fmla="*/ 5336324 h 6857801"/>
                <a:gd name="connsiteX689" fmla="*/ 4421615 w 12184003"/>
                <a:gd name="connsiteY689" fmla="*/ 5339200 h 6857801"/>
                <a:gd name="connsiteX690" fmla="*/ 4622602 w 12184003"/>
                <a:gd name="connsiteY690" fmla="*/ 5138805 h 6857801"/>
                <a:gd name="connsiteX691" fmla="*/ 4622602 w 12184003"/>
                <a:gd name="connsiteY691" fmla="*/ 5062178 h 6857801"/>
                <a:gd name="connsiteX692" fmla="*/ 9427910 w 12184003"/>
                <a:gd name="connsiteY692" fmla="*/ 4984859 h 6857801"/>
                <a:gd name="connsiteX693" fmla="*/ 9959009 w 12184003"/>
                <a:gd name="connsiteY693" fmla="*/ 5514794 h 6857801"/>
                <a:gd name="connsiteX694" fmla="*/ 10294199 w 12184003"/>
                <a:gd name="connsiteY694" fmla="*/ 5514794 h 6857801"/>
                <a:gd name="connsiteX695" fmla="*/ 10362083 w 12184003"/>
                <a:gd name="connsiteY695" fmla="*/ 5582678 h 6857801"/>
                <a:gd name="connsiteX696" fmla="*/ 10435937 w 12184003"/>
                <a:gd name="connsiteY696" fmla="*/ 5582678 h 6857801"/>
                <a:gd name="connsiteX697" fmla="*/ 10345596 w 12184003"/>
                <a:gd name="connsiteY697" fmla="*/ 5492895 h 6857801"/>
                <a:gd name="connsiteX698" fmla="*/ 10270111 w 12184003"/>
                <a:gd name="connsiteY698" fmla="*/ 5492895 h 6857801"/>
                <a:gd name="connsiteX699" fmla="*/ 10104762 w 12184003"/>
                <a:gd name="connsiteY699" fmla="*/ 5326970 h 6857801"/>
                <a:gd name="connsiteX700" fmla="*/ 9856237 w 12184003"/>
                <a:gd name="connsiteY700" fmla="*/ 5328660 h 6857801"/>
                <a:gd name="connsiteX701" fmla="*/ 9684866 w 12184003"/>
                <a:gd name="connsiteY701" fmla="*/ 5157290 h 6857801"/>
                <a:gd name="connsiteX702" fmla="*/ 9670103 w 12184003"/>
                <a:gd name="connsiteY702" fmla="*/ 5163329 h 6857801"/>
                <a:gd name="connsiteX703" fmla="*/ 9646015 w 12184003"/>
                <a:gd name="connsiteY703" fmla="*/ 5153475 h 6857801"/>
                <a:gd name="connsiteX704" fmla="*/ 9646015 w 12184003"/>
                <a:gd name="connsiteY704" fmla="*/ 5105300 h 6857801"/>
                <a:gd name="connsiteX705" fmla="*/ 9694191 w 12184003"/>
                <a:gd name="connsiteY705" fmla="*/ 5105300 h 6857801"/>
                <a:gd name="connsiteX706" fmla="*/ 9704046 w 12184003"/>
                <a:gd name="connsiteY706" fmla="*/ 5129387 h 6857801"/>
                <a:gd name="connsiteX707" fmla="*/ 9697370 w 12184003"/>
                <a:gd name="connsiteY707" fmla="*/ 5145706 h 6857801"/>
                <a:gd name="connsiteX708" fmla="*/ 9864996 w 12184003"/>
                <a:gd name="connsiteY708" fmla="*/ 5313331 h 6857801"/>
                <a:gd name="connsiteX709" fmla="*/ 10088146 w 12184003"/>
                <a:gd name="connsiteY709" fmla="*/ 5310296 h 6857801"/>
                <a:gd name="connsiteX710" fmla="*/ 9763839 w 12184003"/>
                <a:gd name="connsiteY710" fmla="*/ 4984859 h 6857801"/>
                <a:gd name="connsiteX711" fmla="*/ 9069724 w 12184003"/>
                <a:gd name="connsiteY711" fmla="*/ 4984859 h 6857801"/>
                <a:gd name="connsiteX712" fmla="*/ 9133041 w 12184003"/>
                <a:gd name="connsiteY712" fmla="*/ 5048364 h 6857801"/>
                <a:gd name="connsiteX713" fmla="*/ 9183675 w 12184003"/>
                <a:gd name="connsiteY713" fmla="*/ 5048364 h 6857801"/>
                <a:gd name="connsiteX714" fmla="*/ 9184513 w 12184003"/>
                <a:gd name="connsiteY714" fmla="*/ 5044155 h 6857801"/>
                <a:gd name="connsiteX715" fmla="*/ 9199294 w 12184003"/>
                <a:gd name="connsiteY715" fmla="*/ 5022086 h 6857801"/>
                <a:gd name="connsiteX716" fmla="*/ 9244459 w 12184003"/>
                <a:gd name="connsiteY716" fmla="*/ 5004021 h 6857801"/>
                <a:gd name="connsiteX717" fmla="*/ 9291266 w 12184003"/>
                <a:gd name="connsiteY717" fmla="*/ 5022086 h 6857801"/>
                <a:gd name="connsiteX718" fmla="*/ 9306140 w 12184003"/>
                <a:gd name="connsiteY718" fmla="*/ 5048364 h 6857801"/>
                <a:gd name="connsiteX719" fmla="*/ 9370398 w 12184003"/>
                <a:gd name="connsiteY719" fmla="*/ 5048364 h 6857801"/>
                <a:gd name="connsiteX720" fmla="*/ 9376669 w 12184003"/>
                <a:gd name="connsiteY720" fmla="*/ 5033036 h 6857801"/>
                <a:gd name="connsiteX721" fmla="*/ 9424845 w 12184003"/>
                <a:gd name="connsiteY721" fmla="*/ 5033036 h 6857801"/>
                <a:gd name="connsiteX722" fmla="*/ 9434699 w 12184003"/>
                <a:gd name="connsiteY722" fmla="*/ 5057124 h 6857801"/>
                <a:gd name="connsiteX723" fmla="*/ 9428628 w 12184003"/>
                <a:gd name="connsiteY723" fmla="*/ 5071965 h 6857801"/>
                <a:gd name="connsiteX724" fmla="*/ 9869376 w 12184003"/>
                <a:gd name="connsiteY724" fmla="*/ 5514794 h 6857801"/>
                <a:gd name="connsiteX725" fmla="*/ 9924321 w 12184003"/>
                <a:gd name="connsiteY725" fmla="*/ 5514794 h 6857801"/>
                <a:gd name="connsiteX726" fmla="*/ 9395534 w 12184003"/>
                <a:gd name="connsiteY726" fmla="*/ 4984859 h 6857801"/>
                <a:gd name="connsiteX727" fmla="*/ 2710970 w 12184003"/>
                <a:gd name="connsiteY727" fmla="*/ 4984859 h 6857801"/>
                <a:gd name="connsiteX728" fmla="*/ 2181033 w 12184003"/>
                <a:gd name="connsiteY728" fmla="*/ 5514794 h 6857801"/>
                <a:gd name="connsiteX729" fmla="*/ 2235768 w 12184003"/>
                <a:gd name="connsiteY729" fmla="*/ 5514794 h 6857801"/>
                <a:gd name="connsiteX730" fmla="*/ 2678680 w 12184003"/>
                <a:gd name="connsiteY730" fmla="*/ 5071890 h 6857801"/>
                <a:gd name="connsiteX731" fmla="*/ 2672639 w 12184003"/>
                <a:gd name="connsiteY731" fmla="*/ 5057124 h 6857801"/>
                <a:gd name="connsiteX732" fmla="*/ 2682493 w 12184003"/>
                <a:gd name="connsiteY732" fmla="*/ 5033036 h 6857801"/>
                <a:gd name="connsiteX733" fmla="*/ 2730674 w 12184003"/>
                <a:gd name="connsiteY733" fmla="*/ 5033036 h 6857801"/>
                <a:gd name="connsiteX734" fmla="*/ 2736943 w 12184003"/>
                <a:gd name="connsiteY734" fmla="*/ 5048364 h 6857801"/>
                <a:gd name="connsiteX735" fmla="*/ 2801202 w 12184003"/>
                <a:gd name="connsiteY735" fmla="*/ 5048364 h 6857801"/>
                <a:gd name="connsiteX736" fmla="*/ 2816078 w 12184003"/>
                <a:gd name="connsiteY736" fmla="*/ 5022086 h 6857801"/>
                <a:gd name="connsiteX737" fmla="*/ 2862883 w 12184003"/>
                <a:gd name="connsiteY737" fmla="*/ 5004021 h 6857801"/>
                <a:gd name="connsiteX738" fmla="*/ 2908051 w 12184003"/>
                <a:gd name="connsiteY738" fmla="*/ 5022086 h 6857801"/>
                <a:gd name="connsiteX739" fmla="*/ 2922831 w 12184003"/>
                <a:gd name="connsiteY739" fmla="*/ 5044155 h 6857801"/>
                <a:gd name="connsiteX740" fmla="*/ 2923669 w 12184003"/>
                <a:gd name="connsiteY740" fmla="*/ 5048364 h 6857801"/>
                <a:gd name="connsiteX741" fmla="*/ 2973740 w 12184003"/>
                <a:gd name="connsiteY741" fmla="*/ 5048364 h 6857801"/>
                <a:gd name="connsiteX742" fmla="*/ 3037245 w 12184003"/>
                <a:gd name="connsiteY742" fmla="*/ 4984859 h 6857801"/>
                <a:gd name="connsiteX743" fmla="*/ 2343080 w 12184003"/>
                <a:gd name="connsiteY743" fmla="*/ 4984859 h 6857801"/>
                <a:gd name="connsiteX744" fmla="*/ 2017653 w 12184003"/>
                <a:gd name="connsiteY744" fmla="*/ 5310275 h 6857801"/>
                <a:gd name="connsiteX745" fmla="*/ 2242341 w 12184003"/>
                <a:gd name="connsiteY745" fmla="*/ 5313331 h 6857801"/>
                <a:gd name="connsiteX746" fmla="*/ 2408412 w 12184003"/>
                <a:gd name="connsiteY746" fmla="*/ 5147260 h 6857801"/>
                <a:gd name="connsiteX747" fmla="*/ 2401104 w 12184003"/>
                <a:gd name="connsiteY747" fmla="*/ 5129387 h 6857801"/>
                <a:gd name="connsiteX748" fmla="*/ 2410957 w 12184003"/>
                <a:gd name="connsiteY748" fmla="*/ 5105300 h 6857801"/>
                <a:gd name="connsiteX749" fmla="*/ 2459132 w 12184003"/>
                <a:gd name="connsiteY749" fmla="*/ 5105300 h 6857801"/>
                <a:gd name="connsiteX750" fmla="*/ 2459132 w 12184003"/>
                <a:gd name="connsiteY750" fmla="*/ 5153475 h 6857801"/>
                <a:gd name="connsiteX751" fmla="*/ 2435046 w 12184003"/>
                <a:gd name="connsiteY751" fmla="*/ 5163329 h 6857801"/>
                <a:gd name="connsiteX752" fmla="*/ 2420280 w 12184003"/>
                <a:gd name="connsiteY752" fmla="*/ 5157290 h 6857801"/>
                <a:gd name="connsiteX753" fmla="*/ 2248910 w 12184003"/>
                <a:gd name="connsiteY753" fmla="*/ 5328660 h 6857801"/>
                <a:gd name="connsiteX754" fmla="*/ 2000956 w 12184003"/>
                <a:gd name="connsiteY754" fmla="*/ 5326974 h 6857801"/>
                <a:gd name="connsiteX755" fmla="*/ 1835032 w 12184003"/>
                <a:gd name="connsiteY755" fmla="*/ 5492895 h 6857801"/>
                <a:gd name="connsiteX756" fmla="*/ 1760576 w 12184003"/>
                <a:gd name="connsiteY756" fmla="*/ 5492895 h 6857801"/>
                <a:gd name="connsiteX757" fmla="*/ 1670792 w 12184003"/>
                <a:gd name="connsiteY757" fmla="*/ 5582678 h 6857801"/>
                <a:gd name="connsiteX758" fmla="*/ 1745244 w 12184003"/>
                <a:gd name="connsiteY758" fmla="*/ 5582678 h 6857801"/>
                <a:gd name="connsiteX759" fmla="*/ 1813127 w 12184003"/>
                <a:gd name="connsiteY759" fmla="*/ 5514794 h 6857801"/>
                <a:gd name="connsiteX760" fmla="*/ 2148188 w 12184003"/>
                <a:gd name="connsiteY760" fmla="*/ 5514794 h 6857801"/>
                <a:gd name="connsiteX761" fmla="*/ 2678121 w 12184003"/>
                <a:gd name="connsiteY761" fmla="*/ 4984859 h 6857801"/>
                <a:gd name="connsiteX762" fmla="*/ 5080989 w 12184003"/>
                <a:gd name="connsiteY762" fmla="*/ 4966645 h 6857801"/>
                <a:gd name="connsiteX763" fmla="*/ 4802825 w 12184003"/>
                <a:gd name="connsiteY763" fmla="*/ 5244807 h 6857801"/>
                <a:gd name="connsiteX764" fmla="*/ 4815311 w 12184003"/>
                <a:gd name="connsiteY764" fmla="*/ 5275010 h 6857801"/>
                <a:gd name="connsiteX765" fmla="*/ 4802182 w 12184003"/>
                <a:gd name="connsiteY765" fmla="*/ 5306762 h 6857801"/>
                <a:gd name="connsiteX766" fmla="*/ 4780284 w 12184003"/>
                <a:gd name="connsiteY766" fmla="*/ 5315824 h 6857801"/>
                <a:gd name="connsiteX767" fmla="*/ 4780284 w 12184003"/>
                <a:gd name="connsiteY767" fmla="*/ 5556400 h 6857801"/>
                <a:gd name="connsiteX768" fmla="*/ 4962021 w 12184003"/>
                <a:gd name="connsiteY768" fmla="*/ 5374660 h 6857801"/>
                <a:gd name="connsiteX769" fmla="*/ 4962021 w 12184003"/>
                <a:gd name="connsiteY769" fmla="*/ 5356815 h 6857801"/>
                <a:gd name="connsiteX770" fmla="*/ 4949977 w 12184003"/>
                <a:gd name="connsiteY770" fmla="*/ 5351653 h 6857801"/>
                <a:gd name="connsiteX771" fmla="*/ 4940122 w 12184003"/>
                <a:gd name="connsiteY771" fmla="*/ 5328659 h 6857801"/>
                <a:gd name="connsiteX772" fmla="*/ 4972970 w 12184003"/>
                <a:gd name="connsiteY772" fmla="*/ 5295813 h 6857801"/>
                <a:gd name="connsiteX773" fmla="*/ 5005818 w 12184003"/>
                <a:gd name="connsiteY773" fmla="*/ 5328659 h 6857801"/>
                <a:gd name="connsiteX774" fmla="*/ 5004390 w 12184003"/>
                <a:gd name="connsiteY774" fmla="*/ 5332293 h 6857801"/>
                <a:gd name="connsiteX775" fmla="*/ 5093412 w 12184003"/>
                <a:gd name="connsiteY775" fmla="*/ 5243266 h 6857801"/>
                <a:gd name="connsiteX776" fmla="*/ 5093412 w 12184003"/>
                <a:gd name="connsiteY776" fmla="*/ 5033037 h 6857801"/>
                <a:gd name="connsiteX777" fmla="*/ 5082462 w 12184003"/>
                <a:gd name="connsiteY777" fmla="*/ 5028656 h 6857801"/>
                <a:gd name="connsiteX778" fmla="*/ 5069323 w 12184003"/>
                <a:gd name="connsiteY778" fmla="*/ 4995808 h 6857801"/>
                <a:gd name="connsiteX779" fmla="*/ 8673742 w 12184003"/>
                <a:gd name="connsiteY779" fmla="*/ 4952014 h 6857801"/>
                <a:gd name="connsiteX780" fmla="*/ 8673742 w 12184003"/>
                <a:gd name="connsiteY780" fmla="*/ 5103109 h 6857801"/>
                <a:gd name="connsiteX781" fmla="*/ 9015350 w 12184003"/>
                <a:gd name="connsiteY781" fmla="*/ 5103109 h 6857801"/>
                <a:gd name="connsiteX782" fmla="*/ 9089182 w 12184003"/>
                <a:gd name="connsiteY782" fmla="*/ 5176561 h 6857801"/>
                <a:gd name="connsiteX783" fmla="*/ 9103217 w 12184003"/>
                <a:gd name="connsiteY783" fmla="*/ 5170994 h 6857801"/>
                <a:gd name="connsiteX784" fmla="*/ 9137980 w 12184003"/>
                <a:gd name="connsiteY784" fmla="*/ 5184133 h 6857801"/>
                <a:gd name="connsiteX785" fmla="*/ 9151119 w 12184003"/>
                <a:gd name="connsiteY785" fmla="*/ 5218075 h 6857801"/>
                <a:gd name="connsiteX786" fmla="*/ 9145501 w 12184003"/>
                <a:gd name="connsiteY786" fmla="*/ 5232589 h 6857801"/>
                <a:gd name="connsiteX787" fmla="*/ 9440173 w 12184003"/>
                <a:gd name="connsiteY787" fmla="*/ 5525743 h 6857801"/>
                <a:gd name="connsiteX788" fmla="*/ 9440169 w 12184003"/>
                <a:gd name="connsiteY788" fmla="*/ 5527929 h 6857801"/>
                <a:gd name="connsiteX789" fmla="*/ 9755482 w 12184003"/>
                <a:gd name="connsiteY789" fmla="*/ 5843241 h 6857801"/>
                <a:gd name="connsiteX790" fmla="*/ 9768919 w 12184003"/>
                <a:gd name="connsiteY790" fmla="*/ 5837245 h 6857801"/>
                <a:gd name="connsiteX791" fmla="*/ 9803682 w 12184003"/>
                <a:gd name="connsiteY791" fmla="*/ 5852025 h 6857801"/>
                <a:gd name="connsiteX792" fmla="*/ 9803682 w 12184003"/>
                <a:gd name="connsiteY792" fmla="*/ 5919908 h 6857801"/>
                <a:gd name="connsiteX793" fmla="*/ 9786163 w 12184003"/>
                <a:gd name="connsiteY793" fmla="*/ 5926690 h 6857801"/>
                <a:gd name="connsiteX794" fmla="*/ 9786163 w 12184003"/>
                <a:gd name="connsiteY794" fmla="*/ 6116991 h 6857801"/>
                <a:gd name="connsiteX795" fmla="*/ 9910006 w 12184003"/>
                <a:gd name="connsiteY795" fmla="*/ 6239875 h 6857801"/>
                <a:gd name="connsiteX796" fmla="*/ 9931786 w 12184003"/>
                <a:gd name="connsiteY796" fmla="*/ 6230862 h 6857801"/>
                <a:gd name="connsiteX797" fmla="*/ 9963538 w 12184003"/>
                <a:gd name="connsiteY797" fmla="*/ 6244001 h 6857801"/>
                <a:gd name="connsiteX798" fmla="*/ 9976676 w 12184003"/>
                <a:gd name="connsiteY798" fmla="*/ 6275753 h 6857801"/>
                <a:gd name="connsiteX799" fmla="*/ 9967796 w 12184003"/>
                <a:gd name="connsiteY799" fmla="*/ 6297216 h 6857801"/>
                <a:gd name="connsiteX800" fmla="*/ 10068648 w 12184003"/>
                <a:gd name="connsiteY800" fmla="*/ 6397287 h 6857801"/>
                <a:gd name="connsiteX801" fmla="*/ 10215366 w 12184003"/>
                <a:gd name="connsiteY801" fmla="*/ 6397287 h 6857801"/>
                <a:gd name="connsiteX802" fmla="*/ 10121204 w 12184003"/>
                <a:gd name="connsiteY802" fmla="*/ 6303125 h 6857801"/>
                <a:gd name="connsiteX803" fmla="*/ 10121204 w 12184003"/>
                <a:gd name="connsiteY803" fmla="*/ 6031069 h 6857801"/>
                <a:gd name="connsiteX804" fmla="*/ 10121067 w 12184003"/>
                <a:gd name="connsiteY804" fmla="*/ 6031041 h 6857801"/>
                <a:gd name="connsiteX805" fmla="*/ 10099305 w 12184003"/>
                <a:gd name="connsiteY805" fmla="*/ 6016261 h 6857801"/>
                <a:gd name="connsiteX806" fmla="*/ 10085756 w 12184003"/>
                <a:gd name="connsiteY806" fmla="*/ 5946357 h 6857801"/>
                <a:gd name="connsiteX807" fmla="*/ 10088507 w 12184003"/>
                <a:gd name="connsiteY807" fmla="*/ 5941877 h 6857801"/>
                <a:gd name="connsiteX808" fmla="*/ 9762954 w 12184003"/>
                <a:gd name="connsiteY808" fmla="*/ 5615525 h 6857801"/>
                <a:gd name="connsiteX809" fmla="*/ 9708790 w 12184003"/>
                <a:gd name="connsiteY809" fmla="*/ 5615525 h 6857801"/>
                <a:gd name="connsiteX810" fmla="*/ 9702951 w 12184003"/>
                <a:gd name="connsiteY810" fmla="*/ 5628664 h 6857801"/>
                <a:gd name="connsiteX811" fmla="*/ 9702951 w 12184003"/>
                <a:gd name="connsiteY811" fmla="*/ 5630854 h 6857801"/>
                <a:gd name="connsiteX812" fmla="*/ 9654775 w 12184003"/>
                <a:gd name="connsiteY812" fmla="*/ 5630854 h 6857801"/>
                <a:gd name="connsiteX813" fmla="*/ 9644921 w 12184003"/>
                <a:gd name="connsiteY813" fmla="*/ 5606766 h 6857801"/>
                <a:gd name="connsiteX814" fmla="*/ 9650960 w 12184003"/>
                <a:gd name="connsiteY814" fmla="*/ 5592003 h 6857801"/>
                <a:gd name="connsiteX815" fmla="*/ 9124842 w 12184003"/>
                <a:gd name="connsiteY815" fmla="*/ 5065883 h 6857801"/>
                <a:gd name="connsiteX816" fmla="*/ 8787611 w 12184003"/>
                <a:gd name="connsiteY816" fmla="*/ 5065883 h 6857801"/>
                <a:gd name="connsiteX817" fmla="*/ 3431411 w 12184003"/>
                <a:gd name="connsiteY817" fmla="*/ 4952012 h 6857801"/>
                <a:gd name="connsiteX818" fmla="*/ 3317540 w 12184003"/>
                <a:gd name="connsiteY818" fmla="*/ 5065883 h 6857801"/>
                <a:gd name="connsiteX819" fmla="*/ 2981921 w 12184003"/>
                <a:gd name="connsiteY819" fmla="*/ 5065883 h 6857801"/>
                <a:gd name="connsiteX820" fmla="*/ 2455760 w 12184003"/>
                <a:gd name="connsiteY820" fmla="*/ 5590503 h 6857801"/>
                <a:gd name="connsiteX821" fmla="*/ 2462414 w 12184003"/>
                <a:gd name="connsiteY821" fmla="*/ 5606766 h 6857801"/>
                <a:gd name="connsiteX822" fmla="*/ 2452560 w 12184003"/>
                <a:gd name="connsiteY822" fmla="*/ 5630854 h 6857801"/>
                <a:gd name="connsiteX823" fmla="*/ 2404385 w 12184003"/>
                <a:gd name="connsiteY823" fmla="*/ 5630854 h 6857801"/>
                <a:gd name="connsiteX824" fmla="*/ 2404385 w 12184003"/>
                <a:gd name="connsiteY824" fmla="*/ 5628664 h 6857801"/>
                <a:gd name="connsiteX825" fmla="*/ 2398547 w 12184003"/>
                <a:gd name="connsiteY825" fmla="*/ 5615525 h 6857801"/>
                <a:gd name="connsiteX826" fmla="*/ 2343080 w 12184003"/>
                <a:gd name="connsiteY826" fmla="*/ 5615525 h 6857801"/>
                <a:gd name="connsiteX827" fmla="*/ 2018021 w 12184003"/>
                <a:gd name="connsiteY827" fmla="*/ 5940574 h 6857801"/>
                <a:gd name="connsiteX828" fmla="*/ 2021571 w 12184003"/>
                <a:gd name="connsiteY828" fmla="*/ 5946357 h 6857801"/>
                <a:gd name="connsiteX829" fmla="*/ 2008023 w 12184003"/>
                <a:gd name="connsiteY829" fmla="*/ 6016261 h 6857801"/>
                <a:gd name="connsiteX830" fmla="*/ 1983941 w 12184003"/>
                <a:gd name="connsiteY830" fmla="*/ 6026582 h 6857801"/>
                <a:gd name="connsiteX831" fmla="*/ 1983941 w 12184003"/>
                <a:gd name="connsiteY831" fmla="*/ 6303125 h 6857801"/>
                <a:gd name="connsiteX832" fmla="*/ 1889777 w 12184003"/>
                <a:gd name="connsiteY832" fmla="*/ 6397287 h 6857801"/>
                <a:gd name="connsiteX833" fmla="*/ 2036490 w 12184003"/>
                <a:gd name="connsiteY833" fmla="*/ 6397287 h 6857801"/>
                <a:gd name="connsiteX834" fmla="*/ 2137355 w 12184003"/>
                <a:gd name="connsiteY834" fmla="*/ 6297215 h 6857801"/>
                <a:gd name="connsiteX835" fmla="*/ 2128473 w 12184003"/>
                <a:gd name="connsiteY835" fmla="*/ 6275753 h 6857801"/>
                <a:gd name="connsiteX836" fmla="*/ 2141613 w 12184003"/>
                <a:gd name="connsiteY836" fmla="*/ 6244001 h 6857801"/>
                <a:gd name="connsiteX837" fmla="*/ 2173367 w 12184003"/>
                <a:gd name="connsiteY837" fmla="*/ 6230862 h 6857801"/>
                <a:gd name="connsiteX838" fmla="*/ 2195144 w 12184003"/>
                <a:gd name="connsiteY838" fmla="*/ 6239874 h 6857801"/>
                <a:gd name="connsiteX839" fmla="*/ 2318987 w 12184003"/>
                <a:gd name="connsiteY839" fmla="*/ 6116991 h 6857801"/>
                <a:gd name="connsiteX840" fmla="*/ 2318987 w 12184003"/>
                <a:gd name="connsiteY840" fmla="*/ 5926691 h 6857801"/>
                <a:gd name="connsiteX841" fmla="*/ 2301464 w 12184003"/>
                <a:gd name="connsiteY841" fmla="*/ 5919908 h 6857801"/>
                <a:gd name="connsiteX842" fmla="*/ 2301464 w 12184003"/>
                <a:gd name="connsiteY842" fmla="*/ 5852025 h 6857801"/>
                <a:gd name="connsiteX843" fmla="*/ 2336229 w 12184003"/>
                <a:gd name="connsiteY843" fmla="*/ 5837245 h 6857801"/>
                <a:gd name="connsiteX844" fmla="*/ 2349667 w 12184003"/>
                <a:gd name="connsiteY844" fmla="*/ 5843242 h 6857801"/>
                <a:gd name="connsiteX845" fmla="*/ 2959834 w 12184003"/>
                <a:gd name="connsiteY845" fmla="*/ 5233076 h 6857801"/>
                <a:gd name="connsiteX846" fmla="*/ 2954027 w 12184003"/>
                <a:gd name="connsiteY846" fmla="*/ 5218075 h 6857801"/>
                <a:gd name="connsiteX847" fmla="*/ 2967168 w 12184003"/>
                <a:gd name="connsiteY847" fmla="*/ 5184133 h 6857801"/>
                <a:gd name="connsiteX848" fmla="*/ 3001932 w 12184003"/>
                <a:gd name="connsiteY848" fmla="*/ 5170994 h 6857801"/>
                <a:gd name="connsiteX849" fmla="*/ 3016243 w 12184003"/>
                <a:gd name="connsiteY849" fmla="*/ 5176672 h 6857801"/>
                <a:gd name="connsiteX850" fmla="*/ 3089803 w 12184003"/>
                <a:gd name="connsiteY850" fmla="*/ 5103109 h 6857801"/>
                <a:gd name="connsiteX851" fmla="*/ 3431411 w 12184003"/>
                <a:gd name="connsiteY851" fmla="*/ 5103109 h 6857801"/>
                <a:gd name="connsiteX852" fmla="*/ 3156012 w 12184003"/>
                <a:gd name="connsiteY852" fmla="*/ 4892304 h 6857801"/>
                <a:gd name="connsiteX853" fmla="*/ 3087341 w 12184003"/>
                <a:gd name="connsiteY853" fmla="*/ 4960771 h 6857801"/>
                <a:gd name="connsiteX854" fmla="*/ 3107342 w 12184003"/>
                <a:gd name="connsiteY854" fmla="*/ 4960771 h 6857801"/>
                <a:gd name="connsiteX855" fmla="*/ 3170064 w 12184003"/>
                <a:gd name="connsiteY855" fmla="*/ 4898052 h 6857801"/>
                <a:gd name="connsiteX856" fmla="*/ 9305012 w 12184003"/>
                <a:gd name="connsiteY856" fmla="*/ 4862230 h 6857801"/>
                <a:gd name="connsiteX857" fmla="*/ 9403770 w 12184003"/>
                <a:gd name="connsiteY857" fmla="*/ 4960771 h 6857801"/>
                <a:gd name="connsiteX858" fmla="*/ 9739835 w 12184003"/>
                <a:gd name="connsiteY858" fmla="*/ 4960771 h 6857801"/>
                <a:gd name="connsiteX859" fmla="*/ 9667956 w 12184003"/>
                <a:gd name="connsiteY859" fmla="*/ 4888642 h 6857801"/>
                <a:gd name="connsiteX860" fmla="*/ 9647110 w 12184003"/>
                <a:gd name="connsiteY860" fmla="*/ 4897267 h 6857801"/>
                <a:gd name="connsiteX861" fmla="*/ 9615359 w 12184003"/>
                <a:gd name="connsiteY861" fmla="*/ 4884128 h 6857801"/>
                <a:gd name="connsiteX862" fmla="*/ 9606375 w 12184003"/>
                <a:gd name="connsiteY862" fmla="*/ 4862230 h 6857801"/>
                <a:gd name="connsiteX863" fmla="*/ 8978125 w 12184003"/>
                <a:gd name="connsiteY863" fmla="*/ 4862230 h 6857801"/>
                <a:gd name="connsiteX864" fmla="*/ 9076666 w 12184003"/>
                <a:gd name="connsiteY864" fmla="*/ 4960771 h 6857801"/>
                <a:gd name="connsiteX865" fmla="*/ 9371498 w 12184003"/>
                <a:gd name="connsiteY865" fmla="*/ 4960771 h 6857801"/>
                <a:gd name="connsiteX866" fmla="*/ 9273171 w 12184003"/>
                <a:gd name="connsiteY866" fmla="*/ 4862230 h 6857801"/>
                <a:gd name="connsiteX867" fmla="*/ 3203868 w 12184003"/>
                <a:gd name="connsiteY867" fmla="*/ 4862230 h 6857801"/>
                <a:gd name="connsiteX868" fmla="*/ 3204455 w 12184003"/>
                <a:gd name="connsiteY868" fmla="*/ 4863662 h 6857801"/>
                <a:gd name="connsiteX869" fmla="*/ 3205883 w 12184003"/>
                <a:gd name="connsiteY869" fmla="*/ 4862230 h 6857801"/>
                <a:gd name="connsiteX870" fmla="*/ 2833599 w 12184003"/>
                <a:gd name="connsiteY870" fmla="*/ 4862230 h 6857801"/>
                <a:gd name="connsiteX871" fmla="*/ 2735059 w 12184003"/>
                <a:gd name="connsiteY871" fmla="*/ 4960771 h 6857801"/>
                <a:gd name="connsiteX872" fmla="*/ 3061333 w 12184003"/>
                <a:gd name="connsiteY872" fmla="*/ 4960771 h 6857801"/>
                <a:gd name="connsiteX873" fmla="*/ 3143367 w 12184003"/>
                <a:gd name="connsiteY873" fmla="*/ 4878740 h 6857801"/>
                <a:gd name="connsiteX874" fmla="*/ 3136881 w 12184003"/>
                <a:gd name="connsiteY874" fmla="*/ 4864146 h 6857801"/>
                <a:gd name="connsiteX875" fmla="*/ 3137673 w 12184003"/>
                <a:gd name="connsiteY875" fmla="*/ 4862230 h 6857801"/>
                <a:gd name="connsiteX876" fmla="*/ 2500965 w 12184003"/>
                <a:gd name="connsiteY876" fmla="*/ 4862230 h 6857801"/>
                <a:gd name="connsiteX877" fmla="*/ 2491982 w 12184003"/>
                <a:gd name="connsiteY877" fmla="*/ 4884128 h 6857801"/>
                <a:gd name="connsiteX878" fmla="*/ 2460230 w 12184003"/>
                <a:gd name="connsiteY878" fmla="*/ 4897267 h 6857801"/>
                <a:gd name="connsiteX879" fmla="*/ 2439322 w 12184003"/>
                <a:gd name="connsiteY879" fmla="*/ 4888616 h 6857801"/>
                <a:gd name="connsiteX880" fmla="*/ 2367168 w 12184003"/>
                <a:gd name="connsiteY880" fmla="*/ 4960771 h 6857801"/>
                <a:gd name="connsiteX881" fmla="*/ 2702210 w 12184003"/>
                <a:gd name="connsiteY881" fmla="*/ 4960771 h 6857801"/>
                <a:gd name="connsiteX882" fmla="*/ 2800751 w 12184003"/>
                <a:gd name="connsiteY882" fmla="*/ 4862230 h 6857801"/>
                <a:gd name="connsiteX883" fmla="*/ 5221521 w 12184003"/>
                <a:gd name="connsiteY883" fmla="*/ 4826108 h 6857801"/>
                <a:gd name="connsiteX884" fmla="*/ 5086146 w 12184003"/>
                <a:gd name="connsiteY884" fmla="*/ 4961488 h 6857801"/>
                <a:gd name="connsiteX885" fmla="*/ 5115308 w 12184003"/>
                <a:gd name="connsiteY885" fmla="*/ 4949822 h 6857801"/>
                <a:gd name="connsiteX886" fmla="*/ 5161292 w 12184003"/>
                <a:gd name="connsiteY886" fmla="*/ 4995808 h 6857801"/>
                <a:gd name="connsiteX887" fmla="*/ 5147331 w 12184003"/>
                <a:gd name="connsiteY887" fmla="*/ 5028656 h 6857801"/>
                <a:gd name="connsiteX888" fmla="*/ 5115309 w 12184003"/>
                <a:gd name="connsiteY888" fmla="*/ 5041795 h 6857801"/>
                <a:gd name="connsiteX889" fmla="*/ 5115309 w 12184003"/>
                <a:gd name="connsiteY889" fmla="*/ 5221368 h 6857801"/>
                <a:gd name="connsiteX890" fmla="*/ 5154359 w 12184003"/>
                <a:gd name="connsiteY890" fmla="*/ 5182317 h 6857801"/>
                <a:gd name="connsiteX891" fmla="*/ 5143787 w 12184003"/>
                <a:gd name="connsiteY891" fmla="*/ 5156760 h 6857801"/>
                <a:gd name="connsiteX892" fmla="*/ 5156928 w 12184003"/>
                <a:gd name="connsiteY892" fmla="*/ 5125007 h 6857801"/>
                <a:gd name="connsiteX893" fmla="*/ 5220422 w 12184003"/>
                <a:gd name="connsiteY893" fmla="*/ 5125007 h 6857801"/>
                <a:gd name="connsiteX894" fmla="*/ 5220422 w 12184003"/>
                <a:gd name="connsiteY894" fmla="*/ 5188511 h 6857801"/>
                <a:gd name="connsiteX895" fmla="*/ 5188684 w 12184003"/>
                <a:gd name="connsiteY895" fmla="*/ 5201650 h 6857801"/>
                <a:gd name="connsiteX896" fmla="*/ 5172476 w 12184003"/>
                <a:gd name="connsiteY896" fmla="*/ 5194946 h 6857801"/>
                <a:gd name="connsiteX897" fmla="*/ 5115309 w 12184003"/>
                <a:gd name="connsiteY897" fmla="*/ 5252260 h 6857801"/>
                <a:gd name="connsiteX898" fmla="*/ 5115309 w 12184003"/>
                <a:gd name="connsiteY898" fmla="*/ 5409683 h 6857801"/>
                <a:gd name="connsiteX899" fmla="*/ 5277356 w 12184003"/>
                <a:gd name="connsiteY899" fmla="*/ 5571730 h 6857801"/>
                <a:gd name="connsiteX900" fmla="*/ 5277356 w 12184003"/>
                <a:gd name="connsiteY900" fmla="*/ 4881939 h 6857801"/>
                <a:gd name="connsiteX901" fmla="*/ 6869339 w 12184003"/>
                <a:gd name="connsiteY901" fmla="*/ 4809675 h 6857801"/>
                <a:gd name="connsiteX902" fmla="*/ 6869339 w 12184003"/>
                <a:gd name="connsiteY902" fmla="*/ 5302381 h 6857801"/>
                <a:gd name="connsiteX903" fmla="*/ 7327009 w 12184003"/>
                <a:gd name="connsiteY903" fmla="*/ 5760053 h 6857801"/>
                <a:gd name="connsiteX904" fmla="*/ 7327009 w 12184003"/>
                <a:gd name="connsiteY904" fmla="*/ 5589247 h 6857801"/>
                <a:gd name="connsiteX905" fmla="*/ 6932684 w 12184003"/>
                <a:gd name="connsiteY905" fmla="*/ 5194921 h 6857801"/>
                <a:gd name="connsiteX906" fmla="*/ 6916420 w 12184003"/>
                <a:gd name="connsiteY906" fmla="*/ 5201650 h 6857801"/>
                <a:gd name="connsiteX907" fmla="*/ 6884668 w 12184003"/>
                <a:gd name="connsiteY907" fmla="*/ 5188511 h 6857801"/>
                <a:gd name="connsiteX908" fmla="*/ 6884668 w 12184003"/>
                <a:gd name="connsiteY908" fmla="*/ 5125007 h 6857801"/>
                <a:gd name="connsiteX909" fmla="*/ 6948172 w 12184003"/>
                <a:gd name="connsiteY909" fmla="*/ 5125007 h 6857801"/>
                <a:gd name="connsiteX910" fmla="*/ 6961311 w 12184003"/>
                <a:gd name="connsiteY910" fmla="*/ 5156760 h 6857801"/>
                <a:gd name="connsiteX911" fmla="*/ 6950736 w 12184003"/>
                <a:gd name="connsiteY911" fmla="*/ 5182317 h 6857801"/>
                <a:gd name="connsiteX912" fmla="*/ 7327009 w 12184003"/>
                <a:gd name="connsiteY912" fmla="*/ 5558590 h 6857801"/>
                <a:gd name="connsiteX913" fmla="*/ 7327009 w 12184003"/>
                <a:gd name="connsiteY913" fmla="*/ 5316730 h 6857801"/>
                <a:gd name="connsiteX914" fmla="*/ 7302921 w 12184003"/>
                <a:gd name="connsiteY914" fmla="*/ 5306762 h 6857801"/>
                <a:gd name="connsiteX915" fmla="*/ 7302921 w 12184003"/>
                <a:gd name="connsiteY915" fmla="*/ 5243258 h 6857801"/>
                <a:gd name="connsiteX916" fmla="*/ 7302922 w 12184003"/>
                <a:gd name="connsiteY916" fmla="*/ 5243258 h 6857801"/>
                <a:gd name="connsiteX917" fmla="*/ 8375376 w 12184003"/>
                <a:gd name="connsiteY917" fmla="*/ 4804745 h 6857801"/>
                <a:gd name="connsiteX918" fmla="*/ 8374825 w 12184003"/>
                <a:gd name="connsiteY918" fmla="*/ 5049452 h 6857801"/>
                <a:gd name="connsiteX919" fmla="*/ 8426292 w 12184003"/>
                <a:gd name="connsiteY919" fmla="*/ 5100919 h 6857801"/>
                <a:gd name="connsiteX920" fmla="*/ 8426292 w 12184003"/>
                <a:gd name="connsiteY920" fmla="*/ 4855661 h 6857801"/>
                <a:gd name="connsiteX921" fmla="*/ 3731404 w 12184003"/>
                <a:gd name="connsiteY921" fmla="*/ 4803100 h 6857801"/>
                <a:gd name="connsiteX922" fmla="*/ 3678846 w 12184003"/>
                <a:gd name="connsiteY922" fmla="*/ 4855661 h 6857801"/>
                <a:gd name="connsiteX923" fmla="*/ 3678846 w 12184003"/>
                <a:gd name="connsiteY923" fmla="*/ 5100925 h 6857801"/>
                <a:gd name="connsiteX924" fmla="*/ 3731404 w 12184003"/>
                <a:gd name="connsiteY924" fmla="*/ 5048364 h 6857801"/>
                <a:gd name="connsiteX925" fmla="*/ 5932103 w 12184003"/>
                <a:gd name="connsiteY925" fmla="*/ 4787776 h 6857801"/>
                <a:gd name="connsiteX926" fmla="*/ 5826992 w 12184003"/>
                <a:gd name="connsiteY926" fmla="*/ 4892887 h 6857801"/>
                <a:gd name="connsiteX927" fmla="*/ 5826992 w 12184003"/>
                <a:gd name="connsiteY927" fmla="*/ 5679029 h 6857801"/>
                <a:gd name="connsiteX928" fmla="*/ 5932103 w 12184003"/>
                <a:gd name="connsiteY928" fmla="*/ 5784141 h 6857801"/>
                <a:gd name="connsiteX929" fmla="*/ 5932103 w 12184003"/>
                <a:gd name="connsiteY929" fmla="*/ 5681219 h 6857801"/>
                <a:gd name="connsiteX930" fmla="*/ 5910205 w 12184003"/>
                <a:gd name="connsiteY930" fmla="*/ 5672460 h 6857801"/>
                <a:gd name="connsiteX931" fmla="*/ 5897067 w 12184003"/>
                <a:gd name="connsiteY931" fmla="*/ 5639614 h 6857801"/>
                <a:gd name="connsiteX932" fmla="*/ 5910205 w 12184003"/>
                <a:gd name="connsiteY932" fmla="*/ 5606766 h 6857801"/>
                <a:gd name="connsiteX933" fmla="*/ 5932103 w 12184003"/>
                <a:gd name="connsiteY933" fmla="*/ 5598007 h 6857801"/>
                <a:gd name="connsiteX934" fmla="*/ 5932103 w 12184003"/>
                <a:gd name="connsiteY934" fmla="*/ 5096540 h 6857801"/>
                <a:gd name="connsiteX935" fmla="*/ 5932103 w 12184003"/>
                <a:gd name="connsiteY935" fmla="*/ 5096539 h 6857801"/>
                <a:gd name="connsiteX936" fmla="*/ 6839411 w 12184003"/>
                <a:gd name="connsiteY936" fmla="*/ 4746901 h 6857801"/>
                <a:gd name="connsiteX937" fmla="*/ 6845251 w 12184003"/>
                <a:gd name="connsiteY937" fmla="*/ 4752741 h 6857801"/>
                <a:gd name="connsiteX938" fmla="*/ 6845251 w 12184003"/>
                <a:gd name="connsiteY938" fmla="*/ 4749236 h 6857801"/>
                <a:gd name="connsiteX939" fmla="*/ 5323339 w 12184003"/>
                <a:gd name="connsiteY939" fmla="*/ 4724295 h 6857801"/>
                <a:gd name="connsiteX940" fmla="*/ 5237947 w 12184003"/>
                <a:gd name="connsiteY940" fmla="*/ 4809685 h 6857801"/>
                <a:gd name="connsiteX941" fmla="*/ 5301440 w 12184003"/>
                <a:gd name="connsiteY941" fmla="*/ 4873179 h 6857801"/>
                <a:gd name="connsiteX942" fmla="*/ 5301440 w 12184003"/>
                <a:gd name="connsiteY942" fmla="*/ 5324274 h 6857801"/>
                <a:gd name="connsiteX943" fmla="*/ 5304724 w 12184003"/>
                <a:gd name="connsiteY943" fmla="*/ 5316617 h 6857801"/>
                <a:gd name="connsiteX944" fmla="*/ 5327717 w 12184003"/>
                <a:gd name="connsiteY944" fmla="*/ 5306762 h 6857801"/>
                <a:gd name="connsiteX945" fmla="*/ 5360564 w 12184003"/>
                <a:gd name="connsiteY945" fmla="*/ 5339609 h 6857801"/>
                <a:gd name="connsiteX946" fmla="*/ 5350709 w 12184003"/>
                <a:gd name="connsiteY946" fmla="*/ 5362602 h 6857801"/>
                <a:gd name="connsiteX947" fmla="*/ 5327717 w 12184003"/>
                <a:gd name="connsiteY947" fmla="*/ 5372456 h 6857801"/>
                <a:gd name="connsiteX948" fmla="*/ 5327717 w 12184003"/>
                <a:gd name="connsiteY948" fmla="*/ 5622093 h 6857801"/>
                <a:gd name="connsiteX949" fmla="*/ 5448158 w 12184003"/>
                <a:gd name="connsiteY949" fmla="*/ 5742533 h 6857801"/>
                <a:gd name="connsiteX950" fmla="*/ 5448158 w 12184003"/>
                <a:gd name="connsiteY950" fmla="*/ 5363694 h 6857801"/>
                <a:gd name="connsiteX951" fmla="*/ 5399984 w 12184003"/>
                <a:gd name="connsiteY951" fmla="*/ 5315521 h 6857801"/>
                <a:gd name="connsiteX952" fmla="*/ 5399984 w 12184003"/>
                <a:gd name="connsiteY952" fmla="*/ 5207378 h 6857801"/>
                <a:gd name="connsiteX953" fmla="*/ 5323339 w 12184003"/>
                <a:gd name="connsiteY953" fmla="*/ 5129386 h 6857801"/>
                <a:gd name="connsiteX954" fmla="*/ 8664583 w 12184003"/>
                <a:gd name="connsiteY954" fmla="*/ 4710736 h 6857801"/>
                <a:gd name="connsiteX955" fmla="*/ 8664563 w 12184003"/>
                <a:gd name="connsiteY955" fmla="*/ 4725952 h 6857801"/>
                <a:gd name="connsiteX956" fmla="*/ 8673742 w 12184003"/>
                <a:gd name="connsiteY956" fmla="*/ 4735221 h 6857801"/>
                <a:gd name="connsiteX957" fmla="*/ 8673742 w 12184003"/>
                <a:gd name="connsiteY957" fmla="*/ 4927925 h 6857801"/>
                <a:gd name="connsiteX958" fmla="*/ 8794181 w 12184003"/>
                <a:gd name="connsiteY958" fmla="*/ 5048364 h 6857801"/>
                <a:gd name="connsiteX959" fmla="*/ 9107323 w 12184003"/>
                <a:gd name="connsiteY959" fmla="*/ 5048364 h 6857801"/>
                <a:gd name="connsiteX960" fmla="*/ 8951281 w 12184003"/>
                <a:gd name="connsiteY960" fmla="*/ 4892322 h 6857801"/>
                <a:gd name="connsiteX961" fmla="*/ 8936517 w 12184003"/>
                <a:gd name="connsiteY961" fmla="*/ 4898363 h 6857801"/>
                <a:gd name="connsiteX962" fmla="*/ 8912430 w 12184003"/>
                <a:gd name="connsiteY962" fmla="*/ 4888507 h 6857801"/>
                <a:gd name="connsiteX963" fmla="*/ 8902575 w 12184003"/>
                <a:gd name="connsiteY963" fmla="*/ 4864420 h 6857801"/>
                <a:gd name="connsiteX964" fmla="*/ 8903471 w 12184003"/>
                <a:gd name="connsiteY964" fmla="*/ 4862230 h 6857801"/>
                <a:gd name="connsiteX965" fmla="*/ 8816077 w 12184003"/>
                <a:gd name="connsiteY965" fmla="*/ 4862230 h 6857801"/>
                <a:gd name="connsiteX966" fmla="*/ 3442365 w 12184003"/>
                <a:gd name="connsiteY966" fmla="*/ 4708944 h 6857801"/>
                <a:gd name="connsiteX967" fmla="*/ 3289077 w 12184003"/>
                <a:gd name="connsiteY967" fmla="*/ 4862230 h 6857801"/>
                <a:gd name="connsiteX968" fmla="*/ 3238728 w 12184003"/>
                <a:gd name="connsiteY968" fmla="*/ 4862230 h 6857801"/>
                <a:gd name="connsiteX969" fmla="*/ 3116104 w 12184003"/>
                <a:gd name="connsiteY969" fmla="*/ 4984859 h 6857801"/>
                <a:gd name="connsiteX970" fmla="*/ 3063183 w 12184003"/>
                <a:gd name="connsiteY970" fmla="*/ 4984859 h 6857801"/>
                <a:gd name="connsiteX971" fmla="*/ 2999494 w 12184003"/>
                <a:gd name="connsiteY971" fmla="*/ 5048364 h 6857801"/>
                <a:gd name="connsiteX972" fmla="*/ 3310971 w 12184003"/>
                <a:gd name="connsiteY972" fmla="*/ 5048364 h 6857801"/>
                <a:gd name="connsiteX973" fmla="*/ 3431411 w 12184003"/>
                <a:gd name="connsiteY973" fmla="*/ 4927924 h 6857801"/>
                <a:gd name="connsiteX974" fmla="*/ 3431411 w 12184003"/>
                <a:gd name="connsiteY974" fmla="*/ 4735221 h 6857801"/>
                <a:gd name="connsiteX975" fmla="*/ 3442365 w 12184003"/>
                <a:gd name="connsiteY975" fmla="*/ 4724266 h 6857801"/>
                <a:gd name="connsiteX976" fmla="*/ 5106551 w 12184003"/>
                <a:gd name="connsiteY976" fmla="*/ 4678298 h 6857801"/>
                <a:gd name="connsiteX977" fmla="*/ 4644501 w 12184003"/>
                <a:gd name="connsiteY977" fmla="*/ 5140351 h 6857801"/>
                <a:gd name="connsiteX978" fmla="*/ 4644501 w 12184003"/>
                <a:gd name="connsiteY978" fmla="*/ 5354952 h 6857801"/>
                <a:gd name="connsiteX979" fmla="*/ 4698905 w 12184003"/>
                <a:gd name="connsiteY979" fmla="*/ 5300546 h 6857801"/>
                <a:gd name="connsiteX980" fmla="*/ 4691597 w 12184003"/>
                <a:gd name="connsiteY980" fmla="*/ 5282674 h 6857801"/>
                <a:gd name="connsiteX981" fmla="*/ 4701450 w 12184003"/>
                <a:gd name="connsiteY981" fmla="*/ 5258585 h 6857801"/>
                <a:gd name="connsiteX982" fmla="*/ 4725537 w 12184003"/>
                <a:gd name="connsiteY982" fmla="*/ 5248732 h 6857801"/>
                <a:gd name="connsiteX983" fmla="*/ 4732961 w 12184003"/>
                <a:gd name="connsiteY983" fmla="*/ 5251770 h 6857801"/>
                <a:gd name="connsiteX984" fmla="*/ 4736486 w 12184003"/>
                <a:gd name="connsiteY984" fmla="*/ 5243258 h 6857801"/>
                <a:gd name="connsiteX985" fmla="*/ 4770151 w 12184003"/>
                <a:gd name="connsiteY985" fmla="*/ 5230119 h 6857801"/>
                <a:gd name="connsiteX986" fmla="*/ 4778888 w 12184003"/>
                <a:gd name="connsiteY986" fmla="*/ 5233702 h 6857801"/>
                <a:gd name="connsiteX987" fmla="*/ 5204003 w 12184003"/>
                <a:gd name="connsiteY987" fmla="*/ 4808588 h 6857801"/>
                <a:gd name="connsiteX988" fmla="*/ 5106551 w 12184003"/>
                <a:gd name="connsiteY988" fmla="*/ 4711133 h 6857801"/>
                <a:gd name="connsiteX989" fmla="*/ 5964950 w 12184003"/>
                <a:gd name="connsiteY989" fmla="*/ 4667267 h 6857801"/>
                <a:gd name="connsiteX990" fmla="*/ 5954002 w 12184003"/>
                <a:gd name="connsiteY990" fmla="*/ 4678286 h 6857801"/>
                <a:gd name="connsiteX991" fmla="*/ 5954002 w 12184003"/>
                <a:gd name="connsiteY991" fmla="*/ 4719891 h 6857801"/>
                <a:gd name="connsiteX992" fmla="*/ 5964950 w 12184003"/>
                <a:gd name="connsiteY992" fmla="*/ 4708943 h 6857801"/>
                <a:gd name="connsiteX993" fmla="*/ 3442365 w 12184003"/>
                <a:gd name="connsiteY993" fmla="*/ 4658589 h 6857801"/>
                <a:gd name="connsiteX994" fmla="*/ 3260626 w 12184003"/>
                <a:gd name="connsiteY994" fmla="*/ 4840331 h 6857801"/>
                <a:gd name="connsiteX995" fmla="*/ 3280318 w 12184003"/>
                <a:gd name="connsiteY995" fmla="*/ 4840331 h 6857801"/>
                <a:gd name="connsiteX996" fmla="*/ 3442365 w 12184003"/>
                <a:gd name="connsiteY996" fmla="*/ 4678286 h 6857801"/>
                <a:gd name="connsiteX997" fmla="*/ 8375716 w 12184003"/>
                <a:gd name="connsiteY997" fmla="*/ 4653987 h 6857801"/>
                <a:gd name="connsiteX998" fmla="*/ 8375485 w 12184003"/>
                <a:gd name="connsiteY998" fmla="*/ 4756678 h 6857801"/>
                <a:gd name="connsiteX999" fmla="*/ 8461329 w 12184003"/>
                <a:gd name="connsiteY999" fmla="*/ 4842523 h 6857801"/>
                <a:gd name="connsiteX1000" fmla="*/ 8461329 w 12184003"/>
                <a:gd name="connsiteY1000" fmla="*/ 5103109 h 6857801"/>
                <a:gd name="connsiteX1001" fmla="*/ 8640893 w 12184003"/>
                <a:gd name="connsiteY1001" fmla="*/ 5103109 h 6857801"/>
                <a:gd name="connsiteX1002" fmla="*/ 8640893 w 12184003"/>
                <a:gd name="connsiteY1002" fmla="*/ 4919165 h 6857801"/>
                <a:gd name="connsiteX1003" fmla="*/ 3731404 w 12184003"/>
                <a:gd name="connsiteY1003" fmla="*/ 4652002 h 6857801"/>
                <a:gd name="connsiteX1004" fmla="*/ 3464262 w 12184003"/>
                <a:gd name="connsiteY1004" fmla="*/ 4919161 h 6857801"/>
                <a:gd name="connsiteX1005" fmla="*/ 3464262 w 12184003"/>
                <a:gd name="connsiteY1005" fmla="*/ 5103109 h 6857801"/>
                <a:gd name="connsiteX1006" fmla="*/ 3646000 w 12184003"/>
                <a:gd name="connsiteY1006" fmla="*/ 5103109 h 6857801"/>
                <a:gd name="connsiteX1007" fmla="*/ 3646000 w 12184003"/>
                <a:gd name="connsiteY1007" fmla="*/ 4842523 h 6857801"/>
                <a:gd name="connsiteX1008" fmla="*/ 3731404 w 12184003"/>
                <a:gd name="connsiteY1008" fmla="*/ 4756674 h 6857801"/>
                <a:gd name="connsiteX1009" fmla="*/ 5399984 w 12184003"/>
                <a:gd name="connsiteY1009" fmla="*/ 4647648 h 6857801"/>
                <a:gd name="connsiteX1010" fmla="*/ 5338667 w 12184003"/>
                <a:gd name="connsiteY1010" fmla="*/ 4708966 h 6857801"/>
                <a:gd name="connsiteX1011" fmla="*/ 5338667 w 12184003"/>
                <a:gd name="connsiteY1011" fmla="*/ 5122818 h 6857801"/>
                <a:gd name="connsiteX1012" fmla="*/ 5399984 w 12184003"/>
                <a:gd name="connsiteY1012" fmla="*/ 5183079 h 6857801"/>
                <a:gd name="connsiteX1013" fmla="*/ 5354875 w 12184003"/>
                <a:gd name="connsiteY1013" fmla="*/ 4634647 h 6857801"/>
                <a:gd name="connsiteX1014" fmla="*/ 5354540 w 12184003"/>
                <a:gd name="connsiteY1014" fmla="*/ 4635585 h 6857801"/>
                <a:gd name="connsiteX1015" fmla="*/ 5338667 w 12184003"/>
                <a:gd name="connsiteY1015" fmla="*/ 4641934 h 6857801"/>
                <a:gd name="connsiteX1016" fmla="*/ 5338667 w 12184003"/>
                <a:gd name="connsiteY1016" fmla="*/ 4673926 h 6857801"/>
                <a:gd name="connsiteX1017" fmla="*/ 5366166 w 12184003"/>
                <a:gd name="connsiteY1017" fmla="*/ 4646429 h 6857801"/>
                <a:gd name="connsiteX1018" fmla="*/ 5358392 w 12184003"/>
                <a:gd name="connsiteY1018" fmla="*/ 4643249 h 6857801"/>
                <a:gd name="connsiteX1019" fmla="*/ 6754275 w 12184003"/>
                <a:gd name="connsiteY1019" fmla="*/ 4630110 h 6857801"/>
                <a:gd name="connsiteX1020" fmla="*/ 6748900 w 12184003"/>
                <a:gd name="connsiteY1020" fmla="*/ 4643249 h 6857801"/>
                <a:gd name="connsiteX1021" fmla="*/ 6739575 w 12184003"/>
                <a:gd name="connsiteY1021" fmla="*/ 4647064 h 6857801"/>
                <a:gd name="connsiteX1022" fmla="*/ 6813865 w 12184003"/>
                <a:gd name="connsiteY1022" fmla="*/ 4721355 h 6857801"/>
                <a:gd name="connsiteX1023" fmla="*/ 6808025 w 12184003"/>
                <a:gd name="connsiteY1023" fmla="*/ 4706754 h 6857801"/>
                <a:gd name="connsiteX1024" fmla="*/ 6854010 w 12184003"/>
                <a:gd name="connsiteY1024" fmla="*/ 4660767 h 6857801"/>
                <a:gd name="connsiteX1025" fmla="*/ 6899996 w 12184003"/>
                <a:gd name="connsiteY1025" fmla="*/ 4706754 h 6857801"/>
                <a:gd name="connsiteX1026" fmla="*/ 6886037 w 12184003"/>
                <a:gd name="connsiteY1026" fmla="*/ 4739601 h 6857801"/>
                <a:gd name="connsiteX1027" fmla="*/ 6869339 w 12184003"/>
                <a:gd name="connsiteY1027" fmla="*/ 4746451 h 6857801"/>
                <a:gd name="connsiteX1028" fmla="*/ 6869339 w 12184003"/>
                <a:gd name="connsiteY1028" fmla="*/ 4776828 h 6857801"/>
                <a:gd name="connsiteX1029" fmla="*/ 7326212 w 12184003"/>
                <a:gd name="connsiteY1029" fmla="*/ 5233702 h 6857801"/>
                <a:gd name="connsiteX1030" fmla="*/ 7334947 w 12184003"/>
                <a:gd name="connsiteY1030" fmla="*/ 5230119 h 6857801"/>
                <a:gd name="connsiteX1031" fmla="*/ 7368615 w 12184003"/>
                <a:gd name="connsiteY1031" fmla="*/ 5243258 h 6857801"/>
                <a:gd name="connsiteX1032" fmla="*/ 7372455 w 12184003"/>
                <a:gd name="connsiteY1032" fmla="*/ 5252536 h 6857801"/>
                <a:gd name="connsiteX1033" fmla="*/ 7381754 w 12184003"/>
                <a:gd name="connsiteY1033" fmla="*/ 5248732 h 6857801"/>
                <a:gd name="connsiteX1034" fmla="*/ 7405842 w 12184003"/>
                <a:gd name="connsiteY1034" fmla="*/ 5258585 h 6857801"/>
                <a:gd name="connsiteX1035" fmla="*/ 7415696 w 12184003"/>
                <a:gd name="connsiteY1035" fmla="*/ 5282674 h 6857801"/>
                <a:gd name="connsiteX1036" fmla="*/ 7407749 w 12184003"/>
                <a:gd name="connsiteY1036" fmla="*/ 5302100 h 6857801"/>
                <a:gd name="connsiteX1037" fmla="*/ 7683948 w 12184003"/>
                <a:gd name="connsiteY1037" fmla="*/ 5578299 h 6857801"/>
                <a:gd name="connsiteX1038" fmla="*/ 7683948 w 12184003"/>
                <a:gd name="connsiteY1038" fmla="*/ 5401521 h 6857801"/>
                <a:gd name="connsiteX1039" fmla="*/ 7666429 w 12184003"/>
                <a:gd name="connsiteY1039" fmla="*/ 5394355 h 6857801"/>
                <a:gd name="connsiteX1040" fmla="*/ 7666429 w 12184003"/>
                <a:gd name="connsiteY1040" fmla="*/ 5346179 h 6857801"/>
                <a:gd name="connsiteX1041" fmla="*/ 7666466 w 12184003"/>
                <a:gd name="connsiteY1041" fmla="*/ 5346164 h 6857801"/>
                <a:gd name="connsiteX1042" fmla="*/ 6952552 w 12184003"/>
                <a:gd name="connsiteY1042" fmla="*/ 4630110 h 6857801"/>
                <a:gd name="connsiteX1043" fmla="*/ 5154735 w 12184003"/>
                <a:gd name="connsiteY1043" fmla="*/ 4630110 h 6857801"/>
                <a:gd name="connsiteX1044" fmla="*/ 5130638 w 12184003"/>
                <a:gd name="connsiteY1044" fmla="*/ 4654209 h 6857801"/>
                <a:gd name="connsiteX1045" fmla="*/ 5130638 w 12184003"/>
                <a:gd name="connsiteY1045" fmla="*/ 4702375 h 6857801"/>
                <a:gd name="connsiteX1046" fmla="*/ 5220422 w 12184003"/>
                <a:gd name="connsiteY1046" fmla="*/ 4792165 h 6857801"/>
                <a:gd name="connsiteX1047" fmla="*/ 5323339 w 12184003"/>
                <a:gd name="connsiteY1047" fmla="*/ 4689255 h 6857801"/>
                <a:gd name="connsiteX1048" fmla="*/ 5323339 w 12184003"/>
                <a:gd name="connsiteY1048" fmla="*/ 4642625 h 6857801"/>
                <a:gd name="connsiteX1049" fmla="*/ 5306913 w 12184003"/>
                <a:gd name="connsiteY1049" fmla="*/ 4635585 h 6857801"/>
                <a:gd name="connsiteX1050" fmla="*/ 5304565 w 12184003"/>
                <a:gd name="connsiteY1050" fmla="*/ 4630110 h 6857801"/>
                <a:gd name="connsiteX1051" fmla="*/ 6641600 w 12184003"/>
                <a:gd name="connsiteY1051" fmla="*/ 4581936 h 6857801"/>
                <a:gd name="connsiteX1052" fmla="*/ 6641600 w 12184003"/>
                <a:gd name="connsiteY1052" fmla="*/ 5039605 h 6857801"/>
                <a:gd name="connsiteX1053" fmla="*/ 6674446 w 12184003"/>
                <a:gd name="connsiteY1053" fmla="*/ 5052743 h 6857801"/>
                <a:gd name="connsiteX1054" fmla="*/ 6687585 w 12184003"/>
                <a:gd name="connsiteY1054" fmla="*/ 5085590 h 6857801"/>
                <a:gd name="connsiteX1055" fmla="*/ 6683788 w 12184003"/>
                <a:gd name="connsiteY1055" fmla="*/ 5103862 h 6857801"/>
                <a:gd name="connsiteX1056" fmla="*/ 6678460 w 12184003"/>
                <a:gd name="connsiteY1056" fmla="*/ 5111503 h 6857801"/>
                <a:gd name="connsiteX1057" fmla="*/ 6845251 w 12184003"/>
                <a:gd name="connsiteY1057" fmla="*/ 5278294 h 6857801"/>
                <a:gd name="connsiteX1058" fmla="*/ 6845251 w 12184003"/>
                <a:gd name="connsiteY1058" fmla="*/ 4785587 h 6857801"/>
                <a:gd name="connsiteX1059" fmla="*/ 6704430 w 12184003"/>
                <a:gd name="connsiteY1059" fmla="*/ 4644765 h 6857801"/>
                <a:gd name="connsiteX1060" fmla="*/ 6700724 w 12184003"/>
                <a:gd name="connsiteY1060" fmla="*/ 4643249 h 6857801"/>
                <a:gd name="connsiteX1061" fmla="*/ 6699209 w 12184003"/>
                <a:gd name="connsiteY1061" fmla="*/ 4639545 h 6857801"/>
                <a:gd name="connsiteX1062" fmla="*/ 8664757 w 12184003"/>
                <a:gd name="connsiteY1062" fmla="*/ 4581710 h 6857801"/>
                <a:gd name="connsiteX1063" fmla="*/ 8664627 w 12184003"/>
                <a:gd name="connsiteY1063" fmla="*/ 4677932 h 6857801"/>
                <a:gd name="connsiteX1064" fmla="*/ 8827027 w 12184003"/>
                <a:gd name="connsiteY1064" fmla="*/ 4840331 h 6857801"/>
                <a:gd name="connsiteX1065" fmla="*/ 8912430 w 12184003"/>
                <a:gd name="connsiteY1065" fmla="*/ 4840331 h 6857801"/>
                <a:gd name="connsiteX1066" fmla="*/ 8920200 w 12184003"/>
                <a:gd name="connsiteY1066" fmla="*/ 4837153 h 6857801"/>
                <a:gd name="connsiteX1067" fmla="*/ 5446757 w 12184003"/>
                <a:gd name="connsiteY1067" fmla="*/ 4565837 h 6857801"/>
                <a:gd name="connsiteX1068" fmla="*/ 5446583 w 12184003"/>
                <a:gd name="connsiteY1068" fmla="*/ 4565957 h 6857801"/>
                <a:gd name="connsiteX1069" fmla="*/ 5445971 w 12184003"/>
                <a:gd name="connsiteY1069" fmla="*/ 4566081 h 6857801"/>
                <a:gd name="connsiteX1070" fmla="*/ 5445971 w 12184003"/>
                <a:gd name="connsiteY1070" fmla="*/ 4566623 h 6857801"/>
                <a:gd name="connsiteX1071" fmla="*/ 7629203 w 12184003"/>
                <a:gd name="connsiteY1071" fmla="*/ 4564417 h 6857801"/>
                <a:gd name="connsiteX1072" fmla="*/ 8202216 w 12184003"/>
                <a:gd name="connsiteY1072" fmla="*/ 5137430 h 6857801"/>
                <a:gd name="connsiteX1073" fmla="*/ 8221820 w 12184003"/>
                <a:gd name="connsiteY1073" fmla="*/ 5129387 h 6857801"/>
                <a:gd name="connsiteX1074" fmla="*/ 8255488 w 12184003"/>
                <a:gd name="connsiteY1074" fmla="*/ 5142526 h 6857801"/>
                <a:gd name="connsiteX1075" fmla="*/ 8268627 w 12184003"/>
                <a:gd name="connsiteY1075" fmla="*/ 5174279 h 6857801"/>
                <a:gd name="connsiteX1076" fmla="*/ 8259333 w 12184003"/>
                <a:gd name="connsiteY1076" fmla="*/ 5196738 h 6857801"/>
                <a:gd name="connsiteX1077" fmla="*/ 8329942 w 12184003"/>
                <a:gd name="connsiteY1077" fmla="*/ 5267346 h 6857801"/>
                <a:gd name="connsiteX1078" fmla="*/ 8329942 w 12184003"/>
                <a:gd name="connsiteY1078" fmla="*/ 5120629 h 6857801"/>
                <a:gd name="connsiteX1079" fmla="*/ 7773730 w 12184003"/>
                <a:gd name="connsiteY1079" fmla="*/ 4564417 h 6857801"/>
                <a:gd name="connsiteX1080" fmla="*/ 4331369 w 12184003"/>
                <a:gd name="connsiteY1080" fmla="*/ 4564417 h 6857801"/>
                <a:gd name="connsiteX1081" fmla="*/ 3777394 w 12184003"/>
                <a:gd name="connsiteY1081" fmla="*/ 5118435 h 6857801"/>
                <a:gd name="connsiteX1082" fmla="*/ 3777394 w 12184003"/>
                <a:gd name="connsiteY1082" fmla="*/ 5265152 h 6857801"/>
                <a:gd name="connsiteX1083" fmla="*/ 3847357 w 12184003"/>
                <a:gd name="connsiteY1083" fmla="*/ 5195187 h 6857801"/>
                <a:gd name="connsiteX1084" fmla="*/ 3838705 w 12184003"/>
                <a:gd name="connsiteY1084" fmla="*/ 5174279 h 6857801"/>
                <a:gd name="connsiteX1085" fmla="*/ 3851844 w 12184003"/>
                <a:gd name="connsiteY1085" fmla="*/ 5142526 h 6857801"/>
                <a:gd name="connsiteX1086" fmla="*/ 3885511 w 12184003"/>
                <a:gd name="connsiteY1086" fmla="*/ 5129387 h 6857801"/>
                <a:gd name="connsiteX1087" fmla="*/ 3905115 w 12184003"/>
                <a:gd name="connsiteY1087" fmla="*/ 5137430 h 6857801"/>
                <a:gd name="connsiteX1088" fmla="*/ 4261294 w 12184003"/>
                <a:gd name="connsiteY1088" fmla="*/ 4781207 h 6857801"/>
                <a:gd name="connsiteX1089" fmla="*/ 4478094 w 12184003"/>
                <a:gd name="connsiteY1089" fmla="*/ 4564417 h 6857801"/>
                <a:gd name="connsiteX1090" fmla="*/ 3808048 w 12184003"/>
                <a:gd name="connsiteY1090" fmla="*/ 4549092 h 6857801"/>
                <a:gd name="connsiteX1091" fmla="*/ 3777394 w 12184003"/>
                <a:gd name="connsiteY1091" fmla="*/ 4579745 h 6857801"/>
                <a:gd name="connsiteX1092" fmla="*/ 3777394 w 12184003"/>
                <a:gd name="connsiteY1092" fmla="*/ 4581930 h 6857801"/>
                <a:gd name="connsiteX1093" fmla="*/ 3808048 w 12184003"/>
                <a:gd name="connsiteY1093" fmla="*/ 4551277 h 6857801"/>
                <a:gd name="connsiteX1094" fmla="*/ 8297094 w 12184003"/>
                <a:gd name="connsiteY1094" fmla="*/ 4546898 h 6857801"/>
                <a:gd name="connsiteX1095" fmla="*/ 8297094 w 12184003"/>
                <a:gd name="connsiteY1095" fmla="*/ 4551277 h 6857801"/>
                <a:gd name="connsiteX1096" fmla="*/ 8329942 w 12184003"/>
                <a:gd name="connsiteY1096" fmla="*/ 4584124 h 6857801"/>
                <a:gd name="connsiteX1097" fmla="*/ 8329942 w 12184003"/>
                <a:gd name="connsiteY1097" fmla="*/ 4579745 h 6857801"/>
                <a:gd name="connsiteX1098" fmla="*/ 8473290 w 12184003"/>
                <a:gd name="connsiteY1098" fmla="*/ 4519443 h 6857801"/>
                <a:gd name="connsiteX1099" fmla="*/ 8475564 w 12184003"/>
                <a:gd name="connsiteY1099" fmla="*/ 4524999 h 6857801"/>
                <a:gd name="connsiteX1100" fmla="*/ 8472639 w 12184003"/>
                <a:gd name="connsiteY1100" fmla="*/ 4532147 h 6857801"/>
                <a:gd name="connsiteX1101" fmla="*/ 8640893 w 12184003"/>
                <a:gd name="connsiteY1101" fmla="*/ 4702051 h 6857801"/>
                <a:gd name="connsiteX1102" fmla="*/ 8640893 w 12184003"/>
                <a:gd name="connsiteY1102" fmla="*/ 4687046 h 6857801"/>
                <a:gd name="connsiteX1103" fmla="*/ 3635551 w 12184003"/>
                <a:gd name="connsiteY1103" fmla="*/ 4515742 h 6857801"/>
                <a:gd name="connsiteX1104" fmla="*/ 3464262 w 12184003"/>
                <a:gd name="connsiteY1104" fmla="*/ 4687046 h 6857801"/>
                <a:gd name="connsiteX1105" fmla="*/ 3464262 w 12184003"/>
                <a:gd name="connsiteY1105" fmla="*/ 4702370 h 6857801"/>
                <a:gd name="connsiteX1106" fmla="*/ 3634628 w 12184003"/>
                <a:gd name="connsiteY1106" fmla="*/ 4531994 h 6857801"/>
                <a:gd name="connsiteX1107" fmla="*/ 3631765 w 12184003"/>
                <a:gd name="connsiteY1107" fmla="*/ 4524999 h 6857801"/>
                <a:gd name="connsiteX1108" fmla="*/ 7517522 w 12184003"/>
                <a:gd name="connsiteY1108" fmla="*/ 4500911 h 6857801"/>
                <a:gd name="connsiteX1109" fmla="*/ 7545990 w 12184003"/>
                <a:gd name="connsiteY1109" fmla="*/ 4529380 h 6857801"/>
                <a:gd name="connsiteX1110" fmla="*/ 7559129 w 12184003"/>
                <a:gd name="connsiteY1110" fmla="*/ 4529380 h 6857801"/>
                <a:gd name="connsiteX1111" fmla="*/ 7530661 w 12184003"/>
                <a:gd name="connsiteY1111" fmla="*/ 4500911 h 6857801"/>
                <a:gd name="connsiteX1112" fmla="*/ 7236496 w 12184003"/>
                <a:gd name="connsiteY1112" fmla="*/ 4500911 h 6857801"/>
                <a:gd name="connsiteX1113" fmla="*/ 7252555 w 12184003"/>
                <a:gd name="connsiteY1113" fmla="*/ 4507481 h 6857801"/>
                <a:gd name="connsiteX1114" fmla="*/ 7262410 w 12184003"/>
                <a:gd name="connsiteY1114" fmla="*/ 4531569 h 6857801"/>
                <a:gd name="connsiteX1115" fmla="*/ 7256370 w 12184003"/>
                <a:gd name="connsiteY1115" fmla="*/ 4546333 h 6857801"/>
                <a:gd name="connsiteX1116" fmla="*/ 7491245 w 12184003"/>
                <a:gd name="connsiteY1116" fmla="*/ 4781207 h 6857801"/>
                <a:gd name="connsiteX1117" fmla="*/ 7810957 w 12184003"/>
                <a:gd name="connsiteY1117" fmla="*/ 4781207 h 6857801"/>
                <a:gd name="connsiteX1118" fmla="*/ 7594166 w 12184003"/>
                <a:gd name="connsiteY1118" fmla="*/ 4564417 h 6857801"/>
                <a:gd name="connsiteX1119" fmla="*/ 7530662 w 12184003"/>
                <a:gd name="connsiteY1119" fmla="*/ 4564417 h 6857801"/>
                <a:gd name="connsiteX1120" fmla="*/ 7467961 w 12184003"/>
                <a:gd name="connsiteY1120" fmla="*/ 4500911 h 6857801"/>
                <a:gd name="connsiteX1121" fmla="*/ 4637142 w 12184003"/>
                <a:gd name="connsiteY1121" fmla="*/ 4500911 h 6857801"/>
                <a:gd name="connsiteX1122" fmla="*/ 4574444 w 12184003"/>
                <a:gd name="connsiteY1122" fmla="*/ 4564417 h 6857801"/>
                <a:gd name="connsiteX1123" fmla="*/ 4510936 w 12184003"/>
                <a:gd name="connsiteY1123" fmla="*/ 4564417 h 6857801"/>
                <a:gd name="connsiteX1124" fmla="*/ 4294140 w 12184003"/>
                <a:gd name="connsiteY1124" fmla="*/ 4781207 h 6857801"/>
                <a:gd name="connsiteX1125" fmla="*/ 4616048 w 12184003"/>
                <a:gd name="connsiteY1125" fmla="*/ 4781207 h 6857801"/>
                <a:gd name="connsiteX1126" fmla="*/ 4848792 w 12184003"/>
                <a:gd name="connsiteY1126" fmla="*/ 4546487 h 6857801"/>
                <a:gd name="connsiteX1127" fmla="*/ 4842691 w 12184003"/>
                <a:gd name="connsiteY1127" fmla="*/ 4531569 h 6857801"/>
                <a:gd name="connsiteX1128" fmla="*/ 4852540 w 12184003"/>
                <a:gd name="connsiteY1128" fmla="*/ 4507481 h 6857801"/>
                <a:gd name="connsiteX1129" fmla="*/ 4868599 w 12184003"/>
                <a:gd name="connsiteY1129" fmla="*/ 4500911 h 6857801"/>
                <a:gd name="connsiteX1130" fmla="*/ 4574444 w 12184003"/>
                <a:gd name="connsiteY1130" fmla="*/ 4500911 h 6857801"/>
                <a:gd name="connsiteX1131" fmla="*/ 4545981 w 12184003"/>
                <a:gd name="connsiteY1131" fmla="*/ 4529380 h 6857801"/>
                <a:gd name="connsiteX1132" fmla="*/ 4561300 w 12184003"/>
                <a:gd name="connsiteY1132" fmla="*/ 4529380 h 6857801"/>
                <a:gd name="connsiteX1133" fmla="*/ 4589385 w 12184003"/>
                <a:gd name="connsiteY1133" fmla="*/ 4500911 h 6857801"/>
                <a:gd name="connsiteX1134" fmla="*/ 6165625 w 12184003"/>
                <a:gd name="connsiteY1134" fmla="*/ 4465287 h 6857801"/>
                <a:gd name="connsiteX1135" fmla="*/ 5997797 w 12184003"/>
                <a:gd name="connsiteY1135" fmla="*/ 4634207 h 6857801"/>
                <a:gd name="connsiteX1136" fmla="*/ 5997797 w 12184003"/>
                <a:gd name="connsiteY1136" fmla="*/ 4722083 h 6857801"/>
                <a:gd name="connsiteX1137" fmla="*/ 5954002 w 12184003"/>
                <a:gd name="connsiteY1137" fmla="*/ 4765878 h 6857801"/>
                <a:gd name="connsiteX1138" fmla="*/ 5954002 w 12184003"/>
                <a:gd name="connsiteY1138" fmla="*/ 5074641 h 6857801"/>
                <a:gd name="connsiteX1139" fmla="*/ 6181740 w 12184003"/>
                <a:gd name="connsiteY1139" fmla="*/ 4846902 h 6857801"/>
                <a:gd name="connsiteX1140" fmla="*/ 6181740 w 12184003"/>
                <a:gd name="connsiteY1140" fmla="*/ 4514676 h 6857801"/>
                <a:gd name="connsiteX1141" fmla="*/ 6167506 w 12184003"/>
                <a:gd name="connsiteY1141" fmla="*/ 4508576 h 6857801"/>
                <a:gd name="connsiteX1142" fmla="*/ 6157652 w 12184003"/>
                <a:gd name="connsiteY1142" fmla="*/ 4485583 h 6857801"/>
                <a:gd name="connsiteX1143" fmla="*/ 5106551 w 12184003"/>
                <a:gd name="connsiteY1143" fmla="*/ 4446515 h 6857801"/>
                <a:gd name="connsiteX1144" fmla="*/ 5051822 w 12184003"/>
                <a:gd name="connsiteY1144" fmla="*/ 4500911 h 6857801"/>
                <a:gd name="connsiteX1145" fmla="*/ 4884658 w 12184003"/>
                <a:gd name="connsiteY1145" fmla="*/ 4500911 h 6857801"/>
                <a:gd name="connsiteX1146" fmla="*/ 4900718 w 12184003"/>
                <a:gd name="connsiteY1146" fmla="*/ 4507481 h 6857801"/>
                <a:gd name="connsiteX1147" fmla="*/ 4900718 w 12184003"/>
                <a:gd name="connsiteY1147" fmla="*/ 4555657 h 6857801"/>
                <a:gd name="connsiteX1148" fmla="*/ 4876628 w 12184003"/>
                <a:gd name="connsiteY1148" fmla="*/ 4565511 h 6857801"/>
                <a:gd name="connsiteX1149" fmla="*/ 4861861 w 12184003"/>
                <a:gd name="connsiteY1149" fmla="*/ 4559472 h 6857801"/>
                <a:gd name="connsiteX1150" fmla="*/ 4622618 w 12184003"/>
                <a:gd name="connsiteY1150" fmla="*/ 4798726 h 6857801"/>
                <a:gd name="connsiteX1151" fmla="*/ 4276624 w 12184003"/>
                <a:gd name="connsiteY1151" fmla="*/ 4798726 h 6857801"/>
                <a:gd name="connsiteX1152" fmla="*/ 3922027 w 12184003"/>
                <a:gd name="connsiteY1152" fmla="*/ 5153369 h 6857801"/>
                <a:gd name="connsiteX1153" fmla="*/ 3930676 w 12184003"/>
                <a:gd name="connsiteY1153" fmla="*/ 5174279 h 6857801"/>
                <a:gd name="connsiteX1154" fmla="*/ 3917541 w 12184003"/>
                <a:gd name="connsiteY1154" fmla="*/ 5206030 h 6857801"/>
                <a:gd name="connsiteX1155" fmla="*/ 3885786 w 12184003"/>
                <a:gd name="connsiteY1155" fmla="*/ 5219169 h 6857801"/>
                <a:gd name="connsiteX1156" fmla="*/ 3860227 w 12184003"/>
                <a:gd name="connsiteY1156" fmla="*/ 5208594 h 6857801"/>
                <a:gd name="connsiteX1157" fmla="*/ 3787773 w 12184003"/>
                <a:gd name="connsiteY1157" fmla="*/ 5281050 h 6857801"/>
                <a:gd name="connsiteX1158" fmla="*/ 3793815 w 12184003"/>
                <a:gd name="connsiteY1158" fmla="*/ 5295814 h 6857801"/>
                <a:gd name="connsiteX1159" fmla="*/ 3783961 w 12184003"/>
                <a:gd name="connsiteY1159" fmla="*/ 5319901 h 6857801"/>
                <a:gd name="connsiteX1160" fmla="*/ 3777394 w 12184003"/>
                <a:gd name="connsiteY1160" fmla="*/ 5322587 h 6857801"/>
                <a:gd name="connsiteX1161" fmla="*/ 3777394 w 12184003"/>
                <a:gd name="connsiteY1161" fmla="*/ 5549831 h 6857801"/>
                <a:gd name="connsiteX1162" fmla="*/ 3464262 w 12184003"/>
                <a:gd name="connsiteY1162" fmla="*/ 5862974 h 6857801"/>
                <a:gd name="connsiteX1163" fmla="*/ 3464262 w 12184003"/>
                <a:gd name="connsiteY1163" fmla="*/ 6044727 h 6857801"/>
                <a:gd name="connsiteX1164" fmla="*/ 3178961 w 12184003"/>
                <a:gd name="connsiteY1164" fmla="*/ 6330031 h 6857801"/>
                <a:gd name="connsiteX1165" fmla="*/ 3178802 w 12184003"/>
                <a:gd name="connsiteY1165" fmla="*/ 6360843 h 6857801"/>
                <a:gd name="connsiteX1166" fmla="*/ 3615909 w 12184003"/>
                <a:gd name="connsiteY1166" fmla="*/ 5923725 h 6857801"/>
                <a:gd name="connsiteX1167" fmla="*/ 3609866 w 12184003"/>
                <a:gd name="connsiteY1167" fmla="*/ 5908960 h 6857801"/>
                <a:gd name="connsiteX1168" fmla="*/ 3619721 w 12184003"/>
                <a:gd name="connsiteY1168" fmla="*/ 5884872 h 6857801"/>
                <a:gd name="connsiteX1169" fmla="*/ 3667894 w 12184003"/>
                <a:gd name="connsiteY1169" fmla="*/ 5884872 h 6857801"/>
                <a:gd name="connsiteX1170" fmla="*/ 3674165 w 12184003"/>
                <a:gd name="connsiteY1170" fmla="*/ 5900200 h 6857801"/>
                <a:gd name="connsiteX1171" fmla="*/ 3956952 w 12184003"/>
                <a:gd name="connsiteY1171" fmla="*/ 5900200 h 6857801"/>
                <a:gd name="connsiteX1172" fmla="*/ 4125568 w 12184003"/>
                <a:gd name="connsiteY1172" fmla="*/ 5731585 h 6857801"/>
                <a:gd name="connsiteX1173" fmla="*/ 4125568 w 12184003"/>
                <a:gd name="connsiteY1173" fmla="*/ 5365887 h 6857801"/>
                <a:gd name="connsiteX1174" fmla="*/ 4289409 w 12184003"/>
                <a:gd name="connsiteY1174" fmla="*/ 5202004 h 6857801"/>
                <a:gd name="connsiteX1175" fmla="*/ 4282100 w 12184003"/>
                <a:gd name="connsiteY1175" fmla="*/ 5184133 h 6857801"/>
                <a:gd name="connsiteX1176" fmla="*/ 4291951 w 12184003"/>
                <a:gd name="connsiteY1176" fmla="*/ 5160045 h 6857801"/>
                <a:gd name="connsiteX1177" fmla="*/ 4340129 w 12184003"/>
                <a:gd name="connsiteY1177" fmla="*/ 5160045 h 6857801"/>
                <a:gd name="connsiteX1178" fmla="*/ 4340129 w 12184003"/>
                <a:gd name="connsiteY1178" fmla="*/ 5208220 h 6857801"/>
                <a:gd name="connsiteX1179" fmla="*/ 4316042 w 12184003"/>
                <a:gd name="connsiteY1179" fmla="*/ 5218075 h 6857801"/>
                <a:gd name="connsiteX1180" fmla="*/ 4302829 w 12184003"/>
                <a:gd name="connsiteY1180" fmla="*/ 5212670 h 6857801"/>
                <a:gd name="connsiteX1181" fmla="*/ 4143088 w 12184003"/>
                <a:gd name="connsiteY1181" fmla="*/ 5372456 h 6857801"/>
                <a:gd name="connsiteX1182" fmla="*/ 4143088 w 12184003"/>
                <a:gd name="connsiteY1182" fmla="*/ 5738155 h 6857801"/>
                <a:gd name="connsiteX1183" fmla="*/ 3981043 w 12184003"/>
                <a:gd name="connsiteY1183" fmla="*/ 5900200 h 6857801"/>
                <a:gd name="connsiteX1184" fmla="*/ 4099294 w 12184003"/>
                <a:gd name="connsiteY1184" fmla="*/ 5900200 h 6857801"/>
                <a:gd name="connsiteX1185" fmla="*/ 4381738 w 12184003"/>
                <a:gd name="connsiteY1185" fmla="*/ 5617715 h 6857801"/>
                <a:gd name="connsiteX1186" fmla="*/ 4381738 w 12184003"/>
                <a:gd name="connsiteY1186" fmla="*/ 5372942 h 6857801"/>
                <a:gd name="connsiteX1187" fmla="*/ 4380643 w 12184003"/>
                <a:gd name="connsiteY1187" fmla="*/ 5370267 h 6857801"/>
                <a:gd name="connsiteX1188" fmla="*/ 4381738 w 12184003"/>
                <a:gd name="connsiteY1188" fmla="*/ 5367591 h 6857801"/>
                <a:gd name="connsiteX1189" fmla="*/ 4381738 w 12184003"/>
                <a:gd name="connsiteY1189" fmla="*/ 5267345 h 6857801"/>
                <a:gd name="connsiteX1190" fmla="*/ 4601895 w 12184003"/>
                <a:gd name="connsiteY1190" fmla="*/ 5047190 h 6857801"/>
                <a:gd name="connsiteX1191" fmla="*/ 4591961 w 12184003"/>
                <a:gd name="connsiteY1191" fmla="*/ 5023182 h 6857801"/>
                <a:gd name="connsiteX1192" fmla="*/ 4599525 w 12184003"/>
                <a:gd name="connsiteY1192" fmla="*/ 5004906 h 6857801"/>
                <a:gd name="connsiteX1193" fmla="*/ 4589754 w 12184003"/>
                <a:gd name="connsiteY1193" fmla="*/ 4980480 h 6857801"/>
                <a:gd name="connsiteX1194" fmla="*/ 4635740 w 12184003"/>
                <a:gd name="connsiteY1194" fmla="*/ 4934494 h 6857801"/>
                <a:gd name="connsiteX1195" fmla="*/ 4681728 w 12184003"/>
                <a:gd name="connsiteY1195" fmla="*/ 4980480 h 6857801"/>
                <a:gd name="connsiteX1196" fmla="*/ 4673052 w 12184003"/>
                <a:gd name="connsiteY1196" fmla="*/ 5002173 h 6857801"/>
                <a:gd name="connsiteX1197" fmla="*/ 4681739 w 12184003"/>
                <a:gd name="connsiteY1197" fmla="*/ 5023182 h 6857801"/>
                <a:gd name="connsiteX1198" fmla="*/ 4668605 w 12184003"/>
                <a:gd name="connsiteY1198" fmla="*/ 5054934 h 6857801"/>
                <a:gd name="connsiteX1199" fmla="*/ 4644501 w 12184003"/>
                <a:gd name="connsiteY1199" fmla="*/ 5064908 h 6857801"/>
                <a:gd name="connsiteX1200" fmla="*/ 4644501 w 12184003"/>
                <a:gd name="connsiteY1200" fmla="*/ 5116971 h 6857801"/>
                <a:gd name="connsiteX1201" fmla="*/ 5106551 w 12184003"/>
                <a:gd name="connsiteY1201" fmla="*/ 4656280 h 6857801"/>
                <a:gd name="connsiteX1202" fmla="*/ 6455465 w 12184003"/>
                <a:gd name="connsiteY1202" fmla="*/ 4395801 h 6857801"/>
                <a:gd name="connsiteX1203" fmla="*/ 6455465 w 12184003"/>
                <a:gd name="connsiteY1203" fmla="*/ 5372457 h 6857801"/>
                <a:gd name="connsiteX1204" fmla="*/ 6455466 w 12184003"/>
                <a:gd name="connsiteY1204" fmla="*/ 5372456 h 6857801"/>
                <a:gd name="connsiteX1205" fmla="*/ 6488312 w 12184003"/>
                <a:gd name="connsiteY1205" fmla="*/ 5407493 h 6857801"/>
                <a:gd name="connsiteX1206" fmla="*/ 6482137 w 12184003"/>
                <a:gd name="connsiteY1206" fmla="*/ 5423216 h 6857801"/>
                <a:gd name="connsiteX1207" fmla="*/ 6608752 w 12184003"/>
                <a:gd name="connsiteY1207" fmla="*/ 5549831 h 6857801"/>
                <a:gd name="connsiteX1208" fmla="*/ 6608752 w 12184003"/>
                <a:gd name="connsiteY1208" fmla="*/ 5158168 h 6857801"/>
                <a:gd name="connsiteX1209" fmla="*/ 6590139 w 12184003"/>
                <a:gd name="connsiteY1209" fmla="*/ 5150190 h 6857801"/>
                <a:gd name="connsiteX1210" fmla="*/ 6580284 w 12184003"/>
                <a:gd name="connsiteY1210" fmla="*/ 5127197 h 6857801"/>
                <a:gd name="connsiteX1211" fmla="*/ 6589317 w 12184003"/>
                <a:gd name="connsiteY1211" fmla="*/ 5104204 h 6857801"/>
                <a:gd name="connsiteX1212" fmla="*/ 6601107 w 12184003"/>
                <a:gd name="connsiteY1212" fmla="*/ 5099326 h 6857801"/>
                <a:gd name="connsiteX1213" fmla="*/ 6595613 w 12184003"/>
                <a:gd name="connsiteY1213" fmla="*/ 5085590 h 6857801"/>
                <a:gd name="connsiteX1214" fmla="*/ 6608752 w 12184003"/>
                <a:gd name="connsiteY1214" fmla="*/ 5052743 h 6857801"/>
                <a:gd name="connsiteX1215" fmla="*/ 6617511 w 12184003"/>
                <a:gd name="connsiteY1215" fmla="*/ 5049239 h 6857801"/>
                <a:gd name="connsiteX1216" fmla="*/ 6617511 w 12184003"/>
                <a:gd name="connsiteY1216" fmla="*/ 4557847 h 6857801"/>
                <a:gd name="connsiteX1217" fmla="*/ 5909088 w 12184003"/>
                <a:gd name="connsiteY1217" fmla="*/ 4275362 h 6857801"/>
                <a:gd name="connsiteX1218" fmla="*/ 5791956 w 12184003"/>
                <a:gd name="connsiteY1218" fmla="*/ 4393610 h 6857801"/>
                <a:gd name="connsiteX1219" fmla="*/ 5791956 w 12184003"/>
                <a:gd name="connsiteY1219" fmla="*/ 5643993 h 6857801"/>
                <a:gd name="connsiteX1220" fmla="*/ 5794146 w 12184003"/>
                <a:gd name="connsiteY1220" fmla="*/ 5646182 h 6857801"/>
                <a:gd name="connsiteX1221" fmla="*/ 5794146 w 12184003"/>
                <a:gd name="connsiteY1221" fmla="*/ 4879748 h 6857801"/>
                <a:gd name="connsiteX1222" fmla="*/ 5932103 w 12184003"/>
                <a:gd name="connsiteY1222" fmla="*/ 4741789 h 6857801"/>
                <a:gd name="connsiteX1223" fmla="*/ 5932103 w 12184003"/>
                <a:gd name="connsiteY1223" fmla="*/ 4667338 h 6857801"/>
                <a:gd name="connsiteX1224" fmla="*/ 5964950 w 12184003"/>
                <a:gd name="connsiteY1224" fmla="*/ 4634491 h 6857801"/>
                <a:gd name="connsiteX1225" fmla="*/ 5964950 w 12184003"/>
                <a:gd name="connsiteY1225" fmla="*/ 4518233 h 6857801"/>
                <a:gd name="connsiteX1226" fmla="*/ 5950718 w 12184003"/>
                <a:gd name="connsiteY1226" fmla="*/ 4508576 h 6857801"/>
                <a:gd name="connsiteX1227" fmla="*/ 5936485 w 12184003"/>
                <a:gd name="connsiteY1227" fmla="*/ 4474634 h 6857801"/>
                <a:gd name="connsiteX1228" fmla="*/ 5984660 w 12184003"/>
                <a:gd name="connsiteY1228" fmla="*/ 4426458 h 6857801"/>
                <a:gd name="connsiteX1229" fmla="*/ 6032834 w 12184003"/>
                <a:gd name="connsiteY1229" fmla="*/ 4474634 h 6857801"/>
                <a:gd name="connsiteX1230" fmla="*/ 6003275 w 12184003"/>
                <a:gd name="connsiteY1230" fmla="*/ 4518977 h 6857801"/>
                <a:gd name="connsiteX1231" fmla="*/ 5997797 w 12184003"/>
                <a:gd name="connsiteY1231" fmla="*/ 4520105 h 6857801"/>
                <a:gd name="connsiteX1232" fmla="*/ 5997797 w 12184003"/>
                <a:gd name="connsiteY1232" fmla="*/ 4601645 h 6857801"/>
                <a:gd name="connsiteX1233" fmla="*/ 6269332 w 12184003"/>
                <a:gd name="connsiteY1233" fmla="*/ 4330106 h 6857801"/>
                <a:gd name="connsiteX1234" fmla="*/ 6269332 w 12184003"/>
                <a:gd name="connsiteY1234" fmla="*/ 4275362 h 6857801"/>
                <a:gd name="connsiteX1235" fmla="*/ 6115764 w 12184003"/>
                <a:gd name="connsiteY1235" fmla="*/ 4275362 h 6857801"/>
                <a:gd name="connsiteX1236" fmla="*/ 6109475 w 12184003"/>
                <a:gd name="connsiteY1236" fmla="*/ 4290689 h 6857801"/>
                <a:gd name="connsiteX1237" fmla="*/ 6077724 w 12184003"/>
                <a:gd name="connsiteY1237" fmla="*/ 4303828 h 6857801"/>
                <a:gd name="connsiteX1238" fmla="*/ 6052543 w 12184003"/>
                <a:gd name="connsiteY1238" fmla="*/ 4293408 h 6857801"/>
                <a:gd name="connsiteX1239" fmla="*/ 6027359 w 12184003"/>
                <a:gd name="connsiteY1239" fmla="*/ 4303828 h 6857801"/>
                <a:gd name="connsiteX1240" fmla="*/ 5995609 w 12184003"/>
                <a:gd name="connsiteY1240" fmla="*/ 4290690 h 6857801"/>
                <a:gd name="connsiteX1241" fmla="*/ 5989320 w 12184003"/>
                <a:gd name="connsiteY1241" fmla="*/ 4275362 h 6857801"/>
                <a:gd name="connsiteX1242" fmla="*/ 5772257 w 12184003"/>
                <a:gd name="connsiteY1242" fmla="*/ 4275362 h 6857801"/>
                <a:gd name="connsiteX1243" fmla="*/ 5445971 w 12184003"/>
                <a:gd name="connsiteY1243" fmla="*/ 4601663 h 6857801"/>
                <a:gd name="connsiteX1244" fmla="*/ 5445971 w 12184003"/>
                <a:gd name="connsiteY1244" fmla="*/ 5228272 h 6857801"/>
                <a:gd name="connsiteX1245" fmla="*/ 5465677 w 12184003"/>
                <a:gd name="connsiteY1245" fmla="*/ 5247637 h 6857801"/>
                <a:gd name="connsiteX1246" fmla="*/ 5465677 w 12184003"/>
                <a:gd name="connsiteY1246" fmla="*/ 5317707 h 6857801"/>
                <a:gd name="connsiteX1247" fmla="*/ 5537939 w 12184003"/>
                <a:gd name="connsiteY1247" fmla="*/ 5389972 h 6857801"/>
                <a:gd name="connsiteX1248" fmla="*/ 5537939 w 12184003"/>
                <a:gd name="connsiteY1248" fmla="*/ 5020670 h 6857801"/>
                <a:gd name="connsiteX1249" fmla="*/ 5536842 w 12184003"/>
                <a:gd name="connsiteY1249" fmla="*/ 5020444 h 6857801"/>
                <a:gd name="connsiteX1250" fmla="*/ 5507278 w 12184003"/>
                <a:gd name="connsiteY1250" fmla="*/ 4976100 h 6857801"/>
                <a:gd name="connsiteX1251" fmla="*/ 5555455 w 12184003"/>
                <a:gd name="connsiteY1251" fmla="*/ 4927924 h 6857801"/>
                <a:gd name="connsiteX1252" fmla="*/ 5603630 w 12184003"/>
                <a:gd name="connsiteY1252" fmla="*/ 4976100 h 6857801"/>
                <a:gd name="connsiteX1253" fmla="*/ 5574068 w 12184003"/>
                <a:gd name="connsiteY1253" fmla="*/ 5020444 h 6857801"/>
                <a:gd name="connsiteX1254" fmla="*/ 5572975 w 12184003"/>
                <a:gd name="connsiteY1254" fmla="*/ 5020668 h 6857801"/>
                <a:gd name="connsiteX1255" fmla="*/ 5572975 w 12184003"/>
                <a:gd name="connsiteY1255" fmla="*/ 5425008 h 6857801"/>
                <a:gd name="connsiteX1256" fmla="*/ 5745971 w 12184003"/>
                <a:gd name="connsiteY1256" fmla="*/ 5598006 h 6857801"/>
                <a:gd name="connsiteX1257" fmla="*/ 5745971 w 12184003"/>
                <a:gd name="connsiteY1257" fmla="*/ 4376092 h 6857801"/>
                <a:gd name="connsiteX1258" fmla="*/ 5845750 w 12184003"/>
                <a:gd name="connsiteY1258" fmla="*/ 4275362 h 6857801"/>
                <a:gd name="connsiteX1259" fmla="*/ 6596489 w 12184003"/>
                <a:gd name="connsiteY1259" fmla="*/ 4219739 h 6857801"/>
                <a:gd name="connsiteX1260" fmla="*/ 6455465 w 12184003"/>
                <a:gd name="connsiteY1260" fmla="*/ 4360763 h 6857801"/>
                <a:gd name="connsiteX1261" fmla="*/ 6455465 w 12184003"/>
                <a:gd name="connsiteY1261" fmla="*/ 4362954 h 6857801"/>
                <a:gd name="connsiteX1262" fmla="*/ 6617511 w 12184003"/>
                <a:gd name="connsiteY1262" fmla="*/ 4525000 h 6857801"/>
                <a:gd name="connsiteX1263" fmla="*/ 6617511 w 12184003"/>
                <a:gd name="connsiteY1263" fmla="*/ 4221240 h 6857801"/>
                <a:gd name="connsiteX1264" fmla="*/ 6608752 w 12184003"/>
                <a:gd name="connsiteY1264" fmla="*/ 4224995 h 6857801"/>
                <a:gd name="connsiteX1265" fmla="*/ 8421913 w 12184003"/>
                <a:gd name="connsiteY1265" fmla="*/ 4172440 h 6857801"/>
                <a:gd name="connsiteX1266" fmla="*/ 8664982 w 12184003"/>
                <a:gd name="connsiteY1266" fmla="*/ 4415508 h 6857801"/>
                <a:gd name="connsiteX1267" fmla="*/ 8664801 w 12184003"/>
                <a:gd name="connsiteY1267" fmla="*/ 4548907 h 6857801"/>
                <a:gd name="connsiteX1268" fmla="*/ 8927758 w 12184003"/>
                <a:gd name="connsiteY1268" fmla="*/ 4811864 h 6857801"/>
                <a:gd name="connsiteX1269" fmla="*/ 8927758 w 12184003"/>
                <a:gd name="connsiteY1269" fmla="*/ 4518429 h 6857801"/>
                <a:gd name="connsiteX1270" fmla="*/ 8701926 w 12184003"/>
                <a:gd name="connsiteY1270" fmla="*/ 4292597 h 6857801"/>
                <a:gd name="connsiteX1271" fmla="*/ 8682500 w 12184003"/>
                <a:gd name="connsiteY1271" fmla="*/ 4300543 h 6857801"/>
                <a:gd name="connsiteX1272" fmla="*/ 8658412 w 12184003"/>
                <a:gd name="connsiteY1272" fmla="*/ 4290690 h 6857801"/>
                <a:gd name="connsiteX1273" fmla="*/ 8658412 w 12184003"/>
                <a:gd name="connsiteY1273" fmla="*/ 4242514 h 6857801"/>
                <a:gd name="connsiteX1274" fmla="*/ 8706587 w 12184003"/>
                <a:gd name="connsiteY1274" fmla="*/ 4242514 h 6857801"/>
                <a:gd name="connsiteX1275" fmla="*/ 8716442 w 12184003"/>
                <a:gd name="connsiteY1275" fmla="*/ 4266602 h 6857801"/>
                <a:gd name="connsiteX1276" fmla="*/ 8711087 w 12184003"/>
                <a:gd name="connsiteY1276" fmla="*/ 4279689 h 6857801"/>
                <a:gd name="connsiteX1277" fmla="*/ 8945276 w 12184003"/>
                <a:gd name="connsiteY1277" fmla="*/ 4511861 h 6857801"/>
                <a:gd name="connsiteX1278" fmla="*/ 8945276 w 12184003"/>
                <a:gd name="connsiteY1278" fmla="*/ 4829382 h 6857801"/>
                <a:gd name="connsiteX1279" fmla="*/ 8953194 w 12184003"/>
                <a:gd name="connsiteY1279" fmla="*/ 4837300 h 6857801"/>
                <a:gd name="connsiteX1280" fmla="*/ 8960605 w 12184003"/>
                <a:gd name="connsiteY1280" fmla="*/ 4840331 h 6857801"/>
                <a:gd name="connsiteX1281" fmla="*/ 9251319 w 12184003"/>
                <a:gd name="connsiteY1281" fmla="*/ 4840331 h 6857801"/>
                <a:gd name="connsiteX1282" fmla="*/ 9039468 w 12184003"/>
                <a:gd name="connsiteY1282" fmla="*/ 4628021 h 6857801"/>
                <a:gd name="connsiteX1283" fmla="*/ 9018361 w 12184003"/>
                <a:gd name="connsiteY1283" fmla="*/ 4636680 h 6857801"/>
                <a:gd name="connsiteX1284" fmla="*/ 8984693 w 12184003"/>
                <a:gd name="connsiteY1284" fmla="*/ 4623541 h 6857801"/>
                <a:gd name="connsiteX1285" fmla="*/ 8984693 w 12184003"/>
                <a:gd name="connsiteY1285" fmla="*/ 4560037 h 6857801"/>
                <a:gd name="connsiteX1286" fmla="*/ 9006591 w 12184003"/>
                <a:gd name="connsiteY1286" fmla="*/ 4550976 h 6857801"/>
                <a:gd name="connsiteX1287" fmla="*/ 9006591 w 12184003"/>
                <a:gd name="connsiteY1287" fmla="*/ 4417380 h 6857801"/>
                <a:gd name="connsiteX1288" fmla="*/ 8762348 w 12184003"/>
                <a:gd name="connsiteY1288" fmla="*/ 4172440 h 6857801"/>
                <a:gd name="connsiteX1289" fmla="*/ 8288336 w 12184003"/>
                <a:gd name="connsiteY1289" fmla="*/ 4172440 h 6857801"/>
                <a:gd name="connsiteX1290" fmla="*/ 8640893 w 12184003"/>
                <a:gd name="connsiteY1290" fmla="*/ 4524999 h 6857801"/>
                <a:gd name="connsiteX1291" fmla="*/ 8640893 w 12184003"/>
                <a:gd name="connsiteY1291" fmla="*/ 4424268 h 6857801"/>
                <a:gd name="connsiteX1292" fmla="*/ 8389066 w 12184003"/>
                <a:gd name="connsiteY1292" fmla="*/ 4172440 h 6857801"/>
                <a:gd name="connsiteX1293" fmla="*/ 8359138 w 12184003"/>
                <a:gd name="connsiteY1293" fmla="*/ 4172440 h 6857801"/>
                <a:gd name="connsiteX1294" fmla="*/ 8348555 w 12184003"/>
                <a:gd name="connsiteY1294" fmla="*/ 4176819 h 6857801"/>
                <a:gd name="connsiteX1295" fmla="*/ 8337973 w 12184003"/>
                <a:gd name="connsiteY1295" fmla="*/ 4172440 h 6857801"/>
                <a:gd name="connsiteX1296" fmla="*/ 8159137 w 12184003"/>
                <a:gd name="connsiteY1296" fmla="*/ 4172440 h 6857801"/>
                <a:gd name="connsiteX1297" fmla="*/ 8640893 w 12184003"/>
                <a:gd name="connsiteY1297" fmla="*/ 4654198 h 6857801"/>
                <a:gd name="connsiteX1298" fmla="*/ 8640893 w 12184003"/>
                <a:gd name="connsiteY1298" fmla="*/ 4557846 h 6857801"/>
                <a:gd name="connsiteX1299" fmla="*/ 8255487 w 12184003"/>
                <a:gd name="connsiteY1299" fmla="*/ 4172440 h 6857801"/>
                <a:gd name="connsiteX1300" fmla="*/ 8095632 w 12184003"/>
                <a:gd name="connsiteY1300" fmla="*/ 4172440 h 6857801"/>
                <a:gd name="connsiteX1301" fmla="*/ 8297094 w 12184003"/>
                <a:gd name="connsiteY1301" fmla="*/ 4373902 h 6857801"/>
                <a:gd name="connsiteX1302" fmla="*/ 8297094 w 12184003"/>
                <a:gd name="connsiteY1302" fmla="*/ 4481204 h 6857801"/>
                <a:gd name="connsiteX1303" fmla="*/ 8375927 w 12184003"/>
                <a:gd name="connsiteY1303" fmla="*/ 4560037 h 6857801"/>
                <a:gd name="connsiteX1304" fmla="*/ 8375770 w 12184003"/>
                <a:gd name="connsiteY1304" fmla="*/ 4629952 h 6857801"/>
                <a:gd name="connsiteX1305" fmla="*/ 8640893 w 12184003"/>
                <a:gd name="connsiteY1305" fmla="*/ 4895077 h 6857801"/>
                <a:gd name="connsiteX1306" fmla="*/ 8640893 w 12184003"/>
                <a:gd name="connsiteY1306" fmla="*/ 4724270 h 6857801"/>
                <a:gd name="connsiteX1307" fmla="*/ 8465709 w 12184003"/>
                <a:gd name="connsiteY1307" fmla="*/ 4549087 h 6857801"/>
                <a:gd name="connsiteX1308" fmla="*/ 8417533 w 12184003"/>
                <a:gd name="connsiteY1308" fmla="*/ 4549087 h 6857801"/>
                <a:gd name="connsiteX1309" fmla="*/ 8417533 w 12184003"/>
                <a:gd name="connsiteY1309" fmla="*/ 4500910 h 6857801"/>
                <a:gd name="connsiteX1310" fmla="*/ 8441622 w 12184003"/>
                <a:gd name="connsiteY1310" fmla="*/ 4491058 h 6857801"/>
                <a:gd name="connsiteX1311" fmla="*/ 8447179 w 12184003"/>
                <a:gd name="connsiteY1311" fmla="*/ 4493331 h 6857801"/>
                <a:gd name="connsiteX1312" fmla="*/ 8130668 w 12184003"/>
                <a:gd name="connsiteY1312" fmla="*/ 4176819 h 6857801"/>
                <a:gd name="connsiteX1313" fmla="*/ 8130668 w 12184003"/>
                <a:gd name="connsiteY1313" fmla="*/ 4172440 h 6857801"/>
                <a:gd name="connsiteX1314" fmla="*/ 7988330 w 12184003"/>
                <a:gd name="connsiteY1314" fmla="*/ 4172440 h 6857801"/>
                <a:gd name="connsiteX1315" fmla="*/ 8279576 w 12184003"/>
                <a:gd name="connsiteY1315" fmla="*/ 4463685 h 6857801"/>
                <a:gd name="connsiteX1316" fmla="*/ 8279576 w 12184003"/>
                <a:gd name="connsiteY1316" fmla="*/ 4380471 h 6857801"/>
                <a:gd name="connsiteX1317" fmla="*/ 8072783 w 12184003"/>
                <a:gd name="connsiteY1317" fmla="*/ 4172440 h 6857801"/>
                <a:gd name="connsiteX1318" fmla="*/ 4032359 w 12184003"/>
                <a:gd name="connsiteY1318" fmla="*/ 4172440 h 6857801"/>
                <a:gd name="connsiteX1319" fmla="*/ 3825563 w 12184003"/>
                <a:gd name="connsiteY1319" fmla="*/ 4380471 h 6857801"/>
                <a:gd name="connsiteX1320" fmla="*/ 3825563 w 12184003"/>
                <a:gd name="connsiteY1320" fmla="*/ 4465880 h 6857801"/>
                <a:gd name="connsiteX1321" fmla="*/ 4119001 w 12184003"/>
                <a:gd name="connsiteY1321" fmla="*/ 4172440 h 6857801"/>
                <a:gd name="connsiteX1322" fmla="*/ 3974470 w 12184003"/>
                <a:gd name="connsiteY1322" fmla="*/ 4172440 h 6857801"/>
                <a:gd name="connsiteX1323" fmla="*/ 3974470 w 12184003"/>
                <a:gd name="connsiteY1323" fmla="*/ 4176819 h 6857801"/>
                <a:gd name="connsiteX1324" fmla="*/ 3656452 w 12184003"/>
                <a:gd name="connsiteY1324" fmla="*/ 4494844 h 6857801"/>
                <a:gd name="connsiteX1325" fmla="*/ 3665705 w 12184003"/>
                <a:gd name="connsiteY1325" fmla="*/ 4491058 h 6857801"/>
                <a:gd name="connsiteX1326" fmla="*/ 3689796 w 12184003"/>
                <a:gd name="connsiteY1326" fmla="*/ 4500910 h 6857801"/>
                <a:gd name="connsiteX1327" fmla="*/ 3689796 w 12184003"/>
                <a:gd name="connsiteY1327" fmla="*/ 4549087 h 6857801"/>
                <a:gd name="connsiteX1328" fmla="*/ 3641622 w 12184003"/>
                <a:gd name="connsiteY1328" fmla="*/ 4549087 h 6857801"/>
                <a:gd name="connsiteX1329" fmla="*/ 3641063 w 12184003"/>
                <a:gd name="connsiteY1329" fmla="*/ 4547725 h 6857801"/>
                <a:gd name="connsiteX1330" fmla="*/ 3464262 w 12184003"/>
                <a:gd name="connsiteY1330" fmla="*/ 4726305 h 6857801"/>
                <a:gd name="connsiteX1331" fmla="*/ 3464262 w 12184003"/>
                <a:gd name="connsiteY1331" fmla="*/ 4895073 h 6857801"/>
                <a:gd name="connsiteX1332" fmla="*/ 3731404 w 12184003"/>
                <a:gd name="connsiteY1332" fmla="*/ 4627914 h 6857801"/>
                <a:gd name="connsiteX1333" fmla="*/ 3731404 w 12184003"/>
                <a:gd name="connsiteY1333" fmla="*/ 4560037 h 6857801"/>
                <a:gd name="connsiteX1334" fmla="*/ 3808048 w 12184003"/>
                <a:gd name="connsiteY1334" fmla="*/ 4483399 h 6857801"/>
                <a:gd name="connsiteX1335" fmla="*/ 3808048 w 12184003"/>
                <a:gd name="connsiteY1335" fmla="*/ 4373902 h 6857801"/>
                <a:gd name="connsiteX1336" fmla="*/ 4009508 w 12184003"/>
                <a:gd name="connsiteY1336" fmla="*/ 4172440 h 6857801"/>
                <a:gd name="connsiteX1337" fmla="*/ 3928487 w 12184003"/>
                <a:gd name="connsiteY1337" fmla="*/ 4172440 h 6857801"/>
                <a:gd name="connsiteX1338" fmla="*/ 3464262 w 12184003"/>
                <a:gd name="connsiteY1338" fmla="*/ 4636691 h 6857801"/>
                <a:gd name="connsiteX1339" fmla="*/ 3464262 w 12184003"/>
                <a:gd name="connsiteY1339" fmla="*/ 4656388 h 6857801"/>
                <a:gd name="connsiteX1340" fmla="*/ 3948194 w 12184003"/>
                <a:gd name="connsiteY1340" fmla="*/ 4172440 h 6857801"/>
                <a:gd name="connsiteX1341" fmla="*/ 3716079 w 12184003"/>
                <a:gd name="connsiteY1341" fmla="*/ 4172440 h 6857801"/>
                <a:gd name="connsiteX1342" fmla="*/ 3464262 w 12184003"/>
                <a:gd name="connsiteY1342" fmla="*/ 4424268 h 6857801"/>
                <a:gd name="connsiteX1343" fmla="*/ 3464262 w 12184003"/>
                <a:gd name="connsiteY1343" fmla="*/ 4603847 h 6857801"/>
                <a:gd name="connsiteX1344" fmla="*/ 3895650 w 12184003"/>
                <a:gd name="connsiteY1344" fmla="*/ 4172440 h 6857801"/>
                <a:gd name="connsiteX1345" fmla="*/ 3767174 w 12184003"/>
                <a:gd name="connsiteY1345" fmla="*/ 4172440 h 6857801"/>
                <a:gd name="connsiteX1346" fmla="*/ 3756590 w 12184003"/>
                <a:gd name="connsiteY1346" fmla="*/ 4176819 h 6857801"/>
                <a:gd name="connsiteX1347" fmla="*/ 3746005 w 12184003"/>
                <a:gd name="connsiteY1347" fmla="*/ 4172440 h 6857801"/>
                <a:gd name="connsiteX1348" fmla="*/ 3421658 w 12184003"/>
                <a:gd name="connsiteY1348" fmla="*/ 4172440 h 6857801"/>
                <a:gd name="connsiteX1349" fmla="*/ 3100754 w 12184003"/>
                <a:gd name="connsiteY1349" fmla="*/ 4494256 h 6857801"/>
                <a:gd name="connsiteX1350" fmla="*/ 3100754 w 12184003"/>
                <a:gd name="connsiteY1350" fmla="*/ 4551882 h 6857801"/>
                <a:gd name="connsiteX1351" fmla="*/ 3120461 w 12184003"/>
                <a:gd name="connsiteY1351" fmla="*/ 4560037 h 6857801"/>
                <a:gd name="connsiteX1352" fmla="*/ 3120461 w 12184003"/>
                <a:gd name="connsiteY1352" fmla="*/ 4623541 h 6857801"/>
                <a:gd name="connsiteX1353" fmla="*/ 3088708 w 12184003"/>
                <a:gd name="connsiteY1353" fmla="*/ 4636680 h 6857801"/>
                <a:gd name="connsiteX1354" fmla="*/ 3067799 w 12184003"/>
                <a:gd name="connsiteY1354" fmla="*/ 4628028 h 6857801"/>
                <a:gd name="connsiteX1355" fmla="*/ 2855497 w 12184003"/>
                <a:gd name="connsiteY1355" fmla="*/ 4840331 h 6857801"/>
                <a:gd name="connsiteX1356" fmla="*/ 3146735 w 12184003"/>
                <a:gd name="connsiteY1356" fmla="*/ 4840331 h 6857801"/>
                <a:gd name="connsiteX1357" fmla="*/ 3162065 w 12184003"/>
                <a:gd name="connsiteY1357" fmla="*/ 4834060 h 6857801"/>
                <a:gd name="connsiteX1358" fmla="*/ 3162065 w 12184003"/>
                <a:gd name="connsiteY1358" fmla="*/ 4511861 h 6857801"/>
                <a:gd name="connsiteX1359" fmla="*/ 3394113 w 12184003"/>
                <a:gd name="connsiteY1359" fmla="*/ 4279811 h 6857801"/>
                <a:gd name="connsiteX1360" fmla="*/ 3388711 w 12184003"/>
                <a:gd name="connsiteY1360" fmla="*/ 4266602 h 6857801"/>
                <a:gd name="connsiteX1361" fmla="*/ 3398565 w 12184003"/>
                <a:gd name="connsiteY1361" fmla="*/ 4242514 h 6857801"/>
                <a:gd name="connsiteX1362" fmla="*/ 3446737 w 12184003"/>
                <a:gd name="connsiteY1362" fmla="*/ 4242514 h 6857801"/>
                <a:gd name="connsiteX1363" fmla="*/ 3446737 w 12184003"/>
                <a:gd name="connsiteY1363" fmla="*/ 4290690 h 6857801"/>
                <a:gd name="connsiteX1364" fmla="*/ 3422652 w 12184003"/>
                <a:gd name="connsiteY1364" fmla="*/ 4300543 h 6857801"/>
                <a:gd name="connsiteX1365" fmla="*/ 3404782 w 12184003"/>
                <a:gd name="connsiteY1365" fmla="*/ 4293233 h 6857801"/>
                <a:gd name="connsiteX1366" fmla="*/ 3179585 w 12184003"/>
                <a:gd name="connsiteY1366" fmla="*/ 4518429 h 6857801"/>
                <a:gd name="connsiteX1367" fmla="*/ 3179585 w 12184003"/>
                <a:gd name="connsiteY1367" fmla="*/ 4834063 h 6857801"/>
                <a:gd name="connsiteX1368" fmla="*/ 3194909 w 12184003"/>
                <a:gd name="connsiteY1368" fmla="*/ 4840331 h 6857801"/>
                <a:gd name="connsiteX1369" fmla="*/ 3227783 w 12184003"/>
                <a:gd name="connsiteY1369" fmla="*/ 4840331 h 6857801"/>
                <a:gd name="connsiteX1370" fmla="*/ 3442365 w 12184003"/>
                <a:gd name="connsiteY1370" fmla="*/ 4625745 h 6857801"/>
                <a:gd name="connsiteX1371" fmla="*/ 3442365 w 12184003"/>
                <a:gd name="connsiteY1371" fmla="*/ 4415508 h 6857801"/>
                <a:gd name="connsiteX1372" fmla="*/ 3685421 w 12184003"/>
                <a:gd name="connsiteY1372" fmla="*/ 4172440 h 6857801"/>
                <a:gd name="connsiteX1373" fmla="*/ 8956310 w 12184003"/>
                <a:gd name="connsiteY1373" fmla="*/ 4072122 h 6857801"/>
                <a:gd name="connsiteX1374" fmla="*/ 8855494 w 12184003"/>
                <a:gd name="connsiteY1374" fmla="*/ 4172440 h 6857801"/>
                <a:gd name="connsiteX1375" fmla="*/ 8786644 w 12184003"/>
                <a:gd name="connsiteY1375" fmla="*/ 4172440 h 6857801"/>
                <a:gd name="connsiteX1376" fmla="*/ 9006591 w 12184003"/>
                <a:gd name="connsiteY1376" fmla="*/ 4391761 h 6857801"/>
                <a:gd name="connsiteX1377" fmla="*/ 9006591 w 12184003"/>
                <a:gd name="connsiteY1377" fmla="*/ 4122074 h 6857801"/>
                <a:gd name="connsiteX1378" fmla="*/ 8154757 w 12184003"/>
                <a:gd name="connsiteY1378" fmla="*/ 4071709 h 6857801"/>
                <a:gd name="connsiteX1379" fmla="*/ 8154757 w 12184003"/>
                <a:gd name="connsiteY1379" fmla="*/ 4148352 h 6857801"/>
                <a:gd name="connsiteX1380" fmla="*/ 8231400 w 12184003"/>
                <a:gd name="connsiteY1380" fmla="*/ 4148352 h 6857801"/>
                <a:gd name="connsiteX1381" fmla="*/ 5106551 w 12184003"/>
                <a:gd name="connsiteY1381" fmla="*/ 4062967 h 6857801"/>
                <a:gd name="connsiteX1382" fmla="*/ 4986141 w 12184003"/>
                <a:gd name="connsiteY1382" fmla="*/ 4183389 h 6857801"/>
                <a:gd name="connsiteX1383" fmla="*/ 4659847 w 12184003"/>
                <a:gd name="connsiteY1383" fmla="*/ 4183389 h 6857801"/>
                <a:gd name="connsiteX1384" fmla="*/ 3777394 w 12184003"/>
                <a:gd name="connsiteY1384" fmla="*/ 5065882 h 6857801"/>
                <a:gd name="connsiteX1385" fmla="*/ 3777394 w 12184003"/>
                <a:gd name="connsiteY1385" fmla="*/ 5071923 h 6857801"/>
                <a:gd name="connsiteX1386" fmla="*/ 4318230 w 12184003"/>
                <a:gd name="connsiteY1386" fmla="*/ 4529380 h 6857801"/>
                <a:gd name="connsiteX1387" fmla="*/ 4513129 w 12184003"/>
                <a:gd name="connsiteY1387" fmla="*/ 4529380 h 6857801"/>
                <a:gd name="connsiteX1388" fmla="*/ 4565685 w 12184003"/>
                <a:gd name="connsiteY1388" fmla="*/ 4476823 h 6857801"/>
                <a:gd name="connsiteX1389" fmla="*/ 4613149 w 12184003"/>
                <a:gd name="connsiteY1389" fmla="*/ 4476823 h 6857801"/>
                <a:gd name="connsiteX1390" fmla="*/ 4694921 w 12184003"/>
                <a:gd name="connsiteY1390" fmla="*/ 4393928 h 6857801"/>
                <a:gd name="connsiteX1391" fmla="*/ 4691870 w 12184003"/>
                <a:gd name="connsiteY1391" fmla="*/ 4376365 h 6857801"/>
                <a:gd name="connsiteX1392" fmla="*/ 4705826 w 12184003"/>
                <a:gd name="connsiteY1392" fmla="*/ 4343245 h 6857801"/>
                <a:gd name="connsiteX1393" fmla="*/ 4773709 w 12184003"/>
                <a:gd name="connsiteY1393" fmla="*/ 4343245 h 6857801"/>
                <a:gd name="connsiteX1394" fmla="*/ 4773709 w 12184003"/>
                <a:gd name="connsiteY1394" fmla="*/ 4411128 h 6857801"/>
                <a:gd name="connsiteX1395" fmla="*/ 4738949 w 12184003"/>
                <a:gd name="connsiteY1395" fmla="*/ 4424267 h 6857801"/>
                <a:gd name="connsiteX1396" fmla="*/ 4720168 w 12184003"/>
                <a:gd name="connsiteY1396" fmla="*/ 4416818 h 6857801"/>
                <a:gd name="connsiteX1397" fmla="*/ 4660928 w 12184003"/>
                <a:gd name="connsiteY1397" fmla="*/ 4476823 h 6857801"/>
                <a:gd name="connsiteX1398" fmla="*/ 5043067 w 12184003"/>
                <a:gd name="connsiteY1398" fmla="*/ 4476823 h 6857801"/>
                <a:gd name="connsiteX1399" fmla="*/ 5106551 w 12184003"/>
                <a:gd name="connsiteY1399" fmla="*/ 4413335 h 6857801"/>
                <a:gd name="connsiteX1400" fmla="*/ 8949656 w 12184003"/>
                <a:gd name="connsiteY1400" fmla="*/ 4034482 h 6857801"/>
                <a:gd name="connsiteX1401" fmla="*/ 8955131 w 12184003"/>
                <a:gd name="connsiteY1401" fmla="*/ 4039957 h 6857801"/>
                <a:gd name="connsiteX1402" fmla="*/ 8960606 w 12184003"/>
                <a:gd name="connsiteY1402" fmla="*/ 4034482 h 6857801"/>
                <a:gd name="connsiteX1403" fmla="*/ 3188347 w 12184003"/>
                <a:gd name="connsiteY1403" fmla="*/ 4034482 h 6857801"/>
                <a:gd name="connsiteX1404" fmla="*/ 3100754 w 12184003"/>
                <a:gd name="connsiteY1404" fmla="*/ 4122074 h 6857801"/>
                <a:gd name="connsiteX1405" fmla="*/ 3100754 w 12184003"/>
                <a:gd name="connsiteY1405" fmla="*/ 4468202 h 6857801"/>
                <a:gd name="connsiteX1406" fmla="*/ 3397361 w 12184003"/>
                <a:gd name="connsiteY1406" fmla="*/ 4172440 h 6857801"/>
                <a:gd name="connsiteX1407" fmla="*/ 3328514 w 12184003"/>
                <a:gd name="connsiteY1407" fmla="*/ 4172440 h 6857801"/>
                <a:gd name="connsiteX1408" fmla="*/ 3190556 w 12184003"/>
                <a:gd name="connsiteY1408" fmla="*/ 4034482 h 6857801"/>
                <a:gd name="connsiteX1409" fmla="*/ 7814545 w 12184003"/>
                <a:gd name="connsiteY1409" fmla="*/ 3944700 h 6857801"/>
                <a:gd name="connsiteX1410" fmla="*/ 7830665 w 12184003"/>
                <a:gd name="connsiteY1410" fmla="*/ 3955649 h 6857801"/>
                <a:gd name="connsiteX1411" fmla="*/ 7844522 w 12184003"/>
                <a:gd name="connsiteY1411" fmla="*/ 4025860 h 6857801"/>
                <a:gd name="connsiteX1412" fmla="*/ 7843444 w 12184003"/>
                <a:gd name="connsiteY1412" fmla="*/ 4027553 h 6857801"/>
                <a:gd name="connsiteX1413" fmla="*/ 7964243 w 12184003"/>
                <a:gd name="connsiteY1413" fmla="*/ 4148352 h 6857801"/>
                <a:gd name="connsiteX1414" fmla="*/ 8048839 w 12184003"/>
                <a:gd name="connsiteY1414" fmla="*/ 4148352 h 6857801"/>
                <a:gd name="connsiteX1415" fmla="*/ 7941030 w 12184003"/>
                <a:gd name="connsiteY1415" fmla="*/ 4039897 h 6857801"/>
                <a:gd name="connsiteX1416" fmla="*/ 7924827 w 12184003"/>
                <a:gd name="connsiteY1416" fmla="*/ 4046526 h 6857801"/>
                <a:gd name="connsiteX1417" fmla="*/ 7900740 w 12184003"/>
                <a:gd name="connsiteY1417" fmla="*/ 4036672 h 6857801"/>
                <a:gd name="connsiteX1418" fmla="*/ 7900740 w 12184003"/>
                <a:gd name="connsiteY1418" fmla="*/ 3988496 h 6857801"/>
                <a:gd name="connsiteX1419" fmla="*/ 7948914 w 12184003"/>
                <a:gd name="connsiteY1419" fmla="*/ 3988496 h 6857801"/>
                <a:gd name="connsiteX1420" fmla="*/ 7958769 w 12184003"/>
                <a:gd name="connsiteY1420" fmla="*/ 4012584 h 6857801"/>
                <a:gd name="connsiteX1421" fmla="*/ 7952094 w 12184003"/>
                <a:gd name="connsiteY1421" fmla="*/ 4028901 h 6857801"/>
                <a:gd name="connsiteX1422" fmla="*/ 8071545 w 12184003"/>
                <a:gd name="connsiteY1422" fmla="*/ 4148352 h 6857801"/>
                <a:gd name="connsiteX1423" fmla="*/ 8130668 w 12184003"/>
                <a:gd name="connsiteY1423" fmla="*/ 4148352 h 6857801"/>
                <a:gd name="connsiteX1424" fmla="*/ 8130668 w 12184003"/>
                <a:gd name="connsiteY1424" fmla="*/ 4047621 h 6857801"/>
                <a:gd name="connsiteX1425" fmla="*/ 8064608 w 12184003"/>
                <a:gd name="connsiteY1425" fmla="*/ 3981561 h 6857801"/>
                <a:gd name="connsiteX1426" fmla="*/ 8056968 w 12184003"/>
                <a:gd name="connsiteY1426" fmla="*/ 3986887 h 6857801"/>
                <a:gd name="connsiteX1427" fmla="*/ 8038696 w 12184003"/>
                <a:gd name="connsiteY1427" fmla="*/ 3990685 h 6857801"/>
                <a:gd name="connsiteX1428" fmla="*/ 7992710 w 12184003"/>
                <a:gd name="connsiteY1428" fmla="*/ 3944700 h 6857801"/>
                <a:gd name="connsiteX1429" fmla="*/ 6956591 w 12184003"/>
                <a:gd name="connsiteY1429" fmla="*/ 3944700 h 6857801"/>
                <a:gd name="connsiteX1430" fmla="*/ 6954653 w 12184003"/>
                <a:gd name="connsiteY1430" fmla="*/ 3955560 h 6857801"/>
                <a:gd name="connsiteX1431" fmla="*/ 7136495 w 12184003"/>
                <a:gd name="connsiteY1431" fmla="*/ 4137403 h 6857801"/>
                <a:gd name="connsiteX1432" fmla="*/ 7464967 w 12184003"/>
                <a:gd name="connsiteY1432" fmla="*/ 4139592 h 6857801"/>
                <a:gd name="connsiteX1433" fmla="*/ 8329942 w 12184003"/>
                <a:gd name="connsiteY1433" fmla="*/ 5004568 h 6857801"/>
                <a:gd name="connsiteX1434" fmla="*/ 8329942 w 12184003"/>
                <a:gd name="connsiteY1434" fmla="*/ 4759310 h 6857801"/>
                <a:gd name="connsiteX1435" fmla="*/ 8041624 w 12184003"/>
                <a:gd name="connsiteY1435" fmla="*/ 4470993 h 6857801"/>
                <a:gd name="connsiteX1436" fmla="*/ 8024463 w 12184003"/>
                <a:gd name="connsiteY1436" fmla="*/ 4478466 h 6857801"/>
                <a:gd name="connsiteX1437" fmla="*/ 7990521 w 12184003"/>
                <a:gd name="connsiteY1437" fmla="*/ 4463684 h 6857801"/>
                <a:gd name="connsiteX1438" fmla="*/ 7990521 w 12184003"/>
                <a:gd name="connsiteY1438" fmla="*/ 4395801 h 6857801"/>
                <a:gd name="connsiteX1439" fmla="*/ 8058405 w 12184003"/>
                <a:gd name="connsiteY1439" fmla="*/ 4395801 h 6857801"/>
                <a:gd name="connsiteX1440" fmla="*/ 8073186 w 12184003"/>
                <a:gd name="connsiteY1440" fmla="*/ 4429743 h 6857801"/>
                <a:gd name="connsiteX1441" fmla="*/ 8065713 w 12184003"/>
                <a:gd name="connsiteY1441" fmla="*/ 4446905 h 6857801"/>
                <a:gd name="connsiteX1442" fmla="*/ 8329942 w 12184003"/>
                <a:gd name="connsiteY1442" fmla="*/ 4711136 h 6857801"/>
                <a:gd name="connsiteX1443" fmla="*/ 8329942 w 12184003"/>
                <a:gd name="connsiteY1443" fmla="*/ 4608212 h 6857801"/>
                <a:gd name="connsiteX1444" fmla="*/ 8279576 w 12184003"/>
                <a:gd name="connsiteY1444" fmla="*/ 4557846 h 6857801"/>
                <a:gd name="connsiteX1445" fmla="*/ 8279576 w 12184003"/>
                <a:gd name="connsiteY1445" fmla="*/ 4529379 h 6857801"/>
                <a:gd name="connsiteX1446" fmla="*/ 7922637 w 12184003"/>
                <a:gd name="connsiteY1446" fmla="*/ 4172440 h 6857801"/>
                <a:gd name="connsiteX1447" fmla="*/ 7699558 w 12184003"/>
                <a:gd name="connsiteY1447" fmla="*/ 4172440 h 6857801"/>
                <a:gd name="connsiteX1448" fmla="*/ 7692707 w 12184003"/>
                <a:gd name="connsiteY1448" fmla="*/ 4189137 h 6857801"/>
                <a:gd name="connsiteX1449" fmla="*/ 7659860 w 12184003"/>
                <a:gd name="connsiteY1449" fmla="*/ 4203097 h 6857801"/>
                <a:gd name="connsiteX1450" fmla="*/ 7613874 w 12184003"/>
                <a:gd name="connsiteY1450" fmla="*/ 4157111 h 6857801"/>
                <a:gd name="connsiteX1451" fmla="*/ 7659860 w 12184003"/>
                <a:gd name="connsiteY1451" fmla="*/ 4111125 h 6857801"/>
                <a:gd name="connsiteX1452" fmla="*/ 7692707 w 12184003"/>
                <a:gd name="connsiteY1452" fmla="*/ 4124264 h 6857801"/>
                <a:gd name="connsiteX1453" fmla="*/ 7702342 w 12184003"/>
                <a:gd name="connsiteY1453" fmla="*/ 4148352 h 6857801"/>
                <a:gd name="connsiteX1454" fmla="*/ 7898549 w 12184003"/>
                <a:gd name="connsiteY1454" fmla="*/ 4148352 h 6857801"/>
                <a:gd name="connsiteX1455" fmla="*/ 7811105 w 12184003"/>
                <a:gd name="connsiteY1455" fmla="*/ 4060907 h 6857801"/>
                <a:gd name="connsiteX1456" fmla="*/ 7808904 w 12184003"/>
                <a:gd name="connsiteY1456" fmla="*/ 4062402 h 6857801"/>
                <a:gd name="connsiteX1457" fmla="*/ 7738693 w 12184003"/>
                <a:gd name="connsiteY1457" fmla="*/ 4047621 h 6857801"/>
                <a:gd name="connsiteX1458" fmla="*/ 7738693 w 12184003"/>
                <a:gd name="connsiteY1458" fmla="*/ 3955649 h 6857801"/>
                <a:gd name="connsiteX1459" fmla="*/ 7754813 w 12184003"/>
                <a:gd name="connsiteY1459" fmla="*/ 3944700 h 6857801"/>
                <a:gd name="connsiteX1460" fmla="*/ 7145255 w 12184003"/>
                <a:gd name="connsiteY1460" fmla="*/ 3944700 h 6857801"/>
                <a:gd name="connsiteX1461" fmla="*/ 6641600 w 12184003"/>
                <a:gd name="connsiteY1461" fmla="*/ 3944700 h 6857801"/>
                <a:gd name="connsiteX1462" fmla="*/ 6641600 w 12184003"/>
                <a:gd name="connsiteY1462" fmla="*/ 4549088 h 6857801"/>
                <a:gd name="connsiteX1463" fmla="*/ 6696910 w 12184003"/>
                <a:gd name="connsiteY1463" fmla="*/ 4604398 h 6857801"/>
                <a:gd name="connsiteX1464" fmla="*/ 6700724 w 12184003"/>
                <a:gd name="connsiteY1464" fmla="*/ 4595073 h 6857801"/>
                <a:gd name="connsiteX1465" fmla="*/ 6748900 w 12184003"/>
                <a:gd name="connsiteY1465" fmla="*/ 4595073 h 6857801"/>
                <a:gd name="connsiteX1466" fmla="*/ 6756963 w 12184003"/>
                <a:gd name="connsiteY1466" fmla="*/ 4614782 h 6857801"/>
                <a:gd name="connsiteX1467" fmla="*/ 6959122 w 12184003"/>
                <a:gd name="connsiteY1467" fmla="*/ 4614782 h 6857801"/>
                <a:gd name="connsiteX1468" fmla="*/ 7683524 w 12184003"/>
                <a:gd name="connsiteY1468" fmla="*/ 5339185 h 6857801"/>
                <a:gd name="connsiteX1469" fmla="*/ 7690518 w 12184003"/>
                <a:gd name="connsiteY1469" fmla="*/ 5336324 h 6857801"/>
                <a:gd name="connsiteX1470" fmla="*/ 7701466 w 12184003"/>
                <a:gd name="connsiteY1470" fmla="*/ 5340804 h 6857801"/>
                <a:gd name="connsiteX1471" fmla="*/ 7701466 w 12184003"/>
                <a:gd name="connsiteY1471" fmla="*/ 5278294 h 6857801"/>
                <a:gd name="connsiteX1472" fmla="*/ 7484515 w 12184003"/>
                <a:gd name="connsiteY1472" fmla="*/ 5061343 h 6857801"/>
                <a:gd name="connsiteX1473" fmla="*/ 7468252 w 12184003"/>
                <a:gd name="connsiteY1473" fmla="*/ 5068072 h 6857801"/>
                <a:gd name="connsiteX1474" fmla="*/ 7436500 w 12184003"/>
                <a:gd name="connsiteY1474" fmla="*/ 5054934 h 6857801"/>
                <a:gd name="connsiteX1475" fmla="*/ 7436500 w 12184003"/>
                <a:gd name="connsiteY1475" fmla="*/ 4991429 h 6857801"/>
                <a:gd name="connsiteX1476" fmla="*/ 7500004 w 12184003"/>
                <a:gd name="connsiteY1476" fmla="*/ 4991429 h 6857801"/>
                <a:gd name="connsiteX1477" fmla="*/ 7513144 w 12184003"/>
                <a:gd name="connsiteY1477" fmla="*/ 5023182 h 6857801"/>
                <a:gd name="connsiteX1478" fmla="*/ 7503850 w 12184003"/>
                <a:gd name="connsiteY1478" fmla="*/ 5045641 h 6857801"/>
                <a:gd name="connsiteX1479" fmla="*/ 7725554 w 12184003"/>
                <a:gd name="connsiteY1479" fmla="*/ 5267345 h 6857801"/>
                <a:gd name="connsiteX1480" fmla="*/ 7725554 w 12184003"/>
                <a:gd name="connsiteY1480" fmla="*/ 5619905 h 6857801"/>
                <a:gd name="connsiteX1481" fmla="*/ 8005849 w 12184003"/>
                <a:gd name="connsiteY1481" fmla="*/ 5900200 h 6857801"/>
                <a:gd name="connsiteX1482" fmla="*/ 8124099 w 12184003"/>
                <a:gd name="connsiteY1482" fmla="*/ 5900200 h 6857801"/>
                <a:gd name="connsiteX1483" fmla="*/ 7962053 w 12184003"/>
                <a:gd name="connsiteY1483" fmla="*/ 5738155 h 6857801"/>
                <a:gd name="connsiteX1484" fmla="*/ 7962053 w 12184003"/>
                <a:gd name="connsiteY1484" fmla="*/ 5372456 h 6857801"/>
                <a:gd name="connsiteX1485" fmla="*/ 7802904 w 12184003"/>
                <a:gd name="connsiteY1485" fmla="*/ 5213306 h 6857801"/>
                <a:gd name="connsiteX1486" fmla="*/ 7791248 w 12184003"/>
                <a:gd name="connsiteY1486" fmla="*/ 5218075 h 6857801"/>
                <a:gd name="connsiteX1487" fmla="*/ 7767161 w 12184003"/>
                <a:gd name="connsiteY1487" fmla="*/ 5208220 h 6857801"/>
                <a:gd name="connsiteX1488" fmla="*/ 7767161 w 12184003"/>
                <a:gd name="connsiteY1488" fmla="*/ 5160045 h 6857801"/>
                <a:gd name="connsiteX1489" fmla="*/ 7815336 w 12184003"/>
                <a:gd name="connsiteY1489" fmla="*/ 5160045 h 6857801"/>
                <a:gd name="connsiteX1490" fmla="*/ 7825190 w 12184003"/>
                <a:gd name="connsiteY1490" fmla="*/ 5184133 h 6857801"/>
                <a:gd name="connsiteX1491" fmla="*/ 7817789 w 12184003"/>
                <a:gd name="connsiteY1491" fmla="*/ 5202223 h 6857801"/>
                <a:gd name="connsiteX1492" fmla="*/ 7979571 w 12184003"/>
                <a:gd name="connsiteY1492" fmla="*/ 5365887 h 6857801"/>
                <a:gd name="connsiteX1493" fmla="*/ 7979571 w 12184003"/>
                <a:gd name="connsiteY1493" fmla="*/ 5731585 h 6857801"/>
                <a:gd name="connsiteX1494" fmla="*/ 8148186 w 12184003"/>
                <a:gd name="connsiteY1494" fmla="*/ 5900200 h 6857801"/>
                <a:gd name="connsiteX1495" fmla="*/ 8433161 w 12184003"/>
                <a:gd name="connsiteY1495" fmla="*/ 5900200 h 6857801"/>
                <a:gd name="connsiteX1496" fmla="*/ 8439432 w 12184003"/>
                <a:gd name="connsiteY1496" fmla="*/ 5884872 h 6857801"/>
                <a:gd name="connsiteX1497" fmla="*/ 8487607 w 12184003"/>
                <a:gd name="connsiteY1497" fmla="*/ 5884872 h 6857801"/>
                <a:gd name="connsiteX1498" fmla="*/ 8497462 w 12184003"/>
                <a:gd name="connsiteY1498" fmla="*/ 5908960 h 6857801"/>
                <a:gd name="connsiteX1499" fmla="*/ 8491422 w 12184003"/>
                <a:gd name="connsiteY1499" fmla="*/ 5923723 h 6857801"/>
                <a:gd name="connsiteX1500" fmla="*/ 8927760 w 12184003"/>
                <a:gd name="connsiteY1500" fmla="*/ 6360062 h 6857801"/>
                <a:gd name="connsiteX1501" fmla="*/ 8927760 w 12184003"/>
                <a:gd name="connsiteY1501" fmla="*/ 6331594 h 6857801"/>
                <a:gd name="connsiteX1502" fmla="*/ 8640893 w 12184003"/>
                <a:gd name="connsiteY1502" fmla="*/ 6044727 h 6857801"/>
                <a:gd name="connsiteX1503" fmla="*/ 8640893 w 12184003"/>
                <a:gd name="connsiteY1503" fmla="*/ 5860784 h 6857801"/>
                <a:gd name="connsiteX1504" fmla="*/ 8329942 w 12184003"/>
                <a:gd name="connsiteY1504" fmla="*/ 5549831 h 6857801"/>
                <a:gd name="connsiteX1505" fmla="*/ 8329942 w 12184003"/>
                <a:gd name="connsiteY1505" fmla="*/ 5323484 h 6857801"/>
                <a:gd name="connsiteX1506" fmla="*/ 8321182 w 12184003"/>
                <a:gd name="connsiteY1506" fmla="*/ 5319901 h 6857801"/>
                <a:gd name="connsiteX1507" fmla="*/ 8311327 w 12184003"/>
                <a:gd name="connsiteY1507" fmla="*/ 5295814 h 6857801"/>
                <a:gd name="connsiteX1508" fmla="*/ 8318003 w 12184003"/>
                <a:gd name="connsiteY1508" fmla="*/ 5279495 h 6857801"/>
                <a:gd name="connsiteX1509" fmla="*/ 8247103 w 12184003"/>
                <a:gd name="connsiteY1509" fmla="*/ 5208595 h 6857801"/>
                <a:gd name="connsiteX1510" fmla="*/ 8221546 w 12184003"/>
                <a:gd name="connsiteY1510" fmla="*/ 5219169 h 6857801"/>
                <a:gd name="connsiteX1511" fmla="*/ 8189793 w 12184003"/>
                <a:gd name="connsiteY1511" fmla="*/ 5206030 h 6857801"/>
                <a:gd name="connsiteX1512" fmla="*/ 8176654 w 12184003"/>
                <a:gd name="connsiteY1512" fmla="*/ 5174279 h 6857801"/>
                <a:gd name="connsiteX1513" fmla="*/ 8184666 w 12184003"/>
                <a:gd name="connsiteY1513" fmla="*/ 5154917 h 6857801"/>
                <a:gd name="connsiteX1514" fmla="*/ 7828475 w 12184003"/>
                <a:gd name="connsiteY1514" fmla="*/ 4798726 h 6857801"/>
                <a:gd name="connsiteX1515" fmla="*/ 7482485 w 12184003"/>
                <a:gd name="connsiteY1515" fmla="*/ 4798726 h 6857801"/>
                <a:gd name="connsiteX1516" fmla="*/ 7244638 w 12184003"/>
                <a:gd name="connsiteY1516" fmla="*/ 4558896 h 6857801"/>
                <a:gd name="connsiteX1517" fmla="*/ 7228468 w 12184003"/>
                <a:gd name="connsiteY1517" fmla="*/ 4565511 h 6857801"/>
                <a:gd name="connsiteX1518" fmla="*/ 7204381 w 12184003"/>
                <a:gd name="connsiteY1518" fmla="*/ 4555657 h 6857801"/>
                <a:gd name="connsiteX1519" fmla="*/ 7204381 w 12184003"/>
                <a:gd name="connsiteY1519" fmla="*/ 4507481 h 6857801"/>
                <a:gd name="connsiteX1520" fmla="*/ 7220440 w 12184003"/>
                <a:gd name="connsiteY1520" fmla="*/ 4500911 h 6857801"/>
                <a:gd name="connsiteX1521" fmla="*/ 7053283 w 12184003"/>
                <a:gd name="connsiteY1521" fmla="*/ 4500911 h 6857801"/>
                <a:gd name="connsiteX1522" fmla="*/ 6729938 w 12184003"/>
                <a:gd name="connsiteY1522" fmla="*/ 4177567 h 6857801"/>
                <a:gd name="connsiteX1523" fmla="*/ 6710578 w 12184003"/>
                <a:gd name="connsiteY1523" fmla="*/ 4185579 h 6857801"/>
                <a:gd name="connsiteX1524" fmla="*/ 6678826 w 12184003"/>
                <a:gd name="connsiteY1524" fmla="*/ 4172440 h 6857801"/>
                <a:gd name="connsiteX1525" fmla="*/ 6678826 w 12184003"/>
                <a:gd name="connsiteY1525" fmla="*/ 4108936 h 6857801"/>
                <a:gd name="connsiteX1526" fmla="*/ 6710852 w 12184003"/>
                <a:gd name="connsiteY1526" fmla="*/ 4095797 h 6857801"/>
                <a:gd name="connsiteX1527" fmla="*/ 6744520 w 12184003"/>
                <a:gd name="connsiteY1527" fmla="*/ 4108936 h 6857801"/>
                <a:gd name="connsiteX1528" fmla="*/ 6757660 w 12184003"/>
                <a:gd name="connsiteY1528" fmla="*/ 4140687 h 6857801"/>
                <a:gd name="connsiteX1529" fmla="*/ 6748366 w 12184003"/>
                <a:gd name="connsiteY1529" fmla="*/ 4163146 h 6857801"/>
                <a:gd name="connsiteX1530" fmla="*/ 7062042 w 12184003"/>
                <a:gd name="connsiteY1530" fmla="*/ 4476823 h 6857801"/>
                <a:gd name="connsiteX1531" fmla="*/ 7444178 w 12184003"/>
                <a:gd name="connsiteY1531" fmla="*/ 4476823 h 6857801"/>
                <a:gd name="connsiteX1532" fmla="*/ 7384932 w 12184003"/>
                <a:gd name="connsiteY1532" fmla="*/ 4416818 h 6857801"/>
                <a:gd name="connsiteX1533" fmla="*/ 7366151 w 12184003"/>
                <a:gd name="connsiteY1533" fmla="*/ 4424267 h 6857801"/>
                <a:gd name="connsiteX1534" fmla="*/ 7331388 w 12184003"/>
                <a:gd name="connsiteY1534" fmla="*/ 4411128 h 6857801"/>
                <a:gd name="connsiteX1535" fmla="*/ 7331388 w 12184003"/>
                <a:gd name="connsiteY1535" fmla="*/ 4343245 h 6857801"/>
                <a:gd name="connsiteX1536" fmla="*/ 7399272 w 12184003"/>
                <a:gd name="connsiteY1536" fmla="*/ 4343245 h 6857801"/>
                <a:gd name="connsiteX1537" fmla="*/ 7414054 w 12184003"/>
                <a:gd name="connsiteY1537" fmla="*/ 4376365 h 6857801"/>
                <a:gd name="connsiteX1538" fmla="*/ 7407765 w 12184003"/>
                <a:gd name="connsiteY1538" fmla="*/ 4391154 h 6857801"/>
                <a:gd name="connsiteX1539" fmla="*/ 7493434 w 12184003"/>
                <a:gd name="connsiteY1539" fmla="*/ 4476823 h 6857801"/>
                <a:gd name="connsiteX1540" fmla="*/ 7541609 w 12184003"/>
                <a:gd name="connsiteY1540" fmla="*/ 4476823 h 6857801"/>
                <a:gd name="connsiteX1541" fmla="*/ 7594166 w 12184003"/>
                <a:gd name="connsiteY1541" fmla="*/ 4529380 h 6857801"/>
                <a:gd name="connsiteX1542" fmla="*/ 7786869 w 12184003"/>
                <a:gd name="connsiteY1542" fmla="*/ 4529380 h 6857801"/>
                <a:gd name="connsiteX1543" fmla="*/ 8329942 w 12184003"/>
                <a:gd name="connsiteY1543" fmla="*/ 5072453 h 6857801"/>
                <a:gd name="connsiteX1544" fmla="*/ 8329942 w 12184003"/>
                <a:gd name="connsiteY1544" fmla="*/ 5068072 h 6857801"/>
                <a:gd name="connsiteX1545" fmla="*/ 7445259 w 12184003"/>
                <a:gd name="connsiteY1545" fmla="*/ 4183389 h 6857801"/>
                <a:gd name="connsiteX1546" fmla="*/ 7118977 w 12184003"/>
                <a:gd name="connsiteY1546" fmla="*/ 4183389 h 6857801"/>
                <a:gd name="connsiteX1547" fmla="*/ 6924947 w 12184003"/>
                <a:gd name="connsiteY1547" fmla="*/ 3989358 h 6857801"/>
                <a:gd name="connsiteX1548" fmla="*/ 6917651 w 12184003"/>
                <a:gd name="connsiteY1548" fmla="*/ 3994210 h 6857801"/>
                <a:gd name="connsiteX1549" fmla="*/ 6847441 w 12184003"/>
                <a:gd name="connsiteY1549" fmla="*/ 3979737 h 6857801"/>
                <a:gd name="connsiteX1550" fmla="*/ 6832659 w 12184003"/>
                <a:gd name="connsiteY1550" fmla="*/ 3958933 h 6857801"/>
                <a:gd name="connsiteX1551" fmla="*/ 6829749 w 12184003"/>
                <a:gd name="connsiteY1551" fmla="*/ 3944700 h 6857801"/>
                <a:gd name="connsiteX1552" fmla="*/ 4340859 w 12184003"/>
                <a:gd name="connsiteY1552" fmla="*/ 3944700 h 6857801"/>
                <a:gd name="connsiteX1553" fmla="*/ 4366411 w 12184003"/>
                <a:gd name="connsiteY1553" fmla="*/ 3955649 h 6857801"/>
                <a:gd name="connsiteX1554" fmla="*/ 4366411 w 12184003"/>
                <a:gd name="connsiteY1554" fmla="*/ 4047621 h 6857801"/>
                <a:gd name="connsiteX1555" fmla="*/ 4320421 w 12184003"/>
                <a:gd name="connsiteY1555" fmla="*/ 4067329 h 6857801"/>
                <a:gd name="connsiteX1556" fmla="*/ 4298963 w 12184003"/>
                <a:gd name="connsiteY1556" fmla="*/ 4058132 h 6857801"/>
                <a:gd name="connsiteX1557" fmla="*/ 4208789 w 12184003"/>
                <a:gd name="connsiteY1557" fmla="*/ 4148352 h 6857801"/>
                <a:gd name="connsiteX1558" fmla="*/ 4481601 w 12184003"/>
                <a:gd name="connsiteY1558" fmla="*/ 4148352 h 6857801"/>
                <a:gd name="connsiteX1559" fmla="*/ 4491239 w 12184003"/>
                <a:gd name="connsiteY1559" fmla="*/ 4124264 h 6857801"/>
                <a:gd name="connsiteX1560" fmla="*/ 4524078 w 12184003"/>
                <a:gd name="connsiteY1560" fmla="*/ 4111125 h 6857801"/>
                <a:gd name="connsiteX1561" fmla="*/ 4570064 w 12184003"/>
                <a:gd name="connsiteY1561" fmla="*/ 4157111 h 6857801"/>
                <a:gd name="connsiteX1562" fmla="*/ 4524078 w 12184003"/>
                <a:gd name="connsiteY1562" fmla="*/ 4203097 h 6857801"/>
                <a:gd name="connsiteX1563" fmla="*/ 4491239 w 12184003"/>
                <a:gd name="connsiteY1563" fmla="*/ 4189137 h 6857801"/>
                <a:gd name="connsiteX1564" fmla="*/ 4484390 w 12184003"/>
                <a:gd name="connsiteY1564" fmla="*/ 4172440 h 6857801"/>
                <a:gd name="connsiteX1565" fmla="*/ 4184702 w 12184003"/>
                <a:gd name="connsiteY1565" fmla="*/ 4172440 h 6857801"/>
                <a:gd name="connsiteX1566" fmla="*/ 3825563 w 12184003"/>
                <a:gd name="connsiteY1566" fmla="*/ 4531573 h 6857801"/>
                <a:gd name="connsiteX1567" fmla="*/ 3825563 w 12184003"/>
                <a:gd name="connsiteY1567" fmla="*/ 4557846 h 6857801"/>
                <a:gd name="connsiteX1568" fmla="*/ 3777394 w 12184003"/>
                <a:gd name="connsiteY1568" fmla="*/ 4606018 h 6857801"/>
                <a:gd name="connsiteX1569" fmla="*/ 3777394 w 12184003"/>
                <a:gd name="connsiteY1569" fmla="*/ 4710453 h 6857801"/>
                <a:gd name="connsiteX1570" fmla="*/ 4040059 w 12184003"/>
                <a:gd name="connsiteY1570" fmla="*/ 4446434 h 6857801"/>
                <a:gd name="connsiteX1571" fmla="*/ 4033596 w 12184003"/>
                <a:gd name="connsiteY1571" fmla="*/ 4429743 h 6857801"/>
                <a:gd name="connsiteX1572" fmla="*/ 4046736 w 12184003"/>
                <a:gd name="connsiteY1572" fmla="*/ 4395801 h 6857801"/>
                <a:gd name="connsiteX1573" fmla="*/ 4114621 w 12184003"/>
                <a:gd name="connsiteY1573" fmla="*/ 4395801 h 6857801"/>
                <a:gd name="connsiteX1574" fmla="*/ 4114621 w 12184003"/>
                <a:gd name="connsiteY1574" fmla="*/ 4463684 h 6857801"/>
                <a:gd name="connsiteX1575" fmla="*/ 4080683 w 12184003"/>
                <a:gd name="connsiteY1575" fmla="*/ 4478466 h 6857801"/>
                <a:gd name="connsiteX1576" fmla="*/ 4063519 w 12184003"/>
                <a:gd name="connsiteY1576" fmla="*/ 4470993 h 6857801"/>
                <a:gd name="connsiteX1577" fmla="*/ 3777394 w 12184003"/>
                <a:gd name="connsiteY1577" fmla="*/ 4757116 h 6857801"/>
                <a:gd name="connsiteX1578" fmla="*/ 3777394 w 12184003"/>
                <a:gd name="connsiteY1578" fmla="*/ 5002379 h 6857801"/>
                <a:gd name="connsiteX1579" fmla="*/ 4640135 w 12184003"/>
                <a:gd name="connsiteY1579" fmla="*/ 4139592 h 6857801"/>
                <a:gd name="connsiteX1580" fmla="*/ 4968621 w 12184003"/>
                <a:gd name="connsiteY1580" fmla="*/ 4137403 h 6857801"/>
                <a:gd name="connsiteX1581" fmla="*/ 5079654 w 12184003"/>
                <a:gd name="connsiteY1581" fmla="*/ 4027469 h 6857801"/>
                <a:gd name="connsiteX1582" fmla="*/ 5073700 w 12184003"/>
                <a:gd name="connsiteY1582" fmla="*/ 4012584 h 6857801"/>
                <a:gd name="connsiteX1583" fmla="*/ 5119685 w 12184003"/>
                <a:gd name="connsiteY1583" fmla="*/ 3966598 h 6857801"/>
                <a:gd name="connsiteX1584" fmla="*/ 5134963 w 12184003"/>
                <a:gd name="connsiteY1584" fmla="*/ 3972709 h 6857801"/>
                <a:gd name="connsiteX1585" fmla="*/ 5150722 w 12184003"/>
                <a:gd name="connsiteY1585" fmla="*/ 3957106 h 6857801"/>
                <a:gd name="connsiteX1586" fmla="*/ 5148508 w 12184003"/>
                <a:gd name="connsiteY1586" fmla="*/ 3944700 h 6857801"/>
                <a:gd name="connsiteX1587" fmla="*/ 5038689 w 12184003"/>
                <a:gd name="connsiteY1587" fmla="*/ 3944700 h 6857801"/>
                <a:gd name="connsiteX1588" fmla="*/ 4191270 w 12184003"/>
                <a:gd name="connsiteY1588" fmla="*/ 3944700 h 6857801"/>
                <a:gd name="connsiteX1589" fmla="*/ 4145280 w 12184003"/>
                <a:gd name="connsiteY1589" fmla="*/ 3990685 h 6857801"/>
                <a:gd name="connsiteX1590" fmla="*/ 4127007 w 12184003"/>
                <a:gd name="connsiteY1590" fmla="*/ 3986887 h 6857801"/>
                <a:gd name="connsiteX1591" fmla="*/ 4119367 w 12184003"/>
                <a:gd name="connsiteY1591" fmla="*/ 3981561 h 6857801"/>
                <a:gd name="connsiteX1592" fmla="*/ 3974470 w 12184003"/>
                <a:gd name="connsiteY1592" fmla="*/ 4126454 h 6857801"/>
                <a:gd name="connsiteX1593" fmla="*/ 3974470 w 12184003"/>
                <a:gd name="connsiteY1593" fmla="*/ 4148352 h 6857801"/>
                <a:gd name="connsiteX1594" fmla="*/ 4033596 w 12184003"/>
                <a:gd name="connsiteY1594" fmla="*/ 4148352 h 6857801"/>
                <a:gd name="connsiteX1595" fmla="*/ 4153051 w 12184003"/>
                <a:gd name="connsiteY1595" fmla="*/ 4028901 h 6857801"/>
                <a:gd name="connsiteX1596" fmla="*/ 4146375 w 12184003"/>
                <a:gd name="connsiteY1596" fmla="*/ 4012584 h 6857801"/>
                <a:gd name="connsiteX1597" fmla="*/ 4156229 w 12184003"/>
                <a:gd name="connsiteY1597" fmla="*/ 3988496 h 6857801"/>
                <a:gd name="connsiteX1598" fmla="*/ 4204412 w 12184003"/>
                <a:gd name="connsiteY1598" fmla="*/ 3988496 h 6857801"/>
                <a:gd name="connsiteX1599" fmla="*/ 4204412 w 12184003"/>
                <a:gd name="connsiteY1599" fmla="*/ 4036672 h 6857801"/>
                <a:gd name="connsiteX1600" fmla="*/ 4180322 w 12184003"/>
                <a:gd name="connsiteY1600" fmla="*/ 4046526 h 6857801"/>
                <a:gd name="connsiteX1601" fmla="*/ 4164116 w 12184003"/>
                <a:gd name="connsiteY1601" fmla="*/ 4039897 h 6857801"/>
                <a:gd name="connsiteX1602" fmla="*/ 4056306 w 12184003"/>
                <a:gd name="connsiteY1602" fmla="*/ 4148352 h 6857801"/>
                <a:gd name="connsiteX1603" fmla="*/ 4143088 w 12184003"/>
                <a:gd name="connsiteY1603" fmla="*/ 4148352 h 6857801"/>
                <a:gd name="connsiteX1604" fmla="*/ 4262507 w 12184003"/>
                <a:gd name="connsiteY1604" fmla="*/ 4028891 h 6857801"/>
                <a:gd name="connsiteX1605" fmla="*/ 4260574 w 12184003"/>
                <a:gd name="connsiteY1605" fmla="*/ 4025860 h 6857801"/>
                <a:gd name="connsiteX1606" fmla="*/ 4274436 w 12184003"/>
                <a:gd name="connsiteY1606" fmla="*/ 3955649 h 6857801"/>
                <a:gd name="connsiteX1607" fmla="*/ 4299982 w 12184003"/>
                <a:gd name="connsiteY1607" fmla="*/ 3944700 h 6857801"/>
                <a:gd name="connsiteX1608" fmla="*/ 8573544 w 12184003"/>
                <a:gd name="connsiteY1608" fmla="*/ 3927181 h 6857801"/>
                <a:gd name="connsiteX1609" fmla="*/ 8658412 w 12184003"/>
                <a:gd name="connsiteY1609" fmla="*/ 4012583 h 6857801"/>
                <a:gd name="connsiteX1610" fmla="*/ 8896380 w 12184003"/>
                <a:gd name="connsiteY1610" fmla="*/ 4012583 h 6857801"/>
                <a:gd name="connsiteX1611" fmla="*/ 8810415 w 12184003"/>
                <a:gd name="connsiteY1611" fmla="*/ 3927181 h 6857801"/>
                <a:gd name="connsiteX1612" fmla="*/ 8540686 w 12184003"/>
                <a:gd name="connsiteY1612" fmla="*/ 3927181 h 6857801"/>
                <a:gd name="connsiteX1613" fmla="*/ 8762488 w 12184003"/>
                <a:gd name="connsiteY1613" fmla="*/ 4148352 h 6857801"/>
                <a:gd name="connsiteX1614" fmla="*/ 8846735 w 12184003"/>
                <a:gd name="connsiteY1614" fmla="*/ 4148352 h 6857801"/>
                <a:gd name="connsiteX1615" fmla="*/ 8939583 w 12184003"/>
                <a:gd name="connsiteY1615" fmla="*/ 4055504 h 6857801"/>
                <a:gd name="connsiteX1616" fmla="*/ 8918422 w 12184003"/>
                <a:gd name="connsiteY1616" fmla="*/ 4034482 h 6857801"/>
                <a:gd name="connsiteX1617" fmla="*/ 8649653 w 12184003"/>
                <a:gd name="connsiteY1617" fmla="*/ 4034482 h 6857801"/>
                <a:gd name="connsiteX1618" fmla="*/ 8542352 w 12184003"/>
                <a:gd name="connsiteY1618" fmla="*/ 3927181 h 6857801"/>
                <a:gd name="connsiteX1619" fmla="*/ 8154757 w 12184003"/>
                <a:gd name="connsiteY1619" fmla="*/ 3927181 h 6857801"/>
                <a:gd name="connsiteX1620" fmla="*/ 8154757 w 12184003"/>
                <a:gd name="connsiteY1620" fmla="*/ 4038861 h 6857801"/>
                <a:gd name="connsiteX1621" fmla="*/ 8264248 w 12184003"/>
                <a:gd name="connsiteY1621" fmla="*/ 4148352 h 6857801"/>
                <a:gd name="connsiteX1622" fmla="*/ 8310460 w 12184003"/>
                <a:gd name="connsiteY1622" fmla="*/ 4148352 h 6857801"/>
                <a:gd name="connsiteX1623" fmla="*/ 8303664 w 12184003"/>
                <a:gd name="connsiteY1623" fmla="*/ 4131927 h 6857801"/>
                <a:gd name="connsiteX1624" fmla="*/ 8316803 w 12184003"/>
                <a:gd name="connsiteY1624" fmla="*/ 4100176 h 6857801"/>
                <a:gd name="connsiteX1625" fmla="*/ 8380307 w 12184003"/>
                <a:gd name="connsiteY1625" fmla="*/ 4100176 h 6857801"/>
                <a:gd name="connsiteX1626" fmla="*/ 8393446 w 12184003"/>
                <a:gd name="connsiteY1626" fmla="*/ 4132201 h 6857801"/>
                <a:gd name="connsiteX1627" fmla="*/ 8390141 w 12184003"/>
                <a:gd name="connsiteY1627" fmla="*/ 4140668 h 6857801"/>
                <a:gd name="connsiteX1628" fmla="*/ 8397826 w 12184003"/>
                <a:gd name="connsiteY1628" fmla="*/ 4148352 h 6857801"/>
                <a:gd name="connsiteX1629" fmla="*/ 8738329 w 12184003"/>
                <a:gd name="connsiteY1629" fmla="*/ 4148352 h 6857801"/>
                <a:gd name="connsiteX1630" fmla="*/ 8517786 w 12184003"/>
                <a:gd name="connsiteY1630" fmla="*/ 3927181 h 6857801"/>
                <a:gd name="connsiteX1631" fmla="*/ 8108619 w 12184003"/>
                <a:gd name="connsiteY1631" fmla="*/ 3927181 h 6857801"/>
                <a:gd name="connsiteX1632" fmla="*/ 8103296 w 12184003"/>
                <a:gd name="connsiteY1632" fmla="*/ 3940047 h 6857801"/>
                <a:gd name="connsiteX1633" fmla="*/ 8083382 w 12184003"/>
                <a:gd name="connsiteY1633" fmla="*/ 3947870 h 6857801"/>
                <a:gd name="connsiteX1634" fmla="*/ 8077675 w 12184003"/>
                <a:gd name="connsiteY1634" fmla="*/ 3961780 h 6857801"/>
                <a:gd name="connsiteX1635" fmla="*/ 8130668 w 12184003"/>
                <a:gd name="connsiteY1635" fmla="*/ 4014772 h 6857801"/>
                <a:gd name="connsiteX1636" fmla="*/ 8130668 w 12184003"/>
                <a:gd name="connsiteY1636" fmla="*/ 3935940 h 6857801"/>
                <a:gd name="connsiteX1637" fmla="*/ 8121948 w 12184003"/>
                <a:gd name="connsiteY1637" fmla="*/ 3927181 h 6857801"/>
                <a:gd name="connsiteX1638" fmla="*/ 3983232 w 12184003"/>
                <a:gd name="connsiteY1638" fmla="*/ 3927181 h 6857801"/>
                <a:gd name="connsiteX1639" fmla="*/ 3974470 w 12184003"/>
                <a:gd name="connsiteY1639" fmla="*/ 3935940 h 6857801"/>
                <a:gd name="connsiteX1640" fmla="*/ 3974470 w 12184003"/>
                <a:gd name="connsiteY1640" fmla="*/ 4093614 h 6857801"/>
                <a:gd name="connsiteX1641" fmla="*/ 4106301 w 12184003"/>
                <a:gd name="connsiteY1641" fmla="*/ 3961780 h 6857801"/>
                <a:gd name="connsiteX1642" fmla="*/ 4100174 w 12184003"/>
                <a:gd name="connsiteY1642" fmla="*/ 3946844 h 6857801"/>
                <a:gd name="connsiteX1643" fmla="*/ 4082871 w 12184003"/>
                <a:gd name="connsiteY1643" fmla="*/ 3940047 h 6857801"/>
                <a:gd name="connsiteX1644" fmla="*/ 4077545 w 12184003"/>
                <a:gd name="connsiteY1644" fmla="*/ 3927181 h 6857801"/>
                <a:gd name="connsiteX1645" fmla="*/ 3666208 w 12184003"/>
                <a:gd name="connsiteY1645" fmla="*/ 3927181 h 6857801"/>
                <a:gd name="connsiteX1646" fmla="*/ 3445676 w 12184003"/>
                <a:gd name="connsiteY1646" fmla="*/ 4148352 h 6857801"/>
                <a:gd name="connsiteX1647" fmla="*/ 3709507 w 12184003"/>
                <a:gd name="connsiteY1647" fmla="*/ 4148352 h 6857801"/>
                <a:gd name="connsiteX1648" fmla="*/ 3715616 w 12184003"/>
                <a:gd name="connsiteY1648" fmla="*/ 4142244 h 6857801"/>
                <a:gd name="connsiteX1649" fmla="*/ 3711696 w 12184003"/>
                <a:gd name="connsiteY1649" fmla="*/ 4132201 h 6857801"/>
                <a:gd name="connsiteX1650" fmla="*/ 3724837 w 12184003"/>
                <a:gd name="connsiteY1650" fmla="*/ 4100176 h 6857801"/>
                <a:gd name="connsiteX1651" fmla="*/ 3788346 w 12184003"/>
                <a:gd name="connsiteY1651" fmla="*/ 4100176 h 6857801"/>
                <a:gd name="connsiteX1652" fmla="*/ 3801482 w 12184003"/>
                <a:gd name="connsiteY1652" fmla="*/ 4131927 h 6857801"/>
                <a:gd name="connsiteX1653" fmla="*/ 3794686 w 12184003"/>
                <a:gd name="connsiteY1653" fmla="*/ 4148352 h 6857801"/>
                <a:gd name="connsiteX1654" fmla="*/ 3919741 w 12184003"/>
                <a:gd name="connsiteY1654" fmla="*/ 4148352 h 6857801"/>
                <a:gd name="connsiteX1655" fmla="*/ 3952573 w 12184003"/>
                <a:gd name="connsiteY1655" fmla="*/ 4115514 h 6857801"/>
                <a:gd name="connsiteX1656" fmla="*/ 3952573 w 12184003"/>
                <a:gd name="connsiteY1656" fmla="*/ 3927181 h 6857801"/>
                <a:gd name="connsiteX1657" fmla="*/ 3641636 w 12184003"/>
                <a:gd name="connsiteY1657" fmla="*/ 3927181 h 6857801"/>
                <a:gd name="connsiteX1658" fmla="*/ 3534347 w 12184003"/>
                <a:gd name="connsiteY1658" fmla="*/ 4034482 h 6857801"/>
                <a:gd name="connsiteX1659" fmla="*/ 3223406 w 12184003"/>
                <a:gd name="connsiteY1659" fmla="*/ 4034482 h 6857801"/>
                <a:gd name="connsiteX1660" fmla="*/ 3337275 w 12184003"/>
                <a:gd name="connsiteY1660" fmla="*/ 4148352 h 6857801"/>
                <a:gd name="connsiteX1661" fmla="*/ 3421517 w 12184003"/>
                <a:gd name="connsiteY1661" fmla="*/ 4148352 h 6857801"/>
                <a:gd name="connsiteX1662" fmla="*/ 3643300 w 12184003"/>
                <a:gd name="connsiteY1662" fmla="*/ 3927181 h 6857801"/>
                <a:gd name="connsiteX1663" fmla="*/ 3295647 w 12184003"/>
                <a:gd name="connsiteY1663" fmla="*/ 3927181 h 6857801"/>
                <a:gd name="connsiteX1664" fmla="*/ 3210243 w 12184003"/>
                <a:gd name="connsiteY1664" fmla="*/ 4012583 h 6857801"/>
                <a:gd name="connsiteX1665" fmla="*/ 3525597 w 12184003"/>
                <a:gd name="connsiteY1665" fmla="*/ 4012583 h 6857801"/>
                <a:gd name="connsiteX1666" fmla="*/ 3610460 w 12184003"/>
                <a:gd name="connsiteY1666" fmla="*/ 3927181 h 6857801"/>
                <a:gd name="connsiteX1667" fmla="*/ 9064208 w 12184003"/>
                <a:gd name="connsiteY1667" fmla="*/ 3826449 h 6857801"/>
                <a:gd name="connsiteX1668" fmla="*/ 8962795 w 12184003"/>
                <a:gd name="connsiteY1668" fmla="*/ 3927181 h 6857801"/>
                <a:gd name="connsiteX1669" fmla="*/ 8842355 w 12184003"/>
                <a:gd name="connsiteY1669" fmla="*/ 3927181 h 6857801"/>
                <a:gd name="connsiteX1670" fmla="*/ 8927757 w 12184003"/>
                <a:gd name="connsiteY1670" fmla="*/ 4012583 h 6857801"/>
                <a:gd name="connsiteX1671" fmla="*/ 8982505 w 12184003"/>
                <a:gd name="connsiteY1671" fmla="*/ 4012583 h 6857801"/>
                <a:gd name="connsiteX1672" fmla="*/ 9168637 w 12184003"/>
                <a:gd name="connsiteY1672" fmla="*/ 3826449 h 6857801"/>
                <a:gd name="connsiteX1673" fmla="*/ 3142375 w 12184003"/>
                <a:gd name="connsiteY1673" fmla="*/ 3826449 h 6857801"/>
                <a:gd name="connsiteX1674" fmla="*/ 3227779 w 12184003"/>
                <a:gd name="connsiteY1674" fmla="*/ 3911852 h 6857801"/>
                <a:gd name="connsiteX1675" fmla="*/ 3278128 w 12184003"/>
                <a:gd name="connsiteY1675" fmla="*/ 3911852 h 6857801"/>
                <a:gd name="connsiteX1676" fmla="*/ 3363531 w 12184003"/>
                <a:gd name="connsiteY1676" fmla="*/ 3826449 h 6857801"/>
                <a:gd name="connsiteX1677" fmla="*/ 3015369 w 12184003"/>
                <a:gd name="connsiteY1677" fmla="*/ 3826449 h 6857801"/>
                <a:gd name="connsiteX1678" fmla="*/ 3189452 w 12184003"/>
                <a:gd name="connsiteY1678" fmla="*/ 4000530 h 6857801"/>
                <a:gd name="connsiteX1679" fmla="*/ 3262800 w 12184003"/>
                <a:gd name="connsiteY1679" fmla="*/ 3927181 h 6857801"/>
                <a:gd name="connsiteX1680" fmla="*/ 3221209 w 12184003"/>
                <a:gd name="connsiteY1680" fmla="*/ 3927181 h 6857801"/>
                <a:gd name="connsiteX1681" fmla="*/ 3119796 w 12184003"/>
                <a:gd name="connsiteY1681" fmla="*/ 3826449 h 6857801"/>
                <a:gd name="connsiteX1682" fmla="*/ 3796315 w 12184003"/>
                <a:gd name="connsiteY1682" fmla="*/ 3772509 h 6857801"/>
                <a:gd name="connsiteX1683" fmla="*/ 3656973 w 12184003"/>
                <a:gd name="connsiteY1683" fmla="*/ 3911852 h 6857801"/>
                <a:gd name="connsiteX1684" fmla="*/ 3658678 w 12184003"/>
                <a:gd name="connsiteY1684" fmla="*/ 3911852 h 6857801"/>
                <a:gd name="connsiteX1685" fmla="*/ 3796931 w 12184003"/>
                <a:gd name="connsiteY1685" fmla="*/ 3773992 h 6857801"/>
                <a:gd name="connsiteX1686" fmla="*/ 8387678 w 12184003"/>
                <a:gd name="connsiteY1686" fmla="*/ 3772506 h 6857801"/>
                <a:gd name="connsiteX1687" fmla="*/ 8387063 w 12184003"/>
                <a:gd name="connsiteY1687" fmla="*/ 3773992 h 6857801"/>
                <a:gd name="connsiteX1688" fmla="*/ 8525315 w 12184003"/>
                <a:gd name="connsiteY1688" fmla="*/ 3911852 h 6857801"/>
                <a:gd name="connsiteX1689" fmla="*/ 8527024 w 12184003"/>
                <a:gd name="connsiteY1689" fmla="*/ 3911852 h 6857801"/>
                <a:gd name="connsiteX1690" fmla="*/ 7986141 w 12184003"/>
                <a:gd name="connsiteY1690" fmla="*/ 3758565 h 6857801"/>
                <a:gd name="connsiteX1691" fmla="*/ 8139428 w 12184003"/>
                <a:gd name="connsiteY1691" fmla="*/ 3911852 h 6857801"/>
                <a:gd name="connsiteX1692" fmla="*/ 8502501 w 12184003"/>
                <a:gd name="connsiteY1692" fmla="*/ 3911852 h 6857801"/>
                <a:gd name="connsiteX1693" fmla="*/ 8376267 w 12184003"/>
                <a:gd name="connsiteY1693" fmla="*/ 3785257 h 6857801"/>
                <a:gd name="connsiteX1694" fmla="*/ 8360599 w 12184003"/>
                <a:gd name="connsiteY1694" fmla="*/ 3791412 h 6857801"/>
                <a:gd name="connsiteX1695" fmla="*/ 8325562 w 12184003"/>
                <a:gd name="connsiteY1695" fmla="*/ 3758566 h 6857801"/>
                <a:gd name="connsiteX1696" fmla="*/ 8325563 w 12184003"/>
                <a:gd name="connsiteY1696" fmla="*/ 3758565 h 6857801"/>
                <a:gd name="connsiteX1697" fmla="*/ 7313871 w 12184003"/>
                <a:gd name="connsiteY1697" fmla="*/ 3758565 h 6857801"/>
                <a:gd name="connsiteX1698" fmla="*/ 7172847 w 12184003"/>
                <a:gd name="connsiteY1698" fmla="*/ 3899589 h 6857801"/>
                <a:gd name="connsiteX1699" fmla="*/ 7178102 w 12184003"/>
                <a:gd name="connsiteY1699" fmla="*/ 3911852 h 6857801"/>
                <a:gd name="connsiteX1700" fmla="*/ 7174478 w 12184003"/>
                <a:gd name="connsiteY1700" fmla="*/ 3920611 h 6857801"/>
                <a:gd name="connsiteX1701" fmla="*/ 8002345 w 12184003"/>
                <a:gd name="connsiteY1701" fmla="*/ 3920611 h 6857801"/>
                <a:gd name="connsiteX1702" fmla="*/ 8005849 w 12184003"/>
                <a:gd name="connsiteY1702" fmla="*/ 3911852 h 6857801"/>
                <a:gd name="connsiteX1703" fmla="*/ 8038696 w 12184003"/>
                <a:gd name="connsiteY1703" fmla="*/ 3898713 h 6857801"/>
                <a:gd name="connsiteX1704" fmla="*/ 8052531 w 12184003"/>
                <a:gd name="connsiteY1704" fmla="*/ 3904390 h 6857801"/>
                <a:gd name="connsiteX1705" fmla="*/ 8057310 w 12184003"/>
                <a:gd name="connsiteY1705" fmla="*/ 3893239 h 6857801"/>
                <a:gd name="connsiteX1706" fmla="*/ 8078931 w 12184003"/>
                <a:gd name="connsiteY1706" fmla="*/ 3883973 h 6857801"/>
                <a:gd name="connsiteX1707" fmla="*/ 7954075 w 12184003"/>
                <a:gd name="connsiteY1707" fmla="*/ 3758565 h 6857801"/>
                <a:gd name="connsiteX1708" fmla="*/ 4151850 w 12184003"/>
                <a:gd name="connsiteY1708" fmla="*/ 3758565 h 6857801"/>
                <a:gd name="connsiteX1709" fmla="*/ 3998561 w 12184003"/>
                <a:gd name="connsiteY1709" fmla="*/ 3911852 h 6857801"/>
                <a:gd name="connsiteX1710" fmla="*/ 4074893 w 12184003"/>
                <a:gd name="connsiteY1710" fmla="*/ 3911852 h 6857801"/>
                <a:gd name="connsiteX1711" fmla="*/ 4082871 w 12184003"/>
                <a:gd name="connsiteY1711" fmla="*/ 3893239 h 6857801"/>
                <a:gd name="connsiteX1712" fmla="*/ 4105864 w 12184003"/>
                <a:gd name="connsiteY1712" fmla="*/ 3883385 h 6857801"/>
                <a:gd name="connsiteX1713" fmla="*/ 4128853 w 12184003"/>
                <a:gd name="connsiteY1713" fmla="*/ 3893239 h 6857801"/>
                <a:gd name="connsiteX1714" fmla="*/ 4133305 w 12184003"/>
                <a:gd name="connsiteY1714" fmla="*/ 3903625 h 6857801"/>
                <a:gd name="connsiteX1715" fmla="*/ 4145280 w 12184003"/>
                <a:gd name="connsiteY1715" fmla="*/ 3898713 h 6857801"/>
                <a:gd name="connsiteX1716" fmla="*/ 4178130 w 12184003"/>
                <a:gd name="connsiteY1716" fmla="*/ 3911852 h 6857801"/>
                <a:gd name="connsiteX1717" fmla="*/ 4181634 w 12184003"/>
                <a:gd name="connsiteY1717" fmla="*/ 3920611 h 6857801"/>
                <a:gd name="connsiteX1718" fmla="*/ 5009464 w 12184003"/>
                <a:gd name="connsiteY1718" fmla="*/ 3920611 h 6857801"/>
                <a:gd name="connsiteX1719" fmla="*/ 5005840 w 12184003"/>
                <a:gd name="connsiteY1719" fmla="*/ 3911852 h 6857801"/>
                <a:gd name="connsiteX1720" fmla="*/ 5011098 w 12184003"/>
                <a:gd name="connsiteY1720" fmla="*/ 3899589 h 6857801"/>
                <a:gd name="connsiteX1721" fmla="*/ 4870054 w 12184003"/>
                <a:gd name="connsiteY1721" fmla="*/ 3758565 h 6857801"/>
                <a:gd name="connsiteX1722" fmla="*/ 3858427 w 12184003"/>
                <a:gd name="connsiteY1722" fmla="*/ 3758565 h 6857801"/>
                <a:gd name="connsiteX1723" fmla="*/ 3858427 w 12184003"/>
                <a:gd name="connsiteY1723" fmla="*/ 3758566 h 6857801"/>
                <a:gd name="connsiteX1724" fmla="*/ 3823396 w 12184003"/>
                <a:gd name="connsiteY1724" fmla="*/ 3791412 h 6857801"/>
                <a:gd name="connsiteX1725" fmla="*/ 3807727 w 12184003"/>
                <a:gd name="connsiteY1725" fmla="*/ 3785258 h 6857801"/>
                <a:gd name="connsiteX1726" fmla="*/ 3681490 w 12184003"/>
                <a:gd name="connsiteY1726" fmla="*/ 3911852 h 6857801"/>
                <a:gd name="connsiteX1727" fmla="*/ 3967836 w 12184003"/>
                <a:gd name="connsiteY1727" fmla="*/ 3911852 h 6857801"/>
                <a:gd name="connsiteX1728" fmla="*/ 4120457 w 12184003"/>
                <a:gd name="connsiteY1728" fmla="*/ 3758565 h 6857801"/>
                <a:gd name="connsiteX1729" fmla="*/ 10224125 w 12184003"/>
                <a:gd name="connsiteY1729" fmla="*/ 3732288 h 6857801"/>
                <a:gd name="connsiteX1730" fmla="*/ 10254782 w 12184003"/>
                <a:gd name="connsiteY1730" fmla="*/ 3762945 h 6857801"/>
                <a:gd name="connsiteX1731" fmla="*/ 10364273 w 12184003"/>
                <a:gd name="connsiteY1731" fmla="*/ 3762945 h 6857801"/>
                <a:gd name="connsiteX1732" fmla="*/ 10374127 w 12184003"/>
                <a:gd name="connsiteY1732" fmla="*/ 3739952 h 6857801"/>
                <a:gd name="connsiteX1733" fmla="*/ 10392011 w 12184003"/>
                <a:gd name="connsiteY1733" fmla="*/ 3732288 h 6857801"/>
                <a:gd name="connsiteX1734" fmla="*/ 10103908 w 12184003"/>
                <a:gd name="connsiteY1734" fmla="*/ 3732288 h 6857801"/>
                <a:gd name="connsiteX1735" fmla="*/ 10134343 w 12184003"/>
                <a:gd name="connsiteY1735" fmla="*/ 3762945 h 6857801"/>
                <a:gd name="connsiteX1736" fmla="*/ 10223053 w 12184003"/>
                <a:gd name="connsiteY1736" fmla="*/ 3762945 h 6857801"/>
                <a:gd name="connsiteX1737" fmla="*/ 10192562 w 12184003"/>
                <a:gd name="connsiteY1737" fmla="*/ 3732288 h 6857801"/>
                <a:gd name="connsiteX1738" fmla="*/ 1992722 w 12184003"/>
                <a:gd name="connsiteY1738" fmla="*/ 3732288 h 6857801"/>
                <a:gd name="connsiteX1739" fmla="*/ 1962062 w 12184003"/>
                <a:gd name="connsiteY1739" fmla="*/ 3762945 h 6857801"/>
                <a:gd name="connsiteX1740" fmla="*/ 2049649 w 12184003"/>
                <a:gd name="connsiteY1740" fmla="*/ 3762945 h 6857801"/>
                <a:gd name="connsiteX1741" fmla="*/ 2080085 w 12184003"/>
                <a:gd name="connsiteY1741" fmla="*/ 3732288 h 6857801"/>
                <a:gd name="connsiteX1742" fmla="*/ 1791979 w 12184003"/>
                <a:gd name="connsiteY1742" fmla="*/ 3732288 h 6857801"/>
                <a:gd name="connsiteX1743" fmla="*/ 1809862 w 12184003"/>
                <a:gd name="connsiteY1743" fmla="*/ 3739952 h 6857801"/>
                <a:gd name="connsiteX1744" fmla="*/ 1819715 w 12184003"/>
                <a:gd name="connsiteY1744" fmla="*/ 3762945 h 6857801"/>
                <a:gd name="connsiteX1745" fmla="*/ 1929214 w 12184003"/>
                <a:gd name="connsiteY1745" fmla="*/ 3762945 h 6857801"/>
                <a:gd name="connsiteX1746" fmla="*/ 1959871 w 12184003"/>
                <a:gd name="connsiteY1746" fmla="*/ 3732288 h 6857801"/>
                <a:gd name="connsiteX1747" fmla="*/ 7995339 w 12184003"/>
                <a:gd name="connsiteY1747" fmla="*/ 3686302 h 6857801"/>
                <a:gd name="connsiteX1748" fmla="*/ 7988331 w 12184003"/>
                <a:gd name="connsiteY1748" fmla="*/ 3703820 h 6857801"/>
                <a:gd name="connsiteX1749" fmla="*/ 7955484 w 12184003"/>
                <a:gd name="connsiteY1749" fmla="*/ 3716959 h 6857801"/>
                <a:gd name="connsiteX1750" fmla="*/ 7937235 w 12184003"/>
                <a:gd name="connsiteY1750" fmla="*/ 3709659 h 6857801"/>
                <a:gd name="connsiteX1751" fmla="*/ 7970812 w 12184003"/>
                <a:gd name="connsiteY1751" fmla="*/ 3743237 h 6857801"/>
                <a:gd name="connsiteX1752" fmla="*/ 8332315 w 12184003"/>
                <a:gd name="connsiteY1752" fmla="*/ 3743237 h 6857801"/>
                <a:gd name="connsiteX1753" fmla="*/ 8335689 w 12184003"/>
                <a:gd name="connsiteY1753" fmla="*/ 3735572 h 6857801"/>
                <a:gd name="connsiteX1754" fmla="*/ 8346477 w 12184003"/>
                <a:gd name="connsiteY1754" fmla="*/ 3731305 h 6857801"/>
                <a:gd name="connsiteX1755" fmla="*/ 8301473 w 12184003"/>
                <a:gd name="connsiteY1755" fmla="*/ 3686302 h 6857801"/>
                <a:gd name="connsiteX1756" fmla="*/ 3882512 w 12184003"/>
                <a:gd name="connsiteY1756" fmla="*/ 3686302 h 6857801"/>
                <a:gd name="connsiteX1757" fmla="*/ 3837519 w 12184003"/>
                <a:gd name="connsiteY1757" fmla="*/ 3731306 h 6857801"/>
                <a:gd name="connsiteX1758" fmla="*/ 3848302 w 12184003"/>
                <a:gd name="connsiteY1758" fmla="*/ 3735572 h 6857801"/>
                <a:gd name="connsiteX1759" fmla="*/ 3851677 w 12184003"/>
                <a:gd name="connsiteY1759" fmla="*/ 3743237 h 6857801"/>
                <a:gd name="connsiteX1760" fmla="*/ 4135719 w 12184003"/>
                <a:gd name="connsiteY1760" fmla="*/ 3743237 h 6857801"/>
                <a:gd name="connsiteX1761" fmla="*/ 4189723 w 12184003"/>
                <a:gd name="connsiteY1761" fmla="*/ 3689003 h 6857801"/>
                <a:gd name="connsiteX1762" fmla="*/ 4188642 w 12184003"/>
                <a:gd name="connsiteY1762" fmla="*/ 3686302 h 6857801"/>
                <a:gd name="connsiteX1763" fmla="*/ 9975645 w 12184003"/>
                <a:gd name="connsiteY1763" fmla="*/ 3603089 h 6857801"/>
                <a:gd name="connsiteX1764" fmla="*/ 10079994 w 12184003"/>
                <a:gd name="connsiteY1764" fmla="*/ 3708200 h 6857801"/>
                <a:gd name="connsiteX1765" fmla="*/ 10168602 w 12184003"/>
                <a:gd name="connsiteY1765" fmla="*/ 3708200 h 6857801"/>
                <a:gd name="connsiteX1766" fmla="*/ 10064057 w 12184003"/>
                <a:gd name="connsiteY1766" fmla="*/ 3603089 h 6857801"/>
                <a:gd name="connsiteX1767" fmla="*/ 9315980 w 12184003"/>
                <a:gd name="connsiteY1767" fmla="*/ 3603089 h 6857801"/>
                <a:gd name="connsiteX1768" fmla="*/ 9309881 w 12184003"/>
                <a:gd name="connsiteY1768" fmla="*/ 3617323 h 6857801"/>
                <a:gd name="connsiteX1769" fmla="*/ 9286887 w 12184003"/>
                <a:gd name="connsiteY1769" fmla="*/ 3627177 h 6857801"/>
                <a:gd name="connsiteX1770" fmla="*/ 9271387 w 12184003"/>
                <a:gd name="connsiteY1770" fmla="*/ 3620660 h 6857801"/>
                <a:gd name="connsiteX1771" fmla="*/ 9081844 w 12184003"/>
                <a:gd name="connsiteY1771" fmla="*/ 3808930 h 6857801"/>
                <a:gd name="connsiteX1772" fmla="*/ 9186156 w 12184003"/>
                <a:gd name="connsiteY1772" fmla="*/ 3808930 h 6857801"/>
                <a:gd name="connsiteX1773" fmla="*/ 9253414 w 12184003"/>
                <a:gd name="connsiteY1773" fmla="*/ 3741673 h 6857801"/>
                <a:gd name="connsiteX1774" fmla="*/ 9245281 w 12184003"/>
                <a:gd name="connsiteY1774" fmla="*/ 3721340 h 6857801"/>
                <a:gd name="connsiteX1775" fmla="*/ 9291266 w 12184003"/>
                <a:gd name="connsiteY1775" fmla="*/ 3675353 h 6857801"/>
                <a:gd name="connsiteX1776" fmla="*/ 9324113 w 12184003"/>
                <a:gd name="connsiteY1776" fmla="*/ 3688492 h 6857801"/>
                <a:gd name="connsiteX1777" fmla="*/ 9331996 w 12184003"/>
                <a:gd name="connsiteY1777" fmla="*/ 3708200 h 6857801"/>
                <a:gd name="connsiteX1778" fmla="*/ 10057700 w 12184003"/>
                <a:gd name="connsiteY1778" fmla="*/ 3708200 h 6857801"/>
                <a:gd name="connsiteX1779" fmla="*/ 9952590 w 12184003"/>
                <a:gd name="connsiteY1779" fmla="*/ 3603089 h 6857801"/>
                <a:gd name="connsiteX1780" fmla="*/ 2232685 w 12184003"/>
                <a:gd name="connsiteY1780" fmla="*/ 3603089 h 6857801"/>
                <a:gd name="connsiteX1781" fmla="*/ 2126806 w 12184003"/>
                <a:gd name="connsiteY1781" fmla="*/ 3708200 h 6857801"/>
                <a:gd name="connsiteX1782" fmla="*/ 2852008 w 12184003"/>
                <a:gd name="connsiteY1782" fmla="*/ 3708200 h 6857801"/>
                <a:gd name="connsiteX1783" fmla="*/ 2859891 w 12184003"/>
                <a:gd name="connsiteY1783" fmla="*/ 3688492 h 6857801"/>
                <a:gd name="connsiteX1784" fmla="*/ 2892740 w 12184003"/>
                <a:gd name="connsiteY1784" fmla="*/ 3675353 h 6857801"/>
                <a:gd name="connsiteX1785" fmla="*/ 2938720 w 12184003"/>
                <a:gd name="connsiteY1785" fmla="*/ 3721340 h 6857801"/>
                <a:gd name="connsiteX1786" fmla="*/ 2930591 w 12184003"/>
                <a:gd name="connsiteY1786" fmla="*/ 3741672 h 6857801"/>
                <a:gd name="connsiteX1787" fmla="*/ 2997851 w 12184003"/>
                <a:gd name="connsiteY1787" fmla="*/ 3808930 h 6857801"/>
                <a:gd name="connsiteX1788" fmla="*/ 3102157 w 12184003"/>
                <a:gd name="connsiteY1788" fmla="*/ 3808930 h 6857801"/>
                <a:gd name="connsiteX1789" fmla="*/ 2912618 w 12184003"/>
                <a:gd name="connsiteY1789" fmla="*/ 3620660 h 6857801"/>
                <a:gd name="connsiteX1790" fmla="*/ 2897114 w 12184003"/>
                <a:gd name="connsiteY1790" fmla="*/ 3627177 h 6857801"/>
                <a:gd name="connsiteX1791" fmla="*/ 2874122 w 12184003"/>
                <a:gd name="connsiteY1791" fmla="*/ 3617323 h 6857801"/>
                <a:gd name="connsiteX1792" fmla="*/ 2868020 w 12184003"/>
                <a:gd name="connsiteY1792" fmla="*/ 3603089 h 6857801"/>
                <a:gd name="connsiteX1793" fmla="*/ 2121922 w 12184003"/>
                <a:gd name="connsiteY1793" fmla="*/ 3603089 h 6857801"/>
                <a:gd name="connsiteX1794" fmla="*/ 2016808 w 12184003"/>
                <a:gd name="connsiteY1794" fmla="*/ 3708200 h 6857801"/>
                <a:gd name="connsiteX1795" fmla="*/ 2103995 w 12184003"/>
                <a:gd name="connsiteY1795" fmla="*/ 3708200 h 6857801"/>
                <a:gd name="connsiteX1796" fmla="*/ 2208348 w 12184003"/>
                <a:gd name="connsiteY1796" fmla="*/ 3603089 h 6857801"/>
                <a:gd name="connsiteX1797" fmla="*/ 2143507 w 12184003"/>
                <a:gd name="connsiteY1797" fmla="*/ 3581505 h 6857801"/>
                <a:gd name="connsiteX1798" fmla="*/ 2139440 w 12184003"/>
                <a:gd name="connsiteY1798" fmla="*/ 3585570 h 6857801"/>
                <a:gd name="connsiteX1799" fmla="*/ 2153672 w 12184003"/>
                <a:gd name="connsiteY1799" fmla="*/ 3585570 h 6857801"/>
                <a:gd name="connsiteX1800" fmla="*/ 10041992 w 12184003"/>
                <a:gd name="connsiteY1800" fmla="*/ 3580904 h 6857801"/>
                <a:gd name="connsiteX1801" fmla="*/ 10030328 w 12184003"/>
                <a:gd name="connsiteY1801" fmla="*/ 3585570 h 6857801"/>
                <a:gd name="connsiteX1802" fmla="*/ 10046632 w 12184003"/>
                <a:gd name="connsiteY1802" fmla="*/ 3585570 h 6857801"/>
                <a:gd name="connsiteX1803" fmla="*/ 9936514 w 12184003"/>
                <a:gd name="connsiteY1803" fmla="*/ 3563672 h 6857801"/>
                <a:gd name="connsiteX1804" fmla="*/ 9958253 w 12184003"/>
                <a:gd name="connsiteY1804" fmla="*/ 3585570 h 6857801"/>
                <a:gd name="connsiteX1805" fmla="*/ 9992236 w 12184003"/>
                <a:gd name="connsiteY1805" fmla="*/ 3585570 h 6857801"/>
                <a:gd name="connsiteX1806" fmla="*/ 9988767 w 12184003"/>
                <a:gd name="connsiteY1806" fmla="*/ 3584518 h 6857801"/>
                <a:gd name="connsiteX1807" fmla="*/ 9971715 w 12184003"/>
                <a:gd name="connsiteY1807" fmla="*/ 3564426 h 6857801"/>
                <a:gd name="connsiteX1808" fmla="*/ 9971559 w 12184003"/>
                <a:gd name="connsiteY1808" fmla="*/ 3563672 h 6857801"/>
                <a:gd name="connsiteX1809" fmla="*/ 2212435 w 12184003"/>
                <a:gd name="connsiteY1809" fmla="*/ 3563672 h 6857801"/>
                <a:gd name="connsiteX1810" fmla="*/ 2212279 w 12184003"/>
                <a:gd name="connsiteY1810" fmla="*/ 3564426 h 6857801"/>
                <a:gd name="connsiteX1811" fmla="*/ 2195230 w 12184003"/>
                <a:gd name="connsiteY1811" fmla="*/ 3584519 h 6857801"/>
                <a:gd name="connsiteX1812" fmla="*/ 2191761 w 12184003"/>
                <a:gd name="connsiteY1812" fmla="*/ 3585570 h 6857801"/>
                <a:gd name="connsiteX1813" fmla="*/ 2225742 w 12184003"/>
                <a:gd name="connsiteY1813" fmla="*/ 3585570 h 6857801"/>
                <a:gd name="connsiteX1814" fmla="*/ 2247479 w 12184003"/>
                <a:gd name="connsiteY1814" fmla="*/ 3563672 h 6857801"/>
                <a:gd name="connsiteX1815" fmla="*/ 9453432 w 12184003"/>
                <a:gd name="connsiteY1815" fmla="*/ 3478269 h 6857801"/>
                <a:gd name="connsiteX1816" fmla="*/ 9516816 w 12184003"/>
                <a:gd name="connsiteY1816" fmla="*/ 3541775 h 6857801"/>
                <a:gd name="connsiteX1817" fmla="*/ 9891275 w 12184003"/>
                <a:gd name="connsiteY1817" fmla="*/ 3541775 h 6857801"/>
                <a:gd name="connsiteX1818" fmla="*/ 9840067 w 12184003"/>
                <a:gd name="connsiteY1818" fmla="*/ 3490566 h 6857801"/>
                <a:gd name="connsiteX1819" fmla="*/ 9821200 w 12184003"/>
                <a:gd name="connsiteY1819" fmla="*/ 3497978 h 6857801"/>
                <a:gd name="connsiteX1820" fmla="*/ 9798207 w 12184003"/>
                <a:gd name="connsiteY1820" fmla="*/ 3488124 h 6857801"/>
                <a:gd name="connsiteX1821" fmla="*/ 9793984 w 12184003"/>
                <a:gd name="connsiteY1821" fmla="*/ 3478269 h 6857801"/>
                <a:gd name="connsiteX1822" fmla="*/ 2390013 w 12184003"/>
                <a:gd name="connsiteY1822" fmla="*/ 3478269 h 6857801"/>
                <a:gd name="connsiteX1823" fmla="*/ 2385791 w 12184003"/>
                <a:gd name="connsiteY1823" fmla="*/ 3488124 h 6857801"/>
                <a:gd name="connsiteX1824" fmla="*/ 2362797 w 12184003"/>
                <a:gd name="connsiteY1824" fmla="*/ 3497978 h 6857801"/>
                <a:gd name="connsiteX1825" fmla="*/ 2345436 w 12184003"/>
                <a:gd name="connsiteY1825" fmla="*/ 3491157 h 6857801"/>
                <a:gd name="connsiteX1826" fmla="*/ 2294447 w 12184003"/>
                <a:gd name="connsiteY1826" fmla="*/ 3541775 h 6857801"/>
                <a:gd name="connsiteX1827" fmla="*/ 2667190 w 12184003"/>
                <a:gd name="connsiteY1827" fmla="*/ 3541775 h 6857801"/>
                <a:gd name="connsiteX1828" fmla="*/ 2730576 w 12184003"/>
                <a:gd name="connsiteY1828" fmla="*/ 3478269 h 6857801"/>
                <a:gd name="connsiteX1829" fmla="*/ 7672990 w 12184003"/>
                <a:gd name="connsiteY1829" fmla="*/ 3476236 h 6857801"/>
                <a:gd name="connsiteX1830" fmla="*/ 7652197 w 12184003"/>
                <a:gd name="connsiteY1830" fmla="*/ 3484839 h 6857801"/>
                <a:gd name="connsiteX1831" fmla="*/ 7681554 w 12184003"/>
                <a:gd name="connsiteY1831" fmla="*/ 3484839 h 6857801"/>
                <a:gd name="connsiteX1832" fmla="*/ 7414558 w 12184003"/>
                <a:gd name="connsiteY1832" fmla="*/ 3472534 h 6857801"/>
                <a:gd name="connsiteX1833" fmla="*/ 7291971 w 12184003"/>
                <a:gd name="connsiteY1833" fmla="*/ 3594330 h 6857801"/>
                <a:gd name="connsiteX1834" fmla="*/ 6836379 w 12184003"/>
                <a:gd name="connsiteY1834" fmla="*/ 3594330 h 6857801"/>
                <a:gd name="connsiteX1835" fmla="*/ 6827732 w 12184003"/>
                <a:gd name="connsiteY1835" fmla="*/ 3615406 h 6857801"/>
                <a:gd name="connsiteX1836" fmla="*/ 6794886 w 12184003"/>
                <a:gd name="connsiteY1836" fmla="*/ 3629366 h 6857801"/>
                <a:gd name="connsiteX1837" fmla="*/ 6748900 w 12184003"/>
                <a:gd name="connsiteY1837" fmla="*/ 3583381 h 6857801"/>
                <a:gd name="connsiteX1838" fmla="*/ 6762039 w 12184003"/>
                <a:gd name="connsiteY1838" fmla="*/ 3550534 h 6857801"/>
                <a:gd name="connsiteX1839" fmla="*/ 6641600 w 12184003"/>
                <a:gd name="connsiteY1839" fmla="*/ 3670973 h 6857801"/>
                <a:gd name="connsiteX1840" fmla="*/ 6641600 w 12184003"/>
                <a:gd name="connsiteY1840" fmla="*/ 3920611 h 6857801"/>
                <a:gd name="connsiteX1841" fmla="*/ 6830644 w 12184003"/>
                <a:gd name="connsiteY1841" fmla="*/ 3920611 h 6857801"/>
                <a:gd name="connsiteX1842" fmla="*/ 6832659 w 12184003"/>
                <a:gd name="connsiteY1842" fmla="*/ 3910758 h 6857801"/>
                <a:gd name="connsiteX1843" fmla="*/ 6847441 w 12184003"/>
                <a:gd name="connsiteY1843" fmla="*/ 3889955 h 6857801"/>
                <a:gd name="connsiteX1844" fmla="*/ 6939412 w 12184003"/>
                <a:gd name="connsiteY1844" fmla="*/ 3889955 h 6857801"/>
                <a:gd name="connsiteX1845" fmla="*/ 6953270 w 12184003"/>
                <a:gd name="connsiteY1845" fmla="*/ 3910792 h 6857801"/>
                <a:gd name="connsiteX1846" fmla="*/ 6955301 w 12184003"/>
                <a:gd name="connsiteY1846" fmla="*/ 3920611 h 6857801"/>
                <a:gd name="connsiteX1847" fmla="*/ 7116163 w 12184003"/>
                <a:gd name="connsiteY1847" fmla="*/ 3920611 h 6857801"/>
                <a:gd name="connsiteX1848" fmla="*/ 7112408 w 12184003"/>
                <a:gd name="connsiteY1848" fmla="*/ 3911852 h 6857801"/>
                <a:gd name="connsiteX1849" fmla="*/ 7145255 w 12184003"/>
                <a:gd name="connsiteY1849" fmla="*/ 3879005 h 6857801"/>
                <a:gd name="connsiteX1850" fmla="*/ 7162117 w 12184003"/>
                <a:gd name="connsiteY1850" fmla="*/ 3886231 h 6857801"/>
                <a:gd name="connsiteX1851" fmla="*/ 7305111 w 12184003"/>
                <a:gd name="connsiteY1851" fmla="*/ 3743237 h 6857801"/>
                <a:gd name="connsiteX1852" fmla="*/ 7938814 w 12184003"/>
                <a:gd name="connsiteY1852" fmla="*/ 3743237 h 6857801"/>
                <a:gd name="connsiteX1853" fmla="*/ 7698997 w 12184003"/>
                <a:gd name="connsiteY1853" fmla="*/ 3502358 h 6857801"/>
                <a:gd name="connsiteX1854" fmla="*/ 7467952 w 12184003"/>
                <a:gd name="connsiteY1854" fmla="*/ 3502358 h 6857801"/>
                <a:gd name="connsiteX1855" fmla="*/ 7461682 w 12184003"/>
                <a:gd name="connsiteY1855" fmla="*/ 3517687 h 6857801"/>
                <a:gd name="connsiteX1856" fmla="*/ 7438689 w 12184003"/>
                <a:gd name="connsiteY1856" fmla="*/ 3528636 h 6857801"/>
                <a:gd name="connsiteX1857" fmla="*/ 7405842 w 12184003"/>
                <a:gd name="connsiteY1857" fmla="*/ 3493599 h 6857801"/>
                <a:gd name="connsiteX1858" fmla="*/ 4769374 w 12184003"/>
                <a:gd name="connsiteY1858" fmla="*/ 3472534 h 6857801"/>
                <a:gd name="connsiteX1859" fmla="*/ 4770311 w 12184003"/>
                <a:gd name="connsiteY1859" fmla="*/ 3474803 h 6857801"/>
                <a:gd name="connsiteX1860" fmla="*/ 4770703 w 12184003"/>
                <a:gd name="connsiteY1860" fmla="*/ 3473856 h 6857801"/>
                <a:gd name="connsiteX1861" fmla="*/ 9826734 w 12184003"/>
                <a:gd name="connsiteY1861" fmla="*/ 3434473 h 6857801"/>
                <a:gd name="connsiteX1862" fmla="*/ 9846109 w 12184003"/>
                <a:gd name="connsiteY1862" fmla="*/ 3442138 h 6857801"/>
                <a:gd name="connsiteX1863" fmla="*/ 9856237 w 12184003"/>
                <a:gd name="connsiteY1863" fmla="*/ 3465131 h 6857801"/>
                <a:gd name="connsiteX1864" fmla="*/ 9854047 w 12184003"/>
                <a:gd name="connsiteY1864" fmla="*/ 3465131 h 6857801"/>
                <a:gd name="connsiteX1865" fmla="*/ 9849528 w 12184003"/>
                <a:gd name="connsiteY1865" fmla="*/ 3476052 h 6857801"/>
                <a:gd name="connsiteX1866" fmla="*/ 9914775 w 12184003"/>
                <a:gd name="connsiteY1866" fmla="*/ 3541775 h 6857801"/>
                <a:gd name="connsiteX1867" fmla="*/ 9969670 w 12184003"/>
                <a:gd name="connsiteY1867" fmla="*/ 3541775 h 6857801"/>
                <a:gd name="connsiteX1868" fmla="*/ 9981056 w 12184003"/>
                <a:gd name="connsiteY1868" fmla="*/ 3513307 h 6857801"/>
                <a:gd name="connsiteX1869" fmla="*/ 10013903 w 12184003"/>
                <a:gd name="connsiteY1869" fmla="*/ 3500168 h 6857801"/>
                <a:gd name="connsiteX1870" fmla="*/ 10059889 w 12184003"/>
                <a:gd name="connsiteY1870" fmla="*/ 3546154 h 6857801"/>
                <a:gd name="connsiteX1871" fmla="*/ 10053633 w 12184003"/>
                <a:gd name="connsiteY1871" fmla="*/ 3561795 h 6857801"/>
                <a:gd name="connsiteX1872" fmla="*/ 10077407 w 12184003"/>
                <a:gd name="connsiteY1872" fmla="*/ 3585570 h 6857801"/>
                <a:gd name="connsiteX1873" fmla="*/ 10449675 w 12184003"/>
                <a:gd name="connsiteY1873" fmla="*/ 3585570 h 6857801"/>
                <a:gd name="connsiteX1874" fmla="*/ 10520844 w 12184003"/>
                <a:gd name="connsiteY1874" fmla="*/ 3514402 h 6857801"/>
                <a:gd name="connsiteX1875" fmla="*/ 10471573 w 12184003"/>
                <a:gd name="connsiteY1875" fmla="*/ 3465131 h 6857801"/>
                <a:gd name="connsiteX1876" fmla="*/ 10217555 w 12184003"/>
                <a:gd name="connsiteY1876" fmla="*/ 3465131 h 6857801"/>
                <a:gd name="connsiteX1877" fmla="*/ 10186898 w 12184003"/>
                <a:gd name="connsiteY1877" fmla="*/ 3434473 h 6857801"/>
                <a:gd name="connsiteX1878" fmla="*/ 9424845 w 12184003"/>
                <a:gd name="connsiteY1878" fmla="*/ 3434473 h 6857801"/>
                <a:gd name="connsiteX1879" fmla="*/ 9451123 w 12184003"/>
                <a:gd name="connsiteY1879" fmla="*/ 3460751 h 6857801"/>
                <a:gd name="connsiteX1880" fmla="*/ 9790231 w 12184003"/>
                <a:gd name="connsiteY1880" fmla="*/ 3460751 h 6857801"/>
                <a:gd name="connsiteX1881" fmla="*/ 9798207 w 12184003"/>
                <a:gd name="connsiteY1881" fmla="*/ 3442138 h 6857801"/>
                <a:gd name="connsiteX1882" fmla="*/ 9816092 w 12184003"/>
                <a:gd name="connsiteY1882" fmla="*/ 3434473 h 6857801"/>
                <a:gd name="connsiteX1883" fmla="*/ 2367906 w 12184003"/>
                <a:gd name="connsiteY1883" fmla="*/ 3434473 h 6857801"/>
                <a:gd name="connsiteX1884" fmla="*/ 2385791 w 12184003"/>
                <a:gd name="connsiteY1884" fmla="*/ 3442138 h 6857801"/>
                <a:gd name="connsiteX1885" fmla="*/ 2393768 w 12184003"/>
                <a:gd name="connsiteY1885" fmla="*/ 3460751 h 6857801"/>
                <a:gd name="connsiteX1886" fmla="*/ 2732882 w 12184003"/>
                <a:gd name="connsiteY1886" fmla="*/ 3460751 h 6857801"/>
                <a:gd name="connsiteX1887" fmla="*/ 2759158 w 12184003"/>
                <a:gd name="connsiteY1887" fmla="*/ 3434473 h 6857801"/>
                <a:gd name="connsiteX1888" fmla="*/ 1997094 w 12184003"/>
                <a:gd name="connsiteY1888" fmla="*/ 3434473 h 6857801"/>
                <a:gd name="connsiteX1889" fmla="*/ 1966436 w 12184003"/>
                <a:gd name="connsiteY1889" fmla="*/ 3465131 h 6857801"/>
                <a:gd name="connsiteX1890" fmla="*/ 1712421 w 12184003"/>
                <a:gd name="connsiteY1890" fmla="*/ 3465131 h 6857801"/>
                <a:gd name="connsiteX1891" fmla="*/ 1663150 w 12184003"/>
                <a:gd name="connsiteY1891" fmla="*/ 3514404 h 6857801"/>
                <a:gd name="connsiteX1892" fmla="*/ 1734315 w 12184003"/>
                <a:gd name="connsiteY1892" fmla="*/ 3585570 h 6857801"/>
                <a:gd name="connsiteX1893" fmla="*/ 2106593 w 12184003"/>
                <a:gd name="connsiteY1893" fmla="*/ 3585570 h 6857801"/>
                <a:gd name="connsiteX1894" fmla="*/ 2130366 w 12184003"/>
                <a:gd name="connsiteY1894" fmla="*/ 3561797 h 6857801"/>
                <a:gd name="connsiteX1895" fmla="*/ 2124108 w 12184003"/>
                <a:gd name="connsiteY1895" fmla="*/ 3546154 h 6857801"/>
                <a:gd name="connsiteX1896" fmla="*/ 2170097 w 12184003"/>
                <a:gd name="connsiteY1896" fmla="*/ 3500168 h 6857801"/>
                <a:gd name="connsiteX1897" fmla="*/ 2202941 w 12184003"/>
                <a:gd name="connsiteY1897" fmla="*/ 3513307 h 6857801"/>
                <a:gd name="connsiteX1898" fmla="*/ 2214323 w 12184003"/>
                <a:gd name="connsiteY1898" fmla="*/ 3541775 h 6857801"/>
                <a:gd name="connsiteX1899" fmla="*/ 2269222 w 12184003"/>
                <a:gd name="connsiteY1899" fmla="*/ 3541775 h 6857801"/>
                <a:gd name="connsiteX1900" fmla="*/ 2334467 w 12184003"/>
                <a:gd name="connsiteY1900" fmla="*/ 3476053 h 6857801"/>
                <a:gd name="connsiteX1901" fmla="*/ 2329948 w 12184003"/>
                <a:gd name="connsiteY1901" fmla="*/ 3465131 h 6857801"/>
                <a:gd name="connsiteX1902" fmla="*/ 2327759 w 12184003"/>
                <a:gd name="connsiteY1902" fmla="*/ 3465131 h 6857801"/>
                <a:gd name="connsiteX1903" fmla="*/ 2337886 w 12184003"/>
                <a:gd name="connsiteY1903" fmla="*/ 3442138 h 6857801"/>
                <a:gd name="connsiteX1904" fmla="*/ 2357262 w 12184003"/>
                <a:gd name="connsiteY1904" fmla="*/ 3434473 h 6857801"/>
                <a:gd name="connsiteX1905" fmla="*/ 10133233 w 12184003"/>
                <a:gd name="connsiteY1905" fmla="*/ 3380812 h 6857801"/>
                <a:gd name="connsiteX1906" fmla="*/ 10129963 w 12184003"/>
                <a:gd name="connsiteY1906" fmla="*/ 3384112 h 6857801"/>
                <a:gd name="connsiteX1907" fmla="*/ 9374480 w 12184003"/>
                <a:gd name="connsiteY1907" fmla="*/ 3384112 h 6857801"/>
                <a:gd name="connsiteX1908" fmla="*/ 9381048 w 12184003"/>
                <a:gd name="connsiteY1908" fmla="*/ 3390679 h 6857801"/>
                <a:gd name="connsiteX1909" fmla="*/ 10143101 w 12184003"/>
                <a:gd name="connsiteY1909" fmla="*/ 3390679 h 6857801"/>
                <a:gd name="connsiteX1910" fmla="*/ 2050759 w 12184003"/>
                <a:gd name="connsiteY1910" fmla="*/ 3380812 h 6857801"/>
                <a:gd name="connsiteX1911" fmla="*/ 2040890 w 12184003"/>
                <a:gd name="connsiteY1911" fmla="*/ 3390679 h 6857801"/>
                <a:gd name="connsiteX1912" fmla="*/ 2802953 w 12184003"/>
                <a:gd name="connsiteY1912" fmla="*/ 3390679 h 6857801"/>
                <a:gd name="connsiteX1913" fmla="*/ 2809524 w 12184003"/>
                <a:gd name="connsiteY1913" fmla="*/ 3384112 h 6857801"/>
                <a:gd name="connsiteX1914" fmla="*/ 2054030 w 12184003"/>
                <a:gd name="connsiteY1914" fmla="*/ 3384112 h 6857801"/>
                <a:gd name="connsiteX1915" fmla="*/ 11141654 w 12184003"/>
                <a:gd name="connsiteY1915" fmla="*/ 3360023 h 6857801"/>
                <a:gd name="connsiteX1916" fmla="*/ 10955520 w 12184003"/>
                <a:gd name="connsiteY1916" fmla="*/ 3543964 h 6857801"/>
                <a:gd name="connsiteX1917" fmla="*/ 10550406 w 12184003"/>
                <a:gd name="connsiteY1917" fmla="*/ 3543964 h 6857801"/>
                <a:gd name="connsiteX1918" fmla="*/ 10532661 w 12184003"/>
                <a:gd name="connsiteY1918" fmla="*/ 3526219 h 6857801"/>
                <a:gd name="connsiteX1919" fmla="*/ 10456245 w 12184003"/>
                <a:gd name="connsiteY1919" fmla="*/ 3603089 h 6857801"/>
                <a:gd name="connsiteX1920" fmla="*/ 10094926 w 12184003"/>
                <a:gd name="connsiteY1920" fmla="*/ 3603089 h 6857801"/>
                <a:gd name="connsiteX1921" fmla="*/ 10200037 w 12184003"/>
                <a:gd name="connsiteY1921" fmla="*/ 3708200 h 6857801"/>
                <a:gd name="connsiteX1922" fmla="*/ 10865738 w 12184003"/>
                <a:gd name="connsiteY1922" fmla="*/ 3708200 h 6857801"/>
                <a:gd name="connsiteX1923" fmla="*/ 11213918 w 12184003"/>
                <a:gd name="connsiteY1923" fmla="*/ 3360023 h 6857801"/>
                <a:gd name="connsiteX1924" fmla="*/ 970075 w 12184003"/>
                <a:gd name="connsiteY1924" fmla="*/ 3360023 h 6857801"/>
                <a:gd name="connsiteX1925" fmla="*/ 1318259 w 12184003"/>
                <a:gd name="connsiteY1925" fmla="*/ 3708200 h 6857801"/>
                <a:gd name="connsiteX1926" fmla="*/ 1983961 w 12184003"/>
                <a:gd name="connsiteY1926" fmla="*/ 3708200 h 6857801"/>
                <a:gd name="connsiteX1927" fmla="*/ 2089072 w 12184003"/>
                <a:gd name="connsiteY1927" fmla="*/ 3603089 h 6857801"/>
                <a:gd name="connsiteX1928" fmla="*/ 1727746 w 12184003"/>
                <a:gd name="connsiteY1928" fmla="*/ 3603089 h 6857801"/>
                <a:gd name="connsiteX1929" fmla="*/ 1651332 w 12184003"/>
                <a:gd name="connsiteY1929" fmla="*/ 3526222 h 6857801"/>
                <a:gd name="connsiteX1930" fmla="*/ 1633589 w 12184003"/>
                <a:gd name="connsiteY1930" fmla="*/ 3543964 h 6857801"/>
                <a:gd name="connsiteX1931" fmla="*/ 1228477 w 12184003"/>
                <a:gd name="connsiteY1931" fmla="*/ 3543964 h 6857801"/>
                <a:gd name="connsiteX1932" fmla="*/ 1042340 w 12184003"/>
                <a:gd name="connsiteY1932" fmla="*/ 3360023 h 6857801"/>
                <a:gd name="connsiteX1933" fmla="*/ 10730536 w 12184003"/>
                <a:gd name="connsiteY1933" fmla="*/ 3327176 h 6857801"/>
                <a:gd name="connsiteX1934" fmla="*/ 10565406 w 12184003"/>
                <a:gd name="connsiteY1934" fmla="*/ 3493281 h 6857801"/>
                <a:gd name="connsiteX1935" fmla="*/ 10570114 w 12184003"/>
                <a:gd name="connsiteY1935" fmla="*/ 3497978 h 6857801"/>
                <a:gd name="connsiteX1936" fmla="*/ 10938002 w 12184003"/>
                <a:gd name="connsiteY1936" fmla="*/ 3497978 h 6857801"/>
                <a:gd name="connsiteX1937" fmla="*/ 11108806 w 12184003"/>
                <a:gd name="connsiteY1937" fmla="*/ 3327176 h 6857801"/>
                <a:gd name="connsiteX1938" fmla="*/ 10653328 w 12184003"/>
                <a:gd name="connsiteY1938" fmla="*/ 3327176 h 6857801"/>
                <a:gd name="connsiteX1939" fmla="*/ 10527281 w 12184003"/>
                <a:gd name="connsiteY1939" fmla="*/ 3455252 h 6857801"/>
                <a:gd name="connsiteX1940" fmla="*/ 10553670 w 12184003"/>
                <a:gd name="connsiteY1940" fmla="*/ 3481575 h 6857801"/>
                <a:gd name="connsiteX1941" fmla="*/ 10708071 w 12184003"/>
                <a:gd name="connsiteY1941" fmla="*/ 3327176 h 6857801"/>
                <a:gd name="connsiteX1942" fmla="*/ 1475917 w 12184003"/>
                <a:gd name="connsiteY1942" fmla="*/ 3327176 h 6857801"/>
                <a:gd name="connsiteX1943" fmla="*/ 1630322 w 12184003"/>
                <a:gd name="connsiteY1943" fmla="*/ 3481578 h 6857801"/>
                <a:gd name="connsiteX1944" fmla="*/ 1657730 w 12184003"/>
                <a:gd name="connsiteY1944" fmla="*/ 3454239 h 6857801"/>
                <a:gd name="connsiteX1945" fmla="*/ 1530662 w 12184003"/>
                <a:gd name="connsiteY1945" fmla="*/ 3327176 h 6857801"/>
                <a:gd name="connsiteX1946" fmla="*/ 1075192 w 12184003"/>
                <a:gd name="connsiteY1946" fmla="*/ 3327176 h 6857801"/>
                <a:gd name="connsiteX1947" fmla="*/ 1245995 w 12184003"/>
                <a:gd name="connsiteY1947" fmla="*/ 3497978 h 6857801"/>
                <a:gd name="connsiteX1948" fmla="*/ 1613881 w 12184003"/>
                <a:gd name="connsiteY1948" fmla="*/ 3497978 h 6857801"/>
                <a:gd name="connsiteX1949" fmla="*/ 1618586 w 12184003"/>
                <a:gd name="connsiteY1949" fmla="*/ 3493283 h 6857801"/>
                <a:gd name="connsiteX1950" fmla="*/ 1453453 w 12184003"/>
                <a:gd name="connsiteY1950" fmla="*/ 3327176 h 6857801"/>
                <a:gd name="connsiteX1951" fmla="*/ 4630938 w 12184003"/>
                <a:gd name="connsiteY1951" fmla="*/ 3300901 h 6857801"/>
                <a:gd name="connsiteX1952" fmla="*/ 4780138 w 12184003"/>
                <a:gd name="connsiteY1952" fmla="*/ 3451065 h 6857801"/>
                <a:gd name="connsiteX1953" fmla="*/ 4782472 w 12184003"/>
                <a:gd name="connsiteY1953" fmla="*/ 3445423 h 6857801"/>
                <a:gd name="connsiteX1954" fmla="*/ 4797804 w 12184003"/>
                <a:gd name="connsiteY1954" fmla="*/ 3439080 h 6857801"/>
                <a:gd name="connsiteX1955" fmla="*/ 4797804 w 12184003"/>
                <a:gd name="connsiteY1955" fmla="*/ 3313673 h 6857801"/>
                <a:gd name="connsiteX1956" fmla="*/ 4792327 w 12184003"/>
                <a:gd name="connsiteY1956" fmla="*/ 3321701 h 6857801"/>
                <a:gd name="connsiteX1957" fmla="*/ 4758382 w 12184003"/>
                <a:gd name="connsiteY1957" fmla="*/ 3335933 h 6857801"/>
                <a:gd name="connsiteX1958" fmla="*/ 4714038 w 12184003"/>
                <a:gd name="connsiteY1958" fmla="*/ 3306382 h 6857801"/>
                <a:gd name="connsiteX1959" fmla="*/ 4712909 w 12184003"/>
                <a:gd name="connsiteY1959" fmla="*/ 3300901 h 6857801"/>
                <a:gd name="connsiteX1960" fmla="*/ 4510936 w 12184003"/>
                <a:gd name="connsiteY1960" fmla="*/ 3257105 h 6857801"/>
                <a:gd name="connsiteX1961" fmla="*/ 4521885 w 12184003"/>
                <a:gd name="connsiteY1961" fmla="*/ 3268091 h 6857801"/>
                <a:gd name="connsiteX1962" fmla="*/ 4563559 w 12184003"/>
                <a:gd name="connsiteY1962" fmla="*/ 3268091 h 6857801"/>
                <a:gd name="connsiteX1963" fmla="*/ 4552552 w 12184003"/>
                <a:gd name="connsiteY1963" fmla="*/ 3257105 h 6857801"/>
                <a:gd name="connsiteX1964" fmla="*/ 4156229 w 12184003"/>
                <a:gd name="connsiteY1964" fmla="*/ 3257105 h 6857801"/>
                <a:gd name="connsiteX1965" fmla="*/ 4383927 w 12184003"/>
                <a:gd name="connsiteY1965" fmla="*/ 3484839 h 6857801"/>
                <a:gd name="connsiteX1966" fmla="*/ 4392955 w 12184003"/>
                <a:gd name="connsiteY1966" fmla="*/ 3484839 h 6857801"/>
                <a:gd name="connsiteX1967" fmla="*/ 4416893 w 12184003"/>
                <a:gd name="connsiteY1967" fmla="*/ 3460791 h 6857801"/>
                <a:gd name="connsiteX1968" fmla="*/ 4408016 w 12184003"/>
                <a:gd name="connsiteY1968" fmla="*/ 3438032 h 6857801"/>
                <a:gd name="connsiteX1969" fmla="*/ 4421155 w 12184003"/>
                <a:gd name="connsiteY1969" fmla="*/ 3406008 h 6857801"/>
                <a:gd name="connsiteX1970" fmla="*/ 4484669 w 12184003"/>
                <a:gd name="connsiteY1970" fmla="*/ 3406008 h 6857801"/>
                <a:gd name="connsiteX1971" fmla="*/ 4484669 w 12184003"/>
                <a:gd name="connsiteY1971" fmla="*/ 3471701 h 6857801"/>
                <a:gd name="connsiteX1972" fmla="*/ 4452912 w 12184003"/>
                <a:gd name="connsiteY1972" fmla="*/ 3484839 h 6857801"/>
                <a:gd name="connsiteX1973" fmla="*/ 4433542 w 12184003"/>
                <a:gd name="connsiteY1973" fmla="*/ 3476828 h 6857801"/>
                <a:gd name="connsiteX1974" fmla="*/ 4425538 w 12184003"/>
                <a:gd name="connsiteY1974" fmla="*/ 3484839 h 6857801"/>
                <a:gd name="connsiteX1975" fmla="*/ 4452912 w 12184003"/>
                <a:gd name="connsiteY1975" fmla="*/ 3484839 h 6857801"/>
                <a:gd name="connsiteX1976" fmla="*/ 4716151 w 12184003"/>
                <a:gd name="connsiteY1976" fmla="*/ 3484839 h 6857801"/>
                <a:gd name="connsiteX1977" fmla="*/ 4722251 w 12184003"/>
                <a:gd name="connsiteY1977" fmla="*/ 3470605 h 6857801"/>
                <a:gd name="connsiteX1978" fmla="*/ 4745246 w 12184003"/>
                <a:gd name="connsiteY1978" fmla="*/ 3460751 h 6857801"/>
                <a:gd name="connsiteX1979" fmla="*/ 4765540 w 12184003"/>
                <a:gd name="connsiteY1979" fmla="*/ 3468725 h 6857801"/>
                <a:gd name="connsiteX1980" fmla="*/ 4596626 w 12184003"/>
                <a:gd name="connsiteY1980" fmla="*/ 3300901 h 6857801"/>
                <a:gd name="connsiteX1981" fmla="*/ 4508751 w 12184003"/>
                <a:gd name="connsiteY1981" fmla="*/ 3300901 h 6857801"/>
                <a:gd name="connsiteX1982" fmla="*/ 4464957 w 12184003"/>
                <a:gd name="connsiteY1982" fmla="*/ 3257105 h 6857801"/>
                <a:gd name="connsiteX1983" fmla="*/ 7718985 w 12184003"/>
                <a:gd name="connsiteY1983" fmla="*/ 3257102 h 6857801"/>
                <a:gd name="connsiteX1984" fmla="*/ 7675188 w 12184003"/>
                <a:gd name="connsiteY1984" fmla="*/ 3300899 h 6857801"/>
                <a:gd name="connsiteX1985" fmla="*/ 7587310 w 12184003"/>
                <a:gd name="connsiteY1985" fmla="*/ 3300899 h 6857801"/>
                <a:gd name="connsiteX1986" fmla="*/ 7418392 w 12184003"/>
                <a:gd name="connsiteY1986" fmla="*/ 3468726 h 6857801"/>
                <a:gd name="connsiteX1987" fmla="*/ 7438689 w 12184003"/>
                <a:gd name="connsiteY1987" fmla="*/ 3460751 h 6857801"/>
                <a:gd name="connsiteX1988" fmla="*/ 7461682 w 12184003"/>
                <a:gd name="connsiteY1988" fmla="*/ 3470605 h 6857801"/>
                <a:gd name="connsiteX1989" fmla="*/ 7467782 w 12184003"/>
                <a:gd name="connsiteY1989" fmla="*/ 3484839 h 6857801"/>
                <a:gd name="connsiteX1990" fmla="*/ 7652195 w 12184003"/>
                <a:gd name="connsiteY1990" fmla="*/ 3484839 h 6857801"/>
                <a:gd name="connsiteX1991" fmla="*/ 7620444 w 12184003"/>
                <a:gd name="connsiteY1991" fmla="*/ 3471701 h 6857801"/>
                <a:gd name="connsiteX1992" fmla="*/ 7620444 w 12184003"/>
                <a:gd name="connsiteY1992" fmla="*/ 3406008 h 6857801"/>
                <a:gd name="connsiteX1993" fmla="*/ 7683948 w 12184003"/>
                <a:gd name="connsiteY1993" fmla="*/ 3406008 h 6857801"/>
                <a:gd name="connsiteX1994" fmla="*/ 7697087 w 12184003"/>
                <a:gd name="connsiteY1994" fmla="*/ 3438032 h 6857801"/>
                <a:gd name="connsiteX1995" fmla="*/ 7688251 w 12184003"/>
                <a:gd name="connsiteY1995" fmla="*/ 3460675 h 6857801"/>
                <a:gd name="connsiteX1996" fmla="*/ 7712414 w 12184003"/>
                <a:gd name="connsiteY1996" fmla="*/ 3484839 h 6857801"/>
                <a:gd name="connsiteX1997" fmla="*/ 7800007 w 12184003"/>
                <a:gd name="connsiteY1997" fmla="*/ 3484839 h 6857801"/>
                <a:gd name="connsiteX1998" fmla="*/ 8027747 w 12184003"/>
                <a:gd name="connsiteY1998" fmla="*/ 3257102 h 6857801"/>
                <a:gd name="connsiteX1999" fmla="*/ 7631391 w 12184003"/>
                <a:gd name="connsiteY1999" fmla="*/ 3257102 h 6857801"/>
                <a:gd name="connsiteX2000" fmla="*/ 7620371 w 12184003"/>
                <a:gd name="connsiteY2000" fmla="*/ 3268051 h 6857801"/>
                <a:gd name="connsiteX2001" fmla="*/ 7662050 w 12184003"/>
                <a:gd name="connsiteY2001" fmla="*/ 3268051 h 6857801"/>
                <a:gd name="connsiteX2002" fmla="*/ 7673000 w 12184003"/>
                <a:gd name="connsiteY2002" fmla="*/ 3257102 h 6857801"/>
                <a:gd name="connsiteX2003" fmla="*/ 1924337 w 12184003"/>
                <a:gd name="connsiteY2003" fmla="*/ 3253265 h 6857801"/>
                <a:gd name="connsiteX2004" fmla="*/ 1786876 w 12184003"/>
                <a:gd name="connsiteY2004" fmla="*/ 3390679 h 6857801"/>
                <a:gd name="connsiteX2005" fmla="*/ 1992714 w 12184003"/>
                <a:gd name="connsiteY2005" fmla="*/ 3390679 h 6857801"/>
                <a:gd name="connsiteX2006" fmla="*/ 2026782 w 12184003"/>
                <a:gd name="connsiteY2006" fmla="*/ 3356612 h 6857801"/>
                <a:gd name="connsiteX2007" fmla="*/ 10259656 w 12184003"/>
                <a:gd name="connsiteY2007" fmla="*/ 3253218 h 6857801"/>
                <a:gd name="connsiteX2008" fmla="*/ 10157334 w 12184003"/>
                <a:gd name="connsiteY2008" fmla="*/ 3356487 h 6857801"/>
                <a:gd name="connsiteX2009" fmla="*/ 10191412 w 12184003"/>
                <a:gd name="connsiteY2009" fmla="*/ 3390679 h 6857801"/>
                <a:gd name="connsiteX2010" fmla="*/ 10397119 w 12184003"/>
                <a:gd name="connsiteY2010" fmla="*/ 3390679 h 6857801"/>
                <a:gd name="connsiteX2011" fmla="*/ 3443585 w 12184003"/>
                <a:gd name="connsiteY2011" fmla="*/ 3250581 h 6857801"/>
                <a:gd name="connsiteX2012" fmla="*/ 3437727 w 12184003"/>
                <a:gd name="connsiteY2012" fmla="*/ 3266694 h 6857801"/>
                <a:gd name="connsiteX2013" fmla="*/ 3413913 w 12184003"/>
                <a:gd name="connsiteY2013" fmla="*/ 3276851 h 6857801"/>
                <a:gd name="connsiteX2014" fmla="*/ 3408125 w 12184003"/>
                <a:gd name="connsiteY2014" fmla="*/ 3273855 h 6857801"/>
                <a:gd name="connsiteX2015" fmla="*/ 3247491 w 12184003"/>
                <a:gd name="connsiteY2015" fmla="*/ 3434473 h 6857801"/>
                <a:gd name="connsiteX2016" fmla="*/ 2805396 w 12184003"/>
                <a:gd name="connsiteY2016" fmla="*/ 3434473 h 6857801"/>
                <a:gd name="connsiteX2017" fmla="*/ 2675948 w 12184003"/>
                <a:gd name="connsiteY2017" fmla="*/ 3563672 h 6857801"/>
                <a:gd name="connsiteX2018" fmla="*/ 2272388 w 12184003"/>
                <a:gd name="connsiteY2018" fmla="*/ 3563672 h 6857801"/>
                <a:gd name="connsiteX2019" fmla="*/ 2250332 w 12184003"/>
                <a:gd name="connsiteY2019" fmla="*/ 3585570 h 6857801"/>
                <a:gd name="connsiteX2020" fmla="*/ 2869272 w 12184003"/>
                <a:gd name="connsiteY2020" fmla="*/ 3585570 h 6857801"/>
                <a:gd name="connsiteX2021" fmla="*/ 2876310 w 12184003"/>
                <a:gd name="connsiteY2021" fmla="*/ 3569146 h 6857801"/>
                <a:gd name="connsiteX2022" fmla="*/ 2899305 w 12184003"/>
                <a:gd name="connsiteY2022" fmla="*/ 3559292 h 6857801"/>
                <a:gd name="connsiteX2023" fmla="*/ 2932149 w 12184003"/>
                <a:gd name="connsiteY2023" fmla="*/ 3592140 h 6857801"/>
                <a:gd name="connsiteX2024" fmla="*/ 2924797 w 12184003"/>
                <a:gd name="connsiteY2024" fmla="*/ 3608871 h 6857801"/>
                <a:gd name="connsiteX2025" fmla="*/ 3124855 w 12184003"/>
                <a:gd name="connsiteY2025" fmla="*/ 3808930 h 6857801"/>
                <a:gd name="connsiteX2026" fmla="*/ 3367926 w 12184003"/>
                <a:gd name="connsiteY2026" fmla="*/ 3808930 h 6857801"/>
                <a:gd name="connsiteX2027" fmla="*/ 3386129 w 12184003"/>
                <a:gd name="connsiteY2027" fmla="*/ 3790729 h 6857801"/>
                <a:gd name="connsiteX2028" fmla="*/ 3383241 w 12184003"/>
                <a:gd name="connsiteY2028" fmla="*/ 3783747 h 6857801"/>
                <a:gd name="connsiteX2029" fmla="*/ 3396381 w 12184003"/>
                <a:gd name="connsiteY2029" fmla="*/ 3751996 h 6857801"/>
                <a:gd name="connsiteX2030" fmla="*/ 3428132 w 12184003"/>
                <a:gd name="connsiteY2030" fmla="*/ 3738857 h 6857801"/>
                <a:gd name="connsiteX2031" fmla="*/ 3435111 w 12184003"/>
                <a:gd name="connsiteY2031" fmla="*/ 3741745 h 6857801"/>
                <a:gd name="connsiteX2032" fmla="*/ 3624120 w 12184003"/>
                <a:gd name="connsiteY2032" fmla="*/ 3552723 h 6857801"/>
                <a:gd name="connsiteX2033" fmla="*/ 3855924 w 12184003"/>
                <a:gd name="connsiteY2033" fmla="*/ 3552723 h 6857801"/>
                <a:gd name="connsiteX2034" fmla="*/ 3863899 w 12184003"/>
                <a:gd name="connsiteY2034" fmla="*/ 3534109 h 6857801"/>
                <a:gd name="connsiteX2035" fmla="*/ 3886888 w 12184003"/>
                <a:gd name="connsiteY2035" fmla="*/ 3524256 h 6857801"/>
                <a:gd name="connsiteX2036" fmla="*/ 3919735 w 12184003"/>
                <a:gd name="connsiteY2036" fmla="*/ 3557103 h 6857801"/>
                <a:gd name="connsiteX2037" fmla="*/ 3886888 w 12184003"/>
                <a:gd name="connsiteY2037" fmla="*/ 3589949 h 6857801"/>
                <a:gd name="connsiteX2038" fmla="*/ 3863899 w 12184003"/>
                <a:gd name="connsiteY2038" fmla="*/ 3580916 h 6857801"/>
                <a:gd name="connsiteX2039" fmla="*/ 3858578 w 12184003"/>
                <a:gd name="connsiteY2039" fmla="*/ 3568051 h 6857801"/>
                <a:gd name="connsiteX2040" fmla="*/ 3630690 w 12184003"/>
                <a:gd name="connsiteY2040" fmla="*/ 3568051 h 6857801"/>
                <a:gd name="connsiteX2041" fmla="*/ 3451682 w 12184003"/>
                <a:gd name="connsiteY2041" fmla="*/ 3748603 h 6857801"/>
                <a:gd name="connsiteX2042" fmla="*/ 3459881 w 12184003"/>
                <a:gd name="connsiteY2042" fmla="*/ 3751996 h 6857801"/>
                <a:gd name="connsiteX2043" fmla="*/ 3459881 w 12184003"/>
                <a:gd name="connsiteY2043" fmla="*/ 3815500 h 6857801"/>
                <a:gd name="connsiteX2044" fmla="*/ 3428132 w 12184003"/>
                <a:gd name="connsiteY2044" fmla="*/ 3828639 h 6857801"/>
                <a:gd name="connsiteX2045" fmla="*/ 3404127 w 12184003"/>
                <a:gd name="connsiteY2045" fmla="*/ 3818705 h 6857801"/>
                <a:gd name="connsiteX2046" fmla="*/ 3310976 w 12184003"/>
                <a:gd name="connsiteY2046" fmla="*/ 3911852 h 6857801"/>
                <a:gd name="connsiteX2047" fmla="*/ 3625685 w 12184003"/>
                <a:gd name="connsiteY2047" fmla="*/ 3911852 h 6857801"/>
                <a:gd name="connsiteX2048" fmla="*/ 3798739 w 12184003"/>
                <a:gd name="connsiteY2048" fmla="*/ 3737712 h 6857801"/>
                <a:gd name="connsiteX2049" fmla="*/ 3799580 w 12184003"/>
                <a:gd name="connsiteY2049" fmla="*/ 3735572 h 6857801"/>
                <a:gd name="connsiteX2050" fmla="*/ 3801763 w 12184003"/>
                <a:gd name="connsiteY2050" fmla="*/ 3734670 h 6857801"/>
                <a:gd name="connsiteX2051" fmla="*/ 3873757 w 12184003"/>
                <a:gd name="connsiteY2051" fmla="*/ 3662213 h 6857801"/>
                <a:gd name="connsiteX2052" fmla="*/ 4186014 w 12184003"/>
                <a:gd name="connsiteY2052" fmla="*/ 3662213 h 6857801"/>
                <a:gd name="connsiteX2053" fmla="*/ 4195651 w 12184003"/>
                <a:gd name="connsiteY2053" fmla="*/ 3638126 h 6857801"/>
                <a:gd name="connsiteX2054" fmla="*/ 4228446 w 12184003"/>
                <a:gd name="connsiteY2054" fmla="*/ 3624987 h 6857801"/>
                <a:gd name="connsiteX2055" fmla="*/ 4246298 w 12184003"/>
                <a:gd name="connsiteY2055" fmla="*/ 3632129 h 6857801"/>
                <a:gd name="connsiteX2056" fmla="*/ 4376436 w 12184003"/>
                <a:gd name="connsiteY2056" fmla="*/ 3501428 h 6857801"/>
                <a:gd name="connsiteX2057" fmla="*/ 4134273 w 12184003"/>
                <a:gd name="connsiteY2057" fmla="*/ 3257105 h 6857801"/>
                <a:gd name="connsiteX2058" fmla="*/ 3632883 w 12184003"/>
                <a:gd name="connsiteY2058" fmla="*/ 3257105 h 6857801"/>
                <a:gd name="connsiteX2059" fmla="*/ 3624125 w 12184003"/>
                <a:gd name="connsiteY2059" fmla="*/ 3279048 h 6857801"/>
                <a:gd name="connsiteX2060" fmla="*/ 3591283 w 12184003"/>
                <a:gd name="connsiteY2060" fmla="*/ 3292147 h 6857801"/>
                <a:gd name="connsiteX2061" fmla="*/ 3558437 w 12184003"/>
                <a:gd name="connsiteY2061" fmla="*/ 3279048 h 6857801"/>
                <a:gd name="connsiteX2062" fmla="*/ 3547051 w 12184003"/>
                <a:gd name="connsiteY2062" fmla="*/ 3250581 h 6857801"/>
                <a:gd name="connsiteX2063" fmla="*/ 8636952 w 12184003"/>
                <a:gd name="connsiteY2063" fmla="*/ 3250532 h 6857801"/>
                <a:gd name="connsiteX2064" fmla="*/ 8625565 w 12184003"/>
                <a:gd name="connsiteY2064" fmla="*/ 3279002 h 6857801"/>
                <a:gd name="connsiteX2065" fmla="*/ 8592717 w 12184003"/>
                <a:gd name="connsiteY2065" fmla="*/ 3292138 h 6857801"/>
                <a:gd name="connsiteX2066" fmla="*/ 8559870 w 12184003"/>
                <a:gd name="connsiteY2066" fmla="*/ 3279002 h 6857801"/>
                <a:gd name="connsiteX2067" fmla="*/ 8551111 w 12184003"/>
                <a:gd name="connsiteY2067" fmla="*/ 3257102 h 6857801"/>
                <a:gd name="connsiteX2068" fmla="*/ 8049703 w 12184003"/>
                <a:gd name="connsiteY2068" fmla="*/ 3257102 h 6857801"/>
                <a:gd name="connsiteX2069" fmla="*/ 7806578 w 12184003"/>
                <a:gd name="connsiteY2069" fmla="*/ 3502358 h 6857801"/>
                <a:gd name="connsiteX2070" fmla="*/ 7729933 w 12184003"/>
                <a:gd name="connsiteY2070" fmla="*/ 3502358 h 6857801"/>
                <a:gd name="connsiteX2071" fmla="*/ 7916797 w 12184003"/>
                <a:gd name="connsiteY2071" fmla="*/ 3689222 h 6857801"/>
                <a:gd name="connsiteX2072" fmla="*/ 7909498 w 12184003"/>
                <a:gd name="connsiteY2072" fmla="*/ 3670973 h 6857801"/>
                <a:gd name="connsiteX2073" fmla="*/ 7955484 w 12184003"/>
                <a:gd name="connsiteY2073" fmla="*/ 3624987 h 6857801"/>
                <a:gd name="connsiteX2074" fmla="*/ 7988331 w 12184003"/>
                <a:gd name="connsiteY2074" fmla="*/ 3638126 h 6857801"/>
                <a:gd name="connsiteX2075" fmla="*/ 7997966 w 12184003"/>
                <a:gd name="connsiteY2075" fmla="*/ 3662213 h 6857801"/>
                <a:gd name="connsiteX2076" fmla="*/ 8310233 w 12184003"/>
                <a:gd name="connsiteY2076" fmla="*/ 3662213 h 6857801"/>
                <a:gd name="connsiteX2077" fmla="*/ 8382241 w 12184003"/>
                <a:gd name="connsiteY2077" fmla="*/ 3734674 h 6857801"/>
                <a:gd name="connsiteX2078" fmla="*/ 8384413 w 12184003"/>
                <a:gd name="connsiteY2078" fmla="*/ 3735572 h 6857801"/>
                <a:gd name="connsiteX2079" fmla="*/ 8385250 w 12184003"/>
                <a:gd name="connsiteY2079" fmla="*/ 3737701 h 6857801"/>
                <a:gd name="connsiteX2080" fmla="*/ 8558311 w 12184003"/>
                <a:gd name="connsiteY2080" fmla="*/ 3911852 h 6857801"/>
                <a:gd name="connsiteX2081" fmla="*/ 8794986 w 12184003"/>
                <a:gd name="connsiteY2081" fmla="*/ 3911852 h 6857801"/>
                <a:gd name="connsiteX2082" fmla="*/ 8701169 w 12184003"/>
                <a:gd name="connsiteY2082" fmla="*/ 3818648 h 6857801"/>
                <a:gd name="connsiteX2083" fmla="*/ 8677026 w 12184003"/>
                <a:gd name="connsiteY2083" fmla="*/ 3828639 h 6857801"/>
                <a:gd name="connsiteX2084" fmla="*/ 8645273 w 12184003"/>
                <a:gd name="connsiteY2084" fmla="*/ 3815500 h 6857801"/>
                <a:gd name="connsiteX2085" fmla="*/ 8645273 w 12184003"/>
                <a:gd name="connsiteY2085" fmla="*/ 3751996 h 6857801"/>
                <a:gd name="connsiteX2086" fmla="*/ 8708777 w 12184003"/>
                <a:gd name="connsiteY2086" fmla="*/ 3751996 h 6857801"/>
                <a:gd name="connsiteX2087" fmla="*/ 8721915 w 12184003"/>
                <a:gd name="connsiteY2087" fmla="*/ 3783747 h 6857801"/>
                <a:gd name="connsiteX2088" fmla="*/ 8715186 w 12184003"/>
                <a:gd name="connsiteY2088" fmla="*/ 3800011 h 6857801"/>
                <a:gd name="connsiteX2089" fmla="*/ 8827027 w 12184003"/>
                <a:gd name="connsiteY2089" fmla="*/ 3911852 h 6857801"/>
                <a:gd name="connsiteX2090" fmla="*/ 8956227 w 12184003"/>
                <a:gd name="connsiteY2090" fmla="*/ 3911852 h 6857801"/>
                <a:gd name="connsiteX2091" fmla="*/ 9041630 w 12184003"/>
                <a:gd name="connsiteY2091" fmla="*/ 3826449 h 6857801"/>
                <a:gd name="connsiteX2092" fmla="*/ 8809509 w 12184003"/>
                <a:gd name="connsiteY2092" fmla="*/ 3826449 h 6857801"/>
                <a:gd name="connsiteX2093" fmla="*/ 8553302 w 12184003"/>
                <a:gd name="connsiteY2093" fmla="*/ 3568051 h 6857801"/>
                <a:gd name="connsiteX2094" fmla="*/ 8327600 w 12184003"/>
                <a:gd name="connsiteY2094" fmla="*/ 3568051 h 6857801"/>
                <a:gd name="connsiteX2095" fmla="*/ 8322277 w 12184003"/>
                <a:gd name="connsiteY2095" fmla="*/ 3580916 h 6857801"/>
                <a:gd name="connsiteX2096" fmla="*/ 8299284 w 12184003"/>
                <a:gd name="connsiteY2096" fmla="*/ 3589949 h 6857801"/>
                <a:gd name="connsiteX2097" fmla="*/ 8266437 w 12184003"/>
                <a:gd name="connsiteY2097" fmla="*/ 3557103 h 6857801"/>
                <a:gd name="connsiteX2098" fmla="*/ 8299284 w 12184003"/>
                <a:gd name="connsiteY2098" fmla="*/ 3524256 h 6857801"/>
                <a:gd name="connsiteX2099" fmla="*/ 8322277 w 12184003"/>
                <a:gd name="connsiteY2099" fmla="*/ 3534109 h 6857801"/>
                <a:gd name="connsiteX2100" fmla="*/ 8330254 w 12184003"/>
                <a:gd name="connsiteY2100" fmla="*/ 3552723 h 6857801"/>
                <a:gd name="connsiteX2101" fmla="*/ 8559871 w 12184003"/>
                <a:gd name="connsiteY2101" fmla="*/ 3552723 h 6857801"/>
                <a:gd name="connsiteX2102" fmla="*/ 8818268 w 12184003"/>
                <a:gd name="connsiteY2102" fmla="*/ 3808930 h 6857801"/>
                <a:gd name="connsiteX2103" fmla="*/ 9059148 w 12184003"/>
                <a:gd name="connsiteY2103" fmla="*/ 3808930 h 6857801"/>
                <a:gd name="connsiteX2104" fmla="*/ 9259205 w 12184003"/>
                <a:gd name="connsiteY2104" fmla="*/ 3608872 h 6857801"/>
                <a:gd name="connsiteX2105" fmla="*/ 9251850 w 12184003"/>
                <a:gd name="connsiteY2105" fmla="*/ 3592140 h 6857801"/>
                <a:gd name="connsiteX2106" fmla="*/ 9284697 w 12184003"/>
                <a:gd name="connsiteY2106" fmla="*/ 3559292 h 6857801"/>
                <a:gd name="connsiteX2107" fmla="*/ 9307690 w 12184003"/>
                <a:gd name="connsiteY2107" fmla="*/ 3569146 h 6857801"/>
                <a:gd name="connsiteX2108" fmla="*/ 9314729 w 12184003"/>
                <a:gd name="connsiteY2108" fmla="*/ 3585570 h 6857801"/>
                <a:gd name="connsiteX2109" fmla="*/ 9935071 w 12184003"/>
                <a:gd name="connsiteY2109" fmla="*/ 3585570 h 6857801"/>
                <a:gd name="connsiteX2110" fmla="*/ 9913173 w 12184003"/>
                <a:gd name="connsiteY2110" fmla="*/ 3563672 h 6857801"/>
                <a:gd name="connsiteX2111" fmla="*/ 9508056 w 12184003"/>
                <a:gd name="connsiteY2111" fmla="*/ 3563672 h 6857801"/>
                <a:gd name="connsiteX2112" fmla="*/ 9378611 w 12184003"/>
                <a:gd name="connsiteY2112" fmla="*/ 3434473 h 6857801"/>
                <a:gd name="connsiteX2113" fmla="*/ 8936517 w 12184003"/>
                <a:gd name="connsiteY2113" fmla="*/ 3434473 h 6857801"/>
                <a:gd name="connsiteX2114" fmla="*/ 8775885 w 12184003"/>
                <a:gd name="connsiteY2114" fmla="*/ 3273844 h 6857801"/>
                <a:gd name="connsiteX2115" fmla="*/ 8770092 w 12184003"/>
                <a:gd name="connsiteY2115" fmla="*/ 3276809 h 6857801"/>
                <a:gd name="connsiteX2116" fmla="*/ 8746279 w 12184003"/>
                <a:gd name="connsiteY2116" fmla="*/ 3266683 h 6857801"/>
                <a:gd name="connsiteX2117" fmla="*/ 8740422 w 12184003"/>
                <a:gd name="connsiteY2117" fmla="*/ 3250532 h 6857801"/>
                <a:gd name="connsiteX2118" fmla="*/ 840879 w 12184003"/>
                <a:gd name="connsiteY2118" fmla="*/ 3230826 h 6857801"/>
                <a:gd name="connsiteX2119" fmla="*/ 902194 w 12184003"/>
                <a:gd name="connsiteY2119" fmla="*/ 3292148 h 6857801"/>
                <a:gd name="connsiteX2120" fmla="*/ 1418624 w 12184003"/>
                <a:gd name="connsiteY2120" fmla="*/ 3292148 h 6857801"/>
                <a:gd name="connsiteX2121" fmla="*/ 1357669 w 12184003"/>
                <a:gd name="connsiteY2121" fmla="*/ 3230826 h 6857801"/>
                <a:gd name="connsiteX2122" fmla="*/ 10826322 w 12184003"/>
                <a:gd name="connsiteY2122" fmla="*/ 3230824 h 6857801"/>
                <a:gd name="connsiteX2123" fmla="*/ 10765368 w 12184003"/>
                <a:gd name="connsiteY2123" fmla="*/ 3292141 h 6857801"/>
                <a:gd name="connsiteX2124" fmla="*/ 11281801 w 12184003"/>
                <a:gd name="connsiteY2124" fmla="*/ 3292141 h 6857801"/>
                <a:gd name="connsiteX2125" fmla="*/ 11343117 w 12184003"/>
                <a:gd name="connsiteY2125" fmla="*/ 3230824 h 6857801"/>
                <a:gd name="connsiteX2126" fmla="*/ 1526286 w 12184003"/>
                <a:gd name="connsiteY2126" fmla="*/ 3145425 h 6857801"/>
                <a:gd name="connsiteX2127" fmla="*/ 1746530 w 12184003"/>
                <a:gd name="connsiteY2127" fmla="*/ 3365663 h 6857801"/>
                <a:gd name="connsiteX2128" fmla="*/ 1891990 w 12184003"/>
                <a:gd name="connsiteY2128" fmla="*/ 3220573 h 6857801"/>
                <a:gd name="connsiteX2129" fmla="*/ 1817529 w 12184003"/>
                <a:gd name="connsiteY2129" fmla="*/ 3145425 h 6857801"/>
                <a:gd name="connsiteX2130" fmla="*/ 10366463 w 12184003"/>
                <a:gd name="connsiteY2130" fmla="*/ 3145422 h 6857801"/>
                <a:gd name="connsiteX2131" fmla="*/ 10292002 w 12184003"/>
                <a:gd name="connsiteY2131" fmla="*/ 3220571 h 6857801"/>
                <a:gd name="connsiteX2132" fmla="*/ 10437463 w 12184003"/>
                <a:gd name="connsiteY2132" fmla="*/ 3365666 h 6857801"/>
                <a:gd name="connsiteX2133" fmla="*/ 10657708 w 12184003"/>
                <a:gd name="connsiteY2133" fmla="*/ 3145422 h 6857801"/>
                <a:gd name="connsiteX2134" fmla="*/ 3551867 w 12184003"/>
                <a:gd name="connsiteY2134" fmla="*/ 3130141 h 6857801"/>
                <a:gd name="connsiteX2135" fmla="*/ 3446764 w 12184003"/>
                <a:gd name="connsiteY2135" fmla="*/ 3235246 h 6857801"/>
                <a:gd name="connsiteX2136" fmla="*/ 3547578 w 12184003"/>
                <a:gd name="connsiteY2136" fmla="*/ 3235246 h 6857801"/>
                <a:gd name="connsiteX2137" fmla="*/ 3549096 w 12184003"/>
                <a:gd name="connsiteY2137" fmla="*/ 3227886 h 6857801"/>
                <a:gd name="connsiteX2138" fmla="*/ 3591283 w 12184003"/>
                <a:gd name="connsiteY2138" fmla="*/ 3200215 h 6857801"/>
                <a:gd name="connsiteX2139" fmla="*/ 3624125 w 12184003"/>
                <a:gd name="connsiteY2139" fmla="*/ 3213318 h 6857801"/>
                <a:gd name="connsiteX2140" fmla="*/ 3632007 w 12184003"/>
                <a:gd name="connsiteY2140" fmla="*/ 3233059 h 6857801"/>
                <a:gd name="connsiteX2141" fmla="*/ 4440868 w 12184003"/>
                <a:gd name="connsiteY2141" fmla="*/ 3233059 h 6857801"/>
                <a:gd name="connsiteX2142" fmla="*/ 4337940 w 12184003"/>
                <a:gd name="connsiteY2142" fmla="*/ 3130141 h 6857801"/>
                <a:gd name="connsiteX2143" fmla="*/ 3416105 w 12184003"/>
                <a:gd name="connsiteY2143" fmla="*/ 3130141 h 6857801"/>
                <a:gd name="connsiteX2144" fmla="*/ 3162085 w 12184003"/>
                <a:gd name="connsiteY2144" fmla="*/ 3384112 h 6857801"/>
                <a:gd name="connsiteX2145" fmla="*/ 2855860 w 12184003"/>
                <a:gd name="connsiteY2145" fmla="*/ 3384112 h 6857801"/>
                <a:gd name="connsiteX2146" fmla="*/ 2849279 w 12184003"/>
                <a:gd name="connsiteY2146" fmla="*/ 3390679 h 6857801"/>
                <a:gd name="connsiteX2147" fmla="*/ 3227785 w 12184003"/>
                <a:gd name="connsiteY2147" fmla="*/ 3390679 h 6857801"/>
                <a:gd name="connsiteX2148" fmla="*/ 3384346 w 12184003"/>
                <a:gd name="connsiteY2148" fmla="*/ 3234160 h 6857801"/>
                <a:gd name="connsiteX2149" fmla="*/ 3390920 w 12184003"/>
                <a:gd name="connsiteY2149" fmla="*/ 3218831 h 6857801"/>
                <a:gd name="connsiteX2150" fmla="*/ 3406259 w 12184003"/>
                <a:gd name="connsiteY2150" fmla="*/ 3212215 h 6857801"/>
                <a:gd name="connsiteX2151" fmla="*/ 3488365 w 12184003"/>
                <a:gd name="connsiteY2151" fmla="*/ 3130141 h 6857801"/>
                <a:gd name="connsiteX2152" fmla="*/ 8695637 w 12184003"/>
                <a:gd name="connsiteY2152" fmla="*/ 3130094 h 6857801"/>
                <a:gd name="connsiteX2153" fmla="*/ 8777754 w 12184003"/>
                <a:gd name="connsiteY2153" fmla="*/ 3212215 h 6857801"/>
                <a:gd name="connsiteX2154" fmla="*/ 8793086 w 12184003"/>
                <a:gd name="connsiteY2154" fmla="*/ 3218786 h 6857801"/>
                <a:gd name="connsiteX2155" fmla="*/ 8799655 w 12184003"/>
                <a:gd name="connsiteY2155" fmla="*/ 3234112 h 6857801"/>
                <a:gd name="connsiteX2156" fmla="*/ 8956226 w 12184003"/>
                <a:gd name="connsiteY2156" fmla="*/ 3390679 h 6857801"/>
                <a:gd name="connsiteX2157" fmla="*/ 9334730 w 12184003"/>
                <a:gd name="connsiteY2157" fmla="*/ 3390679 h 6857801"/>
                <a:gd name="connsiteX2158" fmla="*/ 9328150 w 12184003"/>
                <a:gd name="connsiteY2158" fmla="*/ 3384112 h 6857801"/>
                <a:gd name="connsiteX2159" fmla="*/ 9024110 w 12184003"/>
                <a:gd name="connsiteY2159" fmla="*/ 3384112 h 6857801"/>
                <a:gd name="connsiteX2160" fmla="*/ 8768998 w 12184003"/>
                <a:gd name="connsiteY2160" fmla="*/ 3130094 h 6857801"/>
                <a:gd name="connsiteX2161" fmla="*/ 7845994 w 12184003"/>
                <a:gd name="connsiteY2161" fmla="*/ 3130094 h 6857801"/>
                <a:gd name="connsiteX2162" fmla="*/ 7743073 w 12184003"/>
                <a:gd name="connsiteY2162" fmla="*/ 3233012 h 6857801"/>
                <a:gd name="connsiteX2163" fmla="*/ 8551986 w 12184003"/>
                <a:gd name="connsiteY2163" fmla="*/ 3233012 h 6857801"/>
                <a:gd name="connsiteX2164" fmla="*/ 8559870 w 12184003"/>
                <a:gd name="connsiteY2164" fmla="*/ 3213306 h 6857801"/>
                <a:gd name="connsiteX2165" fmla="*/ 8592717 w 12184003"/>
                <a:gd name="connsiteY2165" fmla="*/ 3200166 h 6857801"/>
                <a:gd name="connsiteX2166" fmla="*/ 8634906 w 12184003"/>
                <a:gd name="connsiteY2166" fmla="*/ 3227886 h 6857801"/>
                <a:gd name="connsiteX2167" fmla="*/ 8636428 w 12184003"/>
                <a:gd name="connsiteY2167" fmla="*/ 3235203 h 6857801"/>
                <a:gd name="connsiteX2168" fmla="*/ 8737244 w 12184003"/>
                <a:gd name="connsiteY2168" fmla="*/ 3235203 h 6857801"/>
                <a:gd name="connsiteX2169" fmla="*/ 8632132 w 12184003"/>
                <a:gd name="connsiteY2169" fmla="*/ 3130094 h 6857801"/>
                <a:gd name="connsiteX2170" fmla="*/ 2308051 w 12184003"/>
                <a:gd name="connsiteY2170" fmla="*/ 3123571 h 6857801"/>
                <a:gd name="connsiteX2171" fmla="*/ 2294911 w 12184003"/>
                <a:gd name="connsiteY2171" fmla="*/ 3136665 h 6857801"/>
                <a:gd name="connsiteX2172" fmla="*/ 2756094 w 12184003"/>
                <a:gd name="connsiteY2172" fmla="*/ 3136665 h 6857801"/>
                <a:gd name="connsiteX2173" fmla="*/ 2750842 w 12184003"/>
                <a:gd name="connsiteY2173" fmla="*/ 3123571 h 6857801"/>
                <a:gd name="connsiteX2174" fmla="*/ 2141628 w 12184003"/>
                <a:gd name="connsiteY2174" fmla="*/ 3123571 h 6857801"/>
                <a:gd name="connsiteX2175" fmla="*/ 2154765 w 12184003"/>
                <a:gd name="connsiteY2175" fmla="*/ 3136665 h 6857801"/>
                <a:gd name="connsiteX2176" fmla="*/ 2246734 w 12184003"/>
                <a:gd name="connsiteY2176" fmla="*/ 3136665 h 6857801"/>
                <a:gd name="connsiteX2177" fmla="*/ 2259871 w 12184003"/>
                <a:gd name="connsiteY2177" fmla="*/ 3123571 h 6857801"/>
                <a:gd name="connsiteX2178" fmla="*/ 2054033 w 12184003"/>
                <a:gd name="connsiteY2178" fmla="*/ 3123571 h 6857801"/>
                <a:gd name="connsiteX2179" fmla="*/ 1948919 w 12184003"/>
                <a:gd name="connsiteY2179" fmla="*/ 3228645 h 6857801"/>
                <a:gd name="connsiteX2180" fmla="*/ 2051841 w 12184003"/>
                <a:gd name="connsiteY2180" fmla="*/ 3331554 h 6857801"/>
                <a:gd name="connsiteX2181" fmla="*/ 2231407 w 12184003"/>
                <a:gd name="connsiteY2181" fmla="*/ 3151993 h 6857801"/>
                <a:gd name="connsiteX2182" fmla="*/ 2148195 w 12184003"/>
                <a:gd name="connsiteY2182" fmla="*/ 3151993 h 6857801"/>
                <a:gd name="connsiteX2183" fmla="*/ 2119727 w 12184003"/>
                <a:gd name="connsiteY2183" fmla="*/ 3123571 h 6857801"/>
                <a:gd name="connsiteX2184" fmla="*/ 10064269 w 12184003"/>
                <a:gd name="connsiteY2184" fmla="*/ 3123525 h 6857801"/>
                <a:gd name="connsiteX2185" fmla="*/ 10035802 w 12184003"/>
                <a:gd name="connsiteY2185" fmla="*/ 3151991 h 6857801"/>
                <a:gd name="connsiteX2186" fmla="*/ 9953538 w 12184003"/>
                <a:gd name="connsiteY2186" fmla="*/ 3151991 h 6857801"/>
                <a:gd name="connsiteX2187" fmla="*/ 10132402 w 12184003"/>
                <a:gd name="connsiteY2187" fmla="*/ 3331468 h 6857801"/>
                <a:gd name="connsiteX2188" fmla="*/ 10235628 w 12184003"/>
                <a:gd name="connsiteY2188" fmla="*/ 3229189 h 6857801"/>
                <a:gd name="connsiteX2189" fmla="*/ 10129963 w 12184003"/>
                <a:gd name="connsiteY2189" fmla="*/ 3123525 h 6857801"/>
                <a:gd name="connsiteX2190" fmla="*/ 9925168 w 12184003"/>
                <a:gd name="connsiteY2190" fmla="*/ 3123525 h 6857801"/>
                <a:gd name="connsiteX2191" fmla="*/ 9938262 w 12184003"/>
                <a:gd name="connsiteY2191" fmla="*/ 3136665 h 6857801"/>
                <a:gd name="connsiteX2192" fmla="*/ 10029232 w 12184003"/>
                <a:gd name="connsiteY2192" fmla="*/ 3136665 h 6857801"/>
                <a:gd name="connsiteX2193" fmla="*/ 10042371 w 12184003"/>
                <a:gd name="connsiteY2193" fmla="*/ 3123525 h 6857801"/>
                <a:gd name="connsiteX2194" fmla="*/ 9433167 w 12184003"/>
                <a:gd name="connsiteY2194" fmla="*/ 3123525 h 6857801"/>
                <a:gd name="connsiteX2195" fmla="*/ 9427912 w 12184003"/>
                <a:gd name="connsiteY2195" fmla="*/ 3136665 h 6857801"/>
                <a:gd name="connsiteX2196" fmla="*/ 9889085 w 12184003"/>
                <a:gd name="connsiteY2196" fmla="*/ 3136665 h 6857801"/>
                <a:gd name="connsiteX2197" fmla="*/ 9875946 w 12184003"/>
                <a:gd name="connsiteY2197" fmla="*/ 3123525 h 6857801"/>
                <a:gd name="connsiteX2198" fmla="*/ 4751814 w 12184003"/>
                <a:gd name="connsiteY2198" fmla="*/ 3092874 h 6857801"/>
                <a:gd name="connsiteX2199" fmla="*/ 4821890 w 12184003"/>
                <a:gd name="connsiteY2199" fmla="*/ 3162990 h 6857801"/>
                <a:gd name="connsiteX2200" fmla="*/ 4819927 w 12184003"/>
                <a:gd name="connsiteY2200" fmla="*/ 3434647 h 6857801"/>
                <a:gd name="connsiteX2201" fmla="*/ 4845972 w 12184003"/>
                <a:gd name="connsiteY2201" fmla="*/ 3445423 h 6857801"/>
                <a:gd name="connsiteX2202" fmla="*/ 4845972 w 12184003"/>
                <a:gd name="connsiteY2202" fmla="*/ 3508927 h 6857801"/>
                <a:gd name="connsiteX2203" fmla="*/ 4840058 w 12184003"/>
                <a:gd name="connsiteY2203" fmla="*/ 3511375 h 6857801"/>
                <a:gd name="connsiteX2204" fmla="*/ 4900718 w 12184003"/>
                <a:gd name="connsiteY2204" fmla="*/ 3572431 h 6857801"/>
                <a:gd name="connsiteX2205" fmla="*/ 5112475 w 12184003"/>
                <a:gd name="connsiteY2205" fmla="*/ 3572431 h 6857801"/>
                <a:gd name="connsiteX2206" fmla="*/ 5257668 w 12184003"/>
                <a:gd name="connsiteY2206" fmla="*/ 3425719 h 6857801"/>
                <a:gd name="connsiteX2207" fmla="*/ 5257668 w 12184003"/>
                <a:gd name="connsiteY2207" fmla="*/ 3324987 h 6857801"/>
                <a:gd name="connsiteX2208" fmla="*/ 5069345 w 12184003"/>
                <a:gd name="connsiteY2208" fmla="*/ 3324987 h 6857801"/>
                <a:gd name="connsiteX2209" fmla="*/ 4837217 w 12184003"/>
                <a:gd name="connsiteY2209" fmla="*/ 3092874 h 6857801"/>
                <a:gd name="connsiteX2210" fmla="*/ 3589095 w 12184003"/>
                <a:gd name="connsiteY2210" fmla="*/ 3092874 h 6857801"/>
                <a:gd name="connsiteX2211" fmla="*/ 3584715 w 12184003"/>
                <a:gd name="connsiteY2211" fmla="*/ 3097294 h 6857801"/>
                <a:gd name="connsiteX2212" fmla="*/ 4351079 w 12184003"/>
                <a:gd name="connsiteY2212" fmla="*/ 3097294 h 6857801"/>
                <a:gd name="connsiteX2213" fmla="*/ 4486861 w 12184003"/>
                <a:gd name="connsiteY2213" fmla="*/ 3233059 h 6857801"/>
                <a:gd name="connsiteX2214" fmla="*/ 4563493 w 12184003"/>
                <a:gd name="connsiteY2214" fmla="*/ 3233059 h 6857801"/>
                <a:gd name="connsiteX2215" fmla="*/ 4598303 w 12184003"/>
                <a:gd name="connsiteY2215" fmla="*/ 3268091 h 6857801"/>
                <a:gd name="connsiteX2216" fmla="*/ 4714779 w 12184003"/>
                <a:gd name="connsiteY2216" fmla="*/ 3268091 h 6857801"/>
                <a:gd name="connsiteX2217" fmla="*/ 4724440 w 12184003"/>
                <a:gd name="connsiteY2217" fmla="*/ 3253822 h 6857801"/>
                <a:gd name="connsiteX2218" fmla="*/ 4758382 w 12184003"/>
                <a:gd name="connsiteY2218" fmla="*/ 3239585 h 6857801"/>
                <a:gd name="connsiteX2219" fmla="*/ 4792327 w 12184003"/>
                <a:gd name="connsiteY2219" fmla="*/ 3253822 h 6857801"/>
                <a:gd name="connsiteX2220" fmla="*/ 4797804 w 12184003"/>
                <a:gd name="connsiteY2220" fmla="*/ 3261927 h 6857801"/>
                <a:gd name="connsiteX2221" fmla="*/ 4797804 w 12184003"/>
                <a:gd name="connsiteY2221" fmla="*/ 3171749 h 6857801"/>
                <a:gd name="connsiteX2222" fmla="*/ 4718964 w 12184003"/>
                <a:gd name="connsiteY2222" fmla="*/ 3092874 h 6857801"/>
                <a:gd name="connsiteX2223" fmla="*/ 7403616 w 12184003"/>
                <a:gd name="connsiteY2223" fmla="*/ 3092868 h 6857801"/>
                <a:gd name="connsiteX2224" fmla="*/ 7386134 w 12184003"/>
                <a:gd name="connsiteY2224" fmla="*/ 3110385 h 6857801"/>
                <a:gd name="connsiteX2225" fmla="*/ 7386134 w 12184003"/>
                <a:gd name="connsiteY2225" fmla="*/ 3261884 h 6857801"/>
                <a:gd name="connsiteX2226" fmla="*/ 7391609 w 12184003"/>
                <a:gd name="connsiteY2226" fmla="*/ 3253815 h 6857801"/>
                <a:gd name="connsiteX2227" fmla="*/ 7425550 w 12184003"/>
                <a:gd name="connsiteY2227" fmla="*/ 3239583 h 6857801"/>
                <a:gd name="connsiteX2228" fmla="*/ 7459493 w 12184003"/>
                <a:gd name="connsiteY2228" fmla="*/ 3253815 h 6857801"/>
                <a:gd name="connsiteX2229" fmla="*/ 7469153 w 12184003"/>
                <a:gd name="connsiteY2229" fmla="*/ 3268051 h 6857801"/>
                <a:gd name="connsiteX2230" fmla="*/ 7585633 w 12184003"/>
                <a:gd name="connsiteY2230" fmla="*/ 3268051 h 6857801"/>
                <a:gd name="connsiteX2231" fmla="*/ 7620443 w 12184003"/>
                <a:gd name="connsiteY2231" fmla="*/ 3233012 h 6857801"/>
                <a:gd name="connsiteX2232" fmla="*/ 7697087 w 12184003"/>
                <a:gd name="connsiteY2232" fmla="*/ 3233012 h 6857801"/>
                <a:gd name="connsiteX2233" fmla="*/ 7832855 w 12184003"/>
                <a:gd name="connsiteY2233" fmla="*/ 3097248 h 6857801"/>
                <a:gd name="connsiteX2234" fmla="*/ 8599285 w 12184003"/>
                <a:gd name="connsiteY2234" fmla="*/ 3097248 h 6857801"/>
                <a:gd name="connsiteX2235" fmla="*/ 8594907 w 12184003"/>
                <a:gd name="connsiteY2235" fmla="*/ 3092868 h 6857801"/>
                <a:gd name="connsiteX2236" fmla="*/ 2086881 w 12184003"/>
                <a:gd name="connsiteY2236" fmla="*/ 3090681 h 6857801"/>
                <a:gd name="connsiteX2237" fmla="*/ 2075933 w 12184003"/>
                <a:gd name="connsiteY2237" fmla="*/ 3101634 h 6857801"/>
                <a:gd name="connsiteX2238" fmla="*/ 2097824 w 12184003"/>
                <a:gd name="connsiteY2238" fmla="*/ 3101634 h 6857801"/>
                <a:gd name="connsiteX2239" fmla="*/ 10097115 w 12184003"/>
                <a:gd name="connsiteY2239" fmla="*/ 3090678 h 6857801"/>
                <a:gd name="connsiteX2240" fmla="*/ 10086166 w 12184003"/>
                <a:gd name="connsiteY2240" fmla="*/ 3101628 h 6857801"/>
                <a:gd name="connsiteX2241" fmla="*/ 10108064 w 12184003"/>
                <a:gd name="connsiteY2241" fmla="*/ 3101628 h 6857801"/>
                <a:gd name="connsiteX2242" fmla="*/ 3464250 w 12184003"/>
                <a:gd name="connsiteY2242" fmla="*/ 3081951 h 6857801"/>
                <a:gd name="connsiteX2243" fmla="*/ 3448947 w 12184003"/>
                <a:gd name="connsiteY2243" fmla="*/ 3097294 h 6857801"/>
                <a:gd name="connsiteX2244" fmla="*/ 3521214 w 12184003"/>
                <a:gd name="connsiteY2244" fmla="*/ 3097294 h 6857801"/>
                <a:gd name="connsiteX2245" fmla="*/ 3525597 w 12184003"/>
                <a:gd name="connsiteY2245" fmla="*/ 3092874 h 6857801"/>
                <a:gd name="connsiteX2246" fmla="*/ 3475232 w 12184003"/>
                <a:gd name="connsiteY2246" fmla="*/ 3092874 h 6857801"/>
                <a:gd name="connsiteX2247" fmla="*/ 8720200 w 12184003"/>
                <a:gd name="connsiteY2247" fmla="*/ 3081506 h 6857801"/>
                <a:gd name="connsiteX2248" fmla="*/ 8708777 w 12184003"/>
                <a:gd name="connsiteY2248" fmla="*/ 3092868 h 6857801"/>
                <a:gd name="connsiteX2249" fmla="*/ 8658412 w 12184003"/>
                <a:gd name="connsiteY2249" fmla="*/ 3092868 h 6857801"/>
                <a:gd name="connsiteX2250" fmla="*/ 8662790 w 12184003"/>
                <a:gd name="connsiteY2250" fmla="*/ 3097248 h 6857801"/>
                <a:gd name="connsiteX2251" fmla="*/ 8736009 w 12184003"/>
                <a:gd name="connsiteY2251" fmla="*/ 3097248 h 6857801"/>
                <a:gd name="connsiteX2252" fmla="*/ 8964466 w 12184003"/>
                <a:gd name="connsiteY2252" fmla="*/ 3021123 h 6857801"/>
                <a:gd name="connsiteX2253" fmla="*/ 8855494 w 12184003"/>
                <a:gd name="connsiteY2253" fmla="*/ 3130094 h 6857801"/>
                <a:gd name="connsiteX2254" fmla="*/ 8818269 w 12184003"/>
                <a:gd name="connsiteY2254" fmla="*/ 3130094 h 6857801"/>
                <a:gd name="connsiteX2255" fmla="*/ 9037249 w 12184003"/>
                <a:gd name="connsiteY2255" fmla="*/ 3349073 h 6857801"/>
                <a:gd name="connsiteX2256" fmla="*/ 9293045 w 12184003"/>
                <a:gd name="connsiteY2256" fmla="*/ 3349073 h 6857801"/>
                <a:gd name="connsiteX2257" fmla="*/ 3220245 w 12184003"/>
                <a:gd name="connsiteY2257" fmla="*/ 3020423 h 6857801"/>
                <a:gd name="connsiteX2258" fmla="*/ 2890964 w 12184003"/>
                <a:gd name="connsiteY2258" fmla="*/ 3349073 h 6857801"/>
                <a:gd name="connsiteX2259" fmla="*/ 3146756 w 12184003"/>
                <a:gd name="connsiteY2259" fmla="*/ 3349073 h 6857801"/>
                <a:gd name="connsiteX2260" fmla="*/ 3365737 w 12184003"/>
                <a:gd name="connsiteY2260" fmla="*/ 3130141 h 6857801"/>
                <a:gd name="connsiteX2261" fmla="*/ 3330700 w 12184003"/>
                <a:gd name="connsiteY2261" fmla="*/ 3130141 h 6857801"/>
                <a:gd name="connsiteX2262" fmla="*/ 1727752 w 12184003"/>
                <a:gd name="connsiteY2262" fmla="*/ 2941812 h 6857801"/>
                <a:gd name="connsiteX2263" fmla="*/ 1887607 w 12184003"/>
                <a:gd name="connsiteY2263" fmla="*/ 3101634 h 6857801"/>
                <a:gd name="connsiteX2264" fmla="*/ 2011243 w 12184003"/>
                <a:gd name="connsiteY2264" fmla="*/ 3101634 h 6857801"/>
                <a:gd name="connsiteX2265" fmla="*/ 2054587 w 12184003"/>
                <a:gd name="connsiteY2265" fmla="*/ 3058398 h 6857801"/>
                <a:gd name="connsiteX2266" fmla="*/ 1952281 w 12184003"/>
                <a:gd name="connsiteY2266" fmla="*/ 2956126 h 6857801"/>
                <a:gd name="connsiteX2267" fmla="*/ 1944536 w 12184003"/>
                <a:gd name="connsiteY2267" fmla="*/ 2959329 h 6857801"/>
                <a:gd name="connsiteX2268" fmla="*/ 1919626 w 12184003"/>
                <a:gd name="connsiteY2268" fmla="*/ 2950302 h 6857801"/>
                <a:gd name="connsiteX2269" fmla="*/ 1916017 w 12184003"/>
                <a:gd name="connsiteY2269" fmla="*/ 2941812 h 6857801"/>
                <a:gd name="connsiteX2270" fmla="*/ 10267969 w 12184003"/>
                <a:gd name="connsiteY2270" fmla="*/ 2941777 h 6857801"/>
                <a:gd name="connsiteX2271" fmla="*/ 10264363 w 12184003"/>
                <a:gd name="connsiteY2271" fmla="*/ 2950256 h 6857801"/>
                <a:gd name="connsiteX2272" fmla="*/ 10239453 w 12184003"/>
                <a:gd name="connsiteY2272" fmla="*/ 2959292 h 6857801"/>
                <a:gd name="connsiteX2273" fmla="*/ 10231712 w 12184003"/>
                <a:gd name="connsiteY2273" fmla="*/ 2956085 h 6857801"/>
                <a:gd name="connsiteX2274" fmla="*/ 10129406 w 12184003"/>
                <a:gd name="connsiteY2274" fmla="*/ 3058392 h 6857801"/>
                <a:gd name="connsiteX2275" fmla="*/ 10172756 w 12184003"/>
                <a:gd name="connsiteY2275" fmla="*/ 3101628 h 6857801"/>
                <a:gd name="connsiteX2276" fmla="*/ 10296388 w 12184003"/>
                <a:gd name="connsiteY2276" fmla="*/ 3101628 h 6857801"/>
                <a:gd name="connsiteX2277" fmla="*/ 10456248 w 12184003"/>
                <a:gd name="connsiteY2277" fmla="*/ 2941777 h 6857801"/>
                <a:gd name="connsiteX2278" fmla="*/ 3311169 w 12184003"/>
                <a:gd name="connsiteY2278" fmla="*/ 2929709 h 6857801"/>
                <a:gd name="connsiteX2279" fmla="*/ 3244008 w 12184003"/>
                <a:gd name="connsiteY2279" fmla="*/ 2996707 h 6857801"/>
                <a:gd name="connsiteX2280" fmla="*/ 3343840 w 12184003"/>
                <a:gd name="connsiteY2280" fmla="*/ 3097294 h 6857801"/>
                <a:gd name="connsiteX2281" fmla="*/ 3398585 w 12184003"/>
                <a:gd name="connsiteY2281" fmla="*/ 3097294 h 6857801"/>
                <a:gd name="connsiteX2282" fmla="*/ 3439005 w 12184003"/>
                <a:gd name="connsiteY2282" fmla="*/ 3056828 h 6857801"/>
                <a:gd name="connsiteX2283" fmla="*/ 8872838 w 12184003"/>
                <a:gd name="connsiteY2283" fmla="*/ 2929668 h 6857801"/>
                <a:gd name="connsiteX2284" fmla="*/ 8745006 w 12184003"/>
                <a:gd name="connsiteY2284" fmla="*/ 3056840 h 6857801"/>
                <a:gd name="connsiteX2285" fmla="*/ 8785422 w 12184003"/>
                <a:gd name="connsiteY2285" fmla="*/ 3097248 h 6857801"/>
                <a:gd name="connsiteX2286" fmla="*/ 8840166 w 12184003"/>
                <a:gd name="connsiteY2286" fmla="*/ 3097248 h 6857801"/>
                <a:gd name="connsiteX2287" fmla="*/ 8940355 w 12184003"/>
                <a:gd name="connsiteY2287" fmla="*/ 2997062 h 6857801"/>
                <a:gd name="connsiteX2288" fmla="*/ 3670106 w 12184003"/>
                <a:gd name="connsiteY2288" fmla="*/ 2876085 h 6857801"/>
                <a:gd name="connsiteX2289" fmla="*/ 3497123 w 12184003"/>
                <a:gd name="connsiteY2289" fmla="*/ 3049073 h 6857801"/>
                <a:gd name="connsiteX2290" fmla="*/ 3569388 w 12184003"/>
                <a:gd name="connsiteY2290" fmla="*/ 3049073 h 6857801"/>
                <a:gd name="connsiteX2291" fmla="*/ 3742376 w 12184003"/>
                <a:gd name="connsiteY2291" fmla="*/ 2876085 h 6857801"/>
                <a:gd name="connsiteX2292" fmla="*/ 8441619 w 12184003"/>
                <a:gd name="connsiteY2292" fmla="*/ 2876074 h 6857801"/>
                <a:gd name="connsiteX2293" fmla="*/ 8614616 w 12184003"/>
                <a:gd name="connsiteY2293" fmla="*/ 3049073 h 6857801"/>
                <a:gd name="connsiteX2294" fmla="*/ 8687629 w 12184003"/>
                <a:gd name="connsiteY2294" fmla="*/ 3049073 h 6857801"/>
                <a:gd name="connsiteX2295" fmla="*/ 8513885 w 12184003"/>
                <a:gd name="connsiteY2295" fmla="*/ 2876074 h 6857801"/>
                <a:gd name="connsiteX2296" fmla="*/ 1125549 w 12184003"/>
                <a:gd name="connsiteY2296" fmla="*/ 2838859 h 6857801"/>
                <a:gd name="connsiteX2297" fmla="*/ 1213143 w 12184003"/>
                <a:gd name="connsiteY2297" fmla="*/ 2926449 h 6857801"/>
                <a:gd name="connsiteX2298" fmla="*/ 1681766 w 12184003"/>
                <a:gd name="connsiteY2298" fmla="*/ 2926449 h 6857801"/>
                <a:gd name="connsiteX2299" fmla="*/ 1613254 w 12184003"/>
                <a:gd name="connsiteY2299" fmla="*/ 2857935 h 6857801"/>
                <a:gd name="connsiteX2300" fmla="*/ 1600743 w 12184003"/>
                <a:gd name="connsiteY2300" fmla="*/ 2862978 h 6857801"/>
                <a:gd name="connsiteX2301" fmla="*/ 1567895 w 12184003"/>
                <a:gd name="connsiteY2301" fmla="*/ 2848986 h 6857801"/>
                <a:gd name="connsiteX2302" fmla="*/ 1563740 w 12184003"/>
                <a:gd name="connsiteY2302" fmla="*/ 2838859 h 6857801"/>
                <a:gd name="connsiteX2303" fmla="*/ 1403657 w 12184003"/>
                <a:gd name="connsiteY2303" fmla="*/ 2838859 h 6857801"/>
                <a:gd name="connsiteX2304" fmla="*/ 10620256 w 12184003"/>
                <a:gd name="connsiteY2304" fmla="*/ 2838848 h 6857801"/>
                <a:gd name="connsiteX2305" fmla="*/ 10616101 w 12184003"/>
                <a:gd name="connsiteY2305" fmla="*/ 2848975 h 6857801"/>
                <a:gd name="connsiteX2306" fmla="*/ 10583253 w 12184003"/>
                <a:gd name="connsiteY2306" fmla="*/ 2862934 h 6857801"/>
                <a:gd name="connsiteX2307" fmla="*/ 10572196 w 12184003"/>
                <a:gd name="connsiteY2307" fmla="*/ 2858520 h 6857801"/>
                <a:gd name="connsiteX2308" fmla="*/ 10503751 w 12184003"/>
                <a:gd name="connsiteY2308" fmla="*/ 2926449 h 6857801"/>
                <a:gd name="connsiteX2309" fmla="*/ 10973040 w 12184003"/>
                <a:gd name="connsiteY2309" fmla="*/ 2926449 h 6857801"/>
                <a:gd name="connsiteX2310" fmla="*/ 11059241 w 12184003"/>
                <a:gd name="connsiteY2310" fmla="*/ 2838848 h 6857801"/>
                <a:gd name="connsiteX2311" fmla="*/ 2608057 w 12184003"/>
                <a:gd name="connsiteY2311" fmla="*/ 2823531 h 6857801"/>
                <a:gd name="connsiteX2312" fmla="*/ 2329949 w 12184003"/>
                <a:gd name="connsiteY2312" fmla="*/ 3101634 h 6857801"/>
                <a:gd name="connsiteX2313" fmla="*/ 2745586 w 12184003"/>
                <a:gd name="connsiteY2313" fmla="*/ 3101634 h 6857801"/>
                <a:gd name="connsiteX2314" fmla="*/ 2756970 w 12184003"/>
                <a:gd name="connsiteY2314" fmla="*/ 3073160 h 6857801"/>
                <a:gd name="connsiteX2315" fmla="*/ 2789816 w 12184003"/>
                <a:gd name="connsiteY2315" fmla="*/ 3060068 h 6857801"/>
                <a:gd name="connsiteX2316" fmla="*/ 2835805 w 12184003"/>
                <a:gd name="connsiteY2316" fmla="*/ 3106054 h 6857801"/>
                <a:gd name="connsiteX2317" fmla="*/ 2833881 w 12184003"/>
                <a:gd name="connsiteY2317" fmla="*/ 3110822 h 6857801"/>
                <a:gd name="connsiteX2318" fmla="*/ 2845655 w 12184003"/>
                <a:gd name="connsiteY2318" fmla="*/ 3115868 h 6857801"/>
                <a:gd name="connsiteX2319" fmla="*/ 2855509 w 12184003"/>
                <a:gd name="connsiteY2319" fmla="*/ 3138900 h 6857801"/>
                <a:gd name="connsiteX2320" fmla="*/ 2822663 w 12184003"/>
                <a:gd name="connsiteY2320" fmla="*/ 3171749 h 6857801"/>
                <a:gd name="connsiteX2321" fmla="*/ 2799668 w 12184003"/>
                <a:gd name="connsiteY2321" fmla="*/ 3163532 h 6857801"/>
                <a:gd name="connsiteX2322" fmla="*/ 2795068 w 12184003"/>
                <a:gd name="connsiteY2322" fmla="*/ 3151993 h 6857801"/>
                <a:gd name="connsiteX2323" fmla="*/ 2279583 w 12184003"/>
                <a:gd name="connsiteY2323" fmla="*/ 3151993 h 6857801"/>
                <a:gd name="connsiteX2324" fmla="*/ 2082498 w 12184003"/>
                <a:gd name="connsiteY2324" fmla="*/ 3349073 h 6857801"/>
                <a:gd name="connsiteX2325" fmla="*/ 2844562 w 12184003"/>
                <a:gd name="connsiteY2325" fmla="*/ 3349073 h 6857801"/>
                <a:gd name="connsiteX2326" fmla="*/ 3196647 w 12184003"/>
                <a:gd name="connsiteY2326" fmla="*/ 2996992 h 6857801"/>
                <a:gd name="connsiteX2327" fmla="*/ 3021937 w 12184003"/>
                <a:gd name="connsiteY2327" fmla="*/ 2823531 h 6857801"/>
                <a:gd name="connsiteX2328" fmla="*/ 9162068 w 12184003"/>
                <a:gd name="connsiteY2328" fmla="*/ 2823519 h 6857801"/>
                <a:gd name="connsiteX2329" fmla="*/ 8987978 w 12184003"/>
                <a:gd name="connsiteY2329" fmla="*/ 2997608 h 6857801"/>
                <a:gd name="connsiteX2330" fmla="*/ 9339442 w 12184003"/>
                <a:gd name="connsiteY2330" fmla="*/ 3349073 h 6857801"/>
                <a:gd name="connsiteX2331" fmla="*/ 10101494 w 12184003"/>
                <a:gd name="connsiteY2331" fmla="*/ 3349073 h 6857801"/>
                <a:gd name="connsiteX2332" fmla="*/ 9904413 w 12184003"/>
                <a:gd name="connsiteY2332" fmla="*/ 3151991 h 6857801"/>
                <a:gd name="connsiteX2333" fmla="*/ 9388933 w 12184003"/>
                <a:gd name="connsiteY2333" fmla="*/ 3151991 h 6857801"/>
                <a:gd name="connsiteX2334" fmla="*/ 9384334 w 12184003"/>
                <a:gd name="connsiteY2334" fmla="*/ 3163489 h 6857801"/>
                <a:gd name="connsiteX2335" fmla="*/ 9361341 w 12184003"/>
                <a:gd name="connsiteY2335" fmla="*/ 3171701 h 6857801"/>
                <a:gd name="connsiteX2336" fmla="*/ 9328493 w 12184003"/>
                <a:gd name="connsiteY2336" fmla="*/ 3138852 h 6857801"/>
                <a:gd name="connsiteX2337" fmla="*/ 9338347 w 12184003"/>
                <a:gd name="connsiteY2337" fmla="*/ 3115859 h 6857801"/>
                <a:gd name="connsiteX2338" fmla="*/ 9350124 w 12184003"/>
                <a:gd name="connsiteY2338" fmla="*/ 3110813 h 6857801"/>
                <a:gd name="connsiteX2339" fmla="*/ 9348202 w 12184003"/>
                <a:gd name="connsiteY2339" fmla="*/ 3106006 h 6857801"/>
                <a:gd name="connsiteX2340" fmla="*/ 9394188 w 12184003"/>
                <a:gd name="connsiteY2340" fmla="*/ 3060023 h 6857801"/>
                <a:gd name="connsiteX2341" fmla="*/ 9427035 w 12184003"/>
                <a:gd name="connsiteY2341" fmla="*/ 3073160 h 6857801"/>
                <a:gd name="connsiteX2342" fmla="*/ 9438423 w 12184003"/>
                <a:gd name="connsiteY2342" fmla="*/ 3101628 h 6857801"/>
                <a:gd name="connsiteX2343" fmla="*/ 9854049 w 12184003"/>
                <a:gd name="connsiteY2343" fmla="*/ 3101628 h 6857801"/>
                <a:gd name="connsiteX2344" fmla="*/ 9575942 w 12184003"/>
                <a:gd name="connsiteY2344" fmla="*/ 2823519 h 6857801"/>
                <a:gd name="connsiteX2345" fmla="*/ 3472374 w 12184003"/>
                <a:gd name="connsiteY2345" fmla="*/ 2768820 h 6857801"/>
                <a:gd name="connsiteX2346" fmla="*/ 3342687 w 12184003"/>
                <a:gd name="connsiteY2346" fmla="*/ 2898261 h 6857801"/>
                <a:gd name="connsiteX2347" fmla="*/ 3469813 w 12184003"/>
                <a:gd name="connsiteY2347" fmla="*/ 3026062 h 6857801"/>
                <a:gd name="connsiteX2348" fmla="*/ 3654783 w 12184003"/>
                <a:gd name="connsiteY2348" fmla="*/ 2841041 h 6857801"/>
                <a:gd name="connsiteX2349" fmla="*/ 3777414 w 12184003"/>
                <a:gd name="connsiteY2349" fmla="*/ 2841041 h 6857801"/>
                <a:gd name="connsiteX2350" fmla="*/ 3849676 w 12184003"/>
                <a:gd name="connsiteY2350" fmla="*/ 2768820 h 6857801"/>
                <a:gd name="connsiteX2351" fmla="*/ 8334319 w 12184003"/>
                <a:gd name="connsiteY2351" fmla="*/ 2768773 h 6857801"/>
                <a:gd name="connsiteX2352" fmla="*/ 8406582 w 12184003"/>
                <a:gd name="connsiteY2352" fmla="*/ 2841039 h 6857801"/>
                <a:gd name="connsiteX2353" fmla="*/ 8529213 w 12184003"/>
                <a:gd name="connsiteY2353" fmla="*/ 2841039 h 6857801"/>
                <a:gd name="connsiteX2354" fmla="*/ 8714193 w 12184003"/>
                <a:gd name="connsiteY2354" fmla="*/ 3026017 h 6857801"/>
                <a:gd name="connsiteX2355" fmla="*/ 8841322 w 12184003"/>
                <a:gd name="connsiteY2355" fmla="*/ 2898214 h 6857801"/>
                <a:gd name="connsiteX2356" fmla="*/ 8711633 w 12184003"/>
                <a:gd name="connsiteY2356" fmla="*/ 2768773 h 6857801"/>
                <a:gd name="connsiteX2357" fmla="*/ 4408012 w 12184003"/>
                <a:gd name="connsiteY2357" fmla="*/ 2749115 h 6857801"/>
                <a:gd name="connsiteX2358" fmla="*/ 4426096 w 12184003"/>
                <a:gd name="connsiteY2358" fmla="*/ 2767189 h 6857801"/>
                <a:gd name="connsiteX2359" fmla="*/ 4429915 w 12184003"/>
                <a:gd name="connsiteY2359" fmla="*/ 2757872 h 6857801"/>
                <a:gd name="connsiteX2360" fmla="*/ 4440868 w 12184003"/>
                <a:gd name="connsiteY2360" fmla="*/ 2753355 h 6857801"/>
                <a:gd name="connsiteX2361" fmla="*/ 4440868 w 12184003"/>
                <a:gd name="connsiteY2361" fmla="*/ 2749115 h 6857801"/>
                <a:gd name="connsiteX2362" fmla="*/ 4002601 w 12184003"/>
                <a:gd name="connsiteY2362" fmla="*/ 2749115 h 6857801"/>
                <a:gd name="connsiteX2363" fmla="*/ 3983233 w 12184003"/>
                <a:gd name="connsiteY2363" fmla="*/ 2768820 h 6857801"/>
                <a:gd name="connsiteX2364" fmla="*/ 3913178 w 12184003"/>
                <a:gd name="connsiteY2364" fmla="*/ 2768820 h 6857801"/>
                <a:gd name="connsiteX2365" fmla="*/ 3840916 w 12184003"/>
                <a:gd name="connsiteY2365" fmla="*/ 2841041 h 6857801"/>
                <a:gd name="connsiteX2366" fmla="*/ 4210206 w 12184003"/>
                <a:gd name="connsiteY2366" fmla="*/ 2841041 h 6857801"/>
                <a:gd name="connsiteX2367" fmla="*/ 4210433 w 12184003"/>
                <a:gd name="connsiteY2367" fmla="*/ 2839945 h 6857801"/>
                <a:gd name="connsiteX2368" fmla="*/ 4254725 w 12184003"/>
                <a:gd name="connsiteY2368" fmla="*/ 2810425 h 6857801"/>
                <a:gd name="connsiteX2369" fmla="*/ 4302904 w 12184003"/>
                <a:gd name="connsiteY2369" fmla="*/ 2858558 h 6857801"/>
                <a:gd name="connsiteX2370" fmla="*/ 4254725 w 12184003"/>
                <a:gd name="connsiteY2370" fmla="*/ 2906788 h 6857801"/>
                <a:gd name="connsiteX2371" fmla="*/ 4210433 w 12184003"/>
                <a:gd name="connsiteY2371" fmla="*/ 2877171 h 6857801"/>
                <a:gd name="connsiteX2372" fmla="*/ 4210206 w 12184003"/>
                <a:gd name="connsiteY2372" fmla="*/ 2876085 h 6857801"/>
                <a:gd name="connsiteX2373" fmla="*/ 3805881 w 12184003"/>
                <a:gd name="connsiteY2373" fmla="*/ 2876085 h 6857801"/>
                <a:gd name="connsiteX2374" fmla="*/ 3632883 w 12184003"/>
                <a:gd name="connsiteY2374" fmla="*/ 3049073 h 6857801"/>
                <a:gd name="connsiteX2375" fmla="*/ 4675166 w 12184003"/>
                <a:gd name="connsiteY2375" fmla="*/ 3049073 h 6857801"/>
                <a:gd name="connsiteX2376" fmla="*/ 4433622 w 12184003"/>
                <a:gd name="connsiteY2376" fmla="*/ 2807526 h 6857801"/>
                <a:gd name="connsiteX2377" fmla="*/ 4429915 w 12184003"/>
                <a:gd name="connsiteY2377" fmla="*/ 2806014 h 6857801"/>
                <a:gd name="connsiteX2378" fmla="*/ 4428398 w 12184003"/>
                <a:gd name="connsiteY2378" fmla="*/ 2802349 h 6857801"/>
                <a:gd name="connsiteX2379" fmla="*/ 4375170 w 12184003"/>
                <a:gd name="connsiteY2379" fmla="*/ 2749115 h 6857801"/>
                <a:gd name="connsiteX2380" fmla="*/ 3932866 w 12184003"/>
                <a:gd name="connsiteY2380" fmla="*/ 2749115 h 6857801"/>
                <a:gd name="connsiteX2381" fmla="*/ 3930676 w 12184003"/>
                <a:gd name="connsiteY2381" fmla="*/ 2751303 h 6857801"/>
                <a:gd name="connsiteX2382" fmla="*/ 3976662 w 12184003"/>
                <a:gd name="connsiteY2382" fmla="*/ 2751303 h 6857801"/>
                <a:gd name="connsiteX2383" fmla="*/ 3978853 w 12184003"/>
                <a:gd name="connsiteY2383" fmla="*/ 2749115 h 6857801"/>
                <a:gd name="connsiteX2384" fmla="*/ 8205123 w 12184003"/>
                <a:gd name="connsiteY2384" fmla="*/ 2749065 h 6857801"/>
                <a:gd name="connsiteX2385" fmla="*/ 8207312 w 12184003"/>
                <a:gd name="connsiteY2385" fmla="*/ 2751254 h 6857801"/>
                <a:gd name="connsiteX2386" fmla="*/ 8253297 w 12184003"/>
                <a:gd name="connsiteY2386" fmla="*/ 2751254 h 6857801"/>
                <a:gd name="connsiteX2387" fmla="*/ 8251107 w 12184003"/>
                <a:gd name="connsiteY2387" fmla="*/ 2749065 h 6857801"/>
                <a:gd name="connsiteX2388" fmla="*/ 7746663 w 12184003"/>
                <a:gd name="connsiteY2388" fmla="*/ 2749065 h 6857801"/>
                <a:gd name="connsiteX2389" fmla="*/ 7447316 w 12184003"/>
                <a:gd name="connsiteY2389" fmla="*/ 3049073 h 6857801"/>
                <a:gd name="connsiteX2390" fmla="*/ 8551111 w 12184003"/>
                <a:gd name="connsiteY2390" fmla="*/ 3049073 h 6857801"/>
                <a:gd name="connsiteX2391" fmla="*/ 8378115 w 12184003"/>
                <a:gd name="connsiteY2391" fmla="*/ 2876074 h 6857801"/>
                <a:gd name="connsiteX2392" fmla="*/ 7973776 w 12184003"/>
                <a:gd name="connsiteY2392" fmla="*/ 2876074 h 6857801"/>
                <a:gd name="connsiteX2393" fmla="*/ 7973551 w 12184003"/>
                <a:gd name="connsiteY2393" fmla="*/ 2877170 h 6857801"/>
                <a:gd name="connsiteX2394" fmla="*/ 7929206 w 12184003"/>
                <a:gd name="connsiteY2394" fmla="*/ 2906733 h 6857801"/>
                <a:gd name="connsiteX2395" fmla="*/ 7881031 w 12184003"/>
                <a:gd name="connsiteY2395" fmla="*/ 2858555 h 6857801"/>
                <a:gd name="connsiteX2396" fmla="*/ 7929206 w 12184003"/>
                <a:gd name="connsiteY2396" fmla="*/ 2810380 h 6857801"/>
                <a:gd name="connsiteX2397" fmla="*/ 7973551 w 12184003"/>
                <a:gd name="connsiteY2397" fmla="*/ 2839945 h 6857801"/>
                <a:gd name="connsiteX2398" fmla="*/ 7973776 w 12184003"/>
                <a:gd name="connsiteY2398" fmla="*/ 2841039 h 6857801"/>
                <a:gd name="connsiteX2399" fmla="*/ 8343078 w 12184003"/>
                <a:gd name="connsiteY2399" fmla="*/ 2841039 h 6857801"/>
                <a:gd name="connsiteX2400" fmla="*/ 8270815 w 12184003"/>
                <a:gd name="connsiteY2400" fmla="*/ 2768773 h 6857801"/>
                <a:gd name="connsiteX2401" fmla="*/ 8200743 w 12184003"/>
                <a:gd name="connsiteY2401" fmla="*/ 2768773 h 6857801"/>
                <a:gd name="connsiteX2402" fmla="*/ 8181376 w 12184003"/>
                <a:gd name="connsiteY2402" fmla="*/ 2749065 h 6857801"/>
                <a:gd name="connsiteX2403" fmla="*/ 2498569 w 12184003"/>
                <a:gd name="connsiteY2403" fmla="*/ 2679041 h 6857801"/>
                <a:gd name="connsiteX2404" fmla="*/ 2097828 w 12184003"/>
                <a:gd name="connsiteY2404" fmla="*/ 3079774 h 6857801"/>
                <a:gd name="connsiteX2405" fmla="*/ 2119726 w 12184003"/>
                <a:gd name="connsiteY2405" fmla="*/ 3101634 h 6857801"/>
                <a:gd name="connsiteX2406" fmla="*/ 2281775 w 12184003"/>
                <a:gd name="connsiteY2406" fmla="*/ 3101634 h 6857801"/>
                <a:gd name="connsiteX2407" fmla="*/ 2594917 w 12184003"/>
                <a:gd name="connsiteY2407" fmla="*/ 2788486 h 6857801"/>
                <a:gd name="connsiteX2408" fmla="*/ 3037263 w 12184003"/>
                <a:gd name="connsiteY2408" fmla="*/ 2788486 h 6857801"/>
                <a:gd name="connsiteX2409" fmla="*/ 3220556 w 12184003"/>
                <a:gd name="connsiteY2409" fmla="*/ 2973131 h 6857801"/>
                <a:gd name="connsiteX2410" fmla="*/ 3287506 w 12184003"/>
                <a:gd name="connsiteY2410" fmla="*/ 2906170 h 6857801"/>
                <a:gd name="connsiteX2411" fmla="*/ 3059163 w 12184003"/>
                <a:gd name="connsiteY2411" fmla="*/ 2679041 h 6857801"/>
                <a:gd name="connsiteX2412" fmla="*/ 2973482 w 12184003"/>
                <a:gd name="connsiteY2412" fmla="*/ 2679041 h 6857801"/>
                <a:gd name="connsiteX2413" fmla="*/ 2968281 w 12184003"/>
                <a:gd name="connsiteY2413" fmla="*/ 2686666 h 6857801"/>
                <a:gd name="connsiteX2414" fmla="*/ 2934339 w 12184003"/>
                <a:gd name="connsiteY2414" fmla="*/ 2700891 h 6857801"/>
                <a:gd name="connsiteX2415" fmla="*/ 2900398 w 12184003"/>
                <a:gd name="connsiteY2415" fmla="*/ 2686666 h 6857801"/>
                <a:gd name="connsiteX2416" fmla="*/ 2895198 w 12184003"/>
                <a:gd name="connsiteY2416" fmla="*/ 2679041 h 6857801"/>
                <a:gd name="connsiteX2417" fmla="*/ 9124841 w 12184003"/>
                <a:gd name="connsiteY2417" fmla="*/ 2678995 h 6857801"/>
                <a:gd name="connsiteX2418" fmla="*/ 8896500 w 12184003"/>
                <a:gd name="connsiteY2418" fmla="*/ 2906134 h 6857801"/>
                <a:gd name="connsiteX2419" fmla="*/ 8963890 w 12184003"/>
                <a:gd name="connsiteY2419" fmla="*/ 2973522 h 6857801"/>
                <a:gd name="connsiteX2420" fmla="*/ 9148929 w 12184003"/>
                <a:gd name="connsiteY2420" fmla="*/ 2788483 h 6857801"/>
                <a:gd name="connsiteX2421" fmla="*/ 9591270 w 12184003"/>
                <a:gd name="connsiteY2421" fmla="*/ 2788483 h 6857801"/>
                <a:gd name="connsiteX2422" fmla="*/ 9903346 w 12184003"/>
                <a:gd name="connsiteY2422" fmla="*/ 3101628 h 6857801"/>
                <a:gd name="connsiteX2423" fmla="*/ 10064268 w 12184003"/>
                <a:gd name="connsiteY2423" fmla="*/ 3101628 h 6857801"/>
                <a:gd name="connsiteX2424" fmla="*/ 10086166 w 12184003"/>
                <a:gd name="connsiteY2424" fmla="*/ 3079729 h 6857801"/>
                <a:gd name="connsiteX2425" fmla="*/ 9685431 w 12184003"/>
                <a:gd name="connsiteY2425" fmla="*/ 2678995 h 6857801"/>
                <a:gd name="connsiteX2426" fmla="*/ 9288803 w 12184003"/>
                <a:gd name="connsiteY2426" fmla="*/ 2678995 h 6857801"/>
                <a:gd name="connsiteX2427" fmla="*/ 9283603 w 12184003"/>
                <a:gd name="connsiteY2427" fmla="*/ 2686655 h 6857801"/>
                <a:gd name="connsiteX2428" fmla="*/ 9249661 w 12184003"/>
                <a:gd name="connsiteY2428" fmla="*/ 2700891 h 6857801"/>
                <a:gd name="connsiteX2429" fmla="*/ 9215719 w 12184003"/>
                <a:gd name="connsiteY2429" fmla="*/ 2686655 h 6857801"/>
                <a:gd name="connsiteX2430" fmla="*/ 9210519 w 12184003"/>
                <a:gd name="connsiteY2430" fmla="*/ 2678995 h 6857801"/>
                <a:gd name="connsiteX2431" fmla="*/ 9738073 w 12184003"/>
                <a:gd name="connsiteY2431" fmla="*/ 2668045 h 6857801"/>
                <a:gd name="connsiteX2432" fmla="*/ 10118443 w 12184003"/>
                <a:gd name="connsiteY2432" fmla="*/ 3047457 h 6857801"/>
                <a:gd name="connsiteX2433" fmla="*/ 10216223 w 12184003"/>
                <a:gd name="connsiteY2433" fmla="*/ 2949679 h 6857801"/>
                <a:gd name="connsiteX2434" fmla="*/ 10215640 w 12184003"/>
                <a:gd name="connsiteY2434" fmla="*/ 2949435 h 6857801"/>
                <a:gd name="connsiteX2435" fmla="*/ 10206607 w 12184003"/>
                <a:gd name="connsiteY2435" fmla="*/ 2926446 h 6857801"/>
                <a:gd name="connsiteX2436" fmla="*/ 10239453 w 12184003"/>
                <a:gd name="connsiteY2436" fmla="*/ 2893593 h 6857801"/>
                <a:gd name="connsiteX2437" fmla="*/ 10274490 w 12184003"/>
                <a:gd name="connsiteY2437" fmla="*/ 2926446 h 6857801"/>
                <a:gd name="connsiteX2438" fmla="*/ 10274488 w 12184003"/>
                <a:gd name="connsiteY2438" fmla="*/ 2926449 h 6857801"/>
                <a:gd name="connsiteX2439" fmla="*/ 10471577 w 12184003"/>
                <a:gd name="connsiteY2439" fmla="*/ 2926449 h 6857801"/>
                <a:gd name="connsiteX2440" fmla="*/ 10549781 w 12184003"/>
                <a:gd name="connsiteY2440" fmla="*/ 2848239 h 6857801"/>
                <a:gd name="connsiteX2441" fmla="*/ 10546025 w 12184003"/>
                <a:gd name="connsiteY2441" fmla="*/ 2838848 h 6857801"/>
                <a:gd name="connsiteX2442" fmla="*/ 10353323 w 12184003"/>
                <a:gd name="connsiteY2442" fmla="*/ 2838848 h 6857801"/>
                <a:gd name="connsiteX2443" fmla="*/ 10213058 w 12184003"/>
                <a:gd name="connsiteY2443" fmla="*/ 2698584 h 6857801"/>
                <a:gd name="connsiteX2444" fmla="*/ 10212081 w 12184003"/>
                <a:gd name="connsiteY2444" fmla="*/ 2699246 h 6857801"/>
                <a:gd name="connsiteX2445" fmla="*/ 10193467 w 12184003"/>
                <a:gd name="connsiteY2445" fmla="*/ 2703082 h 6857801"/>
                <a:gd name="connsiteX2446" fmla="*/ 10149124 w 12184003"/>
                <a:gd name="connsiteY2446" fmla="*/ 2673516 h 6857801"/>
                <a:gd name="connsiteX2447" fmla="*/ 10147997 w 12184003"/>
                <a:gd name="connsiteY2447" fmla="*/ 2668045 h 6857801"/>
                <a:gd name="connsiteX2448" fmla="*/ 2035991 w 12184003"/>
                <a:gd name="connsiteY2448" fmla="*/ 2668045 h 6857801"/>
                <a:gd name="connsiteX2449" fmla="*/ 2034864 w 12184003"/>
                <a:gd name="connsiteY2449" fmla="*/ 2673559 h 6857801"/>
                <a:gd name="connsiteX2450" fmla="*/ 1990521 w 12184003"/>
                <a:gd name="connsiteY2450" fmla="*/ 2703096 h 6857801"/>
                <a:gd name="connsiteX2451" fmla="*/ 1971905 w 12184003"/>
                <a:gd name="connsiteY2451" fmla="*/ 2699293 h 6857801"/>
                <a:gd name="connsiteX2452" fmla="*/ 1970931 w 12184003"/>
                <a:gd name="connsiteY2452" fmla="*/ 2698638 h 6857801"/>
                <a:gd name="connsiteX2453" fmla="*/ 1830666 w 12184003"/>
                <a:gd name="connsiteY2453" fmla="*/ 2838859 h 6857801"/>
                <a:gd name="connsiteX2454" fmla="*/ 1637967 w 12184003"/>
                <a:gd name="connsiteY2454" fmla="*/ 2838859 h 6857801"/>
                <a:gd name="connsiteX2455" fmla="*/ 1634214 w 12184003"/>
                <a:gd name="connsiteY2455" fmla="*/ 2848239 h 6857801"/>
                <a:gd name="connsiteX2456" fmla="*/ 1712422 w 12184003"/>
                <a:gd name="connsiteY2456" fmla="*/ 2926449 h 6857801"/>
                <a:gd name="connsiteX2457" fmla="*/ 1909498 w 12184003"/>
                <a:gd name="connsiteY2457" fmla="*/ 2926449 h 6857801"/>
                <a:gd name="connsiteX2458" fmla="*/ 1944536 w 12184003"/>
                <a:gd name="connsiteY2458" fmla="*/ 2893602 h 6857801"/>
                <a:gd name="connsiteX2459" fmla="*/ 1977384 w 12184003"/>
                <a:gd name="connsiteY2459" fmla="*/ 2926449 h 6857801"/>
                <a:gd name="connsiteX2460" fmla="*/ 1968350 w 12184003"/>
                <a:gd name="connsiteY2460" fmla="*/ 2949481 h 6857801"/>
                <a:gd name="connsiteX2461" fmla="*/ 1967769 w 12184003"/>
                <a:gd name="connsiteY2461" fmla="*/ 2949714 h 6857801"/>
                <a:gd name="connsiteX2462" fmla="*/ 2065551 w 12184003"/>
                <a:gd name="connsiteY2462" fmla="*/ 3047463 h 6857801"/>
                <a:gd name="connsiteX2463" fmla="*/ 2445924 w 12184003"/>
                <a:gd name="connsiteY2463" fmla="*/ 2668045 h 6857801"/>
                <a:gd name="connsiteX2464" fmla="*/ 4300711 w 12184003"/>
                <a:gd name="connsiteY2464" fmla="*/ 2641775 h 6857801"/>
                <a:gd name="connsiteX2465" fmla="*/ 4362028 w 12184003"/>
                <a:gd name="connsiteY2465" fmla="*/ 2703096 h 6857801"/>
                <a:gd name="connsiteX2466" fmla="*/ 4440868 w 12184003"/>
                <a:gd name="connsiteY2466" fmla="*/ 2703096 h 6857801"/>
                <a:gd name="connsiteX2467" fmla="*/ 4440868 w 12184003"/>
                <a:gd name="connsiteY2467" fmla="*/ 2641775 h 6857801"/>
                <a:gd name="connsiteX2468" fmla="*/ 4108054 w 12184003"/>
                <a:gd name="connsiteY2468" fmla="*/ 2641775 h 6857801"/>
                <a:gd name="connsiteX2469" fmla="*/ 4047795 w 12184003"/>
                <a:gd name="connsiteY2469" fmla="*/ 2703096 h 6857801"/>
                <a:gd name="connsiteX2470" fmla="*/ 4329179 w 12184003"/>
                <a:gd name="connsiteY2470" fmla="*/ 2703096 h 6857801"/>
                <a:gd name="connsiteX2471" fmla="*/ 4267863 w 12184003"/>
                <a:gd name="connsiteY2471" fmla="*/ 2641775 h 6857801"/>
                <a:gd name="connsiteX2472" fmla="*/ 7853729 w 12184003"/>
                <a:gd name="connsiteY2472" fmla="*/ 2641769 h 6857801"/>
                <a:gd name="connsiteX2473" fmla="*/ 7792546 w 12184003"/>
                <a:gd name="connsiteY2473" fmla="*/ 2703082 h 6857801"/>
                <a:gd name="connsiteX2474" fmla="*/ 8136183 w 12184003"/>
                <a:gd name="connsiteY2474" fmla="*/ 2703082 h 6857801"/>
                <a:gd name="connsiteX2475" fmla="*/ 8075924 w 12184003"/>
                <a:gd name="connsiteY2475" fmla="*/ 2641769 h 6857801"/>
                <a:gd name="connsiteX2476" fmla="*/ 7740882 w 12184003"/>
                <a:gd name="connsiteY2476" fmla="*/ 2641769 h 6857801"/>
                <a:gd name="connsiteX2477" fmla="*/ 7740882 w 12184003"/>
                <a:gd name="connsiteY2477" fmla="*/ 2692040 h 6857801"/>
                <a:gd name="connsiteX2478" fmla="*/ 7751832 w 12184003"/>
                <a:gd name="connsiteY2478" fmla="*/ 2696511 h 6857801"/>
                <a:gd name="connsiteX2479" fmla="*/ 7754518 w 12184003"/>
                <a:gd name="connsiteY2479" fmla="*/ 2703082 h 6857801"/>
                <a:gd name="connsiteX2480" fmla="*/ 7760603 w 12184003"/>
                <a:gd name="connsiteY2480" fmla="*/ 2703082 h 6857801"/>
                <a:gd name="connsiteX2481" fmla="*/ 7821920 w 12184003"/>
                <a:gd name="connsiteY2481" fmla="*/ 2641769 h 6857801"/>
                <a:gd name="connsiteX2482" fmla="*/ 10999317 w 12184003"/>
                <a:gd name="connsiteY2482" fmla="*/ 2622059 h 6857801"/>
                <a:gd name="connsiteX2483" fmla="*/ 10968347 w 12184003"/>
                <a:gd name="connsiteY2483" fmla="*/ 2652716 h 6857801"/>
                <a:gd name="connsiteX2484" fmla="*/ 11294942 w 12184003"/>
                <a:gd name="connsiteY2484" fmla="*/ 2652716 h 6857801"/>
                <a:gd name="connsiteX2485" fmla="*/ 11325603 w 12184003"/>
                <a:gd name="connsiteY2485" fmla="*/ 2622059 h 6857801"/>
                <a:gd name="connsiteX2486" fmla="*/ 858397 w 12184003"/>
                <a:gd name="connsiteY2486" fmla="*/ 2622059 h 6857801"/>
                <a:gd name="connsiteX2487" fmla="*/ 889055 w 12184003"/>
                <a:gd name="connsiteY2487" fmla="*/ 2652764 h 6857801"/>
                <a:gd name="connsiteX2488" fmla="*/ 1217524 w 12184003"/>
                <a:gd name="connsiteY2488" fmla="*/ 2652764 h 6857801"/>
                <a:gd name="connsiteX2489" fmla="*/ 1186867 w 12184003"/>
                <a:gd name="connsiteY2489" fmla="*/ 2622059 h 6857801"/>
                <a:gd name="connsiteX2490" fmla="*/ 3953251 w 12184003"/>
                <a:gd name="connsiteY2490" fmla="*/ 2604549 h 6857801"/>
                <a:gd name="connsiteX2491" fmla="*/ 3946002 w 12184003"/>
                <a:gd name="connsiteY2491" fmla="*/ 2622059 h 6857801"/>
                <a:gd name="connsiteX2492" fmla="*/ 3923956 w 12184003"/>
                <a:gd name="connsiteY2492" fmla="*/ 2631184 h 6857801"/>
                <a:gd name="connsiteX2493" fmla="*/ 3914266 w 12184003"/>
                <a:gd name="connsiteY2493" fmla="*/ 2653849 h 6857801"/>
                <a:gd name="connsiteX2494" fmla="*/ 3891267 w 12184003"/>
                <a:gd name="connsiteY2494" fmla="*/ 2663703 h 6857801"/>
                <a:gd name="connsiteX2495" fmla="*/ 3858427 w 12184003"/>
                <a:gd name="connsiteY2495" fmla="*/ 2630818 h 6857801"/>
                <a:gd name="connsiteX2496" fmla="*/ 3610585 w 12184003"/>
                <a:gd name="connsiteY2496" fmla="*/ 2630818 h 6857801"/>
                <a:gd name="connsiteX2497" fmla="*/ 3489922 w 12184003"/>
                <a:gd name="connsiteY2497" fmla="*/ 2751303 h 6857801"/>
                <a:gd name="connsiteX2498" fmla="*/ 3867191 w 12184003"/>
                <a:gd name="connsiteY2498" fmla="*/ 2751303 h 6857801"/>
                <a:gd name="connsiteX2499" fmla="*/ 3915369 w 12184003"/>
                <a:gd name="connsiteY2499" fmla="*/ 2703096 h 6857801"/>
                <a:gd name="connsiteX2500" fmla="*/ 4024840 w 12184003"/>
                <a:gd name="connsiteY2500" fmla="*/ 2703096 h 6857801"/>
                <a:gd name="connsiteX2501" fmla="*/ 4101484 w 12184003"/>
                <a:gd name="connsiteY2501" fmla="*/ 2626477 h 6857801"/>
                <a:gd name="connsiteX2502" fmla="*/ 4252533 w 12184003"/>
                <a:gd name="connsiteY2502" fmla="*/ 2626477 h 6857801"/>
                <a:gd name="connsiteX2503" fmla="*/ 4230636 w 12184003"/>
                <a:gd name="connsiteY2503" fmla="*/ 2604549 h 6857801"/>
                <a:gd name="connsiteX2504" fmla="*/ 3636901 w 12184003"/>
                <a:gd name="connsiteY2504" fmla="*/ 2604549 h 6857801"/>
                <a:gd name="connsiteX2505" fmla="*/ 3628128 w 12184003"/>
                <a:gd name="connsiteY2505" fmla="*/ 2613303 h 6857801"/>
                <a:gd name="connsiteX2506" fmla="*/ 3865934 w 12184003"/>
                <a:gd name="connsiteY2506" fmla="*/ 2613303 h 6857801"/>
                <a:gd name="connsiteX2507" fmla="*/ 3868279 w 12184003"/>
                <a:gd name="connsiteY2507" fmla="*/ 2607824 h 6857801"/>
                <a:gd name="connsiteX2508" fmla="*/ 3875361 w 12184003"/>
                <a:gd name="connsiteY2508" fmla="*/ 2604792 h 6857801"/>
                <a:gd name="connsiteX2509" fmla="*/ 3875258 w 12184003"/>
                <a:gd name="connsiteY2509" fmla="*/ 2604549 h 6857801"/>
                <a:gd name="connsiteX2510" fmla="*/ 8308054 w 12184003"/>
                <a:gd name="connsiteY2510" fmla="*/ 2604543 h 6857801"/>
                <a:gd name="connsiteX2511" fmla="*/ 8315707 w 12184003"/>
                <a:gd name="connsiteY2511" fmla="*/ 2607823 h 6857801"/>
                <a:gd name="connsiteX2512" fmla="*/ 8318054 w 12184003"/>
                <a:gd name="connsiteY2512" fmla="*/ 2613303 h 6857801"/>
                <a:gd name="connsiteX2513" fmla="*/ 8555859 w 12184003"/>
                <a:gd name="connsiteY2513" fmla="*/ 2613303 h 6857801"/>
                <a:gd name="connsiteX2514" fmla="*/ 8547088 w 12184003"/>
                <a:gd name="connsiteY2514" fmla="*/ 2604543 h 6857801"/>
                <a:gd name="connsiteX2515" fmla="*/ 7890870 w 12184003"/>
                <a:gd name="connsiteY2515" fmla="*/ 2604543 h 6857801"/>
                <a:gd name="connsiteX2516" fmla="*/ 7869024 w 12184003"/>
                <a:gd name="connsiteY2516" fmla="*/ 2626439 h 6857801"/>
                <a:gd name="connsiteX2517" fmla="*/ 8082493 w 12184003"/>
                <a:gd name="connsiteY2517" fmla="*/ 2626439 h 6857801"/>
                <a:gd name="connsiteX2518" fmla="*/ 8159138 w 12184003"/>
                <a:gd name="connsiteY2518" fmla="*/ 2703082 h 6857801"/>
                <a:gd name="connsiteX2519" fmla="*/ 8268626 w 12184003"/>
                <a:gd name="connsiteY2519" fmla="*/ 2703082 h 6857801"/>
                <a:gd name="connsiteX2520" fmla="*/ 8316801 w 12184003"/>
                <a:gd name="connsiteY2520" fmla="*/ 2751254 h 6857801"/>
                <a:gd name="connsiteX2521" fmla="*/ 8694080 w 12184003"/>
                <a:gd name="connsiteY2521" fmla="*/ 2751254 h 6857801"/>
                <a:gd name="connsiteX2522" fmla="*/ 8573411 w 12184003"/>
                <a:gd name="connsiteY2522" fmla="*/ 2630818 h 6857801"/>
                <a:gd name="connsiteX2523" fmla="*/ 8325560 w 12184003"/>
                <a:gd name="connsiteY2523" fmla="*/ 2630818 h 6857801"/>
                <a:gd name="connsiteX2524" fmla="*/ 8315707 w 12184003"/>
                <a:gd name="connsiteY2524" fmla="*/ 2653809 h 6857801"/>
                <a:gd name="connsiteX2525" fmla="*/ 8292713 w 12184003"/>
                <a:gd name="connsiteY2525" fmla="*/ 2663665 h 6857801"/>
                <a:gd name="connsiteX2526" fmla="*/ 8259867 w 12184003"/>
                <a:gd name="connsiteY2526" fmla="*/ 2630818 h 6857801"/>
                <a:gd name="connsiteX2527" fmla="*/ 8269721 w 12184003"/>
                <a:gd name="connsiteY2527" fmla="*/ 2607823 h 6857801"/>
                <a:gd name="connsiteX2528" fmla="*/ 8277374 w 12184003"/>
                <a:gd name="connsiteY2528" fmla="*/ 2604543 h 6857801"/>
                <a:gd name="connsiteX2529" fmla="*/ 4424435 w 12184003"/>
                <a:gd name="connsiteY2529" fmla="*/ 2537751 h 6857801"/>
                <a:gd name="connsiteX2530" fmla="*/ 4357650 w 12184003"/>
                <a:gd name="connsiteY2530" fmla="*/ 2604549 h 6857801"/>
                <a:gd name="connsiteX2531" fmla="*/ 4263486 w 12184003"/>
                <a:gd name="connsiteY2531" fmla="*/ 2604549 h 6857801"/>
                <a:gd name="connsiteX2532" fmla="*/ 4285380 w 12184003"/>
                <a:gd name="connsiteY2532" fmla="*/ 2626477 h 6857801"/>
                <a:gd name="connsiteX2533" fmla="*/ 4440868 w 12184003"/>
                <a:gd name="connsiteY2533" fmla="*/ 2626477 h 6857801"/>
                <a:gd name="connsiteX2534" fmla="*/ 4440868 w 12184003"/>
                <a:gd name="connsiteY2534" fmla="*/ 2554183 h 6857801"/>
                <a:gd name="connsiteX2535" fmla="*/ 8910993 w 12184003"/>
                <a:gd name="connsiteY2535" fmla="*/ 2530091 h 6857801"/>
                <a:gd name="connsiteX2536" fmla="*/ 8904766 w 12184003"/>
                <a:gd name="connsiteY2536" fmla="*/ 2545142 h 6857801"/>
                <a:gd name="connsiteX2537" fmla="*/ 8881773 w 12184003"/>
                <a:gd name="connsiteY2537" fmla="*/ 2554177 h 6857801"/>
                <a:gd name="connsiteX2538" fmla="*/ 8858507 w 12184003"/>
                <a:gd name="connsiteY2538" fmla="*/ 2544319 h 6857801"/>
                <a:gd name="connsiteX2539" fmla="*/ 8857859 w 12184003"/>
                <a:gd name="connsiteY2539" fmla="*/ 2543059 h 6857801"/>
                <a:gd name="connsiteX2540" fmla="*/ 8796370 w 12184003"/>
                <a:gd name="connsiteY2540" fmla="*/ 2604543 h 6857801"/>
                <a:gd name="connsiteX2541" fmla="*/ 8581368 w 12184003"/>
                <a:gd name="connsiteY2541" fmla="*/ 2604543 h 6857801"/>
                <a:gd name="connsiteX2542" fmla="*/ 8590106 w 12184003"/>
                <a:gd name="connsiteY2542" fmla="*/ 2613303 h 6857801"/>
                <a:gd name="connsiteX2543" fmla="*/ 8603667 w 12184003"/>
                <a:gd name="connsiteY2543" fmla="*/ 2613303 h 6857801"/>
                <a:gd name="connsiteX2544" fmla="*/ 8741625 w 12184003"/>
                <a:gd name="connsiteY2544" fmla="*/ 2751254 h 6857801"/>
                <a:gd name="connsiteX2545" fmla="*/ 8912430 w 12184003"/>
                <a:gd name="connsiteY2545" fmla="*/ 2751254 h 6857801"/>
                <a:gd name="connsiteX2546" fmla="*/ 9132478 w 12184003"/>
                <a:gd name="connsiteY2546" fmla="*/ 2530091 h 6857801"/>
                <a:gd name="connsiteX2547" fmla="*/ 3052593 w 12184003"/>
                <a:gd name="connsiteY2547" fmla="*/ 2530091 h 6857801"/>
                <a:gd name="connsiteX2548" fmla="*/ 3273765 w 12184003"/>
                <a:gd name="connsiteY2548" fmla="*/ 2751303 h 6857801"/>
                <a:gd name="connsiteX2549" fmla="*/ 3442380 w 12184003"/>
                <a:gd name="connsiteY2549" fmla="*/ 2751303 h 6857801"/>
                <a:gd name="connsiteX2550" fmla="*/ 3580331 w 12184003"/>
                <a:gd name="connsiteY2550" fmla="*/ 2613303 h 6857801"/>
                <a:gd name="connsiteX2551" fmla="*/ 3593892 w 12184003"/>
                <a:gd name="connsiteY2551" fmla="*/ 2613303 h 6857801"/>
                <a:gd name="connsiteX2552" fmla="*/ 3602634 w 12184003"/>
                <a:gd name="connsiteY2552" fmla="*/ 2604549 h 6857801"/>
                <a:gd name="connsiteX2553" fmla="*/ 3387642 w 12184003"/>
                <a:gd name="connsiteY2553" fmla="*/ 2604549 h 6857801"/>
                <a:gd name="connsiteX2554" fmla="*/ 3326148 w 12184003"/>
                <a:gd name="connsiteY2554" fmla="*/ 2543096 h 6857801"/>
                <a:gd name="connsiteX2555" fmla="*/ 3325498 w 12184003"/>
                <a:gd name="connsiteY2555" fmla="*/ 2544333 h 6857801"/>
                <a:gd name="connsiteX2556" fmla="*/ 3302230 w 12184003"/>
                <a:gd name="connsiteY2556" fmla="*/ 2554183 h 6857801"/>
                <a:gd name="connsiteX2557" fmla="*/ 3279237 w 12184003"/>
                <a:gd name="connsiteY2557" fmla="*/ 2545142 h 6857801"/>
                <a:gd name="connsiteX2558" fmla="*/ 3273007 w 12184003"/>
                <a:gd name="connsiteY2558" fmla="*/ 2530091 h 6857801"/>
                <a:gd name="connsiteX2559" fmla="*/ 7740882 w 12184003"/>
                <a:gd name="connsiteY2559" fmla="*/ 2519135 h 6857801"/>
                <a:gd name="connsiteX2560" fmla="*/ 7740882 w 12184003"/>
                <a:gd name="connsiteY2560" fmla="*/ 2626439 h 6857801"/>
                <a:gd name="connsiteX2561" fmla="*/ 7837250 w 12184003"/>
                <a:gd name="connsiteY2561" fmla="*/ 2626439 h 6857801"/>
                <a:gd name="connsiteX2562" fmla="*/ 7859142 w 12184003"/>
                <a:gd name="connsiteY2562" fmla="*/ 2604543 h 6857801"/>
                <a:gd name="connsiteX2563" fmla="*/ 7826286 w 12184003"/>
                <a:gd name="connsiteY2563" fmla="*/ 2604543 h 6857801"/>
                <a:gd name="connsiteX2564" fmla="*/ 3772982 w 12184003"/>
                <a:gd name="connsiteY2564" fmla="*/ 2468734 h 6857801"/>
                <a:gd name="connsiteX2565" fmla="*/ 3661043 w 12184003"/>
                <a:gd name="connsiteY2565" fmla="*/ 2580456 h 6857801"/>
                <a:gd name="connsiteX2566" fmla="*/ 3873446 w 12184003"/>
                <a:gd name="connsiteY2566" fmla="*/ 2580456 h 6857801"/>
                <a:gd name="connsiteX2567" fmla="*/ 3876738 w 12184003"/>
                <a:gd name="connsiteY2567" fmla="*/ 2572503 h 6857801"/>
                <a:gd name="connsiteX2568" fmla="*/ 2209511 w 12184003"/>
                <a:gd name="connsiteY2568" fmla="*/ 2466592 h 6857801"/>
                <a:gd name="connsiteX2569" fmla="*/ 2237972 w 12184003"/>
                <a:gd name="connsiteY2569" fmla="*/ 2495058 h 6857801"/>
                <a:gd name="connsiteX2570" fmla="*/ 2253301 w 12184003"/>
                <a:gd name="connsiteY2570" fmla="*/ 2488534 h 6857801"/>
                <a:gd name="connsiteX2571" fmla="*/ 2276295 w 12184003"/>
                <a:gd name="connsiteY2571" fmla="*/ 2498382 h 6857801"/>
                <a:gd name="connsiteX2572" fmla="*/ 2282397 w 12184003"/>
                <a:gd name="connsiteY2572" fmla="*/ 2512574 h 6857801"/>
                <a:gd name="connsiteX2573" fmla="*/ 3010097 w 12184003"/>
                <a:gd name="connsiteY2573" fmla="*/ 2512574 h 6857801"/>
                <a:gd name="connsiteX2574" fmla="*/ 2986665 w 12184003"/>
                <a:gd name="connsiteY2574" fmla="*/ 2489062 h 6857801"/>
                <a:gd name="connsiteX2575" fmla="*/ 2984709 w 12184003"/>
                <a:gd name="connsiteY2575" fmla="*/ 2491810 h 6857801"/>
                <a:gd name="connsiteX2576" fmla="*/ 2938720 w 12184003"/>
                <a:gd name="connsiteY2576" fmla="*/ 2510384 h 6857801"/>
                <a:gd name="connsiteX2577" fmla="*/ 2880215 w 12184003"/>
                <a:gd name="connsiteY2577" fmla="*/ 2471622 h 6857801"/>
                <a:gd name="connsiteX2578" fmla="*/ 2879204 w 12184003"/>
                <a:gd name="connsiteY2578" fmla="*/ 2466592 h 6857801"/>
                <a:gd name="connsiteX2579" fmla="*/ 1724204 w 12184003"/>
                <a:gd name="connsiteY2579" fmla="*/ 2466592 h 6857801"/>
                <a:gd name="connsiteX2580" fmla="*/ 1722752 w 12184003"/>
                <a:gd name="connsiteY2580" fmla="*/ 2473813 h 6857801"/>
                <a:gd name="connsiteX2581" fmla="*/ 1664244 w 12184003"/>
                <a:gd name="connsiteY2581" fmla="*/ 2512577 h 6857801"/>
                <a:gd name="connsiteX2582" fmla="*/ 1639539 w 12184003"/>
                <a:gd name="connsiteY2582" fmla="*/ 2507620 h 6857801"/>
                <a:gd name="connsiteX2583" fmla="*/ 1638970 w 12184003"/>
                <a:gd name="connsiteY2583" fmla="*/ 2507233 h 6857801"/>
                <a:gd name="connsiteX2584" fmla="*/ 1447456 w 12184003"/>
                <a:gd name="connsiteY2584" fmla="*/ 2698747 h 6857801"/>
                <a:gd name="connsiteX2585" fmla="*/ 1310567 w 12184003"/>
                <a:gd name="connsiteY2585" fmla="*/ 2698747 h 6857801"/>
                <a:gd name="connsiteX2586" fmla="*/ 1416795 w 12184003"/>
                <a:gd name="connsiteY2586" fmla="*/ 2806014 h 6857801"/>
                <a:gd name="connsiteX2587" fmla="*/ 1559137 w 12184003"/>
                <a:gd name="connsiteY2587" fmla="*/ 2806014 h 6857801"/>
                <a:gd name="connsiteX2588" fmla="*/ 1567895 w 12184003"/>
                <a:gd name="connsiteY2588" fmla="*/ 2784147 h 6857801"/>
                <a:gd name="connsiteX2589" fmla="*/ 1600743 w 12184003"/>
                <a:gd name="connsiteY2589" fmla="*/ 2770964 h 6857801"/>
                <a:gd name="connsiteX2590" fmla="*/ 1633588 w 12184003"/>
                <a:gd name="connsiteY2590" fmla="*/ 2784147 h 6857801"/>
                <a:gd name="connsiteX2591" fmla="*/ 1642347 w 12184003"/>
                <a:gd name="connsiteY2591" fmla="*/ 2806014 h 6857801"/>
                <a:gd name="connsiteX2592" fmla="*/ 1815339 w 12184003"/>
                <a:gd name="connsiteY2592" fmla="*/ 2806014 h 6857801"/>
                <a:gd name="connsiteX2593" fmla="*/ 1946841 w 12184003"/>
                <a:gd name="connsiteY2593" fmla="*/ 2674505 h 6857801"/>
                <a:gd name="connsiteX2594" fmla="*/ 1946175 w 12184003"/>
                <a:gd name="connsiteY2594" fmla="*/ 2673559 h 6857801"/>
                <a:gd name="connsiteX2595" fmla="*/ 1942343 w 12184003"/>
                <a:gd name="connsiteY2595" fmla="*/ 2654952 h 6857801"/>
                <a:gd name="connsiteX2596" fmla="*/ 1990521 w 12184003"/>
                <a:gd name="connsiteY2596" fmla="*/ 2606732 h 6857801"/>
                <a:gd name="connsiteX2597" fmla="*/ 2024462 w 12184003"/>
                <a:gd name="connsiteY2597" fmla="*/ 2621004 h 6857801"/>
                <a:gd name="connsiteX2598" fmla="*/ 2032635 w 12184003"/>
                <a:gd name="connsiteY2598" fmla="*/ 2633015 h 6857801"/>
                <a:gd name="connsiteX2599" fmla="*/ 2481050 w 12184003"/>
                <a:gd name="connsiteY2599" fmla="*/ 2633015 h 6857801"/>
                <a:gd name="connsiteX2600" fmla="*/ 2890739 w 12184003"/>
                <a:gd name="connsiteY2600" fmla="*/ 2633015 h 6857801"/>
                <a:gd name="connsiteX2601" fmla="*/ 2900398 w 12184003"/>
                <a:gd name="connsiteY2601" fmla="*/ 2618822 h 6857801"/>
                <a:gd name="connsiteX2602" fmla="*/ 2934339 w 12184003"/>
                <a:gd name="connsiteY2602" fmla="*/ 2604549 h 6857801"/>
                <a:gd name="connsiteX2603" fmla="*/ 2968281 w 12184003"/>
                <a:gd name="connsiteY2603" fmla="*/ 2619636 h 6857801"/>
                <a:gd name="connsiteX2604" fmla="*/ 2977696 w 12184003"/>
                <a:gd name="connsiteY2604" fmla="*/ 2633015 h 6857801"/>
                <a:gd name="connsiteX2605" fmla="*/ 3078873 w 12184003"/>
                <a:gd name="connsiteY2605" fmla="*/ 2633015 h 6857801"/>
                <a:gd name="connsiteX2606" fmla="*/ 3319117 w 12184003"/>
                <a:gd name="connsiteY2606" fmla="*/ 2874521 h 6857801"/>
                <a:gd name="connsiteX2607" fmla="*/ 3424863 w 12184003"/>
                <a:gd name="connsiteY2607" fmla="*/ 2768820 h 6857801"/>
                <a:gd name="connsiteX2608" fmla="*/ 3265005 w 12184003"/>
                <a:gd name="connsiteY2608" fmla="*/ 2768820 h 6857801"/>
                <a:gd name="connsiteX2609" fmla="*/ 3027529 w 12184003"/>
                <a:gd name="connsiteY2609" fmla="*/ 2530091 h 6857801"/>
                <a:gd name="connsiteX2610" fmla="*/ 2282397 w 12184003"/>
                <a:gd name="connsiteY2610" fmla="*/ 2530091 h 6857801"/>
                <a:gd name="connsiteX2611" fmla="*/ 2276295 w 12184003"/>
                <a:gd name="connsiteY2611" fmla="*/ 2544333 h 6857801"/>
                <a:gd name="connsiteX2612" fmla="*/ 2253301 w 12184003"/>
                <a:gd name="connsiteY2612" fmla="*/ 2554183 h 6857801"/>
                <a:gd name="connsiteX2613" fmla="*/ 2220453 w 12184003"/>
                <a:gd name="connsiteY2613" fmla="*/ 2521334 h 6857801"/>
                <a:gd name="connsiteX2614" fmla="*/ 2226370 w 12184003"/>
                <a:gd name="connsiteY2614" fmla="*/ 2507578 h 6857801"/>
                <a:gd name="connsiteX2615" fmla="*/ 2185423 w 12184003"/>
                <a:gd name="connsiteY2615" fmla="*/ 2466592 h 6857801"/>
                <a:gd name="connsiteX2616" fmla="*/ 9998574 w 12184003"/>
                <a:gd name="connsiteY2616" fmla="*/ 2466580 h 6857801"/>
                <a:gd name="connsiteX2617" fmla="*/ 9957627 w 12184003"/>
                <a:gd name="connsiteY2617" fmla="*/ 2507532 h 6857801"/>
                <a:gd name="connsiteX2618" fmla="*/ 9963538 w 12184003"/>
                <a:gd name="connsiteY2618" fmla="*/ 2521328 h 6857801"/>
                <a:gd name="connsiteX2619" fmla="*/ 9930690 w 12184003"/>
                <a:gd name="connsiteY2619" fmla="*/ 2554174 h 6857801"/>
                <a:gd name="connsiteX2620" fmla="*/ 9907698 w 12184003"/>
                <a:gd name="connsiteY2620" fmla="*/ 2544319 h 6857801"/>
                <a:gd name="connsiteX2621" fmla="*/ 9901600 w 12184003"/>
                <a:gd name="connsiteY2621" fmla="*/ 2530091 h 6857801"/>
                <a:gd name="connsiteX2622" fmla="*/ 9157688 w 12184003"/>
                <a:gd name="connsiteY2622" fmla="*/ 2530091 h 6857801"/>
                <a:gd name="connsiteX2623" fmla="*/ 8919000 w 12184003"/>
                <a:gd name="connsiteY2623" fmla="*/ 2768773 h 6857801"/>
                <a:gd name="connsiteX2624" fmla="*/ 8759143 w 12184003"/>
                <a:gd name="connsiteY2624" fmla="*/ 2768773 h 6857801"/>
                <a:gd name="connsiteX2625" fmla="*/ 8864890 w 12184003"/>
                <a:gd name="connsiteY2625" fmla="*/ 2874521 h 6857801"/>
                <a:gd name="connsiteX2626" fmla="*/ 9105133 w 12184003"/>
                <a:gd name="connsiteY2626" fmla="*/ 2633009 h 6857801"/>
                <a:gd name="connsiteX2627" fmla="*/ 9206299 w 12184003"/>
                <a:gd name="connsiteY2627" fmla="*/ 2633009 h 6857801"/>
                <a:gd name="connsiteX2628" fmla="*/ 9215719 w 12184003"/>
                <a:gd name="connsiteY2628" fmla="*/ 2619594 h 6857801"/>
                <a:gd name="connsiteX2629" fmla="*/ 9249661 w 12184003"/>
                <a:gd name="connsiteY2629" fmla="*/ 2604538 h 6857801"/>
                <a:gd name="connsiteX2630" fmla="*/ 9283603 w 12184003"/>
                <a:gd name="connsiteY2630" fmla="*/ 2618770 h 6857801"/>
                <a:gd name="connsiteX2631" fmla="*/ 9293264 w 12184003"/>
                <a:gd name="connsiteY2631" fmla="*/ 2633009 h 6857801"/>
                <a:gd name="connsiteX2632" fmla="*/ 10151350 w 12184003"/>
                <a:gd name="connsiteY2632" fmla="*/ 2633009 h 6857801"/>
                <a:gd name="connsiteX2633" fmla="*/ 10159526 w 12184003"/>
                <a:gd name="connsiteY2633" fmla="*/ 2620963 h 6857801"/>
                <a:gd name="connsiteX2634" fmla="*/ 10193467 w 12184003"/>
                <a:gd name="connsiteY2634" fmla="*/ 2606727 h 6857801"/>
                <a:gd name="connsiteX2635" fmla="*/ 10241644 w 12184003"/>
                <a:gd name="connsiteY2635" fmla="*/ 2654903 h 6857801"/>
                <a:gd name="connsiteX2636" fmla="*/ 10237812 w 12184003"/>
                <a:gd name="connsiteY2636" fmla="*/ 2673516 h 6857801"/>
                <a:gd name="connsiteX2637" fmla="*/ 10237146 w 12184003"/>
                <a:gd name="connsiteY2637" fmla="*/ 2674497 h 6857801"/>
                <a:gd name="connsiteX2638" fmla="*/ 10368651 w 12184003"/>
                <a:gd name="connsiteY2638" fmla="*/ 2806002 h 6857801"/>
                <a:gd name="connsiteX2639" fmla="*/ 10541647 w 12184003"/>
                <a:gd name="connsiteY2639" fmla="*/ 2806002 h 6857801"/>
                <a:gd name="connsiteX2640" fmla="*/ 10550406 w 12184003"/>
                <a:gd name="connsiteY2640" fmla="*/ 2784103 h 6857801"/>
                <a:gd name="connsiteX2641" fmla="*/ 10583253 w 12184003"/>
                <a:gd name="connsiteY2641" fmla="*/ 2770963 h 6857801"/>
                <a:gd name="connsiteX2642" fmla="*/ 10616101 w 12184003"/>
                <a:gd name="connsiteY2642" fmla="*/ 2784103 h 6857801"/>
                <a:gd name="connsiteX2643" fmla="*/ 10624860 w 12184003"/>
                <a:gd name="connsiteY2643" fmla="*/ 2806002 h 6857801"/>
                <a:gd name="connsiteX2644" fmla="*/ 10767197 w 12184003"/>
                <a:gd name="connsiteY2644" fmla="*/ 2806002 h 6857801"/>
                <a:gd name="connsiteX2645" fmla="*/ 10873423 w 12184003"/>
                <a:gd name="connsiteY2645" fmla="*/ 2698702 h 6857801"/>
                <a:gd name="connsiteX2646" fmla="*/ 10736540 w 12184003"/>
                <a:gd name="connsiteY2646" fmla="*/ 2698702 h 6857801"/>
                <a:gd name="connsiteX2647" fmla="*/ 10545025 w 12184003"/>
                <a:gd name="connsiteY2647" fmla="*/ 2507185 h 6857801"/>
                <a:gd name="connsiteX2648" fmla="*/ 10544453 w 12184003"/>
                <a:gd name="connsiteY2648" fmla="*/ 2507575 h 6857801"/>
                <a:gd name="connsiteX2649" fmla="*/ 10519749 w 12184003"/>
                <a:gd name="connsiteY2649" fmla="*/ 2512574 h 6857801"/>
                <a:gd name="connsiteX2650" fmla="*/ 10461240 w 12184003"/>
                <a:gd name="connsiteY2650" fmla="*/ 2473764 h 6857801"/>
                <a:gd name="connsiteX2651" fmla="*/ 10459787 w 12184003"/>
                <a:gd name="connsiteY2651" fmla="*/ 2466580 h 6857801"/>
                <a:gd name="connsiteX2652" fmla="*/ 9304800 w 12184003"/>
                <a:gd name="connsiteY2652" fmla="*/ 2466580 h 6857801"/>
                <a:gd name="connsiteX2653" fmla="*/ 9303790 w 12184003"/>
                <a:gd name="connsiteY2653" fmla="*/ 2471574 h 6857801"/>
                <a:gd name="connsiteX2654" fmla="*/ 9245281 w 12184003"/>
                <a:gd name="connsiteY2654" fmla="*/ 2510375 h 6857801"/>
                <a:gd name="connsiteX2655" fmla="*/ 9199294 w 12184003"/>
                <a:gd name="connsiteY2655" fmla="*/ 2491766 h 6857801"/>
                <a:gd name="connsiteX2656" fmla="*/ 9197929 w 12184003"/>
                <a:gd name="connsiteY2656" fmla="*/ 2489845 h 6857801"/>
                <a:gd name="connsiteX2657" fmla="*/ 9175207 w 12184003"/>
                <a:gd name="connsiteY2657" fmla="*/ 2512566 h 6857801"/>
                <a:gd name="connsiteX2658" fmla="*/ 9901597 w 12184003"/>
                <a:gd name="connsiteY2658" fmla="*/ 2512566 h 6857801"/>
                <a:gd name="connsiteX2659" fmla="*/ 9907698 w 12184003"/>
                <a:gd name="connsiteY2659" fmla="*/ 2498335 h 6857801"/>
                <a:gd name="connsiteX2660" fmla="*/ 9930690 w 12184003"/>
                <a:gd name="connsiteY2660" fmla="*/ 2488477 h 6857801"/>
                <a:gd name="connsiteX2661" fmla="*/ 9946019 w 12184003"/>
                <a:gd name="connsiteY2661" fmla="*/ 2495047 h 6857801"/>
                <a:gd name="connsiteX2662" fmla="*/ 9974486 w 12184003"/>
                <a:gd name="connsiteY2662" fmla="*/ 2466580 h 6857801"/>
                <a:gd name="connsiteX2663" fmla="*/ 4528460 w 12184003"/>
                <a:gd name="connsiteY2663" fmla="*/ 2433745 h 6857801"/>
                <a:gd name="connsiteX2664" fmla="*/ 4436485 w 12184003"/>
                <a:gd name="connsiteY2664" fmla="*/ 2525759 h 6857801"/>
                <a:gd name="connsiteX2665" fmla="*/ 4458388 w 12184003"/>
                <a:gd name="connsiteY2665" fmla="*/ 2547611 h 6857801"/>
                <a:gd name="connsiteX2666" fmla="*/ 4458388 w 12184003"/>
                <a:gd name="connsiteY2666" fmla="*/ 2626477 h 6857801"/>
                <a:gd name="connsiteX2667" fmla="*/ 4587269 w 12184003"/>
                <a:gd name="connsiteY2667" fmla="*/ 2626477 h 6857801"/>
                <a:gd name="connsiteX2668" fmla="*/ 4595246 w 12184003"/>
                <a:gd name="connsiteY2668" fmla="*/ 2607824 h 6857801"/>
                <a:gd name="connsiteX2669" fmla="*/ 4618237 w 12184003"/>
                <a:gd name="connsiteY2669" fmla="*/ 2597973 h 6857801"/>
                <a:gd name="connsiteX2670" fmla="*/ 4651084 w 12184003"/>
                <a:gd name="connsiteY2670" fmla="*/ 2630818 h 6857801"/>
                <a:gd name="connsiteX2671" fmla="*/ 4618237 w 12184003"/>
                <a:gd name="connsiteY2671" fmla="*/ 2665870 h 6857801"/>
                <a:gd name="connsiteX2672" fmla="*/ 4595246 w 12184003"/>
                <a:gd name="connsiteY2672" fmla="*/ 2656820 h 6857801"/>
                <a:gd name="connsiteX2673" fmla="*/ 4589017 w 12184003"/>
                <a:gd name="connsiteY2673" fmla="*/ 2641775 h 6857801"/>
                <a:gd name="connsiteX2674" fmla="*/ 4458388 w 12184003"/>
                <a:gd name="connsiteY2674" fmla="*/ 2641775 h 6857801"/>
                <a:gd name="connsiteX2675" fmla="*/ 4458388 w 12184003"/>
                <a:gd name="connsiteY2675" fmla="*/ 2703096 h 6857801"/>
                <a:gd name="connsiteX2676" fmla="*/ 4664274 w 12184003"/>
                <a:gd name="connsiteY2676" fmla="*/ 2703096 h 6857801"/>
                <a:gd name="connsiteX2677" fmla="*/ 4664844 w 12184003"/>
                <a:gd name="connsiteY2677" fmla="*/ 2700275 h 6857801"/>
                <a:gd name="connsiteX2678" fmla="*/ 4723345 w 12184003"/>
                <a:gd name="connsiteY2678" fmla="*/ 2661524 h 6857801"/>
                <a:gd name="connsiteX2679" fmla="*/ 4786851 w 12184003"/>
                <a:gd name="connsiteY2679" fmla="*/ 2725024 h 6857801"/>
                <a:gd name="connsiteX2680" fmla="*/ 4723345 w 12184003"/>
                <a:gd name="connsiteY2680" fmla="*/ 2790722 h 6857801"/>
                <a:gd name="connsiteX2681" fmla="*/ 4664844 w 12184003"/>
                <a:gd name="connsiteY2681" fmla="*/ 2750996 h 6857801"/>
                <a:gd name="connsiteX2682" fmla="*/ 4664478 w 12184003"/>
                <a:gd name="connsiteY2682" fmla="*/ 2749115 h 6857801"/>
                <a:gd name="connsiteX2683" fmla="*/ 4458388 w 12184003"/>
                <a:gd name="connsiteY2683" fmla="*/ 2749115 h 6857801"/>
                <a:gd name="connsiteX2684" fmla="*/ 4458388 w 12184003"/>
                <a:gd name="connsiteY2684" fmla="*/ 2749810 h 6857801"/>
                <a:gd name="connsiteX2685" fmla="*/ 4478099 w 12184003"/>
                <a:gd name="connsiteY2685" fmla="*/ 2757872 h 6857801"/>
                <a:gd name="connsiteX2686" fmla="*/ 4478099 w 12184003"/>
                <a:gd name="connsiteY2686" fmla="*/ 2806014 h 6857801"/>
                <a:gd name="connsiteX2687" fmla="*/ 4468772 w 12184003"/>
                <a:gd name="connsiteY2687" fmla="*/ 2809855 h 6857801"/>
                <a:gd name="connsiteX2688" fmla="*/ 4708018 w 12184003"/>
                <a:gd name="connsiteY2688" fmla="*/ 3049073 h 6857801"/>
                <a:gd name="connsiteX2689" fmla="*/ 4856918 w 12184003"/>
                <a:gd name="connsiteY2689" fmla="*/ 3049073 h 6857801"/>
                <a:gd name="connsiteX2690" fmla="*/ 5086856 w 12184003"/>
                <a:gd name="connsiteY2690" fmla="*/ 3279047 h 6857801"/>
                <a:gd name="connsiteX2691" fmla="*/ 5257668 w 12184003"/>
                <a:gd name="connsiteY2691" fmla="*/ 3279047 h 6857801"/>
                <a:gd name="connsiteX2692" fmla="*/ 5257668 w 12184003"/>
                <a:gd name="connsiteY2692" fmla="*/ 2906788 h 6857801"/>
                <a:gd name="connsiteX2693" fmla="*/ 5257668 w 12184003"/>
                <a:gd name="connsiteY2693" fmla="*/ 2439256 h 6857801"/>
                <a:gd name="connsiteX2694" fmla="*/ 5251098 w 12184003"/>
                <a:gd name="connsiteY2694" fmla="*/ 2455688 h 6857801"/>
                <a:gd name="connsiteX2695" fmla="*/ 5218233 w 12184003"/>
                <a:gd name="connsiteY2695" fmla="*/ 2468781 h 6857801"/>
                <a:gd name="connsiteX2696" fmla="*/ 5185402 w 12184003"/>
                <a:gd name="connsiteY2696" fmla="*/ 2454856 h 6857801"/>
                <a:gd name="connsiteX2697" fmla="*/ 5176754 w 12184003"/>
                <a:gd name="connsiteY2697" fmla="*/ 2433745 h 6857801"/>
                <a:gd name="connsiteX2698" fmla="*/ 5055930 w 12184003"/>
                <a:gd name="connsiteY2698" fmla="*/ 2433745 h 6857801"/>
                <a:gd name="connsiteX2699" fmla="*/ 5045255 w 12184003"/>
                <a:gd name="connsiteY2699" fmla="*/ 2438161 h 6857801"/>
                <a:gd name="connsiteX2700" fmla="*/ 5034310 w 12184003"/>
                <a:gd name="connsiteY2700" fmla="*/ 2433745 h 6857801"/>
                <a:gd name="connsiteX2701" fmla="*/ 4999274 w 12184003"/>
                <a:gd name="connsiteY2701" fmla="*/ 2433745 h 6857801"/>
                <a:gd name="connsiteX2702" fmla="*/ 5116080 w 12184003"/>
                <a:gd name="connsiteY2702" fmla="*/ 2550595 h 6857801"/>
                <a:gd name="connsiteX2703" fmla="*/ 5140231 w 12184003"/>
                <a:gd name="connsiteY2703" fmla="*/ 2546242 h 6857801"/>
                <a:gd name="connsiteX2704" fmla="*/ 5185402 w 12184003"/>
                <a:gd name="connsiteY2704" fmla="*/ 2565127 h 6857801"/>
                <a:gd name="connsiteX2705" fmla="*/ 5185402 w 12184003"/>
                <a:gd name="connsiteY2705" fmla="*/ 2657101 h 6857801"/>
                <a:gd name="connsiteX2706" fmla="*/ 5093427 w 12184003"/>
                <a:gd name="connsiteY2706" fmla="*/ 2657101 h 6857801"/>
                <a:gd name="connsiteX2707" fmla="*/ 5078955 w 12184003"/>
                <a:gd name="connsiteY2707" fmla="*/ 2586932 h 6857801"/>
                <a:gd name="connsiteX2708" fmla="*/ 5082058 w 12184003"/>
                <a:gd name="connsiteY2708" fmla="*/ 2582226 h 6857801"/>
                <a:gd name="connsiteX2709" fmla="*/ 4933573 w 12184003"/>
                <a:gd name="connsiteY2709" fmla="*/ 2433745 h 6857801"/>
                <a:gd name="connsiteX2710" fmla="*/ 4594191 w 12184003"/>
                <a:gd name="connsiteY2710" fmla="*/ 2433745 h 6857801"/>
                <a:gd name="connsiteX2711" fmla="*/ 4594153 w 12184003"/>
                <a:gd name="connsiteY2711" fmla="*/ 2442502 h 6857801"/>
                <a:gd name="connsiteX2712" fmla="*/ 4910013 w 12184003"/>
                <a:gd name="connsiteY2712" fmla="*/ 2758401 h 6857801"/>
                <a:gd name="connsiteX2713" fmla="*/ 4932478 w 12184003"/>
                <a:gd name="connsiteY2713" fmla="*/ 2749113 h 6857801"/>
                <a:gd name="connsiteX2714" fmla="*/ 4964239 w 12184003"/>
                <a:gd name="connsiteY2714" fmla="*/ 2762207 h 6857801"/>
                <a:gd name="connsiteX2715" fmla="*/ 4964239 w 12184003"/>
                <a:gd name="connsiteY2715" fmla="*/ 2827947 h 6857801"/>
                <a:gd name="connsiteX2716" fmla="*/ 4900718 w 12184003"/>
                <a:gd name="connsiteY2716" fmla="*/ 2827947 h 6857801"/>
                <a:gd name="connsiteX2717" fmla="*/ 4887575 w 12184003"/>
                <a:gd name="connsiteY2717" fmla="*/ 2796155 h 6857801"/>
                <a:gd name="connsiteX2718" fmla="*/ 4895589 w 12184003"/>
                <a:gd name="connsiteY2718" fmla="*/ 2776832 h 6857801"/>
                <a:gd name="connsiteX2719" fmla="*/ 4572256 w 12184003"/>
                <a:gd name="connsiteY2719" fmla="*/ 2453483 h 6857801"/>
                <a:gd name="connsiteX2720" fmla="*/ 4572256 w 12184003"/>
                <a:gd name="connsiteY2720" fmla="*/ 2433745 h 6857801"/>
                <a:gd name="connsiteX2721" fmla="*/ 3823402 w 12184003"/>
                <a:gd name="connsiteY2721" fmla="*/ 2418447 h 6857801"/>
                <a:gd name="connsiteX2722" fmla="*/ 3789242 w 12184003"/>
                <a:gd name="connsiteY2722" fmla="*/ 2452505 h 6857801"/>
                <a:gd name="connsiteX2723" fmla="*/ 3891734 w 12184003"/>
                <a:gd name="connsiteY2723" fmla="*/ 2554740 h 6857801"/>
                <a:gd name="connsiteX2724" fmla="*/ 3914266 w 12184003"/>
                <a:gd name="connsiteY2724" fmla="*/ 2545423 h 6857801"/>
                <a:gd name="connsiteX2725" fmla="*/ 3946002 w 12184003"/>
                <a:gd name="connsiteY2725" fmla="*/ 2558606 h 6857801"/>
                <a:gd name="connsiteX2726" fmla="*/ 3955064 w 12184003"/>
                <a:gd name="connsiteY2726" fmla="*/ 2580456 h 6857801"/>
                <a:gd name="connsiteX2727" fmla="*/ 4206600 w 12184003"/>
                <a:gd name="connsiteY2727" fmla="*/ 2580456 h 6857801"/>
                <a:gd name="connsiteX2728" fmla="*/ 4044545 w 12184003"/>
                <a:gd name="connsiteY2728" fmla="*/ 2418447 h 6857801"/>
                <a:gd name="connsiteX2729" fmla="*/ 8076596 w 12184003"/>
                <a:gd name="connsiteY2729" fmla="*/ 2418404 h 6857801"/>
                <a:gd name="connsiteX2730" fmla="*/ 7914905 w 12184003"/>
                <a:gd name="connsiteY2730" fmla="*/ 2580456 h 6857801"/>
                <a:gd name="connsiteX2731" fmla="*/ 8522954 w 12184003"/>
                <a:gd name="connsiteY2731" fmla="*/ 2580456 h 6857801"/>
                <a:gd name="connsiteX2732" fmla="*/ 8380329 w 12184003"/>
                <a:gd name="connsiteY2732" fmla="*/ 2438097 h 6857801"/>
                <a:gd name="connsiteX2733" fmla="*/ 8305695 w 12184003"/>
                <a:gd name="connsiteY2733" fmla="*/ 2512729 h 6857801"/>
                <a:gd name="connsiteX2734" fmla="*/ 8312424 w 12184003"/>
                <a:gd name="connsiteY2734" fmla="*/ 2528990 h 6857801"/>
                <a:gd name="connsiteX2735" fmla="*/ 8299285 w 12184003"/>
                <a:gd name="connsiteY2735" fmla="*/ 2560747 h 6857801"/>
                <a:gd name="connsiteX2736" fmla="*/ 8235780 w 12184003"/>
                <a:gd name="connsiteY2736" fmla="*/ 2560747 h 6857801"/>
                <a:gd name="connsiteX2737" fmla="*/ 8235780 w 12184003"/>
                <a:gd name="connsiteY2737" fmla="*/ 2497236 h 6857801"/>
                <a:gd name="connsiteX2738" fmla="*/ 8267532 w 12184003"/>
                <a:gd name="connsiteY2738" fmla="*/ 2484108 h 6857801"/>
                <a:gd name="connsiteX2739" fmla="*/ 8291480 w 12184003"/>
                <a:gd name="connsiteY2739" fmla="*/ 2494008 h 6857801"/>
                <a:gd name="connsiteX2740" fmla="*/ 8363751 w 12184003"/>
                <a:gd name="connsiteY2740" fmla="*/ 2421553 h 6857801"/>
                <a:gd name="connsiteX2741" fmla="*/ 8360598 w 12184003"/>
                <a:gd name="connsiteY2741" fmla="*/ 2418404 h 6857801"/>
                <a:gd name="connsiteX2742" fmla="*/ 5945246 w 12184003"/>
                <a:gd name="connsiteY2742" fmla="*/ 2378891 h 6857801"/>
                <a:gd name="connsiteX2743" fmla="*/ 5934296 w 12184003"/>
                <a:gd name="connsiteY2743" fmla="*/ 2389941 h 6857801"/>
                <a:gd name="connsiteX2744" fmla="*/ 5934296 w 12184003"/>
                <a:gd name="connsiteY2744" fmla="*/ 2431554 h 6857801"/>
                <a:gd name="connsiteX2745" fmla="*/ 5945246 w 12184003"/>
                <a:gd name="connsiteY2745" fmla="*/ 2420638 h 6857801"/>
                <a:gd name="connsiteX2746" fmla="*/ 3618942 w 12184003"/>
                <a:gd name="connsiteY2746" fmla="*/ 2282684 h 6857801"/>
                <a:gd name="connsiteX2747" fmla="*/ 3771774 w 12184003"/>
                <a:gd name="connsiteY2747" fmla="*/ 2435083 h 6857801"/>
                <a:gd name="connsiteX2748" fmla="*/ 3812452 w 12184003"/>
                <a:gd name="connsiteY2748" fmla="*/ 2394361 h 6857801"/>
                <a:gd name="connsiteX2749" fmla="*/ 4020457 w 12184003"/>
                <a:gd name="connsiteY2749" fmla="*/ 2394361 h 6857801"/>
                <a:gd name="connsiteX2750" fmla="*/ 3925202 w 12184003"/>
                <a:gd name="connsiteY2750" fmla="*/ 2299115 h 6857801"/>
                <a:gd name="connsiteX2751" fmla="*/ 3902213 w 12184003"/>
                <a:gd name="connsiteY2751" fmla="*/ 2308961 h 6857801"/>
                <a:gd name="connsiteX2752" fmla="*/ 3879225 w 12184003"/>
                <a:gd name="connsiteY2752" fmla="*/ 2299115 h 6857801"/>
                <a:gd name="connsiteX2753" fmla="*/ 3872189 w 12184003"/>
                <a:gd name="connsiteY2753" fmla="*/ 2282684 h 6857801"/>
                <a:gd name="connsiteX2754" fmla="*/ 3554055 w 12184003"/>
                <a:gd name="connsiteY2754" fmla="*/ 2282684 h 6857801"/>
                <a:gd name="connsiteX2755" fmla="*/ 3330574 w 12184003"/>
                <a:gd name="connsiteY2755" fmla="*/ 2506177 h 6857801"/>
                <a:gd name="connsiteX2756" fmla="*/ 3335537 w 12184003"/>
                <a:gd name="connsiteY2756" fmla="*/ 2517439 h 6857801"/>
                <a:gd name="connsiteX2757" fmla="*/ 3398593 w 12184003"/>
                <a:gd name="connsiteY2757" fmla="*/ 2580456 h 6857801"/>
                <a:gd name="connsiteX2758" fmla="*/ 3626668 w 12184003"/>
                <a:gd name="connsiteY2758" fmla="*/ 2580456 h 6857801"/>
                <a:gd name="connsiteX2759" fmla="*/ 3755564 w 12184003"/>
                <a:gd name="connsiteY2759" fmla="*/ 2451314 h 6857801"/>
                <a:gd name="connsiteX2760" fmla="*/ 3586893 w 12184003"/>
                <a:gd name="connsiteY2760" fmla="*/ 2282684 h 6857801"/>
                <a:gd name="connsiteX2761" fmla="*/ 8535791 w 12184003"/>
                <a:gd name="connsiteY2761" fmla="*/ 2282637 h 6857801"/>
                <a:gd name="connsiteX2762" fmla="*/ 8397804 w 12184003"/>
                <a:gd name="connsiteY2762" fmla="*/ 2420624 h 6857801"/>
                <a:gd name="connsiteX2763" fmla="*/ 8557325 w 12184003"/>
                <a:gd name="connsiteY2763" fmla="*/ 2580456 h 6857801"/>
                <a:gd name="connsiteX2764" fmla="*/ 8785421 w 12184003"/>
                <a:gd name="connsiteY2764" fmla="*/ 2580456 h 6857801"/>
                <a:gd name="connsiteX2765" fmla="*/ 8848458 w 12184003"/>
                <a:gd name="connsiteY2765" fmla="*/ 2517419 h 6857801"/>
                <a:gd name="connsiteX2766" fmla="*/ 8853432 w 12184003"/>
                <a:gd name="connsiteY2766" fmla="*/ 2506128 h 6857801"/>
                <a:gd name="connsiteX2767" fmla="*/ 8629944 w 12184003"/>
                <a:gd name="connsiteY2767" fmla="*/ 2282637 h 6857801"/>
                <a:gd name="connsiteX2768" fmla="*/ 2143818 w 12184003"/>
                <a:gd name="connsiteY2768" fmla="*/ 2280494 h 6857801"/>
                <a:gd name="connsiteX2769" fmla="*/ 2183234 w 12184003"/>
                <a:gd name="connsiteY2769" fmla="*/ 2319864 h 6857801"/>
                <a:gd name="connsiteX2770" fmla="*/ 2807124 w 12184003"/>
                <a:gd name="connsiteY2770" fmla="*/ 2319864 h 6857801"/>
                <a:gd name="connsiteX2771" fmla="*/ 2813901 w 12184003"/>
                <a:gd name="connsiteY2771" fmla="*/ 2305639 h 6857801"/>
                <a:gd name="connsiteX2772" fmla="*/ 2837988 w 12184003"/>
                <a:gd name="connsiteY2772" fmla="*/ 2295777 h 6857801"/>
                <a:gd name="connsiteX2773" fmla="*/ 2870838 w 12184003"/>
                <a:gd name="connsiteY2773" fmla="*/ 2328626 h 6857801"/>
                <a:gd name="connsiteX2774" fmla="*/ 2864926 w 12184003"/>
                <a:gd name="connsiteY2774" fmla="*/ 2342458 h 6857801"/>
                <a:gd name="connsiteX2775" fmla="*/ 2913416 w 12184003"/>
                <a:gd name="connsiteY2775" fmla="*/ 2390911 h 6857801"/>
                <a:gd name="connsiteX2776" fmla="*/ 2938720 w 12184003"/>
                <a:gd name="connsiteY2776" fmla="*/ 2383380 h 6857801"/>
                <a:gd name="connsiteX2777" fmla="*/ 3004418 w 12184003"/>
                <a:gd name="connsiteY2777" fmla="*/ 2446921 h 6857801"/>
                <a:gd name="connsiteX2778" fmla="*/ 2999080 w 12184003"/>
                <a:gd name="connsiteY2778" fmla="*/ 2471622 h 6857801"/>
                <a:gd name="connsiteX2779" fmla="*/ 2997004 w 12184003"/>
                <a:gd name="connsiteY2779" fmla="*/ 2474542 h 6857801"/>
                <a:gd name="connsiteX2780" fmla="*/ 3035075 w 12184003"/>
                <a:gd name="connsiteY2780" fmla="*/ 2512574 h 6857801"/>
                <a:gd name="connsiteX2781" fmla="*/ 3272823 w 12184003"/>
                <a:gd name="connsiteY2781" fmla="*/ 2512574 h 6857801"/>
                <a:gd name="connsiteX2782" fmla="*/ 3278417 w 12184003"/>
                <a:gd name="connsiteY2782" fmla="*/ 2498382 h 6857801"/>
                <a:gd name="connsiteX2783" fmla="*/ 3280550 w 12184003"/>
                <a:gd name="connsiteY2783" fmla="*/ 2497494 h 6857801"/>
                <a:gd name="connsiteX2784" fmla="*/ 3063549 w 12184003"/>
                <a:gd name="connsiteY2784" fmla="*/ 2280494 h 6857801"/>
                <a:gd name="connsiteX2785" fmla="*/ 2060600 w 12184003"/>
                <a:gd name="connsiteY2785" fmla="*/ 2280494 h 6857801"/>
                <a:gd name="connsiteX2786" fmla="*/ 2051842 w 12184003"/>
                <a:gd name="connsiteY2786" fmla="*/ 2302347 h 6857801"/>
                <a:gd name="connsiteX2787" fmla="*/ 2047149 w 12184003"/>
                <a:gd name="connsiteY2787" fmla="*/ 2304224 h 6857801"/>
                <a:gd name="connsiteX2788" fmla="*/ 2165714 w 12184003"/>
                <a:gd name="connsiteY2788" fmla="*/ 2422785 h 6857801"/>
                <a:gd name="connsiteX2789" fmla="*/ 2879789 w 12184003"/>
                <a:gd name="connsiteY2789" fmla="*/ 2422785 h 6857801"/>
                <a:gd name="connsiteX2790" fmla="*/ 2879908 w 12184003"/>
                <a:gd name="connsiteY2790" fmla="*/ 2422209 h 6857801"/>
                <a:gd name="connsiteX2791" fmla="*/ 2897852 w 12184003"/>
                <a:gd name="connsiteY2791" fmla="*/ 2399749 h 6857801"/>
                <a:gd name="connsiteX2792" fmla="*/ 2853260 w 12184003"/>
                <a:gd name="connsiteY2792" fmla="*/ 2354931 h 6857801"/>
                <a:gd name="connsiteX2793" fmla="*/ 2837988 w 12184003"/>
                <a:gd name="connsiteY2793" fmla="*/ 2361515 h 6857801"/>
                <a:gd name="connsiteX2794" fmla="*/ 2814998 w 12184003"/>
                <a:gd name="connsiteY2794" fmla="*/ 2351657 h 6857801"/>
                <a:gd name="connsiteX2795" fmla="*/ 2808896 w 12184003"/>
                <a:gd name="connsiteY2795" fmla="*/ 2337383 h 6857801"/>
                <a:gd name="connsiteX2796" fmla="*/ 2176664 w 12184003"/>
                <a:gd name="connsiteY2796" fmla="*/ 2337383 h 6857801"/>
                <a:gd name="connsiteX2797" fmla="*/ 2119727 w 12184003"/>
                <a:gd name="connsiteY2797" fmla="*/ 2280494 h 6857801"/>
                <a:gd name="connsiteX2798" fmla="*/ 10064268 w 12184003"/>
                <a:gd name="connsiteY2798" fmla="*/ 2280447 h 6857801"/>
                <a:gd name="connsiteX2799" fmla="*/ 10007334 w 12184003"/>
                <a:gd name="connsiteY2799" fmla="*/ 2337381 h 6857801"/>
                <a:gd name="connsiteX2800" fmla="*/ 9375106 w 12184003"/>
                <a:gd name="connsiteY2800" fmla="*/ 2337381 h 6857801"/>
                <a:gd name="connsiteX2801" fmla="*/ 9369005 w 12184003"/>
                <a:gd name="connsiteY2801" fmla="*/ 2351618 h 6857801"/>
                <a:gd name="connsiteX2802" fmla="*/ 9346012 w 12184003"/>
                <a:gd name="connsiteY2802" fmla="*/ 2361469 h 6857801"/>
                <a:gd name="connsiteX2803" fmla="*/ 9332217 w 12184003"/>
                <a:gd name="connsiteY2803" fmla="*/ 2355557 h 6857801"/>
                <a:gd name="connsiteX2804" fmla="*/ 9286987 w 12184003"/>
                <a:gd name="connsiteY2804" fmla="*/ 2400790 h 6857801"/>
                <a:gd name="connsiteX2805" fmla="*/ 9304098 w 12184003"/>
                <a:gd name="connsiteY2805" fmla="*/ 2422175 h 6857801"/>
                <a:gd name="connsiteX2806" fmla="*/ 9304215 w 12184003"/>
                <a:gd name="connsiteY2806" fmla="*/ 2422784 h 6857801"/>
                <a:gd name="connsiteX2807" fmla="*/ 10018283 w 12184003"/>
                <a:gd name="connsiteY2807" fmla="*/ 2422784 h 6857801"/>
                <a:gd name="connsiteX2808" fmla="*/ 10136845 w 12184003"/>
                <a:gd name="connsiteY2808" fmla="*/ 2304224 h 6857801"/>
                <a:gd name="connsiteX2809" fmla="*/ 10132152 w 12184003"/>
                <a:gd name="connsiteY2809" fmla="*/ 2302345 h 6857801"/>
                <a:gd name="connsiteX2810" fmla="*/ 10123393 w 12184003"/>
                <a:gd name="connsiteY2810" fmla="*/ 2280447 h 6857801"/>
                <a:gd name="connsiteX2811" fmla="*/ 9120462 w 12184003"/>
                <a:gd name="connsiteY2811" fmla="*/ 2280447 h 6857801"/>
                <a:gd name="connsiteX2812" fmla="*/ 8903460 w 12184003"/>
                <a:gd name="connsiteY2812" fmla="*/ 2497452 h 6857801"/>
                <a:gd name="connsiteX2813" fmla="*/ 8905587 w 12184003"/>
                <a:gd name="connsiteY2813" fmla="*/ 2498335 h 6857801"/>
                <a:gd name="connsiteX2814" fmla="*/ 8911178 w 12184003"/>
                <a:gd name="connsiteY2814" fmla="*/ 2512566 h 6857801"/>
                <a:gd name="connsiteX2815" fmla="*/ 9149907 w 12184003"/>
                <a:gd name="connsiteY2815" fmla="*/ 2512566 h 6857801"/>
                <a:gd name="connsiteX2816" fmla="*/ 9187329 w 12184003"/>
                <a:gd name="connsiteY2816" fmla="*/ 2474961 h 6857801"/>
                <a:gd name="connsiteX2817" fmla="*/ 9184924 w 12184003"/>
                <a:gd name="connsiteY2817" fmla="*/ 2471574 h 6857801"/>
                <a:gd name="connsiteX2818" fmla="*/ 9179586 w 12184003"/>
                <a:gd name="connsiteY2818" fmla="*/ 2446871 h 6857801"/>
                <a:gd name="connsiteX2819" fmla="*/ 9245281 w 12184003"/>
                <a:gd name="connsiteY2819" fmla="*/ 2383366 h 6857801"/>
                <a:gd name="connsiteX2820" fmla="*/ 9270870 w 12184003"/>
                <a:gd name="connsiteY2820" fmla="*/ 2390992 h 6857801"/>
                <a:gd name="connsiteX2821" fmla="*/ 9319112 w 12184003"/>
                <a:gd name="connsiteY2821" fmla="*/ 2342503 h 6857801"/>
                <a:gd name="connsiteX2822" fmla="*/ 9313165 w 12184003"/>
                <a:gd name="connsiteY2822" fmla="*/ 2328623 h 6857801"/>
                <a:gd name="connsiteX2823" fmla="*/ 9346012 w 12184003"/>
                <a:gd name="connsiteY2823" fmla="*/ 2295777 h 6857801"/>
                <a:gd name="connsiteX2824" fmla="*/ 9370100 w 12184003"/>
                <a:gd name="connsiteY2824" fmla="*/ 2305628 h 6857801"/>
                <a:gd name="connsiteX2825" fmla="*/ 9376878 w 12184003"/>
                <a:gd name="connsiteY2825" fmla="*/ 2319864 h 6857801"/>
                <a:gd name="connsiteX2826" fmla="*/ 10000764 w 12184003"/>
                <a:gd name="connsiteY2826" fmla="*/ 2319864 h 6857801"/>
                <a:gd name="connsiteX2827" fmla="*/ 10040179 w 12184003"/>
                <a:gd name="connsiteY2827" fmla="*/ 2280447 h 6857801"/>
                <a:gd name="connsiteX2828" fmla="*/ 3514640 w 12184003"/>
                <a:gd name="connsiteY2828" fmla="*/ 2210392 h 6857801"/>
                <a:gd name="connsiteX2829" fmla="*/ 3477420 w 12184003"/>
                <a:gd name="connsiteY2829" fmla="*/ 2247650 h 6857801"/>
                <a:gd name="connsiteX2830" fmla="*/ 3486176 w 12184003"/>
                <a:gd name="connsiteY2830" fmla="*/ 2269500 h 6857801"/>
                <a:gd name="connsiteX2831" fmla="*/ 3440196 w 12184003"/>
                <a:gd name="connsiteY2831" fmla="*/ 2315532 h 6857801"/>
                <a:gd name="connsiteX2832" fmla="*/ 3407351 w 12184003"/>
                <a:gd name="connsiteY2832" fmla="*/ 2302347 h 6857801"/>
                <a:gd name="connsiteX2833" fmla="*/ 3398589 w 12184003"/>
                <a:gd name="connsiteY2833" fmla="*/ 2280494 h 6857801"/>
                <a:gd name="connsiteX2834" fmla="*/ 3098586 w 12184003"/>
                <a:gd name="connsiteY2834" fmla="*/ 2280494 h 6857801"/>
                <a:gd name="connsiteX2835" fmla="*/ 3309490 w 12184003"/>
                <a:gd name="connsiteY2835" fmla="*/ 2491395 h 6857801"/>
                <a:gd name="connsiteX2836" fmla="*/ 3317808 w 12184003"/>
                <a:gd name="connsiteY2836" fmla="*/ 2494653 h 6857801"/>
                <a:gd name="connsiteX2837" fmla="*/ 3545297 w 12184003"/>
                <a:gd name="connsiteY2837" fmla="*/ 2265167 h 6857801"/>
                <a:gd name="connsiteX2838" fmla="*/ 3569377 w 12184003"/>
                <a:gd name="connsiteY2838" fmla="*/ 2265167 h 6857801"/>
                <a:gd name="connsiteX2839" fmla="*/ 3545305 w 12184003"/>
                <a:gd name="connsiteY2839" fmla="*/ 2179757 h 6857801"/>
                <a:gd name="connsiteX2840" fmla="*/ 3530550 w 12184003"/>
                <a:gd name="connsiteY2840" fmla="*/ 2194520 h 6857801"/>
                <a:gd name="connsiteX2841" fmla="*/ 3601378 w 12184003"/>
                <a:gd name="connsiteY2841" fmla="*/ 2265167 h 6857801"/>
                <a:gd name="connsiteX2842" fmla="*/ 3874067 w 12184003"/>
                <a:gd name="connsiteY2842" fmla="*/ 2265167 h 6857801"/>
                <a:gd name="connsiteX2843" fmla="*/ 3879224 w 12184003"/>
                <a:gd name="connsiteY2843" fmla="*/ 2253083 h 6857801"/>
                <a:gd name="connsiteX2844" fmla="*/ 3829959 w 12184003"/>
                <a:gd name="connsiteY2844" fmla="*/ 2203846 h 6857801"/>
                <a:gd name="connsiteX2845" fmla="*/ 3798207 w 12184003"/>
                <a:gd name="connsiteY2845" fmla="*/ 2216946 h 6857801"/>
                <a:gd name="connsiteX2846" fmla="*/ 3766455 w 12184003"/>
                <a:gd name="connsiteY2846" fmla="*/ 2203846 h 6857801"/>
                <a:gd name="connsiteX2847" fmla="*/ 3756485 w 12184003"/>
                <a:gd name="connsiteY2847" fmla="*/ 2179757 h 6857801"/>
                <a:gd name="connsiteX2848" fmla="*/ 2997853 w 12184003"/>
                <a:gd name="connsiteY2848" fmla="*/ 2179757 h 6857801"/>
                <a:gd name="connsiteX2849" fmla="*/ 3076686 w 12184003"/>
                <a:gd name="connsiteY2849" fmla="*/ 2258551 h 6857801"/>
                <a:gd name="connsiteX2850" fmla="*/ 3398589 w 12184003"/>
                <a:gd name="connsiteY2850" fmla="*/ 2258551 h 6857801"/>
                <a:gd name="connsiteX2851" fmla="*/ 3407351 w 12184003"/>
                <a:gd name="connsiteY2851" fmla="*/ 2236700 h 6857801"/>
                <a:gd name="connsiteX2852" fmla="*/ 3440196 w 12184003"/>
                <a:gd name="connsiteY2852" fmla="*/ 2223515 h 6857801"/>
                <a:gd name="connsiteX2853" fmla="*/ 3460654 w 12184003"/>
                <a:gd name="connsiteY2853" fmla="*/ 2231746 h 6857801"/>
                <a:gd name="connsiteX2854" fmla="*/ 3498427 w 12184003"/>
                <a:gd name="connsiteY2854" fmla="*/ 2194211 h 6857801"/>
                <a:gd name="connsiteX2855" fmla="*/ 3483979 w 12184003"/>
                <a:gd name="connsiteY2855" fmla="*/ 2179757 h 6857801"/>
                <a:gd name="connsiteX2856" fmla="*/ 8639468 w 12184003"/>
                <a:gd name="connsiteY2856" fmla="*/ 2178959 h 6857801"/>
                <a:gd name="connsiteX2857" fmla="*/ 8553310 w 12184003"/>
                <a:gd name="connsiteY2857" fmla="*/ 2265120 h 6857801"/>
                <a:gd name="connsiteX2858" fmla="*/ 8638704 w 12184003"/>
                <a:gd name="connsiteY2858" fmla="*/ 2265120 h 6857801"/>
                <a:gd name="connsiteX2859" fmla="*/ 8866195 w 12184003"/>
                <a:gd name="connsiteY2859" fmla="*/ 2494641 h 6857801"/>
                <a:gd name="connsiteX2860" fmla="*/ 8874533 w 12184003"/>
                <a:gd name="connsiteY2860" fmla="*/ 2491347 h 6857801"/>
                <a:gd name="connsiteX2861" fmla="*/ 9085424 w 12184003"/>
                <a:gd name="connsiteY2861" fmla="*/ 2280447 h 6857801"/>
                <a:gd name="connsiteX2862" fmla="*/ 8785421 w 12184003"/>
                <a:gd name="connsiteY2862" fmla="*/ 2280447 h 6857801"/>
                <a:gd name="connsiteX2863" fmla="*/ 8776662 w 12184003"/>
                <a:gd name="connsiteY2863" fmla="*/ 2302345 h 6857801"/>
                <a:gd name="connsiteX2864" fmla="*/ 8743814 w 12184003"/>
                <a:gd name="connsiteY2864" fmla="*/ 2315484 h 6857801"/>
                <a:gd name="connsiteX2865" fmla="*/ 8697829 w 12184003"/>
                <a:gd name="connsiteY2865" fmla="*/ 2269500 h 6857801"/>
                <a:gd name="connsiteX2866" fmla="*/ 8707149 w 12184003"/>
                <a:gd name="connsiteY2866" fmla="*/ 2246205 h 6857801"/>
                <a:gd name="connsiteX2867" fmla="*/ 8700018 w 12184003"/>
                <a:gd name="connsiteY2867" fmla="*/ 2118407 h 6857801"/>
                <a:gd name="connsiteX2868" fmla="*/ 8654819 w 12184003"/>
                <a:gd name="connsiteY2868" fmla="*/ 2163617 h 6857801"/>
                <a:gd name="connsiteX2869" fmla="*/ 8723352 w 12184003"/>
                <a:gd name="connsiteY2869" fmla="*/ 2231700 h 6857801"/>
                <a:gd name="connsiteX2870" fmla="*/ 8743814 w 12184003"/>
                <a:gd name="connsiteY2870" fmla="*/ 2223515 h 6857801"/>
                <a:gd name="connsiteX2871" fmla="*/ 8776662 w 12184003"/>
                <a:gd name="connsiteY2871" fmla="*/ 2236654 h 6857801"/>
                <a:gd name="connsiteX2872" fmla="*/ 8785422 w 12184003"/>
                <a:gd name="connsiteY2872" fmla="*/ 2258551 h 6857801"/>
                <a:gd name="connsiteX2873" fmla="*/ 9107323 w 12184003"/>
                <a:gd name="connsiteY2873" fmla="*/ 2258551 h 6857801"/>
                <a:gd name="connsiteX2874" fmla="*/ 9247462 w 12184003"/>
                <a:gd name="connsiteY2874" fmla="*/ 2118407 h 6857801"/>
                <a:gd name="connsiteX2875" fmla="*/ 8609322 w 12184003"/>
                <a:gd name="connsiteY2875" fmla="*/ 2118407 h 6857801"/>
                <a:gd name="connsiteX2876" fmla="*/ 8637846 w 12184003"/>
                <a:gd name="connsiteY2876" fmla="*/ 2146749 h 6857801"/>
                <a:gd name="connsiteX2877" fmla="*/ 8666111 w 12184003"/>
                <a:gd name="connsiteY2877" fmla="*/ 2118407 h 6857801"/>
                <a:gd name="connsiteX2878" fmla="*/ 8426593 w 12184003"/>
                <a:gd name="connsiteY2878" fmla="*/ 2118407 h 6857801"/>
                <a:gd name="connsiteX2879" fmla="*/ 8417533 w 12184003"/>
                <a:gd name="connsiteY2879" fmla="*/ 2140307 h 6857801"/>
                <a:gd name="connsiteX2880" fmla="*/ 8385781 w 12184003"/>
                <a:gd name="connsiteY2880" fmla="*/ 2153442 h 6857801"/>
                <a:gd name="connsiteX2881" fmla="*/ 8354065 w 12184003"/>
                <a:gd name="connsiteY2881" fmla="*/ 2140321 h 6857801"/>
                <a:gd name="connsiteX2882" fmla="*/ 8100630 w 12184003"/>
                <a:gd name="connsiteY2882" fmla="*/ 2394316 h 6857801"/>
                <a:gd name="connsiteX2883" fmla="*/ 8371547 w 12184003"/>
                <a:gd name="connsiteY2883" fmla="*/ 2394316 h 6857801"/>
                <a:gd name="connsiteX2884" fmla="*/ 8381234 w 12184003"/>
                <a:gd name="connsiteY2884" fmla="*/ 2404022 h 6857801"/>
                <a:gd name="connsiteX2885" fmla="*/ 8502306 w 12184003"/>
                <a:gd name="connsiteY2885" fmla="*/ 2282637 h 6857801"/>
                <a:gd name="connsiteX2886" fmla="*/ 8311796 w 12184003"/>
                <a:gd name="connsiteY2886" fmla="*/ 2282637 h 6857801"/>
                <a:gd name="connsiteX2887" fmla="*/ 8304759 w 12184003"/>
                <a:gd name="connsiteY2887" fmla="*/ 2299059 h 6857801"/>
                <a:gd name="connsiteX2888" fmla="*/ 8281765 w 12184003"/>
                <a:gd name="connsiteY2888" fmla="*/ 2308914 h 6857801"/>
                <a:gd name="connsiteX2889" fmla="*/ 8248918 w 12184003"/>
                <a:gd name="connsiteY2889" fmla="*/ 2276068 h 6857801"/>
                <a:gd name="connsiteX2890" fmla="*/ 8281765 w 12184003"/>
                <a:gd name="connsiteY2890" fmla="*/ 2243225 h 6857801"/>
                <a:gd name="connsiteX2891" fmla="*/ 8304759 w 12184003"/>
                <a:gd name="connsiteY2891" fmla="*/ 2253072 h 6857801"/>
                <a:gd name="connsiteX2892" fmla="*/ 8309921 w 12184003"/>
                <a:gd name="connsiteY2892" fmla="*/ 2265120 h 6857801"/>
                <a:gd name="connsiteX2893" fmla="*/ 8519780 w 12184003"/>
                <a:gd name="connsiteY2893" fmla="*/ 2265120 h 6857801"/>
                <a:gd name="connsiteX2894" fmla="*/ 8622516 w 12184003"/>
                <a:gd name="connsiteY2894" fmla="*/ 2162117 h 6857801"/>
                <a:gd name="connsiteX2895" fmla="*/ 8578521 w 12184003"/>
                <a:gd name="connsiteY2895" fmla="*/ 2118407 h 6857801"/>
                <a:gd name="connsiteX2896" fmla="*/ 3687450 w 12184003"/>
                <a:gd name="connsiteY2896" fmla="*/ 2037625 h 6857801"/>
                <a:gd name="connsiteX2897" fmla="*/ 3567200 w 12184003"/>
                <a:gd name="connsiteY2897" fmla="*/ 2157822 h 6857801"/>
                <a:gd name="connsiteX2898" fmla="*/ 3759204 w 12184003"/>
                <a:gd name="connsiteY2898" fmla="*/ 2157822 h 6857801"/>
                <a:gd name="connsiteX2899" fmla="*/ 3764649 w 12184003"/>
                <a:gd name="connsiteY2899" fmla="*/ 2144701 h 6857801"/>
                <a:gd name="connsiteX2900" fmla="*/ 3756592 w 12184003"/>
                <a:gd name="connsiteY2900" fmla="*/ 2125011 h 6857801"/>
                <a:gd name="connsiteX2901" fmla="*/ 3761971 w 12184003"/>
                <a:gd name="connsiteY2901" fmla="*/ 2111823 h 6857801"/>
                <a:gd name="connsiteX2902" fmla="*/ 1802205 w 12184003"/>
                <a:gd name="connsiteY2902" fmla="*/ 2037445 h 6857801"/>
                <a:gd name="connsiteX2903" fmla="*/ 1997102 w 12184003"/>
                <a:gd name="connsiteY2903" fmla="*/ 2232274 h 6857801"/>
                <a:gd name="connsiteX2904" fmla="*/ 2018994 w 12184003"/>
                <a:gd name="connsiteY2904" fmla="*/ 2223515 h 6857801"/>
                <a:gd name="connsiteX2905" fmla="*/ 2051842 w 12184003"/>
                <a:gd name="connsiteY2905" fmla="*/ 2236700 h 6857801"/>
                <a:gd name="connsiteX2906" fmla="*/ 2060600 w 12184003"/>
                <a:gd name="connsiteY2906" fmla="*/ 2258551 h 6857801"/>
                <a:gd name="connsiteX2907" fmla="*/ 2097825 w 12184003"/>
                <a:gd name="connsiteY2907" fmla="*/ 2258551 h 6857801"/>
                <a:gd name="connsiteX2908" fmla="*/ 1876654 w 12184003"/>
                <a:gd name="connsiteY2908" fmla="*/ 2037445 h 6857801"/>
                <a:gd name="connsiteX2909" fmla="*/ 10307338 w 12184003"/>
                <a:gd name="connsiteY2909" fmla="*/ 2037395 h 6857801"/>
                <a:gd name="connsiteX2910" fmla="*/ 10086165 w 12184003"/>
                <a:gd name="connsiteY2910" fmla="*/ 2258551 h 6857801"/>
                <a:gd name="connsiteX2911" fmla="*/ 10123392 w 12184003"/>
                <a:gd name="connsiteY2911" fmla="*/ 2258551 h 6857801"/>
                <a:gd name="connsiteX2912" fmla="*/ 10132152 w 12184003"/>
                <a:gd name="connsiteY2912" fmla="*/ 2236654 h 6857801"/>
                <a:gd name="connsiteX2913" fmla="*/ 10164999 w 12184003"/>
                <a:gd name="connsiteY2913" fmla="*/ 2223515 h 6857801"/>
                <a:gd name="connsiteX2914" fmla="*/ 10186901 w 12184003"/>
                <a:gd name="connsiteY2914" fmla="*/ 2232274 h 6857801"/>
                <a:gd name="connsiteX2915" fmla="*/ 10381797 w 12184003"/>
                <a:gd name="connsiteY2915" fmla="*/ 2037395 h 6857801"/>
                <a:gd name="connsiteX2916" fmla="*/ 5945246 w 12184003"/>
                <a:gd name="connsiteY2916" fmla="*/ 2022116 h 6857801"/>
                <a:gd name="connsiteX2917" fmla="*/ 5717515 w 12184003"/>
                <a:gd name="connsiteY2917" fmla="*/ 2249792 h 6857801"/>
                <a:gd name="connsiteX2918" fmla="*/ 5717515 w 12184003"/>
                <a:gd name="connsiteY2918" fmla="*/ 2582024 h 6857801"/>
                <a:gd name="connsiteX2919" fmla="*/ 5731747 w 12184003"/>
                <a:gd name="connsiteY2919" fmla="*/ 2588119 h 6857801"/>
                <a:gd name="connsiteX2920" fmla="*/ 5741601 w 12184003"/>
                <a:gd name="connsiteY2920" fmla="*/ 2611150 h 6857801"/>
                <a:gd name="connsiteX2921" fmla="*/ 5733098 w 12184003"/>
                <a:gd name="connsiteY2921" fmla="*/ 2632759 h 6857801"/>
                <a:gd name="connsiteX2922" fmla="*/ 5901451 w 12184003"/>
                <a:gd name="connsiteY2922" fmla="*/ 2464433 h 6857801"/>
                <a:gd name="connsiteX2923" fmla="*/ 5901451 w 12184003"/>
                <a:gd name="connsiteY2923" fmla="*/ 2374611 h 6857801"/>
                <a:gd name="connsiteX2924" fmla="*/ 5945246 w 12184003"/>
                <a:gd name="connsiteY2924" fmla="*/ 2330827 h 6857801"/>
                <a:gd name="connsiteX2925" fmla="*/ 2209503 w 12184003"/>
                <a:gd name="connsiteY2925" fmla="*/ 2022116 h 6857801"/>
                <a:gd name="connsiteX2926" fmla="*/ 2345276 w 12184003"/>
                <a:gd name="connsiteY2926" fmla="*/ 2157822 h 6857801"/>
                <a:gd name="connsiteX2927" fmla="*/ 2594919 w 12184003"/>
                <a:gd name="connsiteY2927" fmla="*/ 2157822 h 6857801"/>
                <a:gd name="connsiteX2928" fmla="*/ 2940916 w 12184003"/>
                <a:gd name="connsiteY2928" fmla="*/ 2157822 h 6857801"/>
                <a:gd name="connsiteX2929" fmla="*/ 2830488 w 12184003"/>
                <a:gd name="connsiteY2929" fmla="*/ 2047454 h 6857801"/>
                <a:gd name="connsiteX2930" fmla="*/ 2811715 w 12184003"/>
                <a:gd name="connsiteY2930" fmla="*/ 2054963 h 6857801"/>
                <a:gd name="connsiteX2931" fmla="*/ 2778870 w 12184003"/>
                <a:gd name="connsiteY2931" fmla="*/ 2041825 h 6857801"/>
                <a:gd name="connsiteX2932" fmla="*/ 2770987 w 12184003"/>
                <a:gd name="connsiteY2932" fmla="*/ 2022116 h 6857801"/>
                <a:gd name="connsiteX2933" fmla="*/ 2173140 w 12184003"/>
                <a:gd name="connsiteY2933" fmla="*/ 2022116 h 6857801"/>
                <a:gd name="connsiteX2934" fmla="*/ 2329949 w 12184003"/>
                <a:gd name="connsiteY2934" fmla="*/ 2181915 h 6857801"/>
                <a:gd name="connsiteX2935" fmla="*/ 2565824 w 12184003"/>
                <a:gd name="connsiteY2935" fmla="*/ 2181915 h 6857801"/>
                <a:gd name="connsiteX2936" fmla="*/ 2566762 w 12184003"/>
                <a:gd name="connsiteY2936" fmla="*/ 2179757 h 6857801"/>
                <a:gd name="connsiteX2937" fmla="*/ 2336515 w 12184003"/>
                <a:gd name="connsiteY2937" fmla="*/ 2179757 h 6857801"/>
                <a:gd name="connsiteX2938" fmla="*/ 2178235 w 12184003"/>
                <a:gd name="connsiteY2938" fmla="*/ 2022116 h 6857801"/>
                <a:gd name="connsiteX2939" fmla="*/ 9413018 w 12184003"/>
                <a:gd name="connsiteY2939" fmla="*/ 2022073 h 6857801"/>
                <a:gd name="connsiteX2940" fmla="*/ 9405136 w 12184003"/>
                <a:gd name="connsiteY2940" fmla="*/ 2041778 h 6857801"/>
                <a:gd name="connsiteX2941" fmla="*/ 9372289 w 12184003"/>
                <a:gd name="connsiteY2941" fmla="*/ 2054916 h 6857801"/>
                <a:gd name="connsiteX2942" fmla="*/ 9353522 w 12184003"/>
                <a:gd name="connsiteY2942" fmla="*/ 2047409 h 6857801"/>
                <a:gd name="connsiteX2943" fmla="*/ 9305794 w 12184003"/>
                <a:gd name="connsiteY2943" fmla="*/ 2095115 h 6857801"/>
                <a:gd name="connsiteX2944" fmla="*/ 9838720 w 12184003"/>
                <a:gd name="connsiteY2944" fmla="*/ 2094320 h 6857801"/>
                <a:gd name="connsiteX2945" fmla="*/ 9910992 w 12184003"/>
                <a:gd name="connsiteY2945" fmla="*/ 2022073 h 6857801"/>
                <a:gd name="connsiteX2946" fmla="*/ 8465788 w 12184003"/>
                <a:gd name="connsiteY2946" fmla="*/ 2006436 h 6857801"/>
                <a:gd name="connsiteX2947" fmla="*/ 8421961 w 12184003"/>
                <a:gd name="connsiteY2947" fmla="*/ 2050416 h 6857801"/>
                <a:gd name="connsiteX2948" fmla="*/ 8427388 w 12184003"/>
                <a:gd name="connsiteY2948" fmla="*/ 2063683 h 6857801"/>
                <a:gd name="connsiteX2949" fmla="*/ 8419784 w 12184003"/>
                <a:gd name="connsiteY2949" fmla="*/ 2082268 h 6857801"/>
                <a:gd name="connsiteX2950" fmla="*/ 8425654 w 12184003"/>
                <a:gd name="connsiteY2950" fmla="*/ 2096421 h 6857801"/>
                <a:gd name="connsiteX2951" fmla="*/ 8556193 w 12184003"/>
                <a:gd name="connsiteY2951" fmla="*/ 2096230 h 6857801"/>
                <a:gd name="connsiteX2952" fmla="*/ 2125610 w 12184003"/>
                <a:gd name="connsiteY2952" fmla="*/ 1969698 h 6857801"/>
                <a:gd name="connsiteX2953" fmla="*/ 2124426 w 12184003"/>
                <a:gd name="connsiteY2953" fmla="*/ 1972459 h 6857801"/>
                <a:gd name="connsiteX2954" fmla="*/ 2149511 w 12184003"/>
                <a:gd name="connsiteY2954" fmla="*/ 1998028 h 6857801"/>
                <a:gd name="connsiteX2955" fmla="*/ 2154054 w 12184003"/>
                <a:gd name="connsiteY2955" fmla="*/ 1998028 h 6857801"/>
                <a:gd name="connsiteX2956" fmla="*/ 1896367 w 12184003"/>
                <a:gd name="connsiteY2956" fmla="*/ 1969560 h 6857801"/>
                <a:gd name="connsiteX2957" fmla="*/ 1924834 w 12184003"/>
                <a:gd name="connsiteY2957" fmla="*/ 1998028 h 6857801"/>
                <a:gd name="connsiteX2958" fmla="*/ 2125755 w 12184003"/>
                <a:gd name="connsiteY2958" fmla="*/ 1998028 h 6857801"/>
                <a:gd name="connsiteX2959" fmla="*/ 2115327 w 12184003"/>
                <a:gd name="connsiteY2959" fmla="*/ 1987400 h 6857801"/>
                <a:gd name="connsiteX2960" fmla="*/ 2095636 w 12184003"/>
                <a:gd name="connsiteY2960" fmla="*/ 1995840 h 6857801"/>
                <a:gd name="connsiteX2961" fmla="*/ 2072640 w 12184003"/>
                <a:gd name="connsiteY2961" fmla="*/ 1985985 h 6857801"/>
                <a:gd name="connsiteX2962" fmla="*/ 2065601 w 12184003"/>
                <a:gd name="connsiteY2962" fmla="*/ 1969560 h 6857801"/>
                <a:gd name="connsiteX2963" fmla="*/ 1734321 w 12184003"/>
                <a:gd name="connsiteY2963" fmla="*/ 1969560 h 6857801"/>
                <a:gd name="connsiteX2964" fmla="*/ 1784687 w 12184003"/>
                <a:gd name="connsiteY2964" fmla="*/ 2019926 h 6857801"/>
                <a:gd name="connsiteX2965" fmla="*/ 1883223 w 12184003"/>
                <a:gd name="connsiteY2965" fmla="*/ 2019926 h 6857801"/>
                <a:gd name="connsiteX2966" fmla="*/ 2121919 w 12184003"/>
                <a:gd name="connsiteY2966" fmla="*/ 2258551 h 6857801"/>
                <a:gd name="connsiteX2967" fmla="*/ 3041650 w 12184003"/>
                <a:gd name="connsiteY2967" fmla="*/ 2258551 h 6857801"/>
                <a:gd name="connsiteX2968" fmla="*/ 2962815 w 12184003"/>
                <a:gd name="connsiteY2968" fmla="*/ 2179757 h 6857801"/>
                <a:gd name="connsiteX2969" fmla="*/ 2623073 w 12184003"/>
                <a:gd name="connsiteY2969" fmla="*/ 2179757 h 6857801"/>
                <a:gd name="connsiteX2970" fmla="*/ 2627766 w 12184003"/>
                <a:gd name="connsiteY2970" fmla="*/ 2190669 h 6857801"/>
                <a:gd name="connsiteX2971" fmla="*/ 2594919 w 12184003"/>
                <a:gd name="connsiteY2971" fmla="*/ 2223515 h 6857801"/>
                <a:gd name="connsiteX2972" fmla="*/ 2571923 w 12184003"/>
                <a:gd name="connsiteY2972" fmla="*/ 2214523 h 6857801"/>
                <a:gd name="connsiteX2973" fmla="*/ 2565693 w 12184003"/>
                <a:gd name="connsiteY2973" fmla="*/ 2199429 h 6857801"/>
                <a:gd name="connsiteX2974" fmla="*/ 2323381 w 12184003"/>
                <a:gd name="connsiteY2974" fmla="*/ 2199429 h 6857801"/>
                <a:gd name="connsiteX2975" fmla="*/ 2149387 w 12184003"/>
                <a:gd name="connsiteY2975" fmla="*/ 2022116 h 6857801"/>
                <a:gd name="connsiteX2976" fmla="*/ 1916075 w 12184003"/>
                <a:gd name="connsiteY2976" fmla="*/ 2022116 h 6857801"/>
                <a:gd name="connsiteX2977" fmla="*/ 1863521 w 12184003"/>
                <a:gd name="connsiteY2977" fmla="*/ 1969560 h 6857801"/>
                <a:gd name="connsiteX2978" fmla="*/ 10320484 w 12184003"/>
                <a:gd name="connsiteY2978" fmla="*/ 1969511 h 6857801"/>
                <a:gd name="connsiteX2979" fmla="*/ 10267921 w 12184003"/>
                <a:gd name="connsiteY2979" fmla="*/ 2022073 h 6857801"/>
                <a:gd name="connsiteX2980" fmla="*/ 10034605 w 12184003"/>
                <a:gd name="connsiteY2980" fmla="*/ 2022073 h 6857801"/>
                <a:gd name="connsiteX2981" fmla="*/ 9860616 w 12184003"/>
                <a:gd name="connsiteY2981" fmla="*/ 2199429 h 6857801"/>
                <a:gd name="connsiteX2982" fmla="*/ 9618301 w 12184003"/>
                <a:gd name="connsiteY2982" fmla="*/ 2199429 h 6857801"/>
                <a:gd name="connsiteX2983" fmla="*/ 9612073 w 12184003"/>
                <a:gd name="connsiteY2983" fmla="*/ 2214477 h 6857801"/>
                <a:gd name="connsiteX2984" fmla="*/ 9589081 w 12184003"/>
                <a:gd name="connsiteY2984" fmla="*/ 2223515 h 6857801"/>
                <a:gd name="connsiteX2985" fmla="*/ 9556233 w 12184003"/>
                <a:gd name="connsiteY2985" fmla="*/ 2190669 h 6857801"/>
                <a:gd name="connsiteX2986" fmla="*/ 9589081 w 12184003"/>
                <a:gd name="connsiteY2986" fmla="*/ 2157822 h 6857801"/>
                <a:gd name="connsiteX2987" fmla="*/ 9612073 w 12184003"/>
                <a:gd name="connsiteY2987" fmla="*/ 2167671 h 6857801"/>
                <a:gd name="connsiteX2988" fmla="*/ 9618174 w 12184003"/>
                <a:gd name="connsiteY2988" fmla="*/ 2181909 h 6857801"/>
                <a:gd name="connsiteX2989" fmla="*/ 9854047 w 12184003"/>
                <a:gd name="connsiteY2989" fmla="*/ 2181909 h 6857801"/>
                <a:gd name="connsiteX2990" fmla="*/ 10010851 w 12184003"/>
                <a:gd name="connsiteY2990" fmla="*/ 2022073 h 6857801"/>
                <a:gd name="connsiteX2991" fmla="*/ 9943839 w 12184003"/>
                <a:gd name="connsiteY2991" fmla="*/ 2022073 h 6857801"/>
                <a:gd name="connsiteX2992" fmla="*/ 9847479 w 12184003"/>
                <a:gd name="connsiteY2992" fmla="*/ 2118407 h 6857801"/>
                <a:gd name="connsiteX2993" fmla="*/ 9282500 w 12184003"/>
                <a:gd name="connsiteY2993" fmla="*/ 2118407 h 6857801"/>
                <a:gd name="connsiteX2994" fmla="*/ 9142361 w 12184003"/>
                <a:gd name="connsiteY2994" fmla="*/ 2258551 h 6857801"/>
                <a:gd name="connsiteX2995" fmla="*/ 10062077 w 12184003"/>
                <a:gd name="connsiteY2995" fmla="*/ 2258551 h 6857801"/>
                <a:gd name="connsiteX2996" fmla="*/ 10300769 w 12184003"/>
                <a:gd name="connsiteY2996" fmla="*/ 2019877 h 6857801"/>
                <a:gd name="connsiteX2997" fmla="*/ 10399316 w 12184003"/>
                <a:gd name="connsiteY2997" fmla="*/ 2019877 h 6857801"/>
                <a:gd name="connsiteX2998" fmla="*/ 10449682 w 12184003"/>
                <a:gd name="connsiteY2998" fmla="*/ 1969511 h 6857801"/>
                <a:gd name="connsiteX2999" fmla="*/ 10118386 w 12184003"/>
                <a:gd name="connsiteY2999" fmla="*/ 1969511 h 6857801"/>
                <a:gd name="connsiteX3000" fmla="*/ 10111350 w 12184003"/>
                <a:gd name="connsiteY3000" fmla="*/ 1985931 h 6857801"/>
                <a:gd name="connsiteX3001" fmla="*/ 10088357 w 12184003"/>
                <a:gd name="connsiteY3001" fmla="*/ 1995785 h 6857801"/>
                <a:gd name="connsiteX3002" fmla="*/ 10068670 w 12184003"/>
                <a:gd name="connsiteY3002" fmla="*/ 1987348 h 6857801"/>
                <a:gd name="connsiteX3003" fmla="*/ 10058235 w 12184003"/>
                <a:gd name="connsiteY3003" fmla="*/ 1997986 h 6857801"/>
                <a:gd name="connsiteX3004" fmla="*/ 10259162 w 12184003"/>
                <a:gd name="connsiteY3004" fmla="*/ 1997986 h 6857801"/>
                <a:gd name="connsiteX3005" fmla="*/ 10287636 w 12184003"/>
                <a:gd name="connsiteY3005" fmla="*/ 1969511 h 6857801"/>
                <a:gd name="connsiteX3006" fmla="*/ 3858419 w 12184003"/>
                <a:gd name="connsiteY3006" fmla="*/ 1947663 h 6857801"/>
                <a:gd name="connsiteX3007" fmla="*/ 4420061 w 12184003"/>
                <a:gd name="connsiteY3007" fmla="*/ 2509285 h 6857801"/>
                <a:gd name="connsiteX3008" fmla="*/ 4519696 w 12184003"/>
                <a:gd name="connsiteY3008" fmla="*/ 2409694 h 6857801"/>
                <a:gd name="connsiteX3009" fmla="*/ 4572256 w 12184003"/>
                <a:gd name="connsiteY3009" fmla="*/ 2409694 h 6857801"/>
                <a:gd name="connsiteX3010" fmla="*/ 4572256 w 12184003"/>
                <a:gd name="connsiteY3010" fmla="*/ 2286291 h 6857801"/>
                <a:gd name="connsiteX3011" fmla="*/ 4565685 w 12184003"/>
                <a:gd name="connsiteY3011" fmla="*/ 2302347 h 6857801"/>
                <a:gd name="connsiteX3012" fmla="*/ 4517504 w 12184003"/>
                <a:gd name="connsiteY3012" fmla="*/ 2302347 h 6857801"/>
                <a:gd name="connsiteX3013" fmla="*/ 4507657 w 12184003"/>
                <a:gd name="connsiteY3013" fmla="*/ 2278260 h 6857801"/>
                <a:gd name="connsiteX3014" fmla="*/ 4514268 w 12184003"/>
                <a:gd name="connsiteY3014" fmla="*/ 2262095 h 6857801"/>
                <a:gd name="connsiteX3015" fmla="*/ 4274436 w 12184003"/>
                <a:gd name="connsiteY3015" fmla="*/ 2024306 h 6857801"/>
                <a:gd name="connsiteX3016" fmla="*/ 4274436 w 12184003"/>
                <a:gd name="connsiteY3016" fmla="*/ 1975007 h 6857801"/>
                <a:gd name="connsiteX3017" fmla="*/ 4250344 w 12184003"/>
                <a:gd name="connsiteY3017" fmla="*/ 1984888 h 6857801"/>
                <a:gd name="connsiteX3018" fmla="*/ 4217498 w 12184003"/>
                <a:gd name="connsiteY3018" fmla="*/ 1971750 h 6857801"/>
                <a:gd name="connsiteX3019" fmla="*/ 4207915 w 12184003"/>
                <a:gd name="connsiteY3019" fmla="*/ 1947663 h 6857801"/>
                <a:gd name="connsiteX3020" fmla="*/ 3970860 w 12184003"/>
                <a:gd name="connsiteY3020" fmla="*/ 1947663 h 6857801"/>
                <a:gd name="connsiteX3021" fmla="*/ 4024677 w 12184003"/>
                <a:gd name="connsiteY3021" fmla="*/ 2001945 h 6857801"/>
                <a:gd name="connsiteX3022" fmla="*/ 4050021 w 12184003"/>
                <a:gd name="connsiteY3022" fmla="*/ 1991459 h 6857801"/>
                <a:gd name="connsiteX3023" fmla="*/ 4081777 w 12184003"/>
                <a:gd name="connsiteY3023" fmla="*/ 2004598 h 6857801"/>
                <a:gd name="connsiteX3024" fmla="*/ 4081777 w 12184003"/>
                <a:gd name="connsiteY3024" fmla="*/ 2068102 h 6857801"/>
                <a:gd name="connsiteX3025" fmla="*/ 4018269 w 12184003"/>
                <a:gd name="connsiteY3025" fmla="*/ 2068102 h 6857801"/>
                <a:gd name="connsiteX3026" fmla="*/ 4005129 w 12184003"/>
                <a:gd name="connsiteY3026" fmla="*/ 2036349 h 6857801"/>
                <a:gd name="connsiteX3027" fmla="*/ 4011219 w 12184003"/>
                <a:gd name="connsiteY3027" fmla="*/ 2021636 h 6857801"/>
                <a:gd name="connsiteX3028" fmla="*/ 3937242 w 12184003"/>
                <a:gd name="connsiteY3028" fmla="*/ 1947663 h 6857801"/>
                <a:gd name="connsiteX3029" fmla="*/ 3777417 w 12184003"/>
                <a:gd name="connsiteY3029" fmla="*/ 1947663 h 6857801"/>
                <a:gd name="connsiteX3030" fmla="*/ 3698569 w 12184003"/>
                <a:gd name="connsiteY3030" fmla="*/ 2026505 h 6857801"/>
                <a:gd name="connsiteX3031" fmla="*/ 3771111 w 12184003"/>
                <a:gd name="connsiteY3031" fmla="*/ 2099028 h 6857801"/>
                <a:gd name="connsiteX3032" fmla="*/ 3790535 w 12184003"/>
                <a:gd name="connsiteY3032" fmla="*/ 2091074 h 6857801"/>
                <a:gd name="connsiteX3033" fmla="*/ 3814626 w 12184003"/>
                <a:gd name="connsiteY3033" fmla="*/ 2100923 h 6857801"/>
                <a:gd name="connsiteX3034" fmla="*/ 3824476 w 12184003"/>
                <a:gd name="connsiteY3034" fmla="*/ 2125011 h 6857801"/>
                <a:gd name="connsiteX3035" fmla="*/ 3820676 w 12184003"/>
                <a:gd name="connsiteY3035" fmla="*/ 2134310 h 6857801"/>
                <a:gd name="connsiteX3036" fmla="*/ 3829959 w 12184003"/>
                <a:gd name="connsiteY3036" fmla="*/ 2138116 h 6857801"/>
                <a:gd name="connsiteX3037" fmla="*/ 3843096 w 12184003"/>
                <a:gd name="connsiteY3037" fmla="*/ 2171786 h 6857801"/>
                <a:gd name="connsiteX3038" fmla="*/ 3839512 w 12184003"/>
                <a:gd name="connsiteY3038" fmla="*/ 2180514 h 6857801"/>
                <a:gd name="connsiteX3039" fmla="*/ 3902212 w 12184003"/>
                <a:gd name="connsiteY3039" fmla="*/ 2243239 h 6857801"/>
                <a:gd name="connsiteX3040" fmla="*/ 3902213 w 12184003"/>
                <a:gd name="connsiteY3040" fmla="*/ 2243230 h 6857801"/>
                <a:gd name="connsiteX3041" fmla="*/ 3935054 w 12184003"/>
                <a:gd name="connsiteY3041" fmla="*/ 2276085 h 6857801"/>
                <a:gd name="connsiteX3042" fmla="*/ 4053306 w 12184003"/>
                <a:gd name="connsiteY3042" fmla="*/ 2394361 h 6857801"/>
                <a:gd name="connsiteX3043" fmla="*/ 4198718 w 12184003"/>
                <a:gd name="connsiteY3043" fmla="*/ 2394361 h 6857801"/>
                <a:gd name="connsiteX3044" fmla="*/ 4202219 w 12184003"/>
                <a:gd name="connsiteY3044" fmla="*/ 2385602 h 6857801"/>
                <a:gd name="connsiteX3045" fmla="*/ 4235017 w 12184003"/>
                <a:gd name="connsiteY3045" fmla="*/ 2372431 h 6857801"/>
                <a:gd name="connsiteX3046" fmla="*/ 4281003 w 12184003"/>
                <a:gd name="connsiteY3046" fmla="*/ 2418453 h 6857801"/>
                <a:gd name="connsiteX3047" fmla="*/ 4235017 w 12184003"/>
                <a:gd name="connsiteY3047" fmla="*/ 2464433 h 6857801"/>
                <a:gd name="connsiteX3048" fmla="*/ 4189081 w 12184003"/>
                <a:gd name="connsiteY3048" fmla="*/ 2418453 h 6857801"/>
                <a:gd name="connsiteX3049" fmla="*/ 4189082 w 12184003"/>
                <a:gd name="connsiteY3049" fmla="*/ 2418447 h 6857801"/>
                <a:gd name="connsiteX3050" fmla="*/ 4077396 w 12184003"/>
                <a:gd name="connsiteY3050" fmla="*/ 2418447 h 6857801"/>
                <a:gd name="connsiteX3051" fmla="*/ 4239395 w 12184003"/>
                <a:gd name="connsiteY3051" fmla="*/ 2580456 h 6857801"/>
                <a:gd name="connsiteX3052" fmla="*/ 4348890 w 12184003"/>
                <a:gd name="connsiteY3052" fmla="*/ 2580456 h 6857801"/>
                <a:gd name="connsiteX3053" fmla="*/ 4408021 w 12184003"/>
                <a:gd name="connsiteY3053" fmla="*/ 2521334 h 6857801"/>
                <a:gd name="connsiteX3054" fmla="*/ 3834333 w 12184003"/>
                <a:gd name="connsiteY3054" fmla="*/ 1947663 h 6857801"/>
                <a:gd name="connsiteX3055" fmla="*/ 8286149 w 12184003"/>
                <a:gd name="connsiteY3055" fmla="*/ 1947621 h 6857801"/>
                <a:gd name="connsiteX3056" fmla="*/ 7744167 w 12184003"/>
                <a:gd name="connsiteY3056" fmla="*/ 2489576 h 6857801"/>
                <a:gd name="connsiteX3057" fmla="*/ 7835044 w 12184003"/>
                <a:gd name="connsiteY3057" fmla="*/ 2580456 h 6857801"/>
                <a:gd name="connsiteX3058" fmla="*/ 7883231 w 12184003"/>
                <a:gd name="connsiteY3058" fmla="*/ 2580456 h 6857801"/>
                <a:gd name="connsiteX3059" fmla="*/ 8045275 w 12184003"/>
                <a:gd name="connsiteY3059" fmla="*/ 2418404 h 6857801"/>
                <a:gd name="connsiteX3060" fmla="*/ 7994900 w 12184003"/>
                <a:gd name="connsiteY3060" fmla="*/ 2418404 h 6857801"/>
                <a:gd name="connsiteX3061" fmla="*/ 7948913 w 12184003"/>
                <a:gd name="connsiteY3061" fmla="*/ 2464390 h 6857801"/>
                <a:gd name="connsiteX3062" fmla="*/ 7902928 w 12184003"/>
                <a:gd name="connsiteY3062" fmla="*/ 2418404 h 6857801"/>
                <a:gd name="connsiteX3063" fmla="*/ 7948913 w 12184003"/>
                <a:gd name="connsiteY3063" fmla="*/ 2372419 h 6857801"/>
                <a:gd name="connsiteX3064" fmla="*/ 7981761 w 12184003"/>
                <a:gd name="connsiteY3064" fmla="*/ 2385558 h 6857801"/>
                <a:gd name="connsiteX3065" fmla="*/ 7985265 w 12184003"/>
                <a:gd name="connsiteY3065" fmla="*/ 2394316 h 6857801"/>
                <a:gd name="connsiteX3066" fmla="*/ 8069362 w 12184003"/>
                <a:gd name="connsiteY3066" fmla="*/ 2394316 h 6857801"/>
                <a:gd name="connsiteX3067" fmla="*/ 8345111 w 12184003"/>
                <a:gd name="connsiteY3067" fmla="*/ 2118562 h 6857801"/>
                <a:gd name="connsiteX3068" fmla="*/ 8340890 w 12184003"/>
                <a:gd name="connsiteY3068" fmla="*/ 2108273 h 6857801"/>
                <a:gd name="connsiteX3069" fmla="*/ 8354029 w 12184003"/>
                <a:gd name="connsiteY3069" fmla="*/ 2074640 h 6857801"/>
                <a:gd name="connsiteX3070" fmla="*/ 8362545 w 12184003"/>
                <a:gd name="connsiteY3070" fmla="*/ 2071116 h 6857801"/>
                <a:gd name="connsiteX3071" fmla="*/ 8359504 w 12184003"/>
                <a:gd name="connsiteY3071" fmla="*/ 2063683 h 6857801"/>
                <a:gd name="connsiteX3072" fmla="*/ 8369359 w 12184003"/>
                <a:gd name="connsiteY3072" fmla="*/ 2039594 h 6857801"/>
                <a:gd name="connsiteX3073" fmla="*/ 8393446 w 12184003"/>
                <a:gd name="connsiteY3073" fmla="*/ 2029741 h 6857801"/>
                <a:gd name="connsiteX3074" fmla="*/ 8412809 w 12184003"/>
                <a:gd name="connsiteY3074" fmla="*/ 2037662 h 6857801"/>
                <a:gd name="connsiteX3075" fmla="*/ 8454802 w 12184003"/>
                <a:gd name="connsiteY3075" fmla="*/ 1995522 h 6857801"/>
                <a:gd name="connsiteX3076" fmla="*/ 8406585 w 12184003"/>
                <a:gd name="connsiteY3076" fmla="*/ 1947621 h 6857801"/>
                <a:gd name="connsiteX3077" fmla="*/ 7976068 w 12184003"/>
                <a:gd name="connsiteY3077" fmla="*/ 1947621 h 6857801"/>
                <a:gd name="connsiteX3078" fmla="*/ 7966432 w 12184003"/>
                <a:gd name="connsiteY3078" fmla="*/ 1971706 h 6857801"/>
                <a:gd name="connsiteX3079" fmla="*/ 7933585 w 12184003"/>
                <a:gd name="connsiteY3079" fmla="*/ 1984845 h 6857801"/>
                <a:gd name="connsiteX3080" fmla="*/ 7901559 w 12184003"/>
                <a:gd name="connsiteY3080" fmla="*/ 1971706 h 6857801"/>
                <a:gd name="connsiteX3081" fmla="*/ 7899454 w 12184003"/>
                <a:gd name="connsiteY3081" fmla="*/ 1968686 h 6857801"/>
                <a:gd name="connsiteX3082" fmla="*/ 7668632 w 12184003"/>
                <a:gd name="connsiteY3082" fmla="*/ 2201403 h 6857801"/>
                <a:gd name="connsiteX3083" fmla="*/ 7674093 w 12184003"/>
                <a:gd name="connsiteY3083" fmla="*/ 2214755 h 6857801"/>
                <a:gd name="connsiteX3084" fmla="*/ 7664239 w 12184003"/>
                <a:gd name="connsiteY3084" fmla="*/ 2238845 h 6857801"/>
                <a:gd name="connsiteX3085" fmla="*/ 7616063 w 12184003"/>
                <a:gd name="connsiteY3085" fmla="*/ 2238845 h 6857801"/>
                <a:gd name="connsiteX3086" fmla="*/ 7609494 w 12184003"/>
                <a:gd name="connsiteY3086" fmla="*/ 2222786 h 6857801"/>
                <a:gd name="connsiteX3087" fmla="*/ 7609494 w 12184003"/>
                <a:gd name="connsiteY3087" fmla="*/ 2389938 h 6857801"/>
                <a:gd name="connsiteX3088" fmla="*/ 7589909 w 12184003"/>
                <a:gd name="connsiteY3088" fmla="*/ 2409645 h 6857801"/>
                <a:gd name="connsiteX3089" fmla="*/ 7664240 w 12184003"/>
                <a:gd name="connsiteY3089" fmla="*/ 2409645 h 6857801"/>
                <a:gd name="connsiteX3090" fmla="*/ 7732124 w 12184003"/>
                <a:gd name="connsiteY3090" fmla="*/ 2477529 h 6857801"/>
                <a:gd name="connsiteX3091" fmla="*/ 8262061 w 12184003"/>
                <a:gd name="connsiteY3091" fmla="*/ 1947621 h 6857801"/>
                <a:gd name="connsiteX3092" fmla="*/ 8182853 w 12184003"/>
                <a:gd name="connsiteY3092" fmla="*/ 1947621 h 6857801"/>
                <a:gd name="connsiteX3093" fmla="*/ 8172032 w 12184003"/>
                <a:gd name="connsiteY3093" fmla="*/ 1958539 h 6857801"/>
                <a:gd name="connsiteX3094" fmla="*/ 8178845 w 12184003"/>
                <a:gd name="connsiteY3094" fmla="*/ 1975004 h 6857801"/>
                <a:gd name="connsiteX3095" fmla="*/ 8165706 w 12184003"/>
                <a:gd name="connsiteY3095" fmla="*/ 2006756 h 6857801"/>
                <a:gd name="connsiteX3096" fmla="*/ 8102201 w 12184003"/>
                <a:gd name="connsiteY3096" fmla="*/ 2006756 h 6857801"/>
                <a:gd name="connsiteX3097" fmla="*/ 8089062 w 12184003"/>
                <a:gd name="connsiteY3097" fmla="*/ 1975004 h 6857801"/>
                <a:gd name="connsiteX3098" fmla="*/ 8100393 w 12184003"/>
                <a:gd name="connsiteY3098" fmla="*/ 1947621 h 6857801"/>
                <a:gd name="connsiteX3099" fmla="*/ 4541597 w 12184003"/>
                <a:gd name="connsiteY3099" fmla="*/ 1943284 h 6857801"/>
                <a:gd name="connsiteX3100" fmla="*/ 4541597 w 12184003"/>
                <a:gd name="connsiteY3100" fmla="*/ 1960803 h 6857801"/>
                <a:gd name="connsiteX3101" fmla="*/ 4572256 w 12184003"/>
                <a:gd name="connsiteY3101" fmla="*/ 1991460 h 6857801"/>
                <a:gd name="connsiteX3102" fmla="*/ 4572256 w 12184003"/>
                <a:gd name="connsiteY3102" fmla="*/ 1973941 h 6857801"/>
                <a:gd name="connsiteX3103" fmla="*/ 7640151 w 12184003"/>
                <a:gd name="connsiteY3103" fmla="*/ 1881940 h 6857801"/>
                <a:gd name="connsiteX3104" fmla="*/ 7609494 w 12184003"/>
                <a:gd name="connsiteY3104" fmla="*/ 1912597 h 6857801"/>
                <a:gd name="connsiteX3105" fmla="*/ 7609494 w 12184003"/>
                <a:gd name="connsiteY3105" fmla="*/ 1930109 h 6857801"/>
                <a:gd name="connsiteX3106" fmla="*/ 7640151 w 12184003"/>
                <a:gd name="connsiteY3106" fmla="*/ 1899452 h 6857801"/>
                <a:gd name="connsiteX3107" fmla="*/ 1199130 w 12184003"/>
                <a:gd name="connsiteY3107" fmla="*/ 1873209 h 6857801"/>
                <a:gd name="connsiteX3108" fmla="*/ 1191247 w 12184003"/>
                <a:gd name="connsiteY3108" fmla="*/ 1892918 h 6857801"/>
                <a:gd name="connsiteX3109" fmla="*/ 1158402 w 12184003"/>
                <a:gd name="connsiteY3109" fmla="*/ 1906056 h 6857801"/>
                <a:gd name="connsiteX3110" fmla="*/ 1131812 w 12184003"/>
                <a:gd name="connsiteY3110" fmla="*/ 1895422 h 6857801"/>
                <a:gd name="connsiteX3111" fmla="*/ 871538 w 12184003"/>
                <a:gd name="connsiteY3111" fmla="*/ 2155636 h 6857801"/>
                <a:gd name="connsiteX3112" fmla="*/ 952555 w 12184003"/>
                <a:gd name="connsiteY3112" fmla="*/ 2155636 h 6857801"/>
                <a:gd name="connsiteX3113" fmla="*/ 1061944 w 12184003"/>
                <a:gd name="connsiteY3113" fmla="*/ 2044512 h 6857801"/>
                <a:gd name="connsiteX3114" fmla="*/ 1053284 w 12184003"/>
                <a:gd name="connsiteY3114" fmla="*/ 2024306 h 6857801"/>
                <a:gd name="connsiteX3115" fmla="*/ 1051095 w 12184003"/>
                <a:gd name="connsiteY3115" fmla="*/ 2024306 h 6857801"/>
                <a:gd name="connsiteX3116" fmla="*/ 1086131 w 12184003"/>
                <a:gd name="connsiteY3116" fmla="*/ 1991459 h 6857801"/>
                <a:gd name="connsiteX3117" fmla="*/ 1109124 w 12184003"/>
                <a:gd name="connsiteY3117" fmla="*/ 2001312 h 6857801"/>
                <a:gd name="connsiteX3118" fmla="*/ 1117102 w 12184003"/>
                <a:gd name="connsiteY3118" fmla="*/ 2019926 h 6857801"/>
                <a:gd name="connsiteX3119" fmla="*/ 1752641 w 12184003"/>
                <a:gd name="connsiteY3119" fmla="*/ 2019926 h 6857801"/>
                <a:gd name="connsiteX3120" fmla="*/ 1702009 w 12184003"/>
                <a:gd name="connsiteY3120" fmla="*/ 1969560 h 6857801"/>
                <a:gd name="connsiteX3121" fmla="*/ 1598550 w 12184003"/>
                <a:gd name="connsiteY3121" fmla="*/ 1969560 h 6857801"/>
                <a:gd name="connsiteX3122" fmla="*/ 1519713 w 12184003"/>
                <a:gd name="connsiteY3122" fmla="*/ 1890726 h 6857801"/>
                <a:gd name="connsiteX3123" fmla="*/ 1504383 w 12184003"/>
                <a:gd name="connsiteY3123" fmla="*/ 1897297 h 6857801"/>
                <a:gd name="connsiteX3124" fmla="*/ 1481390 w 12184003"/>
                <a:gd name="connsiteY3124" fmla="*/ 1887443 h 6857801"/>
                <a:gd name="connsiteX3125" fmla="*/ 1475289 w 12184003"/>
                <a:gd name="connsiteY3125" fmla="*/ 1873209 h 6857801"/>
                <a:gd name="connsiteX3126" fmla="*/ 10708695 w 12184003"/>
                <a:gd name="connsiteY3126" fmla="*/ 1873160 h 6857801"/>
                <a:gd name="connsiteX3127" fmla="*/ 10702598 w 12184003"/>
                <a:gd name="connsiteY3127" fmla="*/ 1887387 h 6857801"/>
                <a:gd name="connsiteX3128" fmla="*/ 10679605 w 12184003"/>
                <a:gd name="connsiteY3128" fmla="*/ 1897241 h 6857801"/>
                <a:gd name="connsiteX3129" fmla="*/ 10664281 w 12184003"/>
                <a:gd name="connsiteY3129" fmla="*/ 1890674 h 6857801"/>
                <a:gd name="connsiteX3130" fmla="*/ 10585443 w 12184003"/>
                <a:gd name="connsiteY3130" fmla="*/ 1969511 h 6857801"/>
                <a:gd name="connsiteX3131" fmla="*/ 10481994 w 12184003"/>
                <a:gd name="connsiteY3131" fmla="*/ 1969511 h 6857801"/>
                <a:gd name="connsiteX3132" fmla="*/ 10431360 w 12184003"/>
                <a:gd name="connsiteY3132" fmla="*/ 2019877 h 6857801"/>
                <a:gd name="connsiteX3133" fmla="*/ 11066887 w 12184003"/>
                <a:gd name="connsiteY3133" fmla="*/ 2019877 h 6857801"/>
                <a:gd name="connsiteX3134" fmla="*/ 11074866 w 12184003"/>
                <a:gd name="connsiteY3134" fmla="*/ 2001258 h 6857801"/>
                <a:gd name="connsiteX3135" fmla="*/ 11097859 w 12184003"/>
                <a:gd name="connsiteY3135" fmla="*/ 1991403 h 6857801"/>
                <a:gd name="connsiteX3136" fmla="*/ 11132896 w 12184003"/>
                <a:gd name="connsiteY3136" fmla="*/ 2024251 h 6857801"/>
                <a:gd name="connsiteX3137" fmla="*/ 11130706 w 12184003"/>
                <a:gd name="connsiteY3137" fmla="*/ 2024251 h 6857801"/>
                <a:gd name="connsiteX3138" fmla="*/ 11122045 w 12184003"/>
                <a:gd name="connsiteY3138" fmla="*/ 2044460 h 6857801"/>
                <a:gd name="connsiteX3139" fmla="*/ 11231437 w 12184003"/>
                <a:gd name="connsiteY3139" fmla="*/ 2155633 h 6857801"/>
                <a:gd name="connsiteX3140" fmla="*/ 11312457 w 12184003"/>
                <a:gd name="connsiteY3140" fmla="*/ 2155633 h 6857801"/>
                <a:gd name="connsiteX3141" fmla="*/ 11052182 w 12184003"/>
                <a:gd name="connsiteY3141" fmla="*/ 1895374 h 6857801"/>
                <a:gd name="connsiteX3142" fmla="*/ 11025593 w 12184003"/>
                <a:gd name="connsiteY3142" fmla="*/ 1906009 h 6857801"/>
                <a:gd name="connsiteX3143" fmla="*/ 10992747 w 12184003"/>
                <a:gd name="connsiteY3143" fmla="*/ 1892870 h 6857801"/>
                <a:gd name="connsiteX3144" fmla="*/ 10984862 w 12184003"/>
                <a:gd name="connsiteY3144" fmla="*/ 1873160 h 6857801"/>
                <a:gd name="connsiteX3145" fmla="*/ 1535351 w 12184003"/>
                <a:gd name="connsiteY3145" fmla="*/ 1868830 h 6857801"/>
                <a:gd name="connsiteX3146" fmla="*/ 1531317 w 12184003"/>
                <a:gd name="connsiteY3146" fmla="*/ 1878243 h 6857801"/>
                <a:gd name="connsiteX3147" fmla="*/ 1605119 w 12184003"/>
                <a:gd name="connsiteY3147" fmla="*/ 1952042 h 6857801"/>
                <a:gd name="connsiteX3148" fmla="*/ 1684398 w 12184003"/>
                <a:gd name="connsiteY3148" fmla="*/ 1952042 h 6857801"/>
                <a:gd name="connsiteX3149" fmla="*/ 1600745 w 12184003"/>
                <a:gd name="connsiteY3149" fmla="*/ 1868830 h 6857801"/>
                <a:gd name="connsiteX3150" fmla="*/ 10583254 w 12184003"/>
                <a:gd name="connsiteY3150" fmla="*/ 1868788 h 6857801"/>
                <a:gd name="connsiteX3151" fmla="*/ 10499607 w 12184003"/>
                <a:gd name="connsiteY3151" fmla="*/ 1951992 h 6857801"/>
                <a:gd name="connsiteX3152" fmla="*/ 10578874 w 12184003"/>
                <a:gd name="connsiteY3152" fmla="*/ 1951992 h 6857801"/>
                <a:gd name="connsiteX3153" fmla="*/ 10652671 w 12184003"/>
                <a:gd name="connsiteY3153" fmla="*/ 1878194 h 6857801"/>
                <a:gd name="connsiteX3154" fmla="*/ 10648640 w 12184003"/>
                <a:gd name="connsiteY3154" fmla="*/ 1868788 h 6857801"/>
                <a:gd name="connsiteX3155" fmla="*/ 5054012 w 12184003"/>
                <a:gd name="connsiteY3155" fmla="*/ 1820655 h 6857801"/>
                <a:gd name="connsiteX3156" fmla="*/ 5054012 w 12184003"/>
                <a:gd name="connsiteY3156" fmla="*/ 2349696 h 6857801"/>
                <a:gd name="connsiteX3157" fmla="*/ 5078097 w 12184003"/>
                <a:gd name="connsiteY3157" fmla="*/ 2359329 h 6857801"/>
                <a:gd name="connsiteX3158" fmla="*/ 5091234 w 12184003"/>
                <a:gd name="connsiteY3158" fmla="*/ 2392140 h 6857801"/>
                <a:gd name="connsiteX3159" fmla="*/ 5083792 w 12184003"/>
                <a:gd name="connsiteY3159" fmla="*/ 2409694 h 6857801"/>
                <a:gd name="connsiteX3160" fmla="*/ 5177523 w 12184003"/>
                <a:gd name="connsiteY3160" fmla="*/ 2409694 h 6857801"/>
                <a:gd name="connsiteX3161" fmla="*/ 5185402 w 12184003"/>
                <a:gd name="connsiteY3161" fmla="*/ 2389941 h 6857801"/>
                <a:gd name="connsiteX3162" fmla="*/ 5218233 w 12184003"/>
                <a:gd name="connsiteY3162" fmla="*/ 2376848 h 6857801"/>
                <a:gd name="connsiteX3163" fmla="*/ 5251098 w 12184003"/>
                <a:gd name="connsiteY3163" fmla="*/ 2389941 h 6857801"/>
                <a:gd name="connsiteX3164" fmla="*/ 5257668 w 12184003"/>
                <a:gd name="connsiteY3164" fmla="*/ 2406368 h 6857801"/>
                <a:gd name="connsiteX3165" fmla="*/ 5257668 w 12184003"/>
                <a:gd name="connsiteY3165" fmla="*/ 2057151 h 6857801"/>
                <a:gd name="connsiteX3166" fmla="*/ 5211666 w 12184003"/>
                <a:gd name="connsiteY3166" fmla="*/ 2011167 h 6857801"/>
                <a:gd name="connsiteX3167" fmla="*/ 5215461 w 12184003"/>
                <a:gd name="connsiteY3167" fmla="*/ 1992895 h 6857801"/>
                <a:gd name="connsiteX3168" fmla="*/ 5219888 w 12184003"/>
                <a:gd name="connsiteY3168" fmla="*/ 1986546 h 6857801"/>
                <a:gd name="connsiteX3169" fmla="*/ 3492731 w 12184003"/>
                <a:gd name="connsiteY3169" fmla="*/ 1820653 h 6857801"/>
                <a:gd name="connsiteX3170" fmla="*/ 3682960 w 12184003"/>
                <a:gd name="connsiteY3170" fmla="*/ 2010895 h 6857801"/>
                <a:gd name="connsiteX3171" fmla="*/ 3768653 w 12184003"/>
                <a:gd name="connsiteY3171" fmla="*/ 1925765 h 6857801"/>
                <a:gd name="connsiteX3172" fmla="*/ 3812437 w 12184003"/>
                <a:gd name="connsiteY3172" fmla="*/ 1925765 h 6857801"/>
                <a:gd name="connsiteX3173" fmla="*/ 3727029 w 12184003"/>
                <a:gd name="connsiteY3173" fmla="*/ 1840362 h 6857801"/>
                <a:gd name="connsiteX3174" fmla="*/ 3727029 w 12184003"/>
                <a:gd name="connsiteY3174" fmla="*/ 1840363 h 6857801"/>
                <a:gd name="connsiteX3175" fmla="*/ 3678854 w 12184003"/>
                <a:gd name="connsiteY3175" fmla="*/ 1840363 h 6857801"/>
                <a:gd name="connsiteX3176" fmla="*/ 3670790 w 12184003"/>
                <a:gd name="connsiteY3176" fmla="*/ 1820653 h 6857801"/>
                <a:gd name="connsiteX3177" fmla="*/ 3155703 w 12184003"/>
                <a:gd name="connsiteY3177" fmla="*/ 1820653 h 6857801"/>
                <a:gd name="connsiteX3178" fmla="*/ 3493805 w 12184003"/>
                <a:gd name="connsiteY3178" fmla="*/ 2157822 h 6857801"/>
                <a:gd name="connsiteX3179" fmla="*/ 3535013 w 12184003"/>
                <a:gd name="connsiteY3179" fmla="*/ 2157822 h 6857801"/>
                <a:gd name="connsiteX3180" fmla="*/ 3671779 w 12184003"/>
                <a:gd name="connsiteY3180" fmla="*/ 2022006 h 6857801"/>
                <a:gd name="connsiteX3181" fmla="*/ 3469735 w 12184003"/>
                <a:gd name="connsiteY3181" fmla="*/ 1820653 h 6857801"/>
                <a:gd name="connsiteX3182" fmla="*/ 3732403 w 12184003"/>
                <a:gd name="connsiteY3182" fmla="*/ 1805326 h 6857801"/>
                <a:gd name="connsiteX3183" fmla="*/ 3736882 w 12184003"/>
                <a:gd name="connsiteY3183" fmla="*/ 1816274 h 6857801"/>
                <a:gd name="connsiteX3184" fmla="*/ 3734022 w 12184003"/>
                <a:gd name="connsiteY3184" fmla="*/ 1823267 h 6857801"/>
                <a:gd name="connsiteX3185" fmla="*/ 3836523 w 12184003"/>
                <a:gd name="connsiteY3185" fmla="*/ 1925765 h 6857801"/>
                <a:gd name="connsiteX3186" fmla="*/ 3915358 w 12184003"/>
                <a:gd name="connsiteY3186" fmla="*/ 1925765 h 6857801"/>
                <a:gd name="connsiteX3187" fmla="*/ 3794922 w 12184003"/>
                <a:gd name="connsiteY3187" fmla="*/ 1805326 h 6857801"/>
                <a:gd name="connsiteX3188" fmla="*/ 6451086 w 12184003"/>
                <a:gd name="connsiteY3188" fmla="*/ 1798751 h 6857801"/>
                <a:gd name="connsiteX3189" fmla="*/ 6451086 w 12184003"/>
                <a:gd name="connsiteY3189" fmla="*/ 1842552 h 6857801"/>
                <a:gd name="connsiteX3190" fmla="*/ 6453275 w 12184003"/>
                <a:gd name="connsiteY3190" fmla="*/ 1844780 h 6857801"/>
                <a:gd name="connsiteX3191" fmla="*/ 6453275 w 12184003"/>
                <a:gd name="connsiteY3191" fmla="*/ 1800946 h 6857801"/>
                <a:gd name="connsiteX3192" fmla="*/ 8712064 w 12184003"/>
                <a:gd name="connsiteY3192" fmla="*/ 1759301 h 6857801"/>
                <a:gd name="connsiteX3193" fmla="*/ 8481111 w 12184003"/>
                <a:gd name="connsiteY3193" fmla="*/ 1991059 h 6857801"/>
                <a:gd name="connsiteX3194" fmla="*/ 8586949 w 12184003"/>
                <a:gd name="connsiteY3194" fmla="*/ 2096183 h 6857801"/>
                <a:gd name="connsiteX3195" fmla="*/ 8688429 w 12184003"/>
                <a:gd name="connsiteY3195" fmla="*/ 2096028 h 6857801"/>
                <a:gd name="connsiteX3196" fmla="*/ 9024318 w 12184003"/>
                <a:gd name="connsiteY3196" fmla="*/ 1759301 h 6857801"/>
                <a:gd name="connsiteX3197" fmla="*/ 8512292 w 12184003"/>
                <a:gd name="connsiteY3197" fmla="*/ 1759301 h 6857801"/>
                <a:gd name="connsiteX3198" fmla="*/ 8505125 w 12184003"/>
                <a:gd name="connsiteY3198" fmla="*/ 1776819 h 6857801"/>
                <a:gd name="connsiteX3199" fmla="*/ 8481037 w 12184003"/>
                <a:gd name="connsiteY3199" fmla="*/ 1786673 h 6857801"/>
                <a:gd name="connsiteX3200" fmla="*/ 8456950 w 12184003"/>
                <a:gd name="connsiteY3200" fmla="*/ 1776819 h 6857801"/>
                <a:gd name="connsiteX3201" fmla="*/ 8308047 w 12184003"/>
                <a:gd name="connsiteY3201" fmla="*/ 1925723 h 6857801"/>
                <a:gd name="connsiteX3202" fmla="*/ 8415344 w 12184003"/>
                <a:gd name="connsiteY3202" fmla="*/ 1925723 h 6857801"/>
                <a:gd name="connsiteX3203" fmla="*/ 8470124 w 12184003"/>
                <a:gd name="connsiteY3203" fmla="*/ 1980146 h 6857801"/>
                <a:gd name="connsiteX3204" fmla="*/ 8690196 w 12184003"/>
                <a:gd name="connsiteY3204" fmla="*/ 1759301 h 6857801"/>
                <a:gd name="connsiteX3205" fmla="*/ 8386875 w 12184003"/>
                <a:gd name="connsiteY3205" fmla="*/ 1741793 h 6857801"/>
                <a:gd name="connsiteX3206" fmla="*/ 8204560 w 12184003"/>
                <a:gd name="connsiteY3206" fmla="*/ 1925723 h 6857801"/>
                <a:gd name="connsiteX3207" fmla="*/ 8283959 w 12184003"/>
                <a:gd name="connsiteY3207" fmla="*/ 1925723 h 6857801"/>
                <a:gd name="connsiteX3208" fmla="*/ 8449957 w 12184003"/>
                <a:gd name="connsiteY3208" fmla="*/ 1759725 h 6857801"/>
                <a:gd name="connsiteX3209" fmla="*/ 8447095 w 12184003"/>
                <a:gd name="connsiteY3209" fmla="*/ 1752731 h 6857801"/>
                <a:gd name="connsiteX3210" fmla="*/ 8451570 w 12184003"/>
                <a:gd name="connsiteY3210" fmla="*/ 1741793 h 6857801"/>
                <a:gd name="connsiteX3211" fmla="*/ 4291951 w 12184003"/>
                <a:gd name="connsiteY3211" fmla="*/ 1693645 h 6857801"/>
                <a:gd name="connsiteX3212" fmla="*/ 4291951 w 12184003"/>
                <a:gd name="connsiteY3212" fmla="*/ 1927955 h 6857801"/>
                <a:gd name="connsiteX3213" fmla="*/ 4296330 w 12184003"/>
                <a:gd name="connsiteY3213" fmla="*/ 1938904 h 6857801"/>
                <a:gd name="connsiteX3214" fmla="*/ 4292531 w 12184003"/>
                <a:gd name="connsiteY3214" fmla="*/ 1957175 h 6857801"/>
                <a:gd name="connsiteX3215" fmla="*/ 4291951 w 12184003"/>
                <a:gd name="connsiteY3215" fmla="*/ 1958008 h 6857801"/>
                <a:gd name="connsiteX3216" fmla="*/ 4291951 w 12184003"/>
                <a:gd name="connsiteY3216" fmla="*/ 2015547 h 6857801"/>
                <a:gd name="connsiteX3217" fmla="*/ 4526832 w 12184003"/>
                <a:gd name="connsiteY3217" fmla="*/ 2250365 h 6857801"/>
                <a:gd name="connsiteX3218" fmla="*/ 4541597 w 12184003"/>
                <a:gd name="connsiteY3218" fmla="*/ 2244326 h 6857801"/>
                <a:gd name="connsiteX3219" fmla="*/ 4565685 w 12184003"/>
                <a:gd name="connsiteY3219" fmla="*/ 2254208 h 6857801"/>
                <a:gd name="connsiteX3220" fmla="*/ 4572256 w 12184003"/>
                <a:gd name="connsiteY3220" fmla="*/ 2270236 h 6857801"/>
                <a:gd name="connsiteX3221" fmla="*/ 4572256 w 12184003"/>
                <a:gd name="connsiteY3221" fmla="*/ 2037446 h 6857801"/>
                <a:gd name="connsiteX3222" fmla="*/ 4508751 w 12184003"/>
                <a:gd name="connsiteY3222" fmla="*/ 1973941 h 6857801"/>
                <a:gd name="connsiteX3223" fmla="*/ 4508751 w 12184003"/>
                <a:gd name="connsiteY3223" fmla="*/ 1910435 h 6857801"/>
                <a:gd name="connsiteX3224" fmla="*/ 7891980 w 12184003"/>
                <a:gd name="connsiteY3224" fmla="*/ 1630110 h 6857801"/>
                <a:gd name="connsiteX3225" fmla="*/ 7675188 w 12184003"/>
                <a:gd name="connsiteY3225" fmla="*/ 1846903 h 6857801"/>
                <a:gd name="connsiteX3226" fmla="*/ 7675188 w 12184003"/>
                <a:gd name="connsiteY3226" fmla="*/ 1912590 h 6857801"/>
                <a:gd name="connsiteX3227" fmla="*/ 7609494 w 12184003"/>
                <a:gd name="connsiteY3227" fmla="*/ 1977453 h 6857801"/>
                <a:gd name="connsiteX3228" fmla="*/ 7609494 w 12184003"/>
                <a:gd name="connsiteY3228" fmla="*/ 2206727 h 6857801"/>
                <a:gd name="connsiteX3229" fmla="*/ 7616063 w 12184003"/>
                <a:gd name="connsiteY3229" fmla="*/ 2190669 h 6857801"/>
                <a:gd name="connsiteX3230" fmla="*/ 7640151 w 12184003"/>
                <a:gd name="connsiteY3230" fmla="*/ 2180810 h 6857801"/>
                <a:gd name="connsiteX3231" fmla="*/ 7656621 w 12184003"/>
                <a:gd name="connsiteY3231" fmla="*/ 2187547 h 6857801"/>
                <a:gd name="connsiteX3232" fmla="*/ 7890992 w 12184003"/>
                <a:gd name="connsiteY3232" fmla="*/ 1955176 h 6857801"/>
                <a:gd name="connsiteX3233" fmla="*/ 7887600 w 12184003"/>
                <a:gd name="connsiteY3233" fmla="*/ 1938860 h 6857801"/>
                <a:gd name="connsiteX3234" fmla="*/ 7891980 w 12184003"/>
                <a:gd name="connsiteY3234" fmla="*/ 1927909 h 6857801"/>
                <a:gd name="connsiteX3235" fmla="*/ 3081054 w 12184003"/>
                <a:gd name="connsiteY3235" fmla="*/ 1584154 h 6857801"/>
                <a:gd name="connsiteX3236" fmla="*/ 3081054 w 12184003"/>
                <a:gd name="connsiteY3236" fmla="*/ 1746201 h 6857801"/>
                <a:gd name="connsiteX3237" fmla="*/ 3140333 w 12184003"/>
                <a:gd name="connsiteY3237" fmla="*/ 1805325 h 6857801"/>
                <a:gd name="connsiteX3238" fmla="*/ 3302224 w 12184003"/>
                <a:gd name="connsiteY3238" fmla="*/ 1805325 h 6857801"/>
                <a:gd name="connsiteX3239" fmla="*/ 5290514 w 12184003"/>
                <a:gd name="connsiteY3239" fmla="*/ 1547363 h 6857801"/>
                <a:gd name="connsiteX3240" fmla="*/ 5290514 w 12184003"/>
                <a:gd name="connsiteY3240" fmla="*/ 1940636 h 6857801"/>
                <a:gd name="connsiteX3241" fmla="*/ 5311042 w 12184003"/>
                <a:gd name="connsiteY3241" fmla="*/ 1948757 h 6857801"/>
                <a:gd name="connsiteX3242" fmla="*/ 5321171 w 12184003"/>
                <a:gd name="connsiteY3242" fmla="*/ 1971751 h 6857801"/>
                <a:gd name="connsiteX3243" fmla="*/ 5311042 w 12184003"/>
                <a:gd name="connsiteY3243" fmla="*/ 1994743 h 6857801"/>
                <a:gd name="connsiteX3244" fmla="*/ 5298884 w 12184003"/>
                <a:gd name="connsiteY3244" fmla="*/ 1999552 h 6857801"/>
                <a:gd name="connsiteX3245" fmla="*/ 5303646 w 12184003"/>
                <a:gd name="connsiteY3245" fmla="*/ 2011167 h 6857801"/>
                <a:gd name="connsiteX3246" fmla="*/ 5290514 w 12184003"/>
                <a:gd name="connsiteY3246" fmla="*/ 2044013 h 6857801"/>
                <a:gd name="connsiteX3247" fmla="*/ 5281753 w 12184003"/>
                <a:gd name="connsiteY3247" fmla="*/ 2047517 h 6857801"/>
                <a:gd name="connsiteX3248" fmla="*/ 5281753 w 12184003"/>
                <a:gd name="connsiteY3248" fmla="*/ 2877685 h 6857801"/>
                <a:gd name="connsiteX3249" fmla="*/ 5290514 w 12184003"/>
                <a:gd name="connsiteY3249" fmla="*/ 2873896 h 6857801"/>
                <a:gd name="connsiteX3250" fmla="*/ 5302771 w 12184003"/>
                <a:gd name="connsiteY3250" fmla="*/ 2879190 h 6857801"/>
                <a:gd name="connsiteX3251" fmla="*/ 5443800 w 12184003"/>
                <a:gd name="connsiteY3251" fmla="*/ 2738120 h 6857801"/>
                <a:gd name="connsiteX3252" fmla="*/ 5443800 w 12184003"/>
                <a:gd name="connsiteY3252" fmla="*/ 1726492 h 6857801"/>
                <a:gd name="connsiteX3253" fmla="*/ 5410953 w 12184003"/>
                <a:gd name="connsiteY3253" fmla="*/ 1691455 h 6857801"/>
                <a:gd name="connsiteX3254" fmla="*/ 5418158 w 12184003"/>
                <a:gd name="connsiteY3254" fmla="*/ 1674644 h 6857801"/>
                <a:gd name="connsiteX3255" fmla="*/ 6621892 w 12184003"/>
                <a:gd name="connsiteY3255" fmla="*/ 1527220 h 6857801"/>
                <a:gd name="connsiteX3256" fmla="*/ 6621892 w 12184003"/>
                <a:gd name="connsiteY3256" fmla="*/ 1704567 h 6857801"/>
                <a:gd name="connsiteX3257" fmla="*/ 6710564 w 12184003"/>
                <a:gd name="connsiteY3257" fmla="*/ 1615894 h 6857801"/>
                <a:gd name="connsiteX3258" fmla="*/ 9100754 w 12184003"/>
                <a:gd name="connsiteY3258" fmla="*/ 1522809 h 6857801"/>
                <a:gd name="connsiteX3259" fmla="*/ 8881780 w 12184003"/>
                <a:gd name="connsiteY3259" fmla="*/ 1741783 h 6857801"/>
                <a:gd name="connsiteX3260" fmla="*/ 9041790 w 12184003"/>
                <a:gd name="connsiteY3260" fmla="*/ 1741783 h 6857801"/>
                <a:gd name="connsiteX3261" fmla="*/ 9100754 w 12184003"/>
                <a:gd name="connsiteY3261" fmla="*/ 1682667 h 6857801"/>
                <a:gd name="connsiteX3262" fmla="*/ 10417613 w 12184003"/>
                <a:gd name="connsiteY3262" fmla="*/ 1522797 h 6857801"/>
                <a:gd name="connsiteX3263" fmla="*/ 10414013 w 12184003"/>
                <a:gd name="connsiteY3263" fmla="*/ 1531569 h 6857801"/>
                <a:gd name="connsiteX3264" fmla="*/ 10616101 w 12184003"/>
                <a:gd name="connsiteY3264" fmla="*/ 1531569 h 6857801"/>
                <a:gd name="connsiteX3265" fmla="*/ 10624873 w 12184003"/>
                <a:gd name="connsiteY3265" fmla="*/ 1522797 h 6857801"/>
                <a:gd name="connsiteX3266" fmla="*/ 6589044 w 12184003"/>
                <a:gd name="connsiteY3266" fmla="*/ 1494373 h 6857801"/>
                <a:gd name="connsiteX3267" fmla="*/ 6589044 w 12184003"/>
                <a:gd name="connsiteY3267" fmla="*/ 1733998 h 6857801"/>
                <a:gd name="connsiteX3268" fmla="*/ 6591435 w 12184003"/>
                <a:gd name="connsiteY3268" fmla="*/ 1735024 h 6857801"/>
                <a:gd name="connsiteX3269" fmla="*/ 6597803 w 12184003"/>
                <a:gd name="connsiteY3269" fmla="*/ 1728654 h 6857801"/>
                <a:gd name="connsiteX3270" fmla="*/ 6597803 w 12184003"/>
                <a:gd name="connsiteY3270" fmla="*/ 1503131 h 6857801"/>
                <a:gd name="connsiteX3271" fmla="*/ 5116774 w 12184003"/>
                <a:gd name="connsiteY3271" fmla="*/ 1374123 h 6857801"/>
                <a:gd name="connsiteX3272" fmla="*/ 5054012 w 12184003"/>
                <a:gd name="connsiteY3272" fmla="*/ 1374694 h 6857801"/>
                <a:gd name="connsiteX3273" fmla="*/ 5054012 w 12184003"/>
                <a:gd name="connsiteY3273" fmla="*/ 1550708 h 6857801"/>
                <a:gd name="connsiteX3274" fmla="*/ 5060581 w 12184003"/>
                <a:gd name="connsiteY3274" fmla="*/ 1548022 h 6857801"/>
                <a:gd name="connsiteX3275" fmla="*/ 5084671 w 12184003"/>
                <a:gd name="connsiteY3275" fmla="*/ 1557877 h 6857801"/>
                <a:gd name="connsiteX3276" fmla="*/ 5084671 w 12184003"/>
                <a:gd name="connsiteY3276" fmla="*/ 1606052 h 6857801"/>
                <a:gd name="connsiteX3277" fmla="*/ 5060581 w 12184003"/>
                <a:gd name="connsiteY3277" fmla="*/ 1615905 h 6857801"/>
                <a:gd name="connsiteX3278" fmla="*/ 5054012 w 12184003"/>
                <a:gd name="connsiteY3278" fmla="*/ 1613219 h 6857801"/>
                <a:gd name="connsiteX3279" fmla="*/ 5054012 w 12184003"/>
                <a:gd name="connsiteY3279" fmla="*/ 1658233 h 6857801"/>
                <a:gd name="connsiteX3280" fmla="*/ 5069340 w 12184003"/>
                <a:gd name="connsiteY3280" fmla="*/ 1655050 h 6857801"/>
                <a:gd name="connsiteX3281" fmla="*/ 5115324 w 12184003"/>
                <a:gd name="connsiteY3281" fmla="*/ 1673937 h 6857801"/>
                <a:gd name="connsiteX3282" fmla="*/ 5115324 w 12184003"/>
                <a:gd name="connsiteY3282" fmla="*/ 1765909 h 6857801"/>
                <a:gd name="connsiteX3283" fmla="*/ 5069340 w 12184003"/>
                <a:gd name="connsiteY3283" fmla="*/ 1785618 h 6857801"/>
                <a:gd name="connsiteX3284" fmla="*/ 5054012 w 12184003"/>
                <a:gd name="connsiteY3284" fmla="*/ 1782500 h 6857801"/>
                <a:gd name="connsiteX3285" fmla="*/ 5054012 w 12184003"/>
                <a:gd name="connsiteY3285" fmla="*/ 1787329 h 6857801"/>
                <a:gd name="connsiteX3286" fmla="*/ 5239090 w 12184003"/>
                <a:gd name="connsiteY3286" fmla="*/ 1972799 h 6857801"/>
                <a:gd name="connsiteX3287" fmla="*/ 5255770 w 12184003"/>
                <a:gd name="connsiteY3287" fmla="*/ 1965959 h 6857801"/>
                <a:gd name="connsiteX3288" fmla="*/ 5263140 w 12184003"/>
                <a:gd name="connsiteY3288" fmla="*/ 1948757 h 6857801"/>
                <a:gd name="connsiteX3289" fmla="*/ 5275187 w 12184003"/>
                <a:gd name="connsiteY3289" fmla="*/ 1943596 h 6857801"/>
                <a:gd name="connsiteX3290" fmla="*/ 5275187 w 12184003"/>
                <a:gd name="connsiteY3290" fmla="*/ 1532079 h 6857801"/>
                <a:gd name="connsiteX3291" fmla="*/ 6153272 w 12184003"/>
                <a:gd name="connsiteY3291" fmla="*/ 1362985 h 6857801"/>
                <a:gd name="connsiteX3292" fmla="*/ 6153272 w 12184003"/>
                <a:gd name="connsiteY3292" fmla="*/ 1436351 h 6857801"/>
                <a:gd name="connsiteX3293" fmla="*/ 6326267 w 12184003"/>
                <a:gd name="connsiteY3293" fmla="*/ 1608794 h 6857801"/>
                <a:gd name="connsiteX3294" fmla="*/ 6326267 w 12184003"/>
                <a:gd name="connsiteY3294" fmla="*/ 1535979 h 6857801"/>
                <a:gd name="connsiteX3295" fmla="*/ 6105096 w 12184003"/>
                <a:gd name="connsiteY3295" fmla="*/ 1314810 h 6857801"/>
                <a:gd name="connsiteX3296" fmla="*/ 6105096 w 12184003"/>
                <a:gd name="connsiteY3296" fmla="*/ 1388329 h 6857801"/>
                <a:gd name="connsiteX3297" fmla="*/ 6107286 w 12184003"/>
                <a:gd name="connsiteY3297" fmla="*/ 1390515 h 6857801"/>
                <a:gd name="connsiteX3298" fmla="*/ 6107286 w 12184003"/>
                <a:gd name="connsiteY3298" fmla="*/ 1341089 h 6857801"/>
                <a:gd name="connsiteX3299" fmla="*/ 6119362 w 12184003"/>
                <a:gd name="connsiteY3299" fmla="*/ 1329079 h 6857801"/>
                <a:gd name="connsiteX3300" fmla="*/ 5967143 w 12184003"/>
                <a:gd name="connsiteY3300" fmla="*/ 1313258 h 6857801"/>
                <a:gd name="connsiteX3301" fmla="*/ 5967143 w 12184003"/>
                <a:gd name="connsiteY3301" fmla="*/ 1415543 h 6857801"/>
                <a:gd name="connsiteX3302" fmla="*/ 5989038 w 12184003"/>
                <a:gd name="connsiteY3302" fmla="*/ 1424300 h 6857801"/>
                <a:gd name="connsiteX3303" fmla="*/ 6002178 w 12184003"/>
                <a:gd name="connsiteY3303" fmla="*/ 1457146 h 6857801"/>
                <a:gd name="connsiteX3304" fmla="*/ 5989038 w 12184003"/>
                <a:gd name="connsiteY3304" fmla="*/ 1489996 h 6857801"/>
                <a:gd name="connsiteX3305" fmla="*/ 5967143 w 12184003"/>
                <a:gd name="connsiteY3305" fmla="*/ 1498754 h 6857801"/>
                <a:gd name="connsiteX3306" fmla="*/ 5967143 w 12184003"/>
                <a:gd name="connsiteY3306" fmla="*/ 2000219 h 6857801"/>
                <a:gd name="connsiteX3307" fmla="*/ 5967143 w 12184003"/>
                <a:gd name="connsiteY3307" fmla="*/ 2308961 h 6857801"/>
                <a:gd name="connsiteX3308" fmla="*/ 6072250 w 12184003"/>
                <a:gd name="connsiteY3308" fmla="*/ 2203846 h 6857801"/>
                <a:gd name="connsiteX3309" fmla="*/ 6072250 w 12184003"/>
                <a:gd name="connsiteY3309" fmla="*/ 1418707 h 6857801"/>
                <a:gd name="connsiteX3310" fmla="*/ 5054012 w 12184003"/>
                <a:gd name="connsiteY3310" fmla="*/ 1311539 h 6857801"/>
                <a:gd name="connsiteX3311" fmla="*/ 5054012 w 12184003"/>
                <a:gd name="connsiteY3311" fmla="*/ 1352041 h 6857801"/>
                <a:gd name="connsiteX3312" fmla="*/ 5094624 w 12184003"/>
                <a:gd name="connsiteY3312" fmla="*/ 1352041 h 6857801"/>
                <a:gd name="connsiteX3313" fmla="*/ 3081054 w 12184003"/>
                <a:gd name="connsiteY3313" fmla="*/ 1289528 h 6857801"/>
                <a:gd name="connsiteX3314" fmla="*/ 3081054 w 12184003"/>
                <a:gd name="connsiteY3314" fmla="*/ 1551308 h 6857801"/>
                <a:gd name="connsiteX3315" fmla="*/ 3310986 w 12184003"/>
                <a:gd name="connsiteY3315" fmla="*/ 1781238 h 6857801"/>
                <a:gd name="connsiteX3316" fmla="*/ 3430185 w 12184003"/>
                <a:gd name="connsiteY3316" fmla="*/ 1781238 h 6857801"/>
                <a:gd name="connsiteX3317" fmla="*/ 3155505 w 12184003"/>
                <a:gd name="connsiteY3317" fmla="*/ 1507511 h 6857801"/>
                <a:gd name="connsiteX3318" fmla="*/ 3155505 w 12184003"/>
                <a:gd name="connsiteY3318" fmla="*/ 1364328 h 6857801"/>
                <a:gd name="connsiteX3319" fmla="*/ 9100754 w 12184003"/>
                <a:gd name="connsiteY3319" fmla="*/ 1228371 h 6857801"/>
                <a:gd name="connsiteX3320" fmla="*/ 9026300 w 12184003"/>
                <a:gd name="connsiteY3320" fmla="*/ 1302477 h 6857801"/>
                <a:gd name="connsiteX3321" fmla="*/ 9026300 w 12184003"/>
                <a:gd name="connsiteY3321" fmla="*/ 1443971 h 6857801"/>
                <a:gd name="connsiteX3322" fmla="*/ 8751334 w 12184003"/>
                <a:gd name="connsiteY3322" fmla="*/ 1719893 h 6857801"/>
                <a:gd name="connsiteX3323" fmla="*/ 8870823 w 12184003"/>
                <a:gd name="connsiteY3323" fmla="*/ 1719893 h 6857801"/>
                <a:gd name="connsiteX3324" fmla="*/ 9100754 w 12184003"/>
                <a:gd name="connsiteY3324" fmla="*/ 1489963 h 6857801"/>
                <a:gd name="connsiteX3325" fmla="*/ 4607292 w 12184003"/>
                <a:gd name="connsiteY3325" fmla="*/ 1225027 h 6857801"/>
                <a:gd name="connsiteX3326" fmla="*/ 5029930 w 12184003"/>
                <a:gd name="connsiteY3326" fmla="*/ 1647658 h 6857801"/>
                <a:gd name="connsiteX3327" fmla="*/ 5029930 w 12184003"/>
                <a:gd name="connsiteY3327" fmla="*/ 1589994 h 6857801"/>
                <a:gd name="connsiteX3328" fmla="*/ 5026646 w 12184003"/>
                <a:gd name="connsiteY3328" fmla="*/ 1581964 h 6857801"/>
                <a:gd name="connsiteX3329" fmla="*/ 5029930 w 12184003"/>
                <a:gd name="connsiteY3329" fmla="*/ 1573933 h 6857801"/>
                <a:gd name="connsiteX3330" fmla="*/ 5029930 w 12184003"/>
                <a:gd name="connsiteY3330" fmla="*/ 1562256 h 6857801"/>
                <a:gd name="connsiteX3331" fmla="*/ 4692688 w 12184003"/>
                <a:gd name="connsiteY3331" fmla="*/ 1225027 h 6857801"/>
                <a:gd name="connsiteX3332" fmla="*/ 6304370 w 12184003"/>
                <a:gd name="connsiteY3332" fmla="*/ 1209701 h 6857801"/>
                <a:gd name="connsiteX3333" fmla="*/ 6176265 w 12184003"/>
                <a:gd name="connsiteY3333" fmla="*/ 1337804 h 6857801"/>
                <a:gd name="connsiteX3334" fmla="*/ 6361304 w 12184003"/>
                <a:gd name="connsiteY3334" fmla="*/ 1522840 h 6857801"/>
                <a:gd name="connsiteX3335" fmla="*/ 6361304 w 12184003"/>
                <a:gd name="connsiteY3335" fmla="*/ 1643720 h 6857801"/>
                <a:gd name="connsiteX3336" fmla="*/ 6433567 w 12184003"/>
                <a:gd name="connsiteY3336" fmla="*/ 1715752 h 6857801"/>
                <a:gd name="connsiteX3337" fmla="*/ 6433567 w 12184003"/>
                <a:gd name="connsiteY3337" fmla="*/ 1338898 h 6857801"/>
                <a:gd name="connsiteX3338" fmla="*/ 6696217 w 12184003"/>
                <a:gd name="connsiteY3338" fmla="*/ 1196438 h 6857801"/>
                <a:gd name="connsiteX3339" fmla="*/ 6684935 w 12184003"/>
                <a:gd name="connsiteY3339" fmla="*/ 1201406 h 6857801"/>
                <a:gd name="connsiteX3340" fmla="*/ 6621892 w 12184003"/>
                <a:gd name="connsiteY3340" fmla="*/ 1264447 h 6857801"/>
                <a:gd name="connsiteX3341" fmla="*/ 6621892 w 12184003"/>
                <a:gd name="connsiteY3341" fmla="*/ 1496564 h 6857801"/>
                <a:gd name="connsiteX3342" fmla="*/ 6725893 w 12184003"/>
                <a:gd name="connsiteY3342" fmla="*/ 1600566 h 6857801"/>
                <a:gd name="connsiteX3343" fmla="*/ 6913119 w 12184003"/>
                <a:gd name="connsiteY3343" fmla="*/ 1413338 h 6857801"/>
                <a:gd name="connsiteX3344" fmla="*/ 4489048 w 12184003"/>
                <a:gd name="connsiteY3344" fmla="*/ 1176852 h 6857801"/>
                <a:gd name="connsiteX3345" fmla="*/ 4521885 w 12184003"/>
                <a:gd name="connsiteY3345" fmla="*/ 1209699 h 6857801"/>
                <a:gd name="connsiteX3346" fmla="*/ 4526264 w 12184003"/>
                <a:gd name="connsiteY3346" fmla="*/ 1209699 h 6857801"/>
                <a:gd name="connsiteX3347" fmla="*/ 4493424 w 12184003"/>
                <a:gd name="connsiteY3347" fmla="*/ 1176852 h 6857801"/>
                <a:gd name="connsiteX3348" fmla="*/ 4444805 w 12184003"/>
                <a:gd name="connsiteY3348" fmla="*/ 1176852 h 6857801"/>
                <a:gd name="connsiteX3349" fmla="*/ 5007978 w 12184003"/>
                <a:gd name="connsiteY3349" fmla="*/ 1741191 h 6857801"/>
                <a:gd name="connsiteX3350" fmla="*/ 5003651 w 12184003"/>
                <a:gd name="connsiteY3350" fmla="*/ 1719922 h 6857801"/>
                <a:gd name="connsiteX3351" fmla="*/ 5008582 w 12184003"/>
                <a:gd name="connsiteY3351" fmla="*/ 1695699 h 6857801"/>
                <a:gd name="connsiteX3352" fmla="*/ 5010074 w 12184003"/>
                <a:gd name="connsiteY3352" fmla="*/ 1693497 h 6857801"/>
                <a:gd name="connsiteX3353" fmla="*/ 4541597 w 12184003"/>
                <a:gd name="connsiteY3353" fmla="*/ 1225027 h 6857801"/>
                <a:gd name="connsiteX3354" fmla="*/ 4515318 w 12184003"/>
                <a:gd name="connsiteY3354" fmla="*/ 1225027 h 6857801"/>
                <a:gd name="connsiteX3355" fmla="*/ 4466937 w 12184003"/>
                <a:gd name="connsiteY3355" fmla="*/ 1176852 h 6857801"/>
                <a:gd name="connsiteX3356" fmla="*/ 4068634 w 12184003"/>
                <a:gd name="connsiteY3356" fmla="*/ 1176852 h 6857801"/>
                <a:gd name="connsiteX3357" fmla="*/ 4933573 w 12184003"/>
                <a:gd name="connsiteY3357" fmla="*/ 2041826 h 6857801"/>
                <a:gd name="connsiteX3358" fmla="*/ 4933573 w 12184003"/>
                <a:gd name="connsiteY3358" fmla="*/ 2368089 h 6857801"/>
                <a:gd name="connsiteX3359" fmla="*/ 4975189 w 12184003"/>
                <a:gd name="connsiteY3359" fmla="*/ 2409694 h 6857801"/>
                <a:gd name="connsiteX3360" fmla="*/ 5006279 w 12184003"/>
                <a:gd name="connsiteY3360" fmla="*/ 2409694 h 6857801"/>
                <a:gd name="connsiteX3361" fmla="*/ 4999274 w 12184003"/>
                <a:gd name="connsiteY3361" fmla="*/ 2392140 h 6857801"/>
                <a:gd name="connsiteX3362" fmla="*/ 5013235 w 12184003"/>
                <a:gd name="connsiteY3362" fmla="*/ 2359329 h 6857801"/>
                <a:gd name="connsiteX3363" fmla="*/ 5029930 w 12184003"/>
                <a:gd name="connsiteY3363" fmla="*/ 2352477 h 6857801"/>
                <a:gd name="connsiteX3364" fmla="*/ 5029930 w 12184003"/>
                <a:gd name="connsiteY3364" fmla="*/ 1796567 h 6857801"/>
                <a:gd name="connsiteX3365" fmla="*/ 4410194 w 12184003"/>
                <a:gd name="connsiteY3365" fmla="*/ 1176852 h 6857801"/>
                <a:gd name="connsiteX3366" fmla="*/ 4362031 w 12184003"/>
                <a:gd name="connsiteY3366" fmla="*/ 1176852 h 6857801"/>
                <a:gd name="connsiteX3367" fmla="*/ 4626957 w 12184003"/>
                <a:gd name="connsiteY3367" fmla="*/ 1441779 h 6857801"/>
                <a:gd name="connsiteX3368" fmla="*/ 4644243 w 12184003"/>
                <a:gd name="connsiteY3368" fmla="*/ 1435247 h 6857801"/>
                <a:gd name="connsiteX3369" fmla="*/ 4677360 w 12184003"/>
                <a:gd name="connsiteY3369" fmla="*/ 1448386 h 6857801"/>
                <a:gd name="connsiteX3370" fmla="*/ 4677360 w 12184003"/>
                <a:gd name="connsiteY3370" fmla="*/ 1516270 h 6857801"/>
                <a:gd name="connsiteX3371" fmla="*/ 4609484 w 12184003"/>
                <a:gd name="connsiteY3371" fmla="*/ 1516270 h 6857801"/>
                <a:gd name="connsiteX3372" fmla="*/ 4594698 w 12184003"/>
                <a:gd name="connsiteY3372" fmla="*/ 1482328 h 6857801"/>
                <a:gd name="connsiteX3373" fmla="*/ 4602791 w 12184003"/>
                <a:gd name="connsiteY3373" fmla="*/ 1463754 h 6857801"/>
                <a:gd name="connsiteX3374" fmla="*/ 4314361 w 12184003"/>
                <a:gd name="connsiteY3374" fmla="*/ 1176852 h 6857801"/>
                <a:gd name="connsiteX3375" fmla="*/ 4000751 w 12184003"/>
                <a:gd name="connsiteY3375" fmla="*/ 1176852 h 6857801"/>
                <a:gd name="connsiteX3376" fmla="*/ 4541597 w 12184003"/>
                <a:gd name="connsiteY3376" fmla="*/ 1717734 h 6857801"/>
                <a:gd name="connsiteX3377" fmla="*/ 4541597 w 12184003"/>
                <a:gd name="connsiteY3377" fmla="*/ 1910435 h 6857801"/>
                <a:gd name="connsiteX3378" fmla="*/ 4596340 w 12184003"/>
                <a:gd name="connsiteY3378" fmla="*/ 1965181 h 6857801"/>
                <a:gd name="connsiteX3379" fmla="*/ 4596111 w 12184003"/>
                <a:gd name="connsiteY3379" fmla="*/ 2015318 h 6857801"/>
                <a:gd name="connsiteX3380" fmla="*/ 4677298 w 12184003"/>
                <a:gd name="connsiteY3380" fmla="*/ 2096448 h 6857801"/>
                <a:gd name="connsiteX3381" fmla="*/ 4693782 w 12184003"/>
                <a:gd name="connsiteY3381" fmla="*/ 2093532 h 6857801"/>
                <a:gd name="connsiteX3382" fmla="*/ 4727727 w 12184003"/>
                <a:gd name="connsiteY3382" fmla="*/ 2107507 h 6857801"/>
                <a:gd name="connsiteX3383" fmla="*/ 4727727 w 12184003"/>
                <a:gd name="connsiteY3383" fmla="*/ 2175340 h 6857801"/>
                <a:gd name="connsiteX3384" fmla="*/ 4659847 w 12184003"/>
                <a:gd name="connsiteY3384" fmla="*/ 2175340 h 6857801"/>
                <a:gd name="connsiteX3385" fmla="*/ 4646706 w 12184003"/>
                <a:gd name="connsiteY3385" fmla="*/ 2140576 h 6857801"/>
                <a:gd name="connsiteX3386" fmla="*/ 4654869 w 12184003"/>
                <a:gd name="connsiteY3386" fmla="*/ 2120009 h 6857801"/>
                <a:gd name="connsiteX3387" fmla="*/ 4595901 w 12184003"/>
                <a:gd name="connsiteY3387" fmla="*/ 2061094 h 6857801"/>
                <a:gd name="connsiteX3388" fmla="*/ 4594301 w 12184003"/>
                <a:gd name="connsiteY3388" fmla="*/ 2409694 h 6857801"/>
                <a:gd name="connsiteX3389" fmla="*/ 4909479 w 12184003"/>
                <a:gd name="connsiteY3389" fmla="*/ 2409694 h 6857801"/>
                <a:gd name="connsiteX3390" fmla="*/ 4887580 w 12184003"/>
                <a:gd name="connsiteY3390" fmla="*/ 2387791 h 6857801"/>
                <a:gd name="connsiteX3391" fmla="*/ 4887580 w 12184003"/>
                <a:gd name="connsiteY3391" fmla="*/ 2059344 h 6857801"/>
                <a:gd name="connsiteX3392" fmla="*/ 4005130 w 12184003"/>
                <a:gd name="connsiteY3392" fmla="*/ 1176852 h 6857801"/>
                <a:gd name="connsiteX3393" fmla="*/ 3805870 w 12184003"/>
                <a:gd name="connsiteY3393" fmla="*/ 1176852 h 6857801"/>
                <a:gd name="connsiteX3394" fmla="*/ 3876470 w 12184003"/>
                <a:gd name="connsiteY3394" fmla="*/ 1247459 h 6857801"/>
                <a:gd name="connsiteX3395" fmla="*/ 3898929 w 12184003"/>
                <a:gd name="connsiteY3395" fmla="*/ 1238167 h 6857801"/>
                <a:gd name="connsiteX3396" fmla="*/ 3930674 w 12184003"/>
                <a:gd name="connsiteY3396" fmla="*/ 1251303 h 6857801"/>
                <a:gd name="connsiteX3397" fmla="*/ 3943814 w 12184003"/>
                <a:gd name="connsiteY3397" fmla="*/ 1284975 h 6857801"/>
                <a:gd name="connsiteX3398" fmla="*/ 3935771 w 12184003"/>
                <a:gd name="connsiteY3398" fmla="*/ 1304575 h 6857801"/>
                <a:gd name="connsiteX3399" fmla="*/ 4508751 w 12184003"/>
                <a:gd name="connsiteY3399" fmla="*/ 1877588 h 6857801"/>
                <a:gd name="connsiteX3400" fmla="*/ 4508751 w 12184003"/>
                <a:gd name="connsiteY3400" fmla="*/ 1733062 h 6857801"/>
                <a:gd name="connsiteX3401" fmla="*/ 3952573 w 12184003"/>
                <a:gd name="connsiteY3401" fmla="*/ 1176852 h 6857801"/>
                <a:gd name="connsiteX3402" fmla="*/ 7491245 w 12184003"/>
                <a:gd name="connsiteY3402" fmla="*/ 1163676 h 6857801"/>
                <a:gd name="connsiteX3403" fmla="*/ 7150673 w 12184003"/>
                <a:gd name="connsiteY3403" fmla="*/ 1502221 h 6857801"/>
                <a:gd name="connsiteX3404" fmla="*/ 7154498 w 12184003"/>
                <a:gd name="connsiteY3404" fmla="*/ 1511572 h 6857801"/>
                <a:gd name="connsiteX3405" fmla="*/ 7191507 w 12184003"/>
                <a:gd name="connsiteY3405" fmla="*/ 1548825 h 6857801"/>
                <a:gd name="connsiteX3406" fmla="*/ 7576655 w 12184003"/>
                <a:gd name="connsiteY3406" fmla="*/ 1163676 h 6857801"/>
                <a:gd name="connsiteX3407" fmla="*/ 8229686 w 12184003"/>
                <a:gd name="connsiteY3407" fmla="*/ 1115507 h 6857801"/>
                <a:gd name="connsiteX3408" fmla="*/ 7675188 w 12184003"/>
                <a:gd name="connsiteY3408" fmla="*/ 1671711 h 6857801"/>
                <a:gd name="connsiteX3409" fmla="*/ 7675188 w 12184003"/>
                <a:gd name="connsiteY3409" fmla="*/ 1816246 h 6857801"/>
                <a:gd name="connsiteX3410" fmla="*/ 7891980 w 12184003"/>
                <a:gd name="connsiteY3410" fmla="*/ 1599453 h 6857801"/>
                <a:gd name="connsiteX3411" fmla="*/ 7891980 w 12184003"/>
                <a:gd name="connsiteY3411" fmla="*/ 1599446 h 6857801"/>
                <a:gd name="connsiteX3412" fmla="*/ 8246648 w 12184003"/>
                <a:gd name="connsiteY3412" fmla="*/ 1244779 h 6857801"/>
                <a:gd name="connsiteX3413" fmla="*/ 8237969 w 12184003"/>
                <a:gd name="connsiteY3413" fmla="*/ 1223626 h 6857801"/>
                <a:gd name="connsiteX3414" fmla="*/ 8251108 w 12184003"/>
                <a:gd name="connsiteY3414" fmla="*/ 1189957 h 6857801"/>
                <a:gd name="connsiteX3415" fmla="*/ 8283135 w 12184003"/>
                <a:gd name="connsiteY3415" fmla="*/ 1176818 h 6857801"/>
                <a:gd name="connsiteX3416" fmla="*/ 8305774 w 12184003"/>
                <a:gd name="connsiteY3416" fmla="*/ 1185652 h 6857801"/>
                <a:gd name="connsiteX3417" fmla="*/ 8375919 w 12184003"/>
                <a:gd name="connsiteY3417" fmla="*/ 1115507 h 6857801"/>
                <a:gd name="connsiteX3418" fmla="*/ 8176653 w 12184003"/>
                <a:gd name="connsiteY3418" fmla="*/ 1115507 h 6857801"/>
                <a:gd name="connsiteX3419" fmla="*/ 7294162 w 12184003"/>
                <a:gd name="connsiteY3419" fmla="*/ 1998000 h 6857801"/>
                <a:gd name="connsiteX3420" fmla="*/ 7294162 w 12184003"/>
                <a:gd name="connsiteY3420" fmla="*/ 2084745 h 6857801"/>
                <a:gd name="connsiteX3421" fmla="*/ 7296352 w 12184003"/>
                <a:gd name="connsiteY3421" fmla="*/ 2085620 h 6857801"/>
                <a:gd name="connsiteX3422" fmla="*/ 7309491 w 12184003"/>
                <a:gd name="connsiteY3422" fmla="*/ 2118444 h 6857801"/>
                <a:gd name="connsiteX3423" fmla="*/ 7296352 w 12184003"/>
                <a:gd name="connsiteY3423" fmla="*/ 2151270 h 6857801"/>
                <a:gd name="connsiteX3424" fmla="*/ 7294162 w 12184003"/>
                <a:gd name="connsiteY3424" fmla="*/ 2152154 h 6857801"/>
                <a:gd name="connsiteX3425" fmla="*/ 7294162 w 12184003"/>
                <a:gd name="connsiteY3425" fmla="*/ 2326447 h 6857801"/>
                <a:gd name="connsiteX3426" fmla="*/ 7210964 w 12184003"/>
                <a:gd name="connsiteY3426" fmla="*/ 2409645 h 6857801"/>
                <a:gd name="connsiteX3427" fmla="*/ 7559130 w 12184003"/>
                <a:gd name="connsiteY3427" fmla="*/ 2409645 h 6857801"/>
                <a:gd name="connsiteX3428" fmla="*/ 7587597 w 12184003"/>
                <a:gd name="connsiteY3428" fmla="*/ 2381178 h 6857801"/>
                <a:gd name="connsiteX3429" fmla="*/ 7587597 w 12184003"/>
                <a:gd name="connsiteY3429" fmla="*/ 1999073 h 6857801"/>
                <a:gd name="connsiteX3430" fmla="*/ 7526969 w 12184003"/>
                <a:gd name="connsiteY3430" fmla="*/ 2058934 h 6857801"/>
                <a:gd name="connsiteX3431" fmla="*/ 7535042 w 12184003"/>
                <a:gd name="connsiteY3431" fmla="*/ 2079283 h 6857801"/>
                <a:gd name="connsiteX3432" fmla="*/ 7521902 w 12184003"/>
                <a:gd name="connsiteY3432" fmla="*/ 2114019 h 6857801"/>
                <a:gd name="connsiteX3433" fmla="*/ 7454019 w 12184003"/>
                <a:gd name="connsiteY3433" fmla="*/ 2114019 h 6857801"/>
                <a:gd name="connsiteX3434" fmla="*/ 7454019 w 12184003"/>
                <a:gd name="connsiteY3434" fmla="*/ 2046162 h 6857801"/>
                <a:gd name="connsiteX3435" fmla="*/ 7487139 w 12184003"/>
                <a:gd name="connsiteY3435" fmla="*/ 2032202 h 6857801"/>
                <a:gd name="connsiteX3436" fmla="*/ 7504401 w 12184003"/>
                <a:gd name="connsiteY3436" fmla="*/ 2035202 h 6857801"/>
                <a:gd name="connsiteX3437" fmla="*/ 7587597 w 12184003"/>
                <a:gd name="connsiteY3437" fmla="*/ 1952007 h 6857801"/>
                <a:gd name="connsiteX3438" fmla="*/ 7587597 w 12184003"/>
                <a:gd name="connsiteY3438" fmla="*/ 1903838 h 6857801"/>
                <a:gd name="connsiteX3439" fmla="*/ 7640151 w 12184003"/>
                <a:gd name="connsiteY3439" fmla="*/ 1851283 h 6857801"/>
                <a:gd name="connsiteX3440" fmla="*/ 7640151 w 12184003"/>
                <a:gd name="connsiteY3440" fmla="*/ 1656382 h 6857801"/>
                <a:gd name="connsiteX3441" fmla="*/ 8182691 w 12184003"/>
                <a:gd name="connsiteY3441" fmla="*/ 1115507 h 6857801"/>
                <a:gd name="connsiteX3442" fmla="*/ 7716997 w 12184003"/>
                <a:gd name="connsiteY3442" fmla="*/ 1115507 h 6857801"/>
                <a:gd name="connsiteX3443" fmla="*/ 7668620 w 12184003"/>
                <a:gd name="connsiteY3443" fmla="*/ 1163676 h 6857801"/>
                <a:gd name="connsiteX3444" fmla="*/ 7640347 w 12184003"/>
                <a:gd name="connsiteY3444" fmla="*/ 1163676 h 6857801"/>
                <a:gd name="connsiteX3445" fmla="*/ 7224059 w 12184003"/>
                <a:gd name="connsiteY3445" fmla="*/ 1581590 h 6857801"/>
                <a:gd name="connsiteX3446" fmla="*/ 7276643 w 12184003"/>
                <a:gd name="connsiteY3446" fmla="*/ 1634521 h 6857801"/>
                <a:gd name="connsiteX3447" fmla="*/ 7276643 w 12184003"/>
                <a:gd name="connsiteY3447" fmla="*/ 1949824 h 6857801"/>
                <a:gd name="connsiteX3448" fmla="*/ 8110960 w 12184003"/>
                <a:gd name="connsiteY3448" fmla="*/ 1115507 h 6857801"/>
                <a:gd name="connsiteX3449" fmla="*/ 7867884 w 12184003"/>
                <a:gd name="connsiteY3449" fmla="*/ 1115507 h 6857801"/>
                <a:gd name="connsiteX3450" fmla="*/ 7581767 w 12184003"/>
                <a:gd name="connsiteY3450" fmla="*/ 1401624 h 6857801"/>
                <a:gd name="connsiteX3451" fmla="*/ 7589239 w 12184003"/>
                <a:gd name="connsiteY3451" fmla="*/ 1418783 h 6857801"/>
                <a:gd name="connsiteX3452" fmla="*/ 7574458 w 12184003"/>
                <a:gd name="connsiteY3452" fmla="*/ 1452725 h 6857801"/>
                <a:gd name="connsiteX3453" fmla="*/ 7506573 w 12184003"/>
                <a:gd name="connsiteY3453" fmla="*/ 1452725 h 6857801"/>
                <a:gd name="connsiteX3454" fmla="*/ 7506573 w 12184003"/>
                <a:gd name="connsiteY3454" fmla="*/ 1384841 h 6857801"/>
                <a:gd name="connsiteX3455" fmla="*/ 7540515 w 12184003"/>
                <a:gd name="connsiteY3455" fmla="*/ 1371701 h 6857801"/>
                <a:gd name="connsiteX3456" fmla="*/ 7557096 w 12184003"/>
                <a:gd name="connsiteY3456" fmla="*/ 1378120 h 6857801"/>
                <a:gd name="connsiteX3457" fmla="*/ 7819708 w 12184003"/>
                <a:gd name="connsiteY3457" fmla="*/ 1115507 h 6857801"/>
                <a:gd name="connsiteX3458" fmla="*/ 7688328 w 12184003"/>
                <a:gd name="connsiteY3458" fmla="*/ 1115507 h 6857801"/>
                <a:gd name="connsiteX3459" fmla="*/ 7657797 w 12184003"/>
                <a:gd name="connsiteY3459" fmla="*/ 1146158 h 6857801"/>
                <a:gd name="connsiteX3460" fmla="*/ 7662050 w 12184003"/>
                <a:gd name="connsiteY3460" fmla="*/ 1146158 h 6857801"/>
                <a:gd name="connsiteX3461" fmla="*/ 7692701 w 12184003"/>
                <a:gd name="connsiteY3461" fmla="*/ 1115507 h 6857801"/>
                <a:gd name="connsiteX3462" fmla="*/ 6205087 w 12184003"/>
                <a:gd name="connsiteY3462" fmla="*/ 1110423 h 6857801"/>
                <a:gd name="connsiteX3463" fmla="*/ 6105096 w 12184003"/>
                <a:gd name="connsiteY3463" fmla="*/ 1209701 h 6857801"/>
                <a:gd name="connsiteX3464" fmla="*/ 6105096 w 12184003"/>
                <a:gd name="connsiteY3464" fmla="*/ 1266638 h 6857801"/>
                <a:gd name="connsiteX3465" fmla="*/ 6143513 w 12184003"/>
                <a:gd name="connsiteY3465" fmla="*/ 1305053 h 6857801"/>
                <a:gd name="connsiteX3466" fmla="*/ 6271955 w 12184003"/>
                <a:gd name="connsiteY3466" fmla="*/ 1177291 h 6857801"/>
                <a:gd name="connsiteX3467" fmla="*/ 5167876 w 12184003"/>
                <a:gd name="connsiteY3467" fmla="*/ 1089263 h 6857801"/>
                <a:gd name="connsiteX3468" fmla="*/ 5054012 w 12184003"/>
                <a:gd name="connsiteY3468" fmla="*/ 1203131 h 6857801"/>
                <a:gd name="connsiteX3469" fmla="*/ 5054012 w 12184003"/>
                <a:gd name="connsiteY3469" fmla="*/ 1288535 h 6857801"/>
                <a:gd name="connsiteX3470" fmla="*/ 5117513 w 12184003"/>
                <a:gd name="connsiteY3470" fmla="*/ 1352041 h 6857801"/>
                <a:gd name="connsiteX3471" fmla="*/ 5145978 w 12184003"/>
                <a:gd name="connsiteY3471" fmla="*/ 1352041 h 6857801"/>
                <a:gd name="connsiteX3472" fmla="*/ 5167876 w 12184003"/>
                <a:gd name="connsiteY3472" fmla="*/ 1373938 h 6857801"/>
                <a:gd name="connsiteX3473" fmla="*/ 3972277 w 12184003"/>
                <a:gd name="connsiteY3473" fmla="*/ 1080498 h 6857801"/>
                <a:gd name="connsiteX3474" fmla="*/ 4022647 w 12184003"/>
                <a:gd name="connsiteY3474" fmla="*/ 1130865 h 6857801"/>
                <a:gd name="connsiteX3475" fmla="*/ 4268133 w 12184003"/>
                <a:gd name="connsiteY3475" fmla="*/ 1130865 h 6857801"/>
                <a:gd name="connsiteX3476" fmla="*/ 4217498 w 12184003"/>
                <a:gd name="connsiteY3476" fmla="*/ 1080498 h 6857801"/>
                <a:gd name="connsiteX3477" fmla="*/ 3904401 w 12184003"/>
                <a:gd name="connsiteY3477" fmla="*/ 1080498 h 6857801"/>
                <a:gd name="connsiteX3478" fmla="*/ 3954762 w 12184003"/>
                <a:gd name="connsiteY3478" fmla="*/ 1130865 h 6857801"/>
                <a:gd name="connsiteX3479" fmla="*/ 3959143 w 12184003"/>
                <a:gd name="connsiteY3479" fmla="*/ 1130865 h 6857801"/>
                <a:gd name="connsiteX3480" fmla="*/ 3924113 w 12184003"/>
                <a:gd name="connsiteY3480" fmla="*/ 1095829 h 6857801"/>
                <a:gd name="connsiteX3481" fmla="*/ 3924169 w 12184003"/>
                <a:gd name="connsiteY3481" fmla="*/ 1080498 h 6857801"/>
                <a:gd name="connsiteX3482" fmla="*/ 8257677 w 12184003"/>
                <a:gd name="connsiteY3482" fmla="*/ 1016958 h 6857801"/>
                <a:gd name="connsiteX3483" fmla="*/ 8257677 w 12184003"/>
                <a:gd name="connsiteY3483" fmla="*/ 1034483 h 6857801"/>
                <a:gd name="connsiteX3484" fmla="*/ 8222639 w 12184003"/>
                <a:gd name="connsiteY3484" fmla="*/ 1069521 h 6857801"/>
                <a:gd name="connsiteX3485" fmla="*/ 8228818 w 12184003"/>
                <a:gd name="connsiteY3485" fmla="*/ 1069521 h 6857801"/>
                <a:gd name="connsiteX3486" fmla="*/ 8281543 w 12184003"/>
                <a:gd name="connsiteY3486" fmla="*/ 1016958 h 6857801"/>
                <a:gd name="connsiteX3487" fmla="*/ 7966433 w 12184003"/>
                <a:gd name="connsiteY3487" fmla="*/ 1016958 h 6857801"/>
                <a:gd name="connsiteX3488" fmla="*/ 7913871 w 12184003"/>
                <a:gd name="connsiteY3488" fmla="*/ 1069521 h 6857801"/>
                <a:gd name="connsiteX3489" fmla="*/ 8156946 w 12184003"/>
                <a:gd name="connsiteY3489" fmla="*/ 1069521 h 6857801"/>
                <a:gd name="connsiteX3490" fmla="*/ 8209508 w 12184003"/>
                <a:gd name="connsiteY3490" fmla="*/ 1016958 h 6857801"/>
                <a:gd name="connsiteX3491" fmla="*/ 6921894 w 12184003"/>
                <a:gd name="connsiteY3491" fmla="*/ 964466 h 6857801"/>
                <a:gd name="connsiteX3492" fmla="*/ 6710993 w 12184003"/>
                <a:gd name="connsiteY3492" fmla="*/ 1175345 h 6857801"/>
                <a:gd name="connsiteX3493" fmla="*/ 6707656 w 12184003"/>
                <a:gd name="connsiteY3493" fmla="*/ 1183787 h 6857801"/>
                <a:gd name="connsiteX3494" fmla="*/ 6925164 w 12184003"/>
                <a:gd name="connsiteY3494" fmla="*/ 1401293 h 6857801"/>
                <a:gd name="connsiteX3495" fmla="*/ 6968805 w 12184003"/>
                <a:gd name="connsiteY3495" fmla="*/ 1357652 h 6857801"/>
                <a:gd name="connsiteX3496" fmla="*/ 6954587 w 12184003"/>
                <a:gd name="connsiteY3496" fmla="*/ 1343341 h 6857801"/>
                <a:gd name="connsiteX3497" fmla="*/ 6932843 w 12184003"/>
                <a:gd name="connsiteY3497" fmla="*/ 1352041 h 6857801"/>
                <a:gd name="connsiteX3498" fmla="*/ 6886858 w 12184003"/>
                <a:gd name="connsiteY3498" fmla="*/ 1306051 h 6857801"/>
                <a:gd name="connsiteX3499" fmla="*/ 6899996 w 12184003"/>
                <a:gd name="connsiteY3499" fmla="*/ 1273208 h 6857801"/>
                <a:gd name="connsiteX3500" fmla="*/ 6921894 w 12184003"/>
                <a:gd name="connsiteY3500" fmla="*/ 1264447 h 6857801"/>
                <a:gd name="connsiteX3501" fmla="*/ 4241584 w 12184003"/>
                <a:gd name="connsiteY3501" fmla="*/ 952485 h 6857801"/>
                <a:gd name="connsiteX3502" fmla="*/ 4241584 w 12184003"/>
                <a:gd name="connsiteY3502" fmla="*/ 973224 h 6857801"/>
                <a:gd name="connsiteX3503" fmla="*/ 4398914 w 12184003"/>
                <a:gd name="connsiteY3503" fmla="*/ 1130865 h 6857801"/>
                <a:gd name="connsiteX3504" fmla="*/ 4420745 w 12184003"/>
                <a:gd name="connsiteY3504" fmla="*/ 1130865 h 6857801"/>
                <a:gd name="connsiteX3505" fmla="*/ 6672256 w 12184003"/>
                <a:gd name="connsiteY3505" fmla="*/ 918474 h 6857801"/>
                <a:gd name="connsiteX3506" fmla="*/ 6451086 w 12184003"/>
                <a:gd name="connsiteY3506" fmla="*/ 1139632 h 6857801"/>
                <a:gd name="connsiteX3507" fmla="*/ 6451086 w 12184003"/>
                <a:gd name="connsiteY3507" fmla="*/ 1308600 h 6857801"/>
                <a:gd name="connsiteX3508" fmla="*/ 6589044 w 12184003"/>
                <a:gd name="connsiteY3508" fmla="*/ 1446198 h 6857801"/>
                <a:gd name="connsiteX3509" fmla="*/ 6589044 w 12184003"/>
                <a:gd name="connsiteY3509" fmla="*/ 1463716 h 6857801"/>
                <a:gd name="connsiteX3510" fmla="*/ 6597803 w 12184003"/>
                <a:gd name="connsiteY3510" fmla="*/ 1472474 h 6857801"/>
                <a:gd name="connsiteX3511" fmla="*/ 6597803 w 12184003"/>
                <a:gd name="connsiteY3511" fmla="*/ 1255690 h 6857801"/>
                <a:gd name="connsiteX3512" fmla="*/ 6660740 w 12184003"/>
                <a:gd name="connsiteY3512" fmla="*/ 1192753 h 6857801"/>
                <a:gd name="connsiteX3513" fmla="*/ 6658024 w 12184003"/>
                <a:gd name="connsiteY3513" fmla="*/ 1191359 h 6857801"/>
                <a:gd name="connsiteX3514" fmla="*/ 6648170 w 12184003"/>
                <a:gd name="connsiteY3514" fmla="*/ 1168095 h 6857801"/>
                <a:gd name="connsiteX3515" fmla="*/ 6657202 w 12184003"/>
                <a:gd name="connsiteY3515" fmla="*/ 1145099 h 6857801"/>
                <a:gd name="connsiteX3516" fmla="*/ 6672256 w 12184003"/>
                <a:gd name="connsiteY3516" fmla="*/ 1138869 h 6857801"/>
                <a:gd name="connsiteX3517" fmla="*/ 4690499 w 12184003"/>
                <a:gd name="connsiteY3517" fmla="*/ 907206 h 6857801"/>
                <a:gd name="connsiteX3518" fmla="*/ 4690499 w 12184003"/>
                <a:gd name="connsiteY3518" fmla="*/ 925044 h 6857801"/>
                <a:gd name="connsiteX3519" fmla="*/ 4903709 w 12184003"/>
                <a:gd name="connsiteY3519" fmla="*/ 1138240 h 6857801"/>
                <a:gd name="connsiteX3520" fmla="*/ 4909400 w 12184003"/>
                <a:gd name="connsiteY3520" fmla="*/ 1124491 h 6857801"/>
                <a:gd name="connsiteX3521" fmla="*/ 4909208 w 12184003"/>
                <a:gd name="connsiteY3521" fmla="*/ 1124294 h 6857801"/>
                <a:gd name="connsiteX3522" fmla="*/ 4907289 w 12184003"/>
                <a:gd name="connsiteY3522" fmla="*/ 1124294 h 6857801"/>
                <a:gd name="connsiteX3523" fmla="*/ 4908663 w 12184003"/>
                <a:gd name="connsiteY3523" fmla="*/ 1123763 h 6857801"/>
                <a:gd name="connsiteX3524" fmla="*/ 5375914 w 12184003"/>
                <a:gd name="connsiteY3524" fmla="*/ 881251 h 6857801"/>
                <a:gd name="connsiteX3525" fmla="*/ 5189778 w 12184003"/>
                <a:gd name="connsiteY3525" fmla="*/ 1067366 h 6857801"/>
                <a:gd name="connsiteX3526" fmla="*/ 5189778 w 12184003"/>
                <a:gd name="connsiteY3526" fmla="*/ 1391455 h 6857801"/>
                <a:gd name="connsiteX3527" fmla="*/ 5275187 w 12184003"/>
                <a:gd name="connsiteY3527" fmla="*/ 1476856 h 6857801"/>
                <a:gd name="connsiteX3528" fmla="*/ 5275187 w 12184003"/>
                <a:gd name="connsiteY3528" fmla="*/ 1087073 h 6857801"/>
                <a:gd name="connsiteX3529" fmla="*/ 5375914 w 12184003"/>
                <a:gd name="connsiteY3529" fmla="*/ 985677 h 6857801"/>
                <a:gd name="connsiteX3530" fmla="*/ 4418961 w 12184003"/>
                <a:gd name="connsiteY3530" fmla="*/ 865906 h 6857801"/>
                <a:gd name="connsiteX3531" fmla="*/ 4905100 w 12184003"/>
                <a:gd name="connsiteY3531" fmla="*/ 1352041 h 6857801"/>
                <a:gd name="connsiteX3532" fmla="*/ 5029930 w 12184003"/>
                <a:gd name="connsiteY3532" fmla="*/ 1352041 h 6857801"/>
                <a:gd name="connsiteX3533" fmla="*/ 5029930 w 12184003"/>
                <a:gd name="connsiteY3533" fmla="*/ 1287519 h 6857801"/>
                <a:gd name="connsiteX3534" fmla="*/ 4942555 w 12184003"/>
                <a:gd name="connsiteY3534" fmla="*/ 1200397 h 6857801"/>
                <a:gd name="connsiteX3535" fmla="*/ 4941243 w 12184003"/>
                <a:gd name="connsiteY3535" fmla="*/ 1200940 h 6857801"/>
                <a:gd name="connsiteX3536" fmla="*/ 4909479 w 12184003"/>
                <a:gd name="connsiteY3536" fmla="*/ 1187800 h 6857801"/>
                <a:gd name="connsiteX3537" fmla="*/ 4896340 w 12184003"/>
                <a:gd name="connsiteY3537" fmla="*/ 1156047 h 6857801"/>
                <a:gd name="connsiteX3538" fmla="*/ 4896843 w 12184003"/>
                <a:gd name="connsiteY3538" fmla="*/ 1154828 h 6857801"/>
                <a:gd name="connsiteX3539" fmla="*/ 4672982 w 12184003"/>
                <a:gd name="connsiteY3539" fmla="*/ 931613 h 6857801"/>
                <a:gd name="connsiteX3540" fmla="*/ 4672982 w 12184003"/>
                <a:gd name="connsiteY3540" fmla="*/ 889815 h 6857801"/>
                <a:gd name="connsiteX3541" fmla="*/ 4648895 w 12184003"/>
                <a:gd name="connsiteY3541" fmla="*/ 865906 h 6857801"/>
                <a:gd name="connsiteX3542" fmla="*/ 4371114 w 12184003"/>
                <a:gd name="connsiteY3542" fmla="*/ 865906 h 6857801"/>
                <a:gd name="connsiteX3543" fmla="*/ 4541023 w 12184003"/>
                <a:gd name="connsiteY3543" fmla="*/ 1034153 h 6857801"/>
                <a:gd name="connsiteX3544" fmla="*/ 4548166 w 12184003"/>
                <a:gd name="connsiteY3544" fmla="*/ 1031229 h 6857801"/>
                <a:gd name="connsiteX3545" fmla="*/ 4555561 w 12184003"/>
                <a:gd name="connsiteY3545" fmla="*/ 1034251 h 6857801"/>
                <a:gd name="connsiteX3546" fmla="*/ 4387742 w 12184003"/>
                <a:gd name="connsiteY3546" fmla="*/ 865906 h 6857801"/>
                <a:gd name="connsiteX3547" fmla="*/ 4241584 w 12184003"/>
                <a:gd name="connsiteY3547" fmla="*/ 865906 h 6857801"/>
                <a:gd name="connsiteX3548" fmla="*/ 4241584 w 12184003"/>
                <a:gd name="connsiteY3548" fmla="*/ 929406 h 6857801"/>
                <a:gd name="connsiteX3549" fmla="*/ 4443057 w 12184003"/>
                <a:gd name="connsiteY3549" fmla="*/ 1130865 h 6857801"/>
                <a:gd name="connsiteX3550" fmla="*/ 4513129 w 12184003"/>
                <a:gd name="connsiteY3550" fmla="*/ 1130865 h 6857801"/>
                <a:gd name="connsiteX3551" fmla="*/ 4591961 w 12184003"/>
                <a:gd name="connsiteY3551" fmla="*/ 1209699 h 6857801"/>
                <a:gd name="connsiteX3552" fmla="*/ 4699258 w 12184003"/>
                <a:gd name="connsiteY3552" fmla="*/ 1209699 h 6857801"/>
                <a:gd name="connsiteX3553" fmla="*/ 5029930 w 12184003"/>
                <a:gd name="connsiteY3553" fmla="*/ 1540358 h 6857801"/>
                <a:gd name="connsiteX3554" fmla="*/ 5029930 w 12184003"/>
                <a:gd name="connsiteY3554" fmla="*/ 1374911 h 6857801"/>
                <a:gd name="connsiteX3555" fmla="*/ 4896340 w 12184003"/>
                <a:gd name="connsiteY3555" fmla="*/ 1376128 h 6857801"/>
                <a:gd name="connsiteX3556" fmla="*/ 4579140 w 12184003"/>
                <a:gd name="connsiteY3556" fmla="*/ 1057906 h 6857801"/>
                <a:gd name="connsiteX3557" fmla="*/ 4582110 w 12184003"/>
                <a:gd name="connsiteY3557" fmla="*/ 1065171 h 6857801"/>
                <a:gd name="connsiteX3558" fmla="*/ 4572256 w 12184003"/>
                <a:gd name="connsiteY3558" fmla="*/ 1089258 h 6857801"/>
                <a:gd name="connsiteX3559" fmla="*/ 4524078 w 12184003"/>
                <a:gd name="connsiteY3559" fmla="*/ 1089258 h 6857801"/>
                <a:gd name="connsiteX3560" fmla="*/ 4514223 w 12184003"/>
                <a:gd name="connsiteY3560" fmla="*/ 1065171 h 6857801"/>
                <a:gd name="connsiteX3561" fmla="*/ 4523517 w 12184003"/>
                <a:gd name="connsiteY3561" fmla="*/ 1042445 h 6857801"/>
                <a:gd name="connsiteX3562" fmla="*/ 4348721 w 12184003"/>
                <a:gd name="connsiteY3562" fmla="*/ 865906 h 6857801"/>
                <a:gd name="connsiteX3563" fmla="*/ 4178134 w 12184003"/>
                <a:gd name="connsiteY3563" fmla="*/ 865906 h 6857801"/>
                <a:gd name="connsiteX3564" fmla="*/ 4217498 w 12184003"/>
                <a:gd name="connsiteY3564" fmla="*/ 905318 h 6857801"/>
                <a:gd name="connsiteX3565" fmla="*/ 4217498 w 12184003"/>
                <a:gd name="connsiteY3565" fmla="*/ 865906 h 6857801"/>
                <a:gd name="connsiteX3566" fmla="*/ 3970092 w 12184003"/>
                <a:gd name="connsiteY3566" fmla="*/ 865906 h 6857801"/>
                <a:gd name="connsiteX3567" fmla="*/ 3970092 w 12184003"/>
                <a:gd name="connsiteY3567" fmla="*/ 1045463 h 6857801"/>
                <a:gd name="connsiteX3568" fmla="*/ 4230639 w 12184003"/>
                <a:gd name="connsiteY3568" fmla="*/ 1045463 h 6857801"/>
                <a:gd name="connsiteX3569" fmla="*/ 4316042 w 12184003"/>
                <a:gd name="connsiteY3569" fmla="*/ 1130865 h 6857801"/>
                <a:gd name="connsiteX3570" fmla="*/ 4364205 w 12184003"/>
                <a:gd name="connsiteY3570" fmla="*/ 1130865 h 6857801"/>
                <a:gd name="connsiteX3571" fmla="*/ 4217498 w 12184003"/>
                <a:gd name="connsiteY3571" fmla="*/ 984172 h 6857801"/>
                <a:gd name="connsiteX3572" fmla="*/ 4217498 w 12184003"/>
                <a:gd name="connsiteY3572" fmla="*/ 928500 h 6857801"/>
                <a:gd name="connsiteX3573" fmla="*/ 4154678 w 12184003"/>
                <a:gd name="connsiteY3573" fmla="*/ 865906 h 6857801"/>
                <a:gd name="connsiteX3574" fmla="*/ 3829955 w 12184003"/>
                <a:gd name="connsiteY3574" fmla="*/ 865906 h 6857801"/>
                <a:gd name="connsiteX3575" fmla="*/ 3829955 w 12184003"/>
                <a:gd name="connsiteY3575" fmla="*/ 1006050 h 6857801"/>
                <a:gd name="connsiteX3576" fmla="*/ 3869366 w 12184003"/>
                <a:gd name="connsiteY3576" fmla="*/ 1045463 h 6857801"/>
                <a:gd name="connsiteX3577" fmla="*/ 3924296 w 12184003"/>
                <a:gd name="connsiteY3577" fmla="*/ 1045463 h 6857801"/>
                <a:gd name="connsiteX3578" fmla="*/ 3924969 w 12184003"/>
                <a:gd name="connsiteY3578" fmla="*/ 865906 h 6857801"/>
                <a:gd name="connsiteX3579" fmla="*/ 3332884 w 12184003"/>
                <a:gd name="connsiteY3579" fmla="*/ 865906 h 6857801"/>
                <a:gd name="connsiteX3580" fmla="*/ 3512441 w 12184003"/>
                <a:gd name="connsiteY3580" fmla="*/ 1045463 h 6857801"/>
                <a:gd name="connsiteX3581" fmla="*/ 3821193 w 12184003"/>
                <a:gd name="connsiteY3581" fmla="*/ 1045463 h 6857801"/>
                <a:gd name="connsiteX3582" fmla="*/ 3797108 w 12184003"/>
                <a:gd name="connsiteY3582" fmla="*/ 1021378 h 6857801"/>
                <a:gd name="connsiteX3583" fmla="*/ 3797108 w 12184003"/>
                <a:gd name="connsiteY3583" fmla="*/ 865906 h 6857801"/>
                <a:gd name="connsiteX3584" fmla="*/ 3275385 w 12184003"/>
                <a:gd name="connsiteY3584" fmla="*/ 865906 h 6857801"/>
                <a:gd name="connsiteX3585" fmla="*/ 3540908 w 12184003"/>
                <a:gd name="connsiteY3585" fmla="*/ 1130865 h 6857801"/>
                <a:gd name="connsiteX3586" fmla="*/ 3764012 w 12184003"/>
                <a:gd name="connsiteY3586" fmla="*/ 1130865 h 6857801"/>
                <a:gd name="connsiteX3587" fmla="*/ 3777398 w 12184003"/>
                <a:gd name="connsiteY3587" fmla="*/ 1125389 h 6857801"/>
                <a:gd name="connsiteX3588" fmla="*/ 3790786 w 12184003"/>
                <a:gd name="connsiteY3588" fmla="*/ 1130865 h 6857801"/>
                <a:gd name="connsiteX3589" fmla="*/ 3906590 w 12184003"/>
                <a:gd name="connsiteY3589" fmla="*/ 1130865 h 6857801"/>
                <a:gd name="connsiteX3590" fmla="*/ 3856229 w 12184003"/>
                <a:gd name="connsiteY3590" fmla="*/ 1080498 h 6857801"/>
                <a:gd name="connsiteX3591" fmla="*/ 3499301 w 12184003"/>
                <a:gd name="connsiteY3591" fmla="*/ 1080498 h 6857801"/>
                <a:gd name="connsiteX3592" fmla="*/ 3284707 w 12184003"/>
                <a:gd name="connsiteY3592" fmla="*/ 865906 h 6857801"/>
                <a:gd name="connsiteX3593" fmla="*/ 8899284 w 12184003"/>
                <a:gd name="connsiteY3593" fmla="*/ 802364 h 6857801"/>
                <a:gd name="connsiteX3594" fmla="*/ 8684690 w 12184003"/>
                <a:gd name="connsiteY3594" fmla="*/ 1016958 h 6857801"/>
                <a:gd name="connsiteX3595" fmla="*/ 8327933 w 12184003"/>
                <a:gd name="connsiteY3595" fmla="*/ 1016958 h 6857801"/>
                <a:gd name="connsiteX3596" fmla="*/ 8275531 w 12184003"/>
                <a:gd name="connsiteY3596" fmla="*/ 1069521 h 6857801"/>
                <a:gd name="connsiteX3597" fmla="*/ 8390988 w 12184003"/>
                <a:gd name="connsiteY3597" fmla="*/ 1069521 h 6857801"/>
                <a:gd name="connsiteX3598" fmla="*/ 8404395 w 12184003"/>
                <a:gd name="connsiteY3598" fmla="*/ 1064037 h 6857801"/>
                <a:gd name="connsiteX3599" fmla="*/ 8417801 w 12184003"/>
                <a:gd name="connsiteY3599" fmla="*/ 1069521 h 6857801"/>
                <a:gd name="connsiteX3600" fmla="*/ 8640894 w 12184003"/>
                <a:gd name="connsiteY3600" fmla="*/ 1069521 h 6857801"/>
                <a:gd name="connsiteX3601" fmla="*/ 8908619 w 12184003"/>
                <a:gd name="connsiteY3601" fmla="*/ 802364 h 6857801"/>
                <a:gd name="connsiteX3602" fmla="*/ 8386875 w 12184003"/>
                <a:gd name="connsiteY3602" fmla="*/ 802364 h 6857801"/>
                <a:gd name="connsiteX3603" fmla="*/ 8386875 w 12184003"/>
                <a:gd name="connsiteY3603" fmla="*/ 957833 h 6857801"/>
                <a:gd name="connsiteX3604" fmla="*/ 8360679 w 12184003"/>
                <a:gd name="connsiteY3604" fmla="*/ 984111 h 6857801"/>
                <a:gd name="connsiteX3605" fmla="*/ 8671551 w 12184003"/>
                <a:gd name="connsiteY3605" fmla="*/ 984111 h 6857801"/>
                <a:gd name="connsiteX3606" fmla="*/ 8853298 w 12184003"/>
                <a:gd name="connsiteY3606" fmla="*/ 802364 h 6857801"/>
                <a:gd name="connsiteX3607" fmla="*/ 8257677 w 12184003"/>
                <a:gd name="connsiteY3607" fmla="*/ 802364 h 6857801"/>
                <a:gd name="connsiteX3608" fmla="*/ 8257677 w 12184003"/>
                <a:gd name="connsiteY3608" fmla="*/ 984111 h 6857801"/>
                <a:gd name="connsiteX3609" fmla="*/ 8314492 w 12184003"/>
                <a:gd name="connsiteY3609" fmla="*/ 984111 h 6857801"/>
                <a:gd name="connsiteX3610" fmla="*/ 8354029 w 12184003"/>
                <a:gd name="connsiteY3610" fmla="*/ 944694 h 6857801"/>
                <a:gd name="connsiteX3611" fmla="*/ 8353314 w 12184003"/>
                <a:gd name="connsiteY3611" fmla="*/ 802364 h 6857801"/>
                <a:gd name="connsiteX3612" fmla="*/ 8031496 w 12184003"/>
                <a:gd name="connsiteY3612" fmla="*/ 802364 h 6857801"/>
                <a:gd name="connsiteX3613" fmla="*/ 7763183 w 12184003"/>
                <a:gd name="connsiteY3613" fmla="*/ 1069521 h 6857801"/>
                <a:gd name="connsiteX3614" fmla="*/ 7865695 w 12184003"/>
                <a:gd name="connsiteY3614" fmla="*/ 1069521 h 6857801"/>
                <a:gd name="connsiteX3615" fmla="*/ 7951105 w 12184003"/>
                <a:gd name="connsiteY3615" fmla="*/ 984111 h 6857801"/>
                <a:gd name="connsiteX3616" fmla="*/ 8211691 w 12184003"/>
                <a:gd name="connsiteY3616" fmla="*/ 984111 h 6857801"/>
                <a:gd name="connsiteX3617" fmla="*/ 8211691 w 12184003"/>
                <a:gd name="connsiteY3617" fmla="*/ 802364 h 6857801"/>
                <a:gd name="connsiteX3618" fmla="*/ 7837073 w 12184003"/>
                <a:gd name="connsiteY3618" fmla="*/ 802364 h 6857801"/>
                <a:gd name="connsiteX3619" fmla="*/ 7658496 w 12184003"/>
                <a:gd name="connsiteY3619" fmla="*/ 979172 h 6857801"/>
                <a:gd name="connsiteX3620" fmla="*/ 7659860 w 12184003"/>
                <a:gd name="connsiteY3620" fmla="*/ 979730 h 6857801"/>
                <a:gd name="connsiteX3621" fmla="*/ 7659860 w 12184003"/>
                <a:gd name="connsiteY3621" fmla="*/ 1027905 h 6857801"/>
                <a:gd name="connsiteX3622" fmla="*/ 7611684 w 12184003"/>
                <a:gd name="connsiteY3622" fmla="*/ 1027905 h 6857801"/>
                <a:gd name="connsiteX3623" fmla="*/ 7601831 w 12184003"/>
                <a:gd name="connsiteY3623" fmla="*/ 1003817 h 6857801"/>
                <a:gd name="connsiteX3624" fmla="*/ 7605614 w 12184003"/>
                <a:gd name="connsiteY3624" fmla="*/ 994569 h 6857801"/>
                <a:gd name="connsiteX3625" fmla="*/ 7287592 w 12184003"/>
                <a:gd name="connsiteY3625" fmla="*/ 1312590 h 6857801"/>
                <a:gd name="connsiteX3626" fmla="*/ 7044524 w 12184003"/>
                <a:gd name="connsiteY3626" fmla="*/ 1312590 h 6857801"/>
                <a:gd name="connsiteX3627" fmla="*/ 7000623 w 12184003"/>
                <a:gd name="connsiteY3627" fmla="*/ 1356685 h 6857801"/>
                <a:gd name="connsiteX3628" fmla="*/ 7130471 w 12184003"/>
                <a:gd name="connsiteY3628" fmla="*/ 1487387 h 6857801"/>
                <a:gd name="connsiteX3629" fmla="*/ 7139566 w 12184003"/>
                <a:gd name="connsiteY3629" fmla="*/ 1491107 h 6857801"/>
                <a:gd name="connsiteX3630" fmla="*/ 7482485 w 12184003"/>
                <a:gd name="connsiteY3630" fmla="*/ 1146158 h 6857801"/>
                <a:gd name="connsiteX3631" fmla="*/ 7594173 w 12184003"/>
                <a:gd name="connsiteY3631" fmla="*/ 1146158 h 6857801"/>
                <a:gd name="connsiteX3632" fmla="*/ 7670809 w 12184003"/>
                <a:gd name="connsiteY3632" fmla="*/ 1069521 h 6857801"/>
                <a:gd name="connsiteX3633" fmla="*/ 7738687 w 12184003"/>
                <a:gd name="connsiteY3633" fmla="*/ 1069521 h 6857801"/>
                <a:gd name="connsiteX3634" fmla="*/ 8005844 w 12184003"/>
                <a:gd name="connsiteY3634" fmla="*/ 802364 h 6857801"/>
                <a:gd name="connsiteX3635" fmla="*/ 7797820 w 12184003"/>
                <a:gd name="connsiteY3635" fmla="*/ 802364 h 6857801"/>
                <a:gd name="connsiteX3636" fmla="*/ 7626525 w 12184003"/>
                <a:gd name="connsiteY3636" fmla="*/ 973658 h 6857801"/>
                <a:gd name="connsiteX3637" fmla="*/ 7635772 w 12184003"/>
                <a:gd name="connsiteY3637" fmla="*/ 969875 h 6857801"/>
                <a:gd name="connsiteX3638" fmla="*/ 7642613 w 12184003"/>
                <a:gd name="connsiteY3638" fmla="*/ 972673 h 6857801"/>
                <a:gd name="connsiteX3639" fmla="*/ 7811268 w 12184003"/>
                <a:gd name="connsiteY3639" fmla="*/ 802364 h 6857801"/>
                <a:gd name="connsiteX3640" fmla="*/ 5853275 w 12184003"/>
                <a:gd name="connsiteY3640" fmla="*/ 758622 h 6857801"/>
                <a:gd name="connsiteX3641" fmla="*/ 5853275 w 12184003"/>
                <a:gd name="connsiteY3641" fmla="*/ 1014825 h 6857801"/>
                <a:gd name="connsiteX3642" fmla="*/ 6072250 w 12184003"/>
                <a:gd name="connsiteY3642" fmla="*/ 1233788 h 6857801"/>
                <a:gd name="connsiteX3643" fmla="*/ 6072250 w 12184003"/>
                <a:gd name="connsiteY3643" fmla="*/ 1196565 h 6857801"/>
                <a:gd name="connsiteX3644" fmla="*/ 6181349 w 12184003"/>
                <a:gd name="connsiteY3644" fmla="*/ 1086687 h 6857801"/>
                <a:gd name="connsiteX3645" fmla="*/ 6859268 w 12184003"/>
                <a:gd name="connsiteY3645" fmla="*/ 731463 h 6857801"/>
                <a:gd name="connsiteX3646" fmla="*/ 6812194 w 12184003"/>
                <a:gd name="connsiteY3646" fmla="*/ 778535 h 6857801"/>
                <a:gd name="connsiteX3647" fmla="*/ 6813978 w 12184003"/>
                <a:gd name="connsiteY3647" fmla="*/ 781166 h 6857801"/>
                <a:gd name="connsiteX3648" fmla="*/ 6818973 w 12184003"/>
                <a:gd name="connsiteY3648" fmla="*/ 806794 h 6857801"/>
                <a:gd name="connsiteX3649" fmla="*/ 6755469 w 12184003"/>
                <a:gd name="connsiteY3649" fmla="*/ 872488 h 6857801"/>
                <a:gd name="connsiteX3650" fmla="*/ 6729601 w 12184003"/>
                <a:gd name="connsiteY3650" fmla="*/ 861131 h 6857801"/>
                <a:gd name="connsiteX3651" fmla="*/ 6689775 w 12184003"/>
                <a:gd name="connsiteY3651" fmla="*/ 900956 h 6857801"/>
                <a:gd name="connsiteX3652" fmla="*/ 6689775 w 12184003"/>
                <a:gd name="connsiteY3652" fmla="*/ 1138690 h 6857801"/>
                <a:gd name="connsiteX3653" fmla="*/ 6704009 w 12184003"/>
                <a:gd name="connsiteY3653" fmla="*/ 1144279 h 6857801"/>
                <a:gd name="connsiteX3654" fmla="*/ 6705532 w 12184003"/>
                <a:gd name="connsiteY3654" fmla="*/ 1147961 h 6857801"/>
                <a:gd name="connsiteX3655" fmla="*/ 6921894 w 12184003"/>
                <a:gd name="connsiteY3655" fmla="*/ 931618 h 6857801"/>
                <a:gd name="connsiteX3656" fmla="*/ 6921894 w 12184003"/>
                <a:gd name="connsiteY3656" fmla="*/ 798889 h 6857801"/>
                <a:gd name="connsiteX3657" fmla="*/ 6892332 w 12184003"/>
                <a:gd name="connsiteY3657" fmla="*/ 811121 h 6857801"/>
                <a:gd name="connsiteX3658" fmla="*/ 6860580 w 12184003"/>
                <a:gd name="connsiteY3658" fmla="*/ 797982 h 6857801"/>
                <a:gd name="connsiteX3659" fmla="*/ 6860580 w 12184003"/>
                <a:gd name="connsiteY3659" fmla="*/ 734478 h 6857801"/>
                <a:gd name="connsiteX3660" fmla="*/ 6863493 w 12184003"/>
                <a:gd name="connsiteY3660" fmla="*/ 733272 h 6857801"/>
                <a:gd name="connsiteX3661" fmla="*/ 4241584 w 12184003"/>
                <a:gd name="connsiteY3661" fmla="*/ 719287 h 6857801"/>
                <a:gd name="connsiteX3662" fmla="*/ 4241584 w 12184003"/>
                <a:gd name="connsiteY3662" fmla="*/ 833053 h 6857801"/>
                <a:gd name="connsiteX3663" fmla="*/ 4337940 w 12184003"/>
                <a:gd name="connsiteY3663" fmla="*/ 833053 h 6857801"/>
                <a:gd name="connsiteX3664" fmla="*/ 4346786 w 12184003"/>
                <a:gd name="connsiteY3664" fmla="*/ 841817 h 6857801"/>
                <a:gd name="connsiteX3665" fmla="*/ 4363731 w 12184003"/>
                <a:gd name="connsiteY3665" fmla="*/ 841817 h 6857801"/>
                <a:gd name="connsiteX3666" fmla="*/ 5811673 w 12184003"/>
                <a:gd name="connsiteY3666" fmla="*/ 717017 h 6857801"/>
                <a:gd name="connsiteX3667" fmla="*/ 5811673 w 12184003"/>
                <a:gd name="connsiteY3667" fmla="*/ 1095829 h 6857801"/>
                <a:gd name="connsiteX3668" fmla="*/ 5970765 w 12184003"/>
                <a:gd name="connsiteY3668" fmla="*/ 1254424 h 6857801"/>
                <a:gd name="connsiteX3669" fmla="*/ 5981376 w 12184003"/>
                <a:gd name="connsiteY3669" fmla="*/ 1258972 h 6857801"/>
                <a:gd name="connsiteX3670" fmla="*/ 5985887 w 12184003"/>
                <a:gd name="connsiteY3670" fmla="*/ 1269496 h 6857801"/>
                <a:gd name="connsiteX3671" fmla="*/ 6072250 w 12184003"/>
                <a:gd name="connsiteY3671" fmla="*/ 1355589 h 6857801"/>
                <a:gd name="connsiteX3672" fmla="*/ 6072250 w 12184003"/>
                <a:gd name="connsiteY3672" fmla="*/ 1281963 h 6857801"/>
                <a:gd name="connsiteX3673" fmla="*/ 5818240 w 12184003"/>
                <a:gd name="connsiteY3673" fmla="*/ 1027964 h 6857801"/>
                <a:gd name="connsiteX3674" fmla="*/ 5818240 w 12184003"/>
                <a:gd name="connsiteY3674" fmla="*/ 723586 h 6857801"/>
                <a:gd name="connsiteX3675" fmla="*/ 4241584 w 12184003"/>
                <a:gd name="connsiteY3675" fmla="*/ 579036 h 6857801"/>
                <a:gd name="connsiteX3676" fmla="*/ 4241584 w 12184003"/>
                <a:gd name="connsiteY3676" fmla="*/ 688533 h 6857801"/>
                <a:gd name="connsiteX3677" fmla="*/ 4394876 w 12184003"/>
                <a:gd name="connsiteY3677" fmla="*/ 841817 h 6857801"/>
                <a:gd name="connsiteX3678" fmla="*/ 4657659 w 12184003"/>
                <a:gd name="connsiteY3678" fmla="*/ 841817 h 6857801"/>
                <a:gd name="connsiteX3679" fmla="*/ 4672982 w 12184003"/>
                <a:gd name="connsiteY3679" fmla="*/ 857145 h 6857801"/>
                <a:gd name="connsiteX3680" fmla="*/ 4672982 w 12184003"/>
                <a:gd name="connsiteY3680" fmla="*/ 697286 h 6857801"/>
                <a:gd name="connsiteX3681" fmla="*/ 4554736 w 12184003"/>
                <a:gd name="connsiteY3681" fmla="*/ 579036 h 6857801"/>
                <a:gd name="connsiteX3682" fmla="*/ 2772896 w 12184003"/>
                <a:gd name="connsiteY3682" fmla="*/ 579035 h 6857801"/>
                <a:gd name="connsiteX3683" fmla="*/ 3037260 w 12184003"/>
                <a:gd name="connsiteY3683" fmla="*/ 841817 h 6857801"/>
                <a:gd name="connsiteX3684" fmla="*/ 3126989 w 12184003"/>
                <a:gd name="connsiteY3684" fmla="*/ 841817 h 6857801"/>
                <a:gd name="connsiteX3685" fmla="*/ 2887645 w 12184003"/>
                <a:gd name="connsiteY3685" fmla="*/ 604404 h 6857801"/>
                <a:gd name="connsiteX3686" fmla="*/ 2877398 w 12184003"/>
                <a:gd name="connsiteY3686" fmla="*/ 608595 h 6857801"/>
                <a:gd name="connsiteX3687" fmla="*/ 2853311 w 12184003"/>
                <a:gd name="connsiteY3687" fmla="*/ 598741 h 6857801"/>
                <a:gd name="connsiteX3688" fmla="*/ 2845251 w 12184003"/>
                <a:gd name="connsiteY3688" fmla="*/ 579035 h 6857801"/>
                <a:gd name="connsiteX3689" fmla="*/ 2713163 w 12184003"/>
                <a:gd name="connsiteY3689" fmla="*/ 579035 h 6857801"/>
                <a:gd name="connsiteX3690" fmla="*/ 3149498 w 12184003"/>
                <a:gd name="connsiteY3690" fmla="*/ 1015369 h 6857801"/>
                <a:gd name="connsiteX3691" fmla="*/ 3164261 w 12184003"/>
                <a:gd name="connsiteY3691" fmla="*/ 1009330 h 6857801"/>
                <a:gd name="connsiteX3692" fmla="*/ 3188351 w 12184003"/>
                <a:gd name="connsiteY3692" fmla="*/ 1019185 h 6857801"/>
                <a:gd name="connsiteX3693" fmla="*/ 3188351 w 12184003"/>
                <a:gd name="connsiteY3693" fmla="*/ 1067358 h 6857801"/>
                <a:gd name="connsiteX3694" fmla="*/ 3173024 w 12184003"/>
                <a:gd name="connsiteY3694" fmla="*/ 1073630 h 6857801"/>
                <a:gd name="connsiteX3695" fmla="*/ 3173024 w 12184003"/>
                <a:gd name="connsiteY3695" fmla="*/ 1358604 h 6857801"/>
                <a:gd name="connsiteX3696" fmla="*/ 3341638 w 12184003"/>
                <a:gd name="connsiteY3696" fmla="*/ 1527218 h 6857801"/>
                <a:gd name="connsiteX3697" fmla="*/ 3707321 w 12184003"/>
                <a:gd name="connsiteY3697" fmla="*/ 1527218 h 6857801"/>
                <a:gd name="connsiteX3698" fmla="*/ 3869647 w 12184003"/>
                <a:gd name="connsiteY3698" fmla="*/ 1689547 h 6857801"/>
                <a:gd name="connsiteX3699" fmla="*/ 3889071 w 12184003"/>
                <a:gd name="connsiteY3699" fmla="*/ 1681601 h 6857801"/>
                <a:gd name="connsiteX3700" fmla="*/ 3913161 w 12184003"/>
                <a:gd name="connsiteY3700" fmla="*/ 1691453 h 6857801"/>
                <a:gd name="connsiteX3701" fmla="*/ 3913161 w 12184003"/>
                <a:gd name="connsiteY3701" fmla="*/ 1739631 h 6857801"/>
                <a:gd name="connsiteX3702" fmla="*/ 3864986 w 12184003"/>
                <a:gd name="connsiteY3702" fmla="*/ 1739631 h 6857801"/>
                <a:gd name="connsiteX3703" fmla="*/ 3855131 w 12184003"/>
                <a:gd name="connsiteY3703" fmla="*/ 1715543 h 6857801"/>
                <a:gd name="connsiteX3704" fmla="*/ 3859986 w 12184003"/>
                <a:gd name="connsiteY3704" fmla="*/ 1703679 h 6857801"/>
                <a:gd name="connsiteX3705" fmla="*/ 3700752 w 12184003"/>
                <a:gd name="connsiteY3705" fmla="*/ 1542548 h 6857801"/>
                <a:gd name="connsiteX3706" fmla="*/ 3335068 w 12184003"/>
                <a:gd name="connsiteY3706" fmla="*/ 1544738 h 6857801"/>
                <a:gd name="connsiteX3707" fmla="*/ 3173024 w 12184003"/>
                <a:gd name="connsiteY3707" fmla="*/ 1381929 h 6857801"/>
                <a:gd name="connsiteX3708" fmla="*/ 3173024 w 12184003"/>
                <a:gd name="connsiteY3708" fmla="*/ 1500943 h 6857801"/>
                <a:gd name="connsiteX3709" fmla="*/ 3453316 w 12184003"/>
                <a:gd name="connsiteY3709" fmla="*/ 1781238 h 6857801"/>
                <a:gd name="connsiteX3710" fmla="*/ 3805872 w 12184003"/>
                <a:gd name="connsiteY3710" fmla="*/ 1781238 h 6857801"/>
                <a:gd name="connsiteX3711" fmla="*/ 3949146 w 12184003"/>
                <a:gd name="connsiteY3711" fmla="*/ 1925765 h 6857801"/>
                <a:gd name="connsiteX3712" fmla="*/ 4209664 w 12184003"/>
                <a:gd name="connsiteY3712" fmla="*/ 1925765 h 6857801"/>
                <a:gd name="connsiteX3713" fmla="*/ 4217498 w 12184003"/>
                <a:gd name="connsiteY3713" fmla="*/ 1906056 h 6857801"/>
                <a:gd name="connsiteX3714" fmla="*/ 4250344 w 12184003"/>
                <a:gd name="connsiteY3714" fmla="*/ 1892917 h 6857801"/>
                <a:gd name="connsiteX3715" fmla="*/ 4274436 w 12184003"/>
                <a:gd name="connsiteY3715" fmla="*/ 1902553 h 6857801"/>
                <a:gd name="connsiteX3716" fmla="*/ 4274436 w 12184003"/>
                <a:gd name="connsiteY3716" fmla="*/ 1676126 h 6857801"/>
                <a:gd name="connsiteX3717" fmla="*/ 3919839 w 12184003"/>
                <a:gd name="connsiteY3717" fmla="*/ 1321485 h 6857801"/>
                <a:gd name="connsiteX3718" fmla="*/ 3898929 w 12184003"/>
                <a:gd name="connsiteY3718" fmla="*/ 1330137 h 6857801"/>
                <a:gd name="connsiteX3719" fmla="*/ 3867181 w 12184003"/>
                <a:gd name="connsiteY3719" fmla="*/ 1316999 h 6857801"/>
                <a:gd name="connsiteX3720" fmla="*/ 3854044 w 12184003"/>
                <a:gd name="connsiteY3720" fmla="*/ 1285246 h 6857801"/>
                <a:gd name="connsiteX3721" fmla="*/ 3864616 w 12184003"/>
                <a:gd name="connsiteY3721" fmla="*/ 1259691 h 6857801"/>
                <a:gd name="connsiteX3722" fmla="*/ 3792165 w 12184003"/>
                <a:gd name="connsiteY3722" fmla="*/ 1187234 h 6857801"/>
                <a:gd name="connsiteX3723" fmla="*/ 3777398 w 12184003"/>
                <a:gd name="connsiteY3723" fmla="*/ 1193272 h 6857801"/>
                <a:gd name="connsiteX3724" fmla="*/ 3753308 w 12184003"/>
                <a:gd name="connsiteY3724" fmla="*/ 1183418 h 6857801"/>
                <a:gd name="connsiteX3725" fmla="*/ 3750620 w 12184003"/>
                <a:gd name="connsiteY3725" fmla="*/ 1176852 h 6857801"/>
                <a:gd name="connsiteX3726" fmla="*/ 3523395 w 12184003"/>
                <a:gd name="connsiteY3726" fmla="*/ 1176852 h 6857801"/>
                <a:gd name="connsiteX3727" fmla="*/ 3212444 w 12184003"/>
                <a:gd name="connsiteY3727" fmla="*/ 865906 h 6857801"/>
                <a:gd name="connsiteX3728" fmla="*/ 3028500 w 12184003"/>
                <a:gd name="connsiteY3728" fmla="*/ 865906 h 6857801"/>
                <a:gd name="connsiteX3729" fmla="*/ 2741632 w 12184003"/>
                <a:gd name="connsiteY3729" fmla="*/ 579035 h 6857801"/>
                <a:gd name="connsiteX3730" fmla="*/ 2537972 w 12184003"/>
                <a:gd name="connsiteY3730" fmla="*/ 579035 h 6857801"/>
                <a:gd name="connsiteX3731" fmla="*/ 3049647 w 12184003"/>
                <a:gd name="connsiteY3731" fmla="*/ 1090701 h 6857801"/>
                <a:gd name="connsiteX3732" fmla="*/ 3069008 w 12184003"/>
                <a:gd name="connsiteY3732" fmla="*/ 1082688 h 6857801"/>
                <a:gd name="connsiteX3733" fmla="*/ 3100760 w 12184003"/>
                <a:gd name="connsiteY3733" fmla="*/ 1095828 h 6857801"/>
                <a:gd name="connsiteX3734" fmla="*/ 3100760 w 12184003"/>
                <a:gd name="connsiteY3734" fmla="*/ 1159332 h 6857801"/>
                <a:gd name="connsiteX3735" fmla="*/ 3081054 w 12184003"/>
                <a:gd name="connsiteY3735" fmla="*/ 1167486 h 6857801"/>
                <a:gd name="connsiteX3736" fmla="*/ 3081054 w 12184003"/>
                <a:gd name="connsiteY3736" fmla="*/ 1266638 h 6857801"/>
                <a:gd name="connsiteX3737" fmla="*/ 3155505 w 12184003"/>
                <a:gd name="connsiteY3737" fmla="*/ 1341086 h 6857801"/>
                <a:gd name="connsiteX3738" fmla="*/ 3155505 w 12184003"/>
                <a:gd name="connsiteY3738" fmla="*/ 1073632 h 6857801"/>
                <a:gd name="connsiteX3739" fmla="*/ 3140172 w 12184003"/>
                <a:gd name="connsiteY3739" fmla="*/ 1067358 h 6857801"/>
                <a:gd name="connsiteX3740" fmla="*/ 3130319 w 12184003"/>
                <a:gd name="connsiteY3740" fmla="*/ 1043272 h 6857801"/>
                <a:gd name="connsiteX3741" fmla="*/ 3136994 w 12184003"/>
                <a:gd name="connsiteY3741" fmla="*/ 1026954 h 6857801"/>
                <a:gd name="connsiteX3742" fmla="*/ 2689075 w 12184003"/>
                <a:gd name="connsiteY3742" fmla="*/ 579035 h 6857801"/>
                <a:gd name="connsiteX3743" fmla="*/ 2904520 w 12184003"/>
                <a:gd name="connsiteY3743" fmla="*/ 557977 h 6857801"/>
                <a:gd name="connsiteX3744" fmla="*/ 2911341 w 12184003"/>
                <a:gd name="connsiteY3744" fmla="*/ 574654 h 6857801"/>
                <a:gd name="connsiteX3745" fmla="*/ 2902758 w 12184003"/>
                <a:gd name="connsiteY3745" fmla="*/ 595632 h 6857801"/>
                <a:gd name="connsiteX3746" fmla="*/ 3140178 w 12184003"/>
                <a:gd name="connsiteY3746" fmla="*/ 833053 h 6857801"/>
                <a:gd name="connsiteX3747" fmla="*/ 3179595 w 12184003"/>
                <a:gd name="connsiteY3747" fmla="*/ 833053 h 6857801"/>
                <a:gd name="connsiteX3748" fmla="*/ 2664602 w 12184003"/>
                <a:gd name="connsiteY3748" fmla="*/ 530476 h 6857801"/>
                <a:gd name="connsiteX3749" fmla="*/ 2695642 w 12184003"/>
                <a:gd name="connsiteY3749" fmla="*/ 561516 h 6857801"/>
                <a:gd name="connsiteX3750" fmla="*/ 2724114 w 12184003"/>
                <a:gd name="connsiteY3750" fmla="*/ 561516 h 6857801"/>
                <a:gd name="connsiteX3751" fmla="*/ 2694581 w 12184003"/>
                <a:gd name="connsiteY3751" fmla="*/ 531984 h 6857801"/>
                <a:gd name="connsiteX3752" fmla="*/ 2681413 w 12184003"/>
                <a:gd name="connsiteY3752" fmla="*/ 537432 h 6857801"/>
                <a:gd name="connsiteX3753" fmla="*/ 9407788 w 12184003"/>
                <a:gd name="connsiteY3753" fmla="*/ 517227 h 6857801"/>
                <a:gd name="connsiteX3754" fmla="*/ 9337887 w 12184003"/>
                <a:gd name="connsiteY3754" fmla="*/ 517587 h 6857801"/>
                <a:gd name="connsiteX3755" fmla="*/ 9330683 w 12184003"/>
                <a:gd name="connsiteY3755" fmla="*/ 535196 h 6857801"/>
                <a:gd name="connsiteX3756" fmla="*/ 9306595 w 12184003"/>
                <a:gd name="connsiteY3756" fmla="*/ 545051 h 6857801"/>
                <a:gd name="connsiteX3757" fmla="*/ 9296496 w 12184003"/>
                <a:gd name="connsiteY3757" fmla="*/ 540919 h 6857801"/>
                <a:gd name="connsiteX3758" fmla="*/ 9056950 w 12184003"/>
                <a:gd name="connsiteY3758" fmla="*/ 780465 h 6857801"/>
                <a:gd name="connsiteX3759" fmla="*/ 9144550 w 12184003"/>
                <a:gd name="connsiteY3759" fmla="*/ 780465 h 6857801"/>
                <a:gd name="connsiteX3760" fmla="*/ 9471613 w 12184003"/>
                <a:gd name="connsiteY3760" fmla="*/ 516897 h 6857801"/>
                <a:gd name="connsiteX3761" fmla="*/ 9440807 w 12184003"/>
                <a:gd name="connsiteY3761" fmla="*/ 517057 h 6857801"/>
                <a:gd name="connsiteX3762" fmla="*/ 9155500 w 12184003"/>
                <a:gd name="connsiteY3762" fmla="*/ 802364 h 6857801"/>
                <a:gd name="connsiteX3763" fmla="*/ 8973746 w 12184003"/>
                <a:gd name="connsiteY3763" fmla="*/ 802364 h 6857801"/>
                <a:gd name="connsiteX3764" fmla="*/ 8660603 w 12184003"/>
                <a:gd name="connsiteY3764" fmla="*/ 1115507 h 6857801"/>
                <a:gd name="connsiteX3765" fmla="*/ 8431166 w 12184003"/>
                <a:gd name="connsiteY3765" fmla="*/ 1115507 h 6857801"/>
                <a:gd name="connsiteX3766" fmla="*/ 8428483 w 12184003"/>
                <a:gd name="connsiteY3766" fmla="*/ 1122066 h 6857801"/>
                <a:gd name="connsiteX3767" fmla="*/ 8404395 w 12184003"/>
                <a:gd name="connsiteY3767" fmla="*/ 1131920 h 6857801"/>
                <a:gd name="connsiteX3768" fmla="*/ 8389633 w 12184003"/>
                <a:gd name="connsiteY3768" fmla="*/ 1125881 h 6857801"/>
                <a:gd name="connsiteX3769" fmla="*/ 8317176 w 12184003"/>
                <a:gd name="connsiteY3769" fmla="*/ 1198338 h 6857801"/>
                <a:gd name="connsiteX3770" fmla="*/ 8327752 w 12184003"/>
                <a:gd name="connsiteY3770" fmla="*/ 1223899 h 6857801"/>
                <a:gd name="connsiteX3771" fmla="*/ 8314613 w 12184003"/>
                <a:gd name="connsiteY3771" fmla="*/ 1255650 h 6857801"/>
                <a:gd name="connsiteX3772" fmla="*/ 8282861 w 12184003"/>
                <a:gd name="connsiteY3772" fmla="*/ 1268791 h 6857801"/>
                <a:gd name="connsiteX3773" fmla="*/ 8261952 w 12184003"/>
                <a:gd name="connsiteY3773" fmla="*/ 1260138 h 6857801"/>
                <a:gd name="connsiteX3774" fmla="*/ 7907308 w 12184003"/>
                <a:gd name="connsiteY3774" fmla="*/ 1614783 h 6857801"/>
                <a:gd name="connsiteX3775" fmla="*/ 7907308 w 12184003"/>
                <a:gd name="connsiteY3775" fmla="*/ 1903385 h 6857801"/>
                <a:gd name="connsiteX3776" fmla="*/ 7933585 w 12184003"/>
                <a:gd name="connsiteY3776" fmla="*/ 1892873 h 6857801"/>
                <a:gd name="connsiteX3777" fmla="*/ 7966432 w 12184003"/>
                <a:gd name="connsiteY3777" fmla="*/ 1906012 h 6857801"/>
                <a:gd name="connsiteX3778" fmla="*/ 7974317 w 12184003"/>
                <a:gd name="connsiteY3778" fmla="*/ 1925723 h 6857801"/>
                <a:gd name="connsiteX3779" fmla="*/ 8172289 w 12184003"/>
                <a:gd name="connsiteY3779" fmla="*/ 1925723 h 6857801"/>
                <a:gd name="connsiteX3780" fmla="*/ 8378117 w 12184003"/>
                <a:gd name="connsiteY3780" fmla="*/ 1719893 h 6857801"/>
                <a:gd name="connsiteX3781" fmla="*/ 8478336 w 12184003"/>
                <a:gd name="connsiteY3781" fmla="*/ 1719893 h 6857801"/>
                <a:gd name="connsiteX3782" fmla="*/ 8481037 w 12184003"/>
                <a:gd name="connsiteY3782" fmla="*/ 1718789 h 6857801"/>
                <a:gd name="connsiteX3783" fmla="*/ 8483738 w 12184003"/>
                <a:gd name="connsiteY3783" fmla="*/ 1719893 h 6857801"/>
                <a:gd name="connsiteX3784" fmla="*/ 8729466 w 12184003"/>
                <a:gd name="connsiteY3784" fmla="*/ 1719893 h 6857801"/>
                <a:gd name="connsiteX3785" fmla="*/ 9010971 w 12184003"/>
                <a:gd name="connsiteY3785" fmla="*/ 1437401 h 6857801"/>
                <a:gd name="connsiteX3786" fmla="*/ 9010971 w 12184003"/>
                <a:gd name="connsiteY3786" fmla="*/ 1317733 h 6857801"/>
                <a:gd name="connsiteX3787" fmla="*/ 8846736 w 12184003"/>
                <a:gd name="connsiteY3787" fmla="*/ 1481197 h 6857801"/>
                <a:gd name="connsiteX3788" fmla="*/ 8483228 w 12184003"/>
                <a:gd name="connsiteY3788" fmla="*/ 1481197 h 6857801"/>
                <a:gd name="connsiteX3789" fmla="*/ 8323443 w 12184003"/>
                <a:gd name="connsiteY3789" fmla="*/ 1640982 h 6857801"/>
                <a:gd name="connsiteX3790" fmla="*/ 8328846 w 12184003"/>
                <a:gd name="connsiteY3790" fmla="*/ 1654190 h 6857801"/>
                <a:gd name="connsiteX3791" fmla="*/ 8318992 w 12184003"/>
                <a:gd name="connsiteY3791" fmla="*/ 1678278 h 6857801"/>
                <a:gd name="connsiteX3792" fmla="*/ 8270817 w 12184003"/>
                <a:gd name="connsiteY3792" fmla="*/ 1678278 h 6857801"/>
                <a:gd name="connsiteX3793" fmla="*/ 8270817 w 12184003"/>
                <a:gd name="connsiteY3793" fmla="*/ 1630103 h 6857801"/>
                <a:gd name="connsiteX3794" fmla="*/ 8294905 w 12184003"/>
                <a:gd name="connsiteY3794" fmla="*/ 1620248 h 6857801"/>
                <a:gd name="connsiteX3795" fmla="*/ 8312777 w 12184003"/>
                <a:gd name="connsiteY3795" fmla="*/ 1627560 h 6857801"/>
                <a:gd name="connsiteX3796" fmla="*/ 8476657 w 12184003"/>
                <a:gd name="connsiteY3796" fmla="*/ 1463679 h 6857801"/>
                <a:gd name="connsiteX3797" fmla="*/ 8840166 w 12184003"/>
                <a:gd name="connsiteY3797" fmla="*/ 1463679 h 6857801"/>
                <a:gd name="connsiteX3798" fmla="*/ 9010971 w 12184003"/>
                <a:gd name="connsiteY3798" fmla="*/ 1292874 h 6857801"/>
                <a:gd name="connsiteX3799" fmla="*/ 9010971 w 12184003"/>
                <a:gd name="connsiteY3799" fmla="*/ 1012275 h 6857801"/>
                <a:gd name="connsiteX3800" fmla="*/ 8995644 w 12184003"/>
                <a:gd name="connsiteY3800" fmla="*/ 1006004 h 6857801"/>
                <a:gd name="connsiteX3801" fmla="*/ 8995644 w 12184003"/>
                <a:gd name="connsiteY3801" fmla="*/ 957829 h 6857801"/>
                <a:gd name="connsiteX3802" fmla="*/ 9019731 w 12184003"/>
                <a:gd name="connsiteY3802" fmla="*/ 947974 h 6857801"/>
                <a:gd name="connsiteX3803" fmla="*/ 9034497 w 12184003"/>
                <a:gd name="connsiteY3803" fmla="*/ 954015 h 6857801"/>
                <a:gd name="connsiteX3804" fmla="*/ 9645512 w 12184003"/>
                <a:gd name="connsiteY3804" fmla="*/ 516002 h 6857801"/>
                <a:gd name="connsiteX3805" fmla="*/ 9494870 w 12184003"/>
                <a:gd name="connsiteY3805" fmla="*/ 516779 h 6857801"/>
                <a:gd name="connsiteX3806" fmla="*/ 9046378 w 12184003"/>
                <a:gd name="connsiteY3806" fmla="*/ 964085 h 6857801"/>
                <a:gd name="connsiteX3807" fmla="*/ 9053672 w 12184003"/>
                <a:gd name="connsiteY3807" fmla="*/ 981917 h 6857801"/>
                <a:gd name="connsiteX3808" fmla="*/ 9043818 w 12184003"/>
                <a:gd name="connsiteY3808" fmla="*/ 1006004 h 6857801"/>
                <a:gd name="connsiteX3809" fmla="*/ 9026300 w 12184003"/>
                <a:gd name="connsiteY3809" fmla="*/ 1013171 h 6857801"/>
                <a:gd name="connsiteX3810" fmla="*/ 9026300 w 12184003"/>
                <a:gd name="connsiteY3810" fmla="*/ 1277546 h 6857801"/>
                <a:gd name="connsiteX3811" fmla="*/ 9100754 w 12184003"/>
                <a:gd name="connsiteY3811" fmla="*/ 1203092 h 6857801"/>
                <a:gd name="connsiteX3812" fmla="*/ 9100754 w 12184003"/>
                <a:gd name="connsiteY3812" fmla="*/ 1106529 h 6857801"/>
                <a:gd name="connsiteX3813" fmla="*/ 9078855 w 12184003"/>
                <a:gd name="connsiteY3813" fmla="*/ 1097982 h 6857801"/>
                <a:gd name="connsiteX3814" fmla="*/ 9078855 w 12184003"/>
                <a:gd name="connsiteY3814" fmla="*/ 1034478 h 6857801"/>
                <a:gd name="connsiteX3815" fmla="*/ 9110608 w 12184003"/>
                <a:gd name="connsiteY3815" fmla="*/ 1021339 h 6857801"/>
                <a:gd name="connsiteX3816" fmla="*/ 9131522 w 12184003"/>
                <a:gd name="connsiteY3816" fmla="*/ 1029993 h 6857801"/>
                <a:gd name="connsiteX3817" fmla="*/ 4690499 w 12184003"/>
                <a:gd name="connsiteY3817" fmla="*/ 500207 h 6857801"/>
                <a:gd name="connsiteX3818" fmla="*/ 4690499 w 12184003"/>
                <a:gd name="connsiteY3818" fmla="*/ 691840 h 6857801"/>
                <a:gd name="connsiteX3819" fmla="*/ 4791929 w 12184003"/>
                <a:gd name="connsiteY3819" fmla="*/ 794147 h 6857801"/>
                <a:gd name="connsiteX3820" fmla="*/ 4806559 w 12184003"/>
                <a:gd name="connsiteY3820" fmla="*/ 788161 h 6857801"/>
                <a:gd name="connsiteX3821" fmla="*/ 4830643 w 12184003"/>
                <a:gd name="connsiteY3821" fmla="*/ 798014 h 6857801"/>
                <a:gd name="connsiteX3822" fmla="*/ 4830643 w 12184003"/>
                <a:gd name="connsiteY3822" fmla="*/ 846190 h 6857801"/>
                <a:gd name="connsiteX3823" fmla="*/ 4782472 w 12184003"/>
                <a:gd name="connsiteY3823" fmla="*/ 846190 h 6857801"/>
                <a:gd name="connsiteX3824" fmla="*/ 4772616 w 12184003"/>
                <a:gd name="connsiteY3824" fmla="*/ 822102 h 6857801"/>
                <a:gd name="connsiteX3825" fmla="*/ 4779930 w 12184003"/>
                <a:gd name="connsiteY3825" fmla="*/ 804233 h 6857801"/>
                <a:gd name="connsiteX3826" fmla="*/ 4690499 w 12184003"/>
                <a:gd name="connsiteY3826" fmla="*/ 714805 h 6857801"/>
                <a:gd name="connsiteX3827" fmla="*/ 4690499 w 12184003"/>
                <a:gd name="connsiteY3827" fmla="*/ 874665 h 6857801"/>
                <a:gd name="connsiteX3828" fmla="*/ 4930922 w 12184003"/>
                <a:gd name="connsiteY3828" fmla="*/ 1115075 h 6857801"/>
                <a:gd name="connsiteX3829" fmla="*/ 4940969 w 12184003"/>
                <a:gd name="connsiteY3829" fmla="*/ 1111157 h 6857801"/>
                <a:gd name="connsiteX3830" fmla="*/ 4973001 w 12184003"/>
                <a:gd name="connsiteY3830" fmla="*/ 1124294 h 6857801"/>
                <a:gd name="connsiteX3831" fmla="*/ 4973001 w 12184003"/>
                <a:gd name="connsiteY3831" fmla="*/ 1187800 h 6857801"/>
                <a:gd name="connsiteX3832" fmla="*/ 4959050 w 12184003"/>
                <a:gd name="connsiteY3832" fmla="*/ 1193573 h 6857801"/>
                <a:gd name="connsiteX3833" fmla="*/ 5029930 w 12184003"/>
                <a:gd name="connsiteY3833" fmla="*/ 1264447 h 6857801"/>
                <a:gd name="connsiteX3834" fmla="*/ 5029930 w 12184003"/>
                <a:gd name="connsiteY3834" fmla="*/ 1194374 h 6857801"/>
                <a:gd name="connsiteX3835" fmla="*/ 5167876 w 12184003"/>
                <a:gd name="connsiteY3835" fmla="*/ 1056420 h 6857801"/>
                <a:gd name="connsiteX3836" fmla="*/ 5167876 w 12184003"/>
                <a:gd name="connsiteY3836" fmla="*/ 719189 h 6857801"/>
                <a:gd name="connsiteX3837" fmla="*/ 4948905 w 12184003"/>
                <a:gd name="connsiteY3837" fmla="*/ 500207 h 6857801"/>
                <a:gd name="connsiteX3838" fmla="*/ 2634331 w 12184003"/>
                <a:gd name="connsiteY3838" fmla="*/ 500206 h 6857801"/>
                <a:gd name="connsiteX3839" fmla="*/ 2643475 w 12184003"/>
                <a:gd name="connsiteY3839" fmla="*/ 509352 h 6857801"/>
                <a:gd name="connsiteX3840" fmla="*/ 2639691 w 12184003"/>
                <a:gd name="connsiteY3840" fmla="*/ 500206 h 6857801"/>
                <a:gd name="connsiteX3841" fmla="*/ 2459140 w 12184003"/>
                <a:gd name="connsiteY3841" fmla="*/ 500206 h 6857801"/>
                <a:gd name="connsiteX3842" fmla="*/ 2520452 w 12184003"/>
                <a:gd name="connsiteY3842" fmla="*/ 561516 h 6857801"/>
                <a:gd name="connsiteX3843" fmla="*/ 2671554 w 12184003"/>
                <a:gd name="connsiteY3843" fmla="*/ 561516 h 6857801"/>
                <a:gd name="connsiteX3844" fmla="*/ 2610243 w 12184003"/>
                <a:gd name="connsiteY3844" fmla="*/ 500206 h 6857801"/>
                <a:gd name="connsiteX3845" fmla="*/ 2384028 w 12184003"/>
                <a:gd name="connsiteY3845" fmla="*/ 500206 h 6857801"/>
                <a:gd name="connsiteX3846" fmla="*/ 2446002 w 12184003"/>
                <a:gd name="connsiteY3846" fmla="*/ 561516 h 6857801"/>
                <a:gd name="connsiteX3847" fmla="*/ 2487605 w 12184003"/>
                <a:gd name="connsiteY3847" fmla="*/ 561516 h 6857801"/>
                <a:gd name="connsiteX3848" fmla="*/ 2426294 w 12184003"/>
                <a:gd name="connsiteY3848" fmla="*/ 500206 h 6857801"/>
                <a:gd name="connsiteX3849" fmla="*/ 9277952 w 12184003"/>
                <a:gd name="connsiteY3849" fmla="*/ 498157 h 6857801"/>
                <a:gd name="connsiteX3850" fmla="*/ 9006600 w 12184003"/>
                <a:gd name="connsiteY3850" fmla="*/ 769509 h 6857801"/>
                <a:gd name="connsiteX3851" fmla="*/ 9043817 w 12184003"/>
                <a:gd name="connsiteY3851" fmla="*/ 769509 h 6857801"/>
                <a:gd name="connsiteX3852" fmla="*/ 9281236 w 12184003"/>
                <a:gd name="connsiteY3852" fmla="*/ 532090 h 6857801"/>
                <a:gd name="connsiteX3853" fmla="*/ 9272653 w 12184003"/>
                <a:gd name="connsiteY3853" fmla="*/ 511109 h 6857801"/>
                <a:gd name="connsiteX3854" fmla="*/ 7180292 w 12184003"/>
                <a:gd name="connsiteY3854" fmla="*/ 491409 h 6857801"/>
                <a:gd name="connsiteX3855" fmla="*/ 6943792 w 12184003"/>
                <a:gd name="connsiteY3855" fmla="*/ 727910 h 6857801"/>
                <a:gd name="connsiteX3856" fmla="*/ 6943792 w 12184003"/>
                <a:gd name="connsiteY3856" fmla="*/ 909721 h 6857801"/>
                <a:gd name="connsiteX3857" fmla="*/ 7155579 w 12184003"/>
                <a:gd name="connsiteY3857" fmla="*/ 697933 h 6857801"/>
                <a:gd name="connsiteX3858" fmla="*/ 7147445 w 12184003"/>
                <a:gd name="connsiteY3858" fmla="*/ 677596 h 6857801"/>
                <a:gd name="connsiteX3859" fmla="*/ 7160584 w 12184003"/>
                <a:gd name="connsiteY3859" fmla="*/ 644749 h 6857801"/>
                <a:gd name="connsiteX3860" fmla="*/ 7180292 w 12184003"/>
                <a:gd name="connsiteY3860" fmla="*/ 636866 h 6857801"/>
                <a:gd name="connsiteX3861" fmla="*/ 9520930 w 12184003"/>
                <a:gd name="connsiteY3861" fmla="*/ 467581 h 6857801"/>
                <a:gd name="connsiteX3862" fmla="*/ 9500393 w 12184003"/>
                <a:gd name="connsiteY3862" fmla="*/ 476079 h 6857801"/>
                <a:gd name="connsiteX3863" fmla="*/ 9487231 w 12184003"/>
                <a:gd name="connsiteY3863" fmla="*/ 470632 h 6857801"/>
                <a:gd name="connsiteX3864" fmla="*/ 9457701 w 12184003"/>
                <a:gd name="connsiteY3864" fmla="*/ 500162 h 6857801"/>
                <a:gd name="connsiteX3865" fmla="*/ 9488349 w 12184003"/>
                <a:gd name="connsiteY3865" fmla="*/ 500162 h 6857801"/>
                <a:gd name="connsiteX3866" fmla="*/ 9755506 w 12184003"/>
                <a:gd name="connsiteY3866" fmla="*/ 438856 h 6857801"/>
                <a:gd name="connsiteX3867" fmla="*/ 9694199 w 12184003"/>
                <a:gd name="connsiteY3867" fmla="*/ 500162 h 6857801"/>
                <a:gd name="connsiteX3868" fmla="*/ 9737988 w 12184003"/>
                <a:gd name="connsiteY3868" fmla="*/ 500162 h 6857801"/>
                <a:gd name="connsiteX3869" fmla="*/ 9799295 w 12184003"/>
                <a:gd name="connsiteY3869" fmla="*/ 438856 h 6857801"/>
                <a:gd name="connsiteX3870" fmla="*/ 9573000 w 12184003"/>
                <a:gd name="connsiteY3870" fmla="*/ 438856 h 6857801"/>
                <a:gd name="connsiteX3871" fmla="*/ 9511531 w 12184003"/>
                <a:gd name="connsiteY3871" fmla="*/ 500162 h 6857801"/>
                <a:gd name="connsiteX3872" fmla="*/ 9661352 w 12184003"/>
                <a:gd name="connsiteY3872" fmla="*/ 500162 h 6857801"/>
                <a:gd name="connsiteX3873" fmla="*/ 9722659 w 12184003"/>
                <a:gd name="connsiteY3873" fmla="*/ 438856 h 6857801"/>
                <a:gd name="connsiteX3874" fmla="*/ 9542112 w 12184003"/>
                <a:gd name="connsiteY3874" fmla="*/ 438856 h 6857801"/>
                <a:gd name="connsiteX3875" fmla="*/ 9536788 w 12184003"/>
                <a:gd name="connsiteY3875" fmla="*/ 451723 h 6857801"/>
                <a:gd name="connsiteX3876" fmla="*/ 9549656 w 12184003"/>
                <a:gd name="connsiteY3876" fmla="*/ 438856 h 6857801"/>
                <a:gd name="connsiteX3877" fmla="*/ 4024839 w 12184003"/>
                <a:gd name="connsiteY3877" fmla="*/ 399470 h 6857801"/>
                <a:gd name="connsiteX3878" fmla="*/ 4024839 w 12184003"/>
                <a:gd name="connsiteY3878" fmla="*/ 712614 h 6857801"/>
                <a:gd name="connsiteX3879" fmla="*/ 4145280 w 12184003"/>
                <a:gd name="connsiteY3879" fmla="*/ 833053 h 6857801"/>
                <a:gd name="connsiteX3880" fmla="*/ 4217498 w 12184003"/>
                <a:gd name="connsiteY3880" fmla="*/ 833053 h 6857801"/>
                <a:gd name="connsiteX3881" fmla="*/ 4217498 w 12184003"/>
                <a:gd name="connsiteY3881" fmla="*/ 695122 h 6857801"/>
                <a:gd name="connsiteX3882" fmla="*/ 4210979 w 12184003"/>
                <a:gd name="connsiteY3882" fmla="*/ 688532 h 6857801"/>
                <a:gd name="connsiteX3883" fmla="*/ 4210979 w 12184003"/>
                <a:gd name="connsiteY3883" fmla="*/ 603321 h 6857801"/>
                <a:gd name="connsiteX3884" fmla="*/ 4208789 w 12184003"/>
                <a:gd name="connsiteY3884" fmla="*/ 604216 h 6857801"/>
                <a:gd name="connsiteX3885" fmla="*/ 4184702 w 12184003"/>
                <a:gd name="connsiteY3885" fmla="*/ 594361 h 6857801"/>
                <a:gd name="connsiteX3886" fmla="*/ 4174846 w 12184003"/>
                <a:gd name="connsiteY3886" fmla="*/ 570274 h 6857801"/>
                <a:gd name="connsiteX3887" fmla="*/ 4180885 w 12184003"/>
                <a:gd name="connsiteY3887" fmla="*/ 555512 h 6857801"/>
                <a:gd name="connsiteX3888" fmla="*/ 2288505 w 12184003"/>
                <a:gd name="connsiteY3888" fmla="*/ 362414 h 6857801"/>
                <a:gd name="connsiteX3889" fmla="*/ 2293808 w 12184003"/>
                <a:gd name="connsiteY3889" fmla="*/ 375380 h 6857801"/>
                <a:gd name="connsiteX3890" fmla="*/ 2283956 w 12184003"/>
                <a:gd name="connsiteY3890" fmla="*/ 399468 h 6857801"/>
                <a:gd name="connsiteX3891" fmla="*/ 2282707 w 12184003"/>
                <a:gd name="connsiteY3891" fmla="*/ 399977 h 6857801"/>
                <a:gd name="connsiteX3892" fmla="*/ 2361890 w 12184003"/>
                <a:gd name="connsiteY3892" fmla="*/ 478309 h 6857801"/>
                <a:gd name="connsiteX3893" fmla="*/ 2404399 w 12184003"/>
                <a:gd name="connsiteY3893" fmla="*/ 478309 h 6857801"/>
                <a:gd name="connsiteX3894" fmla="*/ 8159137 w 12184003"/>
                <a:gd name="connsiteY3894" fmla="*/ 335926 h 6857801"/>
                <a:gd name="connsiteX3895" fmla="*/ 8002459 w 12184003"/>
                <a:gd name="connsiteY3895" fmla="*/ 492604 h 6857801"/>
                <a:gd name="connsiteX3896" fmla="*/ 8009134 w 12184003"/>
                <a:gd name="connsiteY3896" fmla="*/ 508919 h 6857801"/>
                <a:gd name="connsiteX3897" fmla="*/ 7999280 w 12184003"/>
                <a:gd name="connsiteY3897" fmla="*/ 533007 h 6857801"/>
                <a:gd name="connsiteX3898" fmla="*/ 7975192 w 12184003"/>
                <a:gd name="connsiteY3898" fmla="*/ 542860 h 6857801"/>
                <a:gd name="connsiteX3899" fmla="*/ 7973003 w 12184003"/>
                <a:gd name="connsiteY3899" fmla="*/ 541965 h 6857801"/>
                <a:gd name="connsiteX3900" fmla="*/ 7973003 w 12184003"/>
                <a:gd name="connsiteY3900" fmla="*/ 627180 h 6857801"/>
                <a:gd name="connsiteX3901" fmla="*/ 7819719 w 12184003"/>
                <a:gd name="connsiteY3901" fmla="*/ 780465 h 6857801"/>
                <a:gd name="connsiteX3902" fmla="*/ 7832954 w 12184003"/>
                <a:gd name="connsiteY3902" fmla="*/ 780465 h 6857801"/>
                <a:gd name="connsiteX3903" fmla="*/ 7843803 w 12184003"/>
                <a:gd name="connsiteY3903" fmla="*/ 769509 h 6857801"/>
                <a:gd name="connsiteX3904" fmla="*/ 8038699 w 12184003"/>
                <a:gd name="connsiteY3904" fmla="*/ 769509 h 6857801"/>
                <a:gd name="connsiteX3905" fmla="*/ 8159137 w 12184003"/>
                <a:gd name="connsiteY3905" fmla="*/ 649071 h 6857801"/>
                <a:gd name="connsiteX3906" fmla="*/ 9896993 w 12184003"/>
                <a:gd name="connsiteY3906" fmla="*/ 297369 h 6857801"/>
                <a:gd name="connsiteX3907" fmla="*/ 9779594 w 12184003"/>
                <a:gd name="connsiteY3907" fmla="*/ 414767 h 6857801"/>
                <a:gd name="connsiteX3908" fmla="*/ 9823382 w 12184003"/>
                <a:gd name="connsiteY3908" fmla="*/ 414767 h 6857801"/>
                <a:gd name="connsiteX3909" fmla="*/ 9900036 w 12184003"/>
                <a:gd name="connsiteY3909" fmla="*/ 338113 h 6857801"/>
                <a:gd name="connsiteX3910" fmla="*/ 9900033 w 12184003"/>
                <a:gd name="connsiteY3910" fmla="*/ 338112 h 6857801"/>
                <a:gd name="connsiteX3911" fmla="*/ 9890180 w 12184003"/>
                <a:gd name="connsiteY3911" fmla="*/ 314023 h 6857801"/>
                <a:gd name="connsiteX3912" fmla="*/ 3060885 w 12184003"/>
                <a:gd name="connsiteY3912" fmla="*/ 292171 h 6857801"/>
                <a:gd name="connsiteX3913" fmla="*/ 3388247 w 12184003"/>
                <a:gd name="connsiteY3913" fmla="*/ 621043 h 6857801"/>
                <a:gd name="connsiteX3914" fmla="*/ 3387628 w 12184003"/>
                <a:gd name="connsiteY3914" fmla="*/ 619550 h 6857801"/>
                <a:gd name="connsiteX3915" fmla="*/ 3393049 w 12184003"/>
                <a:gd name="connsiteY3915" fmla="*/ 606455 h 6857801"/>
                <a:gd name="connsiteX3916" fmla="*/ 3077696 w 12184003"/>
                <a:gd name="connsiteY3916" fmla="*/ 292171 h 6857801"/>
                <a:gd name="connsiteX3917" fmla="*/ 2759151 w 12184003"/>
                <a:gd name="connsiteY3917" fmla="*/ 292171 h 6857801"/>
                <a:gd name="connsiteX3918" fmla="*/ 3300033 w 12184003"/>
                <a:gd name="connsiteY3918" fmla="*/ 833053 h 6857801"/>
                <a:gd name="connsiteX3919" fmla="*/ 3797108 w 12184003"/>
                <a:gd name="connsiteY3919" fmla="*/ 833053 h 6857801"/>
                <a:gd name="connsiteX3920" fmla="*/ 3797108 w 12184003"/>
                <a:gd name="connsiteY3920" fmla="*/ 585606 h 6857801"/>
                <a:gd name="connsiteX3921" fmla="*/ 3503680 w 12184003"/>
                <a:gd name="connsiteY3921" fmla="*/ 292171 h 6857801"/>
                <a:gd name="connsiteX3922" fmla="*/ 3109518 w 12184003"/>
                <a:gd name="connsiteY3922" fmla="*/ 292171 h 6857801"/>
                <a:gd name="connsiteX3923" fmla="*/ 3403867 w 12184003"/>
                <a:gd name="connsiteY3923" fmla="*/ 586515 h 6857801"/>
                <a:gd name="connsiteX3924" fmla="*/ 3432518 w 12184003"/>
                <a:gd name="connsiteY3924" fmla="*/ 574657 h 6857801"/>
                <a:gd name="connsiteX3925" fmla="*/ 3464271 w 12184003"/>
                <a:gd name="connsiteY3925" fmla="*/ 587797 h 6857801"/>
                <a:gd name="connsiteX3926" fmla="*/ 3464271 w 12184003"/>
                <a:gd name="connsiteY3926" fmla="*/ 651301 h 6857801"/>
                <a:gd name="connsiteX3927" fmla="*/ 3459076 w 12184003"/>
                <a:gd name="connsiteY3927" fmla="*/ 653451 h 6857801"/>
                <a:gd name="connsiteX3928" fmla="*/ 3465358 w 12184003"/>
                <a:gd name="connsiteY3928" fmla="*/ 668815 h 6857801"/>
                <a:gd name="connsiteX3929" fmla="*/ 3455506 w 12184003"/>
                <a:gd name="connsiteY3929" fmla="*/ 692903 h 6857801"/>
                <a:gd name="connsiteX3930" fmla="*/ 3407333 w 12184003"/>
                <a:gd name="connsiteY3930" fmla="*/ 692903 h 6857801"/>
                <a:gd name="connsiteX3931" fmla="*/ 3397479 w 12184003"/>
                <a:gd name="connsiteY3931" fmla="*/ 668815 h 6857801"/>
                <a:gd name="connsiteX3932" fmla="*/ 3402247 w 12184003"/>
                <a:gd name="connsiteY3932" fmla="*/ 657161 h 6857801"/>
                <a:gd name="connsiteX3933" fmla="*/ 3037254 w 12184003"/>
                <a:gd name="connsiteY3933" fmla="*/ 292171 h 6857801"/>
                <a:gd name="connsiteX3934" fmla="*/ 2700429 w 12184003"/>
                <a:gd name="connsiteY3934" fmla="*/ 292171 h 6857801"/>
                <a:gd name="connsiteX3935" fmla="*/ 3242463 w 12184003"/>
                <a:gd name="connsiteY3935" fmla="*/ 833053 h 6857801"/>
                <a:gd name="connsiteX3936" fmla="*/ 3251855 w 12184003"/>
                <a:gd name="connsiteY3936" fmla="*/ 833053 h 6857801"/>
                <a:gd name="connsiteX3937" fmla="*/ 2715352 w 12184003"/>
                <a:gd name="connsiteY3937" fmla="*/ 296550 h 6857801"/>
                <a:gd name="connsiteX3938" fmla="*/ 2715352 w 12184003"/>
                <a:gd name="connsiteY3938" fmla="*/ 292171 h 6857801"/>
                <a:gd name="connsiteX3939" fmla="*/ 4241584 w 12184003"/>
                <a:gd name="connsiteY3939" fmla="*/ 264220 h 6857801"/>
                <a:gd name="connsiteX3940" fmla="*/ 4241584 w 12184003"/>
                <a:gd name="connsiteY3940" fmla="*/ 561517 h 6857801"/>
                <a:gd name="connsiteX3941" fmla="*/ 4561306 w 12184003"/>
                <a:gd name="connsiteY3941" fmla="*/ 561517 h 6857801"/>
                <a:gd name="connsiteX3942" fmla="*/ 4672982 w 12184003"/>
                <a:gd name="connsiteY3942" fmla="*/ 674169 h 6857801"/>
                <a:gd name="connsiteX3943" fmla="*/ 4672982 w 12184003"/>
                <a:gd name="connsiteY3943" fmla="*/ 500207 h 6857801"/>
                <a:gd name="connsiteX3944" fmla="*/ 4521279 w 12184003"/>
                <a:gd name="connsiteY3944" fmla="*/ 500207 h 6857801"/>
                <a:gd name="connsiteX3945" fmla="*/ 4513129 w 12184003"/>
                <a:gd name="connsiteY3945" fmla="*/ 519913 h 6857801"/>
                <a:gd name="connsiteX3946" fmla="*/ 4449629 w 12184003"/>
                <a:gd name="connsiteY3946" fmla="*/ 519913 h 6857801"/>
                <a:gd name="connsiteX3947" fmla="*/ 4436485 w 12184003"/>
                <a:gd name="connsiteY3947" fmla="*/ 488160 h 6857801"/>
                <a:gd name="connsiteX3948" fmla="*/ 4445118 w 12184003"/>
                <a:gd name="connsiteY3948" fmla="*/ 467304 h 6857801"/>
                <a:gd name="connsiteX3949" fmla="*/ 5767879 w 12184003"/>
                <a:gd name="connsiteY3949" fmla="*/ 233791 h 6857801"/>
                <a:gd name="connsiteX3950" fmla="*/ 5760213 w 12184003"/>
                <a:gd name="connsiteY3950" fmla="*/ 251675 h 6857801"/>
                <a:gd name="connsiteX3951" fmla="*/ 5739412 w 12184003"/>
                <a:gd name="connsiteY3951" fmla="*/ 260591 h 6857801"/>
                <a:gd name="connsiteX3952" fmla="*/ 5739412 w 12184003"/>
                <a:gd name="connsiteY3952" fmla="*/ 598762 h 6857801"/>
                <a:gd name="connsiteX3953" fmla="*/ 5767879 w 12184003"/>
                <a:gd name="connsiteY3953" fmla="*/ 627156 h 6857801"/>
                <a:gd name="connsiteX3954" fmla="*/ 9466452 w 12184003"/>
                <a:gd name="connsiteY3954" fmla="*/ 230816 h 6857801"/>
                <a:gd name="connsiteX3955" fmla="*/ 9466452 w 12184003"/>
                <a:gd name="connsiteY3955" fmla="*/ 235196 h 6857801"/>
                <a:gd name="connsiteX3956" fmla="*/ 8932138 w 12184003"/>
                <a:gd name="connsiteY3956" fmla="*/ 769509 h 6857801"/>
                <a:gd name="connsiteX3957" fmla="*/ 8941544 w 12184003"/>
                <a:gd name="connsiteY3957" fmla="*/ 769509 h 6857801"/>
                <a:gd name="connsiteX3958" fmla="*/ 9481383 w 12184003"/>
                <a:gd name="connsiteY3958" fmla="*/ 230816 h 6857801"/>
                <a:gd name="connsiteX3959" fmla="*/ 9103977 w 12184003"/>
                <a:gd name="connsiteY3959" fmla="*/ 230816 h 6857801"/>
                <a:gd name="connsiteX3960" fmla="*/ 8790893 w 12184003"/>
                <a:gd name="connsiteY3960" fmla="*/ 544962 h 6857801"/>
                <a:gd name="connsiteX3961" fmla="*/ 8796049 w 12184003"/>
                <a:gd name="connsiteY3961" fmla="*/ 557419 h 6857801"/>
                <a:gd name="connsiteX3962" fmla="*/ 9122652 w 12184003"/>
                <a:gd name="connsiteY3962" fmla="*/ 230816 h 6857801"/>
                <a:gd name="connsiteX3963" fmla="*/ 8680310 w 12184003"/>
                <a:gd name="connsiteY3963" fmla="*/ 230816 h 6857801"/>
                <a:gd name="connsiteX3964" fmla="*/ 8386875 w 12184003"/>
                <a:gd name="connsiteY3964" fmla="*/ 522060 h 6857801"/>
                <a:gd name="connsiteX3965" fmla="*/ 8386875 w 12184003"/>
                <a:gd name="connsiteY3965" fmla="*/ 769509 h 6857801"/>
                <a:gd name="connsiteX3966" fmla="*/ 8886152 w 12184003"/>
                <a:gd name="connsiteY3966" fmla="*/ 769509 h 6857801"/>
                <a:gd name="connsiteX3967" fmla="*/ 9424846 w 12184003"/>
                <a:gd name="connsiteY3967" fmla="*/ 230816 h 6857801"/>
                <a:gd name="connsiteX3968" fmla="*/ 9146740 w 12184003"/>
                <a:gd name="connsiteY3968" fmla="*/ 230816 h 6857801"/>
                <a:gd name="connsiteX3969" fmla="*/ 8780830 w 12184003"/>
                <a:gd name="connsiteY3969" fmla="*/ 596726 h 6857801"/>
                <a:gd name="connsiteX3970" fmla="*/ 8784325 w 12184003"/>
                <a:gd name="connsiteY3970" fmla="*/ 605270 h 6857801"/>
                <a:gd name="connsiteX3971" fmla="*/ 8774471 w 12184003"/>
                <a:gd name="connsiteY3971" fmla="*/ 629358 h 6857801"/>
                <a:gd name="connsiteX3972" fmla="*/ 8726295 w 12184003"/>
                <a:gd name="connsiteY3972" fmla="*/ 629358 h 6857801"/>
                <a:gd name="connsiteX3973" fmla="*/ 8716442 w 12184003"/>
                <a:gd name="connsiteY3973" fmla="*/ 605270 h 6857801"/>
                <a:gd name="connsiteX3974" fmla="*/ 8722278 w 12184003"/>
                <a:gd name="connsiteY3974" fmla="*/ 591004 h 6857801"/>
                <a:gd name="connsiteX3975" fmla="*/ 8719727 w 12184003"/>
                <a:gd name="connsiteY3975" fmla="*/ 589948 h 6857801"/>
                <a:gd name="connsiteX3976" fmla="*/ 8719727 w 12184003"/>
                <a:gd name="connsiteY3976" fmla="*/ 526443 h 6857801"/>
                <a:gd name="connsiteX3977" fmla="*/ 8751480 w 12184003"/>
                <a:gd name="connsiteY3977" fmla="*/ 513304 h 6857801"/>
                <a:gd name="connsiteX3978" fmla="*/ 8780054 w 12184003"/>
                <a:gd name="connsiteY3978" fmla="*/ 525129 h 6857801"/>
                <a:gd name="connsiteX3979" fmla="*/ 9073361 w 12184003"/>
                <a:gd name="connsiteY3979" fmla="*/ 230816 h 6857801"/>
                <a:gd name="connsiteX3980" fmla="*/ 7948914 w 12184003"/>
                <a:gd name="connsiteY3980" fmla="*/ 195259 h 6857801"/>
                <a:gd name="connsiteX3981" fmla="*/ 7737232 w 12184003"/>
                <a:gd name="connsiteY3981" fmla="*/ 407401 h 6857801"/>
                <a:gd name="connsiteX3982" fmla="*/ 7745263 w 12184003"/>
                <a:gd name="connsiteY3982" fmla="*/ 426807 h 6857801"/>
                <a:gd name="connsiteX3983" fmla="*/ 7732124 w 12184003"/>
                <a:gd name="connsiteY3983" fmla="*/ 458560 h 6857801"/>
                <a:gd name="connsiteX3984" fmla="*/ 7668619 w 12184003"/>
                <a:gd name="connsiteY3984" fmla="*/ 458560 h 6857801"/>
                <a:gd name="connsiteX3985" fmla="*/ 7660465 w 12184003"/>
                <a:gd name="connsiteY3985" fmla="*/ 438856 h 6857801"/>
                <a:gd name="connsiteX3986" fmla="*/ 7232846 w 12184003"/>
                <a:gd name="connsiteY3986" fmla="*/ 438856 h 6857801"/>
                <a:gd name="connsiteX3987" fmla="*/ 7204380 w 12184003"/>
                <a:gd name="connsiteY3987" fmla="*/ 467322 h 6857801"/>
                <a:gd name="connsiteX3988" fmla="*/ 7204380 w 12184003"/>
                <a:gd name="connsiteY3988" fmla="*/ 636264 h 6857801"/>
                <a:gd name="connsiteX3989" fmla="*/ 7226279 w 12184003"/>
                <a:gd name="connsiteY3989" fmla="*/ 645571 h 6857801"/>
                <a:gd name="connsiteX3990" fmla="*/ 7239418 w 12184003"/>
                <a:gd name="connsiteY3990" fmla="*/ 677596 h 6857801"/>
                <a:gd name="connsiteX3991" fmla="*/ 7193430 w 12184003"/>
                <a:gd name="connsiteY3991" fmla="*/ 723583 h 6857801"/>
                <a:gd name="connsiteX3992" fmla="*/ 7171535 w 12184003"/>
                <a:gd name="connsiteY3992" fmla="*/ 714824 h 6857801"/>
                <a:gd name="connsiteX3993" fmla="*/ 6943792 w 12184003"/>
                <a:gd name="connsiteY3993" fmla="*/ 942568 h 6857801"/>
                <a:gd name="connsiteX3994" fmla="*/ 6943792 w 12184003"/>
                <a:gd name="connsiteY3994" fmla="*/ 1264447 h 6857801"/>
                <a:gd name="connsiteX3995" fmla="*/ 6965690 w 12184003"/>
                <a:gd name="connsiteY3995" fmla="*/ 1273208 h 6857801"/>
                <a:gd name="connsiteX3996" fmla="*/ 6978829 w 12184003"/>
                <a:gd name="connsiteY3996" fmla="*/ 1306051 h 6857801"/>
                <a:gd name="connsiteX3997" fmla="*/ 6970645 w 12184003"/>
                <a:gd name="connsiteY3997" fmla="*/ 1326510 h 6857801"/>
                <a:gd name="connsiteX3998" fmla="*/ 6985249 w 12184003"/>
                <a:gd name="connsiteY3998" fmla="*/ 1341209 h 6857801"/>
                <a:gd name="connsiteX3999" fmla="*/ 7035765 w 12184003"/>
                <a:gd name="connsiteY3999" fmla="*/ 1290692 h 6857801"/>
                <a:gd name="connsiteX4000" fmla="*/ 7276644 w 12184003"/>
                <a:gd name="connsiteY4000" fmla="*/ 1290692 h 6857801"/>
                <a:gd name="connsiteX4001" fmla="*/ 7764972 w 12184003"/>
                <a:gd name="connsiteY4001" fmla="*/ 802364 h 6857801"/>
                <a:gd name="connsiteX4002" fmla="*/ 7535041 w 12184003"/>
                <a:gd name="connsiteY4002" fmla="*/ 802364 h 6857801"/>
                <a:gd name="connsiteX4003" fmla="*/ 7275070 w 12184003"/>
                <a:gd name="connsiteY4003" fmla="*/ 1062335 h 6857801"/>
                <a:gd name="connsiteX4004" fmla="*/ 7276644 w 12184003"/>
                <a:gd name="connsiteY4004" fmla="*/ 1062949 h 6857801"/>
                <a:gd name="connsiteX4005" fmla="*/ 7274455 w 12184003"/>
                <a:gd name="connsiteY4005" fmla="*/ 1062949 h 6857801"/>
                <a:gd name="connsiteX4006" fmla="*/ 7274454 w 12184003"/>
                <a:gd name="connsiteY4006" fmla="*/ 1062949 h 6857801"/>
                <a:gd name="connsiteX4007" fmla="*/ 7287593 w 12184003"/>
                <a:gd name="connsiteY4007" fmla="*/ 1094702 h 6857801"/>
                <a:gd name="connsiteX4008" fmla="*/ 7274454 w 12184003"/>
                <a:gd name="connsiteY4008" fmla="*/ 1126453 h 6857801"/>
                <a:gd name="connsiteX4009" fmla="*/ 7210949 w 12184003"/>
                <a:gd name="connsiteY4009" fmla="*/ 1126453 h 6857801"/>
                <a:gd name="connsiteX4010" fmla="*/ 7210949 w 12184003"/>
                <a:gd name="connsiteY4010" fmla="*/ 1062949 h 6857801"/>
                <a:gd name="connsiteX4011" fmla="*/ 7242976 w 12184003"/>
                <a:gd name="connsiteY4011" fmla="*/ 1049811 h 6857801"/>
                <a:gd name="connsiteX4012" fmla="*/ 7251444 w 12184003"/>
                <a:gd name="connsiteY4012" fmla="*/ 1053115 h 6857801"/>
                <a:gd name="connsiteX4013" fmla="*/ 7524092 w 12184003"/>
                <a:gd name="connsiteY4013" fmla="*/ 780465 h 6857801"/>
                <a:gd name="connsiteX4014" fmla="*/ 7786871 w 12184003"/>
                <a:gd name="connsiteY4014" fmla="*/ 780465 h 6857801"/>
                <a:gd name="connsiteX4015" fmla="*/ 7948914 w 12184003"/>
                <a:gd name="connsiteY4015" fmla="*/ 618421 h 6857801"/>
                <a:gd name="connsiteX4016" fmla="*/ 7948914 w 12184003"/>
                <a:gd name="connsiteY4016" fmla="*/ 527653 h 6857801"/>
                <a:gd name="connsiteX4017" fmla="*/ 7944836 w 12184003"/>
                <a:gd name="connsiteY4017" fmla="*/ 517681 h 6857801"/>
                <a:gd name="connsiteX4018" fmla="*/ 7629202 w 12184003"/>
                <a:gd name="connsiteY4018" fmla="*/ 517681 h 6857801"/>
                <a:gd name="connsiteX4019" fmla="*/ 7404006 w 12184003"/>
                <a:gd name="connsiteY4019" fmla="*/ 742878 h 6857801"/>
                <a:gd name="connsiteX4020" fmla="*/ 7411317 w 12184003"/>
                <a:gd name="connsiteY4020" fmla="*/ 760748 h 6857801"/>
                <a:gd name="connsiteX4021" fmla="*/ 7401462 w 12184003"/>
                <a:gd name="connsiteY4021" fmla="*/ 784836 h 6857801"/>
                <a:gd name="connsiteX4022" fmla="*/ 7353287 w 12184003"/>
                <a:gd name="connsiteY4022" fmla="*/ 784836 h 6857801"/>
                <a:gd name="connsiteX4023" fmla="*/ 7353287 w 12184003"/>
                <a:gd name="connsiteY4023" fmla="*/ 736660 h 6857801"/>
                <a:gd name="connsiteX4024" fmla="*/ 7377374 w 12184003"/>
                <a:gd name="connsiteY4024" fmla="*/ 726806 h 6857801"/>
                <a:gd name="connsiteX4025" fmla="*/ 7389158 w 12184003"/>
                <a:gd name="connsiteY4025" fmla="*/ 731626 h 6857801"/>
                <a:gd name="connsiteX4026" fmla="*/ 7622633 w 12184003"/>
                <a:gd name="connsiteY4026" fmla="*/ 500163 h 6857801"/>
                <a:gd name="connsiteX4027" fmla="*/ 7944833 w 12184003"/>
                <a:gd name="connsiteY4027" fmla="*/ 500163 h 6857801"/>
                <a:gd name="connsiteX4028" fmla="*/ 7948914 w 12184003"/>
                <a:gd name="connsiteY4028" fmla="*/ 490186 h 6857801"/>
                <a:gd name="connsiteX4029" fmla="*/ 2962801 w 12184003"/>
                <a:gd name="connsiteY4029" fmla="*/ 177664 h 6857801"/>
                <a:gd name="connsiteX4030" fmla="*/ 2962801 w 12184003"/>
                <a:gd name="connsiteY4030" fmla="*/ 193630 h 6857801"/>
                <a:gd name="connsiteX4031" fmla="*/ 3028193 w 12184003"/>
                <a:gd name="connsiteY4031" fmla="*/ 259325 h 6857801"/>
                <a:gd name="connsiteX4032" fmla="*/ 3044739 w 12184003"/>
                <a:gd name="connsiteY4032" fmla="*/ 259325 h 6857801"/>
                <a:gd name="connsiteX4033" fmla="*/ 6065681 w 12184003"/>
                <a:gd name="connsiteY4033" fmla="*/ 161869 h 6857801"/>
                <a:gd name="connsiteX4034" fmla="*/ 6065681 w 12184003"/>
                <a:gd name="connsiteY4034" fmla="*/ 624165 h 6857801"/>
                <a:gd name="connsiteX4035" fmla="*/ 6078819 w 12184003"/>
                <a:gd name="connsiteY4035" fmla="*/ 618910 h 6857801"/>
                <a:gd name="connsiteX4036" fmla="*/ 6078819 w 12184003"/>
                <a:gd name="connsiteY4036" fmla="*/ 174962 h 6857801"/>
                <a:gd name="connsiteX4037" fmla="*/ 5660581 w 12184003"/>
                <a:gd name="connsiteY4037" fmla="*/ 160800 h 6857801"/>
                <a:gd name="connsiteX4038" fmla="*/ 5660581 w 12184003"/>
                <a:gd name="connsiteY4038" fmla="*/ 535261 h 6857801"/>
                <a:gd name="connsiteX4039" fmla="*/ 5724083 w 12184003"/>
                <a:gd name="connsiteY4039" fmla="*/ 598766 h 6857801"/>
                <a:gd name="connsiteX4040" fmla="*/ 5724083 w 12184003"/>
                <a:gd name="connsiteY4040" fmla="*/ 255899 h 6857801"/>
                <a:gd name="connsiteX4041" fmla="*/ 5714229 w 12184003"/>
                <a:gd name="connsiteY4041" fmla="*/ 251675 h 6857801"/>
                <a:gd name="connsiteX4042" fmla="*/ 5704375 w 12184003"/>
                <a:gd name="connsiteY4042" fmla="*/ 228683 h 6857801"/>
                <a:gd name="connsiteX4043" fmla="*/ 5711169 w 12184003"/>
                <a:gd name="connsiteY4043" fmla="*/ 211390 h 6857801"/>
                <a:gd name="connsiteX4044" fmla="*/ 5616786 w 12184003"/>
                <a:gd name="connsiteY4044" fmla="*/ 117004 h 6857801"/>
                <a:gd name="connsiteX4045" fmla="*/ 5616786 w 12184003"/>
                <a:gd name="connsiteY4045" fmla="*/ 737342 h 6857801"/>
                <a:gd name="connsiteX4046" fmla="*/ 5633211 w 12184003"/>
                <a:gd name="connsiteY4046" fmla="*/ 744381 h 6857801"/>
                <a:gd name="connsiteX4047" fmla="*/ 5643064 w 12184003"/>
                <a:gd name="connsiteY4047" fmla="*/ 767373 h 6857801"/>
                <a:gd name="connsiteX4048" fmla="*/ 5610217 w 12184003"/>
                <a:gd name="connsiteY4048" fmla="*/ 800221 h 6857801"/>
                <a:gd name="connsiteX4049" fmla="*/ 5593379 w 12184003"/>
                <a:gd name="connsiteY4049" fmla="*/ 792818 h 6857801"/>
                <a:gd name="connsiteX4050" fmla="*/ 5393435 w 12184003"/>
                <a:gd name="connsiteY4050" fmla="*/ 991427 h 6857801"/>
                <a:gd name="connsiteX4051" fmla="*/ 5393435 w 12184003"/>
                <a:gd name="connsiteY4051" fmla="*/ 1233786 h 6857801"/>
                <a:gd name="connsiteX4052" fmla="*/ 5649633 w 12184003"/>
                <a:gd name="connsiteY4052" fmla="*/ 1492187 h 6857801"/>
                <a:gd name="connsiteX4053" fmla="*/ 5649633 w 12184003"/>
                <a:gd name="connsiteY4053" fmla="*/ 1721655 h 6857801"/>
                <a:gd name="connsiteX4054" fmla="*/ 5670161 w 12184003"/>
                <a:gd name="connsiteY4054" fmla="*/ 1729776 h 6857801"/>
                <a:gd name="connsiteX4055" fmla="*/ 5680291 w 12184003"/>
                <a:gd name="connsiteY4055" fmla="*/ 1752770 h 6857801"/>
                <a:gd name="connsiteX4056" fmla="*/ 5645252 w 12184003"/>
                <a:gd name="connsiteY4056" fmla="*/ 1785616 h 6857801"/>
                <a:gd name="connsiteX4057" fmla="*/ 5612406 w 12184003"/>
                <a:gd name="connsiteY4057" fmla="*/ 1752770 h 6857801"/>
                <a:gd name="connsiteX4058" fmla="*/ 5621440 w 12184003"/>
                <a:gd name="connsiteY4058" fmla="*/ 1729776 h 6857801"/>
                <a:gd name="connsiteX4059" fmla="*/ 5634305 w 12184003"/>
                <a:gd name="connsiteY4059" fmla="*/ 1724453 h 6857801"/>
                <a:gd name="connsiteX4060" fmla="*/ 5634305 w 12184003"/>
                <a:gd name="connsiteY4060" fmla="*/ 1498754 h 6857801"/>
                <a:gd name="connsiteX4061" fmla="*/ 5375914 w 12184003"/>
                <a:gd name="connsiteY4061" fmla="*/ 1240358 h 6857801"/>
                <a:gd name="connsiteX4062" fmla="*/ 5375914 w 12184003"/>
                <a:gd name="connsiteY4062" fmla="*/ 1008829 h 6857801"/>
                <a:gd name="connsiteX4063" fmla="*/ 5290514 w 12184003"/>
                <a:gd name="connsiteY4063" fmla="*/ 1093639 h 6857801"/>
                <a:gd name="connsiteX4064" fmla="*/ 5290514 w 12184003"/>
                <a:gd name="connsiteY4064" fmla="*/ 1492183 h 6857801"/>
                <a:gd name="connsiteX4065" fmla="*/ 5465437 w 12184003"/>
                <a:gd name="connsiteY4065" fmla="*/ 1667109 h 6857801"/>
                <a:gd name="connsiteX4066" fmla="*/ 5466792 w 12184003"/>
                <a:gd name="connsiteY4066" fmla="*/ 1667641 h 6857801"/>
                <a:gd name="connsiteX4067" fmla="*/ 5467373 w 12184003"/>
                <a:gd name="connsiteY4067" fmla="*/ 1669044 h 6857801"/>
                <a:gd name="connsiteX4068" fmla="*/ 5540148 w 12184003"/>
                <a:gd name="connsiteY4068" fmla="*/ 1741821 h 6857801"/>
                <a:gd name="connsiteX4069" fmla="*/ 5540148 w 12184003"/>
                <a:gd name="connsiteY4069" fmla="*/ 1746201 h 6857801"/>
                <a:gd name="connsiteX4070" fmla="*/ 5612300 w 12184003"/>
                <a:gd name="connsiteY4070" fmla="*/ 1818357 h 6857801"/>
                <a:gd name="connsiteX4071" fmla="*/ 5633211 w 12184003"/>
                <a:gd name="connsiteY4071" fmla="*/ 1809704 h 6857801"/>
                <a:gd name="connsiteX4072" fmla="*/ 5664962 w 12184003"/>
                <a:gd name="connsiteY4072" fmla="*/ 1822844 h 6857801"/>
                <a:gd name="connsiteX4073" fmla="*/ 5664962 w 12184003"/>
                <a:gd name="connsiteY4073" fmla="*/ 1886348 h 6857801"/>
                <a:gd name="connsiteX4074" fmla="*/ 5601460 w 12184003"/>
                <a:gd name="connsiteY4074" fmla="*/ 1886348 h 6857801"/>
                <a:gd name="connsiteX4075" fmla="*/ 5588321 w 12184003"/>
                <a:gd name="connsiteY4075" fmla="*/ 1854595 h 6857801"/>
                <a:gd name="connsiteX4076" fmla="*/ 5596379 w 12184003"/>
                <a:gd name="connsiteY4076" fmla="*/ 1835124 h 6857801"/>
                <a:gd name="connsiteX4077" fmla="*/ 5540148 w 12184003"/>
                <a:gd name="connsiteY4077" fmla="*/ 1778642 h 6857801"/>
                <a:gd name="connsiteX4078" fmla="*/ 5540148 w 12184003"/>
                <a:gd name="connsiteY4078" fmla="*/ 2054087 h 6857801"/>
                <a:gd name="connsiteX4079" fmla="*/ 5564233 w 12184003"/>
                <a:gd name="connsiteY4079" fmla="*/ 2063723 h 6857801"/>
                <a:gd name="connsiteX4080" fmla="*/ 5577372 w 12184003"/>
                <a:gd name="connsiteY4080" fmla="*/ 2096511 h 6857801"/>
                <a:gd name="connsiteX4081" fmla="*/ 5531390 w 12184003"/>
                <a:gd name="connsiteY4081" fmla="*/ 2142527 h 6857801"/>
                <a:gd name="connsiteX4082" fmla="*/ 5485404 w 12184003"/>
                <a:gd name="connsiteY4082" fmla="*/ 2096511 h 6857801"/>
                <a:gd name="connsiteX4083" fmla="*/ 5498542 w 12184003"/>
                <a:gd name="connsiteY4083" fmla="*/ 2063723 h 6857801"/>
                <a:gd name="connsiteX4084" fmla="*/ 5516060 w 12184003"/>
                <a:gd name="connsiteY4084" fmla="*/ 2056715 h 6857801"/>
                <a:gd name="connsiteX4085" fmla="*/ 5516060 w 12184003"/>
                <a:gd name="connsiteY4085" fmla="*/ 1754447 h 6857801"/>
                <a:gd name="connsiteX4086" fmla="*/ 5470020 w 12184003"/>
                <a:gd name="connsiteY4086" fmla="*/ 1708202 h 6857801"/>
                <a:gd name="connsiteX4087" fmla="*/ 5466792 w 12184003"/>
                <a:gd name="connsiteY4087" fmla="*/ 1716364 h 6857801"/>
                <a:gd name="connsiteX4088" fmla="*/ 5459128 w 12184003"/>
                <a:gd name="connsiteY4088" fmla="*/ 1719740 h 6857801"/>
                <a:gd name="connsiteX4089" fmla="*/ 5459128 w 12184003"/>
                <a:gd name="connsiteY4089" fmla="*/ 2744701 h 6857801"/>
                <a:gd name="connsiteX4090" fmla="*/ 5315477 w 12184003"/>
                <a:gd name="connsiteY4090" fmla="*/ 2888386 h 6857801"/>
                <a:gd name="connsiteX4091" fmla="*/ 5323359 w 12184003"/>
                <a:gd name="connsiteY4091" fmla="*/ 2906788 h 6857801"/>
                <a:gd name="connsiteX4092" fmla="*/ 5290514 w 12184003"/>
                <a:gd name="connsiteY4092" fmla="*/ 2939634 h 6857801"/>
                <a:gd name="connsiteX4093" fmla="*/ 5281753 w 12184003"/>
                <a:gd name="connsiteY4093" fmla="*/ 2935828 h 6857801"/>
                <a:gd name="connsiteX4094" fmla="*/ 5281753 w 12184003"/>
                <a:gd name="connsiteY4094" fmla="*/ 3279047 h 6857801"/>
                <a:gd name="connsiteX4095" fmla="*/ 5346938 w 12184003"/>
                <a:gd name="connsiteY4095" fmla="*/ 3279047 h 6857801"/>
                <a:gd name="connsiteX4096" fmla="*/ 5359486 w 12184003"/>
                <a:gd name="connsiteY4096" fmla="*/ 3260437 h 6857801"/>
                <a:gd name="connsiteX4097" fmla="*/ 5404386 w 12184003"/>
                <a:gd name="connsiteY4097" fmla="*/ 3241822 h 6857801"/>
                <a:gd name="connsiteX4098" fmla="*/ 5467886 w 12184003"/>
                <a:gd name="connsiteY4098" fmla="*/ 3305318 h 6857801"/>
                <a:gd name="connsiteX4099" fmla="*/ 5404386 w 12184003"/>
                <a:gd name="connsiteY4099" fmla="*/ 3368783 h 6857801"/>
                <a:gd name="connsiteX4100" fmla="*/ 5345873 w 12184003"/>
                <a:gd name="connsiteY4100" fmla="*/ 3329981 h 6857801"/>
                <a:gd name="connsiteX4101" fmla="*/ 5344864 w 12184003"/>
                <a:gd name="connsiteY4101" fmla="*/ 3324987 h 6857801"/>
                <a:gd name="connsiteX4102" fmla="*/ 5281753 w 12184003"/>
                <a:gd name="connsiteY4102" fmla="*/ 3324987 h 6857801"/>
                <a:gd name="connsiteX4103" fmla="*/ 5281753 w 12184003"/>
                <a:gd name="connsiteY4103" fmla="*/ 3436665 h 6857801"/>
                <a:gd name="connsiteX4104" fmla="*/ 5144593 w 12184003"/>
                <a:gd name="connsiteY4104" fmla="*/ 3572431 h 6857801"/>
                <a:gd name="connsiteX4105" fmla="*/ 5347447 w 12184003"/>
                <a:gd name="connsiteY4105" fmla="*/ 3572431 h 6857801"/>
                <a:gd name="connsiteX4106" fmla="*/ 5356204 w 12184003"/>
                <a:gd name="connsiteY4106" fmla="*/ 3550533 h 6857801"/>
                <a:gd name="connsiteX4107" fmla="*/ 5389055 w 12184003"/>
                <a:gd name="connsiteY4107" fmla="*/ 3537395 h 6857801"/>
                <a:gd name="connsiteX4108" fmla="*/ 5435038 w 12184003"/>
                <a:gd name="connsiteY4108" fmla="*/ 3583381 h 6857801"/>
                <a:gd name="connsiteX4109" fmla="*/ 5389055 w 12184003"/>
                <a:gd name="connsiteY4109" fmla="*/ 3629366 h 6857801"/>
                <a:gd name="connsiteX4110" fmla="*/ 5356204 w 12184003"/>
                <a:gd name="connsiteY4110" fmla="*/ 3615406 h 6857801"/>
                <a:gd name="connsiteX4111" fmla="*/ 5347560 w 12184003"/>
                <a:gd name="connsiteY4111" fmla="*/ 3594330 h 6857801"/>
                <a:gd name="connsiteX4112" fmla="*/ 5122474 w 12184003"/>
                <a:gd name="connsiteY4112" fmla="*/ 3594330 h 6857801"/>
                <a:gd name="connsiteX4113" fmla="*/ 5088805 w 12184003"/>
                <a:gd name="connsiteY4113" fmla="*/ 3627663 h 6857801"/>
                <a:gd name="connsiteX4114" fmla="*/ 5099996 w 12184003"/>
                <a:gd name="connsiteY4114" fmla="*/ 3655645 h 6857801"/>
                <a:gd name="connsiteX4115" fmla="*/ 5054012 w 12184003"/>
                <a:gd name="connsiteY4115" fmla="*/ 3701630 h 6857801"/>
                <a:gd name="connsiteX4116" fmla="*/ 5008032 w 12184003"/>
                <a:gd name="connsiteY4116" fmla="*/ 3655645 h 6857801"/>
                <a:gd name="connsiteX4117" fmla="*/ 5054012 w 12184003"/>
                <a:gd name="connsiteY4117" fmla="*/ 3609659 h 6857801"/>
                <a:gd name="connsiteX4118" fmla="*/ 5069505 w 12184003"/>
                <a:gd name="connsiteY4118" fmla="*/ 3615856 h 6857801"/>
                <a:gd name="connsiteX4119" fmla="*/ 5090806 w 12184003"/>
                <a:gd name="connsiteY4119" fmla="*/ 3594330 h 6857801"/>
                <a:gd name="connsiteX4120" fmla="*/ 4891962 w 12184003"/>
                <a:gd name="connsiteY4120" fmla="*/ 3594330 h 6857801"/>
                <a:gd name="connsiteX4121" fmla="*/ 4817760 w 12184003"/>
                <a:gd name="connsiteY4121" fmla="*/ 3520604 h 6857801"/>
                <a:gd name="connsiteX4122" fmla="*/ 4814224 w 12184003"/>
                <a:gd name="connsiteY4122" fmla="*/ 3522066 h 6857801"/>
                <a:gd name="connsiteX4123" fmla="*/ 4782472 w 12184003"/>
                <a:gd name="connsiteY4123" fmla="*/ 3508927 h 6857801"/>
                <a:gd name="connsiteX4124" fmla="*/ 4777132 w 12184003"/>
                <a:gd name="connsiteY4124" fmla="*/ 3496024 h 6857801"/>
                <a:gd name="connsiteX4125" fmla="*/ 4768235 w 12184003"/>
                <a:gd name="connsiteY4125" fmla="*/ 3518508 h 6857801"/>
                <a:gd name="connsiteX4126" fmla="*/ 4745246 w 12184003"/>
                <a:gd name="connsiteY4126" fmla="*/ 3528636 h 6857801"/>
                <a:gd name="connsiteX4127" fmla="*/ 4722251 w 12184003"/>
                <a:gd name="connsiteY4127" fmla="*/ 3517686 h 6857801"/>
                <a:gd name="connsiteX4128" fmla="*/ 4715982 w 12184003"/>
                <a:gd name="connsiteY4128" fmla="*/ 3502358 h 6857801"/>
                <a:gd name="connsiteX4129" fmla="*/ 4408016 w 12184003"/>
                <a:gd name="connsiteY4129" fmla="*/ 3502358 h 6857801"/>
                <a:gd name="connsiteX4130" fmla="*/ 4264426 w 12184003"/>
                <a:gd name="connsiteY4130" fmla="*/ 3645947 h 6857801"/>
                <a:gd name="connsiteX4131" fmla="*/ 4274436 w 12184003"/>
                <a:gd name="connsiteY4131" fmla="*/ 3670973 h 6857801"/>
                <a:gd name="connsiteX4132" fmla="*/ 4228446 w 12184003"/>
                <a:gd name="connsiteY4132" fmla="*/ 3716959 h 6857801"/>
                <a:gd name="connsiteX4133" fmla="*/ 4203471 w 12184003"/>
                <a:gd name="connsiteY4133" fmla="*/ 3706948 h 6857801"/>
                <a:gd name="connsiteX4134" fmla="*/ 4167181 w 12184003"/>
                <a:gd name="connsiteY4134" fmla="*/ 3743237 h 6857801"/>
                <a:gd name="connsiteX4135" fmla="*/ 4878819 w 12184003"/>
                <a:gd name="connsiteY4135" fmla="*/ 3743237 h 6857801"/>
                <a:gd name="connsiteX4136" fmla="*/ 5021830 w 12184003"/>
                <a:gd name="connsiteY4136" fmla="*/ 3886231 h 6857801"/>
                <a:gd name="connsiteX4137" fmla="*/ 5038689 w 12184003"/>
                <a:gd name="connsiteY4137" fmla="*/ 3879005 h 6857801"/>
                <a:gd name="connsiteX4138" fmla="*/ 5071530 w 12184003"/>
                <a:gd name="connsiteY4138" fmla="*/ 3911852 h 6857801"/>
                <a:gd name="connsiteX4139" fmla="*/ 5067777 w 12184003"/>
                <a:gd name="connsiteY4139" fmla="*/ 3920611 h 6857801"/>
                <a:gd name="connsiteX4140" fmla="*/ 5149795 w 12184003"/>
                <a:gd name="connsiteY4140" fmla="*/ 3920611 h 6857801"/>
                <a:gd name="connsiteX4141" fmla="*/ 5151828 w 12184003"/>
                <a:gd name="connsiteY4141" fmla="*/ 3910792 h 6857801"/>
                <a:gd name="connsiteX4142" fmla="*/ 5165683 w 12184003"/>
                <a:gd name="connsiteY4142" fmla="*/ 3889955 h 6857801"/>
                <a:gd name="connsiteX4143" fmla="*/ 5257668 w 12184003"/>
                <a:gd name="connsiteY4143" fmla="*/ 3889955 h 6857801"/>
                <a:gd name="connsiteX4144" fmla="*/ 5272445 w 12184003"/>
                <a:gd name="connsiteY4144" fmla="*/ 3910758 h 6857801"/>
                <a:gd name="connsiteX4145" fmla="*/ 5274462 w 12184003"/>
                <a:gd name="connsiteY4145" fmla="*/ 3920611 h 6857801"/>
                <a:gd name="connsiteX4146" fmla="*/ 5568614 w 12184003"/>
                <a:gd name="connsiteY4146" fmla="*/ 3920611 h 6857801"/>
                <a:gd name="connsiteX4147" fmla="*/ 5760996 w 12184003"/>
                <a:gd name="connsiteY4147" fmla="*/ 4113002 h 6857801"/>
                <a:gd name="connsiteX4148" fmla="*/ 5787584 w 12184003"/>
                <a:gd name="connsiteY4148" fmla="*/ 4102366 h 6857801"/>
                <a:gd name="connsiteX4149" fmla="*/ 5833567 w 12184003"/>
                <a:gd name="connsiteY4149" fmla="*/ 4148352 h 6857801"/>
                <a:gd name="connsiteX4150" fmla="*/ 5787584 w 12184003"/>
                <a:gd name="connsiteY4150" fmla="*/ 4194338 h 6857801"/>
                <a:gd name="connsiteX4151" fmla="*/ 5741601 w 12184003"/>
                <a:gd name="connsiteY4151" fmla="*/ 4148352 h 6857801"/>
                <a:gd name="connsiteX4152" fmla="*/ 5747857 w 12184003"/>
                <a:gd name="connsiteY4152" fmla="*/ 4132711 h 6857801"/>
                <a:gd name="connsiteX4153" fmla="*/ 5559855 w 12184003"/>
                <a:gd name="connsiteY4153" fmla="*/ 3944700 h 6857801"/>
                <a:gd name="connsiteX4154" fmla="*/ 5275358 w 12184003"/>
                <a:gd name="connsiteY4154" fmla="*/ 3944700 h 6857801"/>
                <a:gd name="connsiteX4155" fmla="*/ 5272445 w 12184003"/>
                <a:gd name="connsiteY4155" fmla="*/ 3958933 h 6857801"/>
                <a:gd name="connsiteX4156" fmla="*/ 5257668 w 12184003"/>
                <a:gd name="connsiteY4156" fmla="*/ 3979737 h 6857801"/>
                <a:gd name="connsiteX4157" fmla="*/ 5211666 w 12184003"/>
                <a:gd name="connsiteY4157" fmla="*/ 3998624 h 6857801"/>
                <a:gd name="connsiteX4158" fmla="*/ 5182762 w 12184003"/>
                <a:gd name="connsiteY4158" fmla="*/ 3986749 h 6857801"/>
                <a:gd name="connsiteX4159" fmla="*/ 5163173 w 12184003"/>
                <a:gd name="connsiteY4159" fmla="*/ 4006340 h 6857801"/>
                <a:gd name="connsiteX4160" fmla="*/ 5165671 w 12184003"/>
                <a:gd name="connsiteY4160" fmla="*/ 4012584 h 6857801"/>
                <a:gd name="connsiteX4161" fmla="*/ 5152531 w 12184003"/>
                <a:gd name="connsiteY4161" fmla="*/ 4045430 h 6857801"/>
                <a:gd name="connsiteX4162" fmla="*/ 5130638 w 12184003"/>
                <a:gd name="connsiteY4162" fmla="*/ 4054188 h 6857801"/>
                <a:gd name="connsiteX4163" fmla="*/ 5130638 w 12184003"/>
                <a:gd name="connsiteY4163" fmla="*/ 4389245 h 6857801"/>
                <a:gd name="connsiteX4164" fmla="*/ 5358286 w 12184003"/>
                <a:gd name="connsiteY4164" fmla="*/ 4161598 h 6857801"/>
                <a:gd name="connsiteX4165" fmla="*/ 5349636 w 12184003"/>
                <a:gd name="connsiteY4165" fmla="*/ 4140687 h 6857801"/>
                <a:gd name="connsiteX4166" fmla="*/ 5362776 w 12184003"/>
                <a:gd name="connsiteY4166" fmla="*/ 4108936 h 6857801"/>
                <a:gd name="connsiteX4167" fmla="*/ 5396446 w 12184003"/>
                <a:gd name="connsiteY4167" fmla="*/ 4095797 h 6857801"/>
                <a:gd name="connsiteX4168" fmla="*/ 5428472 w 12184003"/>
                <a:gd name="connsiteY4168" fmla="*/ 4108936 h 6857801"/>
                <a:gd name="connsiteX4169" fmla="*/ 5428472 w 12184003"/>
                <a:gd name="connsiteY4169" fmla="*/ 4172440 h 6857801"/>
                <a:gd name="connsiteX4170" fmla="*/ 5396719 w 12184003"/>
                <a:gd name="connsiteY4170" fmla="*/ 4185579 h 6857801"/>
                <a:gd name="connsiteX4171" fmla="*/ 5377212 w 12184003"/>
                <a:gd name="connsiteY4171" fmla="*/ 4177507 h 6857801"/>
                <a:gd name="connsiteX4172" fmla="*/ 5130638 w 12184003"/>
                <a:gd name="connsiteY4172" fmla="*/ 4422572 h 6857801"/>
                <a:gd name="connsiteX4173" fmla="*/ 5130638 w 12184003"/>
                <a:gd name="connsiteY4173" fmla="*/ 4632264 h 6857801"/>
                <a:gd name="connsiteX4174" fmla="*/ 5148168 w 12184003"/>
                <a:gd name="connsiteY4174" fmla="*/ 4614782 h 6857801"/>
                <a:gd name="connsiteX4175" fmla="*/ 5297996 w 12184003"/>
                <a:gd name="connsiteY4175" fmla="*/ 4614782 h 6857801"/>
                <a:gd name="connsiteX4176" fmla="*/ 5297057 w 12184003"/>
                <a:gd name="connsiteY4176" fmla="*/ 4612592 h 6857801"/>
                <a:gd name="connsiteX4177" fmla="*/ 5329905 w 12184003"/>
                <a:gd name="connsiteY4177" fmla="*/ 4579745 h 6857801"/>
                <a:gd name="connsiteX4178" fmla="*/ 5352897 w 12184003"/>
                <a:gd name="connsiteY4178" fmla="*/ 4589600 h 6857801"/>
                <a:gd name="connsiteX4179" fmla="*/ 5356854 w 12184003"/>
                <a:gd name="connsiteY4179" fmla="*/ 4598834 h 6857801"/>
                <a:gd name="connsiteX4180" fmla="*/ 5358392 w 12184003"/>
                <a:gd name="connsiteY4180" fmla="*/ 4595073 h 6857801"/>
                <a:gd name="connsiteX4181" fmla="*/ 5382485 w 12184003"/>
                <a:gd name="connsiteY4181" fmla="*/ 4585220 h 6857801"/>
                <a:gd name="connsiteX4182" fmla="*/ 5399984 w 12184003"/>
                <a:gd name="connsiteY4182" fmla="*/ 4592377 h 6857801"/>
                <a:gd name="connsiteX4183" fmla="*/ 5399984 w 12184003"/>
                <a:gd name="connsiteY4183" fmla="*/ 4565437 h 6857801"/>
                <a:gd name="connsiteX4184" fmla="*/ 5397176 w 12184003"/>
                <a:gd name="connsiteY4184" fmla="*/ 4564725 h 6857801"/>
                <a:gd name="connsiteX4185" fmla="*/ 5358376 w 12184003"/>
                <a:gd name="connsiteY4185" fmla="*/ 4505291 h 6857801"/>
                <a:gd name="connsiteX4186" fmla="*/ 5421880 w 12184003"/>
                <a:gd name="connsiteY4186" fmla="*/ 4441787 h 6857801"/>
                <a:gd name="connsiteX4187" fmla="*/ 5485384 w 12184003"/>
                <a:gd name="connsiteY4187" fmla="*/ 4505291 h 6857801"/>
                <a:gd name="connsiteX4188" fmla="*/ 5480388 w 12184003"/>
                <a:gd name="connsiteY4188" fmla="*/ 4531262 h 6857801"/>
                <a:gd name="connsiteX4189" fmla="*/ 5478609 w 12184003"/>
                <a:gd name="connsiteY4189" fmla="*/ 4533985 h 6857801"/>
                <a:gd name="connsiteX4190" fmla="*/ 5761309 w 12184003"/>
                <a:gd name="connsiteY4190" fmla="*/ 4251273 h 6857801"/>
                <a:gd name="connsiteX4191" fmla="*/ 5869612 w 12184003"/>
                <a:gd name="connsiteY4191" fmla="*/ 4251273 h 6857801"/>
                <a:gd name="connsiteX4192" fmla="*/ 5975899 w 12184003"/>
                <a:gd name="connsiteY4192" fmla="*/ 4143972 h 6857801"/>
                <a:gd name="connsiteX4193" fmla="*/ 5975899 w 12184003"/>
                <a:gd name="connsiteY4193" fmla="*/ 3882420 h 6857801"/>
                <a:gd name="connsiteX4194" fmla="*/ 5959475 w 12184003"/>
                <a:gd name="connsiteY4194" fmla="*/ 3871341 h 6857801"/>
                <a:gd name="connsiteX4195" fmla="*/ 5940862 w 12184003"/>
                <a:gd name="connsiteY4195" fmla="*/ 3826449 h 6857801"/>
                <a:gd name="connsiteX4196" fmla="*/ 6004366 w 12184003"/>
                <a:gd name="connsiteY4196" fmla="*/ 3762945 h 6857801"/>
                <a:gd name="connsiteX4197" fmla="*/ 6067869 w 12184003"/>
                <a:gd name="connsiteY4197" fmla="*/ 3826449 h 6857801"/>
                <a:gd name="connsiteX4198" fmla="*/ 6029069 w 12184003"/>
                <a:gd name="connsiteY4198" fmla="*/ 3884958 h 6857801"/>
                <a:gd name="connsiteX4199" fmla="*/ 6021884 w 12184003"/>
                <a:gd name="connsiteY4199" fmla="*/ 3886411 h 6857801"/>
                <a:gd name="connsiteX4200" fmla="*/ 6021884 w 12184003"/>
                <a:gd name="connsiteY4200" fmla="*/ 4161491 h 6857801"/>
                <a:gd name="connsiteX4201" fmla="*/ 5932949 w 12184003"/>
                <a:gd name="connsiteY4201" fmla="*/ 4251273 h 6857801"/>
                <a:gd name="connsiteX4202" fmla="*/ 5985355 w 12184003"/>
                <a:gd name="connsiteY4202" fmla="*/ 4251273 h 6857801"/>
                <a:gd name="connsiteX4203" fmla="*/ 5995609 w 12184003"/>
                <a:gd name="connsiteY4203" fmla="*/ 4224996 h 6857801"/>
                <a:gd name="connsiteX4204" fmla="*/ 6027359 w 12184003"/>
                <a:gd name="connsiteY4204" fmla="*/ 4211856 h 6857801"/>
                <a:gd name="connsiteX4205" fmla="*/ 6052341 w 12184003"/>
                <a:gd name="connsiteY4205" fmla="*/ 4222194 h 6857801"/>
                <a:gd name="connsiteX4206" fmla="*/ 6077724 w 12184003"/>
                <a:gd name="connsiteY4206" fmla="*/ 4211035 h 6857801"/>
                <a:gd name="connsiteX4207" fmla="*/ 6109475 w 12184003"/>
                <a:gd name="connsiteY4207" fmla="*/ 4224995 h 6857801"/>
                <a:gd name="connsiteX4208" fmla="*/ 6119731 w 12184003"/>
                <a:gd name="connsiteY4208" fmla="*/ 4251273 h 6857801"/>
                <a:gd name="connsiteX4209" fmla="*/ 6269332 w 12184003"/>
                <a:gd name="connsiteY4209" fmla="*/ 4251273 h 6857801"/>
                <a:gd name="connsiteX4210" fmla="*/ 6269332 w 12184003"/>
                <a:gd name="connsiteY4210" fmla="*/ 3883385 h 6857801"/>
                <a:gd name="connsiteX4211" fmla="*/ 6247433 w 12184003"/>
                <a:gd name="connsiteY4211" fmla="*/ 3874625 h 6857801"/>
                <a:gd name="connsiteX4212" fmla="*/ 6234295 w 12184003"/>
                <a:gd name="connsiteY4212" fmla="*/ 3841779 h 6857801"/>
                <a:gd name="connsiteX4213" fmla="*/ 6280281 w 12184003"/>
                <a:gd name="connsiteY4213" fmla="*/ 3795792 h 6857801"/>
                <a:gd name="connsiteX4214" fmla="*/ 6326266 w 12184003"/>
                <a:gd name="connsiteY4214" fmla="*/ 3841779 h 6857801"/>
                <a:gd name="connsiteX4215" fmla="*/ 6312307 w 12184003"/>
                <a:gd name="connsiteY4215" fmla="*/ 3874625 h 6857801"/>
                <a:gd name="connsiteX4216" fmla="*/ 6291230 w 12184003"/>
                <a:gd name="connsiteY4216" fmla="*/ 3883272 h 6857801"/>
                <a:gd name="connsiteX4217" fmla="*/ 6291230 w 12184003"/>
                <a:gd name="connsiteY4217" fmla="*/ 4251273 h 6857801"/>
                <a:gd name="connsiteX4218" fmla="*/ 6343785 w 12184003"/>
                <a:gd name="connsiteY4218" fmla="*/ 4251273 h 6857801"/>
                <a:gd name="connsiteX4219" fmla="*/ 6442341 w 12184003"/>
                <a:gd name="connsiteY4219" fmla="*/ 4349830 h 6857801"/>
                <a:gd name="connsiteX4220" fmla="*/ 6583722 w 12184003"/>
                <a:gd name="connsiteY4220" fmla="*/ 4210385 h 6857801"/>
                <a:gd name="connsiteX4221" fmla="*/ 6575905 w 12184003"/>
                <a:gd name="connsiteY4221" fmla="*/ 4192148 h 6857801"/>
                <a:gd name="connsiteX4222" fmla="*/ 6608752 w 12184003"/>
                <a:gd name="connsiteY4222" fmla="*/ 4159301 h 6857801"/>
                <a:gd name="connsiteX4223" fmla="*/ 6617511 w 12184003"/>
                <a:gd name="connsiteY4223" fmla="*/ 4163054 h 6857801"/>
                <a:gd name="connsiteX4224" fmla="*/ 6617511 w 12184003"/>
                <a:gd name="connsiteY4224" fmla="*/ 3951269 h 6857801"/>
                <a:gd name="connsiteX4225" fmla="*/ 6436070 w 12184003"/>
                <a:gd name="connsiteY4225" fmla="*/ 4132711 h 6857801"/>
                <a:gd name="connsiteX4226" fmla="*/ 6442326 w 12184003"/>
                <a:gd name="connsiteY4226" fmla="*/ 4148352 h 6857801"/>
                <a:gd name="connsiteX4227" fmla="*/ 6396340 w 12184003"/>
                <a:gd name="connsiteY4227" fmla="*/ 4194338 h 6857801"/>
                <a:gd name="connsiteX4228" fmla="*/ 6350354 w 12184003"/>
                <a:gd name="connsiteY4228" fmla="*/ 4148352 h 6857801"/>
                <a:gd name="connsiteX4229" fmla="*/ 6396340 w 12184003"/>
                <a:gd name="connsiteY4229" fmla="*/ 4102366 h 6857801"/>
                <a:gd name="connsiteX4230" fmla="*/ 6422931 w 12184003"/>
                <a:gd name="connsiteY4230" fmla="*/ 4113002 h 6857801"/>
                <a:gd name="connsiteX4231" fmla="*/ 6615321 w 12184003"/>
                <a:gd name="connsiteY4231" fmla="*/ 3920611 h 6857801"/>
                <a:gd name="connsiteX4232" fmla="*/ 6617511 w 12184003"/>
                <a:gd name="connsiteY4232" fmla="*/ 3920611 h 6857801"/>
                <a:gd name="connsiteX4233" fmla="*/ 6617511 w 12184003"/>
                <a:gd name="connsiteY4233" fmla="*/ 3662214 h 6857801"/>
                <a:gd name="connsiteX4234" fmla="*/ 6809901 w 12184003"/>
                <a:gd name="connsiteY4234" fmla="*/ 3469824 h 6857801"/>
                <a:gd name="connsiteX4235" fmla="*/ 6799265 w 12184003"/>
                <a:gd name="connsiteY4235" fmla="*/ 3443233 h 6857801"/>
                <a:gd name="connsiteX4236" fmla="*/ 6845251 w 12184003"/>
                <a:gd name="connsiteY4236" fmla="*/ 3397249 h 6857801"/>
                <a:gd name="connsiteX4237" fmla="*/ 6891236 w 12184003"/>
                <a:gd name="connsiteY4237" fmla="*/ 3443233 h 6857801"/>
                <a:gd name="connsiteX4238" fmla="*/ 6845251 w 12184003"/>
                <a:gd name="connsiteY4238" fmla="*/ 3489219 h 6857801"/>
                <a:gd name="connsiteX4239" fmla="*/ 6829611 w 12184003"/>
                <a:gd name="connsiteY4239" fmla="*/ 3482962 h 6857801"/>
                <a:gd name="connsiteX4240" fmla="*/ 6762041 w 12184003"/>
                <a:gd name="connsiteY4240" fmla="*/ 3550532 h 6857801"/>
                <a:gd name="connsiteX4241" fmla="*/ 6794886 w 12184003"/>
                <a:gd name="connsiteY4241" fmla="*/ 3537395 h 6857801"/>
                <a:gd name="connsiteX4242" fmla="*/ 6827732 w 12184003"/>
                <a:gd name="connsiteY4242" fmla="*/ 3550533 h 6857801"/>
                <a:gd name="connsiteX4243" fmla="*/ 6836491 w 12184003"/>
                <a:gd name="connsiteY4243" fmla="*/ 3572431 h 6857801"/>
                <a:gd name="connsiteX4244" fmla="*/ 7283212 w 12184003"/>
                <a:gd name="connsiteY4244" fmla="*/ 3572431 h 6857801"/>
                <a:gd name="connsiteX4245" fmla="*/ 7552997 w 12184003"/>
                <a:gd name="connsiteY4245" fmla="*/ 3300899 h 6857801"/>
                <a:gd name="connsiteX4246" fmla="*/ 7471022 w 12184003"/>
                <a:gd name="connsiteY4246" fmla="*/ 3300899 h 6857801"/>
                <a:gd name="connsiteX4247" fmla="*/ 7469895 w 12184003"/>
                <a:gd name="connsiteY4247" fmla="*/ 3306372 h 6857801"/>
                <a:gd name="connsiteX4248" fmla="*/ 7425550 w 12184003"/>
                <a:gd name="connsiteY4248" fmla="*/ 3335933 h 6857801"/>
                <a:gd name="connsiteX4249" fmla="*/ 7391609 w 12184003"/>
                <a:gd name="connsiteY4249" fmla="*/ 3321701 h 6857801"/>
                <a:gd name="connsiteX4250" fmla="*/ 7386134 w 12184003"/>
                <a:gd name="connsiteY4250" fmla="*/ 3313636 h 6857801"/>
                <a:gd name="connsiteX4251" fmla="*/ 7386134 w 12184003"/>
                <a:gd name="connsiteY4251" fmla="*/ 3377769 h 6857801"/>
                <a:gd name="connsiteX4252" fmla="*/ 7401462 w 12184003"/>
                <a:gd name="connsiteY4252" fmla="*/ 3384112 h 6857801"/>
                <a:gd name="connsiteX4253" fmla="*/ 7401462 w 12184003"/>
                <a:gd name="connsiteY4253" fmla="*/ 3447612 h 6857801"/>
                <a:gd name="connsiteX4254" fmla="*/ 7337958 w 12184003"/>
                <a:gd name="connsiteY4254" fmla="*/ 3447612 h 6857801"/>
                <a:gd name="connsiteX4255" fmla="*/ 7337958 w 12184003"/>
                <a:gd name="connsiteY4255" fmla="*/ 3384112 h 6857801"/>
                <a:gd name="connsiteX4256" fmla="*/ 7362046 w 12184003"/>
                <a:gd name="connsiteY4256" fmla="*/ 3374144 h 6857801"/>
                <a:gd name="connsiteX4257" fmla="*/ 7362046 w 12184003"/>
                <a:gd name="connsiteY4257" fmla="*/ 3101634 h 6857801"/>
                <a:gd name="connsiteX4258" fmla="*/ 7370813 w 12184003"/>
                <a:gd name="connsiteY4258" fmla="*/ 3092868 h 6857801"/>
                <a:gd name="connsiteX4259" fmla="*/ 7346717 w 12184003"/>
                <a:gd name="connsiteY4259" fmla="*/ 3092868 h 6857801"/>
                <a:gd name="connsiteX4260" fmla="*/ 7114598 w 12184003"/>
                <a:gd name="connsiteY4260" fmla="*/ 3324987 h 6857801"/>
                <a:gd name="connsiteX4261" fmla="*/ 6839076 w 12184003"/>
                <a:gd name="connsiteY4261" fmla="*/ 3324987 h 6857801"/>
                <a:gd name="connsiteX4262" fmla="*/ 6838065 w 12184003"/>
                <a:gd name="connsiteY4262" fmla="*/ 3329981 h 6857801"/>
                <a:gd name="connsiteX4263" fmla="*/ 6779556 w 12184003"/>
                <a:gd name="connsiteY4263" fmla="*/ 3368783 h 6857801"/>
                <a:gd name="connsiteX4264" fmla="*/ 6716052 w 12184003"/>
                <a:gd name="connsiteY4264" fmla="*/ 3305278 h 6857801"/>
                <a:gd name="connsiteX4265" fmla="*/ 6779556 w 12184003"/>
                <a:gd name="connsiteY4265" fmla="*/ 3241772 h 6857801"/>
                <a:gd name="connsiteX4266" fmla="*/ 6824448 w 12184003"/>
                <a:gd name="connsiteY4266" fmla="*/ 3260388 h 6857801"/>
                <a:gd name="connsiteX4267" fmla="*/ 6837004 w 12184003"/>
                <a:gd name="connsiteY4267" fmla="*/ 3279002 h 6857801"/>
                <a:gd name="connsiteX4268" fmla="*/ 7097079 w 12184003"/>
                <a:gd name="connsiteY4268" fmla="*/ 3279002 h 6857801"/>
                <a:gd name="connsiteX4269" fmla="*/ 7327008 w 12184003"/>
                <a:gd name="connsiteY4269" fmla="*/ 3049073 h 6857801"/>
                <a:gd name="connsiteX4270" fmla="*/ 7414610 w 12184003"/>
                <a:gd name="connsiteY4270" fmla="*/ 3049073 h 6857801"/>
                <a:gd name="connsiteX4271" fmla="*/ 7714539 w 12184003"/>
                <a:gd name="connsiteY4271" fmla="*/ 2749141 h 6857801"/>
                <a:gd name="connsiteX4272" fmla="*/ 7714352 w 12184003"/>
                <a:gd name="connsiteY4272" fmla="*/ 2749065 h 6857801"/>
                <a:gd name="connsiteX4273" fmla="*/ 7519459 w 12184003"/>
                <a:gd name="connsiteY4273" fmla="*/ 2749065 h 6857801"/>
                <a:gd name="connsiteX4274" fmla="*/ 7519097 w 12184003"/>
                <a:gd name="connsiteY4274" fmla="*/ 2750946 h 6857801"/>
                <a:gd name="connsiteX4275" fmla="*/ 7460587 w 12184003"/>
                <a:gd name="connsiteY4275" fmla="*/ 2790672 h 6857801"/>
                <a:gd name="connsiteX4276" fmla="*/ 7397083 w 12184003"/>
                <a:gd name="connsiteY4276" fmla="*/ 2724978 h 6857801"/>
                <a:gd name="connsiteX4277" fmla="*/ 7460587 w 12184003"/>
                <a:gd name="connsiteY4277" fmla="*/ 2661476 h 6857801"/>
                <a:gd name="connsiteX4278" fmla="*/ 7519097 w 12184003"/>
                <a:gd name="connsiteY4278" fmla="*/ 2700274 h 6857801"/>
                <a:gd name="connsiteX4279" fmla="*/ 7519665 w 12184003"/>
                <a:gd name="connsiteY4279" fmla="*/ 2703082 h 6857801"/>
                <a:gd name="connsiteX4280" fmla="*/ 7700970 w 12184003"/>
                <a:gd name="connsiteY4280" fmla="*/ 2703082 h 6857801"/>
                <a:gd name="connsiteX4281" fmla="*/ 7703657 w 12184003"/>
                <a:gd name="connsiteY4281" fmla="*/ 2696511 h 6857801"/>
                <a:gd name="connsiteX4282" fmla="*/ 7725319 w 12184003"/>
                <a:gd name="connsiteY4282" fmla="*/ 2687648 h 6857801"/>
                <a:gd name="connsiteX4283" fmla="*/ 7724874 w 12184003"/>
                <a:gd name="connsiteY4283" fmla="*/ 2641769 h 6857801"/>
                <a:gd name="connsiteX4284" fmla="*/ 7594919 w 12184003"/>
                <a:gd name="connsiteY4284" fmla="*/ 2641769 h 6857801"/>
                <a:gd name="connsiteX4285" fmla="*/ 7588691 w 12184003"/>
                <a:gd name="connsiteY4285" fmla="*/ 2656820 h 6857801"/>
                <a:gd name="connsiteX4286" fmla="*/ 7565698 w 12184003"/>
                <a:gd name="connsiteY4286" fmla="*/ 2665855 h 6857801"/>
                <a:gd name="connsiteX4287" fmla="*/ 7532851 w 12184003"/>
                <a:gd name="connsiteY4287" fmla="*/ 2630816 h 6857801"/>
                <a:gd name="connsiteX4288" fmla="*/ 7565698 w 12184003"/>
                <a:gd name="connsiteY4288" fmla="*/ 2597970 h 6857801"/>
                <a:gd name="connsiteX4289" fmla="*/ 7589512 w 12184003"/>
                <a:gd name="connsiteY4289" fmla="*/ 2607823 h 6857801"/>
                <a:gd name="connsiteX4290" fmla="*/ 7596826 w 12184003"/>
                <a:gd name="connsiteY4290" fmla="*/ 2626439 h 6857801"/>
                <a:gd name="connsiteX4291" fmla="*/ 7724725 w 12184003"/>
                <a:gd name="connsiteY4291" fmla="*/ 2626439 h 6857801"/>
                <a:gd name="connsiteX4292" fmla="*/ 7723514 w 12184003"/>
                <a:gd name="connsiteY4292" fmla="*/ 2501769 h 6857801"/>
                <a:gd name="connsiteX4293" fmla="*/ 7655480 w 12184003"/>
                <a:gd name="connsiteY4293" fmla="*/ 2433734 h 6857801"/>
                <a:gd name="connsiteX4294" fmla="*/ 7565969 w 12184003"/>
                <a:gd name="connsiteY4294" fmla="*/ 2433734 h 6857801"/>
                <a:gd name="connsiteX4295" fmla="*/ 7287637 w 12184003"/>
                <a:gd name="connsiteY4295" fmla="*/ 2713781 h 6857801"/>
                <a:gd name="connsiteX4296" fmla="*/ 7296352 w 12184003"/>
                <a:gd name="connsiteY4296" fmla="*/ 2734839 h 6857801"/>
                <a:gd name="connsiteX4297" fmla="*/ 7283212 w 12184003"/>
                <a:gd name="connsiteY4297" fmla="*/ 2766584 h 6857801"/>
                <a:gd name="connsiteX4298" fmla="*/ 7219708 w 12184003"/>
                <a:gd name="connsiteY4298" fmla="*/ 2766584 h 6857801"/>
                <a:gd name="connsiteX4299" fmla="*/ 7219708 w 12184003"/>
                <a:gd name="connsiteY4299" fmla="*/ 2700891 h 6857801"/>
                <a:gd name="connsiteX4300" fmla="*/ 7251461 w 12184003"/>
                <a:gd name="connsiteY4300" fmla="*/ 2687754 h 6857801"/>
                <a:gd name="connsiteX4301" fmla="*/ 7272373 w 12184003"/>
                <a:gd name="connsiteY4301" fmla="*/ 2696405 h 6857801"/>
                <a:gd name="connsiteX4302" fmla="*/ 7535042 w 12184003"/>
                <a:gd name="connsiteY4302" fmla="*/ 2433734 h 6857801"/>
                <a:gd name="connsiteX4303" fmla="*/ 7186876 w 12184003"/>
                <a:gd name="connsiteY4303" fmla="*/ 2433734 h 6857801"/>
                <a:gd name="connsiteX4304" fmla="*/ 7099694 w 12184003"/>
                <a:gd name="connsiteY4304" fmla="*/ 2520913 h 6857801"/>
                <a:gd name="connsiteX4305" fmla="*/ 7102794 w 12184003"/>
                <a:gd name="connsiteY4305" fmla="*/ 2525573 h 6857801"/>
                <a:gd name="connsiteX4306" fmla="*/ 7088320 w 12184003"/>
                <a:gd name="connsiteY4306" fmla="*/ 2595784 h 6857801"/>
                <a:gd name="connsiteX4307" fmla="*/ 6996348 w 12184003"/>
                <a:gd name="connsiteY4307" fmla="*/ 2595784 h 6857801"/>
                <a:gd name="connsiteX4308" fmla="*/ 6996348 w 12184003"/>
                <a:gd name="connsiteY4308" fmla="*/ 2503807 h 6857801"/>
                <a:gd name="connsiteX4309" fmla="*/ 7042334 w 12184003"/>
                <a:gd name="connsiteY4309" fmla="*/ 2484920 h 6857801"/>
                <a:gd name="connsiteX4310" fmla="*/ 7065725 w 12184003"/>
                <a:gd name="connsiteY4310" fmla="*/ 2489187 h 6857801"/>
                <a:gd name="connsiteX4311" fmla="*/ 7121175 w 12184003"/>
                <a:gd name="connsiteY4311" fmla="*/ 2433734 h 6857801"/>
                <a:gd name="connsiteX4312" fmla="*/ 7007185 w 12184003"/>
                <a:gd name="connsiteY4312" fmla="*/ 2433734 h 6857801"/>
                <a:gd name="connsiteX4313" fmla="*/ 6998538 w 12184003"/>
                <a:gd name="connsiteY4313" fmla="*/ 2454809 h 6857801"/>
                <a:gd name="connsiteX4314" fmla="*/ 6965690 w 12184003"/>
                <a:gd name="connsiteY4314" fmla="*/ 2468770 h 6857801"/>
                <a:gd name="connsiteX4315" fmla="*/ 6919705 w 12184003"/>
                <a:gd name="connsiteY4315" fmla="*/ 2422784 h 6857801"/>
                <a:gd name="connsiteX4316" fmla="*/ 6965690 w 12184003"/>
                <a:gd name="connsiteY4316" fmla="*/ 2376798 h 6857801"/>
                <a:gd name="connsiteX4317" fmla="*/ 6998538 w 12184003"/>
                <a:gd name="connsiteY4317" fmla="*/ 2389938 h 6857801"/>
                <a:gd name="connsiteX4318" fmla="*/ 7006420 w 12184003"/>
                <a:gd name="connsiteY4318" fmla="*/ 2409645 h 6857801"/>
                <a:gd name="connsiteX4319" fmla="*/ 7145261 w 12184003"/>
                <a:gd name="connsiteY4319" fmla="*/ 2409645 h 6857801"/>
                <a:gd name="connsiteX4320" fmla="*/ 7248175 w 12184003"/>
                <a:gd name="connsiteY4320" fmla="*/ 2306727 h 6857801"/>
                <a:gd name="connsiteX4321" fmla="*/ 7248175 w 12184003"/>
                <a:gd name="connsiteY4321" fmla="*/ 2158274 h 6857801"/>
                <a:gd name="connsiteX4322" fmla="*/ 7230658 w 12184003"/>
                <a:gd name="connsiteY4322" fmla="*/ 2151270 h 6857801"/>
                <a:gd name="connsiteX4323" fmla="*/ 7217519 w 12184003"/>
                <a:gd name="connsiteY4323" fmla="*/ 2118444 h 6857801"/>
                <a:gd name="connsiteX4324" fmla="*/ 7230658 w 12184003"/>
                <a:gd name="connsiteY4324" fmla="*/ 2085620 h 6857801"/>
                <a:gd name="connsiteX4325" fmla="*/ 7248175 w 12184003"/>
                <a:gd name="connsiteY4325" fmla="*/ 2078613 h 6857801"/>
                <a:gd name="connsiteX4326" fmla="*/ 7248175 w 12184003"/>
                <a:gd name="connsiteY4326" fmla="*/ 1978291 h 6857801"/>
                <a:gd name="connsiteX4327" fmla="*/ 7254746 w 12184003"/>
                <a:gd name="connsiteY4327" fmla="*/ 1971721 h 6857801"/>
                <a:gd name="connsiteX4328" fmla="*/ 7254746 w 12184003"/>
                <a:gd name="connsiteY4328" fmla="*/ 1645469 h 6857801"/>
                <a:gd name="connsiteX4329" fmla="*/ 7207649 w 12184003"/>
                <a:gd name="connsiteY4329" fmla="*/ 1598064 h 6857801"/>
                <a:gd name="connsiteX4330" fmla="*/ 7172498 w 12184003"/>
                <a:gd name="connsiteY4330" fmla="*/ 1633352 h 6857801"/>
                <a:gd name="connsiteX4331" fmla="*/ 7173175 w 12184003"/>
                <a:gd name="connsiteY4331" fmla="*/ 1634348 h 6857801"/>
                <a:gd name="connsiteX4332" fmla="*/ 7158393 w 12184003"/>
                <a:gd name="connsiteY4332" fmla="*/ 1704560 h 6857801"/>
                <a:gd name="connsiteX4333" fmla="*/ 7066422 w 12184003"/>
                <a:gd name="connsiteY4333" fmla="*/ 1704560 h 6857801"/>
                <a:gd name="connsiteX4334" fmla="*/ 7066422 w 12184003"/>
                <a:gd name="connsiteY4334" fmla="*/ 1612588 h 6857801"/>
                <a:gd name="connsiteX4335" fmla="*/ 7136632 w 12184003"/>
                <a:gd name="connsiteY4335" fmla="*/ 1598731 h 6857801"/>
                <a:gd name="connsiteX4336" fmla="*/ 7139668 w 12184003"/>
                <a:gd name="connsiteY4336" fmla="*/ 1600663 h 6857801"/>
                <a:gd name="connsiteX4337" fmla="*/ 7175065 w 12184003"/>
                <a:gd name="connsiteY4337" fmla="*/ 1565266 h 6857801"/>
                <a:gd name="connsiteX4338" fmla="*/ 7148905 w 12184003"/>
                <a:gd name="connsiteY4338" fmla="*/ 1538934 h 6857801"/>
                <a:gd name="connsiteX4339" fmla="*/ 7147444 w 12184003"/>
                <a:gd name="connsiteY4339" fmla="*/ 1542506 h 6857801"/>
                <a:gd name="connsiteX4340" fmla="*/ 7099268 w 12184003"/>
                <a:gd name="connsiteY4340" fmla="*/ 1542506 h 6857801"/>
                <a:gd name="connsiteX4341" fmla="*/ 7099268 w 12184003"/>
                <a:gd name="connsiteY4341" fmla="*/ 1494330 h 6857801"/>
                <a:gd name="connsiteX4342" fmla="*/ 7103054 w 12184003"/>
                <a:gd name="connsiteY4342" fmla="*/ 1492782 h 6857801"/>
                <a:gd name="connsiteX4343" fmla="*/ 6984216 w 12184003"/>
                <a:gd name="connsiteY4343" fmla="*/ 1373165 h 6857801"/>
                <a:gd name="connsiteX4344" fmla="*/ 6937224 w 12184003"/>
                <a:gd name="connsiteY4344" fmla="*/ 1420365 h 6857801"/>
                <a:gd name="connsiteX4345" fmla="*/ 6937224 w 12184003"/>
                <a:gd name="connsiteY4345" fmla="*/ 1743072 h 6857801"/>
                <a:gd name="connsiteX4346" fmla="*/ 6947079 w 12184003"/>
                <a:gd name="connsiteY4346" fmla="*/ 1747295 h 6857801"/>
                <a:gd name="connsiteX4347" fmla="*/ 6956932 w 12184003"/>
                <a:gd name="connsiteY4347" fmla="*/ 1770288 h 6857801"/>
                <a:gd name="connsiteX4348" fmla="*/ 6924085 w 12184003"/>
                <a:gd name="connsiteY4348" fmla="*/ 1803134 h 6857801"/>
                <a:gd name="connsiteX4349" fmla="*/ 6891238 w 12184003"/>
                <a:gd name="connsiteY4349" fmla="*/ 1770288 h 6857801"/>
                <a:gd name="connsiteX4350" fmla="*/ 6900270 w 12184003"/>
                <a:gd name="connsiteY4350" fmla="*/ 1747295 h 6857801"/>
                <a:gd name="connsiteX4351" fmla="*/ 6919705 w 12184003"/>
                <a:gd name="connsiteY4351" fmla="*/ 1739253 h 6857801"/>
                <a:gd name="connsiteX4352" fmla="*/ 6919705 w 12184003"/>
                <a:gd name="connsiteY4352" fmla="*/ 1437961 h 6857801"/>
                <a:gd name="connsiteX4353" fmla="*/ 6741892 w 12184003"/>
                <a:gd name="connsiteY4353" fmla="*/ 1616563 h 6857801"/>
                <a:gd name="connsiteX4354" fmla="*/ 6805834 w 12184003"/>
                <a:gd name="connsiteY4354" fmla="*/ 1680507 h 6857801"/>
                <a:gd name="connsiteX4355" fmla="*/ 6805834 w 12184003"/>
                <a:gd name="connsiteY4355" fmla="*/ 2065912 h 6857801"/>
                <a:gd name="connsiteX4356" fmla="*/ 6816784 w 12184003"/>
                <a:gd name="connsiteY4356" fmla="*/ 2070292 h 6857801"/>
                <a:gd name="connsiteX4357" fmla="*/ 6829923 w 12184003"/>
                <a:gd name="connsiteY4357" fmla="*/ 2103083 h 6857801"/>
                <a:gd name="connsiteX4358" fmla="*/ 6783936 w 12184003"/>
                <a:gd name="connsiteY4358" fmla="*/ 2149063 h 6857801"/>
                <a:gd name="connsiteX4359" fmla="*/ 6737951 w 12184003"/>
                <a:gd name="connsiteY4359" fmla="*/ 2103083 h 6857801"/>
                <a:gd name="connsiteX4360" fmla="*/ 6783936 w 12184003"/>
                <a:gd name="connsiteY4360" fmla="*/ 2057152 h 6857801"/>
                <a:gd name="connsiteX4361" fmla="*/ 6783936 w 12184003"/>
                <a:gd name="connsiteY4361" fmla="*/ 1689266 h 6857801"/>
                <a:gd name="connsiteX4362" fmla="*/ 6726596 w 12184003"/>
                <a:gd name="connsiteY4362" fmla="*/ 1631925 h 6857801"/>
                <a:gd name="connsiteX4363" fmla="*/ 6621892 w 12184003"/>
                <a:gd name="connsiteY4363" fmla="*/ 1737093 h 6857801"/>
                <a:gd name="connsiteX4364" fmla="*/ 6621892 w 12184003"/>
                <a:gd name="connsiteY4364" fmla="*/ 2214802 h 6857801"/>
                <a:gd name="connsiteX4365" fmla="*/ 6792696 w 12184003"/>
                <a:gd name="connsiteY4365" fmla="*/ 2385602 h 6857801"/>
                <a:gd name="connsiteX4366" fmla="*/ 6792696 w 12184003"/>
                <a:gd name="connsiteY4366" fmla="*/ 3045942 h 6857801"/>
                <a:gd name="connsiteX4367" fmla="*/ 6812404 w 12184003"/>
                <a:gd name="connsiteY4367" fmla="*/ 3054322 h 6857801"/>
                <a:gd name="connsiteX4368" fmla="*/ 6825543 w 12184003"/>
                <a:gd name="connsiteY4368" fmla="*/ 3086345 h 6857801"/>
                <a:gd name="connsiteX4369" fmla="*/ 6779556 w 12184003"/>
                <a:gd name="connsiteY4369" fmla="*/ 3132330 h 6857801"/>
                <a:gd name="connsiteX4370" fmla="*/ 6733571 w 12184003"/>
                <a:gd name="connsiteY4370" fmla="*/ 3086345 h 6857801"/>
                <a:gd name="connsiteX4371" fmla="*/ 6747531 w 12184003"/>
                <a:gd name="connsiteY4371" fmla="*/ 3053489 h 6857801"/>
                <a:gd name="connsiteX4372" fmla="*/ 6768608 w 12184003"/>
                <a:gd name="connsiteY4372" fmla="*/ 3044848 h 6857801"/>
                <a:gd name="connsiteX4373" fmla="*/ 6768608 w 12184003"/>
                <a:gd name="connsiteY4373" fmla="*/ 2396555 h 6857801"/>
                <a:gd name="connsiteX4374" fmla="*/ 6597803 w 12184003"/>
                <a:gd name="connsiteY4374" fmla="*/ 2225705 h 6857801"/>
                <a:gd name="connsiteX4375" fmla="*/ 6597803 w 12184003"/>
                <a:gd name="connsiteY4375" fmla="*/ 1774668 h 6857801"/>
                <a:gd name="connsiteX4376" fmla="*/ 6594519 w 12184003"/>
                <a:gd name="connsiteY4376" fmla="*/ 1782331 h 6857801"/>
                <a:gd name="connsiteX4377" fmla="*/ 6591612 w 12184003"/>
                <a:gd name="connsiteY4377" fmla="*/ 1783577 h 6857801"/>
                <a:gd name="connsiteX4378" fmla="*/ 6595613 w 12184003"/>
                <a:gd name="connsiteY4378" fmla="*/ 1793247 h 6857801"/>
                <a:gd name="connsiteX4379" fmla="*/ 6582475 w 12184003"/>
                <a:gd name="connsiteY4379" fmla="*/ 1824999 h 6857801"/>
                <a:gd name="connsiteX4380" fmla="*/ 6518970 w 12184003"/>
                <a:gd name="connsiteY4380" fmla="*/ 1824999 h 6857801"/>
                <a:gd name="connsiteX4381" fmla="*/ 6518970 w 12184003"/>
                <a:gd name="connsiteY4381" fmla="*/ 1761495 h 6857801"/>
                <a:gd name="connsiteX4382" fmla="*/ 6541804 w 12184003"/>
                <a:gd name="connsiteY4382" fmla="*/ 1752046 h 6857801"/>
                <a:gd name="connsiteX4383" fmla="*/ 6548533 w 12184003"/>
                <a:gd name="connsiteY4383" fmla="*/ 1736345 h 6857801"/>
                <a:gd name="connsiteX4384" fmla="*/ 6571525 w 12184003"/>
                <a:gd name="connsiteY4384" fmla="*/ 1726491 h 6857801"/>
                <a:gd name="connsiteX4385" fmla="*/ 6571525 w 12184003"/>
                <a:gd name="connsiteY4385" fmla="*/ 1476856 h 6857801"/>
                <a:gd name="connsiteX4386" fmla="*/ 6451086 w 12184003"/>
                <a:gd name="connsiteY4386" fmla="*/ 1356420 h 6857801"/>
                <a:gd name="connsiteX4387" fmla="*/ 6451086 w 12184003"/>
                <a:gd name="connsiteY4387" fmla="*/ 1733216 h 6857801"/>
                <a:gd name="connsiteX4388" fmla="*/ 6499262 w 12184003"/>
                <a:gd name="connsiteY4388" fmla="*/ 1781238 h 6857801"/>
                <a:gd name="connsiteX4389" fmla="*/ 6499262 w 12184003"/>
                <a:gd name="connsiteY4389" fmla="*/ 1891573 h 6857801"/>
                <a:gd name="connsiteX4390" fmla="*/ 6575905 w 12184003"/>
                <a:gd name="connsiteY4390" fmla="*/ 1969561 h 6857801"/>
                <a:gd name="connsiteX4391" fmla="*/ 6575905 w 12184003"/>
                <a:gd name="connsiteY4391" fmla="*/ 2454109 h 6857801"/>
                <a:gd name="connsiteX4392" fmla="*/ 6592329 w 12184003"/>
                <a:gd name="connsiteY4392" fmla="*/ 2461124 h 6857801"/>
                <a:gd name="connsiteX4393" fmla="*/ 6602183 w 12184003"/>
                <a:gd name="connsiteY4393" fmla="*/ 2484109 h 6857801"/>
                <a:gd name="connsiteX4394" fmla="*/ 6569335 w 12184003"/>
                <a:gd name="connsiteY4394" fmla="*/ 2517000 h 6857801"/>
                <a:gd name="connsiteX4395" fmla="*/ 6536488 w 12184003"/>
                <a:gd name="connsiteY4395" fmla="*/ 2484109 h 6857801"/>
                <a:gd name="connsiteX4396" fmla="*/ 6544700 w 12184003"/>
                <a:gd name="connsiteY4396" fmla="*/ 2461124 h 6857801"/>
                <a:gd name="connsiteX4397" fmla="*/ 6560576 w 12184003"/>
                <a:gd name="connsiteY4397" fmla="*/ 2454803 h 6857801"/>
                <a:gd name="connsiteX4398" fmla="*/ 6560576 w 12184003"/>
                <a:gd name="connsiteY4398" fmla="*/ 1976131 h 6857801"/>
                <a:gd name="connsiteX4399" fmla="*/ 6499262 w 12184003"/>
                <a:gd name="connsiteY4399" fmla="*/ 1914816 h 6857801"/>
                <a:gd name="connsiteX4400" fmla="*/ 6499262 w 12184003"/>
                <a:gd name="connsiteY4400" fmla="*/ 2536988 h 6857801"/>
                <a:gd name="connsiteX4401" fmla="*/ 6522254 w 12184003"/>
                <a:gd name="connsiteY4401" fmla="*/ 2546511 h 6857801"/>
                <a:gd name="connsiteX4402" fmla="*/ 6540869 w 12184003"/>
                <a:gd name="connsiteY4402" fmla="*/ 2591407 h 6857801"/>
                <a:gd name="connsiteX4403" fmla="*/ 6477363 w 12184003"/>
                <a:gd name="connsiteY4403" fmla="*/ 2654952 h 6857801"/>
                <a:gd name="connsiteX4404" fmla="*/ 6411669 w 12184003"/>
                <a:gd name="connsiteY4404" fmla="*/ 2591407 h 6857801"/>
                <a:gd name="connsiteX4405" fmla="*/ 6430557 w 12184003"/>
                <a:gd name="connsiteY4405" fmla="*/ 2546511 h 6857801"/>
                <a:gd name="connsiteX4406" fmla="*/ 6453275 w 12184003"/>
                <a:gd name="connsiteY4406" fmla="*/ 2537484 h 6857801"/>
                <a:gd name="connsiteX4407" fmla="*/ 6453275 w 12184003"/>
                <a:gd name="connsiteY4407" fmla="*/ 1868830 h 6857801"/>
                <a:gd name="connsiteX4408" fmla="*/ 6433567 w 12184003"/>
                <a:gd name="connsiteY4408" fmla="*/ 1849122 h 6857801"/>
                <a:gd name="connsiteX4409" fmla="*/ 6433567 w 12184003"/>
                <a:gd name="connsiteY4409" fmla="*/ 1781175 h 6857801"/>
                <a:gd name="connsiteX4410" fmla="*/ 6361304 w 12184003"/>
                <a:gd name="connsiteY4410" fmla="*/ 1708681 h 6857801"/>
                <a:gd name="connsiteX4411" fmla="*/ 6361304 w 12184003"/>
                <a:gd name="connsiteY4411" fmla="*/ 2082017 h 6857801"/>
                <a:gd name="connsiteX4412" fmla="*/ 6377727 w 12184003"/>
                <a:gd name="connsiteY4412" fmla="*/ 2088839 h 6857801"/>
                <a:gd name="connsiteX4413" fmla="*/ 6391961 w 12184003"/>
                <a:gd name="connsiteY4413" fmla="*/ 2122790 h 6857801"/>
                <a:gd name="connsiteX4414" fmla="*/ 6343785 w 12184003"/>
                <a:gd name="connsiteY4414" fmla="*/ 2170998 h 6857801"/>
                <a:gd name="connsiteX4415" fmla="*/ 6295609 w 12184003"/>
                <a:gd name="connsiteY4415" fmla="*/ 2122790 h 6857801"/>
                <a:gd name="connsiteX4416" fmla="*/ 6309843 w 12184003"/>
                <a:gd name="connsiteY4416" fmla="*/ 2088839 h 6857801"/>
                <a:gd name="connsiteX4417" fmla="*/ 6326267 w 12184003"/>
                <a:gd name="connsiteY4417" fmla="*/ 2082017 h 6857801"/>
                <a:gd name="connsiteX4418" fmla="*/ 6326267 w 12184003"/>
                <a:gd name="connsiteY4418" fmla="*/ 1673532 h 6857801"/>
                <a:gd name="connsiteX4419" fmla="*/ 6153272 w 12184003"/>
                <a:gd name="connsiteY4419" fmla="*/ 1499988 h 6857801"/>
                <a:gd name="connsiteX4420" fmla="*/ 6153272 w 12184003"/>
                <a:gd name="connsiteY4420" fmla="*/ 2722834 h 6857801"/>
                <a:gd name="connsiteX4421" fmla="*/ 5923347 w 12184003"/>
                <a:gd name="connsiteY4421" fmla="*/ 2954915 h 6857801"/>
                <a:gd name="connsiteX4422" fmla="*/ 5923347 w 12184003"/>
                <a:gd name="connsiteY4422" fmla="*/ 3218584 h 6857801"/>
                <a:gd name="connsiteX4423" fmla="*/ 5939770 w 12184003"/>
                <a:gd name="connsiteY4423" fmla="*/ 3225389 h 6857801"/>
                <a:gd name="connsiteX4424" fmla="*/ 5958383 w 12184003"/>
                <a:gd name="connsiteY4424" fmla="*/ 3270284 h 6857801"/>
                <a:gd name="connsiteX4425" fmla="*/ 5894880 w 12184003"/>
                <a:gd name="connsiteY4425" fmla="*/ 3333747 h 6857801"/>
                <a:gd name="connsiteX4426" fmla="*/ 5831380 w 12184003"/>
                <a:gd name="connsiteY4426" fmla="*/ 3270284 h 6857801"/>
                <a:gd name="connsiteX4427" fmla="*/ 5849993 w 12184003"/>
                <a:gd name="connsiteY4427" fmla="*/ 3225389 h 6857801"/>
                <a:gd name="connsiteX4428" fmla="*/ 5877363 w 12184003"/>
                <a:gd name="connsiteY4428" fmla="*/ 3214018 h 6857801"/>
                <a:gd name="connsiteX4429" fmla="*/ 5877363 w 12184003"/>
                <a:gd name="connsiteY4429" fmla="*/ 2935209 h 6857801"/>
                <a:gd name="connsiteX4430" fmla="*/ 6107286 w 12184003"/>
                <a:gd name="connsiteY4430" fmla="*/ 2703096 h 6857801"/>
                <a:gd name="connsiteX4431" fmla="*/ 6107286 w 12184003"/>
                <a:gd name="connsiteY4431" fmla="*/ 1453852 h 6857801"/>
                <a:gd name="connsiteX4432" fmla="*/ 6105096 w 12184003"/>
                <a:gd name="connsiteY4432" fmla="*/ 1451658 h 6857801"/>
                <a:gd name="connsiteX4433" fmla="*/ 6105096 w 12184003"/>
                <a:gd name="connsiteY4433" fmla="*/ 2216946 h 6857801"/>
                <a:gd name="connsiteX4434" fmla="*/ 5967143 w 12184003"/>
                <a:gd name="connsiteY4434" fmla="*/ 2356684 h 6857801"/>
                <a:gd name="connsiteX4435" fmla="*/ 5967143 w 12184003"/>
                <a:gd name="connsiteY4435" fmla="*/ 2429398 h 6857801"/>
                <a:gd name="connsiteX4436" fmla="*/ 5934296 w 12184003"/>
                <a:gd name="connsiteY4436" fmla="*/ 2462243 h 6857801"/>
                <a:gd name="connsiteX4437" fmla="*/ 5934296 w 12184003"/>
                <a:gd name="connsiteY4437" fmla="*/ 2584386 h 6857801"/>
                <a:gd name="connsiteX4438" fmla="*/ 5948530 w 12184003"/>
                <a:gd name="connsiteY4438" fmla="*/ 2590307 h 6857801"/>
                <a:gd name="connsiteX4439" fmla="*/ 5962763 w 12184003"/>
                <a:gd name="connsiteY4439" fmla="*/ 2624258 h 6857801"/>
                <a:gd name="connsiteX4440" fmla="*/ 5914589 w 12184003"/>
                <a:gd name="connsiteY4440" fmla="*/ 2672471 h 6857801"/>
                <a:gd name="connsiteX4441" fmla="*/ 5866416 w 12184003"/>
                <a:gd name="connsiteY4441" fmla="*/ 2624258 h 6857801"/>
                <a:gd name="connsiteX4442" fmla="*/ 5880648 w 12184003"/>
                <a:gd name="connsiteY4442" fmla="*/ 2590307 h 6857801"/>
                <a:gd name="connsiteX4443" fmla="*/ 5901451 w 12184003"/>
                <a:gd name="connsiteY4443" fmla="*/ 2581590 h 6857801"/>
                <a:gd name="connsiteX4444" fmla="*/ 5901451 w 12184003"/>
                <a:gd name="connsiteY4444" fmla="*/ 2495058 h 6857801"/>
                <a:gd name="connsiteX4445" fmla="*/ 5629926 w 12184003"/>
                <a:gd name="connsiteY4445" fmla="*/ 2766629 h 6857801"/>
                <a:gd name="connsiteX4446" fmla="*/ 5629926 w 12184003"/>
                <a:gd name="connsiteY4446" fmla="*/ 3215539 h 6857801"/>
                <a:gd name="connsiteX4447" fmla="*/ 5651823 w 12184003"/>
                <a:gd name="connsiteY4447" fmla="*/ 3224299 h 6857801"/>
                <a:gd name="connsiteX4448" fmla="*/ 5664962 w 12184003"/>
                <a:gd name="connsiteY4448" fmla="*/ 3257105 h 6857801"/>
                <a:gd name="connsiteX4449" fmla="*/ 5618976 w 12184003"/>
                <a:gd name="connsiteY4449" fmla="*/ 3303130 h 6857801"/>
                <a:gd name="connsiteX4450" fmla="*/ 5572994 w 12184003"/>
                <a:gd name="connsiteY4450" fmla="*/ 3257105 h 6857801"/>
                <a:gd name="connsiteX4451" fmla="*/ 5586952 w 12184003"/>
                <a:gd name="connsiteY4451" fmla="*/ 3224299 h 6857801"/>
                <a:gd name="connsiteX4452" fmla="*/ 5608029 w 12184003"/>
                <a:gd name="connsiteY4452" fmla="*/ 3215649 h 6857801"/>
                <a:gd name="connsiteX4453" fmla="*/ 5608029 w 12184003"/>
                <a:gd name="connsiteY4453" fmla="*/ 2757872 h 6857801"/>
                <a:gd name="connsiteX4454" fmla="*/ 5731169 w 12184003"/>
                <a:gd name="connsiteY4454" fmla="*/ 2634686 h 6857801"/>
                <a:gd name="connsiteX4455" fmla="*/ 5708756 w 12184003"/>
                <a:gd name="connsiteY4455" fmla="*/ 2643996 h 6857801"/>
                <a:gd name="connsiteX4456" fmla="*/ 5675908 w 12184003"/>
                <a:gd name="connsiteY4456" fmla="*/ 2611150 h 6857801"/>
                <a:gd name="connsiteX4457" fmla="*/ 5685764 w 12184003"/>
                <a:gd name="connsiteY4457" fmla="*/ 2588119 h 6857801"/>
                <a:gd name="connsiteX4458" fmla="*/ 5699999 w 12184003"/>
                <a:gd name="connsiteY4458" fmla="*/ 2582024 h 6857801"/>
                <a:gd name="connsiteX4459" fmla="*/ 5699999 w 12184003"/>
                <a:gd name="connsiteY4459" fmla="*/ 2243230 h 6857801"/>
                <a:gd name="connsiteX4460" fmla="*/ 5945246 w 12184003"/>
                <a:gd name="connsiteY4460" fmla="*/ 2000160 h 6857801"/>
                <a:gd name="connsiteX4461" fmla="*/ 5945246 w 12184003"/>
                <a:gd name="connsiteY4461" fmla="*/ 1498754 h 6857801"/>
                <a:gd name="connsiteX4462" fmla="*/ 5923347 w 12184003"/>
                <a:gd name="connsiteY4462" fmla="*/ 1489996 h 6857801"/>
                <a:gd name="connsiteX4463" fmla="*/ 5910209 w 12184003"/>
                <a:gd name="connsiteY4463" fmla="*/ 1457146 h 6857801"/>
                <a:gd name="connsiteX4464" fmla="*/ 5923347 w 12184003"/>
                <a:gd name="connsiteY4464" fmla="*/ 1424300 h 6857801"/>
                <a:gd name="connsiteX4465" fmla="*/ 5951814 w 12184003"/>
                <a:gd name="connsiteY4465" fmla="*/ 1412913 h 6857801"/>
                <a:gd name="connsiteX4466" fmla="*/ 5951814 w 12184003"/>
                <a:gd name="connsiteY4466" fmla="*/ 1312426 h 6857801"/>
                <a:gd name="connsiteX4467" fmla="*/ 5933474 w 12184003"/>
                <a:gd name="connsiteY4467" fmla="*/ 1305782 h 6857801"/>
                <a:gd name="connsiteX4468" fmla="*/ 5923347 w 12184003"/>
                <a:gd name="connsiteY4468" fmla="*/ 1281963 h 6857801"/>
                <a:gd name="connsiteX4469" fmla="*/ 5927420 w 12184003"/>
                <a:gd name="connsiteY4469" fmla="*/ 1273410 h 6857801"/>
                <a:gd name="connsiteX4470" fmla="*/ 5767879 w 12184003"/>
                <a:gd name="connsiteY4470" fmla="*/ 1113352 h 6857801"/>
                <a:gd name="connsiteX4471" fmla="*/ 5767879 w 12184003"/>
                <a:gd name="connsiteY4471" fmla="*/ 673220 h 6857801"/>
                <a:gd name="connsiteX4472" fmla="*/ 5638685 w 12184003"/>
                <a:gd name="connsiteY4472" fmla="*/ 544021 h 6857801"/>
                <a:gd name="connsiteX4473" fmla="*/ 5638685 w 12184003"/>
                <a:gd name="connsiteY4473" fmla="*/ 138902 h 6857801"/>
                <a:gd name="connsiteX4474" fmla="*/ 9221193 w 12184003"/>
                <a:gd name="connsiteY4474" fmla="*/ 113203 h 6857801"/>
                <a:gd name="connsiteX4475" fmla="*/ 9138897 w 12184003"/>
                <a:gd name="connsiteY4475" fmla="*/ 195778 h 6857801"/>
                <a:gd name="connsiteX4476" fmla="*/ 9157690 w 12184003"/>
                <a:gd name="connsiteY4476" fmla="*/ 195778 h 6857801"/>
                <a:gd name="connsiteX4477" fmla="*/ 9221193 w 12184003"/>
                <a:gd name="connsiteY4477" fmla="*/ 132276 h 6857801"/>
                <a:gd name="connsiteX4478" fmla="*/ 2962801 w 12184003"/>
                <a:gd name="connsiteY4478" fmla="*/ 112612 h 6857801"/>
                <a:gd name="connsiteX4479" fmla="*/ 2962801 w 12184003"/>
                <a:gd name="connsiteY4479" fmla="*/ 145453 h 6857801"/>
                <a:gd name="connsiteX4480" fmla="*/ 3076671 w 12184003"/>
                <a:gd name="connsiteY4480" fmla="*/ 259325 h 6857801"/>
                <a:gd name="connsiteX4481" fmla="*/ 3516819 w 12184003"/>
                <a:gd name="connsiteY4481" fmla="*/ 259325 h 6857801"/>
                <a:gd name="connsiteX4482" fmla="*/ 3829955 w 12184003"/>
                <a:gd name="connsiteY4482" fmla="*/ 572467 h 6857801"/>
                <a:gd name="connsiteX4483" fmla="*/ 3829955 w 12184003"/>
                <a:gd name="connsiteY4483" fmla="*/ 833053 h 6857801"/>
                <a:gd name="connsiteX4484" fmla="*/ 3925090 w 12184003"/>
                <a:gd name="connsiteY4484" fmla="*/ 833053 h 6857801"/>
                <a:gd name="connsiteX4485" fmla="*/ 3926298 w 12184003"/>
                <a:gd name="connsiteY4485" fmla="*/ 508966 h 6857801"/>
                <a:gd name="connsiteX4486" fmla="*/ 3866171 w 12184003"/>
                <a:gd name="connsiteY4486" fmla="*/ 448836 h 6857801"/>
                <a:gd name="connsiteX4487" fmla="*/ 3855954 w 12184003"/>
                <a:gd name="connsiteY4487" fmla="*/ 450654 h 6857801"/>
                <a:gd name="connsiteX4488" fmla="*/ 3821192 w 12184003"/>
                <a:gd name="connsiteY4488" fmla="*/ 436693 h 6857801"/>
                <a:gd name="connsiteX4489" fmla="*/ 3808054 w 12184003"/>
                <a:gd name="connsiteY4489" fmla="*/ 401930 h 6857801"/>
                <a:gd name="connsiteX4490" fmla="*/ 3811238 w 12184003"/>
                <a:gd name="connsiteY4490" fmla="*/ 393899 h 6857801"/>
                <a:gd name="connsiteX4491" fmla="*/ 3529963 w 12184003"/>
                <a:gd name="connsiteY4491" fmla="*/ 112612 h 6857801"/>
                <a:gd name="connsiteX4492" fmla="*/ 2929960 w 12184003"/>
                <a:gd name="connsiteY4492" fmla="*/ 112612 h 6857801"/>
                <a:gd name="connsiteX4493" fmla="*/ 2945279 w 12184003"/>
                <a:gd name="connsiteY4493" fmla="*/ 127935 h 6857801"/>
                <a:gd name="connsiteX4494" fmla="*/ 2945279 w 12184003"/>
                <a:gd name="connsiteY4494" fmla="*/ 112612 h 6857801"/>
                <a:gd name="connsiteX4495" fmla="*/ 2750390 w 12184003"/>
                <a:gd name="connsiteY4495" fmla="*/ 112612 h 6857801"/>
                <a:gd name="connsiteX4496" fmla="*/ 2750390 w 12184003"/>
                <a:gd name="connsiteY4496" fmla="*/ 259325 h 6857801"/>
                <a:gd name="connsiteX4497" fmla="*/ 3004408 w 12184003"/>
                <a:gd name="connsiteY4497" fmla="*/ 259325 h 6857801"/>
                <a:gd name="connsiteX4498" fmla="*/ 2945279 w 12184003"/>
                <a:gd name="connsiteY4498" fmla="*/ 200199 h 6857801"/>
                <a:gd name="connsiteX4499" fmla="*/ 2945279 w 12184003"/>
                <a:gd name="connsiteY4499" fmla="*/ 160205 h 6857801"/>
                <a:gd name="connsiteX4500" fmla="*/ 2897529 w 12184003"/>
                <a:gd name="connsiteY4500" fmla="*/ 112612 h 6857801"/>
                <a:gd name="connsiteX4501" fmla="*/ 2520483 w 12184003"/>
                <a:gd name="connsiteY4501" fmla="*/ 112612 h 6857801"/>
                <a:gd name="connsiteX4502" fmla="*/ 2667512 w 12184003"/>
                <a:gd name="connsiteY4502" fmla="*/ 259325 h 6857801"/>
                <a:gd name="connsiteX4503" fmla="*/ 2715352 w 12184003"/>
                <a:gd name="connsiteY4503" fmla="*/ 259325 h 6857801"/>
                <a:gd name="connsiteX4504" fmla="*/ 2715352 w 12184003"/>
                <a:gd name="connsiteY4504" fmla="*/ 112612 h 6857801"/>
                <a:gd name="connsiteX4505" fmla="*/ 2465191 w 12184003"/>
                <a:gd name="connsiteY4505" fmla="*/ 112612 h 6857801"/>
                <a:gd name="connsiteX4506" fmla="*/ 2465713 w 12184003"/>
                <a:gd name="connsiteY4506" fmla="*/ 113139 h 6857801"/>
                <a:gd name="connsiteX4507" fmla="*/ 2465713 w 12184003"/>
                <a:gd name="connsiteY4507" fmla="*/ 112612 h 6857801"/>
                <a:gd name="connsiteX4508" fmla="*/ 2347460 w 12184003"/>
                <a:gd name="connsiteY4508" fmla="*/ 112612 h 6857801"/>
                <a:gd name="connsiteX4509" fmla="*/ 2347460 w 12184003"/>
                <a:gd name="connsiteY4509" fmla="*/ 213337 h 6857801"/>
                <a:gd name="connsiteX4510" fmla="*/ 2612434 w 12184003"/>
                <a:gd name="connsiteY4510" fmla="*/ 478309 h 6857801"/>
                <a:gd name="connsiteX4511" fmla="*/ 2642409 w 12184003"/>
                <a:gd name="connsiteY4511" fmla="*/ 478309 h 6857801"/>
                <a:gd name="connsiteX4512" fmla="*/ 2649660 w 12184003"/>
                <a:gd name="connsiteY4512" fmla="*/ 460789 h 6857801"/>
                <a:gd name="connsiteX4513" fmla="*/ 2713166 w 12184003"/>
                <a:gd name="connsiteY4513" fmla="*/ 460789 h 6857801"/>
                <a:gd name="connsiteX4514" fmla="*/ 2726306 w 12184003"/>
                <a:gd name="connsiteY4514" fmla="*/ 492541 h 6857801"/>
                <a:gd name="connsiteX4515" fmla="*/ 2714524 w 12184003"/>
                <a:gd name="connsiteY4515" fmla="*/ 521014 h 6857801"/>
                <a:gd name="connsiteX4516" fmla="*/ 2755272 w 12184003"/>
                <a:gd name="connsiteY4516" fmla="*/ 561516 h 6857801"/>
                <a:gd name="connsiteX4517" fmla="*/ 2848832 w 12184003"/>
                <a:gd name="connsiteY4517" fmla="*/ 561516 h 6857801"/>
                <a:gd name="connsiteX4518" fmla="*/ 2853311 w 12184003"/>
                <a:gd name="connsiteY4518" fmla="*/ 550566 h 6857801"/>
                <a:gd name="connsiteX4519" fmla="*/ 2877398 w 12184003"/>
                <a:gd name="connsiteY4519" fmla="*/ 540711 h 6857801"/>
                <a:gd name="connsiteX4520" fmla="*/ 2894073 w 12184003"/>
                <a:gd name="connsiteY4520" fmla="*/ 547533 h 6857801"/>
                <a:gd name="connsiteX4521" fmla="*/ 2638706 w 12184003"/>
                <a:gd name="connsiteY4521" fmla="*/ 292171 h 6857801"/>
                <a:gd name="connsiteX4522" fmla="*/ 2597101 w 12184003"/>
                <a:gd name="connsiteY4522" fmla="*/ 292171 h 6857801"/>
                <a:gd name="connsiteX4523" fmla="*/ 2417541 w 12184003"/>
                <a:gd name="connsiteY4523" fmla="*/ 112612 h 6857801"/>
                <a:gd name="connsiteX4524" fmla="*/ 6733571 w 12184003"/>
                <a:gd name="connsiteY4524" fmla="*/ 79462 h 6857801"/>
                <a:gd name="connsiteX4525" fmla="*/ 6707913 w 12184003"/>
                <a:gd name="connsiteY4525" fmla="*/ 105306 h 6857801"/>
                <a:gd name="connsiteX4526" fmla="*/ 6713863 w 12184003"/>
                <a:gd name="connsiteY4526" fmla="*/ 119190 h 6857801"/>
                <a:gd name="connsiteX4527" fmla="*/ 6704009 w 12184003"/>
                <a:gd name="connsiteY4527" fmla="*/ 142183 h 6857801"/>
                <a:gd name="connsiteX4528" fmla="*/ 6689775 w 12184003"/>
                <a:gd name="connsiteY4528" fmla="*/ 148283 h 6857801"/>
                <a:gd name="connsiteX4529" fmla="*/ 6689775 w 12184003"/>
                <a:gd name="connsiteY4529" fmla="*/ 876867 h 6857801"/>
                <a:gd name="connsiteX4530" fmla="*/ 6712861 w 12184003"/>
                <a:gd name="connsiteY4530" fmla="*/ 853782 h 6857801"/>
                <a:gd name="connsiteX4531" fmla="*/ 6710579 w 12184003"/>
                <a:gd name="connsiteY4531" fmla="*/ 852781 h 6857801"/>
                <a:gd name="connsiteX4532" fmla="*/ 6691965 w 12184003"/>
                <a:gd name="connsiteY4532" fmla="*/ 806794 h 6857801"/>
                <a:gd name="connsiteX4533" fmla="*/ 6710579 w 12184003"/>
                <a:gd name="connsiteY4533" fmla="*/ 761903 h 6857801"/>
                <a:gd name="connsiteX4534" fmla="*/ 6733571 w 12184003"/>
                <a:gd name="connsiteY4534" fmla="*/ 752369 h 6857801"/>
                <a:gd name="connsiteX4535" fmla="*/ 5616786 w 12184003"/>
                <a:gd name="connsiteY4535" fmla="*/ 52405 h 6857801"/>
                <a:gd name="connsiteX4536" fmla="*/ 5616786 w 12184003"/>
                <a:gd name="connsiteY4536" fmla="*/ 95106 h 6857801"/>
                <a:gd name="connsiteX4537" fmla="*/ 5638685 w 12184003"/>
                <a:gd name="connsiteY4537" fmla="*/ 117005 h 6857801"/>
                <a:gd name="connsiteX4538" fmla="*/ 5638685 w 12184003"/>
                <a:gd name="connsiteY4538" fmla="*/ 74961 h 6857801"/>
                <a:gd name="connsiteX4539" fmla="*/ 5623355 w 12184003"/>
                <a:gd name="connsiteY4539" fmla="*/ 68830 h 6857801"/>
                <a:gd name="connsiteX4540" fmla="*/ 9764597 w 12184003"/>
                <a:gd name="connsiteY4540" fmla="*/ 51258 h 6857801"/>
                <a:gd name="connsiteX4541" fmla="*/ 9586890 w 12184003"/>
                <a:gd name="connsiteY4541" fmla="*/ 230816 h 6857801"/>
                <a:gd name="connsiteX4542" fmla="*/ 9545292 w 12184003"/>
                <a:gd name="connsiteY4542" fmla="*/ 230816 h 6857801"/>
                <a:gd name="connsiteX4543" fmla="*/ 9293644 w 12184003"/>
                <a:gd name="connsiteY4543" fmla="*/ 482465 h 6857801"/>
                <a:gd name="connsiteX4544" fmla="*/ 9306595 w 12184003"/>
                <a:gd name="connsiteY4544" fmla="*/ 477166 h 6857801"/>
                <a:gd name="connsiteX4545" fmla="*/ 9330683 w 12184003"/>
                <a:gd name="connsiteY4545" fmla="*/ 487021 h 6857801"/>
                <a:gd name="connsiteX4546" fmla="*/ 9336059 w 12184003"/>
                <a:gd name="connsiteY4546" fmla="*/ 500162 h 6857801"/>
                <a:gd name="connsiteX4547" fmla="*/ 9424853 w 12184003"/>
                <a:gd name="connsiteY4547" fmla="*/ 500162 h 6857801"/>
                <a:gd name="connsiteX4548" fmla="*/ 9466720 w 12184003"/>
                <a:gd name="connsiteY4548" fmla="*/ 458295 h 6857801"/>
                <a:gd name="connsiteX4549" fmla="*/ 9455503 w 12184003"/>
                <a:gd name="connsiteY4549" fmla="*/ 431188 h 6857801"/>
                <a:gd name="connsiteX4550" fmla="*/ 9468642 w 12184003"/>
                <a:gd name="connsiteY4550" fmla="*/ 399436 h 6857801"/>
                <a:gd name="connsiteX4551" fmla="*/ 9532146 w 12184003"/>
                <a:gd name="connsiteY4551" fmla="*/ 399436 h 6857801"/>
                <a:gd name="connsiteX4552" fmla="*/ 9538490 w 12184003"/>
                <a:gd name="connsiteY4552" fmla="*/ 414767 h 6857801"/>
                <a:gd name="connsiteX4553" fmla="*/ 9573744 w 12184003"/>
                <a:gd name="connsiteY4553" fmla="*/ 414767 h 6857801"/>
                <a:gd name="connsiteX4554" fmla="*/ 9836528 w 12184003"/>
                <a:gd name="connsiteY4554" fmla="*/ 151983 h 6857801"/>
                <a:gd name="connsiteX4555" fmla="*/ 9836528 w 12184003"/>
                <a:gd name="connsiteY4555" fmla="*/ 51258 h 6857801"/>
                <a:gd name="connsiteX4556" fmla="*/ 9466452 w 12184003"/>
                <a:gd name="connsiteY4556" fmla="*/ 51258 h 6857801"/>
                <a:gd name="connsiteX4557" fmla="*/ 9466452 w 12184003"/>
                <a:gd name="connsiteY4557" fmla="*/ 195778 h 6857801"/>
                <a:gd name="connsiteX4558" fmla="*/ 9516495 w 12184003"/>
                <a:gd name="connsiteY4558" fmla="*/ 195778 h 6857801"/>
                <a:gd name="connsiteX4559" fmla="*/ 9661323 w 12184003"/>
                <a:gd name="connsiteY4559" fmla="*/ 51258 h 6857801"/>
                <a:gd name="connsiteX4560" fmla="*/ 9282929 w 12184003"/>
                <a:gd name="connsiteY4560" fmla="*/ 51258 h 6857801"/>
                <a:gd name="connsiteX4561" fmla="*/ 9238711 w 12184003"/>
                <a:gd name="connsiteY4561" fmla="*/ 95625 h 6857801"/>
                <a:gd name="connsiteX4562" fmla="*/ 9238711 w 12184003"/>
                <a:gd name="connsiteY4562" fmla="*/ 138844 h 6857801"/>
                <a:gd name="connsiteX4563" fmla="*/ 9181777 w 12184003"/>
                <a:gd name="connsiteY4563" fmla="*/ 195778 h 6857801"/>
                <a:gd name="connsiteX4564" fmla="*/ 9433605 w 12184003"/>
                <a:gd name="connsiteY4564" fmla="*/ 195778 h 6857801"/>
                <a:gd name="connsiteX4565" fmla="*/ 9433605 w 12184003"/>
                <a:gd name="connsiteY4565" fmla="*/ 51258 h 6857801"/>
                <a:gd name="connsiteX4566" fmla="*/ 9238711 w 12184003"/>
                <a:gd name="connsiteY4566" fmla="*/ 51258 h 6857801"/>
                <a:gd name="connsiteX4567" fmla="*/ 9238711 w 12184003"/>
                <a:gd name="connsiteY4567" fmla="*/ 64900 h 6857801"/>
                <a:gd name="connsiteX4568" fmla="*/ 9252306 w 12184003"/>
                <a:gd name="connsiteY4568" fmla="*/ 51258 h 6857801"/>
                <a:gd name="connsiteX4569" fmla="*/ 8654032 w 12184003"/>
                <a:gd name="connsiteY4569" fmla="*/ 51258 h 6857801"/>
                <a:gd name="connsiteX4570" fmla="*/ 8372766 w 12184003"/>
                <a:gd name="connsiteY4570" fmla="*/ 332525 h 6857801"/>
                <a:gd name="connsiteX4571" fmla="*/ 8375380 w 12184003"/>
                <a:gd name="connsiteY4571" fmla="*/ 338384 h 6857801"/>
                <a:gd name="connsiteX4572" fmla="*/ 8360599 w 12184003"/>
                <a:gd name="connsiteY4572" fmla="*/ 373148 h 6857801"/>
                <a:gd name="connsiteX4573" fmla="*/ 8327477 w 12184003"/>
                <a:gd name="connsiteY4573" fmla="*/ 387107 h 6857801"/>
                <a:gd name="connsiteX4574" fmla="*/ 8319559 w 12184003"/>
                <a:gd name="connsiteY4574" fmla="*/ 385731 h 6857801"/>
                <a:gd name="connsiteX4575" fmla="*/ 8257677 w 12184003"/>
                <a:gd name="connsiteY4575" fmla="*/ 447613 h 6857801"/>
                <a:gd name="connsiteX4576" fmla="*/ 8257677 w 12184003"/>
                <a:gd name="connsiteY4576" fmla="*/ 769509 h 6857801"/>
                <a:gd name="connsiteX4577" fmla="*/ 8353149 w 12184003"/>
                <a:gd name="connsiteY4577" fmla="*/ 769509 h 6857801"/>
                <a:gd name="connsiteX4578" fmla="*/ 8351839 w 12184003"/>
                <a:gd name="connsiteY4578" fmla="*/ 508921 h 6857801"/>
                <a:gd name="connsiteX4579" fmla="*/ 8664982 w 12184003"/>
                <a:gd name="connsiteY4579" fmla="*/ 195778 h 6857801"/>
                <a:gd name="connsiteX4580" fmla="*/ 9108279 w 12184003"/>
                <a:gd name="connsiteY4580" fmla="*/ 195778 h 6857801"/>
                <a:gd name="connsiteX4581" fmla="*/ 9221193 w 12184003"/>
                <a:gd name="connsiteY4581" fmla="*/ 82477 h 6857801"/>
                <a:gd name="connsiteX4582" fmla="*/ 9221193 w 12184003"/>
                <a:gd name="connsiteY4582" fmla="*/ 51258 h 6857801"/>
                <a:gd name="connsiteX4583" fmla="*/ 6921894 w 12184003"/>
                <a:gd name="connsiteY4583" fmla="*/ 9991 h 6857801"/>
                <a:gd name="connsiteX4584" fmla="*/ 6882478 w 12184003"/>
                <a:gd name="connsiteY4584" fmla="*/ 49119 h 6857801"/>
                <a:gd name="connsiteX4585" fmla="*/ 6882478 w 12184003"/>
                <a:gd name="connsiteY4585" fmla="*/ 674046 h 6857801"/>
                <a:gd name="connsiteX4586" fmla="*/ 6894522 w 12184003"/>
                <a:gd name="connsiteY4586" fmla="*/ 679782 h 6857801"/>
                <a:gd name="connsiteX4587" fmla="*/ 6904376 w 12184003"/>
                <a:gd name="connsiteY4587" fmla="*/ 703869 h 6857801"/>
                <a:gd name="connsiteX4588" fmla="*/ 6896204 w 12184003"/>
                <a:gd name="connsiteY4588" fmla="*/ 722940 h 6857801"/>
                <a:gd name="connsiteX4589" fmla="*/ 6910146 w 12184003"/>
                <a:gd name="connsiteY4589" fmla="*/ 728710 h 6857801"/>
                <a:gd name="connsiteX4590" fmla="*/ 6921894 w 12184003"/>
                <a:gd name="connsiteY4590" fmla="*/ 716962 h 6857801"/>
                <a:gd name="connsiteX4591" fmla="*/ 6078819 w 12184003"/>
                <a:gd name="connsiteY4591" fmla="*/ 9567 h 6857801"/>
                <a:gd name="connsiteX4592" fmla="*/ 6065681 w 12184003"/>
                <a:gd name="connsiteY4592" fmla="*/ 22842 h 6857801"/>
                <a:gd name="connsiteX4593" fmla="*/ 6065681 w 12184003"/>
                <a:gd name="connsiteY4593" fmla="*/ 112625 h 6857801"/>
                <a:gd name="connsiteX4594" fmla="*/ 6078819 w 12184003"/>
                <a:gd name="connsiteY4594" fmla="*/ 125763 h 6857801"/>
                <a:gd name="connsiteX4595" fmla="*/ 5616786 w 12184003"/>
                <a:gd name="connsiteY4595" fmla="*/ 5327 h 6857801"/>
                <a:gd name="connsiteX4596" fmla="*/ 5616786 w 12184003"/>
                <a:gd name="connsiteY4596" fmla="*/ 19561 h 6857801"/>
                <a:gd name="connsiteX4597" fmla="*/ 5620852 w 12184003"/>
                <a:gd name="connsiteY4597" fmla="*/ 9393 h 6857801"/>
                <a:gd name="connsiteX4598" fmla="*/ 7368615 w 12184003"/>
                <a:gd name="connsiteY4598" fmla="*/ 0 h 6857801"/>
                <a:gd name="connsiteX4599" fmla="*/ 7390513 w 12184003"/>
                <a:gd name="connsiteY4599" fmla="*/ 0 h 6857801"/>
                <a:gd name="connsiteX4600" fmla="*/ 7390513 w 12184003"/>
                <a:gd name="connsiteY4600" fmla="*/ 307520 h 6857801"/>
                <a:gd name="connsiteX4601" fmla="*/ 7412411 w 12184003"/>
                <a:gd name="connsiteY4601" fmla="*/ 316279 h 6857801"/>
                <a:gd name="connsiteX4602" fmla="*/ 7425550 w 12184003"/>
                <a:gd name="connsiteY4602" fmla="*/ 349127 h 6857801"/>
                <a:gd name="connsiteX4603" fmla="*/ 7379564 w 12184003"/>
                <a:gd name="connsiteY4603" fmla="*/ 395112 h 6857801"/>
                <a:gd name="connsiteX4604" fmla="*/ 7333579 w 12184003"/>
                <a:gd name="connsiteY4604" fmla="*/ 349127 h 6857801"/>
                <a:gd name="connsiteX4605" fmla="*/ 7346718 w 12184003"/>
                <a:gd name="connsiteY4605" fmla="*/ 316279 h 6857801"/>
                <a:gd name="connsiteX4606" fmla="*/ 7368615 w 12184003"/>
                <a:gd name="connsiteY4606" fmla="*/ 307520 h 6857801"/>
                <a:gd name="connsiteX4607" fmla="*/ 798334 w 12184003"/>
                <a:gd name="connsiteY4607" fmla="*/ 0 h 6857801"/>
                <a:gd name="connsiteX4608" fmla="*/ 831295 w 12184003"/>
                <a:gd name="connsiteY4608" fmla="*/ 0 h 6857801"/>
                <a:gd name="connsiteX4609" fmla="*/ 1957653 w 12184003"/>
                <a:gd name="connsiteY4609" fmla="*/ 1124333 h 6857801"/>
                <a:gd name="connsiteX4610" fmla="*/ 1957669 w 12184003"/>
                <a:gd name="connsiteY4610" fmla="*/ 1124294 h 6857801"/>
                <a:gd name="connsiteX4611" fmla="*/ 1959858 w 12184003"/>
                <a:gd name="connsiteY4611" fmla="*/ 1124294 h 6857801"/>
                <a:gd name="connsiteX4612" fmla="*/ 2023363 w 12184003"/>
                <a:gd name="connsiteY4612" fmla="*/ 1124294 h 6857801"/>
                <a:gd name="connsiteX4613" fmla="*/ 2035143 w 12184003"/>
                <a:gd name="connsiteY4613" fmla="*/ 1152764 h 6857801"/>
                <a:gd name="connsiteX4614" fmla="*/ 2633122 w 12184003"/>
                <a:gd name="connsiteY4614" fmla="*/ 1152764 h 6857801"/>
                <a:gd name="connsiteX4615" fmla="*/ 2643089 w 12184003"/>
                <a:gd name="connsiteY4615" fmla="*/ 1128674 h 6857801"/>
                <a:gd name="connsiteX4616" fmla="*/ 2706597 w 12184003"/>
                <a:gd name="connsiteY4616" fmla="*/ 1128674 h 6857801"/>
                <a:gd name="connsiteX4617" fmla="*/ 2719738 w 12184003"/>
                <a:gd name="connsiteY4617" fmla="*/ 1160426 h 6857801"/>
                <a:gd name="connsiteX4618" fmla="*/ 2711082 w 12184003"/>
                <a:gd name="connsiteY4618" fmla="*/ 1181336 h 6857801"/>
                <a:gd name="connsiteX4619" fmla="*/ 3059154 w 12184003"/>
                <a:gd name="connsiteY4619" fmla="*/ 1529410 h 6857801"/>
                <a:gd name="connsiteX4620" fmla="*/ 3059154 w 12184003"/>
                <a:gd name="connsiteY4620" fmla="*/ 1267527 h 6857801"/>
                <a:gd name="connsiteX4621" fmla="*/ 2887723 w 12184003"/>
                <a:gd name="connsiteY4621" fmla="*/ 1095284 h 6857801"/>
                <a:gd name="connsiteX4622" fmla="*/ 2873018 w 12184003"/>
                <a:gd name="connsiteY4622" fmla="*/ 1101302 h 6857801"/>
                <a:gd name="connsiteX4623" fmla="*/ 2848931 w 12184003"/>
                <a:gd name="connsiteY4623" fmla="*/ 1091447 h 6857801"/>
                <a:gd name="connsiteX4624" fmla="*/ 2843555 w 12184003"/>
                <a:gd name="connsiteY4624" fmla="*/ 1078310 h 6857801"/>
                <a:gd name="connsiteX4625" fmla="*/ 2393544 w 12184003"/>
                <a:gd name="connsiteY4625" fmla="*/ 1078310 h 6857801"/>
                <a:gd name="connsiteX4626" fmla="*/ 2389065 w 12184003"/>
                <a:gd name="connsiteY4626" fmla="*/ 1089258 h 6857801"/>
                <a:gd name="connsiteX4627" fmla="*/ 2340889 w 12184003"/>
                <a:gd name="connsiteY4627" fmla="*/ 1089258 h 6857801"/>
                <a:gd name="connsiteX4628" fmla="*/ 2331036 w 12184003"/>
                <a:gd name="connsiteY4628" fmla="*/ 1065171 h 6857801"/>
                <a:gd name="connsiteX4629" fmla="*/ 2333896 w 12184003"/>
                <a:gd name="connsiteY4629" fmla="*/ 1058178 h 6857801"/>
                <a:gd name="connsiteX4630" fmla="*/ 1445251 w 12184003"/>
                <a:gd name="connsiteY4630" fmla="*/ 169542 h 6857801"/>
                <a:gd name="connsiteX4631" fmla="*/ 1445251 w 12184003"/>
                <a:gd name="connsiteY4631" fmla="*/ 0 h 6857801"/>
                <a:gd name="connsiteX4632" fmla="*/ 1460578 w 12184003"/>
                <a:gd name="connsiteY4632" fmla="*/ 0 h 6857801"/>
                <a:gd name="connsiteX4633" fmla="*/ 1460578 w 12184003"/>
                <a:gd name="connsiteY4633" fmla="*/ 162972 h 6857801"/>
                <a:gd name="connsiteX4634" fmla="*/ 2340875 w 12184003"/>
                <a:gd name="connsiteY4634" fmla="*/ 1041119 h 6857801"/>
                <a:gd name="connsiteX4635" fmla="*/ 2340889 w 12184003"/>
                <a:gd name="connsiteY4635" fmla="*/ 1041082 h 6857801"/>
                <a:gd name="connsiteX4636" fmla="*/ 2389065 w 12184003"/>
                <a:gd name="connsiteY4636" fmla="*/ 1041082 h 6857801"/>
                <a:gd name="connsiteX4637" fmla="*/ 2398026 w 12184003"/>
                <a:gd name="connsiteY4637" fmla="*/ 1062980 h 6857801"/>
                <a:gd name="connsiteX4638" fmla="*/ 2840869 w 12184003"/>
                <a:gd name="connsiteY4638" fmla="*/ 1062980 h 6857801"/>
                <a:gd name="connsiteX4639" fmla="*/ 2848931 w 12184003"/>
                <a:gd name="connsiteY4639" fmla="*/ 1043272 h 6857801"/>
                <a:gd name="connsiteX4640" fmla="*/ 2897106 w 12184003"/>
                <a:gd name="connsiteY4640" fmla="*/ 1043272 h 6857801"/>
                <a:gd name="connsiteX4641" fmla="*/ 2906962 w 12184003"/>
                <a:gd name="connsiteY4641" fmla="*/ 1067358 h 6857801"/>
                <a:gd name="connsiteX4642" fmla="*/ 2899649 w 12184003"/>
                <a:gd name="connsiteY4642" fmla="*/ 1085232 h 6857801"/>
                <a:gd name="connsiteX4643" fmla="*/ 3059154 w 12184003"/>
                <a:gd name="connsiteY4643" fmla="*/ 1244740 h 6857801"/>
                <a:gd name="connsiteX4644" fmla="*/ 3059154 w 12184003"/>
                <a:gd name="connsiteY4644" fmla="*/ 1168394 h 6857801"/>
                <a:gd name="connsiteX4645" fmla="*/ 3037256 w 12184003"/>
                <a:gd name="connsiteY4645" fmla="*/ 1159332 h 6857801"/>
                <a:gd name="connsiteX4646" fmla="*/ 3024119 w 12184003"/>
                <a:gd name="connsiteY4646" fmla="*/ 1127579 h 6857801"/>
                <a:gd name="connsiteX4647" fmla="*/ 3032769 w 12184003"/>
                <a:gd name="connsiteY4647" fmla="*/ 1106670 h 6857801"/>
                <a:gd name="connsiteX4648" fmla="*/ 2505124 w 12184003"/>
                <a:gd name="connsiteY4648" fmla="*/ 579035 h 6857801"/>
                <a:gd name="connsiteX4649" fmla="*/ 2437243 w 12184003"/>
                <a:gd name="connsiteY4649" fmla="*/ 579035 h 6857801"/>
                <a:gd name="connsiteX4650" fmla="*/ 2359245 w 12184003"/>
                <a:gd name="connsiteY4650" fmla="*/ 500206 h 6857801"/>
                <a:gd name="connsiteX4651" fmla="*/ 2089063 w 12184003"/>
                <a:gd name="connsiteY4651" fmla="*/ 500206 h 6857801"/>
                <a:gd name="connsiteX4652" fmla="*/ 1855604 w 12184003"/>
                <a:gd name="connsiteY4652" fmla="*/ 266749 h 6857801"/>
                <a:gd name="connsiteX4653" fmla="*/ 1847082 w 12184003"/>
                <a:gd name="connsiteY4653" fmla="*/ 270275 h 6857801"/>
                <a:gd name="connsiteX4654" fmla="*/ 1815331 w 12184003"/>
                <a:gd name="connsiteY4654" fmla="*/ 257135 h 6857801"/>
                <a:gd name="connsiteX4655" fmla="*/ 1815331 w 12184003"/>
                <a:gd name="connsiteY4655" fmla="*/ 193631 h 6857801"/>
                <a:gd name="connsiteX4656" fmla="*/ 1878835 w 12184003"/>
                <a:gd name="connsiteY4656" fmla="*/ 193631 h 6857801"/>
                <a:gd name="connsiteX4657" fmla="*/ 1878835 w 12184003"/>
                <a:gd name="connsiteY4657" fmla="*/ 257135 h 6857801"/>
                <a:gd name="connsiteX4658" fmla="*/ 1877286 w 12184003"/>
                <a:gd name="connsiteY4658" fmla="*/ 257776 h 6857801"/>
                <a:gd name="connsiteX4659" fmla="*/ 2097822 w 12184003"/>
                <a:gd name="connsiteY4659" fmla="*/ 478309 h 6857801"/>
                <a:gd name="connsiteX4660" fmla="*/ 2337576 w 12184003"/>
                <a:gd name="connsiteY4660" fmla="*/ 478309 h 6857801"/>
                <a:gd name="connsiteX4661" fmla="*/ 2266592 w 12184003"/>
                <a:gd name="connsiteY4661" fmla="*/ 406570 h 6857801"/>
                <a:gd name="connsiteX4662" fmla="*/ 2259864 w 12184003"/>
                <a:gd name="connsiteY4662" fmla="*/ 409321 h 6857801"/>
                <a:gd name="connsiteX4663" fmla="*/ 2235776 w 12184003"/>
                <a:gd name="connsiteY4663" fmla="*/ 399468 h 6857801"/>
                <a:gd name="connsiteX4664" fmla="*/ 2235776 w 12184003"/>
                <a:gd name="connsiteY4664" fmla="*/ 351292 h 6857801"/>
                <a:gd name="connsiteX4665" fmla="*/ 2259864 w 12184003"/>
                <a:gd name="connsiteY4665" fmla="*/ 341438 h 6857801"/>
                <a:gd name="connsiteX4666" fmla="*/ 2272833 w 12184003"/>
                <a:gd name="connsiteY4666" fmla="*/ 346742 h 6857801"/>
                <a:gd name="connsiteX4667" fmla="*/ 1942342 w 12184003"/>
                <a:gd name="connsiteY4667" fmla="*/ 16259 h 6857801"/>
                <a:gd name="connsiteX4668" fmla="*/ 1942342 w 12184003"/>
                <a:gd name="connsiteY4668" fmla="*/ 0 h 6857801"/>
                <a:gd name="connsiteX4669" fmla="*/ 1964240 w 12184003"/>
                <a:gd name="connsiteY4669" fmla="*/ 0 h 6857801"/>
                <a:gd name="connsiteX4670" fmla="*/ 1964240 w 12184003"/>
                <a:gd name="connsiteY4670" fmla="*/ 5310 h 6857801"/>
                <a:gd name="connsiteX4671" fmla="*/ 2437245 w 12184003"/>
                <a:gd name="connsiteY4671" fmla="*/ 478309 h 6857801"/>
                <a:gd name="connsiteX4672" fmla="*/ 2588344 w 12184003"/>
                <a:gd name="connsiteY4672" fmla="*/ 478309 h 6857801"/>
                <a:gd name="connsiteX4673" fmla="*/ 2329940 w 12184003"/>
                <a:gd name="connsiteY4673" fmla="*/ 219906 h 6857801"/>
                <a:gd name="connsiteX4674" fmla="*/ 2329940 w 12184003"/>
                <a:gd name="connsiteY4674" fmla="*/ 112612 h 6857801"/>
                <a:gd name="connsiteX4675" fmla="*/ 2303668 w 12184003"/>
                <a:gd name="connsiteY4675" fmla="*/ 112612 h 6857801"/>
                <a:gd name="connsiteX4676" fmla="*/ 2191054 w 12184003"/>
                <a:gd name="connsiteY4676" fmla="*/ 0 h 6857801"/>
                <a:gd name="connsiteX4677" fmla="*/ 2254560 w 12184003"/>
                <a:gd name="connsiteY4677" fmla="*/ 0 h 6857801"/>
                <a:gd name="connsiteX4678" fmla="*/ 2323376 w 12184003"/>
                <a:gd name="connsiteY4678" fmla="*/ 68815 h 6857801"/>
                <a:gd name="connsiteX4679" fmla="*/ 2329940 w 12184003"/>
                <a:gd name="connsiteY4679" fmla="*/ 68803 h 6857801"/>
                <a:gd name="connsiteX4680" fmla="*/ 2329940 w 12184003"/>
                <a:gd name="connsiteY4680" fmla="*/ 0 h 6857801"/>
                <a:gd name="connsiteX4681" fmla="*/ 2347460 w 12184003"/>
                <a:gd name="connsiteY4681" fmla="*/ 0 h 6857801"/>
                <a:gd name="connsiteX4682" fmla="*/ 2347460 w 12184003"/>
                <a:gd name="connsiteY4682" fmla="*/ 68771 h 6857801"/>
                <a:gd name="connsiteX4683" fmla="*/ 2384688 w 12184003"/>
                <a:gd name="connsiteY4683" fmla="*/ 68704 h 6857801"/>
                <a:gd name="connsiteX4684" fmla="*/ 2384688 w 12184003"/>
                <a:gd name="connsiteY4684" fmla="*/ 0 h 6857801"/>
                <a:gd name="connsiteX4685" fmla="*/ 2419723 w 12184003"/>
                <a:gd name="connsiteY4685" fmla="*/ 0 h 6857801"/>
                <a:gd name="connsiteX4686" fmla="*/ 2419723 w 12184003"/>
                <a:gd name="connsiteY4686" fmla="*/ 66620 h 6857801"/>
                <a:gd name="connsiteX4687" fmla="*/ 2421716 w 12184003"/>
                <a:gd name="connsiteY4687" fmla="*/ 68639 h 6857801"/>
                <a:gd name="connsiteX4688" fmla="*/ 2465713 w 12184003"/>
                <a:gd name="connsiteY4688" fmla="*/ 68560 h 6857801"/>
                <a:gd name="connsiteX4689" fmla="*/ 2465713 w 12184003"/>
                <a:gd name="connsiteY4689" fmla="*/ 0 h 6857801"/>
                <a:gd name="connsiteX4690" fmla="*/ 2509509 w 12184003"/>
                <a:gd name="connsiteY4690" fmla="*/ 0 h 6857801"/>
                <a:gd name="connsiteX4691" fmla="*/ 2509509 w 12184003"/>
                <a:gd name="connsiteY4691" fmla="*/ 68481 h 6857801"/>
                <a:gd name="connsiteX4692" fmla="*/ 2715352 w 12184003"/>
                <a:gd name="connsiteY4692" fmla="*/ 68114 h 6857801"/>
                <a:gd name="connsiteX4693" fmla="*/ 2715352 w 12184003"/>
                <a:gd name="connsiteY4693" fmla="*/ 0 h 6857801"/>
                <a:gd name="connsiteX4694" fmla="*/ 2750390 w 12184003"/>
                <a:gd name="connsiteY4694" fmla="*/ 0 h 6857801"/>
                <a:gd name="connsiteX4695" fmla="*/ 2750390 w 12184003"/>
                <a:gd name="connsiteY4695" fmla="*/ 68050 h 6857801"/>
                <a:gd name="connsiteX4696" fmla="*/ 2852635 w 12184003"/>
                <a:gd name="connsiteY4696" fmla="*/ 67868 h 6857801"/>
                <a:gd name="connsiteX4697" fmla="*/ 2784536 w 12184003"/>
                <a:gd name="connsiteY4697" fmla="*/ 0 h 6857801"/>
                <a:gd name="connsiteX4698" fmla="*/ 2817349 w 12184003"/>
                <a:gd name="connsiteY4698" fmla="*/ 0 h 6857801"/>
                <a:gd name="connsiteX4699" fmla="*/ 2885159 w 12184003"/>
                <a:gd name="connsiteY4699" fmla="*/ 67810 h 6857801"/>
                <a:gd name="connsiteX4700" fmla="*/ 2945279 w 12184003"/>
                <a:gd name="connsiteY4700" fmla="*/ 67702 h 6857801"/>
                <a:gd name="connsiteX4701" fmla="*/ 2945279 w 12184003"/>
                <a:gd name="connsiteY4701" fmla="*/ 0 h 6857801"/>
                <a:gd name="connsiteX4702" fmla="*/ 2962801 w 12184003"/>
                <a:gd name="connsiteY4702" fmla="*/ 0 h 6857801"/>
                <a:gd name="connsiteX4703" fmla="*/ 2962801 w 12184003"/>
                <a:gd name="connsiteY4703" fmla="*/ 67671 h 6857801"/>
                <a:gd name="connsiteX4704" fmla="*/ 3498242 w 12184003"/>
                <a:gd name="connsiteY4704" fmla="*/ 66713 h 6857801"/>
                <a:gd name="connsiteX4705" fmla="*/ 3431309 w 12184003"/>
                <a:gd name="connsiteY4705" fmla="*/ 0 h 6857801"/>
                <a:gd name="connsiteX4706" fmla="*/ 3478667 w 12184003"/>
                <a:gd name="connsiteY4706" fmla="*/ 0 h 6857801"/>
                <a:gd name="connsiteX4707" fmla="*/ 3545295 w 12184003"/>
                <a:gd name="connsiteY4707" fmla="*/ 66628 h 6857801"/>
                <a:gd name="connsiteX4708" fmla="*/ 3547483 w 12184003"/>
                <a:gd name="connsiteY4708" fmla="*/ 66624 h 6857801"/>
                <a:gd name="connsiteX4709" fmla="*/ 3841845 w 12184003"/>
                <a:gd name="connsiteY4709" fmla="*/ 361003 h 6857801"/>
                <a:gd name="connsiteX4710" fmla="*/ 3855954 w 12184003"/>
                <a:gd name="connsiteY4710" fmla="*/ 355670 h 6857801"/>
                <a:gd name="connsiteX4711" fmla="*/ 3889071 w 12184003"/>
                <a:gd name="connsiteY4711" fmla="*/ 368809 h 6857801"/>
                <a:gd name="connsiteX4712" fmla="*/ 3902210 w 12184003"/>
                <a:gd name="connsiteY4712" fmla="*/ 403572 h 6857801"/>
                <a:gd name="connsiteX4713" fmla="*/ 3897153 w 12184003"/>
                <a:gd name="connsiteY4713" fmla="*/ 416318 h 6857801"/>
                <a:gd name="connsiteX4714" fmla="*/ 3970092 w 12184003"/>
                <a:gd name="connsiteY4714" fmla="*/ 489259 h 6857801"/>
                <a:gd name="connsiteX4715" fmla="*/ 3970092 w 12184003"/>
                <a:gd name="connsiteY4715" fmla="*/ 833053 h 6857801"/>
                <a:gd name="connsiteX4716" fmla="*/ 4121683 w 12184003"/>
                <a:gd name="connsiteY4716" fmla="*/ 833053 h 6857801"/>
                <a:gd name="connsiteX4717" fmla="*/ 4007319 w 12184003"/>
                <a:gd name="connsiteY4717" fmla="*/ 719183 h 6857801"/>
                <a:gd name="connsiteX4718" fmla="*/ 4007319 w 12184003"/>
                <a:gd name="connsiteY4718" fmla="*/ 381952 h 6857801"/>
                <a:gd name="connsiteX4719" fmla="*/ 3625382 w 12184003"/>
                <a:gd name="connsiteY4719" fmla="*/ 0 h 6857801"/>
                <a:gd name="connsiteX4720" fmla="*/ 3651136 w 12184003"/>
                <a:gd name="connsiteY4720" fmla="*/ 0 h 6857801"/>
                <a:gd name="connsiteX4721" fmla="*/ 4007319 w 12184003"/>
                <a:gd name="connsiteY4721" fmla="*/ 357258 h 6857801"/>
                <a:gd name="connsiteX4722" fmla="*/ 4007319 w 12184003"/>
                <a:gd name="connsiteY4722" fmla="*/ 326762 h 6857801"/>
                <a:gd name="connsiteX4723" fmla="*/ 4005130 w 12184003"/>
                <a:gd name="connsiteY4723" fmla="*/ 327208 h 6857801"/>
                <a:gd name="connsiteX4724" fmla="*/ 3959143 w 12184003"/>
                <a:gd name="connsiteY4724" fmla="*/ 307499 h 6857801"/>
                <a:gd name="connsiteX4725" fmla="*/ 3944361 w 12184003"/>
                <a:gd name="connsiteY4725" fmla="*/ 236365 h 6857801"/>
                <a:gd name="connsiteX4726" fmla="*/ 3947327 w 12184003"/>
                <a:gd name="connsiteY4726" fmla="*/ 232184 h 6857801"/>
                <a:gd name="connsiteX4727" fmla="*/ 3715154 w 12184003"/>
                <a:gd name="connsiteY4727" fmla="*/ 0 h 6857801"/>
                <a:gd name="connsiteX4728" fmla="*/ 3777067 w 12184003"/>
                <a:gd name="connsiteY4728" fmla="*/ 0 h 6857801"/>
                <a:gd name="connsiteX4729" fmla="*/ 3979319 w 12184003"/>
                <a:gd name="connsiteY4729" fmla="*/ 202749 h 6857801"/>
                <a:gd name="connsiteX4730" fmla="*/ 3982137 w 12184003"/>
                <a:gd name="connsiteY4730" fmla="*/ 200746 h 6857801"/>
                <a:gd name="connsiteX4731" fmla="*/ 4007319 w 12184003"/>
                <a:gd name="connsiteY4731" fmla="*/ 198185 h 6857801"/>
                <a:gd name="connsiteX4732" fmla="*/ 4007319 w 12184003"/>
                <a:gd name="connsiteY4732" fmla="*/ 136392 h 6857801"/>
                <a:gd name="connsiteX4733" fmla="*/ 3991989 w 12184003"/>
                <a:gd name="connsiteY4733" fmla="*/ 130122 h 6857801"/>
                <a:gd name="connsiteX4734" fmla="*/ 3982137 w 12184003"/>
                <a:gd name="connsiteY4734" fmla="*/ 106034 h 6857801"/>
                <a:gd name="connsiteX4735" fmla="*/ 3988177 w 12184003"/>
                <a:gd name="connsiteY4735" fmla="*/ 91273 h 6857801"/>
                <a:gd name="connsiteX4736" fmla="*/ 3896907 w 12184003"/>
                <a:gd name="connsiteY4736" fmla="*/ 0 h 6857801"/>
                <a:gd name="connsiteX4737" fmla="*/ 3922706 w 12184003"/>
                <a:gd name="connsiteY4737" fmla="*/ 0 h 6857801"/>
                <a:gd name="connsiteX4738" fmla="*/ 4001236 w 12184003"/>
                <a:gd name="connsiteY4738" fmla="*/ 78164 h 6857801"/>
                <a:gd name="connsiteX4739" fmla="*/ 4016079 w 12184003"/>
                <a:gd name="connsiteY4739" fmla="*/ 72091 h 6857801"/>
                <a:gd name="connsiteX4740" fmla="*/ 4040167 w 12184003"/>
                <a:gd name="connsiteY4740" fmla="*/ 81947 h 6857801"/>
                <a:gd name="connsiteX4741" fmla="*/ 4040167 w 12184003"/>
                <a:gd name="connsiteY4741" fmla="*/ 130122 h 6857801"/>
                <a:gd name="connsiteX4742" fmla="*/ 4024839 w 12184003"/>
                <a:gd name="connsiteY4742" fmla="*/ 136393 h 6857801"/>
                <a:gd name="connsiteX4743" fmla="*/ 4024839 w 12184003"/>
                <a:gd name="connsiteY4743" fmla="*/ 200652 h 6857801"/>
                <a:gd name="connsiteX4744" fmla="*/ 4051117 w 12184003"/>
                <a:gd name="connsiteY4744" fmla="*/ 215528 h 6857801"/>
                <a:gd name="connsiteX4745" fmla="*/ 4051117 w 12184003"/>
                <a:gd name="connsiteY4745" fmla="*/ 307499 h 6857801"/>
                <a:gd name="connsiteX4746" fmla="*/ 4029356 w 12184003"/>
                <a:gd name="connsiteY4746" fmla="*/ 322281 h 6857801"/>
                <a:gd name="connsiteX4747" fmla="*/ 4024839 w 12184003"/>
                <a:gd name="connsiteY4747" fmla="*/ 323199 h 6857801"/>
                <a:gd name="connsiteX4748" fmla="*/ 4024839 w 12184003"/>
                <a:gd name="connsiteY4748" fmla="*/ 374830 h 6857801"/>
                <a:gd name="connsiteX4749" fmla="*/ 4192509 w 12184003"/>
                <a:gd name="connsiteY4749" fmla="*/ 542992 h 6857801"/>
                <a:gd name="connsiteX4750" fmla="*/ 4208789 w 12184003"/>
                <a:gd name="connsiteY4750" fmla="*/ 536333 h 6857801"/>
                <a:gd name="connsiteX4751" fmla="*/ 4210979 w 12184003"/>
                <a:gd name="connsiteY4751" fmla="*/ 537228 h 6857801"/>
                <a:gd name="connsiteX4752" fmla="*/ 4210979 w 12184003"/>
                <a:gd name="connsiteY4752" fmla="*/ 233629 h 6857801"/>
                <a:gd name="connsiteX4753" fmla="*/ 3976847 w 12184003"/>
                <a:gd name="connsiteY4753" fmla="*/ 0 h 6857801"/>
                <a:gd name="connsiteX4754" fmla="*/ 4009637 w 12184003"/>
                <a:gd name="connsiteY4754" fmla="*/ 0 h 6857801"/>
                <a:gd name="connsiteX4755" fmla="*/ 4210979 w 12184003"/>
                <a:gd name="connsiteY4755" fmla="*/ 201788 h 6857801"/>
                <a:gd name="connsiteX4756" fmla="*/ 4210979 w 12184003"/>
                <a:gd name="connsiteY4756" fmla="*/ 180417 h 6857801"/>
                <a:gd name="connsiteX4757" fmla="*/ 4066444 w 12184003"/>
                <a:gd name="connsiteY4757" fmla="*/ 33795 h 6857801"/>
                <a:gd name="connsiteX4758" fmla="*/ 4066444 w 12184003"/>
                <a:gd name="connsiteY4758" fmla="*/ 0 h 6857801"/>
                <a:gd name="connsiteX4759" fmla="*/ 4088385 w 12184003"/>
                <a:gd name="connsiteY4759" fmla="*/ 0 h 6857801"/>
                <a:gd name="connsiteX4760" fmla="*/ 4088347 w 12184003"/>
                <a:gd name="connsiteY4760" fmla="*/ 25036 h 6857801"/>
                <a:gd name="connsiteX4761" fmla="*/ 4210979 w 12184003"/>
                <a:gd name="connsiteY4761" fmla="*/ 145912 h 6857801"/>
                <a:gd name="connsiteX4762" fmla="*/ 4210979 w 12184003"/>
                <a:gd name="connsiteY4762" fmla="*/ 0 h 6857801"/>
                <a:gd name="connsiteX4763" fmla="*/ 4232829 w 12184003"/>
                <a:gd name="connsiteY4763" fmla="*/ 0 h 6857801"/>
                <a:gd name="connsiteX4764" fmla="*/ 4232829 w 12184003"/>
                <a:gd name="connsiteY4764" fmla="*/ 167498 h 6857801"/>
                <a:gd name="connsiteX4765" fmla="*/ 4241584 w 12184003"/>
                <a:gd name="connsiteY4765" fmla="*/ 176132 h 6857801"/>
                <a:gd name="connsiteX4766" fmla="*/ 4241584 w 12184003"/>
                <a:gd name="connsiteY4766" fmla="*/ 232513 h 6857801"/>
                <a:gd name="connsiteX4767" fmla="*/ 4460508 w 12184003"/>
                <a:gd name="connsiteY4767" fmla="*/ 451906 h 6857801"/>
                <a:gd name="connsiteX4768" fmla="*/ 4481384 w 12184003"/>
                <a:gd name="connsiteY4768" fmla="*/ 443270 h 6857801"/>
                <a:gd name="connsiteX4769" fmla="*/ 4513129 w 12184003"/>
                <a:gd name="connsiteY4769" fmla="*/ 456409 h 6857801"/>
                <a:gd name="connsiteX4770" fmla="*/ 4522190 w 12184003"/>
                <a:gd name="connsiteY4770" fmla="*/ 478310 h 6857801"/>
                <a:gd name="connsiteX4771" fmla="*/ 4672982 w 12184003"/>
                <a:gd name="connsiteY4771" fmla="*/ 478310 h 6857801"/>
                <a:gd name="connsiteX4772" fmla="*/ 4672982 w 12184003"/>
                <a:gd name="connsiteY4772" fmla="*/ 342553 h 6857801"/>
                <a:gd name="connsiteX4773" fmla="*/ 4561306 w 12184003"/>
                <a:gd name="connsiteY4773" fmla="*/ 230873 h 6857801"/>
                <a:gd name="connsiteX4774" fmla="*/ 4561306 w 12184003"/>
                <a:gd name="connsiteY4774" fmla="*/ 0 h 6857801"/>
                <a:gd name="connsiteX4775" fmla="*/ 4578826 w 12184003"/>
                <a:gd name="connsiteY4775" fmla="*/ 0 h 6857801"/>
                <a:gd name="connsiteX4776" fmla="*/ 4578826 w 12184003"/>
                <a:gd name="connsiteY4776" fmla="*/ 222114 h 6857801"/>
                <a:gd name="connsiteX4777" fmla="*/ 4690499 w 12184003"/>
                <a:gd name="connsiteY4777" fmla="*/ 335984 h 6857801"/>
                <a:gd name="connsiteX4778" fmla="*/ 4690499 w 12184003"/>
                <a:gd name="connsiteY4778" fmla="*/ 478310 h 6857801"/>
                <a:gd name="connsiteX4779" fmla="*/ 4959857 w 12184003"/>
                <a:gd name="connsiteY4779" fmla="*/ 478310 h 6857801"/>
                <a:gd name="connsiteX4780" fmla="*/ 5167876 w 12184003"/>
                <a:gd name="connsiteY4780" fmla="*/ 686342 h 6857801"/>
                <a:gd name="connsiteX4781" fmla="*/ 5167876 w 12184003"/>
                <a:gd name="connsiteY4781" fmla="*/ 543142 h 6857801"/>
                <a:gd name="connsiteX4782" fmla="*/ 5148168 w 12184003"/>
                <a:gd name="connsiteY4782" fmla="*/ 535259 h 6857801"/>
                <a:gd name="connsiteX4783" fmla="*/ 5135030 w 12184003"/>
                <a:gd name="connsiteY4783" fmla="*/ 502412 h 6857801"/>
                <a:gd name="connsiteX4784" fmla="*/ 5141285 w 12184003"/>
                <a:gd name="connsiteY4784" fmla="*/ 486771 h 6857801"/>
                <a:gd name="connsiteX4785" fmla="*/ 4711144 w 12184003"/>
                <a:gd name="connsiteY4785" fmla="*/ 56631 h 6857801"/>
                <a:gd name="connsiteX4786" fmla="*/ 4697069 w 12184003"/>
                <a:gd name="connsiteY4786" fmla="*/ 62260 h 6857801"/>
                <a:gd name="connsiteX4787" fmla="*/ 4651088 w 12184003"/>
                <a:gd name="connsiteY4787" fmla="*/ 16275 h 6857801"/>
                <a:gd name="connsiteX4788" fmla="*/ 4657598 w 12184003"/>
                <a:gd name="connsiteY4788" fmla="*/ 0 h 6857801"/>
                <a:gd name="connsiteX4789" fmla="*/ 4736544 w 12184003"/>
                <a:gd name="connsiteY4789" fmla="*/ 0 h 6857801"/>
                <a:gd name="connsiteX4790" fmla="*/ 4743054 w 12184003"/>
                <a:gd name="connsiteY4790" fmla="*/ 16275 h 6857801"/>
                <a:gd name="connsiteX4791" fmla="*/ 4731749 w 12184003"/>
                <a:gd name="connsiteY4791" fmla="*/ 44540 h 6857801"/>
                <a:gd name="connsiteX4792" fmla="*/ 5152970 w 12184003"/>
                <a:gd name="connsiteY4792" fmla="*/ 467642 h 6857801"/>
                <a:gd name="connsiteX4793" fmla="*/ 5181020 w 12184003"/>
                <a:gd name="connsiteY4793" fmla="*/ 456426 h 6857801"/>
                <a:gd name="connsiteX4794" fmla="*/ 5226997 w 12184003"/>
                <a:gd name="connsiteY4794" fmla="*/ 502412 h 6857801"/>
                <a:gd name="connsiteX4795" fmla="*/ 5213037 w 12184003"/>
                <a:gd name="connsiteY4795" fmla="*/ 535259 h 6857801"/>
                <a:gd name="connsiteX4796" fmla="*/ 5189778 w 12184003"/>
                <a:gd name="connsiteY4796" fmla="*/ 544804 h 6857801"/>
                <a:gd name="connsiteX4797" fmla="*/ 5189778 w 12184003"/>
                <a:gd name="connsiteY4797" fmla="*/ 708240 h 6857801"/>
                <a:gd name="connsiteX4798" fmla="*/ 5273152 w 12184003"/>
                <a:gd name="connsiteY4798" fmla="*/ 791611 h 6857801"/>
                <a:gd name="connsiteX4799" fmla="*/ 5289417 w 12184003"/>
                <a:gd name="connsiteY4799" fmla="*/ 784881 h 6857801"/>
                <a:gd name="connsiteX4800" fmla="*/ 5321171 w 12184003"/>
                <a:gd name="connsiteY4800" fmla="*/ 798020 h 6857801"/>
                <a:gd name="connsiteX4801" fmla="*/ 5321171 w 12184003"/>
                <a:gd name="connsiteY4801" fmla="*/ 861524 h 6857801"/>
                <a:gd name="connsiteX4802" fmla="*/ 5257668 w 12184003"/>
                <a:gd name="connsiteY4802" fmla="*/ 861524 h 6857801"/>
                <a:gd name="connsiteX4803" fmla="*/ 5244521 w 12184003"/>
                <a:gd name="connsiteY4803" fmla="*/ 829773 h 6857801"/>
                <a:gd name="connsiteX4804" fmla="*/ 5254463 w 12184003"/>
                <a:gd name="connsiteY4804" fmla="*/ 805766 h 6857801"/>
                <a:gd name="connsiteX4805" fmla="*/ 5189778 w 12184003"/>
                <a:gd name="connsiteY4805" fmla="*/ 741087 h 6857801"/>
                <a:gd name="connsiteX4806" fmla="*/ 5189778 w 12184003"/>
                <a:gd name="connsiteY4806" fmla="*/ 1034516 h 6857801"/>
                <a:gd name="connsiteX4807" fmla="*/ 5375914 w 12184003"/>
                <a:gd name="connsiteY4807" fmla="*/ 848404 h 6857801"/>
                <a:gd name="connsiteX4808" fmla="*/ 5375914 w 12184003"/>
                <a:gd name="connsiteY4808" fmla="*/ 603764 h 6857801"/>
                <a:gd name="connsiteX4809" fmla="*/ 5361680 w 12184003"/>
                <a:gd name="connsiteY4809" fmla="*/ 597665 h 6857801"/>
                <a:gd name="connsiteX4810" fmla="*/ 5351823 w 12184003"/>
                <a:gd name="connsiteY4810" fmla="*/ 574672 h 6857801"/>
                <a:gd name="connsiteX4811" fmla="*/ 5356419 w 12184003"/>
                <a:gd name="connsiteY4811" fmla="*/ 563943 h 6857801"/>
                <a:gd name="connsiteX4812" fmla="*/ 5036861 w 12184003"/>
                <a:gd name="connsiteY4812" fmla="*/ 244373 h 6857801"/>
                <a:gd name="connsiteX4813" fmla="*/ 5027742 w 12184003"/>
                <a:gd name="connsiteY4813" fmla="*/ 248390 h 6857801"/>
                <a:gd name="connsiteX4814" fmla="*/ 4994898 w 12184003"/>
                <a:gd name="connsiteY4814" fmla="*/ 213353 h 6857801"/>
                <a:gd name="connsiteX4815" fmla="*/ 5003102 w 12184003"/>
                <a:gd name="connsiteY4815" fmla="*/ 190360 h 6857801"/>
                <a:gd name="connsiteX4816" fmla="*/ 5010222 w 12184003"/>
                <a:gd name="connsiteY4816" fmla="*/ 187513 h 6857801"/>
                <a:gd name="connsiteX4817" fmla="*/ 5010222 w 12184003"/>
                <a:gd name="connsiteY4817" fmla="*/ 0 h 6857801"/>
                <a:gd name="connsiteX4818" fmla="*/ 5027744 w 12184003"/>
                <a:gd name="connsiteY4818" fmla="*/ 0 h 6857801"/>
                <a:gd name="connsiteX4819" fmla="*/ 5027744 w 12184003"/>
                <a:gd name="connsiteY4819" fmla="*/ 180506 h 6857801"/>
                <a:gd name="connsiteX4820" fmla="*/ 5050731 w 12184003"/>
                <a:gd name="connsiteY4820" fmla="*/ 190360 h 6857801"/>
                <a:gd name="connsiteX4821" fmla="*/ 5060581 w 12184003"/>
                <a:gd name="connsiteY4821" fmla="*/ 213353 h 6857801"/>
                <a:gd name="connsiteX4822" fmla="*/ 5051895 w 12184003"/>
                <a:gd name="connsiteY4822" fmla="*/ 235321 h 6857801"/>
                <a:gd name="connsiteX4823" fmla="*/ 5366280 w 12184003"/>
                <a:gd name="connsiteY4823" fmla="*/ 549709 h 6857801"/>
                <a:gd name="connsiteX4824" fmla="*/ 5384675 w 12184003"/>
                <a:gd name="connsiteY4824" fmla="*/ 541825 h 6857801"/>
                <a:gd name="connsiteX4825" fmla="*/ 5417522 w 12184003"/>
                <a:gd name="connsiteY4825" fmla="*/ 574672 h 6857801"/>
                <a:gd name="connsiteX4826" fmla="*/ 5407669 w 12184003"/>
                <a:gd name="connsiteY4826" fmla="*/ 597665 h 6857801"/>
                <a:gd name="connsiteX4827" fmla="*/ 5393435 w 12184003"/>
                <a:gd name="connsiteY4827" fmla="*/ 603765 h 6857801"/>
                <a:gd name="connsiteX4828" fmla="*/ 5393435 w 12184003"/>
                <a:gd name="connsiteY4828" fmla="*/ 830885 h 6857801"/>
                <a:gd name="connsiteX4829" fmla="*/ 5443800 w 12184003"/>
                <a:gd name="connsiteY4829" fmla="*/ 780520 h 6857801"/>
                <a:gd name="connsiteX4830" fmla="*/ 5435038 w 12184003"/>
                <a:gd name="connsiteY4830" fmla="*/ 758618 h 6857801"/>
                <a:gd name="connsiteX4831" fmla="*/ 5448179 w 12184003"/>
                <a:gd name="connsiteY4831" fmla="*/ 725772 h 6857801"/>
                <a:gd name="connsiteX4832" fmla="*/ 5470075 w 12184003"/>
                <a:gd name="connsiteY4832" fmla="*/ 717012 h 6857801"/>
                <a:gd name="connsiteX4833" fmla="*/ 5470075 w 12184003"/>
                <a:gd name="connsiteY4833" fmla="*/ 0 h 6857801"/>
                <a:gd name="connsiteX4834" fmla="*/ 5494165 w 12184003"/>
                <a:gd name="connsiteY4834" fmla="*/ 0 h 6857801"/>
                <a:gd name="connsiteX4835" fmla="*/ 5494165 w 12184003"/>
                <a:gd name="connsiteY4835" fmla="*/ 718218 h 6857801"/>
                <a:gd name="connsiteX4836" fmla="*/ 5513870 w 12184003"/>
                <a:gd name="connsiteY4836" fmla="*/ 726593 h 6857801"/>
                <a:gd name="connsiteX4837" fmla="*/ 5527008 w 12184003"/>
                <a:gd name="connsiteY4837" fmla="*/ 758618 h 6857801"/>
                <a:gd name="connsiteX4838" fmla="*/ 5481022 w 12184003"/>
                <a:gd name="connsiteY4838" fmla="*/ 804604 h 6857801"/>
                <a:gd name="connsiteX4839" fmla="*/ 5460693 w 12184003"/>
                <a:gd name="connsiteY4839" fmla="*/ 796472 h 6857801"/>
                <a:gd name="connsiteX4840" fmla="*/ 5393435 w 12184003"/>
                <a:gd name="connsiteY4840" fmla="*/ 863732 h 6857801"/>
                <a:gd name="connsiteX4841" fmla="*/ 5393435 w 12184003"/>
                <a:gd name="connsiteY4841" fmla="*/ 968039 h 6857801"/>
                <a:gd name="connsiteX4842" fmla="*/ 5581054 w 12184003"/>
                <a:gd name="connsiteY4842" fmla="*/ 779147 h 6857801"/>
                <a:gd name="connsiteX4843" fmla="*/ 5575184 w 12184003"/>
                <a:gd name="connsiteY4843" fmla="*/ 765184 h 6857801"/>
                <a:gd name="connsiteX4844" fmla="*/ 5585035 w 12184003"/>
                <a:gd name="connsiteY4844" fmla="*/ 742191 h 6857801"/>
                <a:gd name="connsiteX4845" fmla="*/ 5599269 w 12184003"/>
                <a:gd name="connsiteY4845" fmla="*/ 736091 h 6857801"/>
                <a:gd name="connsiteX4846" fmla="*/ 5599269 w 12184003"/>
                <a:gd name="connsiteY4846" fmla="*/ 99486 h 6857801"/>
                <a:gd name="connsiteX4847" fmla="*/ 5499790 w 12184003"/>
                <a:gd name="connsiteY4847" fmla="*/ 0 h 6857801"/>
                <a:gd name="connsiteX4848" fmla="*/ 5521686 w 12184003"/>
                <a:gd name="connsiteY4848" fmla="*/ 0 h 6857801"/>
                <a:gd name="connsiteX4849" fmla="*/ 5599269 w 12184003"/>
                <a:gd name="connsiteY4849" fmla="*/ 77588 h 6857801"/>
                <a:gd name="connsiteX4850" fmla="*/ 5599269 w 12184003"/>
                <a:gd name="connsiteY4850" fmla="*/ 0 h 6857801"/>
                <a:gd name="connsiteX4851" fmla="*/ 5681208 w 12184003"/>
                <a:gd name="connsiteY4851" fmla="*/ 0 h 6857801"/>
                <a:gd name="connsiteX4852" fmla="*/ 5689047 w 12184003"/>
                <a:gd name="connsiteY4852" fmla="*/ 3136 h 6857801"/>
                <a:gd name="connsiteX4853" fmla="*/ 5702185 w 12184003"/>
                <a:gd name="connsiteY4853" fmla="*/ 35984 h 6857801"/>
                <a:gd name="connsiteX4854" fmla="*/ 5689048 w 12184003"/>
                <a:gd name="connsiteY4854" fmla="*/ 68830 h 6857801"/>
                <a:gd name="connsiteX4855" fmla="*/ 5660581 w 12184003"/>
                <a:gd name="connsiteY4855" fmla="*/ 80216 h 6857801"/>
                <a:gd name="connsiteX4856" fmla="*/ 5660581 w 12184003"/>
                <a:gd name="connsiteY4856" fmla="*/ 138902 h 6857801"/>
                <a:gd name="connsiteX4857" fmla="*/ 5723280 w 12184003"/>
                <a:gd name="connsiteY4857" fmla="*/ 201604 h 6857801"/>
                <a:gd name="connsiteX4858" fmla="*/ 5737221 w 12184003"/>
                <a:gd name="connsiteY4858" fmla="*/ 195835 h 6857801"/>
                <a:gd name="connsiteX4859" fmla="*/ 5737221 w 12184003"/>
                <a:gd name="connsiteY4859" fmla="*/ 193645 h 6857801"/>
                <a:gd name="connsiteX4860" fmla="*/ 5760213 w 12184003"/>
                <a:gd name="connsiteY4860" fmla="*/ 203773 h 6857801"/>
                <a:gd name="connsiteX4861" fmla="*/ 5767879 w 12184003"/>
                <a:gd name="connsiteY4861" fmla="*/ 223148 h 6857801"/>
                <a:gd name="connsiteX4862" fmla="*/ 5767879 w 12184003"/>
                <a:gd name="connsiteY4862" fmla="*/ 0 h 6857801"/>
                <a:gd name="connsiteX4863" fmla="*/ 5811673 w 12184003"/>
                <a:gd name="connsiteY4863" fmla="*/ 0 h 6857801"/>
                <a:gd name="connsiteX4864" fmla="*/ 5811673 w 12184003"/>
                <a:gd name="connsiteY4864" fmla="*/ 670841 h 6857801"/>
                <a:gd name="connsiteX4865" fmla="*/ 5818240 w 12184003"/>
                <a:gd name="connsiteY4865" fmla="*/ 677393 h 6857801"/>
                <a:gd name="connsiteX4866" fmla="*/ 5818240 w 12184003"/>
                <a:gd name="connsiteY4866" fmla="*/ 0 h 6857801"/>
                <a:gd name="connsiteX4867" fmla="*/ 5853275 w 12184003"/>
                <a:gd name="connsiteY4867" fmla="*/ 0 h 6857801"/>
                <a:gd name="connsiteX4868" fmla="*/ 5853275 w 12184003"/>
                <a:gd name="connsiteY4868" fmla="*/ 712339 h 6857801"/>
                <a:gd name="connsiteX4869" fmla="*/ 6204859 w 12184003"/>
                <a:gd name="connsiteY4869" fmla="*/ 1063008 h 6857801"/>
                <a:gd name="connsiteX4870" fmla="*/ 6378823 w 12184003"/>
                <a:gd name="connsiteY4870" fmla="*/ 887817 h 6857801"/>
                <a:gd name="connsiteX4871" fmla="*/ 6378823 w 12184003"/>
                <a:gd name="connsiteY4871" fmla="*/ 473943 h 6857801"/>
                <a:gd name="connsiteX4872" fmla="*/ 6100716 w 12184003"/>
                <a:gd name="connsiteY4872" fmla="*/ 196785 h 6857801"/>
                <a:gd name="connsiteX4873" fmla="*/ 6100716 w 12184003"/>
                <a:gd name="connsiteY4873" fmla="*/ 613764 h 6857801"/>
                <a:gd name="connsiteX4874" fmla="*/ 6129184 w 12184003"/>
                <a:gd name="connsiteY4874" fmla="*/ 625863 h 6857801"/>
                <a:gd name="connsiteX4875" fmla="*/ 6142323 w 12184003"/>
                <a:gd name="connsiteY4875" fmla="*/ 657889 h 6857801"/>
                <a:gd name="connsiteX4876" fmla="*/ 6096338 w 12184003"/>
                <a:gd name="connsiteY4876" fmla="*/ 703874 h 6857801"/>
                <a:gd name="connsiteX4877" fmla="*/ 6093024 w 12184003"/>
                <a:gd name="connsiteY4877" fmla="*/ 702549 h 6857801"/>
                <a:gd name="connsiteX4878" fmla="*/ 6089494 w 12184003"/>
                <a:gd name="connsiteY4878" fmla="*/ 711534 h 6857801"/>
                <a:gd name="connsiteX4879" fmla="*/ 6065680 w 12184003"/>
                <a:gd name="connsiteY4879" fmla="*/ 721389 h 6857801"/>
                <a:gd name="connsiteX4880" fmla="*/ 6030645 w 12184003"/>
                <a:gd name="connsiteY4880" fmla="*/ 688542 h 6857801"/>
                <a:gd name="connsiteX4881" fmla="*/ 6040498 w 12184003"/>
                <a:gd name="connsiteY4881" fmla="*/ 665548 h 6857801"/>
                <a:gd name="connsiteX4882" fmla="*/ 6048165 w 12184003"/>
                <a:gd name="connsiteY4882" fmla="*/ 662264 h 6857801"/>
                <a:gd name="connsiteX4883" fmla="*/ 6048165 w 12184003"/>
                <a:gd name="connsiteY4883" fmla="*/ 144410 h 6857801"/>
                <a:gd name="connsiteX4884" fmla="*/ 5903264 w 12184003"/>
                <a:gd name="connsiteY4884" fmla="*/ 0 h 6857801"/>
                <a:gd name="connsiteX4885" fmla="*/ 5953062 w 12184003"/>
                <a:gd name="connsiteY4885" fmla="*/ 0 h 6857801"/>
                <a:gd name="connsiteX4886" fmla="*/ 6048165 w 12184003"/>
                <a:gd name="connsiteY4886" fmla="*/ 95106 h 6857801"/>
                <a:gd name="connsiteX4887" fmla="*/ 6048165 w 12184003"/>
                <a:gd name="connsiteY4887" fmla="*/ 14083 h 6857801"/>
                <a:gd name="connsiteX4888" fmla="*/ 6062393 w 12184003"/>
                <a:gd name="connsiteY4888" fmla="*/ 0 h 6857801"/>
                <a:gd name="connsiteX4889" fmla="*/ 6100716 w 12184003"/>
                <a:gd name="connsiteY4889" fmla="*/ 0 h 6857801"/>
                <a:gd name="connsiteX4890" fmla="*/ 6100716 w 12184003"/>
                <a:gd name="connsiteY4890" fmla="*/ 147661 h 6857801"/>
                <a:gd name="connsiteX4891" fmla="*/ 6413860 w 12184003"/>
                <a:gd name="connsiteY4891" fmla="*/ 460804 h 6857801"/>
                <a:gd name="connsiteX4892" fmla="*/ 6413860 w 12184003"/>
                <a:gd name="connsiteY4892" fmla="*/ 903146 h 6857801"/>
                <a:gd name="connsiteX4893" fmla="*/ 6228795 w 12184003"/>
                <a:gd name="connsiteY4893" fmla="*/ 1086885 h 6857801"/>
                <a:gd name="connsiteX4894" fmla="*/ 6295728 w 12184003"/>
                <a:gd name="connsiteY4894" fmla="*/ 1153642 h 6857801"/>
                <a:gd name="connsiteX4895" fmla="*/ 6523351 w 12184003"/>
                <a:gd name="connsiteY4895" fmla="*/ 927236 h 6857801"/>
                <a:gd name="connsiteX4896" fmla="*/ 6523351 w 12184003"/>
                <a:gd name="connsiteY4896" fmla="*/ 839566 h 6857801"/>
                <a:gd name="connsiteX4897" fmla="*/ 6515685 w 12184003"/>
                <a:gd name="connsiteY4897" fmla="*/ 836351 h 6857801"/>
                <a:gd name="connsiteX4898" fmla="*/ 6501452 w 12184003"/>
                <a:gd name="connsiteY4898" fmla="*/ 802409 h 6857801"/>
                <a:gd name="connsiteX4899" fmla="*/ 6515685 w 12184003"/>
                <a:gd name="connsiteY4899" fmla="*/ 768467 h 6857801"/>
                <a:gd name="connsiteX4900" fmla="*/ 6523351 w 12184003"/>
                <a:gd name="connsiteY4900" fmla="*/ 765253 h 6857801"/>
                <a:gd name="connsiteX4901" fmla="*/ 6523351 w 12184003"/>
                <a:gd name="connsiteY4901" fmla="*/ 366647 h 6857801"/>
                <a:gd name="connsiteX4902" fmla="*/ 6157631 w 12184003"/>
                <a:gd name="connsiteY4902" fmla="*/ 0 h 6857801"/>
                <a:gd name="connsiteX4903" fmla="*/ 6222398 w 12184003"/>
                <a:gd name="connsiteY4903" fmla="*/ 0 h 6857801"/>
                <a:gd name="connsiteX4904" fmla="*/ 6534299 w 12184003"/>
                <a:gd name="connsiteY4904" fmla="*/ 311901 h 6857801"/>
                <a:gd name="connsiteX4905" fmla="*/ 6534299 w 12184003"/>
                <a:gd name="connsiteY4905" fmla="*/ 0 h 6857801"/>
                <a:gd name="connsiteX4906" fmla="*/ 6569335 w 12184003"/>
                <a:gd name="connsiteY4906" fmla="*/ 0 h 6857801"/>
                <a:gd name="connsiteX4907" fmla="*/ 6569335 w 12184003"/>
                <a:gd name="connsiteY4907" fmla="*/ 346938 h 6857801"/>
                <a:gd name="connsiteX4908" fmla="*/ 6569335 w 12184003"/>
                <a:gd name="connsiteY4908" fmla="*/ 762499 h 6857801"/>
                <a:gd name="connsiteX4909" fmla="*/ 6583569 w 12184003"/>
                <a:gd name="connsiteY4909" fmla="*/ 768467 h 6857801"/>
                <a:gd name="connsiteX4910" fmla="*/ 6597803 w 12184003"/>
                <a:gd name="connsiteY4910" fmla="*/ 802409 h 6857801"/>
                <a:gd name="connsiteX4911" fmla="*/ 6582749 w 12184003"/>
                <a:gd name="connsiteY4911" fmla="*/ 836351 h 6857801"/>
                <a:gd name="connsiteX4912" fmla="*/ 6569335 w 12184003"/>
                <a:gd name="connsiteY4912" fmla="*/ 842115 h 6857801"/>
                <a:gd name="connsiteX4913" fmla="*/ 6569335 w 12184003"/>
                <a:gd name="connsiteY4913" fmla="*/ 944756 h 6857801"/>
                <a:gd name="connsiteX4914" fmla="*/ 6328121 w 12184003"/>
                <a:gd name="connsiteY4914" fmla="*/ 1185949 h 6857801"/>
                <a:gd name="connsiteX4915" fmla="*/ 6433567 w 12184003"/>
                <a:gd name="connsiteY4915" fmla="*/ 1291124 h 6857801"/>
                <a:gd name="connsiteX4916" fmla="*/ 6433567 w 12184003"/>
                <a:gd name="connsiteY4916" fmla="*/ 1133058 h 6857801"/>
                <a:gd name="connsiteX4917" fmla="*/ 6672256 w 12184003"/>
                <a:gd name="connsiteY4917" fmla="*/ 894386 h 6857801"/>
                <a:gd name="connsiteX4918" fmla="*/ 6672256 w 12184003"/>
                <a:gd name="connsiteY4918" fmla="*/ 148283 h 6857801"/>
                <a:gd name="connsiteX4919" fmla="*/ 6658024 w 12184003"/>
                <a:gd name="connsiteY4919" fmla="*/ 142183 h 6857801"/>
                <a:gd name="connsiteX4920" fmla="*/ 6648170 w 12184003"/>
                <a:gd name="connsiteY4920" fmla="*/ 119190 h 6857801"/>
                <a:gd name="connsiteX4921" fmla="*/ 6681016 w 12184003"/>
                <a:gd name="connsiteY4921" fmla="*/ 86343 h 6857801"/>
                <a:gd name="connsiteX4922" fmla="*/ 6696348 w 12184003"/>
                <a:gd name="connsiteY4922" fmla="*/ 92913 h 6857801"/>
                <a:gd name="connsiteX4923" fmla="*/ 6733571 w 12184003"/>
                <a:gd name="connsiteY4923" fmla="*/ 55690 h 6857801"/>
                <a:gd name="connsiteX4924" fmla="*/ 6733571 w 12184003"/>
                <a:gd name="connsiteY4924" fmla="*/ 0 h 6857801"/>
                <a:gd name="connsiteX4925" fmla="*/ 6779557 w 12184003"/>
                <a:gd name="connsiteY4925" fmla="*/ 0 h 6857801"/>
                <a:gd name="connsiteX4926" fmla="*/ 6779557 w 12184003"/>
                <a:gd name="connsiteY4926" fmla="*/ 9704 h 6857801"/>
                <a:gd name="connsiteX4927" fmla="*/ 6789261 w 12184003"/>
                <a:gd name="connsiteY4927" fmla="*/ 0 h 6857801"/>
                <a:gd name="connsiteX4928" fmla="*/ 6812466 w 12184003"/>
                <a:gd name="connsiteY4928" fmla="*/ 0 h 6857801"/>
                <a:gd name="connsiteX4929" fmla="*/ 6779557 w 12184003"/>
                <a:gd name="connsiteY4929" fmla="*/ 33145 h 6857801"/>
                <a:gd name="connsiteX4930" fmla="*/ 6779557 w 12184003"/>
                <a:gd name="connsiteY4930" fmla="*/ 752837 h 6857801"/>
                <a:gd name="connsiteX4931" fmla="*/ 6800361 w 12184003"/>
                <a:gd name="connsiteY4931" fmla="*/ 761082 h 6857801"/>
                <a:gd name="connsiteX4932" fmla="*/ 6802462 w 12184003"/>
                <a:gd name="connsiteY4932" fmla="*/ 764181 h 6857801"/>
                <a:gd name="connsiteX4933" fmla="*/ 6845909 w 12184003"/>
                <a:gd name="connsiteY4933" fmla="*/ 720733 h 6857801"/>
                <a:gd name="connsiteX4934" fmla="*/ 6838682 w 12184003"/>
                <a:gd name="connsiteY4934" fmla="*/ 703869 h 6857801"/>
                <a:gd name="connsiteX4935" fmla="*/ 6849631 w 12184003"/>
                <a:gd name="connsiteY4935" fmla="*/ 680877 h 6857801"/>
                <a:gd name="connsiteX4936" fmla="*/ 6864960 w 12184003"/>
                <a:gd name="connsiteY4936" fmla="*/ 674606 h 6857801"/>
                <a:gd name="connsiteX4937" fmla="*/ 6864960 w 12184003"/>
                <a:gd name="connsiteY4937" fmla="*/ 42550 h 6857801"/>
                <a:gd name="connsiteX4938" fmla="*/ 6907509 w 12184003"/>
                <a:gd name="connsiteY4938" fmla="*/ 0 h 6857801"/>
                <a:gd name="connsiteX4939" fmla="*/ 6943792 w 12184003"/>
                <a:gd name="connsiteY4939" fmla="*/ 0 h 6857801"/>
                <a:gd name="connsiteX4940" fmla="*/ 6943792 w 12184003"/>
                <a:gd name="connsiteY4940" fmla="*/ 695064 h 6857801"/>
                <a:gd name="connsiteX4941" fmla="*/ 7180292 w 12184003"/>
                <a:gd name="connsiteY4941" fmla="*/ 458564 h 6857801"/>
                <a:gd name="connsiteX4942" fmla="*/ 7180292 w 12184003"/>
                <a:gd name="connsiteY4942" fmla="*/ 40548 h 6857801"/>
                <a:gd name="connsiteX4943" fmla="*/ 7020436 w 12184003"/>
                <a:gd name="connsiteY4943" fmla="*/ 195836 h 6857801"/>
                <a:gd name="connsiteX4944" fmla="*/ 7020436 w 12184003"/>
                <a:gd name="connsiteY4944" fmla="*/ 431710 h 6857801"/>
                <a:gd name="connsiteX4945" fmla="*/ 7034670 w 12184003"/>
                <a:gd name="connsiteY4945" fmla="*/ 437809 h 6857801"/>
                <a:gd name="connsiteX4946" fmla="*/ 7044524 w 12184003"/>
                <a:gd name="connsiteY4946" fmla="*/ 460803 h 6857801"/>
                <a:gd name="connsiteX4947" fmla="*/ 7011676 w 12184003"/>
                <a:gd name="connsiteY4947" fmla="*/ 493650 h 6857801"/>
                <a:gd name="connsiteX4948" fmla="*/ 6978830 w 12184003"/>
                <a:gd name="connsiteY4948" fmla="*/ 460803 h 6857801"/>
                <a:gd name="connsiteX4949" fmla="*/ 6987863 w 12184003"/>
                <a:gd name="connsiteY4949" fmla="*/ 437809 h 6857801"/>
                <a:gd name="connsiteX4950" fmla="*/ 7002918 w 12184003"/>
                <a:gd name="connsiteY4950" fmla="*/ 431580 h 6857801"/>
                <a:gd name="connsiteX4951" fmla="*/ 7002918 w 12184003"/>
                <a:gd name="connsiteY4951" fmla="*/ 189268 h 6857801"/>
                <a:gd name="connsiteX4952" fmla="*/ 7180292 w 12184003"/>
                <a:gd name="connsiteY4952" fmla="*/ 15272 h 6857801"/>
                <a:gd name="connsiteX4953" fmla="*/ 7180292 w 12184003"/>
                <a:gd name="connsiteY4953" fmla="*/ 0 h 6857801"/>
                <a:gd name="connsiteX4954" fmla="*/ 7222034 w 12184003"/>
                <a:gd name="connsiteY4954" fmla="*/ 0 h 6857801"/>
                <a:gd name="connsiteX4955" fmla="*/ 7204380 w 12184003"/>
                <a:gd name="connsiteY4955" fmla="*/ 17149 h 6857801"/>
                <a:gd name="connsiteX4956" fmla="*/ 7204380 w 12184003"/>
                <a:gd name="connsiteY4956" fmla="*/ 434476 h 6857801"/>
                <a:gd name="connsiteX4957" fmla="*/ 7224088 w 12184003"/>
                <a:gd name="connsiteY4957" fmla="*/ 414768 h 6857801"/>
                <a:gd name="connsiteX4958" fmla="*/ 7660462 w 12184003"/>
                <a:gd name="connsiteY4958" fmla="*/ 414768 h 6857801"/>
                <a:gd name="connsiteX4959" fmla="*/ 7668619 w 12184003"/>
                <a:gd name="connsiteY4959" fmla="*/ 395056 h 6857801"/>
                <a:gd name="connsiteX4960" fmla="*/ 7700371 w 12184003"/>
                <a:gd name="connsiteY4960" fmla="*/ 381917 h 6857801"/>
                <a:gd name="connsiteX4961" fmla="*/ 7721284 w 12184003"/>
                <a:gd name="connsiteY4961" fmla="*/ 390570 h 6857801"/>
                <a:gd name="connsiteX4962" fmla="*/ 7948914 w 12184003"/>
                <a:gd name="connsiteY4962" fmla="*/ 162940 h 6857801"/>
                <a:gd name="connsiteX4963" fmla="*/ 7948914 w 12184003"/>
                <a:gd name="connsiteY4963" fmla="*/ 0 h 6857801"/>
                <a:gd name="connsiteX4964" fmla="*/ 7973003 w 12184003"/>
                <a:gd name="connsiteY4964" fmla="*/ 0 h 6857801"/>
                <a:gd name="connsiteX4965" fmla="*/ 7973003 w 12184003"/>
                <a:gd name="connsiteY4965" fmla="*/ 138851 h 6857801"/>
                <a:gd name="connsiteX4966" fmla="*/ 8111853 w 12184003"/>
                <a:gd name="connsiteY4966" fmla="*/ 0 h 6857801"/>
                <a:gd name="connsiteX4967" fmla="*/ 8143751 w 12184003"/>
                <a:gd name="connsiteY4967" fmla="*/ 0 h 6857801"/>
                <a:gd name="connsiteX4968" fmla="*/ 7973003 w 12184003"/>
                <a:gd name="connsiteY4968" fmla="*/ 171118 h 6857801"/>
                <a:gd name="connsiteX4969" fmla="*/ 7973003 w 12184003"/>
                <a:gd name="connsiteY4969" fmla="*/ 475770 h 6857801"/>
                <a:gd name="connsiteX4970" fmla="*/ 7974919 w 12184003"/>
                <a:gd name="connsiteY4970" fmla="*/ 474976 h 6857801"/>
                <a:gd name="connsiteX4971" fmla="*/ 7989513 w 12184003"/>
                <a:gd name="connsiteY4971" fmla="*/ 481463 h 6857801"/>
                <a:gd name="connsiteX4972" fmla="*/ 8159137 w 12184003"/>
                <a:gd name="connsiteY4972" fmla="*/ 311839 h 6857801"/>
                <a:gd name="connsiteX4973" fmla="*/ 8159137 w 12184003"/>
                <a:gd name="connsiteY4973" fmla="*/ 262201 h 6857801"/>
                <a:gd name="connsiteX4974" fmla="*/ 8152737 w 12184003"/>
                <a:gd name="connsiteY4974" fmla="*/ 260927 h 6857801"/>
                <a:gd name="connsiteX4975" fmla="*/ 8130668 w 12184003"/>
                <a:gd name="connsiteY4975" fmla="*/ 246145 h 6857801"/>
                <a:gd name="connsiteX4976" fmla="*/ 8130668 w 12184003"/>
                <a:gd name="connsiteY4976" fmla="*/ 154174 h 6857801"/>
                <a:gd name="connsiteX4977" fmla="*/ 8159137 w 12184003"/>
                <a:gd name="connsiteY4977" fmla="*/ 138574 h 6857801"/>
                <a:gd name="connsiteX4978" fmla="*/ 8159137 w 12184003"/>
                <a:gd name="connsiteY4978" fmla="*/ 75036 h 6857801"/>
                <a:gd name="connsiteX4979" fmla="*/ 8143807 w 12184003"/>
                <a:gd name="connsiteY4979" fmla="*/ 68764 h 6857801"/>
                <a:gd name="connsiteX4980" fmla="*/ 8143807 w 12184003"/>
                <a:gd name="connsiteY4980" fmla="*/ 20590 h 6857801"/>
                <a:gd name="connsiteX4981" fmla="*/ 8167896 w 12184003"/>
                <a:gd name="connsiteY4981" fmla="*/ 10735 h 6857801"/>
                <a:gd name="connsiteX4982" fmla="*/ 8182584 w 12184003"/>
                <a:gd name="connsiteY4982" fmla="*/ 16744 h 6857801"/>
                <a:gd name="connsiteX4983" fmla="*/ 8199250 w 12184003"/>
                <a:gd name="connsiteY4983" fmla="*/ 0 h 6857801"/>
                <a:gd name="connsiteX4984" fmla="*/ 8223528 w 12184003"/>
                <a:gd name="connsiteY4984" fmla="*/ 0 h 6857801"/>
                <a:gd name="connsiteX4985" fmla="*/ 8195163 w 12184003"/>
                <a:gd name="connsiteY4985" fmla="*/ 28365 h 6857801"/>
                <a:gd name="connsiteX4986" fmla="*/ 8201838 w 12184003"/>
                <a:gd name="connsiteY4986" fmla="*/ 44677 h 6857801"/>
                <a:gd name="connsiteX4987" fmla="*/ 8191983 w 12184003"/>
                <a:gd name="connsiteY4987" fmla="*/ 68764 h 6857801"/>
                <a:gd name="connsiteX4988" fmla="*/ 8176655 w 12184003"/>
                <a:gd name="connsiteY4988" fmla="*/ 75035 h 6857801"/>
                <a:gd name="connsiteX4989" fmla="*/ 8176655 w 12184003"/>
                <a:gd name="connsiteY4989" fmla="*/ 136939 h 6857801"/>
                <a:gd name="connsiteX4990" fmla="*/ 8200879 w 12184003"/>
                <a:gd name="connsiteY4990" fmla="*/ 139392 h 6857801"/>
                <a:gd name="connsiteX4991" fmla="*/ 8201780 w 12184003"/>
                <a:gd name="connsiteY4991" fmla="*/ 140005 h 6857801"/>
                <a:gd name="connsiteX4992" fmla="*/ 8341784 w 12184003"/>
                <a:gd name="connsiteY4992" fmla="*/ 0 h 6857801"/>
                <a:gd name="connsiteX4993" fmla="*/ 8407478 w 12184003"/>
                <a:gd name="connsiteY4993" fmla="*/ 0 h 6857801"/>
                <a:gd name="connsiteX4994" fmla="*/ 8234723 w 12184003"/>
                <a:gd name="connsiteY4994" fmla="*/ 172755 h 6857801"/>
                <a:gd name="connsiteX4995" fmla="*/ 8236190 w 12184003"/>
                <a:gd name="connsiteY4995" fmla="*/ 175011 h 6857801"/>
                <a:gd name="connsiteX4996" fmla="*/ 8222640 w 12184003"/>
                <a:gd name="connsiteY4996" fmla="*/ 246145 h 6857801"/>
                <a:gd name="connsiteX4997" fmla="*/ 8177475 w 12184003"/>
                <a:gd name="connsiteY4997" fmla="*/ 265854 h 6857801"/>
                <a:gd name="connsiteX4998" fmla="*/ 8176655 w 12184003"/>
                <a:gd name="connsiteY4998" fmla="*/ 265690 h 6857801"/>
                <a:gd name="connsiteX4999" fmla="*/ 8176655 w 12184003"/>
                <a:gd name="connsiteY4999" fmla="*/ 294320 h 6857801"/>
                <a:gd name="connsiteX5000" fmla="*/ 8470974 w 12184003"/>
                <a:gd name="connsiteY5000" fmla="*/ 0 h 6857801"/>
                <a:gd name="connsiteX5001" fmla="*/ 8495062 w 12184003"/>
                <a:gd name="connsiteY5001" fmla="*/ 0 h 6857801"/>
                <a:gd name="connsiteX5002" fmla="*/ 8176655 w 12184003"/>
                <a:gd name="connsiteY5002" fmla="*/ 318407 h 6857801"/>
                <a:gd name="connsiteX5003" fmla="*/ 8176655 w 12184003"/>
                <a:gd name="connsiteY5003" fmla="*/ 657830 h 6857801"/>
                <a:gd name="connsiteX5004" fmla="*/ 8064492 w 12184003"/>
                <a:gd name="connsiteY5004" fmla="*/ 769509 h 6857801"/>
                <a:gd name="connsiteX5005" fmla="*/ 8211691 w 12184003"/>
                <a:gd name="connsiteY5005" fmla="*/ 769509 h 6857801"/>
                <a:gd name="connsiteX5006" fmla="*/ 8211691 w 12184003"/>
                <a:gd name="connsiteY5006" fmla="*/ 427905 h 6857801"/>
                <a:gd name="connsiteX5007" fmla="*/ 8285255 w 12184003"/>
                <a:gd name="connsiteY5007" fmla="*/ 354343 h 6857801"/>
                <a:gd name="connsiteX5008" fmla="*/ 8279576 w 12184003"/>
                <a:gd name="connsiteY5008" fmla="*/ 340027 h 6857801"/>
                <a:gd name="connsiteX5009" fmla="*/ 8292714 w 12184003"/>
                <a:gd name="connsiteY5009" fmla="*/ 305264 h 6857801"/>
                <a:gd name="connsiteX5010" fmla="*/ 8326657 w 12184003"/>
                <a:gd name="connsiteY5010" fmla="*/ 292123 h 6857801"/>
                <a:gd name="connsiteX5011" fmla="*/ 8341664 w 12184003"/>
                <a:gd name="connsiteY5011" fmla="*/ 297934 h 6857801"/>
                <a:gd name="connsiteX5012" fmla="*/ 8634324 w 12184003"/>
                <a:gd name="connsiteY5012" fmla="*/ 5273 h 6857801"/>
                <a:gd name="connsiteX5013" fmla="*/ 8636507 w 12184003"/>
                <a:gd name="connsiteY5013" fmla="*/ 5273 h 6857801"/>
                <a:gd name="connsiteX5014" fmla="*/ 8641780 w 12184003"/>
                <a:gd name="connsiteY5014" fmla="*/ 0 h 6857801"/>
                <a:gd name="connsiteX5015" fmla="*/ 8689957 w 12184003"/>
                <a:gd name="connsiteY5015" fmla="*/ 0 h 6857801"/>
                <a:gd name="connsiteX5016" fmla="*/ 8684684 w 12184003"/>
                <a:gd name="connsiteY5016" fmla="*/ 5273 h 6857801"/>
                <a:gd name="connsiteX5017" fmla="*/ 9221193 w 12184003"/>
                <a:gd name="connsiteY5017" fmla="*/ 5273 h 6857801"/>
                <a:gd name="connsiteX5018" fmla="*/ 9221193 w 12184003"/>
                <a:gd name="connsiteY5018" fmla="*/ 0 h 6857801"/>
                <a:gd name="connsiteX5019" fmla="*/ 9238711 w 12184003"/>
                <a:gd name="connsiteY5019" fmla="*/ 0 h 6857801"/>
                <a:gd name="connsiteX5020" fmla="*/ 9238711 w 12184003"/>
                <a:gd name="connsiteY5020" fmla="*/ 5273 h 6857801"/>
                <a:gd name="connsiteX5021" fmla="*/ 9298135 w 12184003"/>
                <a:gd name="connsiteY5021" fmla="*/ 5273 h 6857801"/>
                <a:gd name="connsiteX5022" fmla="*/ 9303390 w 12184003"/>
                <a:gd name="connsiteY5022" fmla="*/ 0 h 6857801"/>
                <a:gd name="connsiteX5023" fmla="*/ 9334014 w 12184003"/>
                <a:gd name="connsiteY5023" fmla="*/ 0 h 6857801"/>
                <a:gd name="connsiteX5024" fmla="*/ 9328759 w 12184003"/>
                <a:gd name="connsiteY5024" fmla="*/ 5273 h 6857801"/>
                <a:gd name="connsiteX5025" fmla="*/ 9433605 w 12184003"/>
                <a:gd name="connsiteY5025" fmla="*/ 5273 h 6857801"/>
                <a:gd name="connsiteX5026" fmla="*/ 9433605 w 12184003"/>
                <a:gd name="connsiteY5026" fmla="*/ 0 h 6857801"/>
                <a:gd name="connsiteX5027" fmla="*/ 9466452 w 12184003"/>
                <a:gd name="connsiteY5027" fmla="*/ 0 h 6857801"/>
                <a:gd name="connsiteX5028" fmla="*/ 9466452 w 12184003"/>
                <a:gd name="connsiteY5028" fmla="*/ 5273 h 6857801"/>
                <a:gd name="connsiteX5029" fmla="*/ 9672293 w 12184003"/>
                <a:gd name="connsiteY5029" fmla="*/ 5273 h 6857801"/>
                <a:gd name="connsiteX5030" fmla="*/ 9672293 w 12184003"/>
                <a:gd name="connsiteY5030" fmla="*/ 0 h 6857801"/>
                <a:gd name="connsiteX5031" fmla="*/ 9718280 w 12184003"/>
                <a:gd name="connsiteY5031" fmla="*/ 0 h 6857801"/>
                <a:gd name="connsiteX5032" fmla="*/ 9718280 w 12184003"/>
                <a:gd name="connsiteY5032" fmla="*/ 5273 h 6857801"/>
                <a:gd name="connsiteX5033" fmla="*/ 9764258 w 12184003"/>
                <a:gd name="connsiteY5033" fmla="*/ 5273 h 6857801"/>
                <a:gd name="connsiteX5034" fmla="*/ 9764265 w 12184003"/>
                <a:gd name="connsiteY5034" fmla="*/ 5265 h 6857801"/>
                <a:gd name="connsiteX5035" fmla="*/ 9764265 w 12184003"/>
                <a:gd name="connsiteY5035" fmla="*/ 0 h 6857801"/>
                <a:gd name="connsiteX5036" fmla="*/ 9797112 w 12184003"/>
                <a:gd name="connsiteY5036" fmla="*/ 0 h 6857801"/>
                <a:gd name="connsiteX5037" fmla="*/ 9797112 w 12184003"/>
                <a:gd name="connsiteY5037" fmla="*/ 5273 h 6857801"/>
                <a:gd name="connsiteX5038" fmla="*/ 9836528 w 12184003"/>
                <a:gd name="connsiteY5038" fmla="*/ 5273 h 6857801"/>
                <a:gd name="connsiteX5039" fmla="*/ 9836528 w 12184003"/>
                <a:gd name="connsiteY5039" fmla="*/ 0 h 6857801"/>
                <a:gd name="connsiteX5040" fmla="*/ 9854047 w 12184003"/>
                <a:gd name="connsiteY5040" fmla="*/ 0 h 6857801"/>
                <a:gd name="connsiteX5041" fmla="*/ 9854047 w 12184003"/>
                <a:gd name="connsiteY5041" fmla="*/ 5273 h 6857801"/>
                <a:gd name="connsiteX5042" fmla="*/ 9860616 w 12184003"/>
                <a:gd name="connsiteY5042" fmla="*/ 5273 h 6857801"/>
                <a:gd name="connsiteX5043" fmla="*/ 9865889 w 12184003"/>
                <a:gd name="connsiteY5043" fmla="*/ 0 h 6857801"/>
                <a:gd name="connsiteX5044" fmla="*/ 9929392 w 12184003"/>
                <a:gd name="connsiteY5044" fmla="*/ 0 h 6857801"/>
                <a:gd name="connsiteX5045" fmla="*/ 9878135 w 12184003"/>
                <a:gd name="connsiteY5045" fmla="*/ 51258 h 6857801"/>
                <a:gd name="connsiteX5046" fmla="*/ 9854047 w 12184003"/>
                <a:gd name="connsiteY5046" fmla="*/ 51258 h 6857801"/>
                <a:gd name="connsiteX5047" fmla="*/ 9854047 w 12184003"/>
                <a:gd name="connsiteY5047" fmla="*/ 158552 h 6857801"/>
                <a:gd name="connsiteX5048" fmla="*/ 9597153 w 12184003"/>
                <a:gd name="connsiteY5048" fmla="*/ 414767 h 6857801"/>
                <a:gd name="connsiteX5049" fmla="*/ 9746747 w 12184003"/>
                <a:gd name="connsiteY5049" fmla="*/ 414767 h 6857801"/>
                <a:gd name="connsiteX5050" fmla="*/ 10161512 w 12184003"/>
                <a:gd name="connsiteY5050" fmla="*/ 0 h 6857801"/>
                <a:gd name="connsiteX5051" fmla="*/ 10194360 w 12184003"/>
                <a:gd name="connsiteY5051" fmla="*/ 0 h 6857801"/>
                <a:gd name="connsiteX5052" fmla="*/ 9907466 w 12184003"/>
                <a:gd name="connsiteY5052" fmla="*/ 286895 h 6857801"/>
                <a:gd name="connsiteX5053" fmla="*/ 9924122 w 12184003"/>
                <a:gd name="connsiteY5053" fmla="*/ 280082 h 6857801"/>
                <a:gd name="connsiteX5054" fmla="*/ 9948209 w 12184003"/>
                <a:gd name="connsiteY5054" fmla="*/ 289936 h 6857801"/>
                <a:gd name="connsiteX5055" fmla="*/ 9948209 w 12184003"/>
                <a:gd name="connsiteY5055" fmla="*/ 338112 h 6857801"/>
                <a:gd name="connsiteX5056" fmla="*/ 9924122 w 12184003"/>
                <a:gd name="connsiteY5056" fmla="*/ 347965 h 6857801"/>
                <a:gd name="connsiteX5057" fmla="*/ 9916864 w 12184003"/>
                <a:gd name="connsiteY5057" fmla="*/ 344997 h 6857801"/>
                <a:gd name="connsiteX5058" fmla="*/ 9846353 w 12184003"/>
                <a:gd name="connsiteY5058" fmla="*/ 414767 h 6857801"/>
                <a:gd name="connsiteX5059" fmla="*/ 10083978 w 12184003"/>
                <a:gd name="connsiteY5059" fmla="*/ 414767 h 6857801"/>
                <a:gd name="connsiteX5060" fmla="*/ 10305152 w 12184003"/>
                <a:gd name="connsiteY5060" fmla="*/ 193592 h 6857801"/>
                <a:gd name="connsiteX5061" fmla="*/ 10305148 w 12184003"/>
                <a:gd name="connsiteY5061" fmla="*/ 193591 h 6857801"/>
                <a:gd name="connsiteX5062" fmla="*/ 10305148 w 12184003"/>
                <a:gd name="connsiteY5062" fmla="*/ 130087 h 6857801"/>
                <a:gd name="connsiteX5063" fmla="*/ 10368652 w 12184003"/>
                <a:gd name="connsiteY5063" fmla="*/ 130087 h 6857801"/>
                <a:gd name="connsiteX5064" fmla="*/ 10368652 w 12184003"/>
                <a:gd name="connsiteY5064" fmla="*/ 193591 h 6857801"/>
                <a:gd name="connsiteX5065" fmla="*/ 10336900 w 12184003"/>
                <a:gd name="connsiteY5065" fmla="*/ 206730 h 6857801"/>
                <a:gd name="connsiteX5066" fmla="*/ 10329934 w 12184003"/>
                <a:gd name="connsiteY5066" fmla="*/ 203848 h 6857801"/>
                <a:gd name="connsiteX5067" fmla="*/ 10094926 w 12184003"/>
                <a:gd name="connsiteY5067" fmla="*/ 438856 h 6857801"/>
                <a:gd name="connsiteX5068" fmla="*/ 9822008 w 12184003"/>
                <a:gd name="connsiteY5068" fmla="*/ 438856 h 6857801"/>
                <a:gd name="connsiteX5069" fmla="*/ 9744556 w 12184003"/>
                <a:gd name="connsiteY5069" fmla="*/ 515492 h 6857801"/>
                <a:gd name="connsiteX5070" fmla="*/ 9678529 w 12184003"/>
                <a:gd name="connsiteY5070" fmla="*/ 515832 h 6857801"/>
                <a:gd name="connsiteX5071" fmla="*/ 9149037 w 12184003"/>
                <a:gd name="connsiteY5071" fmla="*/ 1045325 h 6857801"/>
                <a:gd name="connsiteX5072" fmla="*/ 9157688 w 12184003"/>
                <a:gd name="connsiteY5072" fmla="*/ 1066230 h 6857801"/>
                <a:gd name="connsiteX5073" fmla="*/ 9144549 w 12184003"/>
                <a:gd name="connsiteY5073" fmla="*/ 1097982 h 6857801"/>
                <a:gd name="connsiteX5074" fmla="*/ 9124842 w 12184003"/>
                <a:gd name="connsiteY5074" fmla="*/ 1106069 h 6857801"/>
                <a:gd name="connsiteX5075" fmla="*/ 9124842 w 12184003"/>
                <a:gd name="connsiteY5075" fmla="*/ 1179004 h 6857801"/>
                <a:gd name="connsiteX5076" fmla="*/ 9283074 w 12184003"/>
                <a:gd name="connsiteY5076" fmla="*/ 1020772 h 6857801"/>
                <a:gd name="connsiteX5077" fmla="*/ 9277032 w 12184003"/>
                <a:gd name="connsiteY5077" fmla="*/ 1006004 h 6857801"/>
                <a:gd name="connsiteX5078" fmla="*/ 9286887 w 12184003"/>
                <a:gd name="connsiteY5078" fmla="*/ 981916 h 6857801"/>
                <a:gd name="connsiteX5079" fmla="*/ 9335063 w 12184003"/>
                <a:gd name="connsiteY5079" fmla="*/ 981916 h 6857801"/>
                <a:gd name="connsiteX5080" fmla="*/ 9342230 w 12184003"/>
                <a:gd name="connsiteY5080" fmla="*/ 999440 h 6857801"/>
                <a:gd name="connsiteX5081" fmla="*/ 9786858 w 12184003"/>
                <a:gd name="connsiteY5081" fmla="*/ 999440 h 6857801"/>
                <a:gd name="connsiteX5082" fmla="*/ 9794923 w 12184003"/>
                <a:gd name="connsiteY5082" fmla="*/ 979728 h 6857801"/>
                <a:gd name="connsiteX5083" fmla="*/ 9819010 w 12184003"/>
                <a:gd name="connsiteY5083" fmla="*/ 969873 h 6857801"/>
                <a:gd name="connsiteX5084" fmla="*/ 9841547 w 12184003"/>
                <a:gd name="connsiteY5084" fmla="*/ 979093 h 6857801"/>
                <a:gd name="connsiteX5085" fmla="*/ 10721211 w 12184003"/>
                <a:gd name="connsiteY5085" fmla="*/ 99427 h 6857801"/>
                <a:gd name="connsiteX5086" fmla="*/ 10721211 w 12184003"/>
                <a:gd name="connsiteY5086" fmla="*/ 0 h 6857801"/>
                <a:gd name="connsiteX5087" fmla="*/ 10738730 w 12184003"/>
                <a:gd name="connsiteY5087" fmla="*/ 0 h 6857801"/>
                <a:gd name="connsiteX5088" fmla="*/ 10738730 w 12184003"/>
                <a:gd name="connsiteY5088" fmla="*/ 105997 h 6857801"/>
                <a:gd name="connsiteX5089" fmla="*/ 9849457 w 12184003"/>
                <a:gd name="connsiteY5089" fmla="*/ 995270 h 6857801"/>
                <a:gd name="connsiteX5090" fmla="*/ 9852952 w 12184003"/>
                <a:gd name="connsiteY5090" fmla="*/ 1003815 h 6857801"/>
                <a:gd name="connsiteX5091" fmla="*/ 9843099 w 12184003"/>
                <a:gd name="connsiteY5091" fmla="*/ 1027903 h 6857801"/>
                <a:gd name="connsiteX5092" fmla="*/ 9794923 w 12184003"/>
                <a:gd name="connsiteY5092" fmla="*/ 1027903 h 6857801"/>
                <a:gd name="connsiteX5093" fmla="*/ 9790445 w 12184003"/>
                <a:gd name="connsiteY5093" fmla="*/ 1016958 h 6857801"/>
                <a:gd name="connsiteX5094" fmla="*/ 9340436 w 12184003"/>
                <a:gd name="connsiteY5094" fmla="*/ 1016958 h 6857801"/>
                <a:gd name="connsiteX5095" fmla="*/ 9335063 w 12184003"/>
                <a:gd name="connsiteY5095" fmla="*/ 1030092 h 6857801"/>
                <a:gd name="connsiteX5096" fmla="*/ 9310975 w 12184003"/>
                <a:gd name="connsiteY5096" fmla="*/ 1039947 h 6857801"/>
                <a:gd name="connsiteX5097" fmla="*/ 9296158 w 12184003"/>
                <a:gd name="connsiteY5097" fmla="*/ 1033885 h 6857801"/>
                <a:gd name="connsiteX5098" fmla="*/ 9124842 w 12184003"/>
                <a:gd name="connsiteY5098" fmla="*/ 1204397 h 6857801"/>
                <a:gd name="connsiteX5099" fmla="*/ 9124842 w 12184003"/>
                <a:gd name="connsiteY5099" fmla="*/ 1465876 h 6857801"/>
                <a:gd name="connsiteX5100" fmla="*/ 9471366 w 12184003"/>
                <a:gd name="connsiteY5100" fmla="*/ 1119351 h 6857801"/>
                <a:gd name="connsiteX5101" fmla="*/ 9462071 w 12184003"/>
                <a:gd name="connsiteY5101" fmla="*/ 1096889 h 6857801"/>
                <a:gd name="connsiteX5102" fmla="*/ 9475210 w 12184003"/>
                <a:gd name="connsiteY5102" fmla="*/ 1065137 h 6857801"/>
                <a:gd name="connsiteX5103" fmla="*/ 9538715 w 12184003"/>
                <a:gd name="connsiteY5103" fmla="*/ 1065137 h 6857801"/>
                <a:gd name="connsiteX5104" fmla="*/ 9549590 w 12184003"/>
                <a:gd name="connsiteY5104" fmla="*/ 1091419 h 6857801"/>
                <a:gd name="connsiteX5105" fmla="*/ 10151029 w 12184003"/>
                <a:gd name="connsiteY5105" fmla="*/ 1091419 h 6857801"/>
                <a:gd name="connsiteX5106" fmla="*/ 10162810 w 12184003"/>
                <a:gd name="connsiteY5106" fmla="*/ 1062947 h 6857801"/>
                <a:gd name="connsiteX5107" fmla="*/ 10226314 w 12184003"/>
                <a:gd name="connsiteY5107" fmla="*/ 1062947 h 6857801"/>
                <a:gd name="connsiteX5108" fmla="*/ 10226315 w 12184003"/>
                <a:gd name="connsiteY5108" fmla="*/ 1062949 h 6857801"/>
                <a:gd name="connsiteX5109" fmla="*/ 11289265 w 12184003"/>
                <a:gd name="connsiteY5109" fmla="*/ 0 h 6857801"/>
                <a:gd name="connsiteX5110" fmla="*/ 11321907 w 12184003"/>
                <a:gd name="connsiteY5110" fmla="*/ 0 h 6857801"/>
                <a:gd name="connsiteX5111" fmla="*/ 10235303 w 12184003"/>
                <a:gd name="connsiteY5111" fmla="*/ 1084671 h 6857801"/>
                <a:gd name="connsiteX5112" fmla="*/ 10239453 w 12184003"/>
                <a:gd name="connsiteY5112" fmla="*/ 1094700 h 6857801"/>
                <a:gd name="connsiteX5113" fmla="*/ 10226314 w 12184003"/>
                <a:gd name="connsiteY5113" fmla="*/ 1126451 h 6857801"/>
                <a:gd name="connsiteX5114" fmla="*/ 10162810 w 12184003"/>
                <a:gd name="connsiteY5114" fmla="*/ 1126451 h 6857801"/>
                <a:gd name="connsiteX5115" fmla="*/ 10157375 w 12184003"/>
                <a:gd name="connsiteY5115" fmla="*/ 1113317 h 6857801"/>
                <a:gd name="connsiteX5116" fmla="*/ 9545056 w 12184003"/>
                <a:gd name="connsiteY5116" fmla="*/ 1113317 h 6857801"/>
                <a:gd name="connsiteX5117" fmla="*/ 9538715 w 12184003"/>
                <a:gd name="connsiteY5117" fmla="*/ 1128641 h 6857801"/>
                <a:gd name="connsiteX5118" fmla="*/ 9506963 w 12184003"/>
                <a:gd name="connsiteY5118" fmla="*/ 1141781 h 6857801"/>
                <a:gd name="connsiteX5119" fmla="*/ 9489153 w 12184003"/>
                <a:gd name="connsiteY5119" fmla="*/ 1134411 h 6857801"/>
                <a:gd name="connsiteX5120" fmla="*/ 9124842 w 12184003"/>
                <a:gd name="connsiteY5120" fmla="*/ 1498723 h 6857801"/>
                <a:gd name="connsiteX5121" fmla="*/ 9124842 w 12184003"/>
                <a:gd name="connsiteY5121" fmla="*/ 1693616 h 6857801"/>
                <a:gd name="connsiteX5122" fmla="*/ 9076674 w 12184003"/>
                <a:gd name="connsiteY5122" fmla="*/ 1741783 h 6857801"/>
                <a:gd name="connsiteX5123" fmla="*/ 9556233 w 12184003"/>
                <a:gd name="connsiteY5123" fmla="*/ 1741783 h 6857801"/>
                <a:gd name="connsiteX5124" fmla="*/ 9972297 w 12184003"/>
                <a:gd name="connsiteY5124" fmla="*/ 1325719 h 6857801"/>
                <a:gd name="connsiteX5125" fmla="*/ 10129963 w 12184003"/>
                <a:gd name="connsiteY5125" fmla="*/ 1325719 h 6857801"/>
                <a:gd name="connsiteX5126" fmla="*/ 10887637 w 12184003"/>
                <a:gd name="connsiteY5126" fmla="*/ 568045 h 6857801"/>
                <a:gd name="connsiteX5127" fmla="*/ 10887637 w 12184003"/>
                <a:gd name="connsiteY5127" fmla="*/ 449795 h 6857801"/>
                <a:gd name="connsiteX5128" fmla="*/ 11187640 w 12184003"/>
                <a:gd name="connsiteY5128" fmla="*/ 149792 h 6857801"/>
                <a:gd name="connsiteX5129" fmla="*/ 11200780 w 12184003"/>
                <a:gd name="connsiteY5129" fmla="*/ 160740 h 6857801"/>
                <a:gd name="connsiteX5130" fmla="*/ 10905154 w 12184003"/>
                <a:gd name="connsiteY5130" fmla="*/ 456365 h 6857801"/>
                <a:gd name="connsiteX5131" fmla="*/ 10905154 w 12184003"/>
                <a:gd name="connsiteY5131" fmla="*/ 574615 h 6857801"/>
                <a:gd name="connsiteX5132" fmla="*/ 10138722 w 12184003"/>
                <a:gd name="connsiteY5132" fmla="*/ 1343237 h 6857801"/>
                <a:gd name="connsiteX5133" fmla="*/ 9978866 w 12184003"/>
                <a:gd name="connsiteY5133" fmla="*/ 1343237 h 6857801"/>
                <a:gd name="connsiteX5134" fmla="*/ 9562802 w 12184003"/>
                <a:gd name="connsiteY5134" fmla="*/ 1759301 h 6857801"/>
                <a:gd name="connsiteX5135" fmla="*/ 9059156 w 12184003"/>
                <a:gd name="connsiteY5135" fmla="*/ 1759301 h 6857801"/>
                <a:gd name="connsiteX5136" fmla="*/ 8722445 w 12184003"/>
                <a:gd name="connsiteY5136" fmla="*/ 2095982 h 6857801"/>
                <a:gd name="connsiteX5137" fmla="*/ 9270703 w 12184003"/>
                <a:gd name="connsiteY5137" fmla="*/ 2095167 h 6857801"/>
                <a:gd name="connsiteX5138" fmla="*/ 9335064 w 12184003"/>
                <a:gd name="connsiteY5138" fmla="*/ 2030830 h 6857801"/>
                <a:gd name="connsiteX5139" fmla="*/ 9326304 w 12184003"/>
                <a:gd name="connsiteY5139" fmla="*/ 2008930 h 6857801"/>
                <a:gd name="connsiteX5140" fmla="*/ 9372289 w 12184003"/>
                <a:gd name="connsiteY5140" fmla="*/ 1962944 h 6857801"/>
                <a:gd name="connsiteX5141" fmla="*/ 9414478 w 12184003"/>
                <a:gd name="connsiteY5141" fmla="*/ 1990659 h 6857801"/>
                <a:gd name="connsiteX5142" fmla="*/ 9416000 w 12184003"/>
                <a:gd name="connsiteY5142" fmla="*/ 1997986 h 6857801"/>
                <a:gd name="connsiteX5143" fmla="*/ 9935081 w 12184003"/>
                <a:gd name="connsiteY5143" fmla="*/ 1997986 h 6857801"/>
                <a:gd name="connsiteX5144" fmla="*/ 10373671 w 12184003"/>
                <a:gd name="connsiteY5144" fmla="*/ 1559398 h 6857801"/>
                <a:gd name="connsiteX5145" fmla="*/ 10349039 w 12184003"/>
                <a:gd name="connsiteY5145" fmla="*/ 1549546 h 6857801"/>
                <a:gd name="connsiteX5146" fmla="*/ 10070839 w 12184003"/>
                <a:gd name="connsiteY5146" fmla="*/ 1833750 h 6857801"/>
                <a:gd name="connsiteX5147" fmla="*/ 9742366 w 12184003"/>
                <a:gd name="connsiteY5147" fmla="*/ 1833750 h 6857801"/>
                <a:gd name="connsiteX5148" fmla="*/ 9733607 w 12184003"/>
                <a:gd name="connsiteY5148" fmla="*/ 1855647 h 6857801"/>
                <a:gd name="connsiteX5149" fmla="*/ 9700760 w 12184003"/>
                <a:gd name="connsiteY5149" fmla="*/ 1868785 h 6857801"/>
                <a:gd name="connsiteX5150" fmla="*/ 9654774 w 12184003"/>
                <a:gd name="connsiteY5150" fmla="*/ 1822800 h 6857801"/>
                <a:gd name="connsiteX5151" fmla="*/ 9700760 w 12184003"/>
                <a:gd name="connsiteY5151" fmla="*/ 1776813 h 6857801"/>
                <a:gd name="connsiteX5152" fmla="*/ 9733607 w 12184003"/>
                <a:gd name="connsiteY5152" fmla="*/ 1789952 h 6857801"/>
                <a:gd name="connsiteX5153" fmla="*/ 9742367 w 12184003"/>
                <a:gd name="connsiteY5153" fmla="*/ 1811852 h 6857801"/>
                <a:gd name="connsiteX5154" fmla="*/ 10062080 w 12184003"/>
                <a:gd name="connsiteY5154" fmla="*/ 1811852 h 6857801"/>
                <a:gd name="connsiteX5155" fmla="*/ 10335169 w 12184003"/>
                <a:gd name="connsiteY5155" fmla="*/ 1528868 h 6857801"/>
                <a:gd name="connsiteX5156" fmla="*/ 10329235 w 12184003"/>
                <a:gd name="connsiteY5156" fmla="*/ 1514033 h 6857801"/>
                <a:gd name="connsiteX5157" fmla="*/ 10375222 w 12184003"/>
                <a:gd name="connsiteY5157" fmla="*/ 1468047 h 6857801"/>
                <a:gd name="connsiteX5158" fmla="*/ 10408069 w 12184003"/>
                <a:gd name="connsiteY5158" fmla="*/ 1481186 h 6857801"/>
                <a:gd name="connsiteX5159" fmla="*/ 10415079 w 12184003"/>
                <a:gd name="connsiteY5159" fmla="*/ 1498710 h 6857801"/>
                <a:gd name="connsiteX5160" fmla="*/ 10648960 w 12184003"/>
                <a:gd name="connsiteY5160" fmla="*/ 1498710 h 6857801"/>
                <a:gd name="connsiteX5161" fmla="*/ 11640931 w 12184003"/>
                <a:gd name="connsiteY5161" fmla="*/ 506740 h 6857801"/>
                <a:gd name="connsiteX5162" fmla="*/ 11640931 w 12184003"/>
                <a:gd name="connsiteY5162" fmla="*/ 346882 h 6857801"/>
                <a:gd name="connsiteX5163" fmla="*/ 11987813 w 12184003"/>
                <a:gd name="connsiteY5163" fmla="*/ 0 h 6857801"/>
                <a:gd name="connsiteX5164" fmla="*/ 12018471 w 12184003"/>
                <a:gd name="connsiteY5164" fmla="*/ 0 h 6857801"/>
                <a:gd name="connsiteX5165" fmla="*/ 11662829 w 12184003"/>
                <a:gd name="connsiteY5165" fmla="*/ 355643 h 6857801"/>
                <a:gd name="connsiteX5166" fmla="*/ 11662829 w 12184003"/>
                <a:gd name="connsiteY5166" fmla="*/ 517688 h 6857801"/>
                <a:gd name="connsiteX5167" fmla="*/ 10681809 w 12184003"/>
                <a:gd name="connsiteY5167" fmla="*/ 1498710 h 6857801"/>
                <a:gd name="connsiteX5168" fmla="*/ 11040923 w 12184003"/>
                <a:gd name="connsiteY5168" fmla="*/ 1498710 h 6857801"/>
                <a:gd name="connsiteX5169" fmla="*/ 11136509 w 12184003"/>
                <a:gd name="connsiteY5169" fmla="*/ 1404743 h 6857801"/>
                <a:gd name="connsiteX5170" fmla="*/ 11132313 w 12184003"/>
                <a:gd name="connsiteY5170" fmla="*/ 1398726 h 6857801"/>
                <a:gd name="connsiteX5171" fmla="*/ 11128516 w 12184003"/>
                <a:gd name="connsiteY5171" fmla="*/ 1380454 h 6857801"/>
                <a:gd name="connsiteX5172" fmla="*/ 11174501 w 12184003"/>
                <a:gd name="connsiteY5172" fmla="*/ 1334468 h 6857801"/>
                <a:gd name="connsiteX5173" fmla="*/ 11207349 w 12184003"/>
                <a:gd name="connsiteY5173" fmla="*/ 1347607 h 6857801"/>
                <a:gd name="connsiteX5174" fmla="*/ 11216986 w 12184003"/>
                <a:gd name="connsiteY5174" fmla="*/ 1371701 h 6857801"/>
                <a:gd name="connsiteX5175" fmla="*/ 11707936 w 12184003"/>
                <a:gd name="connsiteY5175" fmla="*/ 1371701 h 6857801"/>
                <a:gd name="connsiteX5176" fmla="*/ 11717575 w 12184003"/>
                <a:gd name="connsiteY5176" fmla="*/ 1347606 h 6857801"/>
                <a:gd name="connsiteX5177" fmla="*/ 11750421 w 12184003"/>
                <a:gd name="connsiteY5177" fmla="*/ 1334467 h 6857801"/>
                <a:gd name="connsiteX5178" fmla="*/ 11796407 w 12184003"/>
                <a:gd name="connsiteY5178" fmla="*/ 1380454 h 6857801"/>
                <a:gd name="connsiteX5179" fmla="*/ 11787487 w 12184003"/>
                <a:gd name="connsiteY5179" fmla="*/ 1402197 h 6857801"/>
                <a:gd name="connsiteX5180" fmla="*/ 12100790 w 12184003"/>
                <a:gd name="connsiteY5180" fmla="*/ 1715500 h 6857801"/>
                <a:gd name="connsiteX5181" fmla="*/ 12085462 w 12184003"/>
                <a:gd name="connsiteY5181" fmla="*/ 1730829 h 6857801"/>
                <a:gd name="connsiteX5182" fmla="*/ 11772559 w 12184003"/>
                <a:gd name="connsiteY5182" fmla="*/ 1419945 h 6857801"/>
                <a:gd name="connsiteX5183" fmla="*/ 11768692 w 12184003"/>
                <a:gd name="connsiteY5183" fmla="*/ 1422642 h 6857801"/>
                <a:gd name="connsiteX5184" fmla="*/ 11750421 w 12184003"/>
                <a:gd name="connsiteY5184" fmla="*/ 1426439 h 6857801"/>
                <a:gd name="connsiteX5185" fmla="*/ 11717575 w 12184003"/>
                <a:gd name="connsiteY5185" fmla="*/ 1413301 h 6857801"/>
                <a:gd name="connsiteX5186" fmla="*/ 11709694 w 12184003"/>
                <a:gd name="connsiteY5186" fmla="*/ 1393600 h 6857801"/>
                <a:gd name="connsiteX5187" fmla="*/ 11215095 w 12184003"/>
                <a:gd name="connsiteY5187" fmla="*/ 1393600 h 6857801"/>
                <a:gd name="connsiteX5188" fmla="*/ 11207349 w 12184003"/>
                <a:gd name="connsiteY5188" fmla="*/ 1412480 h 6857801"/>
                <a:gd name="connsiteX5189" fmla="*/ 11174501 w 12184003"/>
                <a:gd name="connsiteY5189" fmla="*/ 1426440 h 6857801"/>
                <a:gd name="connsiteX5190" fmla="*/ 11154320 w 12184003"/>
                <a:gd name="connsiteY5190" fmla="*/ 1418160 h 6857801"/>
                <a:gd name="connsiteX5191" fmla="*/ 11049683 w 12184003"/>
                <a:gd name="connsiteY5191" fmla="*/ 1522797 h 6857801"/>
                <a:gd name="connsiteX5192" fmla="*/ 10657721 w 12184003"/>
                <a:gd name="connsiteY5192" fmla="*/ 1522797 h 6857801"/>
                <a:gd name="connsiteX5193" fmla="*/ 10627049 w 12184003"/>
                <a:gd name="connsiteY5193" fmla="*/ 1553468 h 6857801"/>
                <a:gd name="connsiteX5194" fmla="*/ 10412448 w 12184003"/>
                <a:gd name="connsiteY5194" fmla="*/ 1553468 h 6857801"/>
                <a:gd name="connsiteX5195" fmla="*/ 9967928 w 12184003"/>
                <a:gd name="connsiteY5195" fmla="*/ 1997986 h 6857801"/>
                <a:gd name="connsiteX5196" fmla="*/ 10034480 w 12184003"/>
                <a:gd name="connsiteY5196" fmla="*/ 1997986 h 6857801"/>
                <a:gd name="connsiteX5197" fmla="*/ 10059569 w 12184003"/>
                <a:gd name="connsiteY5197" fmla="*/ 1972410 h 6857801"/>
                <a:gd name="connsiteX5198" fmla="*/ 10055509 w 12184003"/>
                <a:gd name="connsiteY5198" fmla="*/ 1962937 h 6857801"/>
                <a:gd name="connsiteX5199" fmla="*/ 10088357 w 12184003"/>
                <a:gd name="connsiteY5199" fmla="*/ 1930090 h 6857801"/>
                <a:gd name="connsiteX5200" fmla="*/ 10111350 w 12184003"/>
                <a:gd name="connsiteY5200" fmla="*/ 1939944 h 6857801"/>
                <a:gd name="connsiteX5201" fmla="*/ 10116514 w 12184003"/>
                <a:gd name="connsiteY5201" fmla="*/ 1951992 h 6857801"/>
                <a:gd name="connsiteX5202" fmla="*/ 10305155 w 12184003"/>
                <a:gd name="connsiteY5202" fmla="*/ 1951992 h 6857801"/>
                <a:gd name="connsiteX5203" fmla="*/ 10664277 w 12184003"/>
                <a:gd name="connsiteY5203" fmla="*/ 1592871 h 6857801"/>
                <a:gd name="connsiteX5204" fmla="*/ 11695235 w 12184003"/>
                <a:gd name="connsiteY5204" fmla="*/ 1592871 h 6857801"/>
                <a:gd name="connsiteX5205" fmla="*/ 11706625 w 12184003"/>
                <a:gd name="connsiteY5205" fmla="*/ 1564397 h 6857801"/>
                <a:gd name="connsiteX5206" fmla="*/ 11739471 w 12184003"/>
                <a:gd name="connsiteY5206" fmla="*/ 1551259 h 6857801"/>
                <a:gd name="connsiteX5207" fmla="*/ 11785458 w 12184003"/>
                <a:gd name="connsiteY5207" fmla="*/ 1597245 h 6857801"/>
                <a:gd name="connsiteX5208" fmla="*/ 11774081 w 12184003"/>
                <a:gd name="connsiteY5208" fmla="*/ 1625686 h 6857801"/>
                <a:gd name="connsiteX5209" fmla="*/ 11921226 w 12184003"/>
                <a:gd name="connsiteY5209" fmla="*/ 1774626 h 6857801"/>
                <a:gd name="connsiteX5210" fmla="*/ 12100790 w 12184003"/>
                <a:gd name="connsiteY5210" fmla="*/ 1774626 h 6857801"/>
                <a:gd name="connsiteX5211" fmla="*/ 12100790 w 12184003"/>
                <a:gd name="connsiteY5211" fmla="*/ 1796524 h 6857801"/>
                <a:gd name="connsiteX5212" fmla="*/ 11912467 w 12184003"/>
                <a:gd name="connsiteY5212" fmla="*/ 1796524 h 6857801"/>
                <a:gd name="connsiteX5213" fmla="*/ 11752166 w 12184003"/>
                <a:gd name="connsiteY5213" fmla="*/ 1638152 h 6857801"/>
                <a:gd name="connsiteX5214" fmla="*/ 11739471 w 12184003"/>
                <a:gd name="connsiteY5214" fmla="*/ 1643230 h 6857801"/>
                <a:gd name="connsiteX5215" fmla="*/ 11706625 w 12184003"/>
                <a:gd name="connsiteY5215" fmla="*/ 1630092 h 6857801"/>
                <a:gd name="connsiteX5216" fmla="*/ 11701371 w 12184003"/>
                <a:gd name="connsiteY5216" fmla="*/ 1616958 h 6857801"/>
                <a:gd name="connsiteX5217" fmla="*/ 10673037 w 12184003"/>
                <a:gd name="connsiteY5217" fmla="*/ 1616958 h 6857801"/>
                <a:gd name="connsiteX5218" fmla="*/ 10338002 w 12184003"/>
                <a:gd name="connsiteY5218" fmla="*/ 1951992 h 6857801"/>
                <a:gd name="connsiteX5219" fmla="*/ 10467200 w 12184003"/>
                <a:gd name="connsiteY5219" fmla="*/ 1951992 h 6857801"/>
                <a:gd name="connsiteX5220" fmla="*/ 10574494 w 12184003"/>
                <a:gd name="connsiteY5220" fmla="*/ 1844699 h 6857801"/>
                <a:gd name="connsiteX5221" fmla="*/ 10655198 w 12184003"/>
                <a:gd name="connsiteY5221" fmla="*/ 1844699 h 6857801"/>
                <a:gd name="connsiteX5222" fmla="*/ 10656611 w 12184003"/>
                <a:gd name="connsiteY5222" fmla="*/ 1841402 h 6857801"/>
                <a:gd name="connsiteX5223" fmla="*/ 10679605 w 12184003"/>
                <a:gd name="connsiteY5223" fmla="*/ 1831547 h 6857801"/>
                <a:gd name="connsiteX5224" fmla="*/ 10702598 w 12184003"/>
                <a:gd name="connsiteY5224" fmla="*/ 1841402 h 6857801"/>
                <a:gd name="connsiteX5225" fmla="*/ 10704011 w 12184003"/>
                <a:gd name="connsiteY5225" fmla="*/ 1844699 h 6857801"/>
                <a:gd name="connsiteX5226" fmla="*/ 10985738 w 12184003"/>
                <a:gd name="connsiteY5226" fmla="*/ 1844699 h 6857801"/>
                <a:gd name="connsiteX5227" fmla="*/ 10992747 w 12184003"/>
                <a:gd name="connsiteY5227" fmla="*/ 1827175 h 6857801"/>
                <a:gd name="connsiteX5228" fmla="*/ 11025593 w 12184003"/>
                <a:gd name="connsiteY5228" fmla="*/ 1814036 h 6857801"/>
                <a:gd name="connsiteX5229" fmla="*/ 11058442 w 12184003"/>
                <a:gd name="connsiteY5229" fmla="*/ 1827175 h 6857801"/>
                <a:gd name="connsiteX5230" fmla="*/ 11069828 w 12184003"/>
                <a:gd name="connsiteY5230" fmla="*/ 1855641 h 6857801"/>
                <a:gd name="connsiteX5231" fmla="*/ 11075332 w 12184003"/>
                <a:gd name="connsiteY5231" fmla="*/ 1855641 h 6857801"/>
                <a:gd name="connsiteX5232" fmla="*/ 11081434 w 12184003"/>
                <a:gd name="connsiteY5232" fmla="*/ 1841402 h 6857801"/>
                <a:gd name="connsiteX5233" fmla="*/ 11104427 w 12184003"/>
                <a:gd name="connsiteY5233" fmla="*/ 1831547 h 6857801"/>
                <a:gd name="connsiteX5234" fmla="*/ 11137274 w 12184003"/>
                <a:gd name="connsiteY5234" fmla="*/ 1864396 h 6857801"/>
                <a:gd name="connsiteX5235" fmla="*/ 11131302 w 12184003"/>
                <a:gd name="connsiteY5235" fmla="*/ 1878329 h 6857801"/>
                <a:gd name="connsiteX5236" fmla="*/ 11362825 w 12184003"/>
                <a:gd name="connsiteY5236" fmla="*/ 2111829 h 6857801"/>
                <a:gd name="connsiteX5237" fmla="*/ 11351876 w 12184003"/>
                <a:gd name="connsiteY5237" fmla="*/ 2122779 h 6857801"/>
                <a:gd name="connsiteX5238" fmla="*/ 11119753 w 12184003"/>
                <a:gd name="connsiteY5238" fmla="*/ 1890674 h 6857801"/>
                <a:gd name="connsiteX5239" fmla="*/ 11104427 w 12184003"/>
                <a:gd name="connsiteY5239" fmla="*/ 1897241 h 6857801"/>
                <a:gd name="connsiteX5240" fmla="*/ 11081434 w 12184003"/>
                <a:gd name="connsiteY5240" fmla="*/ 1887387 h 6857801"/>
                <a:gd name="connsiteX5241" fmla="*/ 11075337 w 12184003"/>
                <a:gd name="connsiteY5241" fmla="*/ 1873160 h 6857801"/>
                <a:gd name="connsiteX5242" fmla="*/ 11066326 w 12184003"/>
                <a:gd name="connsiteY5242" fmla="*/ 1873160 h 6857801"/>
                <a:gd name="connsiteX5243" fmla="*/ 11065323 w 12184003"/>
                <a:gd name="connsiteY5243" fmla="*/ 1875668 h 6857801"/>
                <a:gd name="connsiteX5244" fmla="*/ 11345303 w 12184003"/>
                <a:gd name="connsiteY5244" fmla="*/ 2155633 h 6857801"/>
                <a:gd name="connsiteX5245" fmla="*/ 11362825 w 12184003"/>
                <a:gd name="connsiteY5245" fmla="*/ 2155633 h 6857801"/>
                <a:gd name="connsiteX5246" fmla="*/ 11362825 w 12184003"/>
                <a:gd name="connsiteY5246" fmla="*/ 2170962 h 6857801"/>
                <a:gd name="connsiteX5247" fmla="*/ 11360632 w 12184003"/>
                <a:gd name="connsiteY5247" fmla="*/ 2170962 h 6857801"/>
                <a:gd name="connsiteX5248" fmla="*/ 11470126 w 12184003"/>
                <a:gd name="connsiteY5248" fmla="*/ 2280447 h 6857801"/>
                <a:gd name="connsiteX5249" fmla="*/ 12078892 w 12184003"/>
                <a:gd name="connsiteY5249" fmla="*/ 2280447 h 6857801"/>
                <a:gd name="connsiteX5250" fmla="*/ 12078892 w 12184003"/>
                <a:gd name="connsiteY5250" fmla="*/ 2302345 h 6857801"/>
                <a:gd name="connsiteX5251" fmla="*/ 11459178 w 12184003"/>
                <a:gd name="connsiteY5251" fmla="*/ 2302345 h 6857801"/>
                <a:gd name="connsiteX5252" fmla="*/ 11327785 w 12184003"/>
                <a:gd name="connsiteY5252" fmla="*/ 2170962 h 6857801"/>
                <a:gd name="connsiteX5253" fmla="*/ 11222678 w 12184003"/>
                <a:gd name="connsiteY5253" fmla="*/ 2170962 h 6857801"/>
                <a:gd name="connsiteX5254" fmla="*/ 11105518 w 12184003"/>
                <a:gd name="connsiteY5254" fmla="*/ 2053815 h 6857801"/>
                <a:gd name="connsiteX5255" fmla="*/ 11097859 w 12184003"/>
                <a:gd name="connsiteY5255" fmla="*/ 2057097 h 6857801"/>
                <a:gd name="connsiteX5256" fmla="*/ 11074866 w 12184003"/>
                <a:gd name="connsiteY5256" fmla="*/ 2047243 h 6857801"/>
                <a:gd name="connsiteX5257" fmla="*/ 11070645 w 12184003"/>
                <a:gd name="connsiteY5257" fmla="*/ 2037395 h 6857801"/>
                <a:gd name="connsiteX5258" fmla="*/ 10413748 w 12184003"/>
                <a:gd name="connsiteY5258" fmla="*/ 2037395 h 6857801"/>
                <a:gd name="connsiteX5259" fmla="*/ 10242032 w 12184003"/>
                <a:gd name="connsiteY5259" fmla="*/ 2208188 h 6857801"/>
                <a:gd name="connsiteX5260" fmla="*/ 10538829 w 12184003"/>
                <a:gd name="connsiteY5260" fmla="*/ 2208188 h 6857801"/>
                <a:gd name="connsiteX5261" fmla="*/ 10544931 w 12184003"/>
                <a:gd name="connsiteY5261" fmla="*/ 2193949 h 6857801"/>
                <a:gd name="connsiteX5262" fmla="*/ 10567924 w 12184003"/>
                <a:gd name="connsiteY5262" fmla="*/ 2184096 h 6857801"/>
                <a:gd name="connsiteX5263" fmla="*/ 10600771 w 12184003"/>
                <a:gd name="connsiteY5263" fmla="*/ 2216942 h 6857801"/>
                <a:gd name="connsiteX5264" fmla="*/ 10595557 w 12184003"/>
                <a:gd name="connsiteY5264" fmla="*/ 2229107 h 6857801"/>
                <a:gd name="connsiteX5265" fmla="*/ 10896396 w 12184003"/>
                <a:gd name="connsiteY5265" fmla="*/ 2527901 h 6857801"/>
                <a:gd name="connsiteX5266" fmla="*/ 11345307 w 12184003"/>
                <a:gd name="connsiteY5266" fmla="*/ 2527901 h 6857801"/>
                <a:gd name="connsiteX5267" fmla="*/ 11345307 w 12184003"/>
                <a:gd name="connsiteY5267" fmla="*/ 2545420 h 6857801"/>
                <a:gd name="connsiteX5268" fmla="*/ 10889826 w 12184003"/>
                <a:gd name="connsiteY5268" fmla="*/ 2545420 h 6857801"/>
                <a:gd name="connsiteX5269" fmla="*/ 10586315 w 12184003"/>
                <a:gd name="connsiteY5269" fmla="*/ 2241906 h 6857801"/>
                <a:gd name="connsiteX5270" fmla="*/ 10567924 w 12184003"/>
                <a:gd name="connsiteY5270" fmla="*/ 2249791 h 6857801"/>
                <a:gd name="connsiteX5271" fmla="*/ 10544931 w 12184003"/>
                <a:gd name="connsiteY5271" fmla="*/ 2239935 h 6857801"/>
                <a:gd name="connsiteX5272" fmla="*/ 10537895 w 12184003"/>
                <a:gd name="connsiteY5272" fmla="*/ 2223515 h 6857801"/>
                <a:gd name="connsiteX5273" fmla="*/ 10241643 w 12184003"/>
                <a:gd name="connsiteY5273" fmla="*/ 2223515 h 6857801"/>
                <a:gd name="connsiteX5274" fmla="*/ 10206606 w 12184003"/>
                <a:gd name="connsiteY5274" fmla="*/ 2258551 h 6857801"/>
                <a:gd name="connsiteX5275" fmla="*/ 10210986 w 12184003"/>
                <a:gd name="connsiteY5275" fmla="*/ 2269500 h 6857801"/>
                <a:gd name="connsiteX5276" fmla="*/ 10164999 w 12184003"/>
                <a:gd name="connsiteY5276" fmla="*/ 2315484 h 6857801"/>
                <a:gd name="connsiteX5277" fmla="*/ 10154050 w 12184003"/>
                <a:gd name="connsiteY5277" fmla="*/ 2311104 h 6857801"/>
                <a:gd name="connsiteX5278" fmla="*/ 10042371 w 12184003"/>
                <a:gd name="connsiteY5278" fmla="*/ 2422784 h 6857801"/>
                <a:gd name="connsiteX5279" fmla="*/ 10462303 w 12184003"/>
                <a:gd name="connsiteY5279" fmla="*/ 2422784 h 6857801"/>
                <a:gd name="connsiteX5280" fmla="*/ 10474859 w 12184003"/>
                <a:gd name="connsiteY5280" fmla="*/ 2404174 h 6857801"/>
                <a:gd name="connsiteX5281" fmla="*/ 10519749 w 12184003"/>
                <a:gd name="connsiteY5281" fmla="*/ 2385558 h 6857801"/>
                <a:gd name="connsiteX5282" fmla="*/ 10583254 w 12184003"/>
                <a:gd name="connsiteY5282" fmla="*/ 2449061 h 6857801"/>
                <a:gd name="connsiteX5283" fmla="*/ 10578259 w 12184003"/>
                <a:gd name="connsiteY5283" fmla="*/ 2473764 h 6857801"/>
                <a:gd name="connsiteX5284" fmla="*/ 10577193 w 12184003"/>
                <a:gd name="connsiteY5284" fmla="*/ 2475349 h 6857801"/>
                <a:gd name="connsiteX5285" fmla="*/ 10756248 w 12184003"/>
                <a:gd name="connsiteY5285" fmla="*/ 2652716 h 6857801"/>
                <a:gd name="connsiteX5286" fmla="*/ 10918947 w 12184003"/>
                <a:gd name="connsiteY5286" fmla="*/ 2652716 h 6857801"/>
                <a:gd name="connsiteX5287" fmla="*/ 10983988 w 12184003"/>
                <a:gd name="connsiteY5287" fmla="*/ 2587025 h 6857801"/>
                <a:gd name="connsiteX5288" fmla="*/ 11360639 w 12184003"/>
                <a:gd name="connsiteY5288" fmla="*/ 2587025 h 6857801"/>
                <a:gd name="connsiteX5289" fmla="*/ 11588376 w 12184003"/>
                <a:gd name="connsiteY5289" fmla="*/ 2359279 h 6857801"/>
                <a:gd name="connsiteX5290" fmla="*/ 12100790 w 12184003"/>
                <a:gd name="connsiteY5290" fmla="*/ 2359279 h 6857801"/>
                <a:gd name="connsiteX5291" fmla="*/ 12100790 w 12184003"/>
                <a:gd name="connsiteY5291" fmla="*/ 2405265 h 6857801"/>
                <a:gd name="connsiteX5292" fmla="*/ 11608084 w 12184003"/>
                <a:gd name="connsiteY5292" fmla="*/ 2405265 h 6857801"/>
                <a:gd name="connsiteX5293" fmla="*/ 11312460 w 12184003"/>
                <a:gd name="connsiteY5293" fmla="*/ 2698702 h 6857801"/>
                <a:gd name="connsiteX5294" fmla="*/ 10921898 w 12184003"/>
                <a:gd name="connsiteY5294" fmla="*/ 2698702 h 6857801"/>
                <a:gd name="connsiteX5295" fmla="*/ 10802455 w 12184003"/>
                <a:gd name="connsiteY5295" fmla="*/ 2816949 h 6857801"/>
                <a:gd name="connsiteX5296" fmla="*/ 11080792 w 12184003"/>
                <a:gd name="connsiteY5296" fmla="*/ 2816949 h 6857801"/>
                <a:gd name="connsiteX5297" fmla="*/ 11087568 w 12184003"/>
                <a:gd name="connsiteY5297" fmla="*/ 2810066 h 6857801"/>
                <a:gd name="connsiteX5298" fmla="*/ 11082530 w 12184003"/>
                <a:gd name="connsiteY5298" fmla="*/ 2797242 h 6857801"/>
                <a:gd name="connsiteX5299" fmla="*/ 11115377 w 12184003"/>
                <a:gd name="connsiteY5299" fmla="*/ 2764393 h 6857801"/>
                <a:gd name="connsiteX5300" fmla="*/ 11138369 w 12184003"/>
                <a:gd name="connsiteY5300" fmla="*/ 2774252 h 6857801"/>
                <a:gd name="connsiteX5301" fmla="*/ 11144470 w 12184003"/>
                <a:gd name="connsiteY5301" fmla="*/ 2788483 h 6857801"/>
                <a:gd name="connsiteX5302" fmla="*/ 11391292 w 12184003"/>
                <a:gd name="connsiteY5302" fmla="*/ 2788483 h 6857801"/>
                <a:gd name="connsiteX5303" fmla="*/ 11391292 w 12184003"/>
                <a:gd name="connsiteY5303" fmla="*/ 2806002 h 6857801"/>
                <a:gd name="connsiteX5304" fmla="*/ 11144469 w 12184003"/>
                <a:gd name="connsiteY5304" fmla="*/ 2806002 h 6857801"/>
                <a:gd name="connsiteX5305" fmla="*/ 11139777 w 12184003"/>
                <a:gd name="connsiteY5305" fmla="*/ 2816949 h 6857801"/>
                <a:gd name="connsiteX5306" fmla="*/ 11573046 w 12184003"/>
                <a:gd name="connsiteY5306" fmla="*/ 2816949 h 6857801"/>
                <a:gd name="connsiteX5307" fmla="*/ 11726333 w 12184003"/>
                <a:gd name="connsiteY5307" fmla="*/ 2663665 h 6857801"/>
                <a:gd name="connsiteX5308" fmla="*/ 11717574 w 12184003"/>
                <a:gd name="connsiteY5308" fmla="*/ 2641769 h 6857801"/>
                <a:gd name="connsiteX5309" fmla="*/ 11763560 w 12184003"/>
                <a:gd name="connsiteY5309" fmla="*/ 2595784 h 6857801"/>
                <a:gd name="connsiteX5310" fmla="*/ 11796407 w 12184003"/>
                <a:gd name="connsiteY5310" fmla="*/ 2608923 h 6857801"/>
                <a:gd name="connsiteX5311" fmla="*/ 11806043 w 12184003"/>
                <a:gd name="connsiteY5311" fmla="*/ 2633009 h 6857801"/>
                <a:gd name="connsiteX5312" fmla="*/ 12138017 w 12184003"/>
                <a:gd name="connsiteY5312" fmla="*/ 2633009 h 6857801"/>
                <a:gd name="connsiteX5313" fmla="*/ 12138017 w 12184003"/>
                <a:gd name="connsiteY5313" fmla="*/ 2654906 h 6857801"/>
                <a:gd name="connsiteX5314" fmla="*/ 11804290 w 12184003"/>
                <a:gd name="connsiteY5314" fmla="*/ 2654906 h 6857801"/>
                <a:gd name="connsiteX5315" fmla="*/ 11796407 w 12184003"/>
                <a:gd name="connsiteY5315" fmla="*/ 2674615 h 6857801"/>
                <a:gd name="connsiteX5316" fmla="*/ 11763560 w 12184003"/>
                <a:gd name="connsiteY5316" fmla="*/ 2687754 h 6857801"/>
                <a:gd name="connsiteX5317" fmla="*/ 11741663 w 12184003"/>
                <a:gd name="connsiteY5317" fmla="*/ 2678995 h 6857801"/>
                <a:gd name="connsiteX5318" fmla="*/ 11581806 w 12184003"/>
                <a:gd name="connsiteY5318" fmla="*/ 2838848 h 6857801"/>
                <a:gd name="connsiteX5319" fmla="*/ 11082530 w 12184003"/>
                <a:gd name="connsiteY5319" fmla="*/ 2838848 h 6857801"/>
                <a:gd name="connsiteX5320" fmla="*/ 10979609 w 12184003"/>
                <a:gd name="connsiteY5320" fmla="*/ 2941777 h 6857801"/>
                <a:gd name="connsiteX5321" fmla="*/ 10488304 w 12184003"/>
                <a:gd name="connsiteY5321" fmla="*/ 2941777 h 6857801"/>
                <a:gd name="connsiteX5322" fmla="*/ 10305148 w 12184003"/>
                <a:gd name="connsiteY5322" fmla="*/ 3123525 h 6857801"/>
                <a:gd name="connsiteX5323" fmla="*/ 10194710 w 12184003"/>
                <a:gd name="connsiteY5323" fmla="*/ 3123525 h 6857801"/>
                <a:gd name="connsiteX5324" fmla="*/ 10268244 w 12184003"/>
                <a:gd name="connsiteY5324" fmla="*/ 3196872 h 6857801"/>
                <a:gd name="connsiteX5325" fmla="*/ 10353323 w 12184003"/>
                <a:gd name="connsiteY5325" fmla="*/ 3112575 h 6857801"/>
                <a:gd name="connsiteX5326" fmla="*/ 10690556 w 12184003"/>
                <a:gd name="connsiteY5326" fmla="*/ 3112575 h 6857801"/>
                <a:gd name="connsiteX5327" fmla="*/ 10734350 w 12184003"/>
                <a:gd name="connsiteY5327" fmla="*/ 3068780 h 6857801"/>
                <a:gd name="connsiteX5328" fmla="*/ 12100789 w 12184003"/>
                <a:gd name="connsiteY5328" fmla="*/ 3068780 h 6857801"/>
                <a:gd name="connsiteX5329" fmla="*/ 12100789 w 12184003"/>
                <a:gd name="connsiteY5329" fmla="*/ 3114765 h 6857801"/>
                <a:gd name="connsiteX5330" fmla="*/ 11362825 w 12184003"/>
                <a:gd name="connsiteY5330" fmla="*/ 3114765 h 6857801"/>
                <a:gd name="connsiteX5331" fmla="*/ 11362825 w 12184003"/>
                <a:gd name="connsiteY5331" fmla="*/ 3145422 h 6857801"/>
                <a:gd name="connsiteX5332" fmla="*/ 10723192 w 12184003"/>
                <a:gd name="connsiteY5332" fmla="*/ 3145422 h 6857801"/>
                <a:gd name="connsiteX5333" fmla="*/ 10469383 w 12184003"/>
                <a:gd name="connsiteY5333" fmla="*/ 3397501 h 6857801"/>
                <a:gd name="connsiteX5334" fmla="*/ 10502059 w 12184003"/>
                <a:gd name="connsiteY5334" fmla="*/ 3430094 h 6857801"/>
                <a:gd name="connsiteX5335" fmla="*/ 10502230 w 12184003"/>
                <a:gd name="connsiteY5335" fmla="*/ 3430094 h 6857801"/>
                <a:gd name="connsiteX5336" fmla="*/ 10640189 w 12184003"/>
                <a:gd name="connsiteY5336" fmla="*/ 3292141 h 6857801"/>
                <a:gd name="connsiteX5337" fmla="*/ 10743108 w 12184003"/>
                <a:gd name="connsiteY5337" fmla="*/ 3292141 h 6857801"/>
                <a:gd name="connsiteX5338" fmla="*/ 10819752 w 12184003"/>
                <a:gd name="connsiteY5338" fmla="*/ 3215496 h 6857801"/>
                <a:gd name="connsiteX5339" fmla="*/ 11358445 w 12184003"/>
                <a:gd name="connsiteY5339" fmla="*/ 3215496 h 6857801"/>
                <a:gd name="connsiteX5340" fmla="*/ 11367204 w 12184003"/>
                <a:gd name="connsiteY5340" fmla="*/ 3206736 h 6857801"/>
                <a:gd name="connsiteX5341" fmla="*/ 12138017 w 12184003"/>
                <a:gd name="connsiteY5341" fmla="*/ 3206736 h 6857801"/>
                <a:gd name="connsiteX5342" fmla="*/ 12138017 w 12184003"/>
                <a:gd name="connsiteY5342" fmla="*/ 3230826 h 6857801"/>
                <a:gd name="connsiteX5343" fmla="*/ 11375964 w 12184003"/>
                <a:gd name="connsiteY5343" fmla="*/ 3230826 h 6857801"/>
                <a:gd name="connsiteX5344" fmla="*/ 11314917 w 12184003"/>
                <a:gd name="connsiteY5344" fmla="*/ 3292141 h 6857801"/>
                <a:gd name="connsiteX5345" fmla="*/ 11384724 w 12184003"/>
                <a:gd name="connsiteY5345" fmla="*/ 3292141 h 6857801"/>
                <a:gd name="connsiteX5346" fmla="*/ 11384724 w 12184003"/>
                <a:gd name="connsiteY5346" fmla="*/ 3314038 h 6857801"/>
                <a:gd name="connsiteX5347" fmla="*/ 12131448 w 12184003"/>
                <a:gd name="connsiteY5347" fmla="*/ 3314038 h 6857801"/>
                <a:gd name="connsiteX5348" fmla="*/ 12131448 w 12184003"/>
                <a:gd name="connsiteY5348" fmla="*/ 3360023 h 6857801"/>
                <a:gd name="connsiteX5349" fmla="*/ 11247330 w 12184003"/>
                <a:gd name="connsiteY5349" fmla="*/ 3360023 h 6857801"/>
                <a:gd name="connsiteX5350" fmla="*/ 10876687 w 12184003"/>
                <a:gd name="connsiteY5350" fmla="*/ 3732288 h 6857801"/>
                <a:gd name="connsiteX5351" fmla="*/ 10402229 w 12184003"/>
                <a:gd name="connsiteY5351" fmla="*/ 3732288 h 6857801"/>
                <a:gd name="connsiteX5352" fmla="*/ 10420113 w 12184003"/>
                <a:gd name="connsiteY5352" fmla="*/ 3739952 h 6857801"/>
                <a:gd name="connsiteX5353" fmla="*/ 10429967 w 12184003"/>
                <a:gd name="connsiteY5353" fmla="*/ 3762946 h 6857801"/>
                <a:gd name="connsiteX5354" fmla="*/ 10397120 w 12184003"/>
                <a:gd name="connsiteY5354" fmla="*/ 3795792 h 6857801"/>
                <a:gd name="connsiteX5355" fmla="*/ 10374127 w 12184003"/>
                <a:gd name="connsiteY5355" fmla="*/ 3785939 h 6857801"/>
                <a:gd name="connsiteX5356" fmla="*/ 10370842 w 12184003"/>
                <a:gd name="connsiteY5356" fmla="*/ 3778273 h 6857801"/>
                <a:gd name="connsiteX5357" fmla="*/ 10270110 w 12184003"/>
                <a:gd name="connsiteY5357" fmla="*/ 3778273 h 6857801"/>
                <a:gd name="connsiteX5358" fmla="*/ 10438725 w 12184003"/>
                <a:gd name="connsiteY5358" fmla="*/ 3946889 h 6857801"/>
                <a:gd name="connsiteX5359" fmla="*/ 10749679 w 12184003"/>
                <a:gd name="connsiteY5359" fmla="*/ 3946889 h 6857801"/>
                <a:gd name="connsiteX5360" fmla="*/ 10795664 w 12184003"/>
                <a:gd name="connsiteY5360" fmla="*/ 3900903 h 6857801"/>
                <a:gd name="connsiteX5361" fmla="*/ 10841650 w 12184003"/>
                <a:gd name="connsiteY5361" fmla="*/ 3946889 h 6857801"/>
                <a:gd name="connsiteX5362" fmla="*/ 10795664 w 12184003"/>
                <a:gd name="connsiteY5362" fmla="*/ 3992875 h 6857801"/>
                <a:gd name="connsiteX5363" fmla="*/ 10762818 w 12184003"/>
                <a:gd name="connsiteY5363" fmla="*/ 3979736 h 6857801"/>
                <a:gd name="connsiteX5364" fmla="*/ 10759314 w 12184003"/>
                <a:gd name="connsiteY5364" fmla="*/ 3970977 h 6857801"/>
                <a:gd name="connsiteX5365" fmla="*/ 10429967 w 12184003"/>
                <a:gd name="connsiteY5365" fmla="*/ 3970977 h 6857801"/>
                <a:gd name="connsiteX5366" fmla="*/ 10238299 w 12184003"/>
                <a:gd name="connsiteY5366" fmla="*/ 3778273 h 6857801"/>
                <a:gd name="connsiteX5367" fmla="*/ 10127773 w 12184003"/>
                <a:gd name="connsiteY5367" fmla="*/ 3778273 h 6857801"/>
                <a:gd name="connsiteX5368" fmla="*/ 10081788 w 12184003"/>
                <a:gd name="connsiteY5368" fmla="*/ 3732288 h 6857801"/>
                <a:gd name="connsiteX5369" fmla="*/ 9332872 w 12184003"/>
                <a:gd name="connsiteY5369" fmla="*/ 3732288 h 6857801"/>
                <a:gd name="connsiteX5370" fmla="*/ 9324113 w 12184003"/>
                <a:gd name="connsiteY5370" fmla="*/ 3754186 h 6857801"/>
                <a:gd name="connsiteX5371" fmla="*/ 9291266 w 12184003"/>
                <a:gd name="connsiteY5371" fmla="*/ 3767325 h 6857801"/>
                <a:gd name="connsiteX5372" fmla="*/ 9270836 w 12184003"/>
                <a:gd name="connsiteY5372" fmla="*/ 3759153 h 6857801"/>
                <a:gd name="connsiteX5373" fmla="*/ 9220813 w 12184003"/>
                <a:gd name="connsiteY5373" fmla="*/ 3808930 h 6857801"/>
                <a:gd name="connsiteX5374" fmla="*/ 9446117 w 12184003"/>
                <a:gd name="connsiteY5374" fmla="*/ 3808930 h 6857801"/>
                <a:gd name="connsiteX5375" fmla="*/ 9452216 w 12184003"/>
                <a:gd name="connsiteY5375" fmla="*/ 3794698 h 6857801"/>
                <a:gd name="connsiteX5376" fmla="*/ 9475210 w 12184003"/>
                <a:gd name="connsiteY5376" fmla="*/ 3784844 h 6857801"/>
                <a:gd name="connsiteX5377" fmla="*/ 9508056 w 12184003"/>
                <a:gd name="connsiteY5377" fmla="*/ 3817691 h 6857801"/>
                <a:gd name="connsiteX5378" fmla="*/ 9500962 w 12184003"/>
                <a:gd name="connsiteY5378" fmla="*/ 3834837 h 6857801"/>
                <a:gd name="connsiteX5379" fmla="*/ 9814666 w 12184003"/>
                <a:gd name="connsiteY5379" fmla="*/ 4150432 h 6857801"/>
                <a:gd name="connsiteX5380" fmla="*/ 9836528 w 12184003"/>
                <a:gd name="connsiteY5380" fmla="*/ 4141783 h 6857801"/>
                <a:gd name="connsiteX5381" fmla="*/ 9860343 w 12184003"/>
                <a:gd name="connsiteY5381" fmla="*/ 4151637 h 6857801"/>
                <a:gd name="connsiteX5382" fmla="*/ 9869375 w 12184003"/>
                <a:gd name="connsiteY5382" fmla="*/ 4174629 h 6857801"/>
                <a:gd name="connsiteX5383" fmla="*/ 11113187 w 12184003"/>
                <a:gd name="connsiteY5383" fmla="*/ 4174629 h 6857801"/>
                <a:gd name="connsiteX5384" fmla="*/ 11343117 w 12184003"/>
                <a:gd name="connsiteY5384" fmla="*/ 3944699 h 6857801"/>
                <a:gd name="connsiteX5385" fmla="*/ 11424140 w 12184003"/>
                <a:gd name="connsiteY5385" fmla="*/ 3944699 h 6857801"/>
                <a:gd name="connsiteX5386" fmla="*/ 11424140 w 12184003"/>
                <a:gd name="connsiteY5386" fmla="*/ 3962218 h 6857801"/>
                <a:gd name="connsiteX5387" fmla="*/ 11349687 w 12184003"/>
                <a:gd name="connsiteY5387" fmla="*/ 3962218 h 6857801"/>
                <a:gd name="connsiteX5388" fmla="*/ 11119757 w 12184003"/>
                <a:gd name="connsiteY5388" fmla="*/ 4192147 h 6857801"/>
                <a:gd name="connsiteX5389" fmla="*/ 9862369 w 12184003"/>
                <a:gd name="connsiteY5389" fmla="*/ 4192147 h 6857801"/>
                <a:gd name="connsiteX5390" fmla="*/ 9859521 w 12184003"/>
                <a:gd name="connsiteY5390" fmla="*/ 4199266 h 6857801"/>
                <a:gd name="connsiteX5391" fmla="*/ 9836528 w 12184003"/>
                <a:gd name="connsiteY5391" fmla="*/ 4207477 h 6857801"/>
                <a:gd name="connsiteX5392" fmla="*/ 9801491 w 12184003"/>
                <a:gd name="connsiteY5392" fmla="*/ 4174630 h 6857801"/>
                <a:gd name="connsiteX5393" fmla="*/ 9805510 w 12184003"/>
                <a:gd name="connsiteY5393" fmla="*/ 4165507 h 6857801"/>
                <a:gd name="connsiteX5394" fmla="*/ 9486216 w 12184003"/>
                <a:gd name="connsiteY5394" fmla="*/ 3846214 h 6857801"/>
                <a:gd name="connsiteX5395" fmla="*/ 9475210 w 12184003"/>
                <a:gd name="connsiteY5395" fmla="*/ 3850538 h 6857801"/>
                <a:gd name="connsiteX5396" fmla="*/ 9452216 w 12184003"/>
                <a:gd name="connsiteY5396" fmla="*/ 3840684 h 6857801"/>
                <a:gd name="connsiteX5397" fmla="*/ 9446116 w 12184003"/>
                <a:gd name="connsiteY5397" fmla="*/ 3826449 h 6857801"/>
                <a:gd name="connsiteX5398" fmla="*/ 9203206 w 12184003"/>
                <a:gd name="connsiteY5398" fmla="*/ 3826449 h 6857801"/>
                <a:gd name="connsiteX5399" fmla="*/ 9016147 w 12184003"/>
                <a:gd name="connsiteY5399" fmla="*/ 4012583 h 6857801"/>
                <a:gd name="connsiteX5400" fmla="*/ 9505081 w 12184003"/>
                <a:gd name="connsiteY5400" fmla="*/ 4012583 h 6857801"/>
                <a:gd name="connsiteX5401" fmla="*/ 9514627 w 12184003"/>
                <a:gd name="connsiteY5401" fmla="*/ 3989316 h 6857801"/>
                <a:gd name="connsiteX5402" fmla="*/ 9547473 w 12184003"/>
                <a:gd name="connsiteY5402" fmla="*/ 3975357 h 6857801"/>
                <a:gd name="connsiteX5403" fmla="*/ 9593461 w 12184003"/>
                <a:gd name="connsiteY5403" fmla="*/ 4021343 h 6857801"/>
                <a:gd name="connsiteX5404" fmla="*/ 9582824 w 12184003"/>
                <a:gd name="connsiteY5404" fmla="*/ 4047933 h 6857801"/>
                <a:gd name="connsiteX5405" fmla="*/ 10006084 w 12184003"/>
                <a:gd name="connsiteY5405" fmla="*/ 4471193 h 6857801"/>
                <a:gd name="connsiteX5406" fmla="*/ 10035802 w 12184003"/>
                <a:gd name="connsiteY5406" fmla="*/ 4459305 h 6857801"/>
                <a:gd name="connsiteX5407" fmla="*/ 10068649 w 12184003"/>
                <a:gd name="connsiteY5407" fmla="*/ 4472444 h 6857801"/>
                <a:gd name="connsiteX5408" fmla="*/ 10081788 w 12184003"/>
                <a:gd name="connsiteY5408" fmla="*/ 4505290 h 6857801"/>
                <a:gd name="connsiteX5409" fmla="*/ 11761370 w 12184003"/>
                <a:gd name="connsiteY5409" fmla="*/ 4505290 h 6857801"/>
                <a:gd name="connsiteX5410" fmla="*/ 12072323 w 12184003"/>
                <a:gd name="connsiteY5410" fmla="*/ 4194338 h 6857801"/>
                <a:gd name="connsiteX5411" fmla="*/ 12184003 w 12184003"/>
                <a:gd name="connsiteY5411" fmla="*/ 4194338 h 6857801"/>
                <a:gd name="connsiteX5412" fmla="*/ 12184003 w 12184003"/>
                <a:gd name="connsiteY5412" fmla="*/ 4216236 h 6857801"/>
                <a:gd name="connsiteX5413" fmla="*/ 12083272 w 12184003"/>
                <a:gd name="connsiteY5413" fmla="*/ 4216236 h 6857801"/>
                <a:gd name="connsiteX5414" fmla="*/ 11772319 w 12184003"/>
                <a:gd name="connsiteY5414" fmla="*/ 4529379 h 6857801"/>
                <a:gd name="connsiteX5415" fmla="*/ 10072153 w 12184003"/>
                <a:gd name="connsiteY5415" fmla="*/ 4529379 h 6857801"/>
                <a:gd name="connsiteX5416" fmla="*/ 10068649 w 12184003"/>
                <a:gd name="connsiteY5416" fmla="*/ 4538139 h 6857801"/>
                <a:gd name="connsiteX5417" fmla="*/ 10035802 w 12184003"/>
                <a:gd name="connsiteY5417" fmla="*/ 4551277 h 6857801"/>
                <a:gd name="connsiteX5418" fmla="*/ 9989815 w 12184003"/>
                <a:gd name="connsiteY5418" fmla="*/ 4505291 h 6857801"/>
                <a:gd name="connsiteX5419" fmla="*/ 9994867 w 12184003"/>
                <a:gd name="connsiteY5419" fmla="*/ 4492662 h 6857801"/>
                <a:gd name="connsiteX5420" fmla="*/ 9564597 w 12184003"/>
                <a:gd name="connsiteY5420" fmla="*/ 4060479 h 6857801"/>
                <a:gd name="connsiteX5421" fmla="*/ 9547473 w 12184003"/>
                <a:gd name="connsiteY5421" fmla="*/ 4067328 h 6857801"/>
                <a:gd name="connsiteX5422" fmla="*/ 9514627 w 12184003"/>
                <a:gd name="connsiteY5422" fmla="*/ 4054189 h 6857801"/>
                <a:gd name="connsiteX5423" fmla="*/ 9506743 w 12184003"/>
                <a:gd name="connsiteY5423" fmla="*/ 4034482 h 6857801"/>
                <a:gd name="connsiteX5424" fmla="*/ 8994139 w 12184003"/>
                <a:gd name="connsiteY5424" fmla="*/ 4034482 h 6857801"/>
                <a:gd name="connsiteX5425" fmla="*/ 8971842 w 12184003"/>
                <a:gd name="connsiteY5425" fmla="*/ 4056668 h 6857801"/>
                <a:gd name="connsiteX5426" fmla="*/ 9028489 w 12184003"/>
                <a:gd name="connsiteY5426" fmla="*/ 4113315 h 6857801"/>
                <a:gd name="connsiteX5427" fmla="*/ 9028489 w 12184003"/>
                <a:gd name="connsiteY5427" fmla="*/ 4413598 h 6857801"/>
                <a:gd name="connsiteX5428" fmla="*/ 9127031 w 12184003"/>
                <a:gd name="connsiteY5428" fmla="*/ 4511860 h 6857801"/>
                <a:gd name="connsiteX5429" fmla="*/ 9716089 w 12184003"/>
                <a:gd name="connsiteY5429" fmla="*/ 4511860 h 6857801"/>
                <a:gd name="connsiteX5430" fmla="*/ 9827770 w 12184003"/>
                <a:gd name="connsiteY5430" fmla="*/ 4623541 h 6857801"/>
                <a:gd name="connsiteX5431" fmla="*/ 10898586 w 12184003"/>
                <a:gd name="connsiteY5431" fmla="*/ 4623541 h 6857801"/>
                <a:gd name="connsiteX5432" fmla="*/ 10983988 w 12184003"/>
                <a:gd name="connsiteY5432" fmla="*/ 4540327 h 6857801"/>
                <a:gd name="connsiteX5433" fmla="*/ 11408811 w 12184003"/>
                <a:gd name="connsiteY5433" fmla="*/ 4540327 h 6857801"/>
                <a:gd name="connsiteX5434" fmla="*/ 11408811 w 12184003"/>
                <a:gd name="connsiteY5434" fmla="*/ 4555657 h 6857801"/>
                <a:gd name="connsiteX5435" fmla="*/ 10990558 w 12184003"/>
                <a:gd name="connsiteY5435" fmla="*/ 4555657 h 6857801"/>
                <a:gd name="connsiteX5436" fmla="*/ 10905155 w 12184003"/>
                <a:gd name="connsiteY5436" fmla="*/ 4641059 h 6857801"/>
                <a:gd name="connsiteX5437" fmla="*/ 9821201 w 12184003"/>
                <a:gd name="connsiteY5437" fmla="*/ 4641059 h 6857801"/>
                <a:gd name="connsiteX5438" fmla="*/ 9709521 w 12184003"/>
                <a:gd name="connsiteY5438" fmla="*/ 4529379 h 6857801"/>
                <a:gd name="connsiteX5439" fmla="*/ 9118272 w 12184003"/>
                <a:gd name="connsiteY5439" fmla="*/ 4529379 h 6857801"/>
                <a:gd name="connsiteX5440" fmla="*/ 9028489 w 12184003"/>
                <a:gd name="connsiteY5440" fmla="*/ 4439340 h 6857801"/>
                <a:gd name="connsiteX5441" fmla="*/ 9028489 w 12184003"/>
                <a:gd name="connsiteY5441" fmla="*/ 4551881 h 6857801"/>
                <a:gd name="connsiteX5442" fmla="*/ 9048197 w 12184003"/>
                <a:gd name="connsiteY5442" fmla="*/ 4560037 h 6857801"/>
                <a:gd name="connsiteX5443" fmla="*/ 9061336 w 12184003"/>
                <a:gd name="connsiteY5443" fmla="*/ 4591789 h 6857801"/>
                <a:gd name="connsiteX5444" fmla="*/ 9053341 w 12184003"/>
                <a:gd name="connsiteY5444" fmla="*/ 4611111 h 6857801"/>
                <a:gd name="connsiteX5445" fmla="*/ 9283065 w 12184003"/>
                <a:gd name="connsiteY5445" fmla="*/ 4840331 h 6857801"/>
                <a:gd name="connsiteX5446" fmla="*/ 9606813 w 12184003"/>
                <a:gd name="connsiteY5446" fmla="*/ 4840331 h 6857801"/>
                <a:gd name="connsiteX5447" fmla="*/ 9615359 w 12184003"/>
                <a:gd name="connsiteY5447" fmla="*/ 4818434 h 6857801"/>
                <a:gd name="connsiteX5448" fmla="*/ 9678863 w 12184003"/>
                <a:gd name="connsiteY5448" fmla="*/ 4818434 h 6857801"/>
                <a:gd name="connsiteX5449" fmla="*/ 9692002 w 12184003"/>
                <a:gd name="connsiteY5449" fmla="*/ 4850186 h 6857801"/>
                <a:gd name="connsiteX5450" fmla="*/ 9682708 w 12184003"/>
                <a:gd name="connsiteY5450" fmla="*/ 4872645 h 6857801"/>
                <a:gd name="connsiteX5451" fmla="*/ 9770834 w 12184003"/>
                <a:gd name="connsiteY5451" fmla="*/ 4960771 h 6857801"/>
                <a:gd name="connsiteX5452" fmla="*/ 9873755 w 12184003"/>
                <a:gd name="connsiteY5452" fmla="*/ 4960771 h 6857801"/>
                <a:gd name="connsiteX5453" fmla="*/ 10024852 w 12184003"/>
                <a:gd name="connsiteY5453" fmla="*/ 5111868 h 6857801"/>
                <a:gd name="connsiteX5454" fmla="*/ 10156241 w 12184003"/>
                <a:gd name="connsiteY5454" fmla="*/ 5111868 h 6857801"/>
                <a:gd name="connsiteX5455" fmla="*/ 10031529 w 12184003"/>
                <a:gd name="connsiteY5455" fmla="*/ 4987156 h 6857801"/>
                <a:gd name="connsiteX5456" fmla="*/ 10010620 w 12184003"/>
                <a:gd name="connsiteY5456" fmla="*/ 4995808 h 6857801"/>
                <a:gd name="connsiteX5457" fmla="*/ 9978867 w 12184003"/>
                <a:gd name="connsiteY5457" fmla="*/ 4982669 h 6857801"/>
                <a:gd name="connsiteX5458" fmla="*/ 9978867 w 12184003"/>
                <a:gd name="connsiteY5458" fmla="*/ 4919165 h 6857801"/>
                <a:gd name="connsiteX5459" fmla="*/ 10010620 w 12184003"/>
                <a:gd name="connsiteY5459" fmla="*/ 4906026 h 6857801"/>
                <a:gd name="connsiteX5460" fmla="*/ 10042371 w 12184003"/>
                <a:gd name="connsiteY5460" fmla="*/ 4919165 h 6857801"/>
                <a:gd name="connsiteX5461" fmla="*/ 10055510 w 12184003"/>
                <a:gd name="connsiteY5461" fmla="*/ 4950918 h 6857801"/>
                <a:gd name="connsiteX5462" fmla="*/ 10046857 w 12184003"/>
                <a:gd name="connsiteY5462" fmla="*/ 4971829 h 6857801"/>
                <a:gd name="connsiteX5463" fmla="*/ 10186898 w 12184003"/>
                <a:gd name="connsiteY5463" fmla="*/ 5111868 h 6857801"/>
                <a:gd name="connsiteX5464" fmla="*/ 11474506 w 12184003"/>
                <a:gd name="connsiteY5464" fmla="*/ 5111868 h 6857801"/>
                <a:gd name="connsiteX5465" fmla="*/ 11588375 w 12184003"/>
                <a:gd name="connsiteY5465" fmla="*/ 4997999 h 6857801"/>
                <a:gd name="connsiteX5466" fmla="*/ 12162105 w 12184003"/>
                <a:gd name="connsiteY5466" fmla="*/ 4997999 h 6857801"/>
                <a:gd name="connsiteX5467" fmla="*/ 12162105 w 12184003"/>
                <a:gd name="connsiteY5467" fmla="*/ 5022086 h 6857801"/>
                <a:gd name="connsiteX5468" fmla="*/ 11597135 w 12184003"/>
                <a:gd name="connsiteY5468" fmla="*/ 5022086 h 6857801"/>
                <a:gd name="connsiteX5469" fmla="*/ 11483264 w 12184003"/>
                <a:gd name="connsiteY5469" fmla="*/ 5135957 h 6857801"/>
                <a:gd name="connsiteX5470" fmla="*/ 10210986 w 12184003"/>
                <a:gd name="connsiteY5470" fmla="*/ 5135957 h 6857801"/>
                <a:gd name="connsiteX5471" fmla="*/ 10272301 w 12184003"/>
                <a:gd name="connsiteY5471" fmla="*/ 5197271 h 6857801"/>
                <a:gd name="connsiteX5472" fmla="*/ 10667344 w 12184003"/>
                <a:gd name="connsiteY5472" fmla="*/ 5191316 h 6857801"/>
                <a:gd name="connsiteX5473" fmla="*/ 10673035 w 12184003"/>
                <a:gd name="connsiteY5473" fmla="*/ 5177563 h 6857801"/>
                <a:gd name="connsiteX5474" fmla="*/ 10736540 w 12184003"/>
                <a:gd name="connsiteY5474" fmla="*/ 5177563 h 6857801"/>
                <a:gd name="connsiteX5475" fmla="*/ 10749679 w 12184003"/>
                <a:gd name="connsiteY5475" fmla="*/ 5209590 h 6857801"/>
                <a:gd name="connsiteX5476" fmla="*/ 10743302 w 12184003"/>
                <a:gd name="connsiteY5476" fmla="*/ 5225930 h 6857801"/>
                <a:gd name="connsiteX5477" fmla="*/ 11185451 w 12184003"/>
                <a:gd name="connsiteY5477" fmla="*/ 5668081 h 6857801"/>
                <a:gd name="connsiteX5478" fmla="*/ 11326405 w 12184003"/>
                <a:gd name="connsiteY5478" fmla="*/ 5669779 h 6857801"/>
                <a:gd name="connsiteX5479" fmla="*/ 11334358 w 12184003"/>
                <a:gd name="connsiteY5479" fmla="*/ 5650562 h 6857801"/>
                <a:gd name="connsiteX5480" fmla="*/ 11397862 w 12184003"/>
                <a:gd name="connsiteY5480" fmla="*/ 5650562 h 6857801"/>
                <a:gd name="connsiteX5481" fmla="*/ 11411001 w 12184003"/>
                <a:gd name="connsiteY5481" fmla="*/ 5682588 h 6857801"/>
                <a:gd name="connsiteX5482" fmla="*/ 11402217 w 12184003"/>
                <a:gd name="connsiteY5482" fmla="*/ 5705098 h 6857801"/>
                <a:gd name="connsiteX5483" fmla="*/ 11750190 w 12184003"/>
                <a:gd name="connsiteY5483" fmla="*/ 6051241 h 6857801"/>
                <a:gd name="connsiteX5484" fmla="*/ 11771225 w 12184003"/>
                <a:gd name="connsiteY5484" fmla="*/ 6042538 h 6857801"/>
                <a:gd name="connsiteX5485" fmla="*/ 11802978 w 12184003"/>
                <a:gd name="connsiteY5485" fmla="*/ 6055677 h 6857801"/>
                <a:gd name="connsiteX5486" fmla="*/ 11802978 w 12184003"/>
                <a:gd name="connsiteY5486" fmla="*/ 6121371 h 6857801"/>
                <a:gd name="connsiteX5487" fmla="*/ 11802978 w 12184003"/>
                <a:gd name="connsiteY5487" fmla="*/ 6119181 h 6857801"/>
                <a:gd name="connsiteX5488" fmla="*/ 11783268 w 12184003"/>
                <a:gd name="connsiteY5488" fmla="*/ 6127336 h 6857801"/>
                <a:gd name="connsiteX5489" fmla="*/ 11783268 w 12184003"/>
                <a:gd name="connsiteY5489" fmla="*/ 6572472 h 6857801"/>
                <a:gd name="connsiteX5490" fmla="*/ 11761370 w 12184003"/>
                <a:gd name="connsiteY5490" fmla="*/ 6572472 h 6857801"/>
                <a:gd name="connsiteX5491" fmla="*/ 11759338 w 12184003"/>
                <a:gd name="connsiteY5491" fmla="*/ 6127402 h 6857801"/>
                <a:gd name="connsiteX5492" fmla="*/ 11739472 w 12184003"/>
                <a:gd name="connsiteY5492" fmla="*/ 6119181 h 6857801"/>
                <a:gd name="connsiteX5493" fmla="*/ 11726333 w 12184003"/>
                <a:gd name="connsiteY5493" fmla="*/ 6087429 h 6857801"/>
                <a:gd name="connsiteX5494" fmla="*/ 11734345 w 12184003"/>
                <a:gd name="connsiteY5494" fmla="*/ 6068068 h 6857801"/>
                <a:gd name="connsiteX5495" fmla="*/ 11385470 w 12184003"/>
                <a:gd name="connsiteY5495" fmla="*/ 5719195 h 6857801"/>
                <a:gd name="connsiteX5496" fmla="*/ 11366110 w 12184003"/>
                <a:gd name="connsiteY5496" fmla="*/ 5727205 h 6857801"/>
                <a:gd name="connsiteX5497" fmla="*/ 11334358 w 12184003"/>
                <a:gd name="connsiteY5497" fmla="*/ 5714066 h 6857801"/>
                <a:gd name="connsiteX5498" fmla="*/ 11325297 w 12184003"/>
                <a:gd name="connsiteY5498" fmla="*/ 5692169 h 6857801"/>
                <a:gd name="connsiteX5499" fmla="*/ 11176691 w 12184003"/>
                <a:gd name="connsiteY5499" fmla="*/ 5692169 h 6857801"/>
                <a:gd name="connsiteX5500" fmla="*/ 10728795 w 12184003"/>
                <a:gd name="connsiteY5500" fmla="*/ 5244272 h 6857801"/>
                <a:gd name="connsiteX5501" fmla="*/ 10704788 w 12184003"/>
                <a:gd name="connsiteY5501" fmla="*/ 5254206 h 6857801"/>
                <a:gd name="connsiteX5502" fmla="*/ 10673035 w 12184003"/>
                <a:gd name="connsiteY5502" fmla="*/ 5241067 h 6857801"/>
                <a:gd name="connsiteX5503" fmla="*/ 10662316 w 12184003"/>
                <a:gd name="connsiteY5503" fmla="*/ 5215162 h 6857801"/>
                <a:gd name="connsiteX5504" fmla="*/ 10263541 w 12184003"/>
                <a:gd name="connsiteY5504" fmla="*/ 5219169 h 6857801"/>
                <a:gd name="connsiteX5505" fmla="*/ 10180328 w 12184003"/>
                <a:gd name="connsiteY5505" fmla="*/ 5135957 h 6857801"/>
                <a:gd name="connsiteX5506" fmla="*/ 10016093 w 12184003"/>
                <a:gd name="connsiteY5506" fmla="*/ 5135957 h 6857801"/>
                <a:gd name="connsiteX5507" fmla="*/ 9864996 w 12184003"/>
                <a:gd name="connsiteY5507" fmla="*/ 4984859 h 6857801"/>
                <a:gd name="connsiteX5508" fmla="*/ 9794922 w 12184003"/>
                <a:gd name="connsiteY5508" fmla="*/ 4984859 h 6857801"/>
                <a:gd name="connsiteX5509" fmla="*/ 10119926 w 12184003"/>
                <a:gd name="connsiteY5509" fmla="*/ 5309864 h 6857801"/>
                <a:gd name="connsiteX5510" fmla="*/ 10153766 w 12184003"/>
                <a:gd name="connsiteY5510" fmla="*/ 5309404 h 6857801"/>
                <a:gd name="connsiteX5511" fmla="*/ 10158430 w 12184003"/>
                <a:gd name="connsiteY5511" fmla="*/ 5298002 h 6857801"/>
                <a:gd name="connsiteX5512" fmla="*/ 10206606 w 12184003"/>
                <a:gd name="connsiteY5512" fmla="*/ 5298002 h 6857801"/>
                <a:gd name="connsiteX5513" fmla="*/ 10216461 w 12184003"/>
                <a:gd name="connsiteY5513" fmla="*/ 5322090 h 6857801"/>
                <a:gd name="connsiteX5514" fmla="*/ 10211692 w 12184003"/>
                <a:gd name="connsiteY5514" fmla="*/ 5333746 h 6857801"/>
                <a:gd name="connsiteX5515" fmla="*/ 10346753 w 12184003"/>
                <a:gd name="connsiteY5515" fmla="*/ 5468807 h 6857801"/>
                <a:gd name="connsiteX5516" fmla="*/ 10852600 w 12184003"/>
                <a:gd name="connsiteY5516" fmla="*/ 5468807 h 6857801"/>
                <a:gd name="connsiteX5517" fmla="*/ 11583637 w 12184003"/>
                <a:gd name="connsiteY5517" fmla="*/ 6199846 h 6857801"/>
                <a:gd name="connsiteX5518" fmla="*/ 11609453 w 12184003"/>
                <a:gd name="connsiteY5518" fmla="*/ 6189255 h 6857801"/>
                <a:gd name="connsiteX5519" fmla="*/ 11643120 w 12184003"/>
                <a:gd name="connsiteY5519" fmla="*/ 6202394 h 6857801"/>
                <a:gd name="connsiteX5520" fmla="*/ 11643120 w 12184003"/>
                <a:gd name="connsiteY5520" fmla="*/ 6265899 h 6857801"/>
                <a:gd name="connsiteX5521" fmla="*/ 11614652 w 12184003"/>
                <a:gd name="connsiteY5521" fmla="*/ 6277577 h 6857801"/>
                <a:gd name="connsiteX5522" fmla="*/ 11614652 w 12184003"/>
                <a:gd name="connsiteY5522" fmla="*/ 6487069 h 6857801"/>
                <a:gd name="connsiteX5523" fmla="*/ 11741661 w 12184003"/>
                <a:gd name="connsiteY5523" fmla="*/ 6611888 h 6857801"/>
                <a:gd name="connsiteX5524" fmla="*/ 11724143 w 12184003"/>
                <a:gd name="connsiteY5524" fmla="*/ 6629407 h 6857801"/>
                <a:gd name="connsiteX5525" fmla="*/ 11590565 w 12184003"/>
                <a:gd name="connsiteY5525" fmla="*/ 6495828 h 6857801"/>
                <a:gd name="connsiteX5526" fmla="*/ 11590565 w 12184003"/>
                <a:gd name="connsiteY5526" fmla="*/ 6271026 h 6857801"/>
                <a:gd name="connsiteX5527" fmla="*/ 11577426 w 12184003"/>
                <a:gd name="connsiteY5527" fmla="*/ 6265899 h 6857801"/>
                <a:gd name="connsiteX5528" fmla="*/ 11563466 w 12184003"/>
                <a:gd name="connsiteY5528" fmla="*/ 6234147 h 6857801"/>
                <a:gd name="connsiteX5529" fmla="*/ 11570070 w 12184003"/>
                <a:gd name="connsiteY5529" fmla="*/ 6219126 h 6857801"/>
                <a:gd name="connsiteX5530" fmla="*/ 10843841 w 12184003"/>
                <a:gd name="connsiteY5530" fmla="*/ 5492895 h 6857801"/>
                <a:gd name="connsiteX5531" fmla="*/ 10370841 w 12184003"/>
                <a:gd name="connsiteY5531" fmla="*/ 5492895 h 6857801"/>
                <a:gd name="connsiteX5532" fmla="*/ 10460624 w 12184003"/>
                <a:gd name="connsiteY5532" fmla="*/ 5582678 h 6857801"/>
                <a:gd name="connsiteX5533" fmla="*/ 10611721 w 12184003"/>
                <a:gd name="connsiteY5533" fmla="*/ 5582678 h 6857801"/>
                <a:gd name="connsiteX5534" fmla="*/ 10666961 w 12184003"/>
                <a:gd name="connsiteY5534" fmla="*/ 5637919 h 6857801"/>
                <a:gd name="connsiteX5535" fmla="*/ 10670845 w 12184003"/>
                <a:gd name="connsiteY5535" fmla="*/ 5636329 h 6857801"/>
                <a:gd name="connsiteX5536" fmla="*/ 10694933 w 12184003"/>
                <a:gd name="connsiteY5536" fmla="*/ 5646182 h 6857801"/>
                <a:gd name="connsiteX5537" fmla="*/ 10704788 w 12184003"/>
                <a:gd name="connsiteY5537" fmla="*/ 5670270 h 6857801"/>
                <a:gd name="connsiteX5538" fmla="*/ 10703198 w 12184003"/>
                <a:gd name="connsiteY5538" fmla="*/ 5674156 h 6857801"/>
                <a:gd name="connsiteX5539" fmla="*/ 10903767 w 12184003"/>
                <a:gd name="connsiteY5539" fmla="*/ 5874725 h 6857801"/>
                <a:gd name="connsiteX5540" fmla="*/ 10921580 w 12184003"/>
                <a:gd name="connsiteY5540" fmla="*/ 5867354 h 6857801"/>
                <a:gd name="connsiteX5541" fmla="*/ 10953331 w 12184003"/>
                <a:gd name="connsiteY5541" fmla="*/ 5880493 h 6857801"/>
                <a:gd name="connsiteX5542" fmla="*/ 10966469 w 12184003"/>
                <a:gd name="connsiteY5542" fmla="*/ 5912245 h 6857801"/>
                <a:gd name="connsiteX5543" fmla="*/ 10954613 w 12184003"/>
                <a:gd name="connsiteY5543" fmla="*/ 5940900 h 6857801"/>
                <a:gd name="connsiteX5544" fmla="*/ 10958276 w 12184003"/>
                <a:gd name="connsiteY5544" fmla="*/ 5944562 h 6857801"/>
                <a:gd name="connsiteX5545" fmla="*/ 10973040 w 12184003"/>
                <a:gd name="connsiteY5545" fmla="*/ 5938522 h 6857801"/>
                <a:gd name="connsiteX5546" fmla="*/ 10997127 w 12184003"/>
                <a:gd name="connsiteY5546" fmla="*/ 5948377 h 6857801"/>
                <a:gd name="connsiteX5547" fmla="*/ 10997127 w 12184003"/>
                <a:gd name="connsiteY5547" fmla="*/ 5996553 h 6857801"/>
                <a:gd name="connsiteX5548" fmla="*/ 10981799 w 12184003"/>
                <a:gd name="connsiteY5548" fmla="*/ 6002823 h 6857801"/>
                <a:gd name="connsiteX5549" fmla="*/ 10981799 w 12184003"/>
                <a:gd name="connsiteY5549" fmla="*/ 6329404 h 6857801"/>
                <a:gd name="connsiteX5550" fmla="*/ 10964280 w 12184003"/>
                <a:gd name="connsiteY5550" fmla="*/ 6329404 h 6857801"/>
                <a:gd name="connsiteX5551" fmla="*/ 10964280 w 12184003"/>
                <a:gd name="connsiteY5551" fmla="*/ 6002823 h 6857801"/>
                <a:gd name="connsiteX5552" fmla="*/ 10948951 w 12184003"/>
                <a:gd name="connsiteY5552" fmla="*/ 5996553 h 6857801"/>
                <a:gd name="connsiteX5553" fmla="*/ 10939097 w 12184003"/>
                <a:gd name="connsiteY5553" fmla="*/ 5972465 h 6857801"/>
                <a:gd name="connsiteX5554" fmla="*/ 10945136 w 12184003"/>
                <a:gd name="connsiteY5554" fmla="*/ 5957702 h 6857801"/>
                <a:gd name="connsiteX5555" fmla="*/ 10938002 w 12184003"/>
                <a:gd name="connsiteY5555" fmla="*/ 5950566 h 6857801"/>
                <a:gd name="connsiteX5556" fmla="*/ 10938002 w 12184003"/>
                <a:gd name="connsiteY5556" fmla="*/ 6346922 h 6857801"/>
                <a:gd name="connsiteX5557" fmla="*/ 10951141 w 12184003"/>
                <a:gd name="connsiteY5557" fmla="*/ 6360061 h 6857801"/>
                <a:gd name="connsiteX5558" fmla="*/ 10938003 w 12184003"/>
                <a:gd name="connsiteY5558" fmla="*/ 6371009 h 6857801"/>
                <a:gd name="connsiteX5559" fmla="*/ 10938002 w 12184003"/>
                <a:gd name="connsiteY5559" fmla="*/ 6371008 h 6857801"/>
                <a:gd name="connsiteX5560" fmla="*/ 10938002 w 12184003"/>
                <a:gd name="connsiteY5560" fmla="*/ 6524297 h 6857801"/>
                <a:gd name="connsiteX5561" fmla="*/ 11271506 w 12184003"/>
                <a:gd name="connsiteY5561" fmla="*/ 6857801 h 6857801"/>
                <a:gd name="connsiteX5562" fmla="*/ 11238660 w 12184003"/>
                <a:gd name="connsiteY5562" fmla="*/ 6857801 h 6857801"/>
                <a:gd name="connsiteX5563" fmla="*/ 10913914 w 12184003"/>
                <a:gd name="connsiteY5563" fmla="*/ 6533054 h 6857801"/>
                <a:gd name="connsiteX5564" fmla="*/ 10913914 w 12184003"/>
                <a:gd name="connsiteY5564" fmla="*/ 6346921 h 6857801"/>
                <a:gd name="connsiteX5565" fmla="*/ 10839461 w 12184003"/>
                <a:gd name="connsiteY5565" fmla="*/ 6272468 h 6857801"/>
                <a:gd name="connsiteX5566" fmla="*/ 10839461 w 12184003"/>
                <a:gd name="connsiteY5566" fmla="*/ 6108332 h 6857801"/>
                <a:gd name="connsiteX5567" fmla="*/ 10828512 w 12184003"/>
                <a:gd name="connsiteY5567" fmla="*/ 6103852 h 6857801"/>
                <a:gd name="connsiteX5568" fmla="*/ 10818658 w 12184003"/>
                <a:gd name="connsiteY5568" fmla="*/ 6079765 h 6857801"/>
                <a:gd name="connsiteX5569" fmla="*/ 10823426 w 12184003"/>
                <a:gd name="connsiteY5569" fmla="*/ 6068109 h 6857801"/>
                <a:gd name="connsiteX5570" fmla="*/ 10362083 w 12184003"/>
                <a:gd name="connsiteY5570" fmla="*/ 5606765 h 6857801"/>
                <a:gd name="connsiteX5571" fmla="*/ 10123392 w 12184003"/>
                <a:gd name="connsiteY5571" fmla="*/ 5606765 h 6857801"/>
                <a:gd name="connsiteX5572" fmla="*/ 10329165 w 12184003"/>
                <a:gd name="connsiteY5572" fmla="*/ 5812538 h 6857801"/>
                <a:gd name="connsiteX5573" fmla="*/ 10342373 w 12184003"/>
                <a:gd name="connsiteY5573" fmla="*/ 5807134 h 6857801"/>
                <a:gd name="connsiteX5574" fmla="*/ 10366462 w 12184003"/>
                <a:gd name="connsiteY5574" fmla="*/ 5816988 h 6857801"/>
                <a:gd name="connsiteX5575" fmla="*/ 10366462 w 12184003"/>
                <a:gd name="connsiteY5575" fmla="*/ 5865163 h 6857801"/>
                <a:gd name="connsiteX5576" fmla="*/ 10355513 w 12184003"/>
                <a:gd name="connsiteY5576" fmla="*/ 5869643 h 6857801"/>
                <a:gd name="connsiteX5577" fmla="*/ 10355513 w 12184003"/>
                <a:gd name="connsiteY5577" fmla="*/ 6294367 h 6857801"/>
                <a:gd name="connsiteX5578" fmla="*/ 10673035 w 12184003"/>
                <a:gd name="connsiteY5578" fmla="*/ 6611888 h 6857801"/>
                <a:gd name="connsiteX5579" fmla="*/ 10662086 w 12184003"/>
                <a:gd name="connsiteY5579" fmla="*/ 6625028 h 6857801"/>
                <a:gd name="connsiteX5580" fmla="*/ 10337994 w 12184003"/>
                <a:gd name="connsiteY5580" fmla="*/ 6300935 h 6857801"/>
                <a:gd name="connsiteX5581" fmla="*/ 10337994 w 12184003"/>
                <a:gd name="connsiteY5581" fmla="*/ 5873226 h 6857801"/>
                <a:gd name="connsiteX5582" fmla="*/ 10318286 w 12184003"/>
                <a:gd name="connsiteY5582" fmla="*/ 5865163 h 6857801"/>
                <a:gd name="connsiteX5583" fmla="*/ 10308432 w 12184003"/>
                <a:gd name="connsiteY5583" fmla="*/ 5841076 h 6857801"/>
                <a:gd name="connsiteX5584" fmla="*/ 10315171 w 12184003"/>
                <a:gd name="connsiteY5584" fmla="*/ 5824604 h 6857801"/>
                <a:gd name="connsiteX5585" fmla="*/ 10108065 w 12184003"/>
                <a:gd name="connsiteY5585" fmla="*/ 5615525 h 6857801"/>
                <a:gd name="connsiteX5586" fmla="*/ 10057851 w 12184003"/>
                <a:gd name="connsiteY5586" fmla="*/ 5615525 h 6857801"/>
                <a:gd name="connsiteX5587" fmla="*/ 10053320 w 12184003"/>
                <a:gd name="connsiteY5587" fmla="*/ 5626474 h 6857801"/>
                <a:gd name="connsiteX5588" fmla="*/ 9989815 w 12184003"/>
                <a:gd name="connsiteY5588" fmla="*/ 5626474 h 6857801"/>
                <a:gd name="connsiteX5589" fmla="*/ 9985285 w 12184003"/>
                <a:gd name="connsiteY5589" fmla="*/ 5615525 h 6857801"/>
                <a:gd name="connsiteX5590" fmla="*/ 9826949 w 12184003"/>
                <a:gd name="connsiteY5590" fmla="*/ 5615525 h 6857801"/>
                <a:gd name="connsiteX5591" fmla="*/ 10121544 w 12184003"/>
                <a:gd name="connsiteY5591" fmla="*/ 5909410 h 6857801"/>
                <a:gd name="connsiteX5592" fmla="*/ 10145291 w 12184003"/>
                <a:gd name="connsiteY5592" fmla="*/ 5904580 h 6857801"/>
                <a:gd name="connsiteX5593" fmla="*/ 10191278 w 12184003"/>
                <a:gd name="connsiteY5593" fmla="*/ 5924288 h 6857801"/>
                <a:gd name="connsiteX5594" fmla="*/ 10191278 w 12184003"/>
                <a:gd name="connsiteY5594" fmla="*/ 6016261 h 6857801"/>
                <a:gd name="connsiteX5595" fmla="*/ 10169517 w 12184003"/>
                <a:gd name="connsiteY5595" fmla="*/ 6031041 h 6857801"/>
                <a:gd name="connsiteX5596" fmla="*/ 10167189 w 12184003"/>
                <a:gd name="connsiteY5596" fmla="*/ 6031515 h 6857801"/>
                <a:gd name="connsiteX5597" fmla="*/ 10167189 w 12184003"/>
                <a:gd name="connsiteY5597" fmla="*/ 6283417 h 6857801"/>
                <a:gd name="connsiteX5598" fmla="*/ 10281060 w 12184003"/>
                <a:gd name="connsiteY5598" fmla="*/ 6397287 h 6857801"/>
                <a:gd name="connsiteX5599" fmla="*/ 10375222 w 12184003"/>
                <a:gd name="connsiteY5599" fmla="*/ 6397287 h 6857801"/>
                <a:gd name="connsiteX5600" fmla="*/ 10642379 w 12184003"/>
                <a:gd name="connsiteY5600" fmla="*/ 6664444 h 6857801"/>
                <a:gd name="connsiteX5601" fmla="*/ 10964280 w 12184003"/>
                <a:gd name="connsiteY5601" fmla="*/ 6664444 h 6857801"/>
                <a:gd name="connsiteX5602" fmla="*/ 11158808 w 12184003"/>
                <a:gd name="connsiteY5602" fmla="*/ 6857801 h 6857801"/>
                <a:gd name="connsiteX5603" fmla="*/ 11094132 w 12184003"/>
                <a:gd name="connsiteY5603" fmla="*/ 6857801 h 6857801"/>
                <a:gd name="connsiteX5604" fmla="*/ 10946762 w 12184003"/>
                <a:gd name="connsiteY5604" fmla="*/ 6710430 h 6857801"/>
                <a:gd name="connsiteX5605" fmla="*/ 10528508 w 12184003"/>
                <a:gd name="connsiteY5605" fmla="*/ 6710430 h 6857801"/>
                <a:gd name="connsiteX5606" fmla="*/ 10250403 w 12184003"/>
                <a:gd name="connsiteY5606" fmla="*/ 6432324 h 6857801"/>
                <a:gd name="connsiteX5607" fmla="*/ 10086166 w 12184003"/>
                <a:gd name="connsiteY5607" fmla="*/ 6432324 h 6857801"/>
                <a:gd name="connsiteX5608" fmla="*/ 10283249 w 12184003"/>
                <a:gd name="connsiteY5608" fmla="*/ 6629407 h 6857801"/>
                <a:gd name="connsiteX5609" fmla="*/ 10290118 w 12184003"/>
                <a:gd name="connsiteY5609" fmla="*/ 6629407 h 6857801"/>
                <a:gd name="connsiteX5610" fmla="*/ 10296389 w 12184003"/>
                <a:gd name="connsiteY5610" fmla="*/ 6614079 h 6857801"/>
                <a:gd name="connsiteX5611" fmla="*/ 10344565 w 12184003"/>
                <a:gd name="connsiteY5611" fmla="*/ 6614079 h 6857801"/>
                <a:gd name="connsiteX5612" fmla="*/ 10354419 w 12184003"/>
                <a:gd name="connsiteY5612" fmla="*/ 6638166 h 6857801"/>
                <a:gd name="connsiteX5613" fmla="*/ 10347192 w 12184003"/>
                <a:gd name="connsiteY5613" fmla="*/ 6655832 h 6857801"/>
                <a:gd name="connsiteX5614" fmla="*/ 10521939 w 12184003"/>
                <a:gd name="connsiteY5614" fmla="*/ 6828680 h 6857801"/>
                <a:gd name="connsiteX5615" fmla="*/ 10508801 w 12184003"/>
                <a:gd name="connsiteY5615" fmla="*/ 6841819 h 6857801"/>
                <a:gd name="connsiteX5616" fmla="*/ 10335071 w 12184003"/>
                <a:gd name="connsiteY5616" fmla="*/ 6666138 h 6857801"/>
                <a:gd name="connsiteX5617" fmla="*/ 10324361 w 12184003"/>
                <a:gd name="connsiteY5617" fmla="*/ 6670519 h 6857801"/>
                <a:gd name="connsiteX5618" fmla="*/ 10511643 w 12184003"/>
                <a:gd name="connsiteY5618" fmla="*/ 6857801 h 6857801"/>
                <a:gd name="connsiteX5619" fmla="*/ 10478795 w 12184003"/>
                <a:gd name="connsiteY5619" fmla="*/ 6857801 h 6857801"/>
                <a:gd name="connsiteX5620" fmla="*/ 10265730 w 12184003"/>
                <a:gd name="connsiteY5620" fmla="*/ 6644736 h 6857801"/>
                <a:gd name="connsiteX5621" fmla="*/ 10121205 w 12184003"/>
                <a:gd name="connsiteY5621" fmla="*/ 6644736 h 6857801"/>
                <a:gd name="connsiteX5622" fmla="*/ 9775216 w 12184003"/>
                <a:gd name="connsiteY5622" fmla="*/ 6298746 h 6857801"/>
                <a:gd name="connsiteX5623" fmla="*/ 9516816 w 12184003"/>
                <a:gd name="connsiteY5623" fmla="*/ 6298746 h 6857801"/>
                <a:gd name="connsiteX5624" fmla="*/ 9438931 w 12184003"/>
                <a:gd name="connsiteY5624" fmla="*/ 6220596 h 6857801"/>
                <a:gd name="connsiteX5625" fmla="*/ 9438747 w 12184003"/>
                <a:gd name="connsiteY5625" fmla="*/ 6322834 h 6857801"/>
                <a:gd name="connsiteX5626" fmla="*/ 9558423 w 12184003"/>
                <a:gd name="connsiteY5626" fmla="*/ 6322834 h 6857801"/>
                <a:gd name="connsiteX5627" fmla="*/ 9797111 w 12184003"/>
                <a:gd name="connsiteY5627" fmla="*/ 6561523 h 6857801"/>
                <a:gd name="connsiteX5628" fmla="*/ 9858427 w 12184003"/>
                <a:gd name="connsiteY5628" fmla="*/ 6561523 h 6857801"/>
                <a:gd name="connsiteX5629" fmla="*/ 10155376 w 12184003"/>
                <a:gd name="connsiteY5629" fmla="*/ 6857801 h 6857801"/>
                <a:gd name="connsiteX5630" fmla="*/ 10045843 w 12184003"/>
                <a:gd name="connsiteY5630" fmla="*/ 6857801 h 6857801"/>
                <a:gd name="connsiteX5631" fmla="*/ 9796329 w 12184003"/>
                <a:gd name="connsiteY5631" fmla="*/ 6607509 h 6857801"/>
                <a:gd name="connsiteX5632" fmla="*/ 9438239 w 12184003"/>
                <a:gd name="connsiteY5632" fmla="*/ 6607509 h 6857801"/>
                <a:gd name="connsiteX5633" fmla="*/ 9438160 w 12184003"/>
                <a:gd name="connsiteY5633" fmla="*/ 6651481 h 6857801"/>
                <a:gd name="connsiteX5634" fmla="*/ 9440174 w 12184003"/>
                <a:gd name="connsiteY5634" fmla="*/ 6653495 h 6857801"/>
                <a:gd name="connsiteX5635" fmla="*/ 9632877 w 12184003"/>
                <a:gd name="connsiteY5635" fmla="*/ 6653495 h 6857801"/>
                <a:gd name="connsiteX5636" fmla="*/ 9705141 w 12184003"/>
                <a:gd name="connsiteY5636" fmla="*/ 6725759 h 6857801"/>
                <a:gd name="connsiteX5637" fmla="*/ 9816821 w 12184003"/>
                <a:gd name="connsiteY5637" fmla="*/ 6725759 h 6857801"/>
                <a:gd name="connsiteX5638" fmla="*/ 9948863 w 12184003"/>
                <a:gd name="connsiteY5638" fmla="*/ 6857801 h 6857801"/>
                <a:gd name="connsiteX5639" fmla="*/ 9924774 w 12184003"/>
                <a:gd name="connsiteY5639" fmla="*/ 6857801 h 6857801"/>
                <a:gd name="connsiteX5640" fmla="*/ 9810251 w 12184003"/>
                <a:gd name="connsiteY5640" fmla="*/ 6743278 h 6857801"/>
                <a:gd name="connsiteX5641" fmla="*/ 9722660 w 12184003"/>
                <a:gd name="connsiteY5641" fmla="*/ 6743278 h 6857801"/>
                <a:gd name="connsiteX5642" fmla="*/ 9837183 w 12184003"/>
                <a:gd name="connsiteY5642" fmla="*/ 6857801 h 6857801"/>
                <a:gd name="connsiteX5643" fmla="*/ 9789007 w 12184003"/>
                <a:gd name="connsiteY5643" fmla="*/ 6857801 h 6857801"/>
                <a:gd name="connsiteX5644" fmla="*/ 9674484 w 12184003"/>
                <a:gd name="connsiteY5644" fmla="*/ 6743278 h 6857801"/>
                <a:gd name="connsiteX5645" fmla="*/ 9437996 w 12184003"/>
                <a:gd name="connsiteY5645" fmla="*/ 6743278 h 6857801"/>
                <a:gd name="connsiteX5646" fmla="*/ 9437984 w 12184003"/>
                <a:gd name="connsiteY5646" fmla="*/ 6749847 h 6857801"/>
                <a:gd name="connsiteX5647" fmla="*/ 9545938 w 12184003"/>
                <a:gd name="connsiteY5647" fmla="*/ 6857801 h 6857801"/>
                <a:gd name="connsiteX5648" fmla="*/ 9481761 w 12184003"/>
                <a:gd name="connsiteY5648" fmla="*/ 6857801 h 6857801"/>
                <a:gd name="connsiteX5649" fmla="*/ 9394188 w 12184003"/>
                <a:gd name="connsiteY5649" fmla="*/ 6769554 h 6857801"/>
                <a:gd name="connsiteX5650" fmla="*/ 9394188 w 12184003"/>
                <a:gd name="connsiteY5650" fmla="*/ 6743278 h 6857801"/>
                <a:gd name="connsiteX5651" fmla="*/ 9286887 w 12184003"/>
                <a:gd name="connsiteY5651" fmla="*/ 6743278 h 6857801"/>
                <a:gd name="connsiteX5652" fmla="*/ 9028490 w 12184003"/>
                <a:gd name="connsiteY5652" fmla="*/ 6485565 h 6857801"/>
                <a:gd name="connsiteX5653" fmla="*/ 9028490 w 12184003"/>
                <a:gd name="connsiteY5653" fmla="*/ 6635977 h 6857801"/>
                <a:gd name="connsiteX5654" fmla="*/ 9250314 w 12184003"/>
                <a:gd name="connsiteY5654" fmla="*/ 6857801 h 6857801"/>
                <a:gd name="connsiteX5655" fmla="*/ 9217467 w 12184003"/>
                <a:gd name="connsiteY5655" fmla="*/ 6857801 h 6857801"/>
                <a:gd name="connsiteX5656" fmla="*/ 9156338 w 12184003"/>
                <a:gd name="connsiteY5656" fmla="*/ 6796672 h 6857801"/>
                <a:gd name="connsiteX5657" fmla="*/ 9163163 w 12184003"/>
                <a:gd name="connsiteY5657" fmla="*/ 6813352 h 6857801"/>
                <a:gd name="connsiteX5658" fmla="*/ 9153308 w 12184003"/>
                <a:gd name="connsiteY5658" fmla="*/ 6837440 h 6857801"/>
                <a:gd name="connsiteX5659" fmla="*/ 9105133 w 12184003"/>
                <a:gd name="connsiteY5659" fmla="*/ 6837440 h 6857801"/>
                <a:gd name="connsiteX5660" fmla="*/ 9095279 w 12184003"/>
                <a:gd name="connsiteY5660" fmla="*/ 6813352 h 6857801"/>
                <a:gd name="connsiteX5661" fmla="*/ 9098249 w 12184003"/>
                <a:gd name="connsiteY5661" fmla="*/ 6806091 h 6857801"/>
                <a:gd name="connsiteX5662" fmla="*/ 9028490 w 12184003"/>
                <a:gd name="connsiteY5662" fmla="*/ 6735590 h 6857801"/>
                <a:gd name="connsiteX5663" fmla="*/ 9028490 w 12184003"/>
                <a:gd name="connsiteY5663" fmla="*/ 6857801 h 6857801"/>
                <a:gd name="connsiteX5664" fmla="*/ 9006592 w 12184003"/>
                <a:gd name="connsiteY5664" fmla="*/ 6857801 h 6857801"/>
                <a:gd name="connsiteX5665" fmla="*/ 9006592 w 12184003"/>
                <a:gd name="connsiteY5665" fmla="*/ 6713459 h 6857801"/>
                <a:gd name="connsiteX5666" fmla="*/ 8927760 w 12184003"/>
                <a:gd name="connsiteY5666" fmla="*/ 6633787 h 6857801"/>
                <a:gd name="connsiteX5667" fmla="*/ 8927760 w 12184003"/>
                <a:gd name="connsiteY5667" fmla="*/ 6568093 h 6857801"/>
                <a:gd name="connsiteX5668" fmla="*/ 8400123 w 12184003"/>
                <a:gd name="connsiteY5668" fmla="*/ 6040456 h 6857801"/>
                <a:gd name="connsiteX5669" fmla="*/ 8379212 w 12184003"/>
                <a:gd name="connsiteY5669" fmla="*/ 6049108 h 6857801"/>
                <a:gd name="connsiteX5670" fmla="*/ 8347460 w 12184003"/>
                <a:gd name="connsiteY5670" fmla="*/ 6035969 h 6857801"/>
                <a:gd name="connsiteX5671" fmla="*/ 8338476 w 12184003"/>
                <a:gd name="connsiteY5671" fmla="*/ 6014070 h 6857801"/>
                <a:gd name="connsiteX5672" fmla="*/ 8262057 w 12184003"/>
                <a:gd name="connsiteY5672" fmla="*/ 6014070 h 6857801"/>
                <a:gd name="connsiteX5673" fmla="*/ 8421560 w 12184003"/>
                <a:gd name="connsiteY5673" fmla="*/ 6173574 h 6857801"/>
                <a:gd name="connsiteX5674" fmla="*/ 8439432 w 12184003"/>
                <a:gd name="connsiteY5674" fmla="*/ 6166262 h 6857801"/>
                <a:gd name="connsiteX5675" fmla="*/ 8463519 w 12184003"/>
                <a:gd name="connsiteY5675" fmla="*/ 6176117 h 6857801"/>
                <a:gd name="connsiteX5676" fmla="*/ 8463519 w 12184003"/>
                <a:gd name="connsiteY5676" fmla="*/ 6224291 h 6857801"/>
                <a:gd name="connsiteX5677" fmla="*/ 8443811 w 12184003"/>
                <a:gd name="connsiteY5677" fmla="*/ 6232354 h 6857801"/>
                <a:gd name="connsiteX5678" fmla="*/ 8443811 w 12184003"/>
                <a:gd name="connsiteY5678" fmla="*/ 6675194 h 6857801"/>
                <a:gd name="connsiteX5679" fmla="*/ 8465709 w 12184003"/>
                <a:gd name="connsiteY5679" fmla="*/ 6684152 h 6857801"/>
                <a:gd name="connsiteX5680" fmla="*/ 8465709 w 12184003"/>
                <a:gd name="connsiteY5680" fmla="*/ 6732328 h 6857801"/>
                <a:gd name="connsiteX5681" fmla="*/ 8591182 w 12184003"/>
                <a:gd name="connsiteY5681" fmla="*/ 6857801 h 6857801"/>
                <a:gd name="connsiteX5682" fmla="*/ 8567093 w 12184003"/>
                <a:gd name="connsiteY5682" fmla="*/ 6857801 h 6857801"/>
                <a:gd name="connsiteX5683" fmla="*/ 8448614 w 12184003"/>
                <a:gd name="connsiteY5683" fmla="*/ 6739322 h 6857801"/>
                <a:gd name="connsiteX5684" fmla="*/ 8441622 w 12184003"/>
                <a:gd name="connsiteY5684" fmla="*/ 6742182 h 6857801"/>
                <a:gd name="connsiteX5685" fmla="*/ 8417533 w 12184003"/>
                <a:gd name="connsiteY5685" fmla="*/ 6732328 h 6857801"/>
                <a:gd name="connsiteX5686" fmla="*/ 8417533 w 12184003"/>
                <a:gd name="connsiteY5686" fmla="*/ 6684152 h 6857801"/>
                <a:gd name="connsiteX5687" fmla="*/ 8428315 w 12184003"/>
                <a:gd name="connsiteY5687" fmla="*/ 6679741 h 6857801"/>
                <a:gd name="connsiteX5688" fmla="*/ 8426405 w 12184003"/>
                <a:gd name="connsiteY5688" fmla="*/ 6228816 h 6857801"/>
                <a:gd name="connsiteX5689" fmla="*/ 8415344 w 12184003"/>
                <a:gd name="connsiteY5689" fmla="*/ 6224291 h 6857801"/>
                <a:gd name="connsiteX5690" fmla="*/ 8405489 w 12184003"/>
                <a:gd name="connsiteY5690" fmla="*/ 6200204 h 6857801"/>
                <a:gd name="connsiteX5691" fmla="*/ 8410893 w 12184003"/>
                <a:gd name="connsiteY5691" fmla="*/ 6186995 h 6857801"/>
                <a:gd name="connsiteX5692" fmla="*/ 8237969 w 12184003"/>
                <a:gd name="connsiteY5692" fmla="*/ 6014070 h 6857801"/>
                <a:gd name="connsiteX5693" fmla="*/ 7976505 w 12184003"/>
                <a:gd name="connsiteY5693" fmla="*/ 6014070 h 6857801"/>
                <a:gd name="connsiteX5694" fmla="*/ 8322430 w 12184003"/>
                <a:gd name="connsiteY5694" fmla="*/ 6361205 h 6857801"/>
                <a:gd name="connsiteX5695" fmla="*/ 8346365 w 12184003"/>
                <a:gd name="connsiteY5695" fmla="*/ 6351301 h 6857801"/>
                <a:gd name="connsiteX5696" fmla="*/ 8378117 w 12184003"/>
                <a:gd name="connsiteY5696" fmla="*/ 6364440 h 6857801"/>
                <a:gd name="connsiteX5697" fmla="*/ 8378117 w 12184003"/>
                <a:gd name="connsiteY5697" fmla="*/ 6427944 h 6857801"/>
                <a:gd name="connsiteX5698" fmla="*/ 8351840 w 12184003"/>
                <a:gd name="connsiteY5698" fmla="*/ 6438818 h 6857801"/>
                <a:gd name="connsiteX5699" fmla="*/ 8351840 w 12184003"/>
                <a:gd name="connsiteY5699" fmla="*/ 6857801 h 6857801"/>
                <a:gd name="connsiteX5700" fmla="*/ 8329942 w 12184003"/>
                <a:gd name="connsiteY5700" fmla="*/ 6857801 h 6857801"/>
                <a:gd name="connsiteX5701" fmla="*/ 8329942 w 12184003"/>
                <a:gd name="connsiteY5701" fmla="*/ 6434288 h 6857801"/>
                <a:gd name="connsiteX5702" fmla="*/ 8314612 w 12184003"/>
                <a:gd name="connsiteY5702" fmla="*/ 6427944 h 6857801"/>
                <a:gd name="connsiteX5703" fmla="*/ 8301473 w 12184003"/>
                <a:gd name="connsiteY5703" fmla="*/ 6396192 h 6857801"/>
                <a:gd name="connsiteX5704" fmla="*/ 8308845 w 12184003"/>
                <a:gd name="connsiteY5704" fmla="*/ 6378380 h 6857801"/>
                <a:gd name="connsiteX5705" fmla="*/ 7944534 w 12184003"/>
                <a:gd name="connsiteY5705" fmla="*/ 6014070 h 6857801"/>
                <a:gd name="connsiteX5706" fmla="*/ 7751832 w 12184003"/>
                <a:gd name="connsiteY5706" fmla="*/ 6014070 h 6857801"/>
                <a:gd name="connsiteX5707" fmla="*/ 7701466 w 12184003"/>
                <a:gd name="connsiteY5707" fmla="*/ 5963704 h 6857801"/>
                <a:gd name="connsiteX5708" fmla="*/ 7701466 w 12184003"/>
                <a:gd name="connsiteY5708" fmla="*/ 6445464 h 6857801"/>
                <a:gd name="connsiteX5709" fmla="*/ 8115975 w 12184003"/>
                <a:gd name="connsiteY5709" fmla="*/ 6857801 h 6857801"/>
                <a:gd name="connsiteX5710" fmla="*/ 8089716 w 12184003"/>
                <a:gd name="connsiteY5710" fmla="*/ 6857801 h 6857801"/>
                <a:gd name="connsiteX5711" fmla="*/ 7683948 w 12184003"/>
                <a:gd name="connsiteY5711" fmla="*/ 6452032 h 6857801"/>
                <a:gd name="connsiteX5712" fmla="*/ 7683948 w 12184003"/>
                <a:gd name="connsiteY5712" fmla="*/ 5946186 h 6857801"/>
                <a:gd name="connsiteX5713" fmla="*/ 7348907 w 12184003"/>
                <a:gd name="connsiteY5713" fmla="*/ 5611145 h 6857801"/>
                <a:gd name="connsiteX5714" fmla="*/ 7348907 w 12184003"/>
                <a:gd name="connsiteY5714" fmla="*/ 5781950 h 6857801"/>
                <a:gd name="connsiteX5715" fmla="*/ 7681759 w 12184003"/>
                <a:gd name="connsiteY5715" fmla="*/ 6114802 h 6857801"/>
                <a:gd name="connsiteX5716" fmla="*/ 7681759 w 12184003"/>
                <a:gd name="connsiteY5716" fmla="*/ 6857801 h 6857801"/>
                <a:gd name="connsiteX5717" fmla="*/ 7657670 w 12184003"/>
                <a:gd name="connsiteY5717" fmla="*/ 6857801 h 6857801"/>
                <a:gd name="connsiteX5718" fmla="*/ 7657670 w 12184003"/>
                <a:gd name="connsiteY5718" fmla="*/ 6123561 h 6857801"/>
                <a:gd name="connsiteX5719" fmla="*/ 7348907 w 12184003"/>
                <a:gd name="connsiteY5719" fmla="*/ 5814798 h 6857801"/>
                <a:gd name="connsiteX5720" fmla="*/ 7348907 w 12184003"/>
                <a:gd name="connsiteY5720" fmla="*/ 6727949 h 6857801"/>
                <a:gd name="connsiteX5721" fmla="*/ 7478759 w 12184003"/>
                <a:gd name="connsiteY5721" fmla="*/ 6857801 h 6857801"/>
                <a:gd name="connsiteX5722" fmla="*/ 7447632 w 12184003"/>
                <a:gd name="connsiteY5722" fmla="*/ 6857801 h 6857801"/>
                <a:gd name="connsiteX5723" fmla="*/ 7327009 w 12184003"/>
                <a:gd name="connsiteY5723" fmla="*/ 6736708 h 6857801"/>
                <a:gd name="connsiteX5724" fmla="*/ 7327009 w 12184003"/>
                <a:gd name="connsiteY5724" fmla="*/ 5792900 h 6857801"/>
                <a:gd name="connsiteX5725" fmla="*/ 6869339 w 12184003"/>
                <a:gd name="connsiteY5725" fmla="*/ 5335229 h 6857801"/>
                <a:gd name="connsiteX5726" fmla="*/ 6869339 w 12184003"/>
                <a:gd name="connsiteY5726" fmla="*/ 5810418 h 6857801"/>
                <a:gd name="connsiteX5727" fmla="*/ 7226278 w 12184003"/>
                <a:gd name="connsiteY5727" fmla="*/ 6167357 h 6857801"/>
                <a:gd name="connsiteX5728" fmla="*/ 7226278 w 12184003"/>
                <a:gd name="connsiteY5728" fmla="*/ 6756416 h 6857801"/>
                <a:gd name="connsiteX5729" fmla="*/ 7327662 w 12184003"/>
                <a:gd name="connsiteY5729" fmla="*/ 6857801 h 6857801"/>
                <a:gd name="connsiteX5730" fmla="*/ 7303575 w 12184003"/>
                <a:gd name="connsiteY5730" fmla="*/ 6857801 h 6857801"/>
                <a:gd name="connsiteX5731" fmla="*/ 7208759 w 12184003"/>
                <a:gd name="connsiteY5731" fmla="*/ 6762986 h 6857801"/>
                <a:gd name="connsiteX5732" fmla="*/ 7208759 w 12184003"/>
                <a:gd name="connsiteY5732" fmla="*/ 6173926 h 6857801"/>
                <a:gd name="connsiteX5733" fmla="*/ 6869339 w 12184003"/>
                <a:gd name="connsiteY5733" fmla="*/ 5834506 h 6857801"/>
                <a:gd name="connsiteX5734" fmla="*/ 6869339 w 12184003"/>
                <a:gd name="connsiteY5734" fmla="*/ 5902390 h 6857801"/>
                <a:gd name="connsiteX5735" fmla="*/ 6731382 w 12184003"/>
                <a:gd name="connsiteY5735" fmla="*/ 6041034 h 6857801"/>
                <a:gd name="connsiteX5736" fmla="*/ 6731382 w 12184003"/>
                <a:gd name="connsiteY5736" fmla="*/ 6553641 h 6857801"/>
                <a:gd name="connsiteX5737" fmla="*/ 6751089 w 12184003"/>
                <a:gd name="connsiteY5737" fmla="*/ 6561524 h 6857801"/>
                <a:gd name="connsiteX5738" fmla="*/ 6764229 w 12184003"/>
                <a:gd name="connsiteY5738" fmla="*/ 6594371 h 6857801"/>
                <a:gd name="connsiteX5739" fmla="*/ 6757380 w 12184003"/>
                <a:gd name="connsiteY5739" fmla="*/ 6611493 h 6857801"/>
                <a:gd name="connsiteX5740" fmla="*/ 7004782 w 12184003"/>
                <a:gd name="connsiteY5740" fmla="*/ 6857801 h 6857801"/>
                <a:gd name="connsiteX5741" fmla="*/ 6972915 w 12184003"/>
                <a:gd name="connsiteY5741" fmla="*/ 6857801 h 6857801"/>
                <a:gd name="connsiteX5742" fmla="*/ 6744834 w 12184003"/>
                <a:gd name="connsiteY5742" fmla="*/ 6629720 h 6857801"/>
                <a:gd name="connsiteX5743" fmla="*/ 6718243 w 12184003"/>
                <a:gd name="connsiteY5743" fmla="*/ 6640357 h 6857801"/>
                <a:gd name="connsiteX5744" fmla="*/ 6672256 w 12184003"/>
                <a:gd name="connsiteY5744" fmla="*/ 6594371 h 6857801"/>
                <a:gd name="connsiteX5745" fmla="*/ 6686217 w 12184003"/>
                <a:gd name="connsiteY5745" fmla="*/ 6561524 h 6857801"/>
                <a:gd name="connsiteX5746" fmla="*/ 6709484 w 12184003"/>
                <a:gd name="connsiteY5746" fmla="*/ 6551978 h 6857801"/>
                <a:gd name="connsiteX5747" fmla="*/ 6709484 w 12184003"/>
                <a:gd name="connsiteY5747" fmla="*/ 6063042 h 6857801"/>
                <a:gd name="connsiteX5748" fmla="*/ 6523351 w 12184003"/>
                <a:gd name="connsiteY5748" fmla="*/ 6250102 h 6857801"/>
                <a:gd name="connsiteX5749" fmla="*/ 6523351 w 12184003"/>
                <a:gd name="connsiteY5749" fmla="*/ 6493014 h 6857801"/>
                <a:gd name="connsiteX5750" fmla="*/ 6537583 w 12184003"/>
                <a:gd name="connsiteY5750" fmla="*/ 6499113 h 6857801"/>
                <a:gd name="connsiteX5751" fmla="*/ 6547436 w 12184003"/>
                <a:gd name="connsiteY5751" fmla="*/ 6522106 h 6857801"/>
                <a:gd name="connsiteX5752" fmla="*/ 6542216 w 12184003"/>
                <a:gd name="connsiteY5752" fmla="*/ 6534290 h 6857801"/>
                <a:gd name="connsiteX5753" fmla="*/ 6862296 w 12184003"/>
                <a:gd name="connsiteY5753" fmla="*/ 6852455 h 6857801"/>
                <a:gd name="connsiteX5754" fmla="*/ 6871529 w 12184003"/>
                <a:gd name="connsiteY5754" fmla="*/ 6848388 h 6857801"/>
                <a:gd name="connsiteX5755" fmla="*/ 6891297 w 12184003"/>
                <a:gd name="connsiteY5755" fmla="*/ 6857801 h 6857801"/>
                <a:gd name="connsiteX5756" fmla="*/ 6843549 w 12184003"/>
                <a:gd name="connsiteY5756" fmla="*/ 6857801 h 6857801"/>
                <a:gd name="connsiteX5757" fmla="*/ 6531561 w 12184003"/>
                <a:gd name="connsiteY5757" fmla="*/ 6547681 h 6857801"/>
                <a:gd name="connsiteX5758" fmla="*/ 6514590 w 12184003"/>
                <a:gd name="connsiteY5758" fmla="*/ 6554953 h 6857801"/>
                <a:gd name="connsiteX5759" fmla="*/ 6481743 w 12184003"/>
                <a:gd name="connsiteY5759" fmla="*/ 6522106 h 6857801"/>
                <a:gd name="connsiteX5760" fmla="*/ 6491598 w 12184003"/>
                <a:gd name="connsiteY5760" fmla="*/ 6499113 h 6857801"/>
                <a:gd name="connsiteX5761" fmla="*/ 6505831 w 12184003"/>
                <a:gd name="connsiteY5761" fmla="*/ 6493013 h 6857801"/>
                <a:gd name="connsiteX5762" fmla="*/ 6505831 w 12184003"/>
                <a:gd name="connsiteY5762" fmla="*/ 6267707 h 6857801"/>
                <a:gd name="connsiteX5763" fmla="*/ 6456053 w 12184003"/>
                <a:gd name="connsiteY5763" fmla="*/ 6317733 h 6857801"/>
                <a:gd name="connsiteX5764" fmla="*/ 6464225 w 12184003"/>
                <a:gd name="connsiteY5764" fmla="*/ 6338163 h 6857801"/>
                <a:gd name="connsiteX5765" fmla="*/ 6451086 w 12184003"/>
                <a:gd name="connsiteY5765" fmla="*/ 6371010 h 6857801"/>
                <a:gd name="connsiteX5766" fmla="*/ 6429188 w 12184003"/>
                <a:gd name="connsiteY5766" fmla="*/ 6379769 h 6857801"/>
                <a:gd name="connsiteX5767" fmla="*/ 6429188 w 12184003"/>
                <a:gd name="connsiteY5767" fmla="*/ 6857801 h 6857801"/>
                <a:gd name="connsiteX5768" fmla="*/ 6405100 w 12184003"/>
                <a:gd name="connsiteY5768" fmla="*/ 6857801 h 6857801"/>
                <a:gd name="connsiteX5769" fmla="*/ 6405100 w 12184003"/>
                <a:gd name="connsiteY5769" fmla="*/ 6378894 h 6857801"/>
                <a:gd name="connsiteX5770" fmla="*/ 6385393 w 12184003"/>
                <a:gd name="connsiteY5770" fmla="*/ 6371010 h 6857801"/>
                <a:gd name="connsiteX5771" fmla="*/ 6372253 w 12184003"/>
                <a:gd name="connsiteY5771" fmla="*/ 6338163 h 6857801"/>
                <a:gd name="connsiteX5772" fmla="*/ 6418239 w 12184003"/>
                <a:gd name="connsiteY5772" fmla="*/ 6292177 h 6857801"/>
                <a:gd name="connsiteX5773" fmla="*/ 6438572 w 12184003"/>
                <a:gd name="connsiteY5773" fmla="*/ 6300310 h 6857801"/>
                <a:gd name="connsiteX5774" fmla="*/ 6505831 w 12184003"/>
                <a:gd name="connsiteY5774" fmla="*/ 6233051 h 6857801"/>
                <a:gd name="connsiteX5775" fmla="*/ 6505831 w 12184003"/>
                <a:gd name="connsiteY5775" fmla="*/ 6128739 h 6857801"/>
                <a:gd name="connsiteX5776" fmla="*/ 6317560 w 12184003"/>
                <a:gd name="connsiteY5776" fmla="*/ 6318282 h 6857801"/>
                <a:gd name="connsiteX5777" fmla="*/ 6324077 w 12184003"/>
                <a:gd name="connsiteY5777" fmla="*/ 6333782 h 6857801"/>
                <a:gd name="connsiteX5778" fmla="*/ 6314224 w 12184003"/>
                <a:gd name="connsiteY5778" fmla="*/ 6356776 h 6857801"/>
                <a:gd name="connsiteX5779" fmla="*/ 6299990 w 12184003"/>
                <a:gd name="connsiteY5779" fmla="*/ 6362876 h 6857801"/>
                <a:gd name="connsiteX5780" fmla="*/ 6299990 w 12184003"/>
                <a:gd name="connsiteY5780" fmla="*/ 6857801 h 6857801"/>
                <a:gd name="connsiteX5781" fmla="*/ 6282472 w 12184003"/>
                <a:gd name="connsiteY5781" fmla="*/ 6857801 h 6857801"/>
                <a:gd name="connsiteX5782" fmla="*/ 6282472 w 12184003"/>
                <a:gd name="connsiteY5782" fmla="*/ 6361625 h 6857801"/>
                <a:gd name="connsiteX5783" fmla="*/ 6266048 w 12184003"/>
                <a:gd name="connsiteY5783" fmla="*/ 6354586 h 6857801"/>
                <a:gd name="connsiteX5784" fmla="*/ 6256193 w 12184003"/>
                <a:gd name="connsiteY5784" fmla="*/ 6331592 h 6857801"/>
                <a:gd name="connsiteX5785" fmla="*/ 6289041 w 12184003"/>
                <a:gd name="connsiteY5785" fmla="*/ 6298745 h 6857801"/>
                <a:gd name="connsiteX5786" fmla="*/ 6305775 w 12184003"/>
                <a:gd name="connsiteY5786" fmla="*/ 6306101 h 6857801"/>
                <a:gd name="connsiteX5787" fmla="*/ 6505831 w 12184003"/>
                <a:gd name="connsiteY5787" fmla="*/ 6106044 h 6857801"/>
                <a:gd name="connsiteX5788" fmla="*/ 6505831 w 12184003"/>
                <a:gd name="connsiteY5788" fmla="*/ 5865163 h 6857801"/>
                <a:gd name="connsiteX5789" fmla="*/ 6249624 w 12184003"/>
                <a:gd name="connsiteY5789" fmla="*/ 5606765 h 6857801"/>
                <a:gd name="connsiteX5790" fmla="*/ 6249624 w 12184003"/>
                <a:gd name="connsiteY5790" fmla="*/ 5377149 h 6857801"/>
                <a:gd name="connsiteX5791" fmla="*/ 6231011 w 12184003"/>
                <a:gd name="connsiteY5791" fmla="*/ 5369171 h 6857801"/>
                <a:gd name="connsiteX5792" fmla="*/ 6221155 w 12184003"/>
                <a:gd name="connsiteY5792" fmla="*/ 5346178 h 6857801"/>
                <a:gd name="connsiteX5793" fmla="*/ 6254003 w 12184003"/>
                <a:gd name="connsiteY5793" fmla="*/ 5313330 h 6857801"/>
                <a:gd name="connsiteX5794" fmla="*/ 6286849 w 12184003"/>
                <a:gd name="connsiteY5794" fmla="*/ 5346178 h 6857801"/>
                <a:gd name="connsiteX5795" fmla="*/ 6277818 w 12184003"/>
                <a:gd name="connsiteY5795" fmla="*/ 5369171 h 6857801"/>
                <a:gd name="connsiteX5796" fmla="*/ 6264952 w 12184003"/>
                <a:gd name="connsiteY5796" fmla="*/ 5374494 h 6857801"/>
                <a:gd name="connsiteX5797" fmla="*/ 6264952 w 12184003"/>
                <a:gd name="connsiteY5797" fmla="*/ 5600197 h 6857801"/>
                <a:gd name="connsiteX5798" fmla="*/ 6523351 w 12184003"/>
                <a:gd name="connsiteY5798" fmla="*/ 5856405 h 6857801"/>
                <a:gd name="connsiteX5799" fmla="*/ 6523351 w 12184003"/>
                <a:gd name="connsiteY5799" fmla="*/ 6088525 h 6857801"/>
                <a:gd name="connsiteX5800" fmla="*/ 6608752 w 12184003"/>
                <a:gd name="connsiteY5800" fmla="*/ 6003122 h 6857801"/>
                <a:gd name="connsiteX5801" fmla="*/ 6608752 w 12184003"/>
                <a:gd name="connsiteY5801" fmla="*/ 5604576 h 6857801"/>
                <a:gd name="connsiteX5802" fmla="*/ 6437432 w 12184003"/>
                <a:gd name="connsiteY5802" fmla="*/ 5433255 h 6857801"/>
                <a:gd name="connsiteX5803" fmla="*/ 6432474 w 12184003"/>
                <a:gd name="connsiteY5803" fmla="*/ 5431307 h 6857801"/>
                <a:gd name="connsiteX5804" fmla="*/ 6430348 w 12184003"/>
                <a:gd name="connsiteY5804" fmla="*/ 5426172 h 6857801"/>
                <a:gd name="connsiteX5805" fmla="*/ 6361304 w 12184003"/>
                <a:gd name="connsiteY5805" fmla="*/ 5357127 h 6857801"/>
                <a:gd name="connsiteX5806" fmla="*/ 6361304 w 12184003"/>
                <a:gd name="connsiteY5806" fmla="*/ 5045738 h 6857801"/>
                <a:gd name="connsiteX5807" fmla="*/ 6335026 w 12184003"/>
                <a:gd name="connsiteY5807" fmla="*/ 5035226 h 6857801"/>
                <a:gd name="connsiteX5808" fmla="*/ 6321887 w 12184003"/>
                <a:gd name="connsiteY5808" fmla="*/ 5002379 h 6857801"/>
                <a:gd name="connsiteX5809" fmla="*/ 6367872 w 12184003"/>
                <a:gd name="connsiteY5809" fmla="*/ 4956392 h 6857801"/>
                <a:gd name="connsiteX5810" fmla="*/ 6413859 w 12184003"/>
                <a:gd name="connsiteY5810" fmla="*/ 5002379 h 6857801"/>
                <a:gd name="connsiteX5811" fmla="*/ 6400720 w 12184003"/>
                <a:gd name="connsiteY5811" fmla="*/ 5035226 h 6857801"/>
                <a:gd name="connsiteX5812" fmla="*/ 6383202 w 12184003"/>
                <a:gd name="connsiteY5812" fmla="*/ 5042233 h 6857801"/>
                <a:gd name="connsiteX5813" fmla="*/ 6383202 w 12184003"/>
                <a:gd name="connsiteY5813" fmla="*/ 5348368 h 6857801"/>
                <a:gd name="connsiteX5814" fmla="*/ 6428206 w 12184003"/>
                <a:gd name="connsiteY5814" fmla="*/ 5393372 h 6857801"/>
                <a:gd name="connsiteX5815" fmla="*/ 6432474 w 12184003"/>
                <a:gd name="connsiteY5815" fmla="*/ 5382583 h 6857801"/>
                <a:gd name="connsiteX5816" fmla="*/ 6440137 w 12184003"/>
                <a:gd name="connsiteY5816" fmla="*/ 5379208 h 6857801"/>
                <a:gd name="connsiteX5817" fmla="*/ 6440137 w 12184003"/>
                <a:gd name="connsiteY5817" fmla="*/ 4380472 h 6857801"/>
                <a:gd name="connsiteX5818" fmla="*/ 6335026 w 12184003"/>
                <a:gd name="connsiteY5818" fmla="*/ 4275362 h 6857801"/>
                <a:gd name="connsiteX5819" fmla="*/ 6291230 w 12184003"/>
                <a:gd name="connsiteY5819" fmla="*/ 4275362 h 6857801"/>
                <a:gd name="connsiteX5820" fmla="*/ 6291230 w 12184003"/>
                <a:gd name="connsiteY5820" fmla="*/ 4338865 h 6857801"/>
                <a:gd name="connsiteX5821" fmla="*/ 6169436 w 12184003"/>
                <a:gd name="connsiteY5821" fmla="*/ 4461451 h 6857801"/>
                <a:gd name="connsiteX5822" fmla="*/ 6190499 w 12184003"/>
                <a:gd name="connsiteY5822" fmla="*/ 4452736 h 6857801"/>
                <a:gd name="connsiteX5823" fmla="*/ 6223345 w 12184003"/>
                <a:gd name="connsiteY5823" fmla="*/ 4485583 h 6857801"/>
                <a:gd name="connsiteX5824" fmla="*/ 6213491 w 12184003"/>
                <a:gd name="connsiteY5824" fmla="*/ 4508576 h 6857801"/>
                <a:gd name="connsiteX5825" fmla="*/ 6199259 w 12184003"/>
                <a:gd name="connsiteY5825" fmla="*/ 4514676 h 6857801"/>
                <a:gd name="connsiteX5826" fmla="*/ 6199259 w 12184003"/>
                <a:gd name="connsiteY5826" fmla="*/ 4853471 h 6857801"/>
                <a:gd name="connsiteX5827" fmla="*/ 5954002 w 12184003"/>
                <a:gd name="connsiteY5827" fmla="*/ 5096596 h 6857801"/>
                <a:gd name="connsiteX5828" fmla="*/ 5954002 w 12184003"/>
                <a:gd name="connsiteY5828" fmla="*/ 5598007 h 6857801"/>
                <a:gd name="connsiteX5829" fmla="*/ 5975898 w 12184003"/>
                <a:gd name="connsiteY5829" fmla="*/ 5606766 h 6857801"/>
                <a:gd name="connsiteX5830" fmla="*/ 5989038 w 12184003"/>
                <a:gd name="connsiteY5830" fmla="*/ 5639614 h 6857801"/>
                <a:gd name="connsiteX5831" fmla="*/ 5975899 w 12184003"/>
                <a:gd name="connsiteY5831" fmla="*/ 5672460 h 6857801"/>
                <a:gd name="connsiteX5832" fmla="*/ 5947431 w 12184003"/>
                <a:gd name="connsiteY5832" fmla="*/ 5683847 h 6857801"/>
                <a:gd name="connsiteX5833" fmla="*/ 5947431 w 12184003"/>
                <a:gd name="connsiteY5833" fmla="*/ 5787317 h 6857801"/>
                <a:gd name="connsiteX5834" fmla="*/ 5963581 w 12184003"/>
                <a:gd name="connsiteY5834" fmla="*/ 5793174 h 6857801"/>
                <a:gd name="connsiteX5835" fmla="*/ 5973709 w 12184003"/>
                <a:gd name="connsiteY5835" fmla="*/ 5816988 h 6857801"/>
                <a:gd name="connsiteX5836" fmla="*/ 5970884 w 12184003"/>
                <a:gd name="connsiteY5836" fmla="*/ 5822921 h 6857801"/>
                <a:gd name="connsiteX5837" fmla="*/ 6131373 w 12184003"/>
                <a:gd name="connsiteY5837" fmla="*/ 5983414 h 6857801"/>
                <a:gd name="connsiteX5838" fmla="*/ 6131373 w 12184003"/>
                <a:gd name="connsiteY5838" fmla="*/ 6425754 h 6857801"/>
                <a:gd name="connsiteX5839" fmla="*/ 6260573 w 12184003"/>
                <a:gd name="connsiteY5839" fmla="*/ 6554953 h 6857801"/>
                <a:gd name="connsiteX5840" fmla="*/ 6260573 w 12184003"/>
                <a:gd name="connsiteY5840" fmla="*/ 6857801 h 6857801"/>
                <a:gd name="connsiteX5841" fmla="*/ 6238675 w 12184003"/>
                <a:gd name="connsiteY5841" fmla="*/ 6857801 h 6857801"/>
                <a:gd name="connsiteX5842" fmla="*/ 6238675 w 12184003"/>
                <a:gd name="connsiteY5842" fmla="*/ 6563713 h 6857801"/>
                <a:gd name="connsiteX5843" fmla="*/ 6175170 w 12184003"/>
                <a:gd name="connsiteY5843" fmla="*/ 6500209 h 6857801"/>
                <a:gd name="connsiteX5844" fmla="*/ 6175170 w 12184003"/>
                <a:gd name="connsiteY5844" fmla="*/ 6840880 h 6857801"/>
                <a:gd name="connsiteX5845" fmla="*/ 6185024 w 12184003"/>
                <a:gd name="connsiteY5845" fmla="*/ 6845104 h 6857801"/>
                <a:gd name="connsiteX5846" fmla="*/ 6190466 w 12184003"/>
                <a:gd name="connsiteY5846" fmla="*/ 6857801 h 6857801"/>
                <a:gd name="connsiteX5847" fmla="*/ 6133596 w 12184003"/>
                <a:gd name="connsiteY5847" fmla="*/ 6857801 h 6857801"/>
                <a:gd name="connsiteX5848" fmla="*/ 6139038 w 12184003"/>
                <a:gd name="connsiteY5848" fmla="*/ 6845104 h 6857801"/>
                <a:gd name="connsiteX5849" fmla="*/ 6157652 w 12184003"/>
                <a:gd name="connsiteY5849" fmla="*/ 6837126 h 6857801"/>
                <a:gd name="connsiteX5850" fmla="*/ 6157652 w 12184003"/>
                <a:gd name="connsiteY5850" fmla="*/ 6498018 h 6857801"/>
                <a:gd name="connsiteX5851" fmla="*/ 6131373 w 12184003"/>
                <a:gd name="connsiteY5851" fmla="*/ 6471740 h 6857801"/>
                <a:gd name="connsiteX5852" fmla="*/ 6131373 w 12184003"/>
                <a:gd name="connsiteY5852" fmla="*/ 6857801 h 6857801"/>
                <a:gd name="connsiteX5853" fmla="*/ 6087577 w 12184003"/>
                <a:gd name="connsiteY5853" fmla="*/ 6857801 h 6857801"/>
                <a:gd name="connsiteX5854" fmla="*/ 6087577 w 12184003"/>
                <a:gd name="connsiteY5854" fmla="*/ 6427945 h 6857801"/>
                <a:gd name="connsiteX5855" fmla="*/ 6081009 w 12184003"/>
                <a:gd name="connsiteY5855" fmla="*/ 6421376 h 6857801"/>
                <a:gd name="connsiteX5856" fmla="*/ 6081009 w 12184003"/>
                <a:gd name="connsiteY5856" fmla="*/ 6857801 h 6857801"/>
                <a:gd name="connsiteX5857" fmla="*/ 6045972 w 12184003"/>
                <a:gd name="connsiteY5857" fmla="*/ 6857801 h 6857801"/>
                <a:gd name="connsiteX5858" fmla="*/ 6045972 w 12184003"/>
                <a:gd name="connsiteY5858" fmla="*/ 6386340 h 6857801"/>
                <a:gd name="connsiteX5859" fmla="*/ 5694509 w 12184003"/>
                <a:gd name="connsiteY5859" fmla="*/ 6034874 h 6857801"/>
                <a:gd name="connsiteX5860" fmla="*/ 5520420 w 12184003"/>
                <a:gd name="connsiteY5860" fmla="*/ 6208963 h 6857801"/>
                <a:gd name="connsiteX5861" fmla="*/ 5520420 w 12184003"/>
                <a:gd name="connsiteY5861" fmla="*/ 6622839 h 6857801"/>
                <a:gd name="connsiteX5862" fmla="*/ 5755381 w 12184003"/>
                <a:gd name="connsiteY5862" fmla="*/ 6857801 h 6857801"/>
                <a:gd name="connsiteX5863" fmla="*/ 5705768 w 12184003"/>
                <a:gd name="connsiteY5863" fmla="*/ 6857801 h 6857801"/>
                <a:gd name="connsiteX5864" fmla="*/ 5485384 w 12184003"/>
                <a:gd name="connsiteY5864" fmla="*/ 6638167 h 6857801"/>
                <a:gd name="connsiteX5865" fmla="*/ 5485384 w 12184003"/>
                <a:gd name="connsiteY5865" fmla="*/ 6195825 h 6857801"/>
                <a:gd name="connsiteX5866" fmla="*/ 5670422 w 12184003"/>
                <a:gd name="connsiteY5866" fmla="*/ 6010786 h 6857801"/>
                <a:gd name="connsiteX5867" fmla="*/ 5603634 w 12184003"/>
                <a:gd name="connsiteY5867" fmla="*/ 5943999 h 6857801"/>
                <a:gd name="connsiteX5868" fmla="*/ 5375897 w 12184003"/>
                <a:gd name="connsiteY5868" fmla="*/ 6171738 h 6857801"/>
                <a:gd name="connsiteX5869" fmla="*/ 5375897 w 12184003"/>
                <a:gd name="connsiteY5869" fmla="*/ 6257419 h 6857801"/>
                <a:gd name="connsiteX5870" fmla="*/ 5383555 w 12184003"/>
                <a:gd name="connsiteY5870" fmla="*/ 6262614 h 6857801"/>
                <a:gd name="connsiteX5871" fmla="*/ 5397788 w 12184003"/>
                <a:gd name="connsiteY5871" fmla="*/ 6296556 h 6857801"/>
                <a:gd name="connsiteX5872" fmla="*/ 5383555 w 12184003"/>
                <a:gd name="connsiteY5872" fmla="*/ 6330499 h 6857801"/>
                <a:gd name="connsiteX5873" fmla="*/ 5375897 w 12184003"/>
                <a:gd name="connsiteY5873" fmla="*/ 6335694 h 6857801"/>
                <a:gd name="connsiteX5874" fmla="*/ 5375897 w 12184003"/>
                <a:gd name="connsiteY5874" fmla="*/ 6732329 h 6857801"/>
                <a:gd name="connsiteX5875" fmla="*/ 5501368 w 12184003"/>
                <a:gd name="connsiteY5875" fmla="*/ 6857801 h 6857801"/>
                <a:gd name="connsiteX5876" fmla="*/ 5435942 w 12184003"/>
                <a:gd name="connsiteY5876" fmla="*/ 6857801 h 6857801"/>
                <a:gd name="connsiteX5877" fmla="*/ 5364944 w 12184003"/>
                <a:gd name="connsiteY5877" fmla="*/ 6786982 h 6857801"/>
                <a:gd name="connsiteX5878" fmla="*/ 5364944 w 12184003"/>
                <a:gd name="connsiteY5878" fmla="*/ 6857801 h 6857801"/>
                <a:gd name="connsiteX5879" fmla="*/ 5329908 w 12184003"/>
                <a:gd name="connsiteY5879" fmla="*/ 6857801 h 6857801"/>
                <a:gd name="connsiteX5880" fmla="*/ 5329908 w 12184003"/>
                <a:gd name="connsiteY5880" fmla="*/ 6338674 h 6857801"/>
                <a:gd name="connsiteX5881" fmla="*/ 5317860 w 12184003"/>
                <a:gd name="connsiteY5881" fmla="*/ 6330499 h 6857801"/>
                <a:gd name="connsiteX5882" fmla="*/ 5303626 w 12184003"/>
                <a:gd name="connsiteY5882" fmla="*/ 6296556 h 6857801"/>
                <a:gd name="connsiteX5883" fmla="*/ 5316765 w 12184003"/>
                <a:gd name="connsiteY5883" fmla="*/ 6262614 h 6857801"/>
                <a:gd name="connsiteX5884" fmla="*/ 5329910 w 12184003"/>
                <a:gd name="connsiteY5884" fmla="*/ 6253233 h 6857801"/>
                <a:gd name="connsiteX5885" fmla="*/ 5329910 w 12184003"/>
                <a:gd name="connsiteY5885" fmla="*/ 6152029 h 6857801"/>
                <a:gd name="connsiteX5886" fmla="*/ 5571422 w 12184003"/>
                <a:gd name="connsiteY5886" fmla="*/ 5911787 h 6857801"/>
                <a:gd name="connsiteX5887" fmla="*/ 5465677 w 12184003"/>
                <a:gd name="connsiteY5887" fmla="*/ 5806040 h 6857801"/>
                <a:gd name="connsiteX5888" fmla="*/ 5465677 w 12184003"/>
                <a:gd name="connsiteY5888" fmla="*/ 5965895 h 6857801"/>
                <a:gd name="connsiteX5889" fmla="*/ 5226985 w 12184003"/>
                <a:gd name="connsiteY5889" fmla="*/ 6204584 h 6857801"/>
                <a:gd name="connsiteX5890" fmla="*/ 5226985 w 12184003"/>
                <a:gd name="connsiteY5890" fmla="*/ 6857801 h 6857801"/>
                <a:gd name="connsiteX5891" fmla="*/ 5209466 w 12184003"/>
                <a:gd name="connsiteY5891" fmla="*/ 6857801 h 6857801"/>
                <a:gd name="connsiteX5892" fmla="*/ 5209466 w 12184003"/>
                <a:gd name="connsiteY5892" fmla="*/ 6222103 h 6857801"/>
                <a:gd name="connsiteX5893" fmla="*/ 5186745 w 12184003"/>
                <a:gd name="connsiteY5893" fmla="*/ 6244825 h 6857801"/>
                <a:gd name="connsiteX5894" fmla="*/ 5188665 w 12184003"/>
                <a:gd name="connsiteY5894" fmla="*/ 6246190 h 6857801"/>
                <a:gd name="connsiteX5895" fmla="*/ 5207275 w 12184003"/>
                <a:gd name="connsiteY5895" fmla="*/ 6292176 h 6857801"/>
                <a:gd name="connsiteX5896" fmla="*/ 5168476 w 12184003"/>
                <a:gd name="connsiteY5896" fmla="*/ 6350685 h 6857801"/>
                <a:gd name="connsiteX5897" fmla="*/ 5165676 w 12184003"/>
                <a:gd name="connsiteY5897" fmla="*/ 6351252 h 6857801"/>
                <a:gd name="connsiteX5898" fmla="*/ 5165676 w 12184003"/>
                <a:gd name="connsiteY5898" fmla="*/ 6857801 h 6857801"/>
                <a:gd name="connsiteX5899" fmla="*/ 5119687 w 12184003"/>
                <a:gd name="connsiteY5899" fmla="*/ 6857801 h 6857801"/>
                <a:gd name="connsiteX5900" fmla="*/ 5119687 w 12184003"/>
                <a:gd name="connsiteY5900" fmla="*/ 6351110 h 6857801"/>
                <a:gd name="connsiteX5901" fmla="*/ 5119068 w 12184003"/>
                <a:gd name="connsiteY5901" fmla="*/ 6350994 h 6857801"/>
                <a:gd name="connsiteX5902" fmla="*/ 5097689 w 12184003"/>
                <a:gd name="connsiteY5902" fmla="*/ 6333883 h 6857801"/>
                <a:gd name="connsiteX5903" fmla="*/ 5052457 w 12184003"/>
                <a:gd name="connsiteY5903" fmla="*/ 6379115 h 6857801"/>
                <a:gd name="connsiteX5904" fmla="*/ 5058369 w 12184003"/>
                <a:gd name="connsiteY5904" fmla="*/ 6392907 h 6857801"/>
                <a:gd name="connsiteX5905" fmla="*/ 5048515 w 12184003"/>
                <a:gd name="connsiteY5905" fmla="*/ 6415901 h 6857801"/>
                <a:gd name="connsiteX5906" fmla="*/ 5034286 w 12184003"/>
                <a:gd name="connsiteY5906" fmla="*/ 6421999 h 6857801"/>
                <a:gd name="connsiteX5907" fmla="*/ 5034286 w 12184003"/>
                <a:gd name="connsiteY5907" fmla="*/ 6857801 h 6857801"/>
                <a:gd name="connsiteX5908" fmla="*/ 5016767 w 12184003"/>
                <a:gd name="connsiteY5908" fmla="*/ 6857801 h 6857801"/>
                <a:gd name="connsiteX5909" fmla="*/ 5016767 w 12184003"/>
                <a:gd name="connsiteY5909" fmla="*/ 6423775 h 6857801"/>
                <a:gd name="connsiteX5910" fmla="*/ 5002529 w 12184003"/>
                <a:gd name="connsiteY5910" fmla="*/ 6416995 h 6857801"/>
                <a:gd name="connsiteX5911" fmla="*/ 4992676 w 12184003"/>
                <a:gd name="connsiteY5911" fmla="*/ 6392907 h 6857801"/>
                <a:gd name="connsiteX5912" fmla="*/ 5025522 w 12184003"/>
                <a:gd name="connsiteY5912" fmla="*/ 6360061 h 6857801"/>
                <a:gd name="connsiteX5913" fmla="*/ 5040853 w 12184003"/>
                <a:gd name="connsiteY5913" fmla="*/ 6366631 h 6857801"/>
                <a:gd name="connsiteX5914" fmla="*/ 5088309 w 12184003"/>
                <a:gd name="connsiteY5914" fmla="*/ 6319174 h 6857801"/>
                <a:gd name="connsiteX5915" fmla="*/ 5080269 w 12184003"/>
                <a:gd name="connsiteY5915" fmla="*/ 6292176 h 6857801"/>
                <a:gd name="connsiteX5916" fmla="*/ 5143772 w 12184003"/>
                <a:gd name="connsiteY5916" fmla="*/ 6226482 h 6857801"/>
                <a:gd name="connsiteX5917" fmla="*/ 5168476 w 12184003"/>
                <a:gd name="connsiteY5917" fmla="*/ 6231820 h 6857801"/>
                <a:gd name="connsiteX5918" fmla="*/ 5172672 w 12184003"/>
                <a:gd name="connsiteY5918" fmla="*/ 6234808 h 6857801"/>
                <a:gd name="connsiteX5919" fmla="*/ 5209466 w 12184003"/>
                <a:gd name="connsiteY5919" fmla="*/ 6198014 h 6857801"/>
                <a:gd name="connsiteX5920" fmla="*/ 5209466 w 12184003"/>
                <a:gd name="connsiteY5920" fmla="*/ 5958075 h 6857801"/>
                <a:gd name="connsiteX5921" fmla="*/ 5195231 w 12184003"/>
                <a:gd name="connsiteY5921" fmla="*/ 5952483 h 6857801"/>
                <a:gd name="connsiteX5922" fmla="*/ 5194352 w 12184003"/>
                <a:gd name="connsiteY5922" fmla="*/ 5950356 h 6857801"/>
                <a:gd name="connsiteX5923" fmla="*/ 4977359 w 12184003"/>
                <a:gd name="connsiteY5923" fmla="*/ 6167358 h 6857801"/>
                <a:gd name="connsiteX5924" fmla="*/ 4977359 w 12184003"/>
                <a:gd name="connsiteY5924" fmla="*/ 6857801 h 6857801"/>
                <a:gd name="connsiteX5925" fmla="*/ 4955458 w 12184003"/>
                <a:gd name="connsiteY5925" fmla="*/ 6857801 h 6857801"/>
                <a:gd name="connsiteX5926" fmla="*/ 4955458 w 12184003"/>
                <a:gd name="connsiteY5926" fmla="*/ 6189255 h 6857801"/>
                <a:gd name="connsiteX5927" fmla="*/ 4780284 w 12184003"/>
                <a:gd name="connsiteY5927" fmla="*/ 6364425 h 6857801"/>
                <a:gd name="connsiteX5928" fmla="*/ 4780284 w 12184003"/>
                <a:gd name="connsiteY5928" fmla="*/ 6736708 h 6857801"/>
                <a:gd name="connsiteX5929" fmla="*/ 4718953 w 12184003"/>
                <a:gd name="connsiteY5929" fmla="*/ 6798042 h 6857801"/>
                <a:gd name="connsiteX5930" fmla="*/ 4718953 w 12184003"/>
                <a:gd name="connsiteY5930" fmla="*/ 6857801 h 6857801"/>
                <a:gd name="connsiteX5931" fmla="*/ 4694866 w 12184003"/>
                <a:gd name="connsiteY5931" fmla="*/ 6857801 h 6857801"/>
                <a:gd name="connsiteX5932" fmla="*/ 4694866 w 12184003"/>
                <a:gd name="connsiteY5932" fmla="*/ 6822131 h 6857801"/>
                <a:gd name="connsiteX5933" fmla="*/ 4659199 w 12184003"/>
                <a:gd name="connsiteY5933" fmla="*/ 6857801 h 6857801"/>
                <a:gd name="connsiteX5934" fmla="*/ 4626351 w 12184003"/>
                <a:gd name="connsiteY5934" fmla="*/ 6857801 h 6857801"/>
                <a:gd name="connsiteX5935" fmla="*/ 4694866 w 12184003"/>
                <a:gd name="connsiteY5935" fmla="*/ 6789280 h 6857801"/>
                <a:gd name="connsiteX5936" fmla="*/ 4694866 w 12184003"/>
                <a:gd name="connsiteY5936" fmla="*/ 6465086 h 6857801"/>
                <a:gd name="connsiteX5937" fmla="*/ 4687541 w 12184003"/>
                <a:gd name="connsiteY5937" fmla="*/ 6463563 h 6857801"/>
                <a:gd name="connsiteX5938" fmla="*/ 4659826 w 12184003"/>
                <a:gd name="connsiteY5938" fmla="*/ 6421375 h 6857801"/>
                <a:gd name="connsiteX5939" fmla="*/ 4705812 w 12184003"/>
                <a:gd name="connsiteY5939" fmla="*/ 6375389 h 6857801"/>
                <a:gd name="connsiteX5940" fmla="*/ 4727625 w 12184003"/>
                <a:gd name="connsiteY5940" fmla="*/ 6384115 h 6857801"/>
                <a:gd name="connsiteX5941" fmla="*/ 4756193 w 12184003"/>
                <a:gd name="connsiteY5941" fmla="*/ 6355439 h 6857801"/>
                <a:gd name="connsiteX5942" fmla="*/ 4756193 w 12184003"/>
                <a:gd name="connsiteY5942" fmla="*/ 5612302 h 6857801"/>
                <a:gd name="connsiteX5943" fmla="*/ 4421155 w 12184003"/>
                <a:gd name="connsiteY5943" fmla="*/ 5948207 h 6857801"/>
                <a:gd name="connsiteX5944" fmla="*/ 4421155 w 12184003"/>
                <a:gd name="connsiteY5944" fmla="*/ 6452032 h 6857801"/>
                <a:gd name="connsiteX5945" fmla="*/ 4017550 w 12184003"/>
                <a:gd name="connsiteY5945" fmla="*/ 6857801 h 6857801"/>
                <a:gd name="connsiteX5946" fmla="*/ 3991338 w 12184003"/>
                <a:gd name="connsiteY5946" fmla="*/ 6857801 h 6857801"/>
                <a:gd name="connsiteX5947" fmla="*/ 4403638 w 12184003"/>
                <a:gd name="connsiteY5947" fmla="*/ 6445464 h 6857801"/>
                <a:gd name="connsiteX5948" fmla="*/ 4403638 w 12184003"/>
                <a:gd name="connsiteY5948" fmla="*/ 5965771 h 6857801"/>
                <a:gd name="connsiteX5949" fmla="*/ 4355458 w 12184003"/>
                <a:gd name="connsiteY5949" fmla="*/ 6014070 h 6857801"/>
                <a:gd name="connsiteX5950" fmla="*/ 4160611 w 12184003"/>
                <a:gd name="connsiteY5950" fmla="*/ 6014070 h 6857801"/>
                <a:gd name="connsiteX5951" fmla="*/ 3796301 w 12184003"/>
                <a:gd name="connsiteY5951" fmla="*/ 6378382 h 6857801"/>
                <a:gd name="connsiteX5952" fmla="*/ 3803669 w 12184003"/>
                <a:gd name="connsiteY5952" fmla="*/ 6396192 h 6857801"/>
                <a:gd name="connsiteX5953" fmla="*/ 3790532 w 12184003"/>
                <a:gd name="connsiteY5953" fmla="*/ 6427944 h 6857801"/>
                <a:gd name="connsiteX5954" fmla="*/ 3775207 w 12184003"/>
                <a:gd name="connsiteY5954" fmla="*/ 6434287 h 6857801"/>
                <a:gd name="connsiteX5955" fmla="*/ 3775207 w 12184003"/>
                <a:gd name="connsiteY5955" fmla="*/ 6857801 h 6857801"/>
                <a:gd name="connsiteX5956" fmla="*/ 3753304 w 12184003"/>
                <a:gd name="connsiteY5956" fmla="*/ 6857801 h 6857801"/>
                <a:gd name="connsiteX5957" fmla="*/ 3753304 w 12184003"/>
                <a:gd name="connsiteY5957" fmla="*/ 6438819 h 6857801"/>
                <a:gd name="connsiteX5958" fmla="*/ 3727024 w 12184003"/>
                <a:gd name="connsiteY5958" fmla="*/ 6427944 h 6857801"/>
                <a:gd name="connsiteX5959" fmla="*/ 3727024 w 12184003"/>
                <a:gd name="connsiteY5959" fmla="*/ 6364440 h 6857801"/>
                <a:gd name="connsiteX5960" fmla="*/ 3758777 w 12184003"/>
                <a:gd name="connsiteY5960" fmla="*/ 6351301 h 6857801"/>
                <a:gd name="connsiteX5961" fmla="*/ 3782790 w 12184003"/>
                <a:gd name="connsiteY5961" fmla="*/ 6361236 h 6857801"/>
                <a:gd name="connsiteX5962" fmla="*/ 4129948 w 12184003"/>
                <a:gd name="connsiteY5962" fmla="*/ 6014070 h 6857801"/>
                <a:gd name="connsiteX5963" fmla="*/ 3867170 w 12184003"/>
                <a:gd name="connsiteY5963" fmla="*/ 6014070 h 6857801"/>
                <a:gd name="connsiteX5964" fmla="*/ 3694244 w 12184003"/>
                <a:gd name="connsiteY5964" fmla="*/ 6186996 h 6857801"/>
                <a:gd name="connsiteX5965" fmla="*/ 3699645 w 12184003"/>
                <a:gd name="connsiteY5965" fmla="*/ 6200204 h 6857801"/>
                <a:gd name="connsiteX5966" fmla="*/ 3689794 w 12184003"/>
                <a:gd name="connsiteY5966" fmla="*/ 6224291 h 6857801"/>
                <a:gd name="connsiteX5967" fmla="*/ 3678846 w 12184003"/>
                <a:gd name="connsiteY5967" fmla="*/ 6228770 h 6857801"/>
                <a:gd name="connsiteX5968" fmla="*/ 3678846 w 12184003"/>
                <a:gd name="connsiteY5968" fmla="*/ 6680570 h 6857801"/>
                <a:gd name="connsiteX5969" fmla="*/ 3687602 w 12184003"/>
                <a:gd name="connsiteY5969" fmla="*/ 6684152 h 6857801"/>
                <a:gd name="connsiteX5970" fmla="*/ 3687602 w 12184003"/>
                <a:gd name="connsiteY5970" fmla="*/ 6732328 h 6857801"/>
                <a:gd name="connsiteX5971" fmla="*/ 3663516 w 12184003"/>
                <a:gd name="connsiteY5971" fmla="*/ 6742182 h 6857801"/>
                <a:gd name="connsiteX5972" fmla="*/ 3658045 w 12184003"/>
                <a:gd name="connsiteY5972" fmla="*/ 6739943 h 6857801"/>
                <a:gd name="connsiteX5973" fmla="*/ 3539905 w 12184003"/>
                <a:gd name="connsiteY5973" fmla="*/ 6857801 h 6857801"/>
                <a:gd name="connsiteX5974" fmla="*/ 3513960 w 12184003"/>
                <a:gd name="connsiteY5974" fmla="*/ 6857801 h 6857801"/>
                <a:gd name="connsiteX5975" fmla="*/ 3639431 w 12184003"/>
                <a:gd name="connsiteY5975" fmla="*/ 6732328 h 6857801"/>
                <a:gd name="connsiteX5976" fmla="*/ 3639431 w 12184003"/>
                <a:gd name="connsiteY5976" fmla="*/ 6684152 h 6857801"/>
                <a:gd name="connsiteX5977" fmla="*/ 3661327 w 12184003"/>
                <a:gd name="connsiteY5977" fmla="*/ 6675193 h 6857801"/>
                <a:gd name="connsiteX5978" fmla="*/ 3661327 w 12184003"/>
                <a:gd name="connsiteY5978" fmla="*/ 6232354 h 6857801"/>
                <a:gd name="connsiteX5979" fmla="*/ 3641620 w 12184003"/>
                <a:gd name="connsiteY5979" fmla="*/ 6224291 h 6857801"/>
                <a:gd name="connsiteX5980" fmla="*/ 3641620 w 12184003"/>
                <a:gd name="connsiteY5980" fmla="*/ 6176117 h 6857801"/>
                <a:gd name="connsiteX5981" fmla="*/ 3665705 w 12184003"/>
                <a:gd name="connsiteY5981" fmla="*/ 6166262 h 6857801"/>
                <a:gd name="connsiteX5982" fmla="*/ 3683578 w 12184003"/>
                <a:gd name="connsiteY5982" fmla="*/ 6173574 h 6857801"/>
                <a:gd name="connsiteX5983" fmla="*/ 3843082 w 12184003"/>
                <a:gd name="connsiteY5983" fmla="*/ 6014070 h 6857801"/>
                <a:gd name="connsiteX5984" fmla="*/ 3768856 w 12184003"/>
                <a:gd name="connsiteY5984" fmla="*/ 6014070 h 6857801"/>
                <a:gd name="connsiteX5985" fmla="*/ 3759873 w 12184003"/>
                <a:gd name="connsiteY5985" fmla="*/ 6035969 h 6857801"/>
                <a:gd name="connsiteX5986" fmla="*/ 3728119 w 12184003"/>
                <a:gd name="connsiteY5986" fmla="*/ 6049108 h 6857801"/>
                <a:gd name="connsiteX5987" fmla="*/ 3705663 w 12184003"/>
                <a:gd name="connsiteY5987" fmla="*/ 6039815 h 6857801"/>
                <a:gd name="connsiteX5988" fmla="*/ 3177735 w 12184003"/>
                <a:gd name="connsiteY5988" fmla="*/ 6567755 h 6857801"/>
                <a:gd name="connsiteX5989" fmla="*/ 3177396 w 12184003"/>
                <a:gd name="connsiteY5989" fmla="*/ 6633787 h 6857801"/>
                <a:gd name="connsiteX5990" fmla="*/ 3098564 w 12184003"/>
                <a:gd name="connsiteY5990" fmla="*/ 6713454 h 6857801"/>
                <a:gd name="connsiteX5991" fmla="*/ 3098564 w 12184003"/>
                <a:gd name="connsiteY5991" fmla="*/ 6857801 h 6857801"/>
                <a:gd name="connsiteX5992" fmla="*/ 3076666 w 12184003"/>
                <a:gd name="connsiteY5992" fmla="*/ 6857801 h 6857801"/>
                <a:gd name="connsiteX5993" fmla="*/ 3076666 w 12184003"/>
                <a:gd name="connsiteY5993" fmla="*/ 6735584 h 6857801"/>
                <a:gd name="connsiteX5994" fmla="*/ 3006901 w 12184003"/>
                <a:gd name="connsiteY5994" fmla="*/ 6806094 h 6857801"/>
                <a:gd name="connsiteX5995" fmla="*/ 3009868 w 12184003"/>
                <a:gd name="connsiteY5995" fmla="*/ 6813352 h 6857801"/>
                <a:gd name="connsiteX5996" fmla="*/ 3000015 w 12184003"/>
                <a:gd name="connsiteY5996" fmla="*/ 6837440 h 6857801"/>
                <a:gd name="connsiteX5997" fmla="*/ 2951839 w 12184003"/>
                <a:gd name="connsiteY5997" fmla="*/ 6837440 h 6857801"/>
                <a:gd name="connsiteX5998" fmla="*/ 2941984 w 12184003"/>
                <a:gd name="connsiteY5998" fmla="*/ 6813352 h 6857801"/>
                <a:gd name="connsiteX5999" fmla="*/ 2948802 w 12184003"/>
                <a:gd name="connsiteY5999" fmla="*/ 6796684 h 6857801"/>
                <a:gd name="connsiteX6000" fmla="*/ 2887686 w 12184003"/>
                <a:gd name="connsiteY6000" fmla="*/ 6857801 h 6857801"/>
                <a:gd name="connsiteX6001" fmla="*/ 2854840 w 12184003"/>
                <a:gd name="connsiteY6001" fmla="*/ 6857801 h 6857801"/>
                <a:gd name="connsiteX6002" fmla="*/ 3076666 w 12184003"/>
                <a:gd name="connsiteY6002" fmla="*/ 6635975 h 6857801"/>
                <a:gd name="connsiteX6003" fmla="*/ 3076666 w 12184003"/>
                <a:gd name="connsiteY6003" fmla="*/ 6487064 h 6857801"/>
                <a:gd name="connsiteX6004" fmla="*/ 2820455 w 12184003"/>
                <a:gd name="connsiteY6004" fmla="*/ 6743278 h 6857801"/>
                <a:gd name="connsiteX6005" fmla="*/ 2713158 w 12184003"/>
                <a:gd name="connsiteY6005" fmla="*/ 6743278 h 6857801"/>
                <a:gd name="connsiteX6006" fmla="*/ 2713158 w 12184003"/>
                <a:gd name="connsiteY6006" fmla="*/ 6769554 h 6857801"/>
                <a:gd name="connsiteX6007" fmla="*/ 2624911 w 12184003"/>
                <a:gd name="connsiteY6007" fmla="*/ 6857801 h 6857801"/>
                <a:gd name="connsiteX6008" fmla="*/ 2559215 w 12184003"/>
                <a:gd name="connsiteY6008" fmla="*/ 6857801 h 6857801"/>
                <a:gd name="connsiteX6009" fmla="*/ 2667171 w 12184003"/>
                <a:gd name="connsiteY6009" fmla="*/ 6749847 h 6857801"/>
                <a:gd name="connsiteX6010" fmla="*/ 2667171 w 12184003"/>
                <a:gd name="connsiteY6010" fmla="*/ 6743278 h 6857801"/>
                <a:gd name="connsiteX6011" fmla="*/ 2430666 w 12184003"/>
                <a:gd name="connsiteY6011" fmla="*/ 6743278 h 6857801"/>
                <a:gd name="connsiteX6012" fmla="*/ 2316144 w 12184003"/>
                <a:gd name="connsiteY6012" fmla="*/ 6857801 h 6857801"/>
                <a:gd name="connsiteX6013" fmla="*/ 2267963 w 12184003"/>
                <a:gd name="connsiteY6013" fmla="*/ 6857801 h 6857801"/>
                <a:gd name="connsiteX6014" fmla="*/ 2382490 w 12184003"/>
                <a:gd name="connsiteY6014" fmla="*/ 6743278 h 6857801"/>
                <a:gd name="connsiteX6015" fmla="*/ 2297088 w 12184003"/>
                <a:gd name="connsiteY6015" fmla="*/ 6743278 h 6857801"/>
                <a:gd name="connsiteX6016" fmla="*/ 2182561 w 12184003"/>
                <a:gd name="connsiteY6016" fmla="*/ 6857801 h 6857801"/>
                <a:gd name="connsiteX6017" fmla="*/ 2157755 w 12184003"/>
                <a:gd name="connsiteY6017" fmla="*/ 6857801 h 6857801"/>
                <a:gd name="connsiteX6018" fmla="*/ 2290519 w 12184003"/>
                <a:gd name="connsiteY6018" fmla="*/ 6725759 h 6857801"/>
                <a:gd name="connsiteX6019" fmla="*/ 2400011 w 12184003"/>
                <a:gd name="connsiteY6019" fmla="*/ 6725759 h 6857801"/>
                <a:gd name="connsiteX6020" fmla="*/ 2472270 w 12184003"/>
                <a:gd name="connsiteY6020" fmla="*/ 6653495 h 6857801"/>
                <a:gd name="connsiteX6021" fmla="*/ 2667168 w 12184003"/>
                <a:gd name="connsiteY6021" fmla="*/ 6653495 h 6857801"/>
                <a:gd name="connsiteX6022" fmla="*/ 2667171 w 12184003"/>
                <a:gd name="connsiteY6022" fmla="*/ 6653491 h 6857801"/>
                <a:gd name="connsiteX6023" fmla="*/ 2667171 w 12184003"/>
                <a:gd name="connsiteY6023" fmla="*/ 6607509 h 6857801"/>
                <a:gd name="connsiteX6024" fmla="*/ 2310227 w 12184003"/>
                <a:gd name="connsiteY6024" fmla="*/ 6607509 h 6857801"/>
                <a:gd name="connsiteX6025" fmla="*/ 2059929 w 12184003"/>
                <a:gd name="connsiteY6025" fmla="*/ 6857801 h 6857801"/>
                <a:gd name="connsiteX6026" fmla="*/ 1950445 w 12184003"/>
                <a:gd name="connsiteY6026" fmla="*/ 6857801 h 6857801"/>
                <a:gd name="connsiteX6027" fmla="*/ 2246724 w 12184003"/>
                <a:gd name="connsiteY6027" fmla="*/ 6561523 h 6857801"/>
                <a:gd name="connsiteX6028" fmla="*/ 2308037 w 12184003"/>
                <a:gd name="connsiteY6028" fmla="*/ 6561523 h 6857801"/>
                <a:gd name="connsiteX6029" fmla="*/ 2546725 w 12184003"/>
                <a:gd name="connsiteY6029" fmla="*/ 6322834 h 6857801"/>
                <a:gd name="connsiteX6030" fmla="*/ 2667171 w 12184003"/>
                <a:gd name="connsiteY6030" fmla="*/ 6322834 h 6857801"/>
                <a:gd name="connsiteX6031" fmla="*/ 2667171 w 12184003"/>
                <a:gd name="connsiteY6031" fmla="*/ 6219913 h 6857801"/>
                <a:gd name="connsiteX6032" fmla="*/ 2588338 w 12184003"/>
                <a:gd name="connsiteY6032" fmla="*/ 6298746 h 6857801"/>
                <a:gd name="connsiteX6033" fmla="*/ 2331401 w 12184003"/>
                <a:gd name="connsiteY6033" fmla="*/ 6298746 h 6857801"/>
                <a:gd name="connsiteX6034" fmla="*/ 1983935 w 12184003"/>
                <a:gd name="connsiteY6034" fmla="*/ 6644736 h 6857801"/>
                <a:gd name="connsiteX6035" fmla="*/ 1839411 w 12184003"/>
                <a:gd name="connsiteY6035" fmla="*/ 6644736 h 6857801"/>
                <a:gd name="connsiteX6036" fmla="*/ 1626347 w 12184003"/>
                <a:gd name="connsiteY6036" fmla="*/ 6857801 h 6857801"/>
                <a:gd name="connsiteX6037" fmla="*/ 1593501 w 12184003"/>
                <a:gd name="connsiteY6037" fmla="*/ 6857801 h 6857801"/>
                <a:gd name="connsiteX6038" fmla="*/ 1781415 w 12184003"/>
                <a:gd name="connsiteY6038" fmla="*/ 6669885 h 6857801"/>
                <a:gd name="connsiteX6039" fmla="*/ 1770696 w 12184003"/>
                <a:gd name="connsiteY6039" fmla="*/ 6665500 h 6857801"/>
                <a:gd name="connsiteX6040" fmla="*/ 1596338 w 12184003"/>
                <a:gd name="connsiteY6040" fmla="*/ 6841819 h 6857801"/>
                <a:gd name="connsiteX6041" fmla="*/ 1585388 w 12184003"/>
                <a:gd name="connsiteY6041" fmla="*/ 6828680 h 6857801"/>
                <a:gd name="connsiteX6042" fmla="*/ 1759582 w 12184003"/>
                <a:gd name="connsiteY6042" fmla="*/ 6654485 h 6857801"/>
                <a:gd name="connsiteX6043" fmla="*/ 1752906 w 12184003"/>
                <a:gd name="connsiteY6043" fmla="*/ 6638166 h 6857801"/>
                <a:gd name="connsiteX6044" fmla="*/ 1762760 w 12184003"/>
                <a:gd name="connsiteY6044" fmla="*/ 6614079 h 6857801"/>
                <a:gd name="connsiteX6045" fmla="*/ 1810937 w 12184003"/>
                <a:gd name="connsiteY6045" fmla="*/ 6614079 h 6857801"/>
                <a:gd name="connsiteX6046" fmla="*/ 1817207 w 12184003"/>
                <a:gd name="connsiteY6046" fmla="*/ 6629407 h 6857801"/>
                <a:gd name="connsiteX6047" fmla="*/ 1821893 w 12184003"/>
                <a:gd name="connsiteY6047" fmla="*/ 6629407 h 6857801"/>
                <a:gd name="connsiteX6048" fmla="*/ 2018976 w 12184003"/>
                <a:gd name="connsiteY6048" fmla="*/ 6432324 h 6857801"/>
                <a:gd name="connsiteX6049" fmla="*/ 1854742 w 12184003"/>
                <a:gd name="connsiteY6049" fmla="*/ 6432324 h 6857801"/>
                <a:gd name="connsiteX6050" fmla="*/ 1576635 w 12184003"/>
                <a:gd name="connsiteY6050" fmla="*/ 6710430 h 6857801"/>
                <a:gd name="connsiteX6051" fmla="*/ 1160574 w 12184003"/>
                <a:gd name="connsiteY6051" fmla="*/ 6710430 h 6857801"/>
                <a:gd name="connsiteX6052" fmla="*/ 1012277 w 12184003"/>
                <a:gd name="connsiteY6052" fmla="*/ 6857801 h 6857801"/>
                <a:gd name="connsiteX6053" fmla="*/ 947509 w 12184003"/>
                <a:gd name="connsiteY6053" fmla="*/ 6857801 h 6857801"/>
                <a:gd name="connsiteX6054" fmla="*/ 1140865 w 12184003"/>
                <a:gd name="connsiteY6054" fmla="*/ 6664444 h 6857801"/>
                <a:gd name="connsiteX6055" fmla="*/ 1464932 w 12184003"/>
                <a:gd name="connsiteY6055" fmla="*/ 6664444 h 6857801"/>
                <a:gd name="connsiteX6056" fmla="*/ 1729917 w 12184003"/>
                <a:gd name="connsiteY6056" fmla="*/ 6397287 h 6857801"/>
                <a:gd name="connsiteX6057" fmla="*/ 1824083 w 12184003"/>
                <a:gd name="connsiteY6057" fmla="*/ 6397287 h 6857801"/>
                <a:gd name="connsiteX6058" fmla="*/ 1937953 w 12184003"/>
                <a:gd name="connsiteY6058" fmla="*/ 6283417 h 6857801"/>
                <a:gd name="connsiteX6059" fmla="*/ 1937953 w 12184003"/>
                <a:gd name="connsiteY6059" fmla="*/ 6025648 h 6857801"/>
                <a:gd name="connsiteX6060" fmla="*/ 1916050 w 12184003"/>
                <a:gd name="connsiteY6060" fmla="*/ 6016261 h 6857801"/>
                <a:gd name="connsiteX6061" fmla="*/ 1916050 w 12184003"/>
                <a:gd name="connsiteY6061" fmla="*/ 5924288 h 6857801"/>
                <a:gd name="connsiteX6062" fmla="*/ 1962037 w 12184003"/>
                <a:gd name="connsiteY6062" fmla="*/ 5904580 h 6857801"/>
                <a:gd name="connsiteX6063" fmla="*/ 1980505 w 12184003"/>
                <a:gd name="connsiteY6063" fmla="*/ 5912496 h 6857801"/>
                <a:gd name="connsiteX6064" fmla="*/ 2278206 w 12184003"/>
                <a:gd name="connsiteY6064" fmla="*/ 5615525 h 6857801"/>
                <a:gd name="connsiteX6065" fmla="*/ 2119863 w 12184003"/>
                <a:gd name="connsiteY6065" fmla="*/ 5615525 h 6857801"/>
                <a:gd name="connsiteX6066" fmla="*/ 2115333 w 12184003"/>
                <a:gd name="connsiteY6066" fmla="*/ 5626474 h 6857801"/>
                <a:gd name="connsiteX6067" fmla="*/ 2051820 w 12184003"/>
                <a:gd name="connsiteY6067" fmla="*/ 5626474 h 6857801"/>
                <a:gd name="connsiteX6068" fmla="*/ 2047290 w 12184003"/>
                <a:gd name="connsiteY6068" fmla="*/ 5615525 h 6857801"/>
                <a:gd name="connsiteX6069" fmla="*/ 1999265 w 12184003"/>
                <a:gd name="connsiteY6069" fmla="*/ 5615525 h 6857801"/>
                <a:gd name="connsiteX6070" fmla="*/ 1790027 w 12184003"/>
                <a:gd name="connsiteY6070" fmla="*/ 5824762 h 6857801"/>
                <a:gd name="connsiteX6071" fmla="*/ 1796700 w 12184003"/>
                <a:gd name="connsiteY6071" fmla="*/ 5841076 h 6857801"/>
                <a:gd name="connsiteX6072" fmla="*/ 1786846 w 12184003"/>
                <a:gd name="connsiteY6072" fmla="*/ 5865163 h 6857801"/>
                <a:gd name="connsiteX6073" fmla="*/ 1767144 w 12184003"/>
                <a:gd name="connsiteY6073" fmla="*/ 5873224 h 6857801"/>
                <a:gd name="connsiteX6074" fmla="*/ 1767144 w 12184003"/>
                <a:gd name="connsiteY6074" fmla="*/ 6300935 h 6857801"/>
                <a:gd name="connsiteX6075" fmla="*/ 1445242 w 12184003"/>
                <a:gd name="connsiteY6075" fmla="*/ 6625028 h 6857801"/>
                <a:gd name="connsiteX6076" fmla="*/ 1432103 w 12184003"/>
                <a:gd name="connsiteY6076" fmla="*/ 6611888 h 6857801"/>
                <a:gd name="connsiteX6077" fmla="*/ 1749625 w 12184003"/>
                <a:gd name="connsiteY6077" fmla="*/ 6294367 h 6857801"/>
                <a:gd name="connsiteX6078" fmla="*/ 1749625 w 12184003"/>
                <a:gd name="connsiteY6078" fmla="*/ 5869645 h 6857801"/>
                <a:gd name="connsiteX6079" fmla="*/ 1738671 w 12184003"/>
                <a:gd name="connsiteY6079" fmla="*/ 5865163 h 6857801"/>
                <a:gd name="connsiteX6080" fmla="*/ 1738671 w 12184003"/>
                <a:gd name="connsiteY6080" fmla="*/ 5816988 h 6857801"/>
                <a:gd name="connsiteX6081" fmla="*/ 1762759 w 12184003"/>
                <a:gd name="connsiteY6081" fmla="*/ 5807134 h 6857801"/>
                <a:gd name="connsiteX6082" fmla="*/ 1775971 w 12184003"/>
                <a:gd name="connsiteY6082" fmla="*/ 5812540 h 6857801"/>
                <a:gd name="connsiteX6083" fmla="*/ 1981745 w 12184003"/>
                <a:gd name="connsiteY6083" fmla="*/ 5606765 h 6857801"/>
                <a:gd name="connsiteX6084" fmla="*/ 1743054 w 12184003"/>
                <a:gd name="connsiteY6084" fmla="*/ 5606765 h 6857801"/>
                <a:gd name="connsiteX6085" fmla="*/ 1281711 w 12184003"/>
                <a:gd name="connsiteY6085" fmla="*/ 6068113 h 6857801"/>
                <a:gd name="connsiteX6086" fmla="*/ 1286478 w 12184003"/>
                <a:gd name="connsiteY6086" fmla="*/ 6079765 h 6857801"/>
                <a:gd name="connsiteX6087" fmla="*/ 1276623 w 12184003"/>
                <a:gd name="connsiteY6087" fmla="*/ 6103852 h 6857801"/>
                <a:gd name="connsiteX6088" fmla="*/ 1265959 w 12184003"/>
                <a:gd name="connsiteY6088" fmla="*/ 6108215 h 6857801"/>
                <a:gd name="connsiteX6089" fmla="*/ 1267868 w 12184003"/>
                <a:gd name="connsiteY6089" fmla="*/ 6272468 h 6857801"/>
                <a:gd name="connsiteX6090" fmla="*/ 1191231 w 12184003"/>
                <a:gd name="connsiteY6090" fmla="*/ 6347440 h 6857801"/>
                <a:gd name="connsiteX6091" fmla="*/ 1191231 w 12184003"/>
                <a:gd name="connsiteY6091" fmla="*/ 6533054 h 6857801"/>
                <a:gd name="connsiteX6092" fmla="*/ 868110 w 12184003"/>
                <a:gd name="connsiteY6092" fmla="*/ 6857801 h 6857801"/>
                <a:gd name="connsiteX6093" fmla="*/ 834128 w 12184003"/>
                <a:gd name="connsiteY6093" fmla="*/ 6857801 h 6857801"/>
                <a:gd name="connsiteX6094" fmla="*/ 1169333 w 12184003"/>
                <a:gd name="connsiteY6094" fmla="*/ 6524297 h 6857801"/>
                <a:gd name="connsiteX6095" fmla="*/ 1169333 w 12184003"/>
                <a:gd name="connsiteY6095" fmla="*/ 6368862 h 6857801"/>
                <a:gd name="connsiteX6096" fmla="*/ 1167139 w 12184003"/>
                <a:gd name="connsiteY6096" fmla="*/ 6371009 h 6857801"/>
                <a:gd name="connsiteX6097" fmla="*/ 1156189 w 12184003"/>
                <a:gd name="connsiteY6097" fmla="*/ 6360061 h 6857801"/>
                <a:gd name="connsiteX6098" fmla="*/ 1169333 w 12184003"/>
                <a:gd name="connsiteY6098" fmla="*/ 6346917 h 6857801"/>
                <a:gd name="connsiteX6099" fmla="*/ 1169333 w 12184003"/>
                <a:gd name="connsiteY6099" fmla="*/ 5950342 h 6857801"/>
                <a:gd name="connsiteX6100" fmla="*/ 1167940 w 12184003"/>
                <a:gd name="connsiteY6100" fmla="*/ 5949766 h 6857801"/>
                <a:gd name="connsiteX6101" fmla="*/ 1161554 w 12184003"/>
                <a:gd name="connsiteY6101" fmla="*/ 5956151 h 6857801"/>
                <a:gd name="connsiteX6102" fmla="*/ 1168228 w 12184003"/>
                <a:gd name="connsiteY6102" fmla="*/ 5972465 h 6857801"/>
                <a:gd name="connsiteX6103" fmla="*/ 1158374 w 12184003"/>
                <a:gd name="connsiteY6103" fmla="*/ 5996553 h 6857801"/>
                <a:gd name="connsiteX6104" fmla="*/ 1140861 w 12184003"/>
                <a:gd name="connsiteY6104" fmla="*/ 6003717 h 6857801"/>
                <a:gd name="connsiteX6105" fmla="*/ 1140861 w 12184003"/>
                <a:gd name="connsiteY6105" fmla="*/ 6329404 h 6857801"/>
                <a:gd name="connsiteX6106" fmla="*/ 1125532 w 12184003"/>
                <a:gd name="connsiteY6106" fmla="*/ 6329404 h 6857801"/>
                <a:gd name="connsiteX6107" fmla="*/ 1125532 w 12184003"/>
                <a:gd name="connsiteY6107" fmla="*/ 6002825 h 6857801"/>
                <a:gd name="connsiteX6108" fmla="*/ 1110199 w 12184003"/>
                <a:gd name="connsiteY6108" fmla="*/ 5996553 h 6857801"/>
                <a:gd name="connsiteX6109" fmla="*/ 1110199 w 12184003"/>
                <a:gd name="connsiteY6109" fmla="*/ 5948377 h 6857801"/>
                <a:gd name="connsiteX6110" fmla="*/ 1134287 w 12184003"/>
                <a:gd name="connsiteY6110" fmla="*/ 5938522 h 6857801"/>
                <a:gd name="connsiteX6111" fmla="*/ 1149055 w 12184003"/>
                <a:gd name="connsiteY6111" fmla="*/ 5944564 h 6857801"/>
                <a:gd name="connsiteX6112" fmla="*/ 1152719 w 12184003"/>
                <a:gd name="connsiteY6112" fmla="*/ 5940899 h 6857801"/>
                <a:gd name="connsiteX6113" fmla="*/ 1140861 w 12184003"/>
                <a:gd name="connsiteY6113" fmla="*/ 5912245 h 6857801"/>
                <a:gd name="connsiteX6114" fmla="*/ 1154001 w 12184003"/>
                <a:gd name="connsiteY6114" fmla="*/ 5880493 h 6857801"/>
                <a:gd name="connsiteX6115" fmla="*/ 1185752 w 12184003"/>
                <a:gd name="connsiteY6115" fmla="*/ 5867354 h 6857801"/>
                <a:gd name="connsiteX6116" fmla="*/ 1203566 w 12184003"/>
                <a:gd name="connsiteY6116" fmla="*/ 5874726 h 6857801"/>
                <a:gd name="connsiteX6117" fmla="*/ 1402576 w 12184003"/>
                <a:gd name="connsiteY6117" fmla="*/ 5675715 h 6857801"/>
                <a:gd name="connsiteX6118" fmla="*/ 1400348 w 12184003"/>
                <a:gd name="connsiteY6118" fmla="*/ 5670270 h 6857801"/>
                <a:gd name="connsiteX6119" fmla="*/ 1410202 w 12184003"/>
                <a:gd name="connsiteY6119" fmla="*/ 5646182 h 6857801"/>
                <a:gd name="connsiteX6120" fmla="*/ 1434289 w 12184003"/>
                <a:gd name="connsiteY6120" fmla="*/ 5636329 h 6857801"/>
                <a:gd name="connsiteX6121" fmla="*/ 1439735 w 12184003"/>
                <a:gd name="connsiteY6121" fmla="*/ 5638556 h 6857801"/>
                <a:gd name="connsiteX6122" fmla="*/ 1495612 w 12184003"/>
                <a:gd name="connsiteY6122" fmla="*/ 5582678 h 6857801"/>
                <a:gd name="connsiteX6123" fmla="*/ 1645005 w 12184003"/>
                <a:gd name="connsiteY6123" fmla="*/ 5582678 h 6857801"/>
                <a:gd name="connsiteX6124" fmla="*/ 1735345 w 12184003"/>
                <a:gd name="connsiteY6124" fmla="*/ 5492895 h 6857801"/>
                <a:gd name="connsiteX6125" fmla="*/ 1263495 w 12184003"/>
                <a:gd name="connsiteY6125" fmla="*/ 5492895 h 6857801"/>
                <a:gd name="connsiteX6126" fmla="*/ 534786 w 12184003"/>
                <a:gd name="connsiteY6126" fmla="*/ 6219477 h 6857801"/>
                <a:gd name="connsiteX6127" fmla="*/ 540857 w 12184003"/>
                <a:gd name="connsiteY6127" fmla="*/ 6234147 h 6857801"/>
                <a:gd name="connsiteX6128" fmla="*/ 527717 w 12184003"/>
                <a:gd name="connsiteY6128" fmla="*/ 6265899 h 6857801"/>
                <a:gd name="connsiteX6129" fmla="*/ 514583 w 12184003"/>
                <a:gd name="connsiteY6129" fmla="*/ 6271024 h 6857801"/>
                <a:gd name="connsiteX6130" fmla="*/ 514583 w 12184003"/>
                <a:gd name="connsiteY6130" fmla="*/ 6495828 h 6857801"/>
                <a:gd name="connsiteX6131" fmla="*/ 381005 w 12184003"/>
                <a:gd name="connsiteY6131" fmla="*/ 6629407 h 6857801"/>
                <a:gd name="connsiteX6132" fmla="*/ 365677 w 12184003"/>
                <a:gd name="connsiteY6132" fmla="*/ 6611888 h 6857801"/>
                <a:gd name="connsiteX6133" fmla="*/ 492684 w 12184003"/>
                <a:gd name="connsiteY6133" fmla="*/ 6487069 h 6857801"/>
                <a:gd name="connsiteX6134" fmla="*/ 492684 w 12184003"/>
                <a:gd name="connsiteY6134" fmla="*/ 6278478 h 6857801"/>
                <a:gd name="connsiteX6135" fmla="*/ 462025 w 12184003"/>
                <a:gd name="connsiteY6135" fmla="*/ 6265899 h 6857801"/>
                <a:gd name="connsiteX6136" fmla="*/ 464214 w 12184003"/>
                <a:gd name="connsiteY6136" fmla="*/ 6265899 h 6857801"/>
                <a:gd name="connsiteX6137" fmla="*/ 464214 w 12184003"/>
                <a:gd name="connsiteY6137" fmla="*/ 6202394 h 6857801"/>
                <a:gd name="connsiteX6138" fmla="*/ 495966 w 12184003"/>
                <a:gd name="connsiteY6138" fmla="*/ 6189255 h 6857801"/>
                <a:gd name="connsiteX6139" fmla="*/ 523012 w 12184003"/>
                <a:gd name="connsiteY6139" fmla="*/ 6200448 h 6857801"/>
                <a:gd name="connsiteX6140" fmla="*/ 1252546 w 12184003"/>
                <a:gd name="connsiteY6140" fmla="*/ 5468807 h 6857801"/>
                <a:gd name="connsiteX6141" fmla="*/ 1759582 w 12184003"/>
                <a:gd name="connsiteY6141" fmla="*/ 5468807 h 6857801"/>
                <a:gd name="connsiteX6142" fmla="*/ 1894032 w 12184003"/>
                <a:gd name="connsiteY6142" fmla="*/ 5335188 h 6857801"/>
                <a:gd name="connsiteX6143" fmla="*/ 1888674 w 12184003"/>
                <a:gd name="connsiteY6143" fmla="*/ 5322090 h 6857801"/>
                <a:gd name="connsiteX6144" fmla="*/ 1898526 w 12184003"/>
                <a:gd name="connsiteY6144" fmla="*/ 5298002 h 6857801"/>
                <a:gd name="connsiteX6145" fmla="*/ 1946705 w 12184003"/>
                <a:gd name="connsiteY6145" fmla="*/ 5298002 h 6857801"/>
                <a:gd name="connsiteX6146" fmla="*/ 1951355 w 12184003"/>
                <a:gd name="connsiteY6146" fmla="*/ 5309373 h 6857801"/>
                <a:gd name="connsiteX6147" fmla="*/ 1985247 w 12184003"/>
                <a:gd name="connsiteY6147" fmla="*/ 5309835 h 6857801"/>
                <a:gd name="connsiteX6148" fmla="*/ 2159136 w 12184003"/>
                <a:gd name="connsiteY6148" fmla="*/ 5135957 h 6857801"/>
                <a:gd name="connsiteX6149" fmla="*/ 1924813 w 12184003"/>
                <a:gd name="connsiteY6149" fmla="*/ 5135957 h 6857801"/>
                <a:gd name="connsiteX6150" fmla="*/ 1841601 w 12184003"/>
                <a:gd name="connsiteY6150" fmla="*/ 5219169 h 6857801"/>
                <a:gd name="connsiteX6151" fmla="*/ 1442833 w 12184003"/>
                <a:gd name="connsiteY6151" fmla="*/ 5215142 h 6857801"/>
                <a:gd name="connsiteX6152" fmla="*/ 1432105 w 12184003"/>
                <a:gd name="connsiteY6152" fmla="*/ 5241067 h 6857801"/>
                <a:gd name="connsiteX6153" fmla="*/ 1400353 w 12184003"/>
                <a:gd name="connsiteY6153" fmla="*/ 5254206 h 6857801"/>
                <a:gd name="connsiteX6154" fmla="*/ 1377897 w 12184003"/>
                <a:gd name="connsiteY6154" fmla="*/ 5244914 h 6857801"/>
                <a:gd name="connsiteX6155" fmla="*/ 930644 w 12184003"/>
                <a:gd name="connsiteY6155" fmla="*/ 5692169 h 6857801"/>
                <a:gd name="connsiteX6156" fmla="*/ 782036 w 12184003"/>
                <a:gd name="connsiteY6156" fmla="*/ 5692169 h 6857801"/>
                <a:gd name="connsiteX6157" fmla="*/ 772974 w 12184003"/>
                <a:gd name="connsiteY6157" fmla="*/ 5714066 h 6857801"/>
                <a:gd name="connsiteX6158" fmla="*/ 741223 w 12184003"/>
                <a:gd name="connsiteY6158" fmla="*/ 5727205 h 6857801"/>
                <a:gd name="connsiteX6159" fmla="*/ 720316 w 12184003"/>
                <a:gd name="connsiteY6159" fmla="*/ 5718554 h 6857801"/>
                <a:gd name="connsiteX6160" fmla="*/ 370801 w 12184003"/>
                <a:gd name="connsiteY6160" fmla="*/ 6068070 h 6857801"/>
                <a:gd name="connsiteX6161" fmla="*/ 378812 w 12184003"/>
                <a:gd name="connsiteY6161" fmla="*/ 6087429 h 6857801"/>
                <a:gd name="connsiteX6162" fmla="*/ 365673 w 12184003"/>
                <a:gd name="connsiteY6162" fmla="*/ 6119181 h 6857801"/>
                <a:gd name="connsiteX6163" fmla="*/ 345968 w 12184003"/>
                <a:gd name="connsiteY6163" fmla="*/ 6127335 h 6857801"/>
                <a:gd name="connsiteX6164" fmla="*/ 345968 w 12184003"/>
                <a:gd name="connsiteY6164" fmla="*/ 6572472 h 6857801"/>
                <a:gd name="connsiteX6165" fmla="*/ 324071 w 12184003"/>
                <a:gd name="connsiteY6165" fmla="*/ 6572472 h 6857801"/>
                <a:gd name="connsiteX6166" fmla="*/ 324071 w 12184003"/>
                <a:gd name="connsiteY6166" fmla="*/ 6128244 h 6857801"/>
                <a:gd name="connsiteX6167" fmla="*/ 302169 w 12184003"/>
                <a:gd name="connsiteY6167" fmla="*/ 6119181 h 6857801"/>
                <a:gd name="connsiteX6168" fmla="*/ 302169 w 12184003"/>
                <a:gd name="connsiteY6168" fmla="*/ 6121371 h 6857801"/>
                <a:gd name="connsiteX6169" fmla="*/ 302169 w 12184003"/>
                <a:gd name="connsiteY6169" fmla="*/ 6055677 h 6857801"/>
                <a:gd name="connsiteX6170" fmla="*/ 333920 w 12184003"/>
                <a:gd name="connsiteY6170" fmla="*/ 6042538 h 6857801"/>
                <a:gd name="connsiteX6171" fmla="*/ 356382 w 12184003"/>
                <a:gd name="connsiteY6171" fmla="*/ 6051832 h 6857801"/>
                <a:gd name="connsiteX6172" fmla="*/ 704554 w 12184003"/>
                <a:gd name="connsiteY6172" fmla="*/ 5703658 h 6857801"/>
                <a:gd name="connsiteX6173" fmla="*/ 696332 w 12184003"/>
                <a:gd name="connsiteY6173" fmla="*/ 5682588 h 6857801"/>
                <a:gd name="connsiteX6174" fmla="*/ 709471 w 12184003"/>
                <a:gd name="connsiteY6174" fmla="*/ 5650562 h 6857801"/>
                <a:gd name="connsiteX6175" fmla="*/ 772974 w 12184003"/>
                <a:gd name="connsiteY6175" fmla="*/ 5650562 h 6857801"/>
                <a:gd name="connsiteX6176" fmla="*/ 780915 w 12184003"/>
                <a:gd name="connsiteY6176" fmla="*/ 5669753 h 6857801"/>
                <a:gd name="connsiteX6177" fmla="*/ 919694 w 12184003"/>
                <a:gd name="connsiteY6177" fmla="*/ 5668081 h 6857801"/>
                <a:gd name="connsiteX6178" fmla="*/ 1362408 w 12184003"/>
                <a:gd name="connsiteY6178" fmla="*/ 5227387 h 6857801"/>
                <a:gd name="connsiteX6179" fmla="*/ 1355462 w 12184003"/>
                <a:gd name="connsiteY6179" fmla="*/ 5209590 h 6857801"/>
                <a:gd name="connsiteX6180" fmla="*/ 1368602 w 12184003"/>
                <a:gd name="connsiteY6180" fmla="*/ 5177563 h 6857801"/>
                <a:gd name="connsiteX6181" fmla="*/ 1432105 w 12184003"/>
                <a:gd name="connsiteY6181" fmla="*/ 5177563 h 6857801"/>
                <a:gd name="connsiteX6182" fmla="*/ 1437783 w 12184003"/>
                <a:gd name="connsiteY6182" fmla="*/ 5191286 h 6857801"/>
                <a:gd name="connsiteX6183" fmla="*/ 1832842 w 12184003"/>
                <a:gd name="connsiteY6183" fmla="*/ 5197271 h 6857801"/>
                <a:gd name="connsiteX6184" fmla="*/ 1894155 w 12184003"/>
                <a:gd name="connsiteY6184" fmla="*/ 5135957 h 6857801"/>
                <a:gd name="connsiteX6185" fmla="*/ 700732 w 12184003"/>
                <a:gd name="connsiteY6185" fmla="*/ 5135957 h 6857801"/>
                <a:gd name="connsiteX6186" fmla="*/ 586864 w 12184003"/>
                <a:gd name="connsiteY6186" fmla="*/ 5022086 h 6857801"/>
                <a:gd name="connsiteX6187" fmla="*/ 21898 w 12184003"/>
                <a:gd name="connsiteY6187" fmla="*/ 5022086 h 6857801"/>
                <a:gd name="connsiteX6188" fmla="*/ 21898 w 12184003"/>
                <a:gd name="connsiteY6188" fmla="*/ 4997999 h 6857801"/>
                <a:gd name="connsiteX6189" fmla="*/ 595623 w 12184003"/>
                <a:gd name="connsiteY6189" fmla="*/ 4997999 h 6857801"/>
                <a:gd name="connsiteX6190" fmla="*/ 711682 w 12184003"/>
                <a:gd name="connsiteY6190" fmla="*/ 5111868 h 6857801"/>
                <a:gd name="connsiteX6191" fmla="*/ 1918245 w 12184003"/>
                <a:gd name="connsiteY6191" fmla="*/ 5111868 h 6857801"/>
                <a:gd name="connsiteX6192" fmla="*/ 2058288 w 12184003"/>
                <a:gd name="connsiteY6192" fmla="*/ 4971829 h 6857801"/>
                <a:gd name="connsiteX6193" fmla="*/ 2049633 w 12184003"/>
                <a:gd name="connsiteY6193" fmla="*/ 4950918 h 6857801"/>
                <a:gd name="connsiteX6194" fmla="*/ 2062773 w 12184003"/>
                <a:gd name="connsiteY6194" fmla="*/ 4919165 h 6857801"/>
                <a:gd name="connsiteX6195" fmla="*/ 2126284 w 12184003"/>
                <a:gd name="connsiteY6195" fmla="*/ 4919165 h 6857801"/>
                <a:gd name="connsiteX6196" fmla="*/ 2126284 w 12184003"/>
                <a:gd name="connsiteY6196" fmla="*/ 4982669 h 6857801"/>
                <a:gd name="connsiteX6197" fmla="*/ 2094526 w 12184003"/>
                <a:gd name="connsiteY6197" fmla="*/ 4995808 h 6857801"/>
                <a:gd name="connsiteX6198" fmla="*/ 2073618 w 12184003"/>
                <a:gd name="connsiteY6198" fmla="*/ 4987156 h 6857801"/>
                <a:gd name="connsiteX6199" fmla="*/ 1948902 w 12184003"/>
                <a:gd name="connsiteY6199" fmla="*/ 5111868 h 6857801"/>
                <a:gd name="connsiteX6200" fmla="*/ 2159149 w 12184003"/>
                <a:gd name="connsiteY6200" fmla="*/ 5111868 h 6857801"/>
                <a:gd name="connsiteX6201" fmla="*/ 2310246 w 12184003"/>
                <a:gd name="connsiteY6201" fmla="*/ 4960771 h 6857801"/>
                <a:gd name="connsiteX6202" fmla="*/ 2334319 w 12184003"/>
                <a:gd name="connsiteY6202" fmla="*/ 4960771 h 6857801"/>
                <a:gd name="connsiteX6203" fmla="*/ 2423990 w 12184003"/>
                <a:gd name="connsiteY6203" fmla="*/ 4871098 h 6857801"/>
                <a:gd name="connsiteX6204" fmla="*/ 2415338 w 12184003"/>
                <a:gd name="connsiteY6204" fmla="*/ 4850186 h 6857801"/>
                <a:gd name="connsiteX6205" fmla="*/ 2428479 w 12184003"/>
                <a:gd name="connsiteY6205" fmla="*/ 4818434 h 6857801"/>
                <a:gd name="connsiteX6206" fmla="*/ 2491982 w 12184003"/>
                <a:gd name="connsiteY6206" fmla="*/ 4818434 h 6857801"/>
                <a:gd name="connsiteX6207" fmla="*/ 2500525 w 12184003"/>
                <a:gd name="connsiteY6207" fmla="*/ 4840331 h 6857801"/>
                <a:gd name="connsiteX6208" fmla="*/ 2822650 w 12184003"/>
                <a:gd name="connsiteY6208" fmla="*/ 4840331 h 6857801"/>
                <a:gd name="connsiteX6209" fmla="*/ 3051828 w 12184003"/>
                <a:gd name="connsiteY6209" fmla="*/ 4611150 h 6857801"/>
                <a:gd name="connsiteX6210" fmla="*/ 3043817 w 12184003"/>
                <a:gd name="connsiteY6210" fmla="*/ 4591789 h 6857801"/>
                <a:gd name="connsiteX6211" fmla="*/ 3056953 w 12184003"/>
                <a:gd name="connsiteY6211" fmla="*/ 4560037 h 6857801"/>
                <a:gd name="connsiteX6212" fmla="*/ 3076666 w 12184003"/>
                <a:gd name="connsiteY6212" fmla="*/ 4551881 h 6857801"/>
                <a:gd name="connsiteX6213" fmla="*/ 3076666 w 12184003"/>
                <a:gd name="connsiteY6213" fmla="*/ 4518413 h 6857801"/>
                <a:gd name="connsiteX6214" fmla="*/ 3065729 w 12184003"/>
                <a:gd name="connsiteY6214" fmla="*/ 4529379 h 6857801"/>
                <a:gd name="connsiteX6215" fmla="*/ 2474477 w 12184003"/>
                <a:gd name="connsiteY6215" fmla="*/ 4529379 h 6857801"/>
                <a:gd name="connsiteX6216" fmla="*/ 2362798 w 12184003"/>
                <a:gd name="connsiteY6216" fmla="*/ 4641059 h 6857801"/>
                <a:gd name="connsiteX6217" fmla="*/ 1278837 w 12184003"/>
                <a:gd name="connsiteY6217" fmla="*/ 4641059 h 6857801"/>
                <a:gd name="connsiteX6218" fmla="*/ 1193434 w 12184003"/>
                <a:gd name="connsiteY6218" fmla="*/ 4555657 h 6857801"/>
                <a:gd name="connsiteX6219" fmla="*/ 777370 w 12184003"/>
                <a:gd name="connsiteY6219" fmla="*/ 4555657 h 6857801"/>
                <a:gd name="connsiteX6220" fmla="*/ 777370 w 12184003"/>
                <a:gd name="connsiteY6220" fmla="*/ 4540327 h 6857801"/>
                <a:gd name="connsiteX6221" fmla="*/ 1200003 w 12184003"/>
                <a:gd name="connsiteY6221" fmla="*/ 4540327 h 6857801"/>
                <a:gd name="connsiteX6222" fmla="*/ 1285407 w 12184003"/>
                <a:gd name="connsiteY6222" fmla="*/ 4623541 h 6857801"/>
                <a:gd name="connsiteX6223" fmla="*/ 2356228 w 12184003"/>
                <a:gd name="connsiteY6223" fmla="*/ 4623541 h 6857801"/>
                <a:gd name="connsiteX6224" fmla="*/ 2467906 w 12184003"/>
                <a:gd name="connsiteY6224" fmla="*/ 4511860 h 6857801"/>
                <a:gd name="connsiteX6225" fmla="*/ 3056970 w 12184003"/>
                <a:gd name="connsiteY6225" fmla="*/ 4511860 h 6857801"/>
                <a:gd name="connsiteX6226" fmla="*/ 3076666 w 12184003"/>
                <a:gd name="connsiteY6226" fmla="*/ 4492222 h 6857801"/>
                <a:gd name="connsiteX6227" fmla="*/ 3076666 w 12184003"/>
                <a:gd name="connsiteY6227" fmla="*/ 4113315 h 6857801"/>
                <a:gd name="connsiteX6228" fmla="*/ 3155500 w 12184003"/>
                <a:gd name="connsiteY6228" fmla="*/ 4034482 h 6857801"/>
                <a:gd name="connsiteX6229" fmla="*/ 2677261 w 12184003"/>
                <a:gd name="connsiteY6229" fmla="*/ 4034482 h 6857801"/>
                <a:gd name="connsiteX6230" fmla="*/ 2669376 w 12184003"/>
                <a:gd name="connsiteY6230" fmla="*/ 4054189 h 6857801"/>
                <a:gd name="connsiteX6231" fmla="*/ 2636527 w 12184003"/>
                <a:gd name="connsiteY6231" fmla="*/ 4067328 h 6857801"/>
                <a:gd name="connsiteX6232" fmla="*/ 2619408 w 12184003"/>
                <a:gd name="connsiteY6232" fmla="*/ 4060480 h 6857801"/>
                <a:gd name="connsiteX6233" fmla="*/ 2189129 w 12184003"/>
                <a:gd name="connsiteY6233" fmla="*/ 4492664 h 6857801"/>
                <a:gd name="connsiteX6234" fmla="*/ 2194181 w 12184003"/>
                <a:gd name="connsiteY6234" fmla="*/ 4505291 h 6857801"/>
                <a:gd name="connsiteX6235" fmla="*/ 2148200 w 12184003"/>
                <a:gd name="connsiteY6235" fmla="*/ 4551277 h 6857801"/>
                <a:gd name="connsiteX6236" fmla="*/ 2115346 w 12184003"/>
                <a:gd name="connsiteY6236" fmla="*/ 4538139 h 6857801"/>
                <a:gd name="connsiteX6237" fmla="*/ 2111844 w 12184003"/>
                <a:gd name="connsiteY6237" fmla="*/ 4529379 h 6857801"/>
                <a:gd name="connsiteX6238" fmla="*/ 411681 w 12184003"/>
                <a:gd name="connsiteY6238" fmla="*/ 4529379 h 6857801"/>
                <a:gd name="connsiteX6239" fmla="*/ 100731 w 12184003"/>
                <a:gd name="connsiteY6239" fmla="*/ 4216236 h 6857801"/>
                <a:gd name="connsiteX6240" fmla="*/ 0 w 12184003"/>
                <a:gd name="connsiteY6240" fmla="*/ 4216236 h 6857801"/>
                <a:gd name="connsiteX6241" fmla="*/ 0 w 12184003"/>
                <a:gd name="connsiteY6241" fmla="*/ 4194338 h 6857801"/>
                <a:gd name="connsiteX6242" fmla="*/ 111679 w 12184003"/>
                <a:gd name="connsiteY6242" fmla="*/ 4194338 h 6857801"/>
                <a:gd name="connsiteX6243" fmla="*/ 422629 w 12184003"/>
                <a:gd name="connsiteY6243" fmla="*/ 4505290 h 6857801"/>
                <a:gd name="connsiteX6244" fmla="*/ 2102207 w 12184003"/>
                <a:gd name="connsiteY6244" fmla="*/ 4505290 h 6857801"/>
                <a:gd name="connsiteX6245" fmla="*/ 2115346 w 12184003"/>
                <a:gd name="connsiteY6245" fmla="*/ 4472444 h 6857801"/>
                <a:gd name="connsiteX6246" fmla="*/ 2148200 w 12184003"/>
                <a:gd name="connsiteY6246" fmla="*/ 4459305 h 6857801"/>
                <a:gd name="connsiteX6247" fmla="*/ 2177917 w 12184003"/>
                <a:gd name="connsiteY6247" fmla="*/ 4471193 h 6857801"/>
                <a:gd name="connsiteX6248" fmla="*/ 2601178 w 12184003"/>
                <a:gd name="connsiteY6248" fmla="*/ 4047934 h 6857801"/>
                <a:gd name="connsiteX6249" fmla="*/ 2590543 w 12184003"/>
                <a:gd name="connsiteY6249" fmla="*/ 4021343 h 6857801"/>
                <a:gd name="connsiteX6250" fmla="*/ 2636527 w 12184003"/>
                <a:gd name="connsiteY6250" fmla="*/ 3975357 h 6857801"/>
                <a:gd name="connsiteX6251" fmla="*/ 2669376 w 12184003"/>
                <a:gd name="connsiteY6251" fmla="*/ 3989316 h 6857801"/>
                <a:gd name="connsiteX6252" fmla="*/ 2678922 w 12184003"/>
                <a:gd name="connsiteY6252" fmla="*/ 4012583 h 6857801"/>
                <a:gd name="connsiteX6253" fmla="*/ 3168658 w 12184003"/>
                <a:gd name="connsiteY6253" fmla="*/ 4012583 h 6857801"/>
                <a:gd name="connsiteX6254" fmla="*/ 2982522 w 12184003"/>
                <a:gd name="connsiteY6254" fmla="*/ 3826449 h 6857801"/>
                <a:gd name="connsiteX6255" fmla="*/ 2737887 w 12184003"/>
                <a:gd name="connsiteY6255" fmla="*/ 3826449 h 6857801"/>
                <a:gd name="connsiteX6256" fmla="*/ 2731786 w 12184003"/>
                <a:gd name="connsiteY6256" fmla="*/ 3840684 h 6857801"/>
                <a:gd name="connsiteX6257" fmla="*/ 2708792 w 12184003"/>
                <a:gd name="connsiteY6257" fmla="*/ 3850538 h 6857801"/>
                <a:gd name="connsiteX6258" fmla="*/ 2697785 w 12184003"/>
                <a:gd name="connsiteY6258" fmla="*/ 3846214 h 6857801"/>
                <a:gd name="connsiteX6259" fmla="*/ 2378487 w 12184003"/>
                <a:gd name="connsiteY6259" fmla="*/ 4165509 h 6857801"/>
                <a:gd name="connsiteX6260" fmla="*/ 2382504 w 12184003"/>
                <a:gd name="connsiteY6260" fmla="*/ 4174630 h 6857801"/>
                <a:gd name="connsiteX6261" fmla="*/ 2347467 w 12184003"/>
                <a:gd name="connsiteY6261" fmla="*/ 4207477 h 6857801"/>
                <a:gd name="connsiteX6262" fmla="*/ 2324473 w 12184003"/>
                <a:gd name="connsiteY6262" fmla="*/ 4199266 h 6857801"/>
                <a:gd name="connsiteX6263" fmla="*/ 2321625 w 12184003"/>
                <a:gd name="connsiteY6263" fmla="*/ 4192147 h 6857801"/>
                <a:gd name="connsiteX6264" fmla="*/ 1064236 w 12184003"/>
                <a:gd name="connsiteY6264" fmla="*/ 4192147 h 6857801"/>
                <a:gd name="connsiteX6265" fmla="*/ 834305 w 12184003"/>
                <a:gd name="connsiteY6265" fmla="*/ 3962218 h 6857801"/>
                <a:gd name="connsiteX6266" fmla="*/ 759852 w 12184003"/>
                <a:gd name="connsiteY6266" fmla="*/ 3962218 h 6857801"/>
                <a:gd name="connsiteX6267" fmla="*/ 759852 w 12184003"/>
                <a:gd name="connsiteY6267" fmla="*/ 3944699 h 6857801"/>
                <a:gd name="connsiteX6268" fmla="*/ 840875 w 12184003"/>
                <a:gd name="connsiteY6268" fmla="*/ 3944699 h 6857801"/>
                <a:gd name="connsiteX6269" fmla="*/ 1070806 w 12184003"/>
                <a:gd name="connsiteY6269" fmla="*/ 4174629 h 6857801"/>
                <a:gd name="connsiteX6270" fmla="*/ 2314619 w 12184003"/>
                <a:gd name="connsiteY6270" fmla="*/ 4174629 h 6857801"/>
                <a:gd name="connsiteX6271" fmla="*/ 2323652 w 12184003"/>
                <a:gd name="connsiteY6271" fmla="*/ 4151637 h 6857801"/>
                <a:gd name="connsiteX6272" fmla="*/ 2347467 w 12184003"/>
                <a:gd name="connsiteY6272" fmla="*/ 4141783 h 6857801"/>
                <a:gd name="connsiteX6273" fmla="*/ 2369435 w 12184003"/>
                <a:gd name="connsiteY6273" fmla="*/ 4150473 h 6857801"/>
                <a:gd name="connsiteX6274" fmla="*/ 2683634 w 12184003"/>
                <a:gd name="connsiteY6274" fmla="*/ 3836278 h 6857801"/>
                <a:gd name="connsiteX6275" fmla="*/ 2675943 w 12184003"/>
                <a:gd name="connsiteY6275" fmla="*/ 3817691 h 6857801"/>
                <a:gd name="connsiteX6276" fmla="*/ 2708792 w 12184003"/>
                <a:gd name="connsiteY6276" fmla="*/ 3784844 h 6857801"/>
                <a:gd name="connsiteX6277" fmla="*/ 2731786 w 12184003"/>
                <a:gd name="connsiteY6277" fmla="*/ 3794698 h 6857801"/>
                <a:gd name="connsiteX6278" fmla="*/ 2737887 w 12184003"/>
                <a:gd name="connsiteY6278" fmla="*/ 3808930 h 6857801"/>
                <a:gd name="connsiteX6279" fmla="*/ 2965002 w 12184003"/>
                <a:gd name="connsiteY6279" fmla="*/ 3808930 h 6857801"/>
                <a:gd name="connsiteX6280" fmla="*/ 2914640 w 12184003"/>
                <a:gd name="connsiteY6280" fmla="*/ 3758565 h 6857801"/>
                <a:gd name="connsiteX6281" fmla="*/ 2892740 w 12184003"/>
                <a:gd name="connsiteY6281" fmla="*/ 3767325 h 6857801"/>
                <a:gd name="connsiteX6282" fmla="*/ 2859891 w 12184003"/>
                <a:gd name="connsiteY6282" fmla="*/ 3754186 h 6857801"/>
                <a:gd name="connsiteX6283" fmla="*/ 2851131 w 12184003"/>
                <a:gd name="connsiteY6283" fmla="*/ 3732288 h 6857801"/>
                <a:gd name="connsiteX6284" fmla="*/ 2102539 w 12184003"/>
                <a:gd name="connsiteY6284" fmla="*/ 3732288 h 6857801"/>
                <a:gd name="connsiteX6285" fmla="*/ 2056219 w 12184003"/>
                <a:gd name="connsiteY6285" fmla="*/ 3778273 h 6857801"/>
                <a:gd name="connsiteX6286" fmla="*/ 1946732 w 12184003"/>
                <a:gd name="connsiteY6286" fmla="*/ 3778273 h 6857801"/>
                <a:gd name="connsiteX6287" fmla="*/ 1754028 w 12184003"/>
                <a:gd name="connsiteY6287" fmla="*/ 3970977 h 6857801"/>
                <a:gd name="connsiteX6288" fmla="*/ 1424679 w 12184003"/>
                <a:gd name="connsiteY6288" fmla="*/ 3970977 h 6857801"/>
                <a:gd name="connsiteX6289" fmla="*/ 1421176 w 12184003"/>
                <a:gd name="connsiteY6289" fmla="*/ 3979736 h 6857801"/>
                <a:gd name="connsiteX6290" fmla="*/ 1388331 w 12184003"/>
                <a:gd name="connsiteY6290" fmla="*/ 3992875 h 6857801"/>
                <a:gd name="connsiteX6291" fmla="*/ 1342345 w 12184003"/>
                <a:gd name="connsiteY6291" fmla="*/ 3946889 h 6857801"/>
                <a:gd name="connsiteX6292" fmla="*/ 1388331 w 12184003"/>
                <a:gd name="connsiteY6292" fmla="*/ 3900903 h 6857801"/>
                <a:gd name="connsiteX6293" fmla="*/ 1434314 w 12184003"/>
                <a:gd name="connsiteY6293" fmla="*/ 3946889 h 6857801"/>
                <a:gd name="connsiteX6294" fmla="*/ 1745268 w 12184003"/>
                <a:gd name="connsiteY6294" fmla="*/ 3946889 h 6857801"/>
                <a:gd name="connsiteX6295" fmla="*/ 1913886 w 12184003"/>
                <a:gd name="connsiteY6295" fmla="*/ 3778273 h 6857801"/>
                <a:gd name="connsiteX6296" fmla="*/ 1813146 w 12184003"/>
                <a:gd name="connsiteY6296" fmla="*/ 3778273 h 6857801"/>
                <a:gd name="connsiteX6297" fmla="*/ 1809862 w 12184003"/>
                <a:gd name="connsiteY6297" fmla="*/ 3785939 h 6857801"/>
                <a:gd name="connsiteX6298" fmla="*/ 1786870 w 12184003"/>
                <a:gd name="connsiteY6298" fmla="*/ 3795792 h 6857801"/>
                <a:gd name="connsiteX6299" fmla="*/ 1754020 w 12184003"/>
                <a:gd name="connsiteY6299" fmla="*/ 3762946 h 6857801"/>
                <a:gd name="connsiteX6300" fmla="*/ 1763876 w 12184003"/>
                <a:gd name="connsiteY6300" fmla="*/ 3739952 h 6857801"/>
                <a:gd name="connsiteX6301" fmla="*/ 1781760 w 12184003"/>
                <a:gd name="connsiteY6301" fmla="*/ 3732288 h 6857801"/>
                <a:gd name="connsiteX6302" fmla="*/ 1307309 w 12184003"/>
                <a:gd name="connsiteY6302" fmla="*/ 3732288 h 6857801"/>
                <a:gd name="connsiteX6303" fmla="*/ 936665 w 12184003"/>
                <a:gd name="connsiteY6303" fmla="*/ 3360023 h 6857801"/>
                <a:gd name="connsiteX6304" fmla="*/ 52555 w 12184003"/>
                <a:gd name="connsiteY6304" fmla="*/ 3360023 h 6857801"/>
                <a:gd name="connsiteX6305" fmla="*/ 52555 w 12184003"/>
                <a:gd name="connsiteY6305" fmla="*/ 3314077 h 6857801"/>
                <a:gd name="connsiteX6306" fmla="*/ 799268 w 12184003"/>
                <a:gd name="connsiteY6306" fmla="*/ 3314077 h 6857801"/>
                <a:gd name="connsiteX6307" fmla="*/ 799268 w 12184003"/>
                <a:gd name="connsiteY6307" fmla="*/ 3292148 h 6857801"/>
                <a:gd name="connsiteX6308" fmla="*/ 869079 w 12184003"/>
                <a:gd name="connsiteY6308" fmla="*/ 3292148 h 6857801"/>
                <a:gd name="connsiteX6309" fmla="*/ 808032 w 12184003"/>
                <a:gd name="connsiteY6309" fmla="*/ 3230826 h 6857801"/>
                <a:gd name="connsiteX6310" fmla="*/ 45984 w 12184003"/>
                <a:gd name="connsiteY6310" fmla="*/ 3230826 h 6857801"/>
                <a:gd name="connsiteX6311" fmla="*/ 45984 w 12184003"/>
                <a:gd name="connsiteY6311" fmla="*/ 3206780 h 6857801"/>
                <a:gd name="connsiteX6312" fmla="*/ 816791 w 12184003"/>
                <a:gd name="connsiteY6312" fmla="*/ 3206780 h 6857801"/>
                <a:gd name="connsiteX6313" fmla="*/ 825550 w 12184003"/>
                <a:gd name="connsiteY6313" fmla="*/ 3215539 h 6857801"/>
                <a:gd name="connsiteX6314" fmla="*/ 1364240 w 12184003"/>
                <a:gd name="connsiteY6314" fmla="*/ 3215539 h 6857801"/>
                <a:gd name="connsiteX6315" fmla="*/ 1440881 w 12184003"/>
                <a:gd name="connsiteY6315" fmla="*/ 3292148 h 6857801"/>
                <a:gd name="connsiteX6316" fmla="*/ 1543801 w 12184003"/>
                <a:gd name="connsiteY6316" fmla="*/ 3292148 h 6857801"/>
                <a:gd name="connsiteX6317" fmla="*/ 1681760 w 12184003"/>
                <a:gd name="connsiteY6317" fmla="*/ 3430094 h 6857801"/>
                <a:gd name="connsiteX6318" fmla="*/ 1681935 w 12184003"/>
                <a:gd name="connsiteY6318" fmla="*/ 3430094 h 6857801"/>
                <a:gd name="connsiteX6319" fmla="*/ 1714612 w 12184003"/>
                <a:gd name="connsiteY6319" fmla="*/ 3397501 h 6857801"/>
                <a:gd name="connsiteX6320" fmla="*/ 1460805 w 12184003"/>
                <a:gd name="connsiteY6320" fmla="*/ 3145425 h 6857801"/>
                <a:gd name="connsiteX6321" fmla="*/ 821167 w 12184003"/>
                <a:gd name="connsiteY6321" fmla="*/ 3145425 h 6857801"/>
                <a:gd name="connsiteX6322" fmla="*/ 821167 w 12184003"/>
                <a:gd name="connsiteY6322" fmla="*/ 3114811 h 6857801"/>
                <a:gd name="connsiteX6323" fmla="*/ 83212 w 12184003"/>
                <a:gd name="connsiteY6323" fmla="*/ 3114811 h 6857801"/>
                <a:gd name="connsiteX6324" fmla="*/ 83212 w 12184003"/>
                <a:gd name="connsiteY6324" fmla="*/ 3068828 h 6857801"/>
                <a:gd name="connsiteX6325" fmla="*/ 1449645 w 12184003"/>
                <a:gd name="connsiteY6325" fmla="*/ 3068828 h 6857801"/>
                <a:gd name="connsiteX6326" fmla="*/ 1493443 w 12184003"/>
                <a:gd name="connsiteY6326" fmla="*/ 3112621 h 6857801"/>
                <a:gd name="connsiteX6327" fmla="*/ 1832856 w 12184003"/>
                <a:gd name="connsiteY6327" fmla="*/ 3112621 h 6857801"/>
                <a:gd name="connsiteX6328" fmla="*/ 1916454 w 12184003"/>
                <a:gd name="connsiteY6328" fmla="*/ 3196175 h 6857801"/>
                <a:gd name="connsiteX6329" fmla="*/ 1989285 w 12184003"/>
                <a:gd name="connsiteY6329" fmla="*/ 3123571 h 6857801"/>
                <a:gd name="connsiteX6330" fmla="*/ 1878847 w 12184003"/>
                <a:gd name="connsiteY6330" fmla="*/ 3123571 h 6857801"/>
                <a:gd name="connsiteX6331" fmla="*/ 1697094 w 12184003"/>
                <a:gd name="connsiteY6331" fmla="*/ 2941812 h 6857801"/>
                <a:gd name="connsiteX6332" fmla="*/ 1204384 w 12184003"/>
                <a:gd name="connsiteY6332" fmla="*/ 2941812 h 6857801"/>
                <a:gd name="connsiteX6333" fmla="*/ 1101461 w 12184003"/>
                <a:gd name="connsiteY6333" fmla="*/ 2838859 h 6857801"/>
                <a:gd name="connsiteX6334" fmla="*/ 602192 w 12184003"/>
                <a:gd name="connsiteY6334" fmla="*/ 2838859 h 6857801"/>
                <a:gd name="connsiteX6335" fmla="*/ 442337 w 12184003"/>
                <a:gd name="connsiteY6335" fmla="*/ 2679041 h 6857801"/>
                <a:gd name="connsiteX6336" fmla="*/ 420437 w 12184003"/>
                <a:gd name="connsiteY6336" fmla="*/ 2687801 h 6857801"/>
                <a:gd name="connsiteX6337" fmla="*/ 387591 w 12184003"/>
                <a:gd name="connsiteY6337" fmla="*/ 2674629 h 6857801"/>
                <a:gd name="connsiteX6338" fmla="*/ 379707 w 12184003"/>
                <a:gd name="connsiteY6338" fmla="*/ 2654952 h 6857801"/>
                <a:gd name="connsiteX6339" fmla="*/ 45986 w 12184003"/>
                <a:gd name="connsiteY6339" fmla="*/ 2654952 h 6857801"/>
                <a:gd name="connsiteX6340" fmla="*/ 45986 w 12184003"/>
                <a:gd name="connsiteY6340" fmla="*/ 2633015 h 6857801"/>
                <a:gd name="connsiteX6341" fmla="*/ 377956 w 12184003"/>
                <a:gd name="connsiteY6341" fmla="*/ 2633015 h 6857801"/>
                <a:gd name="connsiteX6342" fmla="*/ 387591 w 12184003"/>
                <a:gd name="connsiteY6342" fmla="*/ 2608969 h 6857801"/>
                <a:gd name="connsiteX6343" fmla="*/ 420437 w 12184003"/>
                <a:gd name="connsiteY6343" fmla="*/ 2595801 h 6857801"/>
                <a:gd name="connsiteX6344" fmla="*/ 466423 w 12184003"/>
                <a:gd name="connsiteY6344" fmla="*/ 2641775 h 6857801"/>
                <a:gd name="connsiteX6345" fmla="*/ 457664 w 12184003"/>
                <a:gd name="connsiteY6345" fmla="*/ 2663703 h 6857801"/>
                <a:gd name="connsiteX6346" fmla="*/ 610951 w 12184003"/>
                <a:gd name="connsiteY6346" fmla="*/ 2816994 h 6857801"/>
                <a:gd name="connsiteX6347" fmla="*/ 1044211 w 12184003"/>
                <a:gd name="connsiteY6347" fmla="*/ 2816994 h 6857801"/>
                <a:gd name="connsiteX6348" fmla="*/ 1039519 w 12184003"/>
                <a:gd name="connsiteY6348" fmla="*/ 2806014 h 6857801"/>
                <a:gd name="connsiteX6349" fmla="*/ 792699 w 12184003"/>
                <a:gd name="connsiteY6349" fmla="*/ 2806014 h 6857801"/>
                <a:gd name="connsiteX6350" fmla="*/ 792699 w 12184003"/>
                <a:gd name="connsiteY6350" fmla="*/ 2788486 h 6857801"/>
                <a:gd name="connsiteX6351" fmla="*/ 1039519 w 12184003"/>
                <a:gd name="connsiteY6351" fmla="*/ 2788486 h 6857801"/>
                <a:gd name="connsiteX6352" fmla="*/ 1045618 w 12184003"/>
                <a:gd name="connsiteY6352" fmla="*/ 2774289 h 6857801"/>
                <a:gd name="connsiteX6353" fmla="*/ 1068616 w 12184003"/>
                <a:gd name="connsiteY6353" fmla="*/ 2764399 h 6857801"/>
                <a:gd name="connsiteX6354" fmla="*/ 1101461 w 12184003"/>
                <a:gd name="connsiteY6354" fmla="*/ 2797246 h 6857801"/>
                <a:gd name="connsiteX6355" fmla="*/ 1096521 w 12184003"/>
                <a:gd name="connsiteY6355" fmla="*/ 2809865 h 6857801"/>
                <a:gd name="connsiteX6356" fmla="*/ 1103650 w 12184003"/>
                <a:gd name="connsiteY6356" fmla="*/ 2816994 h 6857801"/>
                <a:gd name="connsiteX6357" fmla="*/ 1381760 w 12184003"/>
                <a:gd name="connsiteY6357" fmla="*/ 2816994 h 6857801"/>
                <a:gd name="connsiteX6358" fmla="*/ 1263510 w 12184003"/>
                <a:gd name="connsiteY6358" fmla="*/ 2698747 h 6857801"/>
                <a:gd name="connsiteX6359" fmla="*/ 871536 w 12184003"/>
                <a:gd name="connsiteY6359" fmla="*/ 2698747 h 6857801"/>
                <a:gd name="connsiteX6360" fmla="*/ 575915 w 12184003"/>
                <a:gd name="connsiteY6360" fmla="*/ 2405314 h 6857801"/>
                <a:gd name="connsiteX6361" fmla="*/ 83213 w 12184003"/>
                <a:gd name="connsiteY6361" fmla="*/ 2405314 h 6857801"/>
                <a:gd name="connsiteX6362" fmla="*/ 83213 w 12184003"/>
                <a:gd name="connsiteY6362" fmla="*/ 2359329 h 6857801"/>
                <a:gd name="connsiteX6363" fmla="*/ 595623 w 12184003"/>
                <a:gd name="connsiteY6363" fmla="*/ 2359329 h 6857801"/>
                <a:gd name="connsiteX6364" fmla="*/ 823362 w 12184003"/>
                <a:gd name="connsiteY6364" fmla="*/ 2587072 h 6857801"/>
                <a:gd name="connsiteX6365" fmla="*/ 1200005 w 12184003"/>
                <a:gd name="connsiteY6365" fmla="*/ 2587072 h 6857801"/>
                <a:gd name="connsiteX6366" fmla="*/ 1265043 w 12184003"/>
                <a:gd name="connsiteY6366" fmla="*/ 2652764 h 6857801"/>
                <a:gd name="connsiteX6367" fmla="*/ 1429938 w 12184003"/>
                <a:gd name="connsiteY6367" fmla="*/ 2652764 h 6857801"/>
                <a:gd name="connsiteX6368" fmla="*/ 1607004 w 12184003"/>
                <a:gd name="connsiteY6368" fmla="*/ 2475651 h 6857801"/>
                <a:gd name="connsiteX6369" fmla="*/ 1605734 w 12184003"/>
                <a:gd name="connsiteY6369" fmla="*/ 2473813 h 6857801"/>
                <a:gd name="connsiteX6370" fmla="*/ 1600740 w 12184003"/>
                <a:gd name="connsiteY6370" fmla="*/ 2449072 h 6857801"/>
                <a:gd name="connsiteX6371" fmla="*/ 1664244 w 12184003"/>
                <a:gd name="connsiteY6371" fmla="*/ 2385602 h 6857801"/>
                <a:gd name="connsiteX6372" fmla="*/ 1709134 w 12184003"/>
                <a:gd name="connsiteY6372" fmla="*/ 2404211 h 6857801"/>
                <a:gd name="connsiteX6373" fmla="*/ 1721689 w 12184003"/>
                <a:gd name="connsiteY6373" fmla="*/ 2422785 h 6857801"/>
                <a:gd name="connsiteX6374" fmla="*/ 2141628 w 12184003"/>
                <a:gd name="connsiteY6374" fmla="*/ 2422785 h 6857801"/>
                <a:gd name="connsiteX6375" fmla="*/ 2029942 w 12184003"/>
                <a:gd name="connsiteY6375" fmla="*/ 2311106 h 6857801"/>
                <a:gd name="connsiteX6376" fmla="*/ 2018994 w 12184003"/>
                <a:gd name="connsiteY6376" fmla="*/ 2315532 h 6857801"/>
                <a:gd name="connsiteX6377" fmla="*/ 1973007 w 12184003"/>
                <a:gd name="connsiteY6377" fmla="*/ 2269500 h 6857801"/>
                <a:gd name="connsiteX6378" fmla="*/ 1977387 w 12184003"/>
                <a:gd name="connsiteY6378" fmla="*/ 2258551 h 6857801"/>
                <a:gd name="connsiteX6379" fmla="*/ 1942349 w 12184003"/>
                <a:gd name="connsiteY6379" fmla="*/ 2223515 h 6857801"/>
                <a:gd name="connsiteX6380" fmla="*/ 1646095 w 12184003"/>
                <a:gd name="connsiteY6380" fmla="*/ 2223515 h 6857801"/>
                <a:gd name="connsiteX6381" fmla="*/ 1639056 w 12184003"/>
                <a:gd name="connsiteY6381" fmla="*/ 2239977 h 6857801"/>
                <a:gd name="connsiteX6382" fmla="*/ 1616062 w 12184003"/>
                <a:gd name="connsiteY6382" fmla="*/ 2249792 h 6857801"/>
                <a:gd name="connsiteX6383" fmla="*/ 1597672 w 12184003"/>
                <a:gd name="connsiteY6383" fmla="*/ 2241910 h 6857801"/>
                <a:gd name="connsiteX6384" fmla="*/ 1294166 w 12184003"/>
                <a:gd name="connsiteY6384" fmla="*/ 2545423 h 6857801"/>
                <a:gd name="connsiteX6385" fmla="*/ 838685 w 12184003"/>
                <a:gd name="connsiteY6385" fmla="*/ 2545423 h 6857801"/>
                <a:gd name="connsiteX6386" fmla="*/ 838685 w 12184003"/>
                <a:gd name="connsiteY6386" fmla="*/ 2527901 h 6857801"/>
                <a:gd name="connsiteX6387" fmla="*/ 1287597 w 12184003"/>
                <a:gd name="connsiteY6387" fmla="*/ 2527901 h 6857801"/>
                <a:gd name="connsiteX6388" fmla="*/ 1588429 w 12184003"/>
                <a:gd name="connsiteY6388" fmla="*/ 2229152 h 6857801"/>
                <a:gd name="connsiteX6389" fmla="*/ 1583216 w 12184003"/>
                <a:gd name="connsiteY6389" fmla="*/ 2216946 h 6857801"/>
                <a:gd name="connsiteX6390" fmla="*/ 1616062 w 12184003"/>
                <a:gd name="connsiteY6390" fmla="*/ 2184099 h 6857801"/>
                <a:gd name="connsiteX6391" fmla="*/ 1639056 w 12184003"/>
                <a:gd name="connsiteY6391" fmla="*/ 2193992 h 6857801"/>
                <a:gd name="connsiteX6392" fmla="*/ 1645157 w 12184003"/>
                <a:gd name="connsiteY6392" fmla="*/ 2208188 h 6857801"/>
                <a:gd name="connsiteX6393" fmla="*/ 1941969 w 12184003"/>
                <a:gd name="connsiteY6393" fmla="*/ 2208188 h 6857801"/>
                <a:gd name="connsiteX6394" fmla="*/ 1770255 w 12184003"/>
                <a:gd name="connsiteY6394" fmla="*/ 2037445 h 6857801"/>
                <a:gd name="connsiteX6395" fmla="*/ 1113347 w 12184003"/>
                <a:gd name="connsiteY6395" fmla="*/ 2037445 h 6857801"/>
                <a:gd name="connsiteX6396" fmla="*/ 1109124 w 12184003"/>
                <a:gd name="connsiteY6396" fmla="*/ 2047298 h 6857801"/>
                <a:gd name="connsiteX6397" fmla="*/ 1086131 w 12184003"/>
                <a:gd name="connsiteY6397" fmla="*/ 2057151 h 6857801"/>
                <a:gd name="connsiteX6398" fmla="*/ 1078470 w 12184003"/>
                <a:gd name="connsiteY6398" fmla="*/ 2053869 h 6857801"/>
                <a:gd name="connsiteX6399" fmla="*/ 961313 w 12184003"/>
                <a:gd name="connsiteY6399" fmla="*/ 2170998 h 6857801"/>
                <a:gd name="connsiteX6400" fmla="*/ 856210 w 12184003"/>
                <a:gd name="connsiteY6400" fmla="*/ 2170998 h 6857801"/>
                <a:gd name="connsiteX6401" fmla="*/ 724821 w 12184003"/>
                <a:gd name="connsiteY6401" fmla="*/ 2302347 h 6857801"/>
                <a:gd name="connsiteX6402" fmla="*/ 105111 w 12184003"/>
                <a:gd name="connsiteY6402" fmla="*/ 2302347 h 6857801"/>
                <a:gd name="connsiteX6403" fmla="*/ 105111 w 12184003"/>
                <a:gd name="connsiteY6403" fmla="*/ 2280494 h 6857801"/>
                <a:gd name="connsiteX6404" fmla="*/ 713872 w 12184003"/>
                <a:gd name="connsiteY6404" fmla="*/ 2280494 h 6857801"/>
                <a:gd name="connsiteX6405" fmla="*/ 823363 w 12184003"/>
                <a:gd name="connsiteY6405" fmla="*/ 2170998 h 6857801"/>
                <a:gd name="connsiteX6406" fmla="*/ 821167 w 12184003"/>
                <a:gd name="connsiteY6406" fmla="*/ 2170998 h 6857801"/>
                <a:gd name="connsiteX6407" fmla="*/ 821167 w 12184003"/>
                <a:gd name="connsiteY6407" fmla="*/ 2155636 h 6857801"/>
                <a:gd name="connsiteX6408" fmla="*/ 838691 w 12184003"/>
                <a:gd name="connsiteY6408" fmla="*/ 2155636 h 6857801"/>
                <a:gd name="connsiteX6409" fmla="*/ 1118672 w 12184003"/>
                <a:gd name="connsiteY6409" fmla="*/ 1875714 h 6857801"/>
                <a:gd name="connsiteX6410" fmla="*/ 1117670 w 12184003"/>
                <a:gd name="connsiteY6410" fmla="*/ 1873209 h 6857801"/>
                <a:gd name="connsiteX6411" fmla="*/ 1108654 w 12184003"/>
                <a:gd name="connsiteY6411" fmla="*/ 1873209 h 6857801"/>
                <a:gd name="connsiteX6412" fmla="*/ 1102552 w 12184003"/>
                <a:gd name="connsiteY6412" fmla="*/ 1887443 h 6857801"/>
                <a:gd name="connsiteX6413" fmla="*/ 1079562 w 12184003"/>
                <a:gd name="connsiteY6413" fmla="*/ 1897297 h 6857801"/>
                <a:gd name="connsiteX6414" fmla="*/ 1065658 w 12184003"/>
                <a:gd name="connsiteY6414" fmla="*/ 1891337 h 6857801"/>
                <a:gd name="connsiteX6415" fmla="*/ 832118 w 12184003"/>
                <a:gd name="connsiteY6415" fmla="*/ 2122790 h 6857801"/>
                <a:gd name="connsiteX6416" fmla="*/ 821168 w 12184003"/>
                <a:gd name="connsiteY6416" fmla="*/ 2111838 h 6857801"/>
                <a:gd name="connsiteX6417" fmla="*/ 1052687 w 12184003"/>
                <a:gd name="connsiteY6417" fmla="*/ 1878384 h 6857801"/>
                <a:gd name="connsiteX6418" fmla="*/ 1046712 w 12184003"/>
                <a:gd name="connsiteY6418" fmla="*/ 1864450 h 6857801"/>
                <a:gd name="connsiteX6419" fmla="*/ 1079562 w 12184003"/>
                <a:gd name="connsiteY6419" fmla="*/ 1831603 h 6857801"/>
                <a:gd name="connsiteX6420" fmla="*/ 1102552 w 12184003"/>
                <a:gd name="connsiteY6420" fmla="*/ 1841458 h 6857801"/>
                <a:gd name="connsiteX6421" fmla="*/ 1108654 w 12184003"/>
                <a:gd name="connsiteY6421" fmla="*/ 1855690 h 6857801"/>
                <a:gd name="connsiteX6422" fmla="*/ 1114166 w 12184003"/>
                <a:gd name="connsiteY6422" fmla="*/ 1855690 h 6857801"/>
                <a:gd name="connsiteX6423" fmla="*/ 1125552 w 12184003"/>
                <a:gd name="connsiteY6423" fmla="*/ 1827224 h 6857801"/>
                <a:gd name="connsiteX6424" fmla="*/ 1158402 w 12184003"/>
                <a:gd name="connsiteY6424" fmla="*/ 1814084 h 6857801"/>
                <a:gd name="connsiteX6425" fmla="*/ 1191247 w 12184003"/>
                <a:gd name="connsiteY6425" fmla="*/ 1827224 h 6857801"/>
                <a:gd name="connsiteX6426" fmla="*/ 1198254 w 12184003"/>
                <a:gd name="connsiteY6426" fmla="*/ 1844742 h 6857801"/>
                <a:gd name="connsiteX6427" fmla="*/ 1479982 w 12184003"/>
                <a:gd name="connsiteY6427" fmla="*/ 1844742 h 6857801"/>
                <a:gd name="connsiteX6428" fmla="*/ 1481390 w 12184003"/>
                <a:gd name="connsiteY6428" fmla="*/ 1841458 h 6857801"/>
                <a:gd name="connsiteX6429" fmla="*/ 1504383 w 12184003"/>
                <a:gd name="connsiteY6429" fmla="*/ 1831603 h 6857801"/>
                <a:gd name="connsiteX6430" fmla="*/ 1527373 w 12184003"/>
                <a:gd name="connsiteY6430" fmla="*/ 1841458 h 6857801"/>
                <a:gd name="connsiteX6431" fmla="*/ 1528783 w 12184003"/>
                <a:gd name="connsiteY6431" fmla="*/ 1844742 h 6857801"/>
                <a:gd name="connsiteX6432" fmla="*/ 1609501 w 12184003"/>
                <a:gd name="connsiteY6432" fmla="*/ 1844742 h 6857801"/>
                <a:gd name="connsiteX6433" fmla="*/ 1716802 w 12184003"/>
                <a:gd name="connsiteY6433" fmla="*/ 1952042 h 6857801"/>
                <a:gd name="connsiteX6434" fmla="*/ 1846001 w 12184003"/>
                <a:gd name="connsiteY6434" fmla="*/ 1952042 h 6857801"/>
                <a:gd name="connsiteX6435" fmla="*/ 1510964 w 12184003"/>
                <a:gd name="connsiteY6435" fmla="*/ 1617001 h 6857801"/>
                <a:gd name="connsiteX6436" fmla="*/ 482626 w 12184003"/>
                <a:gd name="connsiteY6436" fmla="*/ 1617001 h 6857801"/>
                <a:gd name="connsiteX6437" fmla="*/ 477370 w 12184003"/>
                <a:gd name="connsiteY6437" fmla="*/ 1630140 h 6857801"/>
                <a:gd name="connsiteX6438" fmla="*/ 444524 w 12184003"/>
                <a:gd name="connsiteY6438" fmla="*/ 1643278 h 6857801"/>
                <a:gd name="connsiteX6439" fmla="*/ 431829 w 12184003"/>
                <a:gd name="connsiteY6439" fmla="*/ 1638201 h 6857801"/>
                <a:gd name="connsiteX6440" fmla="*/ 271534 w 12184003"/>
                <a:gd name="connsiteY6440" fmla="*/ 1796566 h 6857801"/>
                <a:gd name="connsiteX6441" fmla="*/ 83213 w 12184003"/>
                <a:gd name="connsiteY6441" fmla="*/ 1796566 h 6857801"/>
                <a:gd name="connsiteX6442" fmla="*/ 83213 w 12184003"/>
                <a:gd name="connsiteY6442" fmla="*/ 1774668 h 6857801"/>
                <a:gd name="connsiteX6443" fmla="*/ 262775 w 12184003"/>
                <a:gd name="connsiteY6443" fmla="*/ 1774668 h 6857801"/>
                <a:gd name="connsiteX6444" fmla="*/ 409915 w 12184003"/>
                <a:gd name="connsiteY6444" fmla="*/ 1625733 h 6857801"/>
                <a:gd name="connsiteX6445" fmla="*/ 398538 w 12184003"/>
                <a:gd name="connsiteY6445" fmla="*/ 1597293 h 6857801"/>
                <a:gd name="connsiteX6446" fmla="*/ 444524 w 12184003"/>
                <a:gd name="connsiteY6446" fmla="*/ 1551307 h 6857801"/>
                <a:gd name="connsiteX6447" fmla="*/ 477370 w 12184003"/>
                <a:gd name="connsiteY6447" fmla="*/ 1564446 h 6857801"/>
                <a:gd name="connsiteX6448" fmla="*/ 488758 w 12184003"/>
                <a:gd name="connsiteY6448" fmla="*/ 1592913 h 6857801"/>
                <a:gd name="connsiteX6449" fmla="*/ 1519718 w 12184003"/>
                <a:gd name="connsiteY6449" fmla="*/ 1592913 h 6857801"/>
                <a:gd name="connsiteX6450" fmla="*/ 1878847 w 12184003"/>
                <a:gd name="connsiteY6450" fmla="*/ 1952042 h 6857801"/>
                <a:gd name="connsiteX6451" fmla="*/ 2067478 w 12184003"/>
                <a:gd name="connsiteY6451" fmla="*/ 1952042 h 6857801"/>
                <a:gd name="connsiteX6452" fmla="*/ 2072640 w 12184003"/>
                <a:gd name="connsiteY6452" fmla="*/ 1939999 h 6857801"/>
                <a:gd name="connsiteX6453" fmla="*/ 2088827 w 12184003"/>
                <a:gd name="connsiteY6453" fmla="*/ 1933062 h 6857801"/>
                <a:gd name="connsiteX6454" fmla="*/ 1771537 w 12184003"/>
                <a:gd name="connsiteY6454" fmla="*/ 1617002 h 6857801"/>
                <a:gd name="connsiteX6455" fmla="*/ 1556937 w 12184003"/>
                <a:gd name="connsiteY6455" fmla="*/ 1617002 h 6857801"/>
                <a:gd name="connsiteX6456" fmla="*/ 1462773 w 12184003"/>
                <a:gd name="connsiteY6456" fmla="*/ 1522840 h 6857801"/>
                <a:gd name="connsiteX6457" fmla="*/ 1134315 w 12184003"/>
                <a:gd name="connsiteY6457" fmla="*/ 1522840 h 6857801"/>
                <a:gd name="connsiteX6458" fmla="*/ 1029677 w 12184003"/>
                <a:gd name="connsiteY6458" fmla="*/ 1418207 h 6857801"/>
                <a:gd name="connsiteX6459" fmla="*/ 1009490 w 12184003"/>
                <a:gd name="connsiteY6459" fmla="*/ 1426490 h 6857801"/>
                <a:gd name="connsiteX6460" fmla="*/ 976643 w 12184003"/>
                <a:gd name="connsiteY6460" fmla="*/ 1412531 h 6857801"/>
                <a:gd name="connsiteX6461" fmla="*/ 968896 w 12184003"/>
                <a:gd name="connsiteY6461" fmla="*/ 1393646 h 6857801"/>
                <a:gd name="connsiteX6462" fmla="*/ 474304 w 12184003"/>
                <a:gd name="connsiteY6462" fmla="*/ 1393646 h 6857801"/>
                <a:gd name="connsiteX6463" fmla="*/ 466422 w 12184003"/>
                <a:gd name="connsiteY6463" fmla="*/ 1413352 h 6857801"/>
                <a:gd name="connsiteX6464" fmla="*/ 433576 w 12184003"/>
                <a:gd name="connsiteY6464" fmla="*/ 1426490 h 6857801"/>
                <a:gd name="connsiteX6465" fmla="*/ 415305 w 12184003"/>
                <a:gd name="connsiteY6465" fmla="*/ 1422692 h 6857801"/>
                <a:gd name="connsiteX6466" fmla="*/ 411438 w 12184003"/>
                <a:gd name="connsiteY6466" fmla="*/ 1419998 h 6857801"/>
                <a:gd name="connsiteX6467" fmla="*/ 98541 w 12184003"/>
                <a:gd name="connsiteY6467" fmla="*/ 1730871 h 6857801"/>
                <a:gd name="connsiteX6468" fmla="*/ 83213 w 12184003"/>
                <a:gd name="connsiteY6468" fmla="*/ 1715543 h 6857801"/>
                <a:gd name="connsiteX6469" fmla="*/ 396510 w 12184003"/>
                <a:gd name="connsiteY6469" fmla="*/ 1402251 h 6857801"/>
                <a:gd name="connsiteX6470" fmla="*/ 387590 w 12184003"/>
                <a:gd name="connsiteY6470" fmla="*/ 1380509 h 6857801"/>
                <a:gd name="connsiteX6471" fmla="*/ 433576 w 12184003"/>
                <a:gd name="connsiteY6471" fmla="*/ 1334523 h 6857801"/>
                <a:gd name="connsiteX6472" fmla="*/ 466422 w 12184003"/>
                <a:gd name="connsiteY6472" fmla="*/ 1347658 h 6857801"/>
                <a:gd name="connsiteX6473" fmla="*/ 476058 w 12184003"/>
                <a:gd name="connsiteY6473" fmla="*/ 1371747 h 6857801"/>
                <a:gd name="connsiteX6474" fmla="*/ 967008 w 12184003"/>
                <a:gd name="connsiteY6474" fmla="*/ 1371747 h 6857801"/>
                <a:gd name="connsiteX6475" fmla="*/ 976643 w 12184003"/>
                <a:gd name="connsiteY6475" fmla="*/ 1347658 h 6857801"/>
                <a:gd name="connsiteX6476" fmla="*/ 1009490 w 12184003"/>
                <a:gd name="connsiteY6476" fmla="*/ 1334523 h 6857801"/>
                <a:gd name="connsiteX6477" fmla="*/ 1055479 w 12184003"/>
                <a:gd name="connsiteY6477" fmla="*/ 1380509 h 6857801"/>
                <a:gd name="connsiteX6478" fmla="*/ 1051681 w 12184003"/>
                <a:gd name="connsiteY6478" fmla="*/ 1398777 h 6857801"/>
                <a:gd name="connsiteX6479" fmla="*/ 1047485 w 12184003"/>
                <a:gd name="connsiteY6479" fmla="*/ 1404788 h 6857801"/>
                <a:gd name="connsiteX6480" fmla="*/ 1143076 w 12184003"/>
                <a:gd name="connsiteY6480" fmla="*/ 1498754 h 6857801"/>
                <a:gd name="connsiteX6481" fmla="*/ 1438689 w 12184003"/>
                <a:gd name="connsiteY6481" fmla="*/ 1498754 h 6857801"/>
                <a:gd name="connsiteX6482" fmla="*/ 518970 w 12184003"/>
                <a:gd name="connsiteY6482" fmla="*/ 579039 h 6857801"/>
                <a:gd name="connsiteX6483" fmla="*/ 518970 w 12184003"/>
                <a:gd name="connsiteY6483" fmla="*/ 419183 h 6857801"/>
                <a:gd name="connsiteX6484" fmla="*/ 120428 w 12184003"/>
                <a:gd name="connsiteY6484" fmla="*/ 18447 h 6857801"/>
                <a:gd name="connsiteX6485" fmla="*/ 135757 w 12184003"/>
                <a:gd name="connsiteY6485" fmla="*/ 3119 h 6857801"/>
                <a:gd name="connsiteX6486" fmla="*/ 543058 w 12184003"/>
                <a:gd name="connsiteY6486" fmla="*/ 408234 h 6857801"/>
                <a:gd name="connsiteX6487" fmla="*/ 543058 w 12184003"/>
                <a:gd name="connsiteY6487" fmla="*/ 570280 h 6857801"/>
                <a:gd name="connsiteX6488" fmla="*/ 1471536 w 12184003"/>
                <a:gd name="connsiteY6488" fmla="*/ 1498754 h 6857801"/>
                <a:gd name="connsiteX6489" fmla="*/ 1768915 w 12184003"/>
                <a:gd name="connsiteY6489" fmla="*/ 1498754 h 6857801"/>
                <a:gd name="connsiteX6490" fmla="*/ 1775925 w 12184003"/>
                <a:gd name="connsiteY6490" fmla="*/ 1481232 h 6857801"/>
                <a:gd name="connsiteX6491" fmla="*/ 1808770 w 12184003"/>
                <a:gd name="connsiteY6491" fmla="*/ 1468094 h 6857801"/>
                <a:gd name="connsiteX6492" fmla="*/ 1854757 w 12184003"/>
                <a:gd name="connsiteY6492" fmla="*/ 1514081 h 6857801"/>
                <a:gd name="connsiteX6493" fmla="*/ 1848826 w 12184003"/>
                <a:gd name="connsiteY6493" fmla="*/ 1528908 h 6857801"/>
                <a:gd name="connsiteX6494" fmla="*/ 2121919 w 12184003"/>
                <a:gd name="connsiteY6494" fmla="*/ 1811893 h 6857801"/>
                <a:gd name="connsiteX6495" fmla="*/ 2441632 w 12184003"/>
                <a:gd name="connsiteY6495" fmla="*/ 1811893 h 6857801"/>
                <a:gd name="connsiteX6496" fmla="*/ 2450392 w 12184003"/>
                <a:gd name="connsiteY6496" fmla="*/ 1789997 h 6857801"/>
                <a:gd name="connsiteX6497" fmla="*/ 2483240 w 12184003"/>
                <a:gd name="connsiteY6497" fmla="*/ 1776857 h 6857801"/>
                <a:gd name="connsiteX6498" fmla="*/ 2529224 w 12184003"/>
                <a:gd name="connsiteY6498" fmla="*/ 1822844 h 6857801"/>
                <a:gd name="connsiteX6499" fmla="*/ 2483240 w 12184003"/>
                <a:gd name="connsiteY6499" fmla="*/ 1868829 h 6857801"/>
                <a:gd name="connsiteX6500" fmla="*/ 2450392 w 12184003"/>
                <a:gd name="connsiteY6500" fmla="*/ 1855690 h 6857801"/>
                <a:gd name="connsiteX6501" fmla="*/ 2441632 w 12184003"/>
                <a:gd name="connsiteY6501" fmla="*/ 1833791 h 6857801"/>
                <a:gd name="connsiteX6502" fmla="*/ 2113162 w 12184003"/>
                <a:gd name="connsiteY6502" fmla="*/ 1833791 h 6857801"/>
                <a:gd name="connsiteX6503" fmla="*/ 1834962 w 12184003"/>
                <a:gd name="connsiteY6503" fmla="*/ 1549590 h 6857801"/>
                <a:gd name="connsiteX6504" fmla="*/ 1808770 w 12184003"/>
                <a:gd name="connsiteY6504" fmla="*/ 1560065 h 6857801"/>
                <a:gd name="connsiteX6505" fmla="*/ 1775925 w 12184003"/>
                <a:gd name="connsiteY6505" fmla="*/ 1546106 h 6857801"/>
                <a:gd name="connsiteX6506" fmla="*/ 1766379 w 12184003"/>
                <a:gd name="connsiteY6506" fmla="*/ 1522840 h 6857801"/>
                <a:gd name="connsiteX6507" fmla="*/ 1495622 w 12184003"/>
                <a:gd name="connsiteY6507" fmla="*/ 1522840 h 6857801"/>
                <a:gd name="connsiteX6508" fmla="*/ 1565696 w 12184003"/>
                <a:gd name="connsiteY6508" fmla="*/ 1592913 h 6857801"/>
                <a:gd name="connsiteX6509" fmla="*/ 1780297 w 12184003"/>
                <a:gd name="connsiteY6509" fmla="*/ 1592913 h 6857801"/>
                <a:gd name="connsiteX6510" fmla="*/ 2185418 w 12184003"/>
                <a:gd name="connsiteY6510" fmla="*/ 1998028 h 6857801"/>
                <a:gd name="connsiteX6511" fmla="*/ 2768005 w 12184003"/>
                <a:gd name="connsiteY6511" fmla="*/ 1998028 h 6857801"/>
                <a:gd name="connsiteX6512" fmla="*/ 2769527 w 12184003"/>
                <a:gd name="connsiteY6512" fmla="*/ 1990706 h 6857801"/>
                <a:gd name="connsiteX6513" fmla="*/ 2811715 w 12184003"/>
                <a:gd name="connsiteY6513" fmla="*/ 1962991 h 6857801"/>
                <a:gd name="connsiteX6514" fmla="*/ 2857702 w 12184003"/>
                <a:gd name="connsiteY6514" fmla="*/ 2008978 h 6857801"/>
                <a:gd name="connsiteX6515" fmla="*/ 2848945 w 12184003"/>
                <a:gd name="connsiteY6515" fmla="*/ 2030873 h 6857801"/>
                <a:gd name="connsiteX6516" fmla="*/ 2975956 w 12184003"/>
                <a:gd name="connsiteY6516" fmla="*/ 2157822 h 6857801"/>
                <a:gd name="connsiteX6517" fmla="*/ 3462080 w 12184003"/>
                <a:gd name="connsiteY6517" fmla="*/ 2157822 h 6857801"/>
                <a:gd name="connsiteX6518" fmla="*/ 3124849 w 12184003"/>
                <a:gd name="connsiteY6518" fmla="*/ 1820653 h 6857801"/>
                <a:gd name="connsiteX6519" fmla="*/ 2621189 w 12184003"/>
                <a:gd name="connsiteY6519" fmla="*/ 1820653 h 6857801"/>
                <a:gd name="connsiteX6520" fmla="*/ 2202932 w 12184003"/>
                <a:gd name="connsiteY6520" fmla="*/ 1404589 h 6857801"/>
                <a:gd name="connsiteX6521" fmla="*/ 2045258 w 12184003"/>
                <a:gd name="connsiteY6521" fmla="*/ 1404589 h 6857801"/>
                <a:gd name="connsiteX6522" fmla="*/ 1276637 w 12184003"/>
                <a:gd name="connsiteY6522" fmla="*/ 638159 h 6857801"/>
                <a:gd name="connsiteX6523" fmla="*/ 1276637 w 12184003"/>
                <a:gd name="connsiteY6523" fmla="*/ 517721 h 6857801"/>
                <a:gd name="connsiteX6524" fmla="*/ 983202 w 12184003"/>
                <a:gd name="connsiteY6524" fmla="*/ 222096 h 6857801"/>
                <a:gd name="connsiteX6525" fmla="*/ 994151 w 12184003"/>
                <a:gd name="connsiteY6525" fmla="*/ 211146 h 6857801"/>
                <a:gd name="connsiteX6526" fmla="*/ 1294155 w 12184003"/>
                <a:gd name="connsiteY6526" fmla="*/ 511150 h 6857801"/>
                <a:gd name="connsiteX6527" fmla="*/ 1294155 w 12184003"/>
                <a:gd name="connsiteY6527" fmla="*/ 631590 h 6857801"/>
                <a:gd name="connsiteX6528" fmla="*/ 2051829 w 12184003"/>
                <a:gd name="connsiteY6528" fmla="*/ 1387071 h 6857801"/>
                <a:gd name="connsiteX6529" fmla="*/ 2211688 w 12184003"/>
                <a:gd name="connsiteY6529" fmla="*/ 1387071 h 6857801"/>
                <a:gd name="connsiteX6530" fmla="*/ 2627758 w 12184003"/>
                <a:gd name="connsiteY6530" fmla="*/ 1805325 h 6857801"/>
                <a:gd name="connsiteX6531" fmla="*/ 3109520 w 12184003"/>
                <a:gd name="connsiteY6531" fmla="*/ 1805325 h 6857801"/>
                <a:gd name="connsiteX6532" fmla="*/ 3059154 w 12184003"/>
                <a:gd name="connsiteY6532" fmla="*/ 1754960 h 6857801"/>
                <a:gd name="connsiteX6533" fmla="*/ 3059154 w 12184003"/>
                <a:gd name="connsiteY6533" fmla="*/ 1562258 h 6857801"/>
                <a:gd name="connsiteX6534" fmla="*/ 2694204 w 12184003"/>
                <a:gd name="connsiteY6534" fmla="*/ 1197307 h 6857801"/>
                <a:gd name="connsiteX6535" fmla="*/ 2674843 w 12184003"/>
                <a:gd name="connsiteY6535" fmla="*/ 1205320 h 6857801"/>
                <a:gd name="connsiteX6536" fmla="*/ 2643089 w 12184003"/>
                <a:gd name="connsiteY6536" fmla="*/ 1192179 h 6857801"/>
                <a:gd name="connsiteX6537" fmla="*/ 2636748 w 12184003"/>
                <a:gd name="connsiteY6537" fmla="*/ 1176852 h 6857801"/>
                <a:gd name="connsiteX6538" fmla="*/ 2027893 w 12184003"/>
                <a:gd name="connsiteY6538" fmla="*/ 1176852 h 6857801"/>
                <a:gd name="connsiteX6539" fmla="*/ 2023363 w 12184003"/>
                <a:gd name="connsiteY6539" fmla="*/ 1187800 h 6857801"/>
                <a:gd name="connsiteX6540" fmla="*/ 1957669 w 12184003"/>
                <a:gd name="connsiteY6540" fmla="*/ 1187800 h 6857801"/>
                <a:gd name="connsiteX6541" fmla="*/ 1944529 w 12184003"/>
                <a:gd name="connsiteY6541" fmla="*/ 1156047 h 6857801"/>
                <a:gd name="connsiteX6542" fmla="*/ 1947414 w 12184003"/>
                <a:gd name="connsiteY6542" fmla="*/ 1149078 h 6857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  <a:cxn ang="0">
                  <a:pos x="connsiteX2796" y="connsiteY2796"/>
                </a:cxn>
                <a:cxn ang="0">
                  <a:pos x="connsiteX2797" y="connsiteY2797"/>
                </a:cxn>
                <a:cxn ang="0">
                  <a:pos x="connsiteX2798" y="connsiteY2798"/>
                </a:cxn>
                <a:cxn ang="0">
                  <a:pos x="connsiteX2799" y="connsiteY2799"/>
                </a:cxn>
                <a:cxn ang="0">
                  <a:pos x="connsiteX2800" y="connsiteY2800"/>
                </a:cxn>
                <a:cxn ang="0">
                  <a:pos x="connsiteX2801" y="connsiteY2801"/>
                </a:cxn>
                <a:cxn ang="0">
                  <a:pos x="connsiteX2802" y="connsiteY2802"/>
                </a:cxn>
                <a:cxn ang="0">
                  <a:pos x="connsiteX2803" y="connsiteY2803"/>
                </a:cxn>
                <a:cxn ang="0">
                  <a:pos x="connsiteX2804" y="connsiteY2804"/>
                </a:cxn>
                <a:cxn ang="0">
                  <a:pos x="connsiteX2805" y="connsiteY2805"/>
                </a:cxn>
                <a:cxn ang="0">
                  <a:pos x="connsiteX2806" y="connsiteY2806"/>
                </a:cxn>
                <a:cxn ang="0">
                  <a:pos x="connsiteX2807" y="connsiteY2807"/>
                </a:cxn>
                <a:cxn ang="0">
                  <a:pos x="connsiteX2808" y="connsiteY2808"/>
                </a:cxn>
                <a:cxn ang="0">
                  <a:pos x="connsiteX2809" y="connsiteY2809"/>
                </a:cxn>
                <a:cxn ang="0">
                  <a:pos x="connsiteX2810" y="connsiteY2810"/>
                </a:cxn>
                <a:cxn ang="0">
                  <a:pos x="connsiteX2811" y="connsiteY2811"/>
                </a:cxn>
                <a:cxn ang="0">
                  <a:pos x="connsiteX2812" y="connsiteY2812"/>
                </a:cxn>
                <a:cxn ang="0">
                  <a:pos x="connsiteX2813" y="connsiteY2813"/>
                </a:cxn>
                <a:cxn ang="0">
                  <a:pos x="connsiteX2814" y="connsiteY2814"/>
                </a:cxn>
                <a:cxn ang="0">
                  <a:pos x="connsiteX2815" y="connsiteY2815"/>
                </a:cxn>
                <a:cxn ang="0">
                  <a:pos x="connsiteX2816" y="connsiteY2816"/>
                </a:cxn>
                <a:cxn ang="0">
                  <a:pos x="connsiteX2817" y="connsiteY2817"/>
                </a:cxn>
                <a:cxn ang="0">
                  <a:pos x="connsiteX2818" y="connsiteY2818"/>
                </a:cxn>
                <a:cxn ang="0">
                  <a:pos x="connsiteX2819" y="connsiteY2819"/>
                </a:cxn>
                <a:cxn ang="0">
                  <a:pos x="connsiteX2820" y="connsiteY2820"/>
                </a:cxn>
                <a:cxn ang="0">
                  <a:pos x="connsiteX2821" y="connsiteY2821"/>
                </a:cxn>
                <a:cxn ang="0">
                  <a:pos x="connsiteX2822" y="connsiteY2822"/>
                </a:cxn>
                <a:cxn ang="0">
                  <a:pos x="connsiteX2823" y="connsiteY2823"/>
                </a:cxn>
                <a:cxn ang="0">
                  <a:pos x="connsiteX2824" y="connsiteY2824"/>
                </a:cxn>
                <a:cxn ang="0">
                  <a:pos x="connsiteX2825" y="connsiteY2825"/>
                </a:cxn>
                <a:cxn ang="0">
                  <a:pos x="connsiteX2826" y="connsiteY2826"/>
                </a:cxn>
                <a:cxn ang="0">
                  <a:pos x="connsiteX2827" y="connsiteY2827"/>
                </a:cxn>
                <a:cxn ang="0">
                  <a:pos x="connsiteX2828" y="connsiteY2828"/>
                </a:cxn>
                <a:cxn ang="0">
                  <a:pos x="connsiteX2829" y="connsiteY2829"/>
                </a:cxn>
                <a:cxn ang="0">
                  <a:pos x="connsiteX2830" y="connsiteY2830"/>
                </a:cxn>
                <a:cxn ang="0">
                  <a:pos x="connsiteX2831" y="connsiteY2831"/>
                </a:cxn>
                <a:cxn ang="0">
                  <a:pos x="connsiteX2832" y="connsiteY2832"/>
                </a:cxn>
                <a:cxn ang="0">
                  <a:pos x="connsiteX2833" y="connsiteY2833"/>
                </a:cxn>
                <a:cxn ang="0">
                  <a:pos x="connsiteX2834" y="connsiteY2834"/>
                </a:cxn>
                <a:cxn ang="0">
                  <a:pos x="connsiteX2835" y="connsiteY2835"/>
                </a:cxn>
                <a:cxn ang="0">
                  <a:pos x="connsiteX2836" y="connsiteY2836"/>
                </a:cxn>
                <a:cxn ang="0">
                  <a:pos x="connsiteX2837" y="connsiteY2837"/>
                </a:cxn>
                <a:cxn ang="0">
                  <a:pos x="connsiteX2838" y="connsiteY2838"/>
                </a:cxn>
                <a:cxn ang="0">
                  <a:pos x="connsiteX2839" y="connsiteY2839"/>
                </a:cxn>
                <a:cxn ang="0">
                  <a:pos x="connsiteX2840" y="connsiteY2840"/>
                </a:cxn>
                <a:cxn ang="0">
                  <a:pos x="connsiteX2841" y="connsiteY2841"/>
                </a:cxn>
                <a:cxn ang="0">
                  <a:pos x="connsiteX2842" y="connsiteY2842"/>
                </a:cxn>
                <a:cxn ang="0">
                  <a:pos x="connsiteX2843" y="connsiteY2843"/>
                </a:cxn>
                <a:cxn ang="0">
                  <a:pos x="connsiteX2844" y="connsiteY2844"/>
                </a:cxn>
                <a:cxn ang="0">
                  <a:pos x="connsiteX2845" y="connsiteY2845"/>
                </a:cxn>
                <a:cxn ang="0">
                  <a:pos x="connsiteX2846" y="connsiteY2846"/>
                </a:cxn>
                <a:cxn ang="0">
                  <a:pos x="connsiteX2847" y="connsiteY2847"/>
                </a:cxn>
                <a:cxn ang="0">
                  <a:pos x="connsiteX2848" y="connsiteY2848"/>
                </a:cxn>
                <a:cxn ang="0">
                  <a:pos x="connsiteX2849" y="connsiteY2849"/>
                </a:cxn>
                <a:cxn ang="0">
                  <a:pos x="connsiteX2850" y="connsiteY2850"/>
                </a:cxn>
                <a:cxn ang="0">
                  <a:pos x="connsiteX2851" y="connsiteY2851"/>
                </a:cxn>
                <a:cxn ang="0">
                  <a:pos x="connsiteX2852" y="connsiteY2852"/>
                </a:cxn>
                <a:cxn ang="0">
                  <a:pos x="connsiteX2853" y="connsiteY2853"/>
                </a:cxn>
                <a:cxn ang="0">
                  <a:pos x="connsiteX2854" y="connsiteY2854"/>
                </a:cxn>
                <a:cxn ang="0">
                  <a:pos x="connsiteX2855" y="connsiteY2855"/>
                </a:cxn>
                <a:cxn ang="0">
                  <a:pos x="connsiteX2856" y="connsiteY2856"/>
                </a:cxn>
                <a:cxn ang="0">
                  <a:pos x="connsiteX2857" y="connsiteY2857"/>
                </a:cxn>
                <a:cxn ang="0">
                  <a:pos x="connsiteX2858" y="connsiteY2858"/>
                </a:cxn>
                <a:cxn ang="0">
                  <a:pos x="connsiteX2859" y="connsiteY2859"/>
                </a:cxn>
                <a:cxn ang="0">
                  <a:pos x="connsiteX2860" y="connsiteY2860"/>
                </a:cxn>
                <a:cxn ang="0">
                  <a:pos x="connsiteX2861" y="connsiteY2861"/>
                </a:cxn>
                <a:cxn ang="0">
                  <a:pos x="connsiteX2862" y="connsiteY2862"/>
                </a:cxn>
                <a:cxn ang="0">
                  <a:pos x="connsiteX2863" y="connsiteY2863"/>
                </a:cxn>
                <a:cxn ang="0">
                  <a:pos x="connsiteX2864" y="connsiteY2864"/>
                </a:cxn>
                <a:cxn ang="0">
                  <a:pos x="connsiteX2865" y="connsiteY2865"/>
                </a:cxn>
                <a:cxn ang="0">
                  <a:pos x="connsiteX2866" y="connsiteY2866"/>
                </a:cxn>
                <a:cxn ang="0">
                  <a:pos x="connsiteX2867" y="connsiteY2867"/>
                </a:cxn>
                <a:cxn ang="0">
                  <a:pos x="connsiteX2868" y="connsiteY2868"/>
                </a:cxn>
                <a:cxn ang="0">
                  <a:pos x="connsiteX2869" y="connsiteY2869"/>
                </a:cxn>
                <a:cxn ang="0">
                  <a:pos x="connsiteX2870" y="connsiteY2870"/>
                </a:cxn>
                <a:cxn ang="0">
                  <a:pos x="connsiteX2871" y="connsiteY2871"/>
                </a:cxn>
                <a:cxn ang="0">
                  <a:pos x="connsiteX2872" y="connsiteY2872"/>
                </a:cxn>
                <a:cxn ang="0">
                  <a:pos x="connsiteX2873" y="connsiteY2873"/>
                </a:cxn>
                <a:cxn ang="0">
                  <a:pos x="connsiteX2874" y="connsiteY2874"/>
                </a:cxn>
                <a:cxn ang="0">
                  <a:pos x="connsiteX2875" y="connsiteY2875"/>
                </a:cxn>
                <a:cxn ang="0">
                  <a:pos x="connsiteX2876" y="connsiteY2876"/>
                </a:cxn>
                <a:cxn ang="0">
                  <a:pos x="connsiteX2877" y="connsiteY2877"/>
                </a:cxn>
                <a:cxn ang="0">
                  <a:pos x="connsiteX2878" y="connsiteY2878"/>
                </a:cxn>
                <a:cxn ang="0">
                  <a:pos x="connsiteX2879" y="connsiteY2879"/>
                </a:cxn>
                <a:cxn ang="0">
                  <a:pos x="connsiteX2880" y="connsiteY2880"/>
                </a:cxn>
                <a:cxn ang="0">
                  <a:pos x="connsiteX2881" y="connsiteY2881"/>
                </a:cxn>
                <a:cxn ang="0">
                  <a:pos x="connsiteX2882" y="connsiteY2882"/>
                </a:cxn>
                <a:cxn ang="0">
                  <a:pos x="connsiteX2883" y="connsiteY2883"/>
                </a:cxn>
                <a:cxn ang="0">
                  <a:pos x="connsiteX2884" y="connsiteY2884"/>
                </a:cxn>
                <a:cxn ang="0">
                  <a:pos x="connsiteX2885" y="connsiteY2885"/>
                </a:cxn>
                <a:cxn ang="0">
                  <a:pos x="connsiteX2886" y="connsiteY2886"/>
                </a:cxn>
                <a:cxn ang="0">
                  <a:pos x="connsiteX2887" y="connsiteY2887"/>
                </a:cxn>
                <a:cxn ang="0">
                  <a:pos x="connsiteX2888" y="connsiteY2888"/>
                </a:cxn>
                <a:cxn ang="0">
                  <a:pos x="connsiteX2889" y="connsiteY2889"/>
                </a:cxn>
                <a:cxn ang="0">
                  <a:pos x="connsiteX2890" y="connsiteY2890"/>
                </a:cxn>
                <a:cxn ang="0">
                  <a:pos x="connsiteX2891" y="connsiteY2891"/>
                </a:cxn>
                <a:cxn ang="0">
                  <a:pos x="connsiteX2892" y="connsiteY2892"/>
                </a:cxn>
                <a:cxn ang="0">
                  <a:pos x="connsiteX2893" y="connsiteY2893"/>
                </a:cxn>
                <a:cxn ang="0">
                  <a:pos x="connsiteX2894" y="connsiteY2894"/>
                </a:cxn>
                <a:cxn ang="0">
                  <a:pos x="connsiteX2895" y="connsiteY2895"/>
                </a:cxn>
                <a:cxn ang="0">
                  <a:pos x="connsiteX2896" y="connsiteY2896"/>
                </a:cxn>
                <a:cxn ang="0">
                  <a:pos x="connsiteX2897" y="connsiteY2897"/>
                </a:cxn>
                <a:cxn ang="0">
                  <a:pos x="connsiteX2898" y="connsiteY2898"/>
                </a:cxn>
                <a:cxn ang="0">
                  <a:pos x="connsiteX2899" y="connsiteY2899"/>
                </a:cxn>
                <a:cxn ang="0">
                  <a:pos x="connsiteX2900" y="connsiteY2900"/>
                </a:cxn>
                <a:cxn ang="0">
                  <a:pos x="connsiteX2901" y="connsiteY2901"/>
                </a:cxn>
                <a:cxn ang="0">
                  <a:pos x="connsiteX2902" y="connsiteY2902"/>
                </a:cxn>
                <a:cxn ang="0">
                  <a:pos x="connsiteX2903" y="connsiteY2903"/>
                </a:cxn>
                <a:cxn ang="0">
                  <a:pos x="connsiteX2904" y="connsiteY2904"/>
                </a:cxn>
                <a:cxn ang="0">
                  <a:pos x="connsiteX2905" y="connsiteY2905"/>
                </a:cxn>
                <a:cxn ang="0">
                  <a:pos x="connsiteX2906" y="connsiteY2906"/>
                </a:cxn>
                <a:cxn ang="0">
                  <a:pos x="connsiteX2907" y="connsiteY2907"/>
                </a:cxn>
                <a:cxn ang="0">
                  <a:pos x="connsiteX2908" y="connsiteY2908"/>
                </a:cxn>
                <a:cxn ang="0">
                  <a:pos x="connsiteX2909" y="connsiteY2909"/>
                </a:cxn>
                <a:cxn ang="0">
                  <a:pos x="connsiteX2910" y="connsiteY2910"/>
                </a:cxn>
                <a:cxn ang="0">
                  <a:pos x="connsiteX2911" y="connsiteY2911"/>
                </a:cxn>
                <a:cxn ang="0">
                  <a:pos x="connsiteX2912" y="connsiteY2912"/>
                </a:cxn>
                <a:cxn ang="0">
                  <a:pos x="connsiteX2913" y="connsiteY2913"/>
                </a:cxn>
                <a:cxn ang="0">
                  <a:pos x="connsiteX2914" y="connsiteY2914"/>
                </a:cxn>
                <a:cxn ang="0">
                  <a:pos x="connsiteX2915" y="connsiteY2915"/>
                </a:cxn>
                <a:cxn ang="0">
                  <a:pos x="connsiteX2916" y="connsiteY2916"/>
                </a:cxn>
                <a:cxn ang="0">
                  <a:pos x="connsiteX2917" y="connsiteY2917"/>
                </a:cxn>
                <a:cxn ang="0">
                  <a:pos x="connsiteX2918" y="connsiteY2918"/>
                </a:cxn>
                <a:cxn ang="0">
                  <a:pos x="connsiteX2919" y="connsiteY2919"/>
                </a:cxn>
                <a:cxn ang="0">
                  <a:pos x="connsiteX2920" y="connsiteY2920"/>
                </a:cxn>
                <a:cxn ang="0">
                  <a:pos x="connsiteX2921" y="connsiteY2921"/>
                </a:cxn>
                <a:cxn ang="0">
                  <a:pos x="connsiteX2922" y="connsiteY2922"/>
                </a:cxn>
                <a:cxn ang="0">
                  <a:pos x="connsiteX2923" y="connsiteY2923"/>
                </a:cxn>
                <a:cxn ang="0">
                  <a:pos x="connsiteX2924" y="connsiteY2924"/>
                </a:cxn>
                <a:cxn ang="0">
                  <a:pos x="connsiteX2925" y="connsiteY2925"/>
                </a:cxn>
                <a:cxn ang="0">
                  <a:pos x="connsiteX2926" y="connsiteY2926"/>
                </a:cxn>
                <a:cxn ang="0">
                  <a:pos x="connsiteX2927" y="connsiteY2927"/>
                </a:cxn>
                <a:cxn ang="0">
                  <a:pos x="connsiteX2928" y="connsiteY2928"/>
                </a:cxn>
                <a:cxn ang="0">
                  <a:pos x="connsiteX2929" y="connsiteY2929"/>
                </a:cxn>
                <a:cxn ang="0">
                  <a:pos x="connsiteX2930" y="connsiteY2930"/>
                </a:cxn>
                <a:cxn ang="0">
                  <a:pos x="connsiteX2931" y="connsiteY2931"/>
                </a:cxn>
                <a:cxn ang="0">
                  <a:pos x="connsiteX2932" y="connsiteY2932"/>
                </a:cxn>
                <a:cxn ang="0">
                  <a:pos x="connsiteX2933" y="connsiteY2933"/>
                </a:cxn>
                <a:cxn ang="0">
                  <a:pos x="connsiteX2934" y="connsiteY2934"/>
                </a:cxn>
                <a:cxn ang="0">
                  <a:pos x="connsiteX2935" y="connsiteY2935"/>
                </a:cxn>
                <a:cxn ang="0">
                  <a:pos x="connsiteX2936" y="connsiteY2936"/>
                </a:cxn>
                <a:cxn ang="0">
                  <a:pos x="connsiteX2937" y="connsiteY2937"/>
                </a:cxn>
                <a:cxn ang="0">
                  <a:pos x="connsiteX2938" y="connsiteY2938"/>
                </a:cxn>
                <a:cxn ang="0">
                  <a:pos x="connsiteX2939" y="connsiteY2939"/>
                </a:cxn>
                <a:cxn ang="0">
                  <a:pos x="connsiteX2940" y="connsiteY2940"/>
                </a:cxn>
                <a:cxn ang="0">
                  <a:pos x="connsiteX2941" y="connsiteY2941"/>
                </a:cxn>
                <a:cxn ang="0">
                  <a:pos x="connsiteX2942" y="connsiteY2942"/>
                </a:cxn>
                <a:cxn ang="0">
                  <a:pos x="connsiteX2943" y="connsiteY2943"/>
                </a:cxn>
                <a:cxn ang="0">
                  <a:pos x="connsiteX2944" y="connsiteY2944"/>
                </a:cxn>
                <a:cxn ang="0">
                  <a:pos x="connsiteX2945" y="connsiteY2945"/>
                </a:cxn>
                <a:cxn ang="0">
                  <a:pos x="connsiteX2946" y="connsiteY2946"/>
                </a:cxn>
                <a:cxn ang="0">
                  <a:pos x="connsiteX2947" y="connsiteY2947"/>
                </a:cxn>
                <a:cxn ang="0">
                  <a:pos x="connsiteX2948" y="connsiteY2948"/>
                </a:cxn>
                <a:cxn ang="0">
                  <a:pos x="connsiteX2949" y="connsiteY2949"/>
                </a:cxn>
                <a:cxn ang="0">
                  <a:pos x="connsiteX2950" y="connsiteY2950"/>
                </a:cxn>
                <a:cxn ang="0">
                  <a:pos x="connsiteX2951" y="connsiteY2951"/>
                </a:cxn>
                <a:cxn ang="0">
                  <a:pos x="connsiteX2952" y="connsiteY2952"/>
                </a:cxn>
                <a:cxn ang="0">
                  <a:pos x="connsiteX2953" y="connsiteY2953"/>
                </a:cxn>
                <a:cxn ang="0">
                  <a:pos x="connsiteX2954" y="connsiteY2954"/>
                </a:cxn>
                <a:cxn ang="0">
                  <a:pos x="connsiteX2955" y="connsiteY2955"/>
                </a:cxn>
                <a:cxn ang="0">
                  <a:pos x="connsiteX2956" y="connsiteY2956"/>
                </a:cxn>
                <a:cxn ang="0">
                  <a:pos x="connsiteX2957" y="connsiteY2957"/>
                </a:cxn>
                <a:cxn ang="0">
                  <a:pos x="connsiteX2958" y="connsiteY2958"/>
                </a:cxn>
                <a:cxn ang="0">
                  <a:pos x="connsiteX2959" y="connsiteY2959"/>
                </a:cxn>
                <a:cxn ang="0">
                  <a:pos x="connsiteX2960" y="connsiteY2960"/>
                </a:cxn>
                <a:cxn ang="0">
                  <a:pos x="connsiteX2961" y="connsiteY2961"/>
                </a:cxn>
                <a:cxn ang="0">
                  <a:pos x="connsiteX2962" y="connsiteY2962"/>
                </a:cxn>
                <a:cxn ang="0">
                  <a:pos x="connsiteX2963" y="connsiteY2963"/>
                </a:cxn>
                <a:cxn ang="0">
                  <a:pos x="connsiteX2964" y="connsiteY2964"/>
                </a:cxn>
                <a:cxn ang="0">
                  <a:pos x="connsiteX2965" y="connsiteY2965"/>
                </a:cxn>
                <a:cxn ang="0">
                  <a:pos x="connsiteX2966" y="connsiteY2966"/>
                </a:cxn>
                <a:cxn ang="0">
                  <a:pos x="connsiteX2967" y="connsiteY2967"/>
                </a:cxn>
                <a:cxn ang="0">
                  <a:pos x="connsiteX2968" y="connsiteY2968"/>
                </a:cxn>
                <a:cxn ang="0">
                  <a:pos x="connsiteX2969" y="connsiteY2969"/>
                </a:cxn>
                <a:cxn ang="0">
                  <a:pos x="connsiteX2970" y="connsiteY2970"/>
                </a:cxn>
                <a:cxn ang="0">
                  <a:pos x="connsiteX2971" y="connsiteY2971"/>
                </a:cxn>
                <a:cxn ang="0">
                  <a:pos x="connsiteX2972" y="connsiteY2972"/>
                </a:cxn>
                <a:cxn ang="0">
                  <a:pos x="connsiteX2973" y="connsiteY2973"/>
                </a:cxn>
                <a:cxn ang="0">
                  <a:pos x="connsiteX2974" y="connsiteY2974"/>
                </a:cxn>
                <a:cxn ang="0">
                  <a:pos x="connsiteX2975" y="connsiteY2975"/>
                </a:cxn>
                <a:cxn ang="0">
                  <a:pos x="connsiteX2976" y="connsiteY2976"/>
                </a:cxn>
                <a:cxn ang="0">
                  <a:pos x="connsiteX2977" y="connsiteY2977"/>
                </a:cxn>
                <a:cxn ang="0">
                  <a:pos x="connsiteX2978" y="connsiteY2978"/>
                </a:cxn>
                <a:cxn ang="0">
                  <a:pos x="connsiteX2979" y="connsiteY2979"/>
                </a:cxn>
                <a:cxn ang="0">
                  <a:pos x="connsiteX2980" y="connsiteY2980"/>
                </a:cxn>
                <a:cxn ang="0">
                  <a:pos x="connsiteX2981" y="connsiteY2981"/>
                </a:cxn>
                <a:cxn ang="0">
                  <a:pos x="connsiteX2982" y="connsiteY2982"/>
                </a:cxn>
                <a:cxn ang="0">
                  <a:pos x="connsiteX2983" y="connsiteY2983"/>
                </a:cxn>
                <a:cxn ang="0">
                  <a:pos x="connsiteX2984" y="connsiteY2984"/>
                </a:cxn>
                <a:cxn ang="0">
                  <a:pos x="connsiteX2985" y="connsiteY2985"/>
                </a:cxn>
                <a:cxn ang="0">
                  <a:pos x="connsiteX2986" y="connsiteY2986"/>
                </a:cxn>
                <a:cxn ang="0">
                  <a:pos x="connsiteX2987" y="connsiteY2987"/>
                </a:cxn>
                <a:cxn ang="0">
                  <a:pos x="connsiteX2988" y="connsiteY2988"/>
                </a:cxn>
                <a:cxn ang="0">
                  <a:pos x="connsiteX2989" y="connsiteY2989"/>
                </a:cxn>
                <a:cxn ang="0">
                  <a:pos x="connsiteX2990" y="connsiteY2990"/>
                </a:cxn>
                <a:cxn ang="0">
                  <a:pos x="connsiteX2991" y="connsiteY2991"/>
                </a:cxn>
                <a:cxn ang="0">
                  <a:pos x="connsiteX2992" y="connsiteY2992"/>
                </a:cxn>
                <a:cxn ang="0">
                  <a:pos x="connsiteX2993" y="connsiteY2993"/>
                </a:cxn>
                <a:cxn ang="0">
                  <a:pos x="connsiteX2994" y="connsiteY2994"/>
                </a:cxn>
                <a:cxn ang="0">
                  <a:pos x="connsiteX2995" y="connsiteY2995"/>
                </a:cxn>
                <a:cxn ang="0">
                  <a:pos x="connsiteX2996" y="connsiteY2996"/>
                </a:cxn>
                <a:cxn ang="0">
                  <a:pos x="connsiteX2997" y="connsiteY2997"/>
                </a:cxn>
                <a:cxn ang="0">
                  <a:pos x="connsiteX2998" y="connsiteY2998"/>
                </a:cxn>
                <a:cxn ang="0">
                  <a:pos x="connsiteX2999" y="connsiteY2999"/>
                </a:cxn>
                <a:cxn ang="0">
                  <a:pos x="connsiteX3000" y="connsiteY3000"/>
                </a:cxn>
                <a:cxn ang="0">
                  <a:pos x="connsiteX3001" y="connsiteY3001"/>
                </a:cxn>
                <a:cxn ang="0">
                  <a:pos x="connsiteX3002" y="connsiteY3002"/>
                </a:cxn>
                <a:cxn ang="0">
                  <a:pos x="connsiteX3003" y="connsiteY3003"/>
                </a:cxn>
                <a:cxn ang="0">
                  <a:pos x="connsiteX3004" y="connsiteY3004"/>
                </a:cxn>
                <a:cxn ang="0">
                  <a:pos x="connsiteX3005" y="connsiteY3005"/>
                </a:cxn>
                <a:cxn ang="0">
                  <a:pos x="connsiteX3006" y="connsiteY3006"/>
                </a:cxn>
                <a:cxn ang="0">
                  <a:pos x="connsiteX3007" y="connsiteY3007"/>
                </a:cxn>
                <a:cxn ang="0">
                  <a:pos x="connsiteX3008" y="connsiteY3008"/>
                </a:cxn>
                <a:cxn ang="0">
                  <a:pos x="connsiteX3009" y="connsiteY3009"/>
                </a:cxn>
                <a:cxn ang="0">
                  <a:pos x="connsiteX3010" y="connsiteY3010"/>
                </a:cxn>
                <a:cxn ang="0">
                  <a:pos x="connsiteX3011" y="connsiteY3011"/>
                </a:cxn>
                <a:cxn ang="0">
                  <a:pos x="connsiteX3012" y="connsiteY3012"/>
                </a:cxn>
                <a:cxn ang="0">
                  <a:pos x="connsiteX3013" y="connsiteY3013"/>
                </a:cxn>
                <a:cxn ang="0">
                  <a:pos x="connsiteX3014" y="connsiteY3014"/>
                </a:cxn>
                <a:cxn ang="0">
                  <a:pos x="connsiteX3015" y="connsiteY3015"/>
                </a:cxn>
                <a:cxn ang="0">
                  <a:pos x="connsiteX3016" y="connsiteY3016"/>
                </a:cxn>
                <a:cxn ang="0">
                  <a:pos x="connsiteX3017" y="connsiteY3017"/>
                </a:cxn>
                <a:cxn ang="0">
                  <a:pos x="connsiteX3018" y="connsiteY3018"/>
                </a:cxn>
                <a:cxn ang="0">
                  <a:pos x="connsiteX3019" y="connsiteY3019"/>
                </a:cxn>
                <a:cxn ang="0">
                  <a:pos x="connsiteX3020" y="connsiteY3020"/>
                </a:cxn>
                <a:cxn ang="0">
                  <a:pos x="connsiteX3021" y="connsiteY3021"/>
                </a:cxn>
                <a:cxn ang="0">
                  <a:pos x="connsiteX3022" y="connsiteY3022"/>
                </a:cxn>
                <a:cxn ang="0">
                  <a:pos x="connsiteX3023" y="connsiteY3023"/>
                </a:cxn>
                <a:cxn ang="0">
                  <a:pos x="connsiteX3024" y="connsiteY3024"/>
                </a:cxn>
                <a:cxn ang="0">
                  <a:pos x="connsiteX3025" y="connsiteY3025"/>
                </a:cxn>
                <a:cxn ang="0">
                  <a:pos x="connsiteX3026" y="connsiteY3026"/>
                </a:cxn>
                <a:cxn ang="0">
                  <a:pos x="connsiteX3027" y="connsiteY3027"/>
                </a:cxn>
                <a:cxn ang="0">
                  <a:pos x="connsiteX3028" y="connsiteY3028"/>
                </a:cxn>
                <a:cxn ang="0">
                  <a:pos x="connsiteX3029" y="connsiteY3029"/>
                </a:cxn>
                <a:cxn ang="0">
                  <a:pos x="connsiteX3030" y="connsiteY3030"/>
                </a:cxn>
                <a:cxn ang="0">
                  <a:pos x="connsiteX3031" y="connsiteY3031"/>
                </a:cxn>
                <a:cxn ang="0">
                  <a:pos x="connsiteX3032" y="connsiteY3032"/>
                </a:cxn>
                <a:cxn ang="0">
                  <a:pos x="connsiteX3033" y="connsiteY3033"/>
                </a:cxn>
                <a:cxn ang="0">
                  <a:pos x="connsiteX3034" y="connsiteY3034"/>
                </a:cxn>
                <a:cxn ang="0">
                  <a:pos x="connsiteX3035" y="connsiteY3035"/>
                </a:cxn>
                <a:cxn ang="0">
                  <a:pos x="connsiteX3036" y="connsiteY3036"/>
                </a:cxn>
                <a:cxn ang="0">
                  <a:pos x="connsiteX3037" y="connsiteY3037"/>
                </a:cxn>
                <a:cxn ang="0">
                  <a:pos x="connsiteX3038" y="connsiteY3038"/>
                </a:cxn>
                <a:cxn ang="0">
                  <a:pos x="connsiteX3039" y="connsiteY3039"/>
                </a:cxn>
                <a:cxn ang="0">
                  <a:pos x="connsiteX3040" y="connsiteY3040"/>
                </a:cxn>
                <a:cxn ang="0">
                  <a:pos x="connsiteX3041" y="connsiteY3041"/>
                </a:cxn>
                <a:cxn ang="0">
                  <a:pos x="connsiteX3042" y="connsiteY3042"/>
                </a:cxn>
                <a:cxn ang="0">
                  <a:pos x="connsiteX3043" y="connsiteY3043"/>
                </a:cxn>
                <a:cxn ang="0">
                  <a:pos x="connsiteX3044" y="connsiteY3044"/>
                </a:cxn>
                <a:cxn ang="0">
                  <a:pos x="connsiteX3045" y="connsiteY3045"/>
                </a:cxn>
                <a:cxn ang="0">
                  <a:pos x="connsiteX3046" y="connsiteY3046"/>
                </a:cxn>
                <a:cxn ang="0">
                  <a:pos x="connsiteX3047" y="connsiteY3047"/>
                </a:cxn>
                <a:cxn ang="0">
                  <a:pos x="connsiteX3048" y="connsiteY3048"/>
                </a:cxn>
                <a:cxn ang="0">
                  <a:pos x="connsiteX3049" y="connsiteY3049"/>
                </a:cxn>
                <a:cxn ang="0">
                  <a:pos x="connsiteX3050" y="connsiteY3050"/>
                </a:cxn>
                <a:cxn ang="0">
                  <a:pos x="connsiteX3051" y="connsiteY3051"/>
                </a:cxn>
                <a:cxn ang="0">
                  <a:pos x="connsiteX3052" y="connsiteY3052"/>
                </a:cxn>
                <a:cxn ang="0">
                  <a:pos x="connsiteX3053" y="connsiteY3053"/>
                </a:cxn>
                <a:cxn ang="0">
                  <a:pos x="connsiteX3054" y="connsiteY3054"/>
                </a:cxn>
                <a:cxn ang="0">
                  <a:pos x="connsiteX3055" y="connsiteY3055"/>
                </a:cxn>
                <a:cxn ang="0">
                  <a:pos x="connsiteX3056" y="connsiteY3056"/>
                </a:cxn>
                <a:cxn ang="0">
                  <a:pos x="connsiteX3057" y="connsiteY3057"/>
                </a:cxn>
                <a:cxn ang="0">
                  <a:pos x="connsiteX3058" y="connsiteY3058"/>
                </a:cxn>
                <a:cxn ang="0">
                  <a:pos x="connsiteX3059" y="connsiteY3059"/>
                </a:cxn>
                <a:cxn ang="0">
                  <a:pos x="connsiteX3060" y="connsiteY3060"/>
                </a:cxn>
                <a:cxn ang="0">
                  <a:pos x="connsiteX3061" y="connsiteY3061"/>
                </a:cxn>
                <a:cxn ang="0">
                  <a:pos x="connsiteX3062" y="connsiteY3062"/>
                </a:cxn>
                <a:cxn ang="0">
                  <a:pos x="connsiteX3063" y="connsiteY3063"/>
                </a:cxn>
                <a:cxn ang="0">
                  <a:pos x="connsiteX3064" y="connsiteY3064"/>
                </a:cxn>
                <a:cxn ang="0">
                  <a:pos x="connsiteX3065" y="connsiteY3065"/>
                </a:cxn>
                <a:cxn ang="0">
                  <a:pos x="connsiteX3066" y="connsiteY3066"/>
                </a:cxn>
                <a:cxn ang="0">
                  <a:pos x="connsiteX3067" y="connsiteY3067"/>
                </a:cxn>
                <a:cxn ang="0">
                  <a:pos x="connsiteX3068" y="connsiteY3068"/>
                </a:cxn>
                <a:cxn ang="0">
                  <a:pos x="connsiteX3069" y="connsiteY3069"/>
                </a:cxn>
                <a:cxn ang="0">
                  <a:pos x="connsiteX3070" y="connsiteY3070"/>
                </a:cxn>
                <a:cxn ang="0">
                  <a:pos x="connsiteX3071" y="connsiteY3071"/>
                </a:cxn>
                <a:cxn ang="0">
                  <a:pos x="connsiteX3072" y="connsiteY3072"/>
                </a:cxn>
                <a:cxn ang="0">
                  <a:pos x="connsiteX3073" y="connsiteY3073"/>
                </a:cxn>
                <a:cxn ang="0">
                  <a:pos x="connsiteX3074" y="connsiteY3074"/>
                </a:cxn>
                <a:cxn ang="0">
                  <a:pos x="connsiteX3075" y="connsiteY3075"/>
                </a:cxn>
                <a:cxn ang="0">
                  <a:pos x="connsiteX3076" y="connsiteY3076"/>
                </a:cxn>
                <a:cxn ang="0">
                  <a:pos x="connsiteX3077" y="connsiteY3077"/>
                </a:cxn>
                <a:cxn ang="0">
                  <a:pos x="connsiteX3078" y="connsiteY3078"/>
                </a:cxn>
                <a:cxn ang="0">
                  <a:pos x="connsiteX3079" y="connsiteY3079"/>
                </a:cxn>
                <a:cxn ang="0">
                  <a:pos x="connsiteX3080" y="connsiteY3080"/>
                </a:cxn>
                <a:cxn ang="0">
                  <a:pos x="connsiteX3081" y="connsiteY3081"/>
                </a:cxn>
                <a:cxn ang="0">
                  <a:pos x="connsiteX3082" y="connsiteY3082"/>
                </a:cxn>
                <a:cxn ang="0">
                  <a:pos x="connsiteX3083" y="connsiteY3083"/>
                </a:cxn>
                <a:cxn ang="0">
                  <a:pos x="connsiteX3084" y="connsiteY3084"/>
                </a:cxn>
                <a:cxn ang="0">
                  <a:pos x="connsiteX3085" y="connsiteY3085"/>
                </a:cxn>
                <a:cxn ang="0">
                  <a:pos x="connsiteX3086" y="connsiteY3086"/>
                </a:cxn>
                <a:cxn ang="0">
                  <a:pos x="connsiteX3087" y="connsiteY3087"/>
                </a:cxn>
                <a:cxn ang="0">
                  <a:pos x="connsiteX3088" y="connsiteY3088"/>
                </a:cxn>
                <a:cxn ang="0">
                  <a:pos x="connsiteX3089" y="connsiteY3089"/>
                </a:cxn>
                <a:cxn ang="0">
                  <a:pos x="connsiteX3090" y="connsiteY3090"/>
                </a:cxn>
                <a:cxn ang="0">
                  <a:pos x="connsiteX3091" y="connsiteY3091"/>
                </a:cxn>
                <a:cxn ang="0">
                  <a:pos x="connsiteX3092" y="connsiteY3092"/>
                </a:cxn>
                <a:cxn ang="0">
                  <a:pos x="connsiteX3093" y="connsiteY3093"/>
                </a:cxn>
                <a:cxn ang="0">
                  <a:pos x="connsiteX3094" y="connsiteY3094"/>
                </a:cxn>
                <a:cxn ang="0">
                  <a:pos x="connsiteX3095" y="connsiteY3095"/>
                </a:cxn>
                <a:cxn ang="0">
                  <a:pos x="connsiteX3096" y="connsiteY3096"/>
                </a:cxn>
                <a:cxn ang="0">
                  <a:pos x="connsiteX3097" y="connsiteY3097"/>
                </a:cxn>
                <a:cxn ang="0">
                  <a:pos x="connsiteX3098" y="connsiteY3098"/>
                </a:cxn>
                <a:cxn ang="0">
                  <a:pos x="connsiteX3099" y="connsiteY3099"/>
                </a:cxn>
                <a:cxn ang="0">
                  <a:pos x="connsiteX3100" y="connsiteY3100"/>
                </a:cxn>
                <a:cxn ang="0">
                  <a:pos x="connsiteX3101" y="connsiteY3101"/>
                </a:cxn>
                <a:cxn ang="0">
                  <a:pos x="connsiteX3102" y="connsiteY3102"/>
                </a:cxn>
                <a:cxn ang="0">
                  <a:pos x="connsiteX3103" y="connsiteY3103"/>
                </a:cxn>
                <a:cxn ang="0">
                  <a:pos x="connsiteX3104" y="connsiteY3104"/>
                </a:cxn>
                <a:cxn ang="0">
                  <a:pos x="connsiteX3105" y="connsiteY3105"/>
                </a:cxn>
                <a:cxn ang="0">
                  <a:pos x="connsiteX3106" y="connsiteY3106"/>
                </a:cxn>
                <a:cxn ang="0">
                  <a:pos x="connsiteX3107" y="connsiteY3107"/>
                </a:cxn>
                <a:cxn ang="0">
                  <a:pos x="connsiteX3108" y="connsiteY3108"/>
                </a:cxn>
                <a:cxn ang="0">
                  <a:pos x="connsiteX3109" y="connsiteY3109"/>
                </a:cxn>
                <a:cxn ang="0">
                  <a:pos x="connsiteX3110" y="connsiteY3110"/>
                </a:cxn>
                <a:cxn ang="0">
                  <a:pos x="connsiteX3111" y="connsiteY3111"/>
                </a:cxn>
                <a:cxn ang="0">
                  <a:pos x="connsiteX3112" y="connsiteY3112"/>
                </a:cxn>
                <a:cxn ang="0">
                  <a:pos x="connsiteX3113" y="connsiteY3113"/>
                </a:cxn>
                <a:cxn ang="0">
                  <a:pos x="connsiteX3114" y="connsiteY3114"/>
                </a:cxn>
                <a:cxn ang="0">
                  <a:pos x="connsiteX3115" y="connsiteY3115"/>
                </a:cxn>
                <a:cxn ang="0">
                  <a:pos x="connsiteX3116" y="connsiteY3116"/>
                </a:cxn>
                <a:cxn ang="0">
                  <a:pos x="connsiteX3117" y="connsiteY3117"/>
                </a:cxn>
                <a:cxn ang="0">
                  <a:pos x="connsiteX3118" y="connsiteY3118"/>
                </a:cxn>
                <a:cxn ang="0">
                  <a:pos x="connsiteX3119" y="connsiteY3119"/>
                </a:cxn>
                <a:cxn ang="0">
                  <a:pos x="connsiteX3120" y="connsiteY3120"/>
                </a:cxn>
                <a:cxn ang="0">
                  <a:pos x="connsiteX3121" y="connsiteY3121"/>
                </a:cxn>
                <a:cxn ang="0">
                  <a:pos x="connsiteX3122" y="connsiteY3122"/>
                </a:cxn>
                <a:cxn ang="0">
                  <a:pos x="connsiteX3123" y="connsiteY3123"/>
                </a:cxn>
                <a:cxn ang="0">
                  <a:pos x="connsiteX3124" y="connsiteY3124"/>
                </a:cxn>
                <a:cxn ang="0">
                  <a:pos x="connsiteX3125" y="connsiteY3125"/>
                </a:cxn>
                <a:cxn ang="0">
                  <a:pos x="connsiteX3126" y="connsiteY3126"/>
                </a:cxn>
                <a:cxn ang="0">
                  <a:pos x="connsiteX3127" y="connsiteY3127"/>
                </a:cxn>
                <a:cxn ang="0">
                  <a:pos x="connsiteX3128" y="connsiteY3128"/>
                </a:cxn>
                <a:cxn ang="0">
                  <a:pos x="connsiteX3129" y="connsiteY3129"/>
                </a:cxn>
                <a:cxn ang="0">
                  <a:pos x="connsiteX3130" y="connsiteY3130"/>
                </a:cxn>
                <a:cxn ang="0">
                  <a:pos x="connsiteX3131" y="connsiteY3131"/>
                </a:cxn>
                <a:cxn ang="0">
                  <a:pos x="connsiteX3132" y="connsiteY3132"/>
                </a:cxn>
                <a:cxn ang="0">
                  <a:pos x="connsiteX3133" y="connsiteY3133"/>
                </a:cxn>
                <a:cxn ang="0">
                  <a:pos x="connsiteX3134" y="connsiteY3134"/>
                </a:cxn>
                <a:cxn ang="0">
                  <a:pos x="connsiteX3135" y="connsiteY3135"/>
                </a:cxn>
                <a:cxn ang="0">
                  <a:pos x="connsiteX3136" y="connsiteY3136"/>
                </a:cxn>
                <a:cxn ang="0">
                  <a:pos x="connsiteX3137" y="connsiteY3137"/>
                </a:cxn>
                <a:cxn ang="0">
                  <a:pos x="connsiteX3138" y="connsiteY3138"/>
                </a:cxn>
                <a:cxn ang="0">
                  <a:pos x="connsiteX3139" y="connsiteY3139"/>
                </a:cxn>
                <a:cxn ang="0">
                  <a:pos x="connsiteX3140" y="connsiteY3140"/>
                </a:cxn>
                <a:cxn ang="0">
                  <a:pos x="connsiteX3141" y="connsiteY3141"/>
                </a:cxn>
                <a:cxn ang="0">
                  <a:pos x="connsiteX3142" y="connsiteY3142"/>
                </a:cxn>
                <a:cxn ang="0">
                  <a:pos x="connsiteX3143" y="connsiteY3143"/>
                </a:cxn>
                <a:cxn ang="0">
                  <a:pos x="connsiteX3144" y="connsiteY3144"/>
                </a:cxn>
                <a:cxn ang="0">
                  <a:pos x="connsiteX3145" y="connsiteY3145"/>
                </a:cxn>
                <a:cxn ang="0">
                  <a:pos x="connsiteX3146" y="connsiteY3146"/>
                </a:cxn>
                <a:cxn ang="0">
                  <a:pos x="connsiteX3147" y="connsiteY3147"/>
                </a:cxn>
                <a:cxn ang="0">
                  <a:pos x="connsiteX3148" y="connsiteY3148"/>
                </a:cxn>
                <a:cxn ang="0">
                  <a:pos x="connsiteX3149" y="connsiteY3149"/>
                </a:cxn>
                <a:cxn ang="0">
                  <a:pos x="connsiteX3150" y="connsiteY3150"/>
                </a:cxn>
                <a:cxn ang="0">
                  <a:pos x="connsiteX3151" y="connsiteY3151"/>
                </a:cxn>
                <a:cxn ang="0">
                  <a:pos x="connsiteX3152" y="connsiteY3152"/>
                </a:cxn>
                <a:cxn ang="0">
                  <a:pos x="connsiteX3153" y="connsiteY3153"/>
                </a:cxn>
                <a:cxn ang="0">
                  <a:pos x="connsiteX3154" y="connsiteY3154"/>
                </a:cxn>
                <a:cxn ang="0">
                  <a:pos x="connsiteX3155" y="connsiteY3155"/>
                </a:cxn>
                <a:cxn ang="0">
                  <a:pos x="connsiteX3156" y="connsiteY3156"/>
                </a:cxn>
                <a:cxn ang="0">
                  <a:pos x="connsiteX3157" y="connsiteY3157"/>
                </a:cxn>
                <a:cxn ang="0">
                  <a:pos x="connsiteX3158" y="connsiteY3158"/>
                </a:cxn>
                <a:cxn ang="0">
                  <a:pos x="connsiteX3159" y="connsiteY3159"/>
                </a:cxn>
                <a:cxn ang="0">
                  <a:pos x="connsiteX3160" y="connsiteY3160"/>
                </a:cxn>
                <a:cxn ang="0">
                  <a:pos x="connsiteX3161" y="connsiteY3161"/>
                </a:cxn>
                <a:cxn ang="0">
                  <a:pos x="connsiteX3162" y="connsiteY3162"/>
                </a:cxn>
                <a:cxn ang="0">
                  <a:pos x="connsiteX3163" y="connsiteY3163"/>
                </a:cxn>
                <a:cxn ang="0">
                  <a:pos x="connsiteX3164" y="connsiteY3164"/>
                </a:cxn>
                <a:cxn ang="0">
                  <a:pos x="connsiteX3165" y="connsiteY3165"/>
                </a:cxn>
                <a:cxn ang="0">
                  <a:pos x="connsiteX3166" y="connsiteY3166"/>
                </a:cxn>
                <a:cxn ang="0">
                  <a:pos x="connsiteX3167" y="connsiteY3167"/>
                </a:cxn>
                <a:cxn ang="0">
                  <a:pos x="connsiteX3168" y="connsiteY3168"/>
                </a:cxn>
                <a:cxn ang="0">
                  <a:pos x="connsiteX3169" y="connsiteY3169"/>
                </a:cxn>
                <a:cxn ang="0">
                  <a:pos x="connsiteX3170" y="connsiteY3170"/>
                </a:cxn>
                <a:cxn ang="0">
                  <a:pos x="connsiteX3171" y="connsiteY3171"/>
                </a:cxn>
                <a:cxn ang="0">
                  <a:pos x="connsiteX3172" y="connsiteY3172"/>
                </a:cxn>
                <a:cxn ang="0">
                  <a:pos x="connsiteX3173" y="connsiteY3173"/>
                </a:cxn>
                <a:cxn ang="0">
                  <a:pos x="connsiteX3174" y="connsiteY3174"/>
                </a:cxn>
                <a:cxn ang="0">
                  <a:pos x="connsiteX3175" y="connsiteY3175"/>
                </a:cxn>
                <a:cxn ang="0">
                  <a:pos x="connsiteX3176" y="connsiteY3176"/>
                </a:cxn>
                <a:cxn ang="0">
                  <a:pos x="connsiteX3177" y="connsiteY3177"/>
                </a:cxn>
                <a:cxn ang="0">
                  <a:pos x="connsiteX3178" y="connsiteY3178"/>
                </a:cxn>
                <a:cxn ang="0">
                  <a:pos x="connsiteX3179" y="connsiteY3179"/>
                </a:cxn>
                <a:cxn ang="0">
                  <a:pos x="connsiteX3180" y="connsiteY3180"/>
                </a:cxn>
                <a:cxn ang="0">
                  <a:pos x="connsiteX3181" y="connsiteY3181"/>
                </a:cxn>
                <a:cxn ang="0">
                  <a:pos x="connsiteX3182" y="connsiteY3182"/>
                </a:cxn>
                <a:cxn ang="0">
                  <a:pos x="connsiteX3183" y="connsiteY3183"/>
                </a:cxn>
                <a:cxn ang="0">
                  <a:pos x="connsiteX3184" y="connsiteY3184"/>
                </a:cxn>
                <a:cxn ang="0">
                  <a:pos x="connsiteX3185" y="connsiteY3185"/>
                </a:cxn>
                <a:cxn ang="0">
                  <a:pos x="connsiteX3186" y="connsiteY3186"/>
                </a:cxn>
                <a:cxn ang="0">
                  <a:pos x="connsiteX3187" y="connsiteY3187"/>
                </a:cxn>
                <a:cxn ang="0">
                  <a:pos x="connsiteX3188" y="connsiteY3188"/>
                </a:cxn>
                <a:cxn ang="0">
                  <a:pos x="connsiteX3189" y="connsiteY3189"/>
                </a:cxn>
                <a:cxn ang="0">
                  <a:pos x="connsiteX3190" y="connsiteY3190"/>
                </a:cxn>
                <a:cxn ang="0">
                  <a:pos x="connsiteX3191" y="connsiteY3191"/>
                </a:cxn>
                <a:cxn ang="0">
                  <a:pos x="connsiteX3192" y="connsiteY3192"/>
                </a:cxn>
                <a:cxn ang="0">
                  <a:pos x="connsiteX3193" y="connsiteY3193"/>
                </a:cxn>
                <a:cxn ang="0">
                  <a:pos x="connsiteX3194" y="connsiteY3194"/>
                </a:cxn>
                <a:cxn ang="0">
                  <a:pos x="connsiteX3195" y="connsiteY3195"/>
                </a:cxn>
                <a:cxn ang="0">
                  <a:pos x="connsiteX3196" y="connsiteY3196"/>
                </a:cxn>
                <a:cxn ang="0">
                  <a:pos x="connsiteX3197" y="connsiteY3197"/>
                </a:cxn>
                <a:cxn ang="0">
                  <a:pos x="connsiteX3198" y="connsiteY3198"/>
                </a:cxn>
                <a:cxn ang="0">
                  <a:pos x="connsiteX3199" y="connsiteY3199"/>
                </a:cxn>
                <a:cxn ang="0">
                  <a:pos x="connsiteX3200" y="connsiteY3200"/>
                </a:cxn>
                <a:cxn ang="0">
                  <a:pos x="connsiteX3201" y="connsiteY3201"/>
                </a:cxn>
                <a:cxn ang="0">
                  <a:pos x="connsiteX3202" y="connsiteY3202"/>
                </a:cxn>
                <a:cxn ang="0">
                  <a:pos x="connsiteX3203" y="connsiteY3203"/>
                </a:cxn>
                <a:cxn ang="0">
                  <a:pos x="connsiteX3204" y="connsiteY3204"/>
                </a:cxn>
                <a:cxn ang="0">
                  <a:pos x="connsiteX3205" y="connsiteY3205"/>
                </a:cxn>
                <a:cxn ang="0">
                  <a:pos x="connsiteX3206" y="connsiteY3206"/>
                </a:cxn>
                <a:cxn ang="0">
                  <a:pos x="connsiteX3207" y="connsiteY3207"/>
                </a:cxn>
                <a:cxn ang="0">
                  <a:pos x="connsiteX3208" y="connsiteY3208"/>
                </a:cxn>
                <a:cxn ang="0">
                  <a:pos x="connsiteX3209" y="connsiteY3209"/>
                </a:cxn>
                <a:cxn ang="0">
                  <a:pos x="connsiteX3210" y="connsiteY3210"/>
                </a:cxn>
                <a:cxn ang="0">
                  <a:pos x="connsiteX3211" y="connsiteY3211"/>
                </a:cxn>
                <a:cxn ang="0">
                  <a:pos x="connsiteX3212" y="connsiteY3212"/>
                </a:cxn>
                <a:cxn ang="0">
                  <a:pos x="connsiteX3213" y="connsiteY3213"/>
                </a:cxn>
                <a:cxn ang="0">
                  <a:pos x="connsiteX3214" y="connsiteY3214"/>
                </a:cxn>
                <a:cxn ang="0">
                  <a:pos x="connsiteX3215" y="connsiteY3215"/>
                </a:cxn>
                <a:cxn ang="0">
                  <a:pos x="connsiteX3216" y="connsiteY3216"/>
                </a:cxn>
                <a:cxn ang="0">
                  <a:pos x="connsiteX3217" y="connsiteY3217"/>
                </a:cxn>
                <a:cxn ang="0">
                  <a:pos x="connsiteX3218" y="connsiteY3218"/>
                </a:cxn>
                <a:cxn ang="0">
                  <a:pos x="connsiteX3219" y="connsiteY3219"/>
                </a:cxn>
                <a:cxn ang="0">
                  <a:pos x="connsiteX3220" y="connsiteY3220"/>
                </a:cxn>
                <a:cxn ang="0">
                  <a:pos x="connsiteX3221" y="connsiteY3221"/>
                </a:cxn>
                <a:cxn ang="0">
                  <a:pos x="connsiteX3222" y="connsiteY3222"/>
                </a:cxn>
                <a:cxn ang="0">
                  <a:pos x="connsiteX3223" y="connsiteY3223"/>
                </a:cxn>
                <a:cxn ang="0">
                  <a:pos x="connsiteX3224" y="connsiteY3224"/>
                </a:cxn>
                <a:cxn ang="0">
                  <a:pos x="connsiteX3225" y="connsiteY3225"/>
                </a:cxn>
                <a:cxn ang="0">
                  <a:pos x="connsiteX3226" y="connsiteY3226"/>
                </a:cxn>
                <a:cxn ang="0">
                  <a:pos x="connsiteX3227" y="connsiteY3227"/>
                </a:cxn>
                <a:cxn ang="0">
                  <a:pos x="connsiteX3228" y="connsiteY3228"/>
                </a:cxn>
                <a:cxn ang="0">
                  <a:pos x="connsiteX3229" y="connsiteY3229"/>
                </a:cxn>
                <a:cxn ang="0">
                  <a:pos x="connsiteX3230" y="connsiteY3230"/>
                </a:cxn>
                <a:cxn ang="0">
                  <a:pos x="connsiteX3231" y="connsiteY3231"/>
                </a:cxn>
                <a:cxn ang="0">
                  <a:pos x="connsiteX3232" y="connsiteY3232"/>
                </a:cxn>
                <a:cxn ang="0">
                  <a:pos x="connsiteX3233" y="connsiteY3233"/>
                </a:cxn>
                <a:cxn ang="0">
                  <a:pos x="connsiteX3234" y="connsiteY3234"/>
                </a:cxn>
                <a:cxn ang="0">
                  <a:pos x="connsiteX3235" y="connsiteY3235"/>
                </a:cxn>
                <a:cxn ang="0">
                  <a:pos x="connsiteX3236" y="connsiteY3236"/>
                </a:cxn>
                <a:cxn ang="0">
                  <a:pos x="connsiteX3237" y="connsiteY3237"/>
                </a:cxn>
                <a:cxn ang="0">
                  <a:pos x="connsiteX3238" y="connsiteY3238"/>
                </a:cxn>
                <a:cxn ang="0">
                  <a:pos x="connsiteX3239" y="connsiteY3239"/>
                </a:cxn>
                <a:cxn ang="0">
                  <a:pos x="connsiteX3240" y="connsiteY3240"/>
                </a:cxn>
                <a:cxn ang="0">
                  <a:pos x="connsiteX3241" y="connsiteY3241"/>
                </a:cxn>
                <a:cxn ang="0">
                  <a:pos x="connsiteX3242" y="connsiteY3242"/>
                </a:cxn>
                <a:cxn ang="0">
                  <a:pos x="connsiteX3243" y="connsiteY3243"/>
                </a:cxn>
                <a:cxn ang="0">
                  <a:pos x="connsiteX3244" y="connsiteY3244"/>
                </a:cxn>
                <a:cxn ang="0">
                  <a:pos x="connsiteX3245" y="connsiteY3245"/>
                </a:cxn>
                <a:cxn ang="0">
                  <a:pos x="connsiteX3246" y="connsiteY3246"/>
                </a:cxn>
                <a:cxn ang="0">
                  <a:pos x="connsiteX3247" y="connsiteY3247"/>
                </a:cxn>
                <a:cxn ang="0">
                  <a:pos x="connsiteX3248" y="connsiteY3248"/>
                </a:cxn>
                <a:cxn ang="0">
                  <a:pos x="connsiteX3249" y="connsiteY3249"/>
                </a:cxn>
                <a:cxn ang="0">
                  <a:pos x="connsiteX3250" y="connsiteY3250"/>
                </a:cxn>
                <a:cxn ang="0">
                  <a:pos x="connsiteX3251" y="connsiteY3251"/>
                </a:cxn>
                <a:cxn ang="0">
                  <a:pos x="connsiteX3252" y="connsiteY3252"/>
                </a:cxn>
                <a:cxn ang="0">
                  <a:pos x="connsiteX3253" y="connsiteY3253"/>
                </a:cxn>
                <a:cxn ang="0">
                  <a:pos x="connsiteX3254" y="connsiteY3254"/>
                </a:cxn>
                <a:cxn ang="0">
                  <a:pos x="connsiteX3255" y="connsiteY3255"/>
                </a:cxn>
                <a:cxn ang="0">
                  <a:pos x="connsiteX3256" y="connsiteY3256"/>
                </a:cxn>
                <a:cxn ang="0">
                  <a:pos x="connsiteX3257" y="connsiteY3257"/>
                </a:cxn>
                <a:cxn ang="0">
                  <a:pos x="connsiteX3258" y="connsiteY3258"/>
                </a:cxn>
                <a:cxn ang="0">
                  <a:pos x="connsiteX3259" y="connsiteY3259"/>
                </a:cxn>
                <a:cxn ang="0">
                  <a:pos x="connsiteX3260" y="connsiteY3260"/>
                </a:cxn>
                <a:cxn ang="0">
                  <a:pos x="connsiteX3261" y="connsiteY3261"/>
                </a:cxn>
                <a:cxn ang="0">
                  <a:pos x="connsiteX3262" y="connsiteY3262"/>
                </a:cxn>
                <a:cxn ang="0">
                  <a:pos x="connsiteX3263" y="connsiteY3263"/>
                </a:cxn>
                <a:cxn ang="0">
                  <a:pos x="connsiteX3264" y="connsiteY3264"/>
                </a:cxn>
                <a:cxn ang="0">
                  <a:pos x="connsiteX3265" y="connsiteY3265"/>
                </a:cxn>
                <a:cxn ang="0">
                  <a:pos x="connsiteX3266" y="connsiteY3266"/>
                </a:cxn>
                <a:cxn ang="0">
                  <a:pos x="connsiteX3267" y="connsiteY3267"/>
                </a:cxn>
                <a:cxn ang="0">
                  <a:pos x="connsiteX3268" y="connsiteY3268"/>
                </a:cxn>
                <a:cxn ang="0">
                  <a:pos x="connsiteX3269" y="connsiteY3269"/>
                </a:cxn>
                <a:cxn ang="0">
                  <a:pos x="connsiteX3270" y="connsiteY3270"/>
                </a:cxn>
                <a:cxn ang="0">
                  <a:pos x="connsiteX3271" y="connsiteY3271"/>
                </a:cxn>
                <a:cxn ang="0">
                  <a:pos x="connsiteX3272" y="connsiteY3272"/>
                </a:cxn>
                <a:cxn ang="0">
                  <a:pos x="connsiteX3273" y="connsiteY3273"/>
                </a:cxn>
                <a:cxn ang="0">
                  <a:pos x="connsiteX3274" y="connsiteY3274"/>
                </a:cxn>
                <a:cxn ang="0">
                  <a:pos x="connsiteX3275" y="connsiteY3275"/>
                </a:cxn>
                <a:cxn ang="0">
                  <a:pos x="connsiteX3276" y="connsiteY3276"/>
                </a:cxn>
                <a:cxn ang="0">
                  <a:pos x="connsiteX3277" y="connsiteY3277"/>
                </a:cxn>
                <a:cxn ang="0">
                  <a:pos x="connsiteX3278" y="connsiteY3278"/>
                </a:cxn>
                <a:cxn ang="0">
                  <a:pos x="connsiteX3279" y="connsiteY3279"/>
                </a:cxn>
                <a:cxn ang="0">
                  <a:pos x="connsiteX3280" y="connsiteY3280"/>
                </a:cxn>
                <a:cxn ang="0">
                  <a:pos x="connsiteX3281" y="connsiteY3281"/>
                </a:cxn>
                <a:cxn ang="0">
                  <a:pos x="connsiteX3282" y="connsiteY3282"/>
                </a:cxn>
                <a:cxn ang="0">
                  <a:pos x="connsiteX3283" y="connsiteY3283"/>
                </a:cxn>
                <a:cxn ang="0">
                  <a:pos x="connsiteX3284" y="connsiteY3284"/>
                </a:cxn>
                <a:cxn ang="0">
                  <a:pos x="connsiteX3285" y="connsiteY3285"/>
                </a:cxn>
                <a:cxn ang="0">
                  <a:pos x="connsiteX3286" y="connsiteY3286"/>
                </a:cxn>
                <a:cxn ang="0">
                  <a:pos x="connsiteX3287" y="connsiteY3287"/>
                </a:cxn>
                <a:cxn ang="0">
                  <a:pos x="connsiteX3288" y="connsiteY3288"/>
                </a:cxn>
                <a:cxn ang="0">
                  <a:pos x="connsiteX3289" y="connsiteY3289"/>
                </a:cxn>
                <a:cxn ang="0">
                  <a:pos x="connsiteX3290" y="connsiteY3290"/>
                </a:cxn>
                <a:cxn ang="0">
                  <a:pos x="connsiteX3291" y="connsiteY3291"/>
                </a:cxn>
                <a:cxn ang="0">
                  <a:pos x="connsiteX3292" y="connsiteY3292"/>
                </a:cxn>
                <a:cxn ang="0">
                  <a:pos x="connsiteX3293" y="connsiteY3293"/>
                </a:cxn>
                <a:cxn ang="0">
                  <a:pos x="connsiteX3294" y="connsiteY3294"/>
                </a:cxn>
                <a:cxn ang="0">
                  <a:pos x="connsiteX3295" y="connsiteY3295"/>
                </a:cxn>
                <a:cxn ang="0">
                  <a:pos x="connsiteX3296" y="connsiteY3296"/>
                </a:cxn>
                <a:cxn ang="0">
                  <a:pos x="connsiteX3297" y="connsiteY3297"/>
                </a:cxn>
                <a:cxn ang="0">
                  <a:pos x="connsiteX3298" y="connsiteY3298"/>
                </a:cxn>
                <a:cxn ang="0">
                  <a:pos x="connsiteX3299" y="connsiteY3299"/>
                </a:cxn>
                <a:cxn ang="0">
                  <a:pos x="connsiteX3300" y="connsiteY3300"/>
                </a:cxn>
                <a:cxn ang="0">
                  <a:pos x="connsiteX3301" y="connsiteY3301"/>
                </a:cxn>
                <a:cxn ang="0">
                  <a:pos x="connsiteX3302" y="connsiteY3302"/>
                </a:cxn>
                <a:cxn ang="0">
                  <a:pos x="connsiteX3303" y="connsiteY3303"/>
                </a:cxn>
                <a:cxn ang="0">
                  <a:pos x="connsiteX3304" y="connsiteY3304"/>
                </a:cxn>
                <a:cxn ang="0">
                  <a:pos x="connsiteX3305" y="connsiteY3305"/>
                </a:cxn>
                <a:cxn ang="0">
                  <a:pos x="connsiteX3306" y="connsiteY3306"/>
                </a:cxn>
                <a:cxn ang="0">
                  <a:pos x="connsiteX3307" y="connsiteY3307"/>
                </a:cxn>
                <a:cxn ang="0">
                  <a:pos x="connsiteX3308" y="connsiteY3308"/>
                </a:cxn>
                <a:cxn ang="0">
                  <a:pos x="connsiteX3309" y="connsiteY3309"/>
                </a:cxn>
                <a:cxn ang="0">
                  <a:pos x="connsiteX3310" y="connsiteY3310"/>
                </a:cxn>
                <a:cxn ang="0">
                  <a:pos x="connsiteX3311" y="connsiteY3311"/>
                </a:cxn>
                <a:cxn ang="0">
                  <a:pos x="connsiteX3312" y="connsiteY3312"/>
                </a:cxn>
                <a:cxn ang="0">
                  <a:pos x="connsiteX3313" y="connsiteY3313"/>
                </a:cxn>
                <a:cxn ang="0">
                  <a:pos x="connsiteX3314" y="connsiteY3314"/>
                </a:cxn>
                <a:cxn ang="0">
                  <a:pos x="connsiteX3315" y="connsiteY3315"/>
                </a:cxn>
                <a:cxn ang="0">
                  <a:pos x="connsiteX3316" y="connsiteY3316"/>
                </a:cxn>
                <a:cxn ang="0">
                  <a:pos x="connsiteX3317" y="connsiteY3317"/>
                </a:cxn>
                <a:cxn ang="0">
                  <a:pos x="connsiteX3318" y="connsiteY3318"/>
                </a:cxn>
                <a:cxn ang="0">
                  <a:pos x="connsiteX3319" y="connsiteY3319"/>
                </a:cxn>
                <a:cxn ang="0">
                  <a:pos x="connsiteX3320" y="connsiteY3320"/>
                </a:cxn>
                <a:cxn ang="0">
                  <a:pos x="connsiteX3321" y="connsiteY3321"/>
                </a:cxn>
                <a:cxn ang="0">
                  <a:pos x="connsiteX3322" y="connsiteY3322"/>
                </a:cxn>
                <a:cxn ang="0">
                  <a:pos x="connsiteX3323" y="connsiteY3323"/>
                </a:cxn>
                <a:cxn ang="0">
                  <a:pos x="connsiteX3324" y="connsiteY3324"/>
                </a:cxn>
                <a:cxn ang="0">
                  <a:pos x="connsiteX3325" y="connsiteY3325"/>
                </a:cxn>
                <a:cxn ang="0">
                  <a:pos x="connsiteX3326" y="connsiteY3326"/>
                </a:cxn>
                <a:cxn ang="0">
                  <a:pos x="connsiteX3327" y="connsiteY3327"/>
                </a:cxn>
                <a:cxn ang="0">
                  <a:pos x="connsiteX3328" y="connsiteY3328"/>
                </a:cxn>
                <a:cxn ang="0">
                  <a:pos x="connsiteX3329" y="connsiteY3329"/>
                </a:cxn>
                <a:cxn ang="0">
                  <a:pos x="connsiteX3330" y="connsiteY3330"/>
                </a:cxn>
                <a:cxn ang="0">
                  <a:pos x="connsiteX3331" y="connsiteY3331"/>
                </a:cxn>
                <a:cxn ang="0">
                  <a:pos x="connsiteX3332" y="connsiteY3332"/>
                </a:cxn>
                <a:cxn ang="0">
                  <a:pos x="connsiteX3333" y="connsiteY3333"/>
                </a:cxn>
                <a:cxn ang="0">
                  <a:pos x="connsiteX3334" y="connsiteY3334"/>
                </a:cxn>
                <a:cxn ang="0">
                  <a:pos x="connsiteX3335" y="connsiteY3335"/>
                </a:cxn>
                <a:cxn ang="0">
                  <a:pos x="connsiteX3336" y="connsiteY3336"/>
                </a:cxn>
                <a:cxn ang="0">
                  <a:pos x="connsiteX3337" y="connsiteY3337"/>
                </a:cxn>
                <a:cxn ang="0">
                  <a:pos x="connsiteX3338" y="connsiteY3338"/>
                </a:cxn>
                <a:cxn ang="0">
                  <a:pos x="connsiteX3339" y="connsiteY3339"/>
                </a:cxn>
                <a:cxn ang="0">
                  <a:pos x="connsiteX3340" y="connsiteY3340"/>
                </a:cxn>
                <a:cxn ang="0">
                  <a:pos x="connsiteX3341" y="connsiteY3341"/>
                </a:cxn>
                <a:cxn ang="0">
                  <a:pos x="connsiteX3342" y="connsiteY3342"/>
                </a:cxn>
                <a:cxn ang="0">
                  <a:pos x="connsiteX3343" y="connsiteY3343"/>
                </a:cxn>
                <a:cxn ang="0">
                  <a:pos x="connsiteX3344" y="connsiteY3344"/>
                </a:cxn>
                <a:cxn ang="0">
                  <a:pos x="connsiteX3345" y="connsiteY3345"/>
                </a:cxn>
                <a:cxn ang="0">
                  <a:pos x="connsiteX3346" y="connsiteY3346"/>
                </a:cxn>
                <a:cxn ang="0">
                  <a:pos x="connsiteX3347" y="connsiteY3347"/>
                </a:cxn>
                <a:cxn ang="0">
                  <a:pos x="connsiteX3348" y="connsiteY3348"/>
                </a:cxn>
                <a:cxn ang="0">
                  <a:pos x="connsiteX3349" y="connsiteY3349"/>
                </a:cxn>
                <a:cxn ang="0">
                  <a:pos x="connsiteX3350" y="connsiteY3350"/>
                </a:cxn>
                <a:cxn ang="0">
                  <a:pos x="connsiteX3351" y="connsiteY3351"/>
                </a:cxn>
                <a:cxn ang="0">
                  <a:pos x="connsiteX3352" y="connsiteY3352"/>
                </a:cxn>
                <a:cxn ang="0">
                  <a:pos x="connsiteX3353" y="connsiteY3353"/>
                </a:cxn>
                <a:cxn ang="0">
                  <a:pos x="connsiteX3354" y="connsiteY3354"/>
                </a:cxn>
                <a:cxn ang="0">
                  <a:pos x="connsiteX3355" y="connsiteY3355"/>
                </a:cxn>
                <a:cxn ang="0">
                  <a:pos x="connsiteX3356" y="connsiteY3356"/>
                </a:cxn>
                <a:cxn ang="0">
                  <a:pos x="connsiteX3357" y="connsiteY3357"/>
                </a:cxn>
                <a:cxn ang="0">
                  <a:pos x="connsiteX3358" y="connsiteY3358"/>
                </a:cxn>
                <a:cxn ang="0">
                  <a:pos x="connsiteX3359" y="connsiteY3359"/>
                </a:cxn>
                <a:cxn ang="0">
                  <a:pos x="connsiteX3360" y="connsiteY3360"/>
                </a:cxn>
                <a:cxn ang="0">
                  <a:pos x="connsiteX3361" y="connsiteY3361"/>
                </a:cxn>
                <a:cxn ang="0">
                  <a:pos x="connsiteX3362" y="connsiteY3362"/>
                </a:cxn>
                <a:cxn ang="0">
                  <a:pos x="connsiteX3363" y="connsiteY3363"/>
                </a:cxn>
                <a:cxn ang="0">
                  <a:pos x="connsiteX3364" y="connsiteY3364"/>
                </a:cxn>
                <a:cxn ang="0">
                  <a:pos x="connsiteX3365" y="connsiteY3365"/>
                </a:cxn>
                <a:cxn ang="0">
                  <a:pos x="connsiteX3366" y="connsiteY3366"/>
                </a:cxn>
                <a:cxn ang="0">
                  <a:pos x="connsiteX3367" y="connsiteY3367"/>
                </a:cxn>
                <a:cxn ang="0">
                  <a:pos x="connsiteX3368" y="connsiteY3368"/>
                </a:cxn>
                <a:cxn ang="0">
                  <a:pos x="connsiteX3369" y="connsiteY3369"/>
                </a:cxn>
                <a:cxn ang="0">
                  <a:pos x="connsiteX3370" y="connsiteY3370"/>
                </a:cxn>
                <a:cxn ang="0">
                  <a:pos x="connsiteX3371" y="connsiteY3371"/>
                </a:cxn>
                <a:cxn ang="0">
                  <a:pos x="connsiteX3372" y="connsiteY3372"/>
                </a:cxn>
                <a:cxn ang="0">
                  <a:pos x="connsiteX3373" y="connsiteY3373"/>
                </a:cxn>
                <a:cxn ang="0">
                  <a:pos x="connsiteX3374" y="connsiteY3374"/>
                </a:cxn>
                <a:cxn ang="0">
                  <a:pos x="connsiteX3375" y="connsiteY3375"/>
                </a:cxn>
                <a:cxn ang="0">
                  <a:pos x="connsiteX3376" y="connsiteY3376"/>
                </a:cxn>
                <a:cxn ang="0">
                  <a:pos x="connsiteX3377" y="connsiteY3377"/>
                </a:cxn>
                <a:cxn ang="0">
                  <a:pos x="connsiteX3378" y="connsiteY3378"/>
                </a:cxn>
                <a:cxn ang="0">
                  <a:pos x="connsiteX3379" y="connsiteY3379"/>
                </a:cxn>
                <a:cxn ang="0">
                  <a:pos x="connsiteX3380" y="connsiteY3380"/>
                </a:cxn>
                <a:cxn ang="0">
                  <a:pos x="connsiteX3381" y="connsiteY3381"/>
                </a:cxn>
                <a:cxn ang="0">
                  <a:pos x="connsiteX3382" y="connsiteY3382"/>
                </a:cxn>
                <a:cxn ang="0">
                  <a:pos x="connsiteX3383" y="connsiteY3383"/>
                </a:cxn>
                <a:cxn ang="0">
                  <a:pos x="connsiteX3384" y="connsiteY3384"/>
                </a:cxn>
                <a:cxn ang="0">
                  <a:pos x="connsiteX3385" y="connsiteY3385"/>
                </a:cxn>
                <a:cxn ang="0">
                  <a:pos x="connsiteX3386" y="connsiteY3386"/>
                </a:cxn>
                <a:cxn ang="0">
                  <a:pos x="connsiteX3387" y="connsiteY3387"/>
                </a:cxn>
                <a:cxn ang="0">
                  <a:pos x="connsiteX3388" y="connsiteY3388"/>
                </a:cxn>
                <a:cxn ang="0">
                  <a:pos x="connsiteX3389" y="connsiteY3389"/>
                </a:cxn>
                <a:cxn ang="0">
                  <a:pos x="connsiteX3390" y="connsiteY3390"/>
                </a:cxn>
                <a:cxn ang="0">
                  <a:pos x="connsiteX3391" y="connsiteY3391"/>
                </a:cxn>
                <a:cxn ang="0">
                  <a:pos x="connsiteX3392" y="connsiteY3392"/>
                </a:cxn>
                <a:cxn ang="0">
                  <a:pos x="connsiteX3393" y="connsiteY3393"/>
                </a:cxn>
                <a:cxn ang="0">
                  <a:pos x="connsiteX3394" y="connsiteY3394"/>
                </a:cxn>
                <a:cxn ang="0">
                  <a:pos x="connsiteX3395" y="connsiteY3395"/>
                </a:cxn>
                <a:cxn ang="0">
                  <a:pos x="connsiteX3396" y="connsiteY3396"/>
                </a:cxn>
                <a:cxn ang="0">
                  <a:pos x="connsiteX3397" y="connsiteY3397"/>
                </a:cxn>
                <a:cxn ang="0">
                  <a:pos x="connsiteX3398" y="connsiteY3398"/>
                </a:cxn>
                <a:cxn ang="0">
                  <a:pos x="connsiteX3399" y="connsiteY3399"/>
                </a:cxn>
                <a:cxn ang="0">
                  <a:pos x="connsiteX3400" y="connsiteY3400"/>
                </a:cxn>
                <a:cxn ang="0">
                  <a:pos x="connsiteX3401" y="connsiteY3401"/>
                </a:cxn>
                <a:cxn ang="0">
                  <a:pos x="connsiteX3402" y="connsiteY3402"/>
                </a:cxn>
                <a:cxn ang="0">
                  <a:pos x="connsiteX3403" y="connsiteY3403"/>
                </a:cxn>
                <a:cxn ang="0">
                  <a:pos x="connsiteX3404" y="connsiteY3404"/>
                </a:cxn>
                <a:cxn ang="0">
                  <a:pos x="connsiteX3405" y="connsiteY3405"/>
                </a:cxn>
                <a:cxn ang="0">
                  <a:pos x="connsiteX3406" y="connsiteY3406"/>
                </a:cxn>
                <a:cxn ang="0">
                  <a:pos x="connsiteX3407" y="connsiteY3407"/>
                </a:cxn>
                <a:cxn ang="0">
                  <a:pos x="connsiteX3408" y="connsiteY3408"/>
                </a:cxn>
                <a:cxn ang="0">
                  <a:pos x="connsiteX3409" y="connsiteY3409"/>
                </a:cxn>
                <a:cxn ang="0">
                  <a:pos x="connsiteX3410" y="connsiteY3410"/>
                </a:cxn>
                <a:cxn ang="0">
                  <a:pos x="connsiteX3411" y="connsiteY3411"/>
                </a:cxn>
                <a:cxn ang="0">
                  <a:pos x="connsiteX3412" y="connsiteY3412"/>
                </a:cxn>
                <a:cxn ang="0">
                  <a:pos x="connsiteX3413" y="connsiteY3413"/>
                </a:cxn>
                <a:cxn ang="0">
                  <a:pos x="connsiteX3414" y="connsiteY3414"/>
                </a:cxn>
                <a:cxn ang="0">
                  <a:pos x="connsiteX3415" y="connsiteY3415"/>
                </a:cxn>
                <a:cxn ang="0">
                  <a:pos x="connsiteX3416" y="connsiteY3416"/>
                </a:cxn>
                <a:cxn ang="0">
                  <a:pos x="connsiteX3417" y="connsiteY3417"/>
                </a:cxn>
                <a:cxn ang="0">
                  <a:pos x="connsiteX3418" y="connsiteY3418"/>
                </a:cxn>
                <a:cxn ang="0">
                  <a:pos x="connsiteX3419" y="connsiteY3419"/>
                </a:cxn>
                <a:cxn ang="0">
                  <a:pos x="connsiteX3420" y="connsiteY3420"/>
                </a:cxn>
                <a:cxn ang="0">
                  <a:pos x="connsiteX3421" y="connsiteY3421"/>
                </a:cxn>
                <a:cxn ang="0">
                  <a:pos x="connsiteX3422" y="connsiteY3422"/>
                </a:cxn>
                <a:cxn ang="0">
                  <a:pos x="connsiteX3423" y="connsiteY3423"/>
                </a:cxn>
                <a:cxn ang="0">
                  <a:pos x="connsiteX3424" y="connsiteY3424"/>
                </a:cxn>
                <a:cxn ang="0">
                  <a:pos x="connsiteX3425" y="connsiteY3425"/>
                </a:cxn>
                <a:cxn ang="0">
                  <a:pos x="connsiteX3426" y="connsiteY3426"/>
                </a:cxn>
                <a:cxn ang="0">
                  <a:pos x="connsiteX3427" y="connsiteY3427"/>
                </a:cxn>
                <a:cxn ang="0">
                  <a:pos x="connsiteX3428" y="connsiteY3428"/>
                </a:cxn>
                <a:cxn ang="0">
                  <a:pos x="connsiteX3429" y="connsiteY3429"/>
                </a:cxn>
                <a:cxn ang="0">
                  <a:pos x="connsiteX3430" y="connsiteY3430"/>
                </a:cxn>
                <a:cxn ang="0">
                  <a:pos x="connsiteX3431" y="connsiteY3431"/>
                </a:cxn>
                <a:cxn ang="0">
                  <a:pos x="connsiteX3432" y="connsiteY3432"/>
                </a:cxn>
                <a:cxn ang="0">
                  <a:pos x="connsiteX3433" y="connsiteY3433"/>
                </a:cxn>
                <a:cxn ang="0">
                  <a:pos x="connsiteX3434" y="connsiteY3434"/>
                </a:cxn>
                <a:cxn ang="0">
                  <a:pos x="connsiteX3435" y="connsiteY3435"/>
                </a:cxn>
                <a:cxn ang="0">
                  <a:pos x="connsiteX3436" y="connsiteY3436"/>
                </a:cxn>
                <a:cxn ang="0">
                  <a:pos x="connsiteX3437" y="connsiteY3437"/>
                </a:cxn>
                <a:cxn ang="0">
                  <a:pos x="connsiteX3438" y="connsiteY3438"/>
                </a:cxn>
                <a:cxn ang="0">
                  <a:pos x="connsiteX3439" y="connsiteY3439"/>
                </a:cxn>
                <a:cxn ang="0">
                  <a:pos x="connsiteX3440" y="connsiteY3440"/>
                </a:cxn>
                <a:cxn ang="0">
                  <a:pos x="connsiteX3441" y="connsiteY3441"/>
                </a:cxn>
                <a:cxn ang="0">
                  <a:pos x="connsiteX3442" y="connsiteY3442"/>
                </a:cxn>
                <a:cxn ang="0">
                  <a:pos x="connsiteX3443" y="connsiteY3443"/>
                </a:cxn>
                <a:cxn ang="0">
                  <a:pos x="connsiteX3444" y="connsiteY3444"/>
                </a:cxn>
                <a:cxn ang="0">
                  <a:pos x="connsiteX3445" y="connsiteY3445"/>
                </a:cxn>
                <a:cxn ang="0">
                  <a:pos x="connsiteX3446" y="connsiteY3446"/>
                </a:cxn>
                <a:cxn ang="0">
                  <a:pos x="connsiteX3447" y="connsiteY3447"/>
                </a:cxn>
                <a:cxn ang="0">
                  <a:pos x="connsiteX3448" y="connsiteY3448"/>
                </a:cxn>
                <a:cxn ang="0">
                  <a:pos x="connsiteX3449" y="connsiteY3449"/>
                </a:cxn>
                <a:cxn ang="0">
                  <a:pos x="connsiteX3450" y="connsiteY3450"/>
                </a:cxn>
                <a:cxn ang="0">
                  <a:pos x="connsiteX3451" y="connsiteY3451"/>
                </a:cxn>
                <a:cxn ang="0">
                  <a:pos x="connsiteX3452" y="connsiteY3452"/>
                </a:cxn>
                <a:cxn ang="0">
                  <a:pos x="connsiteX3453" y="connsiteY3453"/>
                </a:cxn>
                <a:cxn ang="0">
                  <a:pos x="connsiteX3454" y="connsiteY3454"/>
                </a:cxn>
                <a:cxn ang="0">
                  <a:pos x="connsiteX3455" y="connsiteY3455"/>
                </a:cxn>
                <a:cxn ang="0">
                  <a:pos x="connsiteX3456" y="connsiteY3456"/>
                </a:cxn>
                <a:cxn ang="0">
                  <a:pos x="connsiteX3457" y="connsiteY3457"/>
                </a:cxn>
                <a:cxn ang="0">
                  <a:pos x="connsiteX3458" y="connsiteY3458"/>
                </a:cxn>
                <a:cxn ang="0">
                  <a:pos x="connsiteX3459" y="connsiteY3459"/>
                </a:cxn>
                <a:cxn ang="0">
                  <a:pos x="connsiteX3460" y="connsiteY3460"/>
                </a:cxn>
                <a:cxn ang="0">
                  <a:pos x="connsiteX3461" y="connsiteY3461"/>
                </a:cxn>
                <a:cxn ang="0">
                  <a:pos x="connsiteX3462" y="connsiteY3462"/>
                </a:cxn>
                <a:cxn ang="0">
                  <a:pos x="connsiteX3463" y="connsiteY3463"/>
                </a:cxn>
                <a:cxn ang="0">
                  <a:pos x="connsiteX3464" y="connsiteY3464"/>
                </a:cxn>
                <a:cxn ang="0">
                  <a:pos x="connsiteX3465" y="connsiteY3465"/>
                </a:cxn>
                <a:cxn ang="0">
                  <a:pos x="connsiteX3466" y="connsiteY3466"/>
                </a:cxn>
                <a:cxn ang="0">
                  <a:pos x="connsiteX3467" y="connsiteY3467"/>
                </a:cxn>
                <a:cxn ang="0">
                  <a:pos x="connsiteX3468" y="connsiteY3468"/>
                </a:cxn>
                <a:cxn ang="0">
                  <a:pos x="connsiteX3469" y="connsiteY3469"/>
                </a:cxn>
                <a:cxn ang="0">
                  <a:pos x="connsiteX3470" y="connsiteY3470"/>
                </a:cxn>
                <a:cxn ang="0">
                  <a:pos x="connsiteX3471" y="connsiteY3471"/>
                </a:cxn>
                <a:cxn ang="0">
                  <a:pos x="connsiteX3472" y="connsiteY3472"/>
                </a:cxn>
                <a:cxn ang="0">
                  <a:pos x="connsiteX3473" y="connsiteY3473"/>
                </a:cxn>
                <a:cxn ang="0">
                  <a:pos x="connsiteX3474" y="connsiteY3474"/>
                </a:cxn>
                <a:cxn ang="0">
                  <a:pos x="connsiteX3475" y="connsiteY3475"/>
                </a:cxn>
                <a:cxn ang="0">
                  <a:pos x="connsiteX3476" y="connsiteY3476"/>
                </a:cxn>
                <a:cxn ang="0">
                  <a:pos x="connsiteX3477" y="connsiteY3477"/>
                </a:cxn>
                <a:cxn ang="0">
                  <a:pos x="connsiteX3478" y="connsiteY3478"/>
                </a:cxn>
                <a:cxn ang="0">
                  <a:pos x="connsiteX3479" y="connsiteY3479"/>
                </a:cxn>
                <a:cxn ang="0">
                  <a:pos x="connsiteX3480" y="connsiteY3480"/>
                </a:cxn>
                <a:cxn ang="0">
                  <a:pos x="connsiteX3481" y="connsiteY3481"/>
                </a:cxn>
                <a:cxn ang="0">
                  <a:pos x="connsiteX3482" y="connsiteY3482"/>
                </a:cxn>
                <a:cxn ang="0">
                  <a:pos x="connsiteX3483" y="connsiteY3483"/>
                </a:cxn>
                <a:cxn ang="0">
                  <a:pos x="connsiteX3484" y="connsiteY3484"/>
                </a:cxn>
                <a:cxn ang="0">
                  <a:pos x="connsiteX3485" y="connsiteY3485"/>
                </a:cxn>
                <a:cxn ang="0">
                  <a:pos x="connsiteX3486" y="connsiteY3486"/>
                </a:cxn>
                <a:cxn ang="0">
                  <a:pos x="connsiteX3487" y="connsiteY3487"/>
                </a:cxn>
                <a:cxn ang="0">
                  <a:pos x="connsiteX3488" y="connsiteY3488"/>
                </a:cxn>
                <a:cxn ang="0">
                  <a:pos x="connsiteX3489" y="connsiteY3489"/>
                </a:cxn>
                <a:cxn ang="0">
                  <a:pos x="connsiteX3490" y="connsiteY3490"/>
                </a:cxn>
                <a:cxn ang="0">
                  <a:pos x="connsiteX3491" y="connsiteY3491"/>
                </a:cxn>
                <a:cxn ang="0">
                  <a:pos x="connsiteX3492" y="connsiteY3492"/>
                </a:cxn>
                <a:cxn ang="0">
                  <a:pos x="connsiteX3493" y="connsiteY3493"/>
                </a:cxn>
                <a:cxn ang="0">
                  <a:pos x="connsiteX3494" y="connsiteY3494"/>
                </a:cxn>
                <a:cxn ang="0">
                  <a:pos x="connsiteX3495" y="connsiteY3495"/>
                </a:cxn>
                <a:cxn ang="0">
                  <a:pos x="connsiteX3496" y="connsiteY3496"/>
                </a:cxn>
                <a:cxn ang="0">
                  <a:pos x="connsiteX3497" y="connsiteY3497"/>
                </a:cxn>
                <a:cxn ang="0">
                  <a:pos x="connsiteX3498" y="connsiteY3498"/>
                </a:cxn>
                <a:cxn ang="0">
                  <a:pos x="connsiteX3499" y="connsiteY3499"/>
                </a:cxn>
                <a:cxn ang="0">
                  <a:pos x="connsiteX3500" y="connsiteY3500"/>
                </a:cxn>
                <a:cxn ang="0">
                  <a:pos x="connsiteX3501" y="connsiteY3501"/>
                </a:cxn>
                <a:cxn ang="0">
                  <a:pos x="connsiteX3502" y="connsiteY3502"/>
                </a:cxn>
                <a:cxn ang="0">
                  <a:pos x="connsiteX3503" y="connsiteY3503"/>
                </a:cxn>
                <a:cxn ang="0">
                  <a:pos x="connsiteX3504" y="connsiteY3504"/>
                </a:cxn>
                <a:cxn ang="0">
                  <a:pos x="connsiteX3505" y="connsiteY3505"/>
                </a:cxn>
                <a:cxn ang="0">
                  <a:pos x="connsiteX3506" y="connsiteY3506"/>
                </a:cxn>
                <a:cxn ang="0">
                  <a:pos x="connsiteX3507" y="connsiteY3507"/>
                </a:cxn>
                <a:cxn ang="0">
                  <a:pos x="connsiteX3508" y="connsiteY3508"/>
                </a:cxn>
                <a:cxn ang="0">
                  <a:pos x="connsiteX3509" y="connsiteY3509"/>
                </a:cxn>
                <a:cxn ang="0">
                  <a:pos x="connsiteX3510" y="connsiteY3510"/>
                </a:cxn>
                <a:cxn ang="0">
                  <a:pos x="connsiteX3511" y="connsiteY3511"/>
                </a:cxn>
                <a:cxn ang="0">
                  <a:pos x="connsiteX3512" y="connsiteY3512"/>
                </a:cxn>
                <a:cxn ang="0">
                  <a:pos x="connsiteX3513" y="connsiteY3513"/>
                </a:cxn>
                <a:cxn ang="0">
                  <a:pos x="connsiteX3514" y="connsiteY3514"/>
                </a:cxn>
                <a:cxn ang="0">
                  <a:pos x="connsiteX3515" y="connsiteY3515"/>
                </a:cxn>
                <a:cxn ang="0">
                  <a:pos x="connsiteX3516" y="connsiteY3516"/>
                </a:cxn>
                <a:cxn ang="0">
                  <a:pos x="connsiteX3517" y="connsiteY3517"/>
                </a:cxn>
                <a:cxn ang="0">
                  <a:pos x="connsiteX3518" y="connsiteY3518"/>
                </a:cxn>
                <a:cxn ang="0">
                  <a:pos x="connsiteX3519" y="connsiteY3519"/>
                </a:cxn>
                <a:cxn ang="0">
                  <a:pos x="connsiteX3520" y="connsiteY3520"/>
                </a:cxn>
                <a:cxn ang="0">
                  <a:pos x="connsiteX3521" y="connsiteY3521"/>
                </a:cxn>
                <a:cxn ang="0">
                  <a:pos x="connsiteX3522" y="connsiteY3522"/>
                </a:cxn>
                <a:cxn ang="0">
                  <a:pos x="connsiteX3523" y="connsiteY3523"/>
                </a:cxn>
                <a:cxn ang="0">
                  <a:pos x="connsiteX3524" y="connsiteY3524"/>
                </a:cxn>
                <a:cxn ang="0">
                  <a:pos x="connsiteX3525" y="connsiteY3525"/>
                </a:cxn>
                <a:cxn ang="0">
                  <a:pos x="connsiteX3526" y="connsiteY3526"/>
                </a:cxn>
                <a:cxn ang="0">
                  <a:pos x="connsiteX3527" y="connsiteY3527"/>
                </a:cxn>
                <a:cxn ang="0">
                  <a:pos x="connsiteX3528" y="connsiteY3528"/>
                </a:cxn>
                <a:cxn ang="0">
                  <a:pos x="connsiteX3529" y="connsiteY3529"/>
                </a:cxn>
                <a:cxn ang="0">
                  <a:pos x="connsiteX3530" y="connsiteY3530"/>
                </a:cxn>
                <a:cxn ang="0">
                  <a:pos x="connsiteX3531" y="connsiteY3531"/>
                </a:cxn>
                <a:cxn ang="0">
                  <a:pos x="connsiteX3532" y="connsiteY3532"/>
                </a:cxn>
                <a:cxn ang="0">
                  <a:pos x="connsiteX3533" y="connsiteY3533"/>
                </a:cxn>
                <a:cxn ang="0">
                  <a:pos x="connsiteX3534" y="connsiteY3534"/>
                </a:cxn>
                <a:cxn ang="0">
                  <a:pos x="connsiteX3535" y="connsiteY3535"/>
                </a:cxn>
                <a:cxn ang="0">
                  <a:pos x="connsiteX3536" y="connsiteY3536"/>
                </a:cxn>
                <a:cxn ang="0">
                  <a:pos x="connsiteX3537" y="connsiteY3537"/>
                </a:cxn>
                <a:cxn ang="0">
                  <a:pos x="connsiteX3538" y="connsiteY3538"/>
                </a:cxn>
                <a:cxn ang="0">
                  <a:pos x="connsiteX3539" y="connsiteY3539"/>
                </a:cxn>
                <a:cxn ang="0">
                  <a:pos x="connsiteX3540" y="connsiteY3540"/>
                </a:cxn>
                <a:cxn ang="0">
                  <a:pos x="connsiteX3541" y="connsiteY3541"/>
                </a:cxn>
                <a:cxn ang="0">
                  <a:pos x="connsiteX3542" y="connsiteY3542"/>
                </a:cxn>
                <a:cxn ang="0">
                  <a:pos x="connsiteX3543" y="connsiteY3543"/>
                </a:cxn>
                <a:cxn ang="0">
                  <a:pos x="connsiteX3544" y="connsiteY3544"/>
                </a:cxn>
                <a:cxn ang="0">
                  <a:pos x="connsiteX3545" y="connsiteY3545"/>
                </a:cxn>
                <a:cxn ang="0">
                  <a:pos x="connsiteX3546" y="connsiteY3546"/>
                </a:cxn>
                <a:cxn ang="0">
                  <a:pos x="connsiteX3547" y="connsiteY3547"/>
                </a:cxn>
                <a:cxn ang="0">
                  <a:pos x="connsiteX3548" y="connsiteY3548"/>
                </a:cxn>
                <a:cxn ang="0">
                  <a:pos x="connsiteX3549" y="connsiteY3549"/>
                </a:cxn>
                <a:cxn ang="0">
                  <a:pos x="connsiteX3550" y="connsiteY3550"/>
                </a:cxn>
                <a:cxn ang="0">
                  <a:pos x="connsiteX3551" y="connsiteY3551"/>
                </a:cxn>
                <a:cxn ang="0">
                  <a:pos x="connsiteX3552" y="connsiteY3552"/>
                </a:cxn>
                <a:cxn ang="0">
                  <a:pos x="connsiteX3553" y="connsiteY3553"/>
                </a:cxn>
                <a:cxn ang="0">
                  <a:pos x="connsiteX3554" y="connsiteY3554"/>
                </a:cxn>
                <a:cxn ang="0">
                  <a:pos x="connsiteX3555" y="connsiteY3555"/>
                </a:cxn>
                <a:cxn ang="0">
                  <a:pos x="connsiteX3556" y="connsiteY3556"/>
                </a:cxn>
                <a:cxn ang="0">
                  <a:pos x="connsiteX3557" y="connsiteY3557"/>
                </a:cxn>
                <a:cxn ang="0">
                  <a:pos x="connsiteX3558" y="connsiteY3558"/>
                </a:cxn>
                <a:cxn ang="0">
                  <a:pos x="connsiteX3559" y="connsiteY3559"/>
                </a:cxn>
                <a:cxn ang="0">
                  <a:pos x="connsiteX3560" y="connsiteY3560"/>
                </a:cxn>
                <a:cxn ang="0">
                  <a:pos x="connsiteX3561" y="connsiteY3561"/>
                </a:cxn>
                <a:cxn ang="0">
                  <a:pos x="connsiteX3562" y="connsiteY3562"/>
                </a:cxn>
                <a:cxn ang="0">
                  <a:pos x="connsiteX3563" y="connsiteY3563"/>
                </a:cxn>
                <a:cxn ang="0">
                  <a:pos x="connsiteX3564" y="connsiteY3564"/>
                </a:cxn>
                <a:cxn ang="0">
                  <a:pos x="connsiteX3565" y="connsiteY3565"/>
                </a:cxn>
                <a:cxn ang="0">
                  <a:pos x="connsiteX3566" y="connsiteY3566"/>
                </a:cxn>
                <a:cxn ang="0">
                  <a:pos x="connsiteX3567" y="connsiteY3567"/>
                </a:cxn>
                <a:cxn ang="0">
                  <a:pos x="connsiteX3568" y="connsiteY3568"/>
                </a:cxn>
                <a:cxn ang="0">
                  <a:pos x="connsiteX3569" y="connsiteY3569"/>
                </a:cxn>
                <a:cxn ang="0">
                  <a:pos x="connsiteX3570" y="connsiteY3570"/>
                </a:cxn>
                <a:cxn ang="0">
                  <a:pos x="connsiteX3571" y="connsiteY3571"/>
                </a:cxn>
                <a:cxn ang="0">
                  <a:pos x="connsiteX3572" y="connsiteY3572"/>
                </a:cxn>
                <a:cxn ang="0">
                  <a:pos x="connsiteX3573" y="connsiteY3573"/>
                </a:cxn>
                <a:cxn ang="0">
                  <a:pos x="connsiteX3574" y="connsiteY3574"/>
                </a:cxn>
                <a:cxn ang="0">
                  <a:pos x="connsiteX3575" y="connsiteY3575"/>
                </a:cxn>
                <a:cxn ang="0">
                  <a:pos x="connsiteX3576" y="connsiteY3576"/>
                </a:cxn>
                <a:cxn ang="0">
                  <a:pos x="connsiteX3577" y="connsiteY3577"/>
                </a:cxn>
                <a:cxn ang="0">
                  <a:pos x="connsiteX3578" y="connsiteY3578"/>
                </a:cxn>
                <a:cxn ang="0">
                  <a:pos x="connsiteX3579" y="connsiteY3579"/>
                </a:cxn>
                <a:cxn ang="0">
                  <a:pos x="connsiteX3580" y="connsiteY3580"/>
                </a:cxn>
                <a:cxn ang="0">
                  <a:pos x="connsiteX3581" y="connsiteY3581"/>
                </a:cxn>
                <a:cxn ang="0">
                  <a:pos x="connsiteX3582" y="connsiteY3582"/>
                </a:cxn>
                <a:cxn ang="0">
                  <a:pos x="connsiteX3583" y="connsiteY3583"/>
                </a:cxn>
                <a:cxn ang="0">
                  <a:pos x="connsiteX3584" y="connsiteY3584"/>
                </a:cxn>
                <a:cxn ang="0">
                  <a:pos x="connsiteX3585" y="connsiteY3585"/>
                </a:cxn>
                <a:cxn ang="0">
                  <a:pos x="connsiteX3586" y="connsiteY3586"/>
                </a:cxn>
                <a:cxn ang="0">
                  <a:pos x="connsiteX3587" y="connsiteY3587"/>
                </a:cxn>
                <a:cxn ang="0">
                  <a:pos x="connsiteX3588" y="connsiteY3588"/>
                </a:cxn>
                <a:cxn ang="0">
                  <a:pos x="connsiteX3589" y="connsiteY3589"/>
                </a:cxn>
                <a:cxn ang="0">
                  <a:pos x="connsiteX3590" y="connsiteY3590"/>
                </a:cxn>
                <a:cxn ang="0">
                  <a:pos x="connsiteX3591" y="connsiteY3591"/>
                </a:cxn>
                <a:cxn ang="0">
                  <a:pos x="connsiteX3592" y="connsiteY3592"/>
                </a:cxn>
                <a:cxn ang="0">
                  <a:pos x="connsiteX3593" y="connsiteY3593"/>
                </a:cxn>
                <a:cxn ang="0">
                  <a:pos x="connsiteX3594" y="connsiteY3594"/>
                </a:cxn>
                <a:cxn ang="0">
                  <a:pos x="connsiteX3595" y="connsiteY3595"/>
                </a:cxn>
                <a:cxn ang="0">
                  <a:pos x="connsiteX3596" y="connsiteY3596"/>
                </a:cxn>
                <a:cxn ang="0">
                  <a:pos x="connsiteX3597" y="connsiteY3597"/>
                </a:cxn>
                <a:cxn ang="0">
                  <a:pos x="connsiteX3598" y="connsiteY3598"/>
                </a:cxn>
                <a:cxn ang="0">
                  <a:pos x="connsiteX3599" y="connsiteY3599"/>
                </a:cxn>
                <a:cxn ang="0">
                  <a:pos x="connsiteX3600" y="connsiteY3600"/>
                </a:cxn>
                <a:cxn ang="0">
                  <a:pos x="connsiteX3601" y="connsiteY3601"/>
                </a:cxn>
                <a:cxn ang="0">
                  <a:pos x="connsiteX3602" y="connsiteY3602"/>
                </a:cxn>
                <a:cxn ang="0">
                  <a:pos x="connsiteX3603" y="connsiteY3603"/>
                </a:cxn>
                <a:cxn ang="0">
                  <a:pos x="connsiteX3604" y="connsiteY3604"/>
                </a:cxn>
                <a:cxn ang="0">
                  <a:pos x="connsiteX3605" y="connsiteY3605"/>
                </a:cxn>
                <a:cxn ang="0">
                  <a:pos x="connsiteX3606" y="connsiteY3606"/>
                </a:cxn>
                <a:cxn ang="0">
                  <a:pos x="connsiteX3607" y="connsiteY3607"/>
                </a:cxn>
                <a:cxn ang="0">
                  <a:pos x="connsiteX3608" y="connsiteY3608"/>
                </a:cxn>
                <a:cxn ang="0">
                  <a:pos x="connsiteX3609" y="connsiteY3609"/>
                </a:cxn>
                <a:cxn ang="0">
                  <a:pos x="connsiteX3610" y="connsiteY3610"/>
                </a:cxn>
                <a:cxn ang="0">
                  <a:pos x="connsiteX3611" y="connsiteY3611"/>
                </a:cxn>
                <a:cxn ang="0">
                  <a:pos x="connsiteX3612" y="connsiteY3612"/>
                </a:cxn>
                <a:cxn ang="0">
                  <a:pos x="connsiteX3613" y="connsiteY3613"/>
                </a:cxn>
                <a:cxn ang="0">
                  <a:pos x="connsiteX3614" y="connsiteY3614"/>
                </a:cxn>
                <a:cxn ang="0">
                  <a:pos x="connsiteX3615" y="connsiteY3615"/>
                </a:cxn>
                <a:cxn ang="0">
                  <a:pos x="connsiteX3616" y="connsiteY3616"/>
                </a:cxn>
                <a:cxn ang="0">
                  <a:pos x="connsiteX3617" y="connsiteY3617"/>
                </a:cxn>
                <a:cxn ang="0">
                  <a:pos x="connsiteX3618" y="connsiteY3618"/>
                </a:cxn>
                <a:cxn ang="0">
                  <a:pos x="connsiteX3619" y="connsiteY3619"/>
                </a:cxn>
                <a:cxn ang="0">
                  <a:pos x="connsiteX3620" y="connsiteY3620"/>
                </a:cxn>
                <a:cxn ang="0">
                  <a:pos x="connsiteX3621" y="connsiteY3621"/>
                </a:cxn>
                <a:cxn ang="0">
                  <a:pos x="connsiteX3622" y="connsiteY3622"/>
                </a:cxn>
                <a:cxn ang="0">
                  <a:pos x="connsiteX3623" y="connsiteY3623"/>
                </a:cxn>
                <a:cxn ang="0">
                  <a:pos x="connsiteX3624" y="connsiteY3624"/>
                </a:cxn>
                <a:cxn ang="0">
                  <a:pos x="connsiteX3625" y="connsiteY3625"/>
                </a:cxn>
                <a:cxn ang="0">
                  <a:pos x="connsiteX3626" y="connsiteY3626"/>
                </a:cxn>
                <a:cxn ang="0">
                  <a:pos x="connsiteX3627" y="connsiteY3627"/>
                </a:cxn>
                <a:cxn ang="0">
                  <a:pos x="connsiteX3628" y="connsiteY3628"/>
                </a:cxn>
                <a:cxn ang="0">
                  <a:pos x="connsiteX3629" y="connsiteY3629"/>
                </a:cxn>
                <a:cxn ang="0">
                  <a:pos x="connsiteX3630" y="connsiteY3630"/>
                </a:cxn>
                <a:cxn ang="0">
                  <a:pos x="connsiteX3631" y="connsiteY3631"/>
                </a:cxn>
                <a:cxn ang="0">
                  <a:pos x="connsiteX3632" y="connsiteY3632"/>
                </a:cxn>
                <a:cxn ang="0">
                  <a:pos x="connsiteX3633" y="connsiteY3633"/>
                </a:cxn>
                <a:cxn ang="0">
                  <a:pos x="connsiteX3634" y="connsiteY3634"/>
                </a:cxn>
                <a:cxn ang="0">
                  <a:pos x="connsiteX3635" y="connsiteY3635"/>
                </a:cxn>
                <a:cxn ang="0">
                  <a:pos x="connsiteX3636" y="connsiteY3636"/>
                </a:cxn>
                <a:cxn ang="0">
                  <a:pos x="connsiteX3637" y="connsiteY3637"/>
                </a:cxn>
                <a:cxn ang="0">
                  <a:pos x="connsiteX3638" y="connsiteY3638"/>
                </a:cxn>
                <a:cxn ang="0">
                  <a:pos x="connsiteX3639" y="connsiteY3639"/>
                </a:cxn>
                <a:cxn ang="0">
                  <a:pos x="connsiteX3640" y="connsiteY3640"/>
                </a:cxn>
                <a:cxn ang="0">
                  <a:pos x="connsiteX3641" y="connsiteY3641"/>
                </a:cxn>
                <a:cxn ang="0">
                  <a:pos x="connsiteX3642" y="connsiteY3642"/>
                </a:cxn>
                <a:cxn ang="0">
                  <a:pos x="connsiteX3643" y="connsiteY3643"/>
                </a:cxn>
                <a:cxn ang="0">
                  <a:pos x="connsiteX3644" y="connsiteY3644"/>
                </a:cxn>
                <a:cxn ang="0">
                  <a:pos x="connsiteX3645" y="connsiteY3645"/>
                </a:cxn>
                <a:cxn ang="0">
                  <a:pos x="connsiteX3646" y="connsiteY3646"/>
                </a:cxn>
                <a:cxn ang="0">
                  <a:pos x="connsiteX3647" y="connsiteY3647"/>
                </a:cxn>
                <a:cxn ang="0">
                  <a:pos x="connsiteX3648" y="connsiteY3648"/>
                </a:cxn>
                <a:cxn ang="0">
                  <a:pos x="connsiteX3649" y="connsiteY3649"/>
                </a:cxn>
                <a:cxn ang="0">
                  <a:pos x="connsiteX3650" y="connsiteY3650"/>
                </a:cxn>
                <a:cxn ang="0">
                  <a:pos x="connsiteX3651" y="connsiteY3651"/>
                </a:cxn>
                <a:cxn ang="0">
                  <a:pos x="connsiteX3652" y="connsiteY3652"/>
                </a:cxn>
                <a:cxn ang="0">
                  <a:pos x="connsiteX3653" y="connsiteY3653"/>
                </a:cxn>
                <a:cxn ang="0">
                  <a:pos x="connsiteX3654" y="connsiteY3654"/>
                </a:cxn>
                <a:cxn ang="0">
                  <a:pos x="connsiteX3655" y="connsiteY3655"/>
                </a:cxn>
                <a:cxn ang="0">
                  <a:pos x="connsiteX3656" y="connsiteY3656"/>
                </a:cxn>
                <a:cxn ang="0">
                  <a:pos x="connsiteX3657" y="connsiteY3657"/>
                </a:cxn>
                <a:cxn ang="0">
                  <a:pos x="connsiteX3658" y="connsiteY3658"/>
                </a:cxn>
                <a:cxn ang="0">
                  <a:pos x="connsiteX3659" y="connsiteY3659"/>
                </a:cxn>
                <a:cxn ang="0">
                  <a:pos x="connsiteX3660" y="connsiteY3660"/>
                </a:cxn>
                <a:cxn ang="0">
                  <a:pos x="connsiteX3661" y="connsiteY3661"/>
                </a:cxn>
                <a:cxn ang="0">
                  <a:pos x="connsiteX3662" y="connsiteY3662"/>
                </a:cxn>
                <a:cxn ang="0">
                  <a:pos x="connsiteX3663" y="connsiteY3663"/>
                </a:cxn>
                <a:cxn ang="0">
                  <a:pos x="connsiteX3664" y="connsiteY3664"/>
                </a:cxn>
                <a:cxn ang="0">
                  <a:pos x="connsiteX3665" y="connsiteY3665"/>
                </a:cxn>
                <a:cxn ang="0">
                  <a:pos x="connsiteX3666" y="connsiteY3666"/>
                </a:cxn>
                <a:cxn ang="0">
                  <a:pos x="connsiteX3667" y="connsiteY3667"/>
                </a:cxn>
                <a:cxn ang="0">
                  <a:pos x="connsiteX3668" y="connsiteY3668"/>
                </a:cxn>
                <a:cxn ang="0">
                  <a:pos x="connsiteX3669" y="connsiteY3669"/>
                </a:cxn>
                <a:cxn ang="0">
                  <a:pos x="connsiteX3670" y="connsiteY3670"/>
                </a:cxn>
                <a:cxn ang="0">
                  <a:pos x="connsiteX3671" y="connsiteY3671"/>
                </a:cxn>
                <a:cxn ang="0">
                  <a:pos x="connsiteX3672" y="connsiteY3672"/>
                </a:cxn>
                <a:cxn ang="0">
                  <a:pos x="connsiteX3673" y="connsiteY3673"/>
                </a:cxn>
                <a:cxn ang="0">
                  <a:pos x="connsiteX3674" y="connsiteY3674"/>
                </a:cxn>
                <a:cxn ang="0">
                  <a:pos x="connsiteX3675" y="connsiteY3675"/>
                </a:cxn>
                <a:cxn ang="0">
                  <a:pos x="connsiteX3676" y="connsiteY3676"/>
                </a:cxn>
                <a:cxn ang="0">
                  <a:pos x="connsiteX3677" y="connsiteY3677"/>
                </a:cxn>
                <a:cxn ang="0">
                  <a:pos x="connsiteX3678" y="connsiteY3678"/>
                </a:cxn>
                <a:cxn ang="0">
                  <a:pos x="connsiteX3679" y="connsiteY3679"/>
                </a:cxn>
                <a:cxn ang="0">
                  <a:pos x="connsiteX3680" y="connsiteY3680"/>
                </a:cxn>
                <a:cxn ang="0">
                  <a:pos x="connsiteX3681" y="connsiteY3681"/>
                </a:cxn>
                <a:cxn ang="0">
                  <a:pos x="connsiteX3682" y="connsiteY3682"/>
                </a:cxn>
                <a:cxn ang="0">
                  <a:pos x="connsiteX3683" y="connsiteY3683"/>
                </a:cxn>
                <a:cxn ang="0">
                  <a:pos x="connsiteX3684" y="connsiteY3684"/>
                </a:cxn>
                <a:cxn ang="0">
                  <a:pos x="connsiteX3685" y="connsiteY3685"/>
                </a:cxn>
                <a:cxn ang="0">
                  <a:pos x="connsiteX3686" y="connsiteY3686"/>
                </a:cxn>
                <a:cxn ang="0">
                  <a:pos x="connsiteX3687" y="connsiteY3687"/>
                </a:cxn>
                <a:cxn ang="0">
                  <a:pos x="connsiteX3688" y="connsiteY3688"/>
                </a:cxn>
                <a:cxn ang="0">
                  <a:pos x="connsiteX3689" y="connsiteY3689"/>
                </a:cxn>
                <a:cxn ang="0">
                  <a:pos x="connsiteX3690" y="connsiteY3690"/>
                </a:cxn>
                <a:cxn ang="0">
                  <a:pos x="connsiteX3691" y="connsiteY3691"/>
                </a:cxn>
                <a:cxn ang="0">
                  <a:pos x="connsiteX3692" y="connsiteY3692"/>
                </a:cxn>
                <a:cxn ang="0">
                  <a:pos x="connsiteX3693" y="connsiteY3693"/>
                </a:cxn>
                <a:cxn ang="0">
                  <a:pos x="connsiteX3694" y="connsiteY3694"/>
                </a:cxn>
                <a:cxn ang="0">
                  <a:pos x="connsiteX3695" y="connsiteY3695"/>
                </a:cxn>
                <a:cxn ang="0">
                  <a:pos x="connsiteX3696" y="connsiteY3696"/>
                </a:cxn>
                <a:cxn ang="0">
                  <a:pos x="connsiteX3697" y="connsiteY3697"/>
                </a:cxn>
                <a:cxn ang="0">
                  <a:pos x="connsiteX3698" y="connsiteY3698"/>
                </a:cxn>
                <a:cxn ang="0">
                  <a:pos x="connsiteX3699" y="connsiteY3699"/>
                </a:cxn>
                <a:cxn ang="0">
                  <a:pos x="connsiteX3700" y="connsiteY3700"/>
                </a:cxn>
                <a:cxn ang="0">
                  <a:pos x="connsiteX3701" y="connsiteY3701"/>
                </a:cxn>
                <a:cxn ang="0">
                  <a:pos x="connsiteX3702" y="connsiteY3702"/>
                </a:cxn>
                <a:cxn ang="0">
                  <a:pos x="connsiteX3703" y="connsiteY3703"/>
                </a:cxn>
                <a:cxn ang="0">
                  <a:pos x="connsiteX3704" y="connsiteY3704"/>
                </a:cxn>
                <a:cxn ang="0">
                  <a:pos x="connsiteX3705" y="connsiteY3705"/>
                </a:cxn>
                <a:cxn ang="0">
                  <a:pos x="connsiteX3706" y="connsiteY3706"/>
                </a:cxn>
                <a:cxn ang="0">
                  <a:pos x="connsiteX3707" y="connsiteY3707"/>
                </a:cxn>
                <a:cxn ang="0">
                  <a:pos x="connsiteX3708" y="connsiteY3708"/>
                </a:cxn>
                <a:cxn ang="0">
                  <a:pos x="connsiteX3709" y="connsiteY3709"/>
                </a:cxn>
                <a:cxn ang="0">
                  <a:pos x="connsiteX3710" y="connsiteY3710"/>
                </a:cxn>
                <a:cxn ang="0">
                  <a:pos x="connsiteX3711" y="connsiteY3711"/>
                </a:cxn>
                <a:cxn ang="0">
                  <a:pos x="connsiteX3712" y="connsiteY3712"/>
                </a:cxn>
                <a:cxn ang="0">
                  <a:pos x="connsiteX3713" y="connsiteY3713"/>
                </a:cxn>
                <a:cxn ang="0">
                  <a:pos x="connsiteX3714" y="connsiteY3714"/>
                </a:cxn>
                <a:cxn ang="0">
                  <a:pos x="connsiteX3715" y="connsiteY3715"/>
                </a:cxn>
                <a:cxn ang="0">
                  <a:pos x="connsiteX3716" y="connsiteY3716"/>
                </a:cxn>
                <a:cxn ang="0">
                  <a:pos x="connsiteX3717" y="connsiteY3717"/>
                </a:cxn>
                <a:cxn ang="0">
                  <a:pos x="connsiteX3718" y="connsiteY3718"/>
                </a:cxn>
                <a:cxn ang="0">
                  <a:pos x="connsiteX3719" y="connsiteY3719"/>
                </a:cxn>
                <a:cxn ang="0">
                  <a:pos x="connsiteX3720" y="connsiteY3720"/>
                </a:cxn>
                <a:cxn ang="0">
                  <a:pos x="connsiteX3721" y="connsiteY3721"/>
                </a:cxn>
                <a:cxn ang="0">
                  <a:pos x="connsiteX3722" y="connsiteY3722"/>
                </a:cxn>
                <a:cxn ang="0">
                  <a:pos x="connsiteX3723" y="connsiteY3723"/>
                </a:cxn>
                <a:cxn ang="0">
                  <a:pos x="connsiteX3724" y="connsiteY3724"/>
                </a:cxn>
                <a:cxn ang="0">
                  <a:pos x="connsiteX3725" y="connsiteY3725"/>
                </a:cxn>
                <a:cxn ang="0">
                  <a:pos x="connsiteX3726" y="connsiteY3726"/>
                </a:cxn>
                <a:cxn ang="0">
                  <a:pos x="connsiteX3727" y="connsiteY3727"/>
                </a:cxn>
                <a:cxn ang="0">
                  <a:pos x="connsiteX3728" y="connsiteY3728"/>
                </a:cxn>
                <a:cxn ang="0">
                  <a:pos x="connsiteX3729" y="connsiteY3729"/>
                </a:cxn>
                <a:cxn ang="0">
                  <a:pos x="connsiteX3730" y="connsiteY3730"/>
                </a:cxn>
                <a:cxn ang="0">
                  <a:pos x="connsiteX3731" y="connsiteY3731"/>
                </a:cxn>
                <a:cxn ang="0">
                  <a:pos x="connsiteX3732" y="connsiteY3732"/>
                </a:cxn>
                <a:cxn ang="0">
                  <a:pos x="connsiteX3733" y="connsiteY3733"/>
                </a:cxn>
                <a:cxn ang="0">
                  <a:pos x="connsiteX3734" y="connsiteY3734"/>
                </a:cxn>
                <a:cxn ang="0">
                  <a:pos x="connsiteX3735" y="connsiteY3735"/>
                </a:cxn>
                <a:cxn ang="0">
                  <a:pos x="connsiteX3736" y="connsiteY3736"/>
                </a:cxn>
                <a:cxn ang="0">
                  <a:pos x="connsiteX3737" y="connsiteY3737"/>
                </a:cxn>
                <a:cxn ang="0">
                  <a:pos x="connsiteX3738" y="connsiteY3738"/>
                </a:cxn>
                <a:cxn ang="0">
                  <a:pos x="connsiteX3739" y="connsiteY3739"/>
                </a:cxn>
                <a:cxn ang="0">
                  <a:pos x="connsiteX3740" y="connsiteY3740"/>
                </a:cxn>
                <a:cxn ang="0">
                  <a:pos x="connsiteX3741" y="connsiteY3741"/>
                </a:cxn>
                <a:cxn ang="0">
                  <a:pos x="connsiteX3742" y="connsiteY3742"/>
                </a:cxn>
                <a:cxn ang="0">
                  <a:pos x="connsiteX3743" y="connsiteY3743"/>
                </a:cxn>
                <a:cxn ang="0">
                  <a:pos x="connsiteX3744" y="connsiteY3744"/>
                </a:cxn>
                <a:cxn ang="0">
                  <a:pos x="connsiteX3745" y="connsiteY3745"/>
                </a:cxn>
                <a:cxn ang="0">
                  <a:pos x="connsiteX3746" y="connsiteY3746"/>
                </a:cxn>
                <a:cxn ang="0">
                  <a:pos x="connsiteX3747" y="connsiteY3747"/>
                </a:cxn>
                <a:cxn ang="0">
                  <a:pos x="connsiteX3748" y="connsiteY3748"/>
                </a:cxn>
                <a:cxn ang="0">
                  <a:pos x="connsiteX3749" y="connsiteY3749"/>
                </a:cxn>
                <a:cxn ang="0">
                  <a:pos x="connsiteX3750" y="connsiteY3750"/>
                </a:cxn>
                <a:cxn ang="0">
                  <a:pos x="connsiteX3751" y="connsiteY3751"/>
                </a:cxn>
                <a:cxn ang="0">
                  <a:pos x="connsiteX3752" y="connsiteY3752"/>
                </a:cxn>
                <a:cxn ang="0">
                  <a:pos x="connsiteX3753" y="connsiteY3753"/>
                </a:cxn>
                <a:cxn ang="0">
                  <a:pos x="connsiteX3754" y="connsiteY3754"/>
                </a:cxn>
                <a:cxn ang="0">
                  <a:pos x="connsiteX3755" y="connsiteY3755"/>
                </a:cxn>
                <a:cxn ang="0">
                  <a:pos x="connsiteX3756" y="connsiteY3756"/>
                </a:cxn>
                <a:cxn ang="0">
                  <a:pos x="connsiteX3757" y="connsiteY3757"/>
                </a:cxn>
                <a:cxn ang="0">
                  <a:pos x="connsiteX3758" y="connsiteY3758"/>
                </a:cxn>
                <a:cxn ang="0">
                  <a:pos x="connsiteX3759" y="connsiteY3759"/>
                </a:cxn>
                <a:cxn ang="0">
                  <a:pos x="connsiteX3760" y="connsiteY3760"/>
                </a:cxn>
                <a:cxn ang="0">
                  <a:pos x="connsiteX3761" y="connsiteY3761"/>
                </a:cxn>
                <a:cxn ang="0">
                  <a:pos x="connsiteX3762" y="connsiteY3762"/>
                </a:cxn>
                <a:cxn ang="0">
                  <a:pos x="connsiteX3763" y="connsiteY3763"/>
                </a:cxn>
                <a:cxn ang="0">
                  <a:pos x="connsiteX3764" y="connsiteY3764"/>
                </a:cxn>
                <a:cxn ang="0">
                  <a:pos x="connsiteX3765" y="connsiteY3765"/>
                </a:cxn>
                <a:cxn ang="0">
                  <a:pos x="connsiteX3766" y="connsiteY3766"/>
                </a:cxn>
                <a:cxn ang="0">
                  <a:pos x="connsiteX3767" y="connsiteY3767"/>
                </a:cxn>
                <a:cxn ang="0">
                  <a:pos x="connsiteX3768" y="connsiteY3768"/>
                </a:cxn>
                <a:cxn ang="0">
                  <a:pos x="connsiteX3769" y="connsiteY3769"/>
                </a:cxn>
                <a:cxn ang="0">
                  <a:pos x="connsiteX3770" y="connsiteY3770"/>
                </a:cxn>
                <a:cxn ang="0">
                  <a:pos x="connsiteX3771" y="connsiteY3771"/>
                </a:cxn>
                <a:cxn ang="0">
                  <a:pos x="connsiteX3772" y="connsiteY3772"/>
                </a:cxn>
                <a:cxn ang="0">
                  <a:pos x="connsiteX3773" y="connsiteY3773"/>
                </a:cxn>
                <a:cxn ang="0">
                  <a:pos x="connsiteX3774" y="connsiteY3774"/>
                </a:cxn>
                <a:cxn ang="0">
                  <a:pos x="connsiteX3775" y="connsiteY3775"/>
                </a:cxn>
                <a:cxn ang="0">
                  <a:pos x="connsiteX3776" y="connsiteY3776"/>
                </a:cxn>
                <a:cxn ang="0">
                  <a:pos x="connsiteX3777" y="connsiteY3777"/>
                </a:cxn>
                <a:cxn ang="0">
                  <a:pos x="connsiteX3778" y="connsiteY3778"/>
                </a:cxn>
                <a:cxn ang="0">
                  <a:pos x="connsiteX3779" y="connsiteY3779"/>
                </a:cxn>
                <a:cxn ang="0">
                  <a:pos x="connsiteX3780" y="connsiteY3780"/>
                </a:cxn>
                <a:cxn ang="0">
                  <a:pos x="connsiteX3781" y="connsiteY3781"/>
                </a:cxn>
                <a:cxn ang="0">
                  <a:pos x="connsiteX3782" y="connsiteY3782"/>
                </a:cxn>
                <a:cxn ang="0">
                  <a:pos x="connsiteX3783" y="connsiteY3783"/>
                </a:cxn>
                <a:cxn ang="0">
                  <a:pos x="connsiteX3784" y="connsiteY3784"/>
                </a:cxn>
                <a:cxn ang="0">
                  <a:pos x="connsiteX3785" y="connsiteY3785"/>
                </a:cxn>
                <a:cxn ang="0">
                  <a:pos x="connsiteX3786" y="connsiteY3786"/>
                </a:cxn>
                <a:cxn ang="0">
                  <a:pos x="connsiteX3787" y="connsiteY3787"/>
                </a:cxn>
                <a:cxn ang="0">
                  <a:pos x="connsiteX3788" y="connsiteY3788"/>
                </a:cxn>
                <a:cxn ang="0">
                  <a:pos x="connsiteX3789" y="connsiteY3789"/>
                </a:cxn>
                <a:cxn ang="0">
                  <a:pos x="connsiteX3790" y="connsiteY3790"/>
                </a:cxn>
                <a:cxn ang="0">
                  <a:pos x="connsiteX3791" y="connsiteY3791"/>
                </a:cxn>
                <a:cxn ang="0">
                  <a:pos x="connsiteX3792" y="connsiteY3792"/>
                </a:cxn>
                <a:cxn ang="0">
                  <a:pos x="connsiteX3793" y="connsiteY3793"/>
                </a:cxn>
                <a:cxn ang="0">
                  <a:pos x="connsiteX3794" y="connsiteY3794"/>
                </a:cxn>
                <a:cxn ang="0">
                  <a:pos x="connsiteX3795" y="connsiteY3795"/>
                </a:cxn>
                <a:cxn ang="0">
                  <a:pos x="connsiteX3796" y="connsiteY3796"/>
                </a:cxn>
                <a:cxn ang="0">
                  <a:pos x="connsiteX3797" y="connsiteY3797"/>
                </a:cxn>
                <a:cxn ang="0">
                  <a:pos x="connsiteX3798" y="connsiteY3798"/>
                </a:cxn>
                <a:cxn ang="0">
                  <a:pos x="connsiteX3799" y="connsiteY3799"/>
                </a:cxn>
                <a:cxn ang="0">
                  <a:pos x="connsiteX3800" y="connsiteY3800"/>
                </a:cxn>
                <a:cxn ang="0">
                  <a:pos x="connsiteX3801" y="connsiteY3801"/>
                </a:cxn>
                <a:cxn ang="0">
                  <a:pos x="connsiteX3802" y="connsiteY3802"/>
                </a:cxn>
                <a:cxn ang="0">
                  <a:pos x="connsiteX3803" y="connsiteY3803"/>
                </a:cxn>
                <a:cxn ang="0">
                  <a:pos x="connsiteX3804" y="connsiteY3804"/>
                </a:cxn>
                <a:cxn ang="0">
                  <a:pos x="connsiteX3805" y="connsiteY3805"/>
                </a:cxn>
                <a:cxn ang="0">
                  <a:pos x="connsiteX3806" y="connsiteY3806"/>
                </a:cxn>
                <a:cxn ang="0">
                  <a:pos x="connsiteX3807" y="connsiteY3807"/>
                </a:cxn>
                <a:cxn ang="0">
                  <a:pos x="connsiteX3808" y="connsiteY3808"/>
                </a:cxn>
                <a:cxn ang="0">
                  <a:pos x="connsiteX3809" y="connsiteY3809"/>
                </a:cxn>
                <a:cxn ang="0">
                  <a:pos x="connsiteX3810" y="connsiteY3810"/>
                </a:cxn>
                <a:cxn ang="0">
                  <a:pos x="connsiteX3811" y="connsiteY3811"/>
                </a:cxn>
                <a:cxn ang="0">
                  <a:pos x="connsiteX3812" y="connsiteY3812"/>
                </a:cxn>
                <a:cxn ang="0">
                  <a:pos x="connsiteX3813" y="connsiteY3813"/>
                </a:cxn>
                <a:cxn ang="0">
                  <a:pos x="connsiteX3814" y="connsiteY3814"/>
                </a:cxn>
                <a:cxn ang="0">
                  <a:pos x="connsiteX3815" y="connsiteY3815"/>
                </a:cxn>
                <a:cxn ang="0">
                  <a:pos x="connsiteX3816" y="connsiteY3816"/>
                </a:cxn>
                <a:cxn ang="0">
                  <a:pos x="connsiteX3817" y="connsiteY3817"/>
                </a:cxn>
                <a:cxn ang="0">
                  <a:pos x="connsiteX3818" y="connsiteY3818"/>
                </a:cxn>
                <a:cxn ang="0">
                  <a:pos x="connsiteX3819" y="connsiteY3819"/>
                </a:cxn>
                <a:cxn ang="0">
                  <a:pos x="connsiteX3820" y="connsiteY3820"/>
                </a:cxn>
                <a:cxn ang="0">
                  <a:pos x="connsiteX3821" y="connsiteY3821"/>
                </a:cxn>
                <a:cxn ang="0">
                  <a:pos x="connsiteX3822" y="connsiteY3822"/>
                </a:cxn>
                <a:cxn ang="0">
                  <a:pos x="connsiteX3823" y="connsiteY3823"/>
                </a:cxn>
                <a:cxn ang="0">
                  <a:pos x="connsiteX3824" y="connsiteY3824"/>
                </a:cxn>
                <a:cxn ang="0">
                  <a:pos x="connsiteX3825" y="connsiteY3825"/>
                </a:cxn>
                <a:cxn ang="0">
                  <a:pos x="connsiteX3826" y="connsiteY3826"/>
                </a:cxn>
                <a:cxn ang="0">
                  <a:pos x="connsiteX3827" y="connsiteY3827"/>
                </a:cxn>
                <a:cxn ang="0">
                  <a:pos x="connsiteX3828" y="connsiteY3828"/>
                </a:cxn>
                <a:cxn ang="0">
                  <a:pos x="connsiteX3829" y="connsiteY3829"/>
                </a:cxn>
                <a:cxn ang="0">
                  <a:pos x="connsiteX3830" y="connsiteY3830"/>
                </a:cxn>
                <a:cxn ang="0">
                  <a:pos x="connsiteX3831" y="connsiteY3831"/>
                </a:cxn>
                <a:cxn ang="0">
                  <a:pos x="connsiteX3832" y="connsiteY3832"/>
                </a:cxn>
                <a:cxn ang="0">
                  <a:pos x="connsiteX3833" y="connsiteY3833"/>
                </a:cxn>
                <a:cxn ang="0">
                  <a:pos x="connsiteX3834" y="connsiteY3834"/>
                </a:cxn>
                <a:cxn ang="0">
                  <a:pos x="connsiteX3835" y="connsiteY3835"/>
                </a:cxn>
                <a:cxn ang="0">
                  <a:pos x="connsiteX3836" y="connsiteY3836"/>
                </a:cxn>
                <a:cxn ang="0">
                  <a:pos x="connsiteX3837" y="connsiteY3837"/>
                </a:cxn>
                <a:cxn ang="0">
                  <a:pos x="connsiteX3838" y="connsiteY3838"/>
                </a:cxn>
                <a:cxn ang="0">
                  <a:pos x="connsiteX3839" y="connsiteY3839"/>
                </a:cxn>
                <a:cxn ang="0">
                  <a:pos x="connsiteX3840" y="connsiteY3840"/>
                </a:cxn>
                <a:cxn ang="0">
                  <a:pos x="connsiteX3841" y="connsiteY3841"/>
                </a:cxn>
                <a:cxn ang="0">
                  <a:pos x="connsiteX3842" y="connsiteY3842"/>
                </a:cxn>
                <a:cxn ang="0">
                  <a:pos x="connsiteX3843" y="connsiteY3843"/>
                </a:cxn>
                <a:cxn ang="0">
                  <a:pos x="connsiteX3844" y="connsiteY3844"/>
                </a:cxn>
                <a:cxn ang="0">
                  <a:pos x="connsiteX3845" y="connsiteY3845"/>
                </a:cxn>
                <a:cxn ang="0">
                  <a:pos x="connsiteX3846" y="connsiteY3846"/>
                </a:cxn>
                <a:cxn ang="0">
                  <a:pos x="connsiteX3847" y="connsiteY3847"/>
                </a:cxn>
                <a:cxn ang="0">
                  <a:pos x="connsiteX3848" y="connsiteY3848"/>
                </a:cxn>
                <a:cxn ang="0">
                  <a:pos x="connsiteX3849" y="connsiteY3849"/>
                </a:cxn>
                <a:cxn ang="0">
                  <a:pos x="connsiteX3850" y="connsiteY3850"/>
                </a:cxn>
                <a:cxn ang="0">
                  <a:pos x="connsiteX3851" y="connsiteY3851"/>
                </a:cxn>
                <a:cxn ang="0">
                  <a:pos x="connsiteX3852" y="connsiteY3852"/>
                </a:cxn>
                <a:cxn ang="0">
                  <a:pos x="connsiteX3853" y="connsiteY3853"/>
                </a:cxn>
                <a:cxn ang="0">
                  <a:pos x="connsiteX3854" y="connsiteY3854"/>
                </a:cxn>
                <a:cxn ang="0">
                  <a:pos x="connsiteX3855" y="connsiteY3855"/>
                </a:cxn>
                <a:cxn ang="0">
                  <a:pos x="connsiteX3856" y="connsiteY3856"/>
                </a:cxn>
                <a:cxn ang="0">
                  <a:pos x="connsiteX3857" y="connsiteY3857"/>
                </a:cxn>
                <a:cxn ang="0">
                  <a:pos x="connsiteX3858" y="connsiteY3858"/>
                </a:cxn>
                <a:cxn ang="0">
                  <a:pos x="connsiteX3859" y="connsiteY3859"/>
                </a:cxn>
                <a:cxn ang="0">
                  <a:pos x="connsiteX3860" y="connsiteY3860"/>
                </a:cxn>
                <a:cxn ang="0">
                  <a:pos x="connsiteX3861" y="connsiteY3861"/>
                </a:cxn>
                <a:cxn ang="0">
                  <a:pos x="connsiteX3862" y="connsiteY3862"/>
                </a:cxn>
                <a:cxn ang="0">
                  <a:pos x="connsiteX3863" y="connsiteY3863"/>
                </a:cxn>
                <a:cxn ang="0">
                  <a:pos x="connsiteX3864" y="connsiteY3864"/>
                </a:cxn>
                <a:cxn ang="0">
                  <a:pos x="connsiteX3865" y="connsiteY3865"/>
                </a:cxn>
                <a:cxn ang="0">
                  <a:pos x="connsiteX3866" y="connsiteY3866"/>
                </a:cxn>
                <a:cxn ang="0">
                  <a:pos x="connsiteX3867" y="connsiteY3867"/>
                </a:cxn>
                <a:cxn ang="0">
                  <a:pos x="connsiteX3868" y="connsiteY3868"/>
                </a:cxn>
                <a:cxn ang="0">
                  <a:pos x="connsiteX3869" y="connsiteY3869"/>
                </a:cxn>
                <a:cxn ang="0">
                  <a:pos x="connsiteX3870" y="connsiteY3870"/>
                </a:cxn>
                <a:cxn ang="0">
                  <a:pos x="connsiteX3871" y="connsiteY3871"/>
                </a:cxn>
                <a:cxn ang="0">
                  <a:pos x="connsiteX3872" y="connsiteY3872"/>
                </a:cxn>
                <a:cxn ang="0">
                  <a:pos x="connsiteX3873" y="connsiteY3873"/>
                </a:cxn>
                <a:cxn ang="0">
                  <a:pos x="connsiteX3874" y="connsiteY3874"/>
                </a:cxn>
                <a:cxn ang="0">
                  <a:pos x="connsiteX3875" y="connsiteY3875"/>
                </a:cxn>
                <a:cxn ang="0">
                  <a:pos x="connsiteX3876" y="connsiteY3876"/>
                </a:cxn>
                <a:cxn ang="0">
                  <a:pos x="connsiteX3877" y="connsiteY3877"/>
                </a:cxn>
                <a:cxn ang="0">
                  <a:pos x="connsiteX3878" y="connsiteY3878"/>
                </a:cxn>
                <a:cxn ang="0">
                  <a:pos x="connsiteX3879" y="connsiteY3879"/>
                </a:cxn>
                <a:cxn ang="0">
                  <a:pos x="connsiteX3880" y="connsiteY3880"/>
                </a:cxn>
                <a:cxn ang="0">
                  <a:pos x="connsiteX3881" y="connsiteY3881"/>
                </a:cxn>
                <a:cxn ang="0">
                  <a:pos x="connsiteX3882" y="connsiteY3882"/>
                </a:cxn>
                <a:cxn ang="0">
                  <a:pos x="connsiteX3883" y="connsiteY3883"/>
                </a:cxn>
                <a:cxn ang="0">
                  <a:pos x="connsiteX3884" y="connsiteY3884"/>
                </a:cxn>
                <a:cxn ang="0">
                  <a:pos x="connsiteX3885" y="connsiteY3885"/>
                </a:cxn>
                <a:cxn ang="0">
                  <a:pos x="connsiteX3886" y="connsiteY3886"/>
                </a:cxn>
                <a:cxn ang="0">
                  <a:pos x="connsiteX3887" y="connsiteY3887"/>
                </a:cxn>
                <a:cxn ang="0">
                  <a:pos x="connsiteX3888" y="connsiteY3888"/>
                </a:cxn>
                <a:cxn ang="0">
                  <a:pos x="connsiteX3889" y="connsiteY3889"/>
                </a:cxn>
                <a:cxn ang="0">
                  <a:pos x="connsiteX3890" y="connsiteY3890"/>
                </a:cxn>
                <a:cxn ang="0">
                  <a:pos x="connsiteX3891" y="connsiteY3891"/>
                </a:cxn>
                <a:cxn ang="0">
                  <a:pos x="connsiteX3892" y="connsiteY3892"/>
                </a:cxn>
                <a:cxn ang="0">
                  <a:pos x="connsiteX3893" y="connsiteY3893"/>
                </a:cxn>
                <a:cxn ang="0">
                  <a:pos x="connsiteX3894" y="connsiteY3894"/>
                </a:cxn>
                <a:cxn ang="0">
                  <a:pos x="connsiteX3895" y="connsiteY3895"/>
                </a:cxn>
                <a:cxn ang="0">
                  <a:pos x="connsiteX3896" y="connsiteY3896"/>
                </a:cxn>
                <a:cxn ang="0">
                  <a:pos x="connsiteX3897" y="connsiteY3897"/>
                </a:cxn>
                <a:cxn ang="0">
                  <a:pos x="connsiteX3898" y="connsiteY3898"/>
                </a:cxn>
                <a:cxn ang="0">
                  <a:pos x="connsiteX3899" y="connsiteY3899"/>
                </a:cxn>
                <a:cxn ang="0">
                  <a:pos x="connsiteX3900" y="connsiteY3900"/>
                </a:cxn>
                <a:cxn ang="0">
                  <a:pos x="connsiteX3901" y="connsiteY3901"/>
                </a:cxn>
                <a:cxn ang="0">
                  <a:pos x="connsiteX3902" y="connsiteY3902"/>
                </a:cxn>
                <a:cxn ang="0">
                  <a:pos x="connsiteX3903" y="connsiteY3903"/>
                </a:cxn>
                <a:cxn ang="0">
                  <a:pos x="connsiteX3904" y="connsiteY3904"/>
                </a:cxn>
                <a:cxn ang="0">
                  <a:pos x="connsiteX3905" y="connsiteY3905"/>
                </a:cxn>
                <a:cxn ang="0">
                  <a:pos x="connsiteX3906" y="connsiteY3906"/>
                </a:cxn>
                <a:cxn ang="0">
                  <a:pos x="connsiteX3907" y="connsiteY3907"/>
                </a:cxn>
                <a:cxn ang="0">
                  <a:pos x="connsiteX3908" y="connsiteY3908"/>
                </a:cxn>
                <a:cxn ang="0">
                  <a:pos x="connsiteX3909" y="connsiteY3909"/>
                </a:cxn>
                <a:cxn ang="0">
                  <a:pos x="connsiteX3910" y="connsiteY3910"/>
                </a:cxn>
                <a:cxn ang="0">
                  <a:pos x="connsiteX3911" y="connsiteY3911"/>
                </a:cxn>
                <a:cxn ang="0">
                  <a:pos x="connsiteX3912" y="connsiteY3912"/>
                </a:cxn>
                <a:cxn ang="0">
                  <a:pos x="connsiteX3913" y="connsiteY3913"/>
                </a:cxn>
                <a:cxn ang="0">
                  <a:pos x="connsiteX3914" y="connsiteY3914"/>
                </a:cxn>
                <a:cxn ang="0">
                  <a:pos x="connsiteX3915" y="connsiteY3915"/>
                </a:cxn>
                <a:cxn ang="0">
                  <a:pos x="connsiteX3916" y="connsiteY3916"/>
                </a:cxn>
                <a:cxn ang="0">
                  <a:pos x="connsiteX3917" y="connsiteY3917"/>
                </a:cxn>
                <a:cxn ang="0">
                  <a:pos x="connsiteX3918" y="connsiteY3918"/>
                </a:cxn>
                <a:cxn ang="0">
                  <a:pos x="connsiteX3919" y="connsiteY3919"/>
                </a:cxn>
                <a:cxn ang="0">
                  <a:pos x="connsiteX3920" y="connsiteY3920"/>
                </a:cxn>
                <a:cxn ang="0">
                  <a:pos x="connsiteX3921" y="connsiteY3921"/>
                </a:cxn>
                <a:cxn ang="0">
                  <a:pos x="connsiteX3922" y="connsiteY3922"/>
                </a:cxn>
                <a:cxn ang="0">
                  <a:pos x="connsiteX3923" y="connsiteY3923"/>
                </a:cxn>
                <a:cxn ang="0">
                  <a:pos x="connsiteX3924" y="connsiteY3924"/>
                </a:cxn>
                <a:cxn ang="0">
                  <a:pos x="connsiteX3925" y="connsiteY3925"/>
                </a:cxn>
                <a:cxn ang="0">
                  <a:pos x="connsiteX3926" y="connsiteY3926"/>
                </a:cxn>
                <a:cxn ang="0">
                  <a:pos x="connsiteX3927" y="connsiteY3927"/>
                </a:cxn>
                <a:cxn ang="0">
                  <a:pos x="connsiteX3928" y="connsiteY3928"/>
                </a:cxn>
                <a:cxn ang="0">
                  <a:pos x="connsiteX3929" y="connsiteY3929"/>
                </a:cxn>
                <a:cxn ang="0">
                  <a:pos x="connsiteX3930" y="connsiteY3930"/>
                </a:cxn>
                <a:cxn ang="0">
                  <a:pos x="connsiteX3931" y="connsiteY3931"/>
                </a:cxn>
                <a:cxn ang="0">
                  <a:pos x="connsiteX3932" y="connsiteY3932"/>
                </a:cxn>
                <a:cxn ang="0">
                  <a:pos x="connsiteX3933" y="connsiteY3933"/>
                </a:cxn>
                <a:cxn ang="0">
                  <a:pos x="connsiteX3934" y="connsiteY3934"/>
                </a:cxn>
                <a:cxn ang="0">
                  <a:pos x="connsiteX3935" y="connsiteY3935"/>
                </a:cxn>
                <a:cxn ang="0">
                  <a:pos x="connsiteX3936" y="connsiteY3936"/>
                </a:cxn>
                <a:cxn ang="0">
                  <a:pos x="connsiteX3937" y="connsiteY3937"/>
                </a:cxn>
                <a:cxn ang="0">
                  <a:pos x="connsiteX3938" y="connsiteY3938"/>
                </a:cxn>
                <a:cxn ang="0">
                  <a:pos x="connsiteX3939" y="connsiteY3939"/>
                </a:cxn>
                <a:cxn ang="0">
                  <a:pos x="connsiteX3940" y="connsiteY3940"/>
                </a:cxn>
                <a:cxn ang="0">
                  <a:pos x="connsiteX3941" y="connsiteY3941"/>
                </a:cxn>
                <a:cxn ang="0">
                  <a:pos x="connsiteX3942" y="connsiteY3942"/>
                </a:cxn>
                <a:cxn ang="0">
                  <a:pos x="connsiteX3943" y="connsiteY3943"/>
                </a:cxn>
                <a:cxn ang="0">
                  <a:pos x="connsiteX3944" y="connsiteY3944"/>
                </a:cxn>
                <a:cxn ang="0">
                  <a:pos x="connsiteX3945" y="connsiteY3945"/>
                </a:cxn>
                <a:cxn ang="0">
                  <a:pos x="connsiteX3946" y="connsiteY3946"/>
                </a:cxn>
                <a:cxn ang="0">
                  <a:pos x="connsiteX3947" y="connsiteY3947"/>
                </a:cxn>
                <a:cxn ang="0">
                  <a:pos x="connsiteX3948" y="connsiteY3948"/>
                </a:cxn>
                <a:cxn ang="0">
                  <a:pos x="connsiteX3949" y="connsiteY3949"/>
                </a:cxn>
                <a:cxn ang="0">
                  <a:pos x="connsiteX3950" y="connsiteY3950"/>
                </a:cxn>
                <a:cxn ang="0">
                  <a:pos x="connsiteX3951" y="connsiteY3951"/>
                </a:cxn>
                <a:cxn ang="0">
                  <a:pos x="connsiteX3952" y="connsiteY3952"/>
                </a:cxn>
                <a:cxn ang="0">
                  <a:pos x="connsiteX3953" y="connsiteY3953"/>
                </a:cxn>
                <a:cxn ang="0">
                  <a:pos x="connsiteX3954" y="connsiteY3954"/>
                </a:cxn>
                <a:cxn ang="0">
                  <a:pos x="connsiteX3955" y="connsiteY3955"/>
                </a:cxn>
                <a:cxn ang="0">
                  <a:pos x="connsiteX3956" y="connsiteY3956"/>
                </a:cxn>
                <a:cxn ang="0">
                  <a:pos x="connsiteX3957" y="connsiteY3957"/>
                </a:cxn>
                <a:cxn ang="0">
                  <a:pos x="connsiteX3958" y="connsiteY3958"/>
                </a:cxn>
                <a:cxn ang="0">
                  <a:pos x="connsiteX3959" y="connsiteY3959"/>
                </a:cxn>
                <a:cxn ang="0">
                  <a:pos x="connsiteX3960" y="connsiteY3960"/>
                </a:cxn>
                <a:cxn ang="0">
                  <a:pos x="connsiteX3961" y="connsiteY3961"/>
                </a:cxn>
                <a:cxn ang="0">
                  <a:pos x="connsiteX3962" y="connsiteY3962"/>
                </a:cxn>
                <a:cxn ang="0">
                  <a:pos x="connsiteX3963" y="connsiteY3963"/>
                </a:cxn>
                <a:cxn ang="0">
                  <a:pos x="connsiteX3964" y="connsiteY3964"/>
                </a:cxn>
                <a:cxn ang="0">
                  <a:pos x="connsiteX3965" y="connsiteY3965"/>
                </a:cxn>
                <a:cxn ang="0">
                  <a:pos x="connsiteX3966" y="connsiteY3966"/>
                </a:cxn>
                <a:cxn ang="0">
                  <a:pos x="connsiteX3967" y="connsiteY3967"/>
                </a:cxn>
                <a:cxn ang="0">
                  <a:pos x="connsiteX3968" y="connsiteY3968"/>
                </a:cxn>
                <a:cxn ang="0">
                  <a:pos x="connsiteX3969" y="connsiteY3969"/>
                </a:cxn>
                <a:cxn ang="0">
                  <a:pos x="connsiteX3970" y="connsiteY3970"/>
                </a:cxn>
                <a:cxn ang="0">
                  <a:pos x="connsiteX3971" y="connsiteY3971"/>
                </a:cxn>
                <a:cxn ang="0">
                  <a:pos x="connsiteX3972" y="connsiteY3972"/>
                </a:cxn>
                <a:cxn ang="0">
                  <a:pos x="connsiteX3973" y="connsiteY3973"/>
                </a:cxn>
                <a:cxn ang="0">
                  <a:pos x="connsiteX3974" y="connsiteY3974"/>
                </a:cxn>
                <a:cxn ang="0">
                  <a:pos x="connsiteX3975" y="connsiteY3975"/>
                </a:cxn>
                <a:cxn ang="0">
                  <a:pos x="connsiteX3976" y="connsiteY3976"/>
                </a:cxn>
                <a:cxn ang="0">
                  <a:pos x="connsiteX3977" y="connsiteY3977"/>
                </a:cxn>
                <a:cxn ang="0">
                  <a:pos x="connsiteX3978" y="connsiteY3978"/>
                </a:cxn>
                <a:cxn ang="0">
                  <a:pos x="connsiteX3979" y="connsiteY3979"/>
                </a:cxn>
                <a:cxn ang="0">
                  <a:pos x="connsiteX3980" y="connsiteY3980"/>
                </a:cxn>
                <a:cxn ang="0">
                  <a:pos x="connsiteX3981" y="connsiteY3981"/>
                </a:cxn>
                <a:cxn ang="0">
                  <a:pos x="connsiteX3982" y="connsiteY3982"/>
                </a:cxn>
                <a:cxn ang="0">
                  <a:pos x="connsiteX3983" y="connsiteY3983"/>
                </a:cxn>
                <a:cxn ang="0">
                  <a:pos x="connsiteX3984" y="connsiteY3984"/>
                </a:cxn>
                <a:cxn ang="0">
                  <a:pos x="connsiteX3985" y="connsiteY3985"/>
                </a:cxn>
                <a:cxn ang="0">
                  <a:pos x="connsiteX3986" y="connsiteY3986"/>
                </a:cxn>
                <a:cxn ang="0">
                  <a:pos x="connsiteX3987" y="connsiteY3987"/>
                </a:cxn>
                <a:cxn ang="0">
                  <a:pos x="connsiteX3988" y="connsiteY3988"/>
                </a:cxn>
                <a:cxn ang="0">
                  <a:pos x="connsiteX3989" y="connsiteY3989"/>
                </a:cxn>
                <a:cxn ang="0">
                  <a:pos x="connsiteX3990" y="connsiteY3990"/>
                </a:cxn>
                <a:cxn ang="0">
                  <a:pos x="connsiteX3991" y="connsiteY3991"/>
                </a:cxn>
                <a:cxn ang="0">
                  <a:pos x="connsiteX3992" y="connsiteY3992"/>
                </a:cxn>
                <a:cxn ang="0">
                  <a:pos x="connsiteX3993" y="connsiteY3993"/>
                </a:cxn>
                <a:cxn ang="0">
                  <a:pos x="connsiteX3994" y="connsiteY3994"/>
                </a:cxn>
                <a:cxn ang="0">
                  <a:pos x="connsiteX3995" y="connsiteY3995"/>
                </a:cxn>
                <a:cxn ang="0">
                  <a:pos x="connsiteX3996" y="connsiteY3996"/>
                </a:cxn>
                <a:cxn ang="0">
                  <a:pos x="connsiteX3997" y="connsiteY3997"/>
                </a:cxn>
                <a:cxn ang="0">
                  <a:pos x="connsiteX3998" y="connsiteY3998"/>
                </a:cxn>
                <a:cxn ang="0">
                  <a:pos x="connsiteX3999" y="connsiteY3999"/>
                </a:cxn>
                <a:cxn ang="0">
                  <a:pos x="connsiteX4000" y="connsiteY4000"/>
                </a:cxn>
                <a:cxn ang="0">
                  <a:pos x="connsiteX4001" y="connsiteY4001"/>
                </a:cxn>
                <a:cxn ang="0">
                  <a:pos x="connsiteX4002" y="connsiteY4002"/>
                </a:cxn>
                <a:cxn ang="0">
                  <a:pos x="connsiteX4003" y="connsiteY4003"/>
                </a:cxn>
                <a:cxn ang="0">
                  <a:pos x="connsiteX4004" y="connsiteY4004"/>
                </a:cxn>
                <a:cxn ang="0">
                  <a:pos x="connsiteX4005" y="connsiteY4005"/>
                </a:cxn>
                <a:cxn ang="0">
                  <a:pos x="connsiteX4006" y="connsiteY4006"/>
                </a:cxn>
                <a:cxn ang="0">
                  <a:pos x="connsiteX4007" y="connsiteY4007"/>
                </a:cxn>
                <a:cxn ang="0">
                  <a:pos x="connsiteX4008" y="connsiteY4008"/>
                </a:cxn>
                <a:cxn ang="0">
                  <a:pos x="connsiteX4009" y="connsiteY4009"/>
                </a:cxn>
                <a:cxn ang="0">
                  <a:pos x="connsiteX4010" y="connsiteY4010"/>
                </a:cxn>
                <a:cxn ang="0">
                  <a:pos x="connsiteX4011" y="connsiteY4011"/>
                </a:cxn>
                <a:cxn ang="0">
                  <a:pos x="connsiteX4012" y="connsiteY4012"/>
                </a:cxn>
                <a:cxn ang="0">
                  <a:pos x="connsiteX4013" y="connsiteY4013"/>
                </a:cxn>
                <a:cxn ang="0">
                  <a:pos x="connsiteX4014" y="connsiteY4014"/>
                </a:cxn>
                <a:cxn ang="0">
                  <a:pos x="connsiteX4015" y="connsiteY4015"/>
                </a:cxn>
                <a:cxn ang="0">
                  <a:pos x="connsiteX4016" y="connsiteY4016"/>
                </a:cxn>
                <a:cxn ang="0">
                  <a:pos x="connsiteX4017" y="connsiteY4017"/>
                </a:cxn>
                <a:cxn ang="0">
                  <a:pos x="connsiteX4018" y="connsiteY4018"/>
                </a:cxn>
                <a:cxn ang="0">
                  <a:pos x="connsiteX4019" y="connsiteY4019"/>
                </a:cxn>
                <a:cxn ang="0">
                  <a:pos x="connsiteX4020" y="connsiteY4020"/>
                </a:cxn>
                <a:cxn ang="0">
                  <a:pos x="connsiteX4021" y="connsiteY4021"/>
                </a:cxn>
                <a:cxn ang="0">
                  <a:pos x="connsiteX4022" y="connsiteY4022"/>
                </a:cxn>
                <a:cxn ang="0">
                  <a:pos x="connsiteX4023" y="connsiteY4023"/>
                </a:cxn>
                <a:cxn ang="0">
                  <a:pos x="connsiteX4024" y="connsiteY4024"/>
                </a:cxn>
                <a:cxn ang="0">
                  <a:pos x="connsiteX4025" y="connsiteY4025"/>
                </a:cxn>
                <a:cxn ang="0">
                  <a:pos x="connsiteX4026" y="connsiteY4026"/>
                </a:cxn>
                <a:cxn ang="0">
                  <a:pos x="connsiteX4027" y="connsiteY4027"/>
                </a:cxn>
                <a:cxn ang="0">
                  <a:pos x="connsiteX4028" y="connsiteY4028"/>
                </a:cxn>
                <a:cxn ang="0">
                  <a:pos x="connsiteX4029" y="connsiteY4029"/>
                </a:cxn>
                <a:cxn ang="0">
                  <a:pos x="connsiteX4030" y="connsiteY4030"/>
                </a:cxn>
                <a:cxn ang="0">
                  <a:pos x="connsiteX4031" y="connsiteY4031"/>
                </a:cxn>
                <a:cxn ang="0">
                  <a:pos x="connsiteX4032" y="connsiteY4032"/>
                </a:cxn>
                <a:cxn ang="0">
                  <a:pos x="connsiteX4033" y="connsiteY4033"/>
                </a:cxn>
                <a:cxn ang="0">
                  <a:pos x="connsiteX4034" y="connsiteY4034"/>
                </a:cxn>
                <a:cxn ang="0">
                  <a:pos x="connsiteX4035" y="connsiteY4035"/>
                </a:cxn>
                <a:cxn ang="0">
                  <a:pos x="connsiteX4036" y="connsiteY4036"/>
                </a:cxn>
                <a:cxn ang="0">
                  <a:pos x="connsiteX4037" y="connsiteY4037"/>
                </a:cxn>
                <a:cxn ang="0">
                  <a:pos x="connsiteX4038" y="connsiteY4038"/>
                </a:cxn>
                <a:cxn ang="0">
                  <a:pos x="connsiteX4039" y="connsiteY4039"/>
                </a:cxn>
                <a:cxn ang="0">
                  <a:pos x="connsiteX4040" y="connsiteY4040"/>
                </a:cxn>
                <a:cxn ang="0">
                  <a:pos x="connsiteX4041" y="connsiteY4041"/>
                </a:cxn>
                <a:cxn ang="0">
                  <a:pos x="connsiteX4042" y="connsiteY4042"/>
                </a:cxn>
                <a:cxn ang="0">
                  <a:pos x="connsiteX4043" y="connsiteY4043"/>
                </a:cxn>
                <a:cxn ang="0">
                  <a:pos x="connsiteX4044" y="connsiteY4044"/>
                </a:cxn>
                <a:cxn ang="0">
                  <a:pos x="connsiteX4045" y="connsiteY4045"/>
                </a:cxn>
                <a:cxn ang="0">
                  <a:pos x="connsiteX4046" y="connsiteY4046"/>
                </a:cxn>
                <a:cxn ang="0">
                  <a:pos x="connsiteX4047" y="connsiteY4047"/>
                </a:cxn>
                <a:cxn ang="0">
                  <a:pos x="connsiteX4048" y="connsiteY4048"/>
                </a:cxn>
                <a:cxn ang="0">
                  <a:pos x="connsiteX4049" y="connsiteY4049"/>
                </a:cxn>
                <a:cxn ang="0">
                  <a:pos x="connsiteX4050" y="connsiteY4050"/>
                </a:cxn>
                <a:cxn ang="0">
                  <a:pos x="connsiteX4051" y="connsiteY4051"/>
                </a:cxn>
                <a:cxn ang="0">
                  <a:pos x="connsiteX4052" y="connsiteY4052"/>
                </a:cxn>
                <a:cxn ang="0">
                  <a:pos x="connsiteX4053" y="connsiteY4053"/>
                </a:cxn>
                <a:cxn ang="0">
                  <a:pos x="connsiteX4054" y="connsiteY4054"/>
                </a:cxn>
                <a:cxn ang="0">
                  <a:pos x="connsiteX4055" y="connsiteY4055"/>
                </a:cxn>
                <a:cxn ang="0">
                  <a:pos x="connsiteX4056" y="connsiteY4056"/>
                </a:cxn>
                <a:cxn ang="0">
                  <a:pos x="connsiteX4057" y="connsiteY4057"/>
                </a:cxn>
                <a:cxn ang="0">
                  <a:pos x="connsiteX4058" y="connsiteY4058"/>
                </a:cxn>
                <a:cxn ang="0">
                  <a:pos x="connsiteX4059" y="connsiteY4059"/>
                </a:cxn>
                <a:cxn ang="0">
                  <a:pos x="connsiteX4060" y="connsiteY4060"/>
                </a:cxn>
                <a:cxn ang="0">
                  <a:pos x="connsiteX4061" y="connsiteY4061"/>
                </a:cxn>
                <a:cxn ang="0">
                  <a:pos x="connsiteX4062" y="connsiteY4062"/>
                </a:cxn>
                <a:cxn ang="0">
                  <a:pos x="connsiteX4063" y="connsiteY4063"/>
                </a:cxn>
                <a:cxn ang="0">
                  <a:pos x="connsiteX4064" y="connsiteY4064"/>
                </a:cxn>
                <a:cxn ang="0">
                  <a:pos x="connsiteX4065" y="connsiteY4065"/>
                </a:cxn>
                <a:cxn ang="0">
                  <a:pos x="connsiteX4066" y="connsiteY4066"/>
                </a:cxn>
                <a:cxn ang="0">
                  <a:pos x="connsiteX4067" y="connsiteY4067"/>
                </a:cxn>
                <a:cxn ang="0">
                  <a:pos x="connsiteX4068" y="connsiteY4068"/>
                </a:cxn>
                <a:cxn ang="0">
                  <a:pos x="connsiteX4069" y="connsiteY4069"/>
                </a:cxn>
                <a:cxn ang="0">
                  <a:pos x="connsiteX4070" y="connsiteY4070"/>
                </a:cxn>
                <a:cxn ang="0">
                  <a:pos x="connsiteX4071" y="connsiteY4071"/>
                </a:cxn>
                <a:cxn ang="0">
                  <a:pos x="connsiteX4072" y="connsiteY4072"/>
                </a:cxn>
                <a:cxn ang="0">
                  <a:pos x="connsiteX4073" y="connsiteY4073"/>
                </a:cxn>
                <a:cxn ang="0">
                  <a:pos x="connsiteX4074" y="connsiteY4074"/>
                </a:cxn>
                <a:cxn ang="0">
                  <a:pos x="connsiteX4075" y="connsiteY4075"/>
                </a:cxn>
                <a:cxn ang="0">
                  <a:pos x="connsiteX4076" y="connsiteY4076"/>
                </a:cxn>
                <a:cxn ang="0">
                  <a:pos x="connsiteX4077" y="connsiteY4077"/>
                </a:cxn>
                <a:cxn ang="0">
                  <a:pos x="connsiteX4078" y="connsiteY4078"/>
                </a:cxn>
                <a:cxn ang="0">
                  <a:pos x="connsiteX4079" y="connsiteY4079"/>
                </a:cxn>
                <a:cxn ang="0">
                  <a:pos x="connsiteX4080" y="connsiteY4080"/>
                </a:cxn>
                <a:cxn ang="0">
                  <a:pos x="connsiteX4081" y="connsiteY4081"/>
                </a:cxn>
                <a:cxn ang="0">
                  <a:pos x="connsiteX4082" y="connsiteY4082"/>
                </a:cxn>
                <a:cxn ang="0">
                  <a:pos x="connsiteX4083" y="connsiteY4083"/>
                </a:cxn>
                <a:cxn ang="0">
                  <a:pos x="connsiteX4084" y="connsiteY4084"/>
                </a:cxn>
                <a:cxn ang="0">
                  <a:pos x="connsiteX4085" y="connsiteY4085"/>
                </a:cxn>
                <a:cxn ang="0">
                  <a:pos x="connsiteX4086" y="connsiteY4086"/>
                </a:cxn>
                <a:cxn ang="0">
                  <a:pos x="connsiteX4087" y="connsiteY4087"/>
                </a:cxn>
                <a:cxn ang="0">
                  <a:pos x="connsiteX4088" y="connsiteY4088"/>
                </a:cxn>
                <a:cxn ang="0">
                  <a:pos x="connsiteX4089" y="connsiteY4089"/>
                </a:cxn>
                <a:cxn ang="0">
                  <a:pos x="connsiteX4090" y="connsiteY4090"/>
                </a:cxn>
                <a:cxn ang="0">
                  <a:pos x="connsiteX4091" y="connsiteY4091"/>
                </a:cxn>
                <a:cxn ang="0">
                  <a:pos x="connsiteX4092" y="connsiteY4092"/>
                </a:cxn>
                <a:cxn ang="0">
                  <a:pos x="connsiteX4093" y="connsiteY4093"/>
                </a:cxn>
                <a:cxn ang="0">
                  <a:pos x="connsiteX4094" y="connsiteY4094"/>
                </a:cxn>
                <a:cxn ang="0">
                  <a:pos x="connsiteX4095" y="connsiteY4095"/>
                </a:cxn>
                <a:cxn ang="0">
                  <a:pos x="connsiteX4096" y="connsiteY4096"/>
                </a:cxn>
                <a:cxn ang="0">
                  <a:pos x="connsiteX4097" y="connsiteY4097"/>
                </a:cxn>
                <a:cxn ang="0">
                  <a:pos x="connsiteX4098" y="connsiteY4098"/>
                </a:cxn>
                <a:cxn ang="0">
                  <a:pos x="connsiteX4099" y="connsiteY4099"/>
                </a:cxn>
                <a:cxn ang="0">
                  <a:pos x="connsiteX4100" y="connsiteY4100"/>
                </a:cxn>
                <a:cxn ang="0">
                  <a:pos x="connsiteX4101" y="connsiteY4101"/>
                </a:cxn>
                <a:cxn ang="0">
                  <a:pos x="connsiteX4102" y="connsiteY4102"/>
                </a:cxn>
                <a:cxn ang="0">
                  <a:pos x="connsiteX4103" y="connsiteY4103"/>
                </a:cxn>
                <a:cxn ang="0">
                  <a:pos x="connsiteX4104" y="connsiteY4104"/>
                </a:cxn>
                <a:cxn ang="0">
                  <a:pos x="connsiteX4105" y="connsiteY4105"/>
                </a:cxn>
                <a:cxn ang="0">
                  <a:pos x="connsiteX4106" y="connsiteY4106"/>
                </a:cxn>
                <a:cxn ang="0">
                  <a:pos x="connsiteX4107" y="connsiteY4107"/>
                </a:cxn>
                <a:cxn ang="0">
                  <a:pos x="connsiteX4108" y="connsiteY4108"/>
                </a:cxn>
                <a:cxn ang="0">
                  <a:pos x="connsiteX4109" y="connsiteY4109"/>
                </a:cxn>
                <a:cxn ang="0">
                  <a:pos x="connsiteX4110" y="connsiteY4110"/>
                </a:cxn>
                <a:cxn ang="0">
                  <a:pos x="connsiteX4111" y="connsiteY4111"/>
                </a:cxn>
                <a:cxn ang="0">
                  <a:pos x="connsiteX4112" y="connsiteY4112"/>
                </a:cxn>
                <a:cxn ang="0">
                  <a:pos x="connsiteX4113" y="connsiteY4113"/>
                </a:cxn>
                <a:cxn ang="0">
                  <a:pos x="connsiteX4114" y="connsiteY4114"/>
                </a:cxn>
                <a:cxn ang="0">
                  <a:pos x="connsiteX4115" y="connsiteY4115"/>
                </a:cxn>
                <a:cxn ang="0">
                  <a:pos x="connsiteX4116" y="connsiteY4116"/>
                </a:cxn>
                <a:cxn ang="0">
                  <a:pos x="connsiteX4117" y="connsiteY4117"/>
                </a:cxn>
                <a:cxn ang="0">
                  <a:pos x="connsiteX4118" y="connsiteY4118"/>
                </a:cxn>
                <a:cxn ang="0">
                  <a:pos x="connsiteX4119" y="connsiteY4119"/>
                </a:cxn>
                <a:cxn ang="0">
                  <a:pos x="connsiteX4120" y="connsiteY4120"/>
                </a:cxn>
                <a:cxn ang="0">
                  <a:pos x="connsiteX4121" y="connsiteY4121"/>
                </a:cxn>
                <a:cxn ang="0">
                  <a:pos x="connsiteX4122" y="connsiteY4122"/>
                </a:cxn>
                <a:cxn ang="0">
                  <a:pos x="connsiteX4123" y="connsiteY4123"/>
                </a:cxn>
                <a:cxn ang="0">
                  <a:pos x="connsiteX4124" y="connsiteY4124"/>
                </a:cxn>
                <a:cxn ang="0">
                  <a:pos x="connsiteX4125" y="connsiteY4125"/>
                </a:cxn>
                <a:cxn ang="0">
                  <a:pos x="connsiteX4126" y="connsiteY4126"/>
                </a:cxn>
                <a:cxn ang="0">
                  <a:pos x="connsiteX4127" y="connsiteY4127"/>
                </a:cxn>
                <a:cxn ang="0">
                  <a:pos x="connsiteX4128" y="connsiteY4128"/>
                </a:cxn>
                <a:cxn ang="0">
                  <a:pos x="connsiteX4129" y="connsiteY4129"/>
                </a:cxn>
                <a:cxn ang="0">
                  <a:pos x="connsiteX4130" y="connsiteY4130"/>
                </a:cxn>
                <a:cxn ang="0">
                  <a:pos x="connsiteX4131" y="connsiteY4131"/>
                </a:cxn>
                <a:cxn ang="0">
                  <a:pos x="connsiteX4132" y="connsiteY4132"/>
                </a:cxn>
                <a:cxn ang="0">
                  <a:pos x="connsiteX4133" y="connsiteY4133"/>
                </a:cxn>
                <a:cxn ang="0">
                  <a:pos x="connsiteX4134" y="connsiteY4134"/>
                </a:cxn>
                <a:cxn ang="0">
                  <a:pos x="connsiteX4135" y="connsiteY4135"/>
                </a:cxn>
                <a:cxn ang="0">
                  <a:pos x="connsiteX4136" y="connsiteY4136"/>
                </a:cxn>
                <a:cxn ang="0">
                  <a:pos x="connsiteX4137" y="connsiteY4137"/>
                </a:cxn>
                <a:cxn ang="0">
                  <a:pos x="connsiteX4138" y="connsiteY4138"/>
                </a:cxn>
                <a:cxn ang="0">
                  <a:pos x="connsiteX4139" y="connsiteY4139"/>
                </a:cxn>
                <a:cxn ang="0">
                  <a:pos x="connsiteX4140" y="connsiteY4140"/>
                </a:cxn>
                <a:cxn ang="0">
                  <a:pos x="connsiteX4141" y="connsiteY4141"/>
                </a:cxn>
                <a:cxn ang="0">
                  <a:pos x="connsiteX4142" y="connsiteY4142"/>
                </a:cxn>
                <a:cxn ang="0">
                  <a:pos x="connsiteX4143" y="connsiteY4143"/>
                </a:cxn>
                <a:cxn ang="0">
                  <a:pos x="connsiteX4144" y="connsiteY4144"/>
                </a:cxn>
                <a:cxn ang="0">
                  <a:pos x="connsiteX4145" y="connsiteY4145"/>
                </a:cxn>
                <a:cxn ang="0">
                  <a:pos x="connsiteX4146" y="connsiteY4146"/>
                </a:cxn>
                <a:cxn ang="0">
                  <a:pos x="connsiteX4147" y="connsiteY4147"/>
                </a:cxn>
                <a:cxn ang="0">
                  <a:pos x="connsiteX4148" y="connsiteY4148"/>
                </a:cxn>
                <a:cxn ang="0">
                  <a:pos x="connsiteX4149" y="connsiteY4149"/>
                </a:cxn>
                <a:cxn ang="0">
                  <a:pos x="connsiteX4150" y="connsiteY4150"/>
                </a:cxn>
                <a:cxn ang="0">
                  <a:pos x="connsiteX4151" y="connsiteY4151"/>
                </a:cxn>
                <a:cxn ang="0">
                  <a:pos x="connsiteX4152" y="connsiteY4152"/>
                </a:cxn>
                <a:cxn ang="0">
                  <a:pos x="connsiteX4153" y="connsiteY4153"/>
                </a:cxn>
                <a:cxn ang="0">
                  <a:pos x="connsiteX4154" y="connsiteY4154"/>
                </a:cxn>
                <a:cxn ang="0">
                  <a:pos x="connsiteX4155" y="connsiteY4155"/>
                </a:cxn>
                <a:cxn ang="0">
                  <a:pos x="connsiteX4156" y="connsiteY4156"/>
                </a:cxn>
                <a:cxn ang="0">
                  <a:pos x="connsiteX4157" y="connsiteY4157"/>
                </a:cxn>
                <a:cxn ang="0">
                  <a:pos x="connsiteX4158" y="connsiteY4158"/>
                </a:cxn>
                <a:cxn ang="0">
                  <a:pos x="connsiteX4159" y="connsiteY4159"/>
                </a:cxn>
                <a:cxn ang="0">
                  <a:pos x="connsiteX4160" y="connsiteY4160"/>
                </a:cxn>
                <a:cxn ang="0">
                  <a:pos x="connsiteX4161" y="connsiteY4161"/>
                </a:cxn>
                <a:cxn ang="0">
                  <a:pos x="connsiteX4162" y="connsiteY4162"/>
                </a:cxn>
                <a:cxn ang="0">
                  <a:pos x="connsiteX4163" y="connsiteY4163"/>
                </a:cxn>
                <a:cxn ang="0">
                  <a:pos x="connsiteX4164" y="connsiteY4164"/>
                </a:cxn>
                <a:cxn ang="0">
                  <a:pos x="connsiteX4165" y="connsiteY4165"/>
                </a:cxn>
                <a:cxn ang="0">
                  <a:pos x="connsiteX4166" y="connsiteY4166"/>
                </a:cxn>
                <a:cxn ang="0">
                  <a:pos x="connsiteX4167" y="connsiteY4167"/>
                </a:cxn>
                <a:cxn ang="0">
                  <a:pos x="connsiteX4168" y="connsiteY4168"/>
                </a:cxn>
                <a:cxn ang="0">
                  <a:pos x="connsiteX4169" y="connsiteY4169"/>
                </a:cxn>
                <a:cxn ang="0">
                  <a:pos x="connsiteX4170" y="connsiteY4170"/>
                </a:cxn>
                <a:cxn ang="0">
                  <a:pos x="connsiteX4171" y="connsiteY4171"/>
                </a:cxn>
                <a:cxn ang="0">
                  <a:pos x="connsiteX4172" y="connsiteY4172"/>
                </a:cxn>
                <a:cxn ang="0">
                  <a:pos x="connsiteX4173" y="connsiteY4173"/>
                </a:cxn>
                <a:cxn ang="0">
                  <a:pos x="connsiteX4174" y="connsiteY4174"/>
                </a:cxn>
                <a:cxn ang="0">
                  <a:pos x="connsiteX4175" y="connsiteY4175"/>
                </a:cxn>
                <a:cxn ang="0">
                  <a:pos x="connsiteX4176" y="connsiteY4176"/>
                </a:cxn>
                <a:cxn ang="0">
                  <a:pos x="connsiteX4177" y="connsiteY4177"/>
                </a:cxn>
                <a:cxn ang="0">
                  <a:pos x="connsiteX4178" y="connsiteY4178"/>
                </a:cxn>
                <a:cxn ang="0">
                  <a:pos x="connsiteX4179" y="connsiteY4179"/>
                </a:cxn>
                <a:cxn ang="0">
                  <a:pos x="connsiteX4180" y="connsiteY4180"/>
                </a:cxn>
                <a:cxn ang="0">
                  <a:pos x="connsiteX4181" y="connsiteY4181"/>
                </a:cxn>
                <a:cxn ang="0">
                  <a:pos x="connsiteX4182" y="connsiteY4182"/>
                </a:cxn>
                <a:cxn ang="0">
                  <a:pos x="connsiteX4183" y="connsiteY4183"/>
                </a:cxn>
                <a:cxn ang="0">
                  <a:pos x="connsiteX4184" y="connsiteY4184"/>
                </a:cxn>
                <a:cxn ang="0">
                  <a:pos x="connsiteX4185" y="connsiteY4185"/>
                </a:cxn>
                <a:cxn ang="0">
                  <a:pos x="connsiteX4186" y="connsiteY4186"/>
                </a:cxn>
                <a:cxn ang="0">
                  <a:pos x="connsiteX4187" y="connsiteY4187"/>
                </a:cxn>
                <a:cxn ang="0">
                  <a:pos x="connsiteX4188" y="connsiteY4188"/>
                </a:cxn>
                <a:cxn ang="0">
                  <a:pos x="connsiteX4189" y="connsiteY4189"/>
                </a:cxn>
                <a:cxn ang="0">
                  <a:pos x="connsiteX4190" y="connsiteY4190"/>
                </a:cxn>
                <a:cxn ang="0">
                  <a:pos x="connsiteX4191" y="connsiteY4191"/>
                </a:cxn>
                <a:cxn ang="0">
                  <a:pos x="connsiteX4192" y="connsiteY4192"/>
                </a:cxn>
                <a:cxn ang="0">
                  <a:pos x="connsiteX4193" y="connsiteY4193"/>
                </a:cxn>
                <a:cxn ang="0">
                  <a:pos x="connsiteX4194" y="connsiteY4194"/>
                </a:cxn>
                <a:cxn ang="0">
                  <a:pos x="connsiteX4195" y="connsiteY4195"/>
                </a:cxn>
                <a:cxn ang="0">
                  <a:pos x="connsiteX4196" y="connsiteY4196"/>
                </a:cxn>
                <a:cxn ang="0">
                  <a:pos x="connsiteX4197" y="connsiteY4197"/>
                </a:cxn>
                <a:cxn ang="0">
                  <a:pos x="connsiteX4198" y="connsiteY4198"/>
                </a:cxn>
                <a:cxn ang="0">
                  <a:pos x="connsiteX4199" y="connsiteY4199"/>
                </a:cxn>
                <a:cxn ang="0">
                  <a:pos x="connsiteX4200" y="connsiteY4200"/>
                </a:cxn>
                <a:cxn ang="0">
                  <a:pos x="connsiteX4201" y="connsiteY4201"/>
                </a:cxn>
                <a:cxn ang="0">
                  <a:pos x="connsiteX4202" y="connsiteY4202"/>
                </a:cxn>
                <a:cxn ang="0">
                  <a:pos x="connsiteX4203" y="connsiteY4203"/>
                </a:cxn>
                <a:cxn ang="0">
                  <a:pos x="connsiteX4204" y="connsiteY4204"/>
                </a:cxn>
                <a:cxn ang="0">
                  <a:pos x="connsiteX4205" y="connsiteY4205"/>
                </a:cxn>
                <a:cxn ang="0">
                  <a:pos x="connsiteX4206" y="connsiteY4206"/>
                </a:cxn>
                <a:cxn ang="0">
                  <a:pos x="connsiteX4207" y="connsiteY4207"/>
                </a:cxn>
                <a:cxn ang="0">
                  <a:pos x="connsiteX4208" y="connsiteY4208"/>
                </a:cxn>
                <a:cxn ang="0">
                  <a:pos x="connsiteX4209" y="connsiteY4209"/>
                </a:cxn>
                <a:cxn ang="0">
                  <a:pos x="connsiteX4210" y="connsiteY4210"/>
                </a:cxn>
                <a:cxn ang="0">
                  <a:pos x="connsiteX4211" y="connsiteY4211"/>
                </a:cxn>
                <a:cxn ang="0">
                  <a:pos x="connsiteX4212" y="connsiteY4212"/>
                </a:cxn>
                <a:cxn ang="0">
                  <a:pos x="connsiteX4213" y="connsiteY4213"/>
                </a:cxn>
                <a:cxn ang="0">
                  <a:pos x="connsiteX4214" y="connsiteY4214"/>
                </a:cxn>
                <a:cxn ang="0">
                  <a:pos x="connsiteX4215" y="connsiteY4215"/>
                </a:cxn>
                <a:cxn ang="0">
                  <a:pos x="connsiteX4216" y="connsiteY4216"/>
                </a:cxn>
                <a:cxn ang="0">
                  <a:pos x="connsiteX4217" y="connsiteY4217"/>
                </a:cxn>
                <a:cxn ang="0">
                  <a:pos x="connsiteX4218" y="connsiteY4218"/>
                </a:cxn>
                <a:cxn ang="0">
                  <a:pos x="connsiteX4219" y="connsiteY4219"/>
                </a:cxn>
                <a:cxn ang="0">
                  <a:pos x="connsiteX4220" y="connsiteY4220"/>
                </a:cxn>
                <a:cxn ang="0">
                  <a:pos x="connsiteX4221" y="connsiteY4221"/>
                </a:cxn>
                <a:cxn ang="0">
                  <a:pos x="connsiteX4222" y="connsiteY4222"/>
                </a:cxn>
                <a:cxn ang="0">
                  <a:pos x="connsiteX4223" y="connsiteY4223"/>
                </a:cxn>
                <a:cxn ang="0">
                  <a:pos x="connsiteX4224" y="connsiteY4224"/>
                </a:cxn>
                <a:cxn ang="0">
                  <a:pos x="connsiteX4225" y="connsiteY4225"/>
                </a:cxn>
                <a:cxn ang="0">
                  <a:pos x="connsiteX4226" y="connsiteY4226"/>
                </a:cxn>
                <a:cxn ang="0">
                  <a:pos x="connsiteX4227" y="connsiteY4227"/>
                </a:cxn>
                <a:cxn ang="0">
                  <a:pos x="connsiteX4228" y="connsiteY4228"/>
                </a:cxn>
                <a:cxn ang="0">
                  <a:pos x="connsiteX4229" y="connsiteY4229"/>
                </a:cxn>
                <a:cxn ang="0">
                  <a:pos x="connsiteX4230" y="connsiteY4230"/>
                </a:cxn>
                <a:cxn ang="0">
                  <a:pos x="connsiteX4231" y="connsiteY4231"/>
                </a:cxn>
                <a:cxn ang="0">
                  <a:pos x="connsiteX4232" y="connsiteY4232"/>
                </a:cxn>
                <a:cxn ang="0">
                  <a:pos x="connsiteX4233" y="connsiteY4233"/>
                </a:cxn>
                <a:cxn ang="0">
                  <a:pos x="connsiteX4234" y="connsiteY4234"/>
                </a:cxn>
                <a:cxn ang="0">
                  <a:pos x="connsiteX4235" y="connsiteY4235"/>
                </a:cxn>
                <a:cxn ang="0">
                  <a:pos x="connsiteX4236" y="connsiteY4236"/>
                </a:cxn>
                <a:cxn ang="0">
                  <a:pos x="connsiteX4237" y="connsiteY4237"/>
                </a:cxn>
                <a:cxn ang="0">
                  <a:pos x="connsiteX4238" y="connsiteY4238"/>
                </a:cxn>
                <a:cxn ang="0">
                  <a:pos x="connsiteX4239" y="connsiteY4239"/>
                </a:cxn>
                <a:cxn ang="0">
                  <a:pos x="connsiteX4240" y="connsiteY4240"/>
                </a:cxn>
                <a:cxn ang="0">
                  <a:pos x="connsiteX4241" y="connsiteY4241"/>
                </a:cxn>
                <a:cxn ang="0">
                  <a:pos x="connsiteX4242" y="connsiteY4242"/>
                </a:cxn>
                <a:cxn ang="0">
                  <a:pos x="connsiteX4243" y="connsiteY4243"/>
                </a:cxn>
                <a:cxn ang="0">
                  <a:pos x="connsiteX4244" y="connsiteY4244"/>
                </a:cxn>
                <a:cxn ang="0">
                  <a:pos x="connsiteX4245" y="connsiteY4245"/>
                </a:cxn>
                <a:cxn ang="0">
                  <a:pos x="connsiteX4246" y="connsiteY4246"/>
                </a:cxn>
                <a:cxn ang="0">
                  <a:pos x="connsiteX4247" y="connsiteY4247"/>
                </a:cxn>
                <a:cxn ang="0">
                  <a:pos x="connsiteX4248" y="connsiteY4248"/>
                </a:cxn>
                <a:cxn ang="0">
                  <a:pos x="connsiteX4249" y="connsiteY4249"/>
                </a:cxn>
                <a:cxn ang="0">
                  <a:pos x="connsiteX4250" y="connsiteY4250"/>
                </a:cxn>
                <a:cxn ang="0">
                  <a:pos x="connsiteX4251" y="connsiteY4251"/>
                </a:cxn>
                <a:cxn ang="0">
                  <a:pos x="connsiteX4252" y="connsiteY4252"/>
                </a:cxn>
                <a:cxn ang="0">
                  <a:pos x="connsiteX4253" y="connsiteY4253"/>
                </a:cxn>
                <a:cxn ang="0">
                  <a:pos x="connsiteX4254" y="connsiteY4254"/>
                </a:cxn>
                <a:cxn ang="0">
                  <a:pos x="connsiteX4255" y="connsiteY4255"/>
                </a:cxn>
                <a:cxn ang="0">
                  <a:pos x="connsiteX4256" y="connsiteY4256"/>
                </a:cxn>
                <a:cxn ang="0">
                  <a:pos x="connsiteX4257" y="connsiteY4257"/>
                </a:cxn>
                <a:cxn ang="0">
                  <a:pos x="connsiteX4258" y="connsiteY4258"/>
                </a:cxn>
                <a:cxn ang="0">
                  <a:pos x="connsiteX4259" y="connsiteY4259"/>
                </a:cxn>
                <a:cxn ang="0">
                  <a:pos x="connsiteX4260" y="connsiteY4260"/>
                </a:cxn>
                <a:cxn ang="0">
                  <a:pos x="connsiteX4261" y="connsiteY4261"/>
                </a:cxn>
                <a:cxn ang="0">
                  <a:pos x="connsiteX4262" y="connsiteY4262"/>
                </a:cxn>
                <a:cxn ang="0">
                  <a:pos x="connsiteX4263" y="connsiteY4263"/>
                </a:cxn>
                <a:cxn ang="0">
                  <a:pos x="connsiteX4264" y="connsiteY4264"/>
                </a:cxn>
                <a:cxn ang="0">
                  <a:pos x="connsiteX4265" y="connsiteY4265"/>
                </a:cxn>
                <a:cxn ang="0">
                  <a:pos x="connsiteX4266" y="connsiteY4266"/>
                </a:cxn>
                <a:cxn ang="0">
                  <a:pos x="connsiteX4267" y="connsiteY4267"/>
                </a:cxn>
                <a:cxn ang="0">
                  <a:pos x="connsiteX4268" y="connsiteY4268"/>
                </a:cxn>
                <a:cxn ang="0">
                  <a:pos x="connsiteX4269" y="connsiteY4269"/>
                </a:cxn>
                <a:cxn ang="0">
                  <a:pos x="connsiteX4270" y="connsiteY4270"/>
                </a:cxn>
                <a:cxn ang="0">
                  <a:pos x="connsiteX4271" y="connsiteY4271"/>
                </a:cxn>
                <a:cxn ang="0">
                  <a:pos x="connsiteX4272" y="connsiteY4272"/>
                </a:cxn>
                <a:cxn ang="0">
                  <a:pos x="connsiteX4273" y="connsiteY4273"/>
                </a:cxn>
                <a:cxn ang="0">
                  <a:pos x="connsiteX4274" y="connsiteY4274"/>
                </a:cxn>
                <a:cxn ang="0">
                  <a:pos x="connsiteX4275" y="connsiteY4275"/>
                </a:cxn>
                <a:cxn ang="0">
                  <a:pos x="connsiteX4276" y="connsiteY4276"/>
                </a:cxn>
                <a:cxn ang="0">
                  <a:pos x="connsiteX4277" y="connsiteY4277"/>
                </a:cxn>
                <a:cxn ang="0">
                  <a:pos x="connsiteX4278" y="connsiteY4278"/>
                </a:cxn>
                <a:cxn ang="0">
                  <a:pos x="connsiteX4279" y="connsiteY4279"/>
                </a:cxn>
                <a:cxn ang="0">
                  <a:pos x="connsiteX4280" y="connsiteY4280"/>
                </a:cxn>
                <a:cxn ang="0">
                  <a:pos x="connsiteX4281" y="connsiteY4281"/>
                </a:cxn>
                <a:cxn ang="0">
                  <a:pos x="connsiteX4282" y="connsiteY4282"/>
                </a:cxn>
                <a:cxn ang="0">
                  <a:pos x="connsiteX4283" y="connsiteY4283"/>
                </a:cxn>
                <a:cxn ang="0">
                  <a:pos x="connsiteX4284" y="connsiteY4284"/>
                </a:cxn>
                <a:cxn ang="0">
                  <a:pos x="connsiteX4285" y="connsiteY4285"/>
                </a:cxn>
                <a:cxn ang="0">
                  <a:pos x="connsiteX4286" y="connsiteY4286"/>
                </a:cxn>
                <a:cxn ang="0">
                  <a:pos x="connsiteX4287" y="connsiteY4287"/>
                </a:cxn>
                <a:cxn ang="0">
                  <a:pos x="connsiteX4288" y="connsiteY4288"/>
                </a:cxn>
                <a:cxn ang="0">
                  <a:pos x="connsiteX4289" y="connsiteY4289"/>
                </a:cxn>
                <a:cxn ang="0">
                  <a:pos x="connsiteX4290" y="connsiteY4290"/>
                </a:cxn>
                <a:cxn ang="0">
                  <a:pos x="connsiteX4291" y="connsiteY4291"/>
                </a:cxn>
                <a:cxn ang="0">
                  <a:pos x="connsiteX4292" y="connsiteY4292"/>
                </a:cxn>
                <a:cxn ang="0">
                  <a:pos x="connsiteX4293" y="connsiteY4293"/>
                </a:cxn>
                <a:cxn ang="0">
                  <a:pos x="connsiteX4294" y="connsiteY4294"/>
                </a:cxn>
                <a:cxn ang="0">
                  <a:pos x="connsiteX4295" y="connsiteY4295"/>
                </a:cxn>
                <a:cxn ang="0">
                  <a:pos x="connsiteX4296" y="connsiteY4296"/>
                </a:cxn>
                <a:cxn ang="0">
                  <a:pos x="connsiteX4297" y="connsiteY4297"/>
                </a:cxn>
                <a:cxn ang="0">
                  <a:pos x="connsiteX4298" y="connsiteY4298"/>
                </a:cxn>
                <a:cxn ang="0">
                  <a:pos x="connsiteX4299" y="connsiteY4299"/>
                </a:cxn>
                <a:cxn ang="0">
                  <a:pos x="connsiteX4300" y="connsiteY4300"/>
                </a:cxn>
                <a:cxn ang="0">
                  <a:pos x="connsiteX4301" y="connsiteY4301"/>
                </a:cxn>
                <a:cxn ang="0">
                  <a:pos x="connsiteX4302" y="connsiteY4302"/>
                </a:cxn>
                <a:cxn ang="0">
                  <a:pos x="connsiteX4303" y="connsiteY4303"/>
                </a:cxn>
                <a:cxn ang="0">
                  <a:pos x="connsiteX4304" y="connsiteY4304"/>
                </a:cxn>
                <a:cxn ang="0">
                  <a:pos x="connsiteX4305" y="connsiteY4305"/>
                </a:cxn>
                <a:cxn ang="0">
                  <a:pos x="connsiteX4306" y="connsiteY4306"/>
                </a:cxn>
                <a:cxn ang="0">
                  <a:pos x="connsiteX4307" y="connsiteY4307"/>
                </a:cxn>
                <a:cxn ang="0">
                  <a:pos x="connsiteX4308" y="connsiteY4308"/>
                </a:cxn>
                <a:cxn ang="0">
                  <a:pos x="connsiteX4309" y="connsiteY4309"/>
                </a:cxn>
                <a:cxn ang="0">
                  <a:pos x="connsiteX4310" y="connsiteY4310"/>
                </a:cxn>
                <a:cxn ang="0">
                  <a:pos x="connsiteX4311" y="connsiteY4311"/>
                </a:cxn>
                <a:cxn ang="0">
                  <a:pos x="connsiteX4312" y="connsiteY4312"/>
                </a:cxn>
                <a:cxn ang="0">
                  <a:pos x="connsiteX4313" y="connsiteY4313"/>
                </a:cxn>
                <a:cxn ang="0">
                  <a:pos x="connsiteX4314" y="connsiteY4314"/>
                </a:cxn>
                <a:cxn ang="0">
                  <a:pos x="connsiteX4315" y="connsiteY4315"/>
                </a:cxn>
                <a:cxn ang="0">
                  <a:pos x="connsiteX4316" y="connsiteY4316"/>
                </a:cxn>
                <a:cxn ang="0">
                  <a:pos x="connsiteX4317" y="connsiteY4317"/>
                </a:cxn>
                <a:cxn ang="0">
                  <a:pos x="connsiteX4318" y="connsiteY4318"/>
                </a:cxn>
                <a:cxn ang="0">
                  <a:pos x="connsiteX4319" y="connsiteY4319"/>
                </a:cxn>
                <a:cxn ang="0">
                  <a:pos x="connsiteX4320" y="connsiteY4320"/>
                </a:cxn>
                <a:cxn ang="0">
                  <a:pos x="connsiteX4321" y="connsiteY4321"/>
                </a:cxn>
                <a:cxn ang="0">
                  <a:pos x="connsiteX4322" y="connsiteY4322"/>
                </a:cxn>
                <a:cxn ang="0">
                  <a:pos x="connsiteX4323" y="connsiteY4323"/>
                </a:cxn>
                <a:cxn ang="0">
                  <a:pos x="connsiteX4324" y="connsiteY4324"/>
                </a:cxn>
                <a:cxn ang="0">
                  <a:pos x="connsiteX4325" y="connsiteY4325"/>
                </a:cxn>
                <a:cxn ang="0">
                  <a:pos x="connsiteX4326" y="connsiteY4326"/>
                </a:cxn>
                <a:cxn ang="0">
                  <a:pos x="connsiteX4327" y="connsiteY4327"/>
                </a:cxn>
                <a:cxn ang="0">
                  <a:pos x="connsiteX4328" y="connsiteY4328"/>
                </a:cxn>
                <a:cxn ang="0">
                  <a:pos x="connsiteX4329" y="connsiteY4329"/>
                </a:cxn>
                <a:cxn ang="0">
                  <a:pos x="connsiteX4330" y="connsiteY4330"/>
                </a:cxn>
                <a:cxn ang="0">
                  <a:pos x="connsiteX4331" y="connsiteY4331"/>
                </a:cxn>
                <a:cxn ang="0">
                  <a:pos x="connsiteX4332" y="connsiteY4332"/>
                </a:cxn>
                <a:cxn ang="0">
                  <a:pos x="connsiteX4333" y="connsiteY4333"/>
                </a:cxn>
                <a:cxn ang="0">
                  <a:pos x="connsiteX4334" y="connsiteY4334"/>
                </a:cxn>
                <a:cxn ang="0">
                  <a:pos x="connsiteX4335" y="connsiteY4335"/>
                </a:cxn>
                <a:cxn ang="0">
                  <a:pos x="connsiteX4336" y="connsiteY4336"/>
                </a:cxn>
                <a:cxn ang="0">
                  <a:pos x="connsiteX4337" y="connsiteY4337"/>
                </a:cxn>
                <a:cxn ang="0">
                  <a:pos x="connsiteX4338" y="connsiteY4338"/>
                </a:cxn>
                <a:cxn ang="0">
                  <a:pos x="connsiteX4339" y="connsiteY4339"/>
                </a:cxn>
                <a:cxn ang="0">
                  <a:pos x="connsiteX4340" y="connsiteY4340"/>
                </a:cxn>
                <a:cxn ang="0">
                  <a:pos x="connsiteX4341" y="connsiteY4341"/>
                </a:cxn>
                <a:cxn ang="0">
                  <a:pos x="connsiteX4342" y="connsiteY4342"/>
                </a:cxn>
                <a:cxn ang="0">
                  <a:pos x="connsiteX4343" y="connsiteY4343"/>
                </a:cxn>
                <a:cxn ang="0">
                  <a:pos x="connsiteX4344" y="connsiteY4344"/>
                </a:cxn>
                <a:cxn ang="0">
                  <a:pos x="connsiteX4345" y="connsiteY4345"/>
                </a:cxn>
                <a:cxn ang="0">
                  <a:pos x="connsiteX4346" y="connsiteY4346"/>
                </a:cxn>
                <a:cxn ang="0">
                  <a:pos x="connsiteX4347" y="connsiteY4347"/>
                </a:cxn>
                <a:cxn ang="0">
                  <a:pos x="connsiteX4348" y="connsiteY4348"/>
                </a:cxn>
                <a:cxn ang="0">
                  <a:pos x="connsiteX4349" y="connsiteY4349"/>
                </a:cxn>
                <a:cxn ang="0">
                  <a:pos x="connsiteX4350" y="connsiteY4350"/>
                </a:cxn>
                <a:cxn ang="0">
                  <a:pos x="connsiteX4351" y="connsiteY4351"/>
                </a:cxn>
                <a:cxn ang="0">
                  <a:pos x="connsiteX4352" y="connsiteY4352"/>
                </a:cxn>
                <a:cxn ang="0">
                  <a:pos x="connsiteX4353" y="connsiteY4353"/>
                </a:cxn>
                <a:cxn ang="0">
                  <a:pos x="connsiteX4354" y="connsiteY4354"/>
                </a:cxn>
                <a:cxn ang="0">
                  <a:pos x="connsiteX4355" y="connsiteY4355"/>
                </a:cxn>
                <a:cxn ang="0">
                  <a:pos x="connsiteX4356" y="connsiteY4356"/>
                </a:cxn>
                <a:cxn ang="0">
                  <a:pos x="connsiteX4357" y="connsiteY4357"/>
                </a:cxn>
                <a:cxn ang="0">
                  <a:pos x="connsiteX4358" y="connsiteY4358"/>
                </a:cxn>
                <a:cxn ang="0">
                  <a:pos x="connsiteX4359" y="connsiteY4359"/>
                </a:cxn>
                <a:cxn ang="0">
                  <a:pos x="connsiteX4360" y="connsiteY4360"/>
                </a:cxn>
                <a:cxn ang="0">
                  <a:pos x="connsiteX4361" y="connsiteY4361"/>
                </a:cxn>
                <a:cxn ang="0">
                  <a:pos x="connsiteX4362" y="connsiteY4362"/>
                </a:cxn>
                <a:cxn ang="0">
                  <a:pos x="connsiteX4363" y="connsiteY4363"/>
                </a:cxn>
                <a:cxn ang="0">
                  <a:pos x="connsiteX4364" y="connsiteY4364"/>
                </a:cxn>
                <a:cxn ang="0">
                  <a:pos x="connsiteX4365" y="connsiteY4365"/>
                </a:cxn>
                <a:cxn ang="0">
                  <a:pos x="connsiteX4366" y="connsiteY4366"/>
                </a:cxn>
                <a:cxn ang="0">
                  <a:pos x="connsiteX4367" y="connsiteY4367"/>
                </a:cxn>
                <a:cxn ang="0">
                  <a:pos x="connsiteX4368" y="connsiteY4368"/>
                </a:cxn>
                <a:cxn ang="0">
                  <a:pos x="connsiteX4369" y="connsiteY4369"/>
                </a:cxn>
                <a:cxn ang="0">
                  <a:pos x="connsiteX4370" y="connsiteY4370"/>
                </a:cxn>
                <a:cxn ang="0">
                  <a:pos x="connsiteX4371" y="connsiteY4371"/>
                </a:cxn>
                <a:cxn ang="0">
                  <a:pos x="connsiteX4372" y="connsiteY4372"/>
                </a:cxn>
                <a:cxn ang="0">
                  <a:pos x="connsiteX4373" y="connsiteY4373"/>
                </a:cxn>
                <a:cxn ang="0">
                  <a:pos x="connsiteX4374" y="connsiteY4374"/>
                </a:cxn>
                <a:cxn ang="0">
                  <a:pos x="connsiteX4375" y="connsiteY4375"/>
                </a:cxn>
                <a:cxn ang="0">
                  <a:pos x="connsiteX4376" y="connsiteY4376"/>
                </a:cxn>
                <a:cxn ang="0">
                  <a:pos x="connsiteX4377" y="connsiteY4377"/>
                </a:cxn>
                <a:cxn ang="0">
                  <a:pos x="connsiteX4378" y="connsiteY4378"/>
                </a:cxn>
                <a:cxn ang="0">
                  <a:pos x="connsiteX4379" y="connsiteY4379"/>
                </a:cxn>
                <a:cxn ang="0">
                  <a:pos x="connsiteX4380" y="connsiteY4380"/>
                </a:cxn>
                <a:cxn ang="0">
                  <a:pos x="connsiteX4381" y="connsiteY4381"/>
                </a:cxn>
                <a:cxn ang="0">
                  <a:pos x="connsiteX4382" y="connsiteY4382"/>
                </a:cxn>
                <a:cxn ang="0">
                  <a:pos x="connsiteX4383" y="connsiteY4383"/>
                </a:cxn>
                <a:cxn ang="0">
                  <a:pos x="connsiteX4384" y="connsiteY4384"/>
                </a:cxn>
                <a:cxn ang="0">
                  <a:pos x="connsiteX4385" y="connsiteY4385"/>
                </a:cxn>
                <a:cxn ang="0">
                  <a:pos x="connsiteX4386" y="connsiteY4386"/>
                </a:cxn>
                <a:cxn ang="0">
                  <a:pos x="connsiteX4387" y="connsiteY4387"/>
                </a:cxn>
                <a:cxn ang="0">
                  <a:pos x="connsiteX4388" y="connsiteY4388"/>
                </a:cxn>
                <a:cxn ang="0">
                  <a:pos x="connsiteX4389" y="connsiteY4389"/>
                </a:cxn>
                <a:cxn ang="0">
                  <a:pos x="connsiteX4390" y="connsiteY4390"/>
                </a:cxn>
                <a:cxn ang="0">
                  <a:pos x="connsiteX4391" y="connsiteY4391"/>
                </a:cxn>
                <a:cxn ang="0">
                  <a:pos x="connsiteX4392" y="connsiteY4392"/>
                </a:cxn>
                <a:cxn ang="0">
                  <a:pos x="connsiteX4393" y="connsiteY4393"/>
                </a:cxn>
                <a:cxn ang="0">
                  <a:pos x="connsiteX4394" y="connsiteY4394"/>
                </a:cxn>
                <a:cxn ang="0">
                  <a:pos x="connsiteX4395" y="connsiteY4395"/>
                </a:cxn>
                <a:cxn ang="0">
                  <a:pos x="connsiteX4396" y="connsiteY4396"/>
                </a:cxn>
                <a:cxn ang="0">
                  <a:pos x="connsiteX4397" y="connsiteY4397"/>
                </a:cxn>
                <a:cxn ang="0">
                  <a:pos x="connsiteX4398" y="connsiteY4398"/>
                </a:cxn>
                <a:cxn ang="0">
                  <a:pos x="connsiteX4399" y="connsiteY4399"/>
                </a:cxn>
                <a:cxn ang="0">
                  <a:pos x="connsiteX4400" y="connsiteY4400"/>
                </a:cxn>
                <a:cxn ang="0">
                  <a:pos x="connsiteX4401" y="connsiteY4401"/>
                </a:cxn>
                <a:cxn ang="0">
                  <a:pos x="connsiteX4402" y="connsiteY4402"/>
                </a:cxn>
                <a:cxn ang="0">
                  <a:pos x="connsiteX4403" y="connsiteY4403"/>
                </a:cxn>
                <a:cxn ang="0">
                  <a:pos x="connsiteX4404" y="connsiteY4404"/>
                </a:cxn>
                <a:cxn ang="0">
                  <a:pos x="connsiteX4405" y="connsiteY4405"/>
                </a:cxn>
                <a:cxn ang="0">
                  <a:pos x="connsiteX4406" y="connsiteY4406"/>
                </a:cxn>
                <a:cxn ang="0">
                  <a:pos x="connsiteX4407" y="connsiteY4407"/>
                </a:cxn>
                <a:cxn ang="0">
                  <a:pos x="connsiteX4408" y="connsiteY4408"/>
                </a:cxn>
                <a:cxn ang="0">
                  <a:pos x="connsiteX4409" y="connsiteY4409"/>
                </a:cxn>
                <a:cxn ang="0">
                  <a:pos x="connsiteX4410" y="connsiteY4410"/>
                </a:cxn>
                <a:cxn ang="0">
                  <a:pos x="connsiteX4411" y="connsiteY4411"/>
                </a:cxn>
                <a:cxn ang="0">
                  <a:pos x="connsiteX4412" y="connsiteY4412"/>
                </a:cxn>
                <a:cxn ang="0">
                  <a:pos x="connsiteX4413" y="connsiteY4413"/>
                </a:cxn>
                <a:cxn ang="0">
                  <a:pos x="connsiteX4414" y="connsiteY4414"/>
                </a:cxn>
                <a:cxn ang="0">
                  <a:pos x="connsiteX4415" y="connsiteY4415"/>
                </a:cxn>
                <a:cxn ang="0">
                  <a:pos x="connsiteX4416" y="connsiteY4416"/>
                </a:cxn>
                <a:cxn ang="0">
                  <a:pos x="connsiteX4417" y="connsiteY4417"/>
                </a:cxn>
                <a:cxn ang="0">
                  <a:pos x="connsiteX4418" y="connsiteY4418"/>
                </a:cxn>
                <a:cxn ang="0">
                  <a:pos x="connsiteX4419" y="connsiteY4419"/>
                </a:cxn>
                <a:cxn ang="0">
                  <a:pos x="connsiteX4420" y="connsiteY4420"/>
                </a:cxn>
                <a:cxn ang="0">
                  <a:pos x="connsiteX4421" y="connsiteY4421"/>
                </a:cxn>
                <a:cxn ang="0">
                  <a:pos x="connsiteX4422" y="connsiteY4422"/>
                </a:cxn>
                <a:cxn ang="0">
                  <a:pos x="connsiteX4423" y="connsiteY4423"/>
                </a:cxn>
                <a:cxn ang="0">
                  <a:pos x="connsiteX4424" y="connsiteY4424"/>
                </a:cxn>
                <a:cxn ang="0">
                  <a:pos x="connsiteX4425" y="connsiteY4425"/>
                </a:cxn>
                <a:cxn ang="0">
                  <a:pos x="connsiteX4426" y="connsiteY4426"/>
                </a:cxn>
                <a:cxn ang="0">
                  <a:pos x="connsiteX4427" y="connsiteY4427"/>
                </a:cxn>
                <a:cxn ang="0">
                  <a:pos x="connsiteX4428" y="connsiteY4428"/>
                </a:cxn>
                <a:cxn ang="0">
                  <a:pos x="connsiteX4429" y="connsiteY4429"/>
                </a:cxn>
                <a:cxn ang="0">
                  <a:pos x="connsiteX4430" y="connsiteY4430"/>
                </a:cxn>
                <a:cxn ang="0">
                  <a:pos x="connsiteX4431" y="connsiteY4431"/>
                </a:cxn>
                <a:cxn ang="0">
                  <a:pos x="connsiteX4432" y="connsiteY4432"/>
                </a:cxn>
                <a:cxn ang="0">
                  <a:pos x="connsiteX4433" y="connsiteY4433"/>
                </a:cxn>
                <a:cxn ang="0">
                  <a:pos x="connsiteX4434" y="connsiteY4434"/>
                </a:cxn>
                <a:cxn ang="0">
                  <a:pos x="connsiteX4435" y="connsiteY4435"/>
                </a:cxn>
                <a:cxn ang="0">
                  <a:pos x="connsiteX4436" y="connsiteY4436"/>
                </a:cxn>
                <a:cxn ang="0">
                  <a:pos x="connsiteX4437" y="connsiteY4437"/>
                </a:cxn>
                <a:cxn ang="0">
                  <a:pos x="connsiteX4438" y="connsiteY4438"/>
                </a:cxn>
                <a:cxn ang="0">
                  <a:pos x="connsiteX4439" y="connsiteY4439"/>
                </a:cxn>
                <a:cxn ang="0">
                  <a:pos x="connsiteX4440" y="connsiteY4440"/>
                </a:cxn>
                <a:cxn ang="0">
                  <a:pos x="connsiteX4441" y="connsiteY4441"/>
                </a:cxn>
                <a:cxn ang="0">
                  <a:pos x="connsiteX4442" y="connsiteY4442"/>
                </a:cxn>
                <a:cxn ang="0">
                  <a:pos x="connsiteX4443" y="connsiteY4443"/>
                </a:cxn>
                <a:cxn ang="0">
                  <a:pos x="connsiteX4444" y="connsiteY4444"/>
                </a:cxn>
                <a:cxn ang="0">
                  <a:pos x="connsiteX4445" y="connsiteY4445"/>
                </a:cxn>
                <a:cxn ang="0">
                  <a:pos x="connsiteX4446" y="connsiteY4446"/>
                </a:cxn>
                <a:cxn ang="0">
                  <a:pos x="connsiteX4447" y="connsiteY4447"/>
                </a:cxn>
                <a:cxn ang="0">
                  <a:pos x="connsiteX4448" y="connsiteY4448"/>
                </a:cxn>
                <a:cxn ang="0">
                  <a:pos x="connsiteX4449" y="connsiteY4449"/>
                </a:cxn>
                <a:cxn ang="0">
                  <a:pos x="connsiteX4450" y="connsiteY4450"/>
                </a:cxn>
                <a:cxn ang="0">
                  <a:pos x="connsiteX4451" y="connsiteY4451"/>
                </a:cxn>
                <a:cxn ang="0">
                  <a:pos x="connsiteX4452" y="connsiteY4452"/>
                </a:cxn>
                <a:cxn ang="0">
                  <a:pos x="connsiteX4453" y="connsiteY4453"/>
                </a:cxn>
                <a:cxn ang="0">
                  <a:pos x="connsiteX4454" y="connsiteY4454"/>
                </a:cxn>
                <a:cxn ang="0">
                  <a:pos x="connsiteX4455" y="connsiteY4455"/>
                </a:cxn>
                <a:cxn ang="0">
                  <a:pos x="connsiteX4456" y="connsiteY4456"/>
                </a:cxn>
                <a:cxn ang="0">
                  <a:pos x="connsiteX4457" y="connsiteY4457"/>
                </a:cxn>
                <a:cxn ang="0">
                  <a:pos x="connsiteX4458" y="connsiteY4458"/>
                </a:cxn>
                <a:cxn ang="0">
                  <a:pos x="connsiteX4459" y="connsiteY4459"/>
                </a:cxn>
                <a:cxn ang="0">
                  <a:pos x="connsiteX4460" y="connsiteY4460"/>
                </a:cxn>
                <a:cxn ang="0">
                  <a:pos x="connsiteX4461" y="connsiteY4461"/>
                </a:cxn>
                <a:cxn ang="0">
                  <a:pos x="connsiteX4462" y="connsiteY4462"/>
                </a:cxn>
                <a:cxn ang="0">
                  <a:pos x="connsiteX4463" y="connsiteY4463"/>
                </a:cxn>
                <a:cxn ang="0">
                  <a:pos x="connsiteX4464" y="connsiteY4464"/>
                </a:cxn>
                <a:cxn ang="0">
                  <a:pos x="connsiteX4465" y="connsiteY4465"/>
                </a:cxn>
                <a:cxn ang="0">
                  <a:pos x="connsiteX4466" y="connsiteY4466"/>
                </a:cxn>
                <a:cxn ang="0">
                  <a:pos x="connsiteX4467" y="connsiteY4467"/>
                </a:cxn>
                <a:cxn ang="0">
                  <a:pos x="connsiteX4468" y="connsiteY4468"/>
                </a:cxn>
                <a:cxn ang="0">
                  <a:pos x="connsiteX4469" y="connsiteY4469"/>
                </a:cxn>
                <a:cxn ang="0">
                  <a:pos x="connsiteX4470" y="connsiteY4470"/>
                </a:cxn>
                <a:cxn ang="0">
                  <a:pos x="connsiteX4471" y="connsiteY4471"/>
                </a:cxn>
                <a:cxn ang="0">
                  <a:pos x="connsiteX4472" y="connsiteY4472"/>
                </a:cxn>
                <a:cxn ang="0">
                  <a:pos x="connsiteX4473" y="connsiteY4473"/>
                </a:cxn>
                <a:cxn ang="0">
                  <a:pos x="connsiteX4474" y="connsiteY4474"/>
                </a:cxn>
                <a:cxn ang="0">
                  <a:pos x="connsiteX4475" y="connsiteY4475"/>
                </a:cxn>
                <a:cxn ang="0">
                  <a:pos x="connsiteX4476" y="connsiteY4476"/>
                </a:cxn>
                <a:cxn ang="0">
                  <a:pos x="connsiteX4477" y="connsiteY4477"/>
                </a:cxn>
                <a:cxn ang="0">
                  <a:pos x="connsiteX4478" y="connsiteY4478"/>
                </a:cxn>
                <a:cxn ang="0">
                  <a:pos x="connsiteX4479" y="connsiteY4479"/>
                </a:cxn>
                <a:cxn ang="0">
                  <a:pos x="connsiteX4480" y="connsiteY4480"/>
                </a:cxn>
                <a:cxn ang="0">
                  <a:pos x="connsiteX4481" y="connsiteY4481"/>
                </a:cxn>
                <a:cxn ang="0">
                  <a:pos x="connsiteX4482" y="connsiteY4482"/>
                </a:cxn>
                <a:cxn ang="0">
                  <a:pos x="connsiteX4483" y="connsiteY4483"/>
                </a:cxn>
                <a:cxn ang="0">
                  <a:pos x="connsiteX4484" y="connsiteY4484"/>
                </a:cxn>
                <a:cxn ang="0">
                  <a:pos x="connsiteX4485" y="connsiteY4485"/>
                </a:cxn>
                <a:cxn ang="0">
                  <a:pos x="connsiteX4486" y="connsiteY4486"/>
                </a:cxn>
                <a:cxn ang="0">
                  <a:pos x="connsiteX4487" y="connsiteY4487"/>
                </a:cxn>
                <a:cxn ang="0">
                  <a:pos x="connsiteX4488" y="connsiteY4488"/>
                </a:cxn>
                <a:cxn ang="0">
                  <a:pos x="connsiteX4489" y="connsiteY4489"/>
                </a:cxn>
                <a:cxn ang="0">
                  <a:pos x="connsiteX4490" y="connsiteY4490"/>
                </a:cxn>
                <a:cxn ang="0">
                  <a:pos x="connsiteX4491" y="connsiteY4491"/>
                </a:cxn>
                <a:cxn ang="0">
                  <a:pos x="connsiteX4492" y="connsiteY4492"/>
                </a:cxn>
                <a:cxn ang="0">
                  <a:pos x="connsiteX4493" y="connsiteY4493"/>
                </a:cxn>
                <a:cxn ang="0">
                  <a:pos x="connsiteX4494" y="connsiteY4494"/>
                </a:cxn>
                <a:cxn ang="0">
                  <a:pos x="connsiteX4495" y="connsiteY4495"/>
                </a:cxn>
                <a:cxn ang="0">
                  <a:pos x="connsiteX4496" y="connsiteY4496"/>
                </a:cxn>
                <a:cxn ang="0">
                  <a:pos x="connsiteX4497" y="connsiteY4497"/>
                </a:cxn>
                <a:cxn ang="0">
                  <a:pos x="connsiteX4498" y="connsiteY4498"/>
                </a:cxn>
                <a:cxn ang="0">
                  <a:pos x="connsiteX4499" y="connsiteY4499"/>
                </a:cxn>
                <a:cxn ang="0">
                  <a:pos x="connsiteX4500" y="connsiteY4500"/>
                </a:cxn>
                <a:cxn ang="0">
                  <a:pos x="connsiteX4501" y="connsiteY4501"/>
                </a:cxn>
                <a:cxn ang="0">
                  <a:pos x="connsiteX4502" y="connsiteY4502"/>
                </a:cxn>
                <a:cxn ang="0">
                  <a:pos x="connsiteX4503" y="connsiteY4503"/>
                </a:cxn>
                <a:cxn ang="0">
                  <a:pos x="connsiteX4504" y="connsiteY4504"/>
                </a:cxn>
                <a:cxn ang="0">
                  <a:pos x="connsiteX4505" y="connsiteY4505"/>
                </a:cxn>
                <a:cxn ang="0">
                  <a:pos x="connsiteX4506" y="connsiteY4506"/>
                </a:cxn>
                <a:cxn ang="0">
                  <a:pos x="connsiteX4507" y="connsiteY4507"/>
                </a:cxn>
                <a:cxn ang="0">
                  <a:pos x="connsiteX4508" y="connsiteY4508"/>
                </a:cxn>
                <a:cxn ang="0">
                  <a:pos x="connsiteX4509" y="connsiteY4509"/>
                </a:cxn>
                <a:cxn ang="0">
                  <a:pos x="connsiteX4510" y="connsiteY4510"/>
                </a:cxn>
                <a:cxn ang="0">
                  <a:pos x="connsiteX4511" y="connsiteY4511"/>
                </a:cxn>
                <a:cxn ang="0">
                  <a:pos x="connsiteX4512" y="connsiteY4512"/>
                </a:cxn>
                <a:cxn ang="0">
                  <a:pos x="connsiteX4513" y="connsiteY4513"/>
                </a:cxn>
                <a:cxn ang="0">
                  <a:pos x="connsiteX4514" y="connsiteY4514"/>
                </a:cxn>
                <a:cxn ang="0">
                  <a:pos x="connsiteX4515" y="connsiteY4515"/>
                </a:cxn>
                <a:cxn ang="0">
                  <a:pos x="connsiteX4516" y="connsiteY4516"/>
                </a:cxn>
                <a:cxn ang="0">
                  <a:pos x="connsiteX4517" y="connsiteY4517"/>
                </a:cxn>
                <a:cxn ang="0">
                  <a:pos x="connsiteX4518" y="connsiteY4518"/>
                </a:cxn>
                <a:cxn ang="0">
                  <a:pos x="connsiteX4519" y="connsiteY4519"/>
                </a:cxn>
                <a:cxn ang="0">
                  <a:pos x="connsiteX4520" y="connsiteY4520"/>
                </a:cxn>
                <a:cxn ang="0">
                  <a:pos x="connsiteX4521" y="connsiteY4521"/>
                </a:cxn>
                <a:cxn ang="0">
                  <a:pos x="connsiteX4522" y="connsiteY4522"/>
                </a:cxn>
                <a:cxn ang="0">
                  <a:pos x="connsiteX4523" y="connsiteY4523"/>
                </a:cxn>
                <a:cxn ang="0">
                  <a:pos x="connsiteX4524" y="connsiteY4524"/>
                </a:cxn>
                <a:cxn ang="0">
                  <a:pos x="connsiteX4525" y="connsiteY4525"/>
                </a:cxn>
                <a:cxn ang="0">
                  <a:pos x="connsiteX4526" y="connsiteY4526"/>
                </a:cxn>
                <a:cxn ang="0">
                  <a:pos x="connsiteX4527" y="connsiteY4527"/>
                </a:cxn>
                <a:cxn ang="0">
                  <a:pos x="connsiteX4528" y="connsiteY4528"/>
                </a:cxn>
                <a:cxn ang="0">
                  <a:pos x="connsiteX4529" y="connsiteY4529"/>
                </a:cxn>
                <a:cxn ang="0">
                  <a:pos x="connsiteX4530" y="connsiteY4530"/>
                </a:cxn>
                <a:cxn ang="0">
                  <a:pos x="connsiteX4531" y="connsiteY4531"/>
                </a:cxn>
                <a:cxn ang="0">
                  <a:pos x="connsiteX4532" y="connsiteY4532"/>
                </a:cxn>
                <a:cxn ang="0">
                  <a:pos x="connsiteX4533" y="connsiteY4533"/>
                </a:cxn>
                <a:cxn ang="0">
                  <a:pos x="connsiteX4534" y="connsiteY4534"/>
                </a:cxn>
                <a:cxn ang="0">
                  <a:pos x="connsiteX4535" y="connsiteY4535"/>
                </a:cxn>
                <a:cxn ang="0">
                  <a:pos x="connsiteX4536" y="connsiteY4536"/>
                </a:cxn>
                <a:cxn ang="0">
                  <a:pos x="connsiteX4537" y="connsiteY4537"/>
                </a:cxn>
                <a:cxn ang="0">
                  <a:pos x="connsiteX4538" y="connsiteY4538"/>
                </a:cxn>
                <a:cxn ang="0">
                  <a:pos x="connsiteX4539" y="connsiteY4539"/>
                </a:cxn>
                <a:cxn ang="0">
                  <a:pos x="connsiteX4540" y="connsiteY4540"/>
                </a:cxn>
                <a:cxn ang="0">
                  <a:pos x="connsiteX4541" y="connsiteY4541"/>
                </a:cxn>
                <a:cxn ang="0">
                  <a:pos x="connsiteX4542" y="connsiteY4542"/>
                </a:cxn>
                <a:cxn ang="0">
                  <a:pos x="connsiteX4543" y="connsiteY4543"/>
                </a:cxn>
                <a:cxn ang="0">
                  <a:pos x="connsiteX4544" y="connsiteY4544"/>
                </a:cxn>
                <a:cxn ang="0">
                  <a:pos x="connsiteX4545" y="connsiteY4545"/>
                </a:cxn>
                <a:cxn ang="0">
                  <a:pos x="connsiteX4546" y="connsiteY4546"/>
                </a:cxn>
                <a:cxn ang="0">
                  <a:pos x="connsiteX4547" y="connsiteY4547"/>
                </a:cxn>
                <a:cxn ang="0">
                  <a:pos x="connsiteX4548" y="connsiteY4548"/>
                </a:cxn>
                <a:cxn ang="0">
                  <a:pos x="connsiteX4549" y="connsiteY4549"/>
                </a:cxn>
                <a:cxn ang="0">
                  <a:pos x="connsiteX4550" y="connsiteY4550"/>
                </a:cxn>
                <a:cxn ang="0">
                  <a:pos x="connsiteX4551" y="connsiteY4551"/>
                </a:cxn>
                <a:cxn ang="0">
                  <a:pos x="connsiteX4552" y="connsiteY4552"/>
                </a:cxn>
                <a:cxn ang="0">
                  <a:pos x="connsiteX4553" y="connsiteY4553"/>
                </a:cxn>
                <a:cxn ang="0">
                  <a:pos x="connsiteX4554" y="connsiteY4554"/>
                </a:cxn>
                <a:cxn ang="0">
                  <a:pos x="connsiteX4555" y="connsiteY4555"/>
                </a:cxn>
                <a:cxn ang="0">
                  <a:pos x="connsiteX4556" y="connsiteY4556"/>
                </a:cxn>
                <a:cxn ang="0">
                  <a:pos x="connsiteX4557" y="connsiteY4557"/>
                </a:cxn>
                <a:cxn ang="0">
                  <a:pos x="connsiteX4558" y="connsiteY4558"/>
                </a:cxn>
                <a:cxn ang="0">
                  <a:pos x="connsiteX4559" y="connsiteY4559"/>
                </a:cxn>
                <a:cxn ang="0">
                  <a:pos x="connsiteX4560" y="connsiteY4560"/>
                </a:cxn>
                <a:cxn ang="0">
                  <a:pos x="connsiteX4561" y="connsiteY4561"/>
                </a:cxn>
                <a:cxn ang="0">
                  <a:pos x="connsiteX4562" y="connsiteY4562"/>
                </a:cxn>
                <a:cxn ang="0">
                  <a:pos x="connsiteX4563" y="connsiteY4563"/>
                </a:cxn>
                <a:cxn ang="0">
                  <a:pos x="connsiteX4564" y="connsiteY4564"/>
                </a:cxn>
                <a:cxn ang="0">
                  <a:pos x="connsiteX4565" y="connsiteY4565"/>
                </a:cxn>
                <a:cxn ang="0">
                  <a:pos x="connsiteX4566" y="connsiteY4566"/>
                </a:cxn>
                <a:cxn ang="0">
                  <a:pos x="connsiteX4567" y="connsiteY4567"/>
                </a:cxn>
                <a:cxn ang="0">
                  <a:pos x="connsiteX4568" y="connsiteY4568"/>
                </a:cxn>
                <a:cxn ang="0">
                  <a:pos x="connsiteX4569" y="connsiteY4569"/>
                </a:cxn>
                <a:cxn ang="0">
                  <a:pos x="connsiteX4570" y="connsiteY4570"/>
                </a:cxn>
                <a:cxn ang="0">
                  <a:pos x="connsiteX4571" y="connsiteY4571"/>
                </a:cxn>
                <a:cxn ang="0">
                  <a:pos x="connsiteX4572" y="connsiteY4572"/>
                </a:cxn>
                <a:cxn ang="0">
                  <a:pos x="connsiteX4573" y="connsiteY4573"/>
                </a:cxn>
                <a:cxn ang="0">
                  <a:pos x="connsiteX4574" y="connsiteY4574"/>
                </a:cxn>
                <a:cxn ang="0">
                  <a:pos x="connsiteX4575" y="connsiteY4575"/>
                </a:cxn>
                <a:cxn ang="0">
                  <a:pos x="connsiteX4576" y="connsiteY4576"/>
                </a:cxn>
                <a:cxn ang="0">
                  <a:pos x="connsiteX4577" y="connsiteY4577"/>
                </a:cxn>
                <a:cxn ang="0">
                  <a:pos x="connsiteX4578" y="connsiteY4578"/>
                </a:cxn>
                <a:cxn ang="0">
                  <a:pos x="connsiteX4579" y="connsiteY4579"/>
                </a:cxn>
                <a:cxn ang="0">
                  <a:pos x="connsiteX4580" y="connsiteY4580"/>
                </a:cxn>
                <a:cxn ang="0">
                  <a:pos x="connsiteX4581" y="connsiteY4581"/>
                </a:cxn>
                <a:cxn ang="0">
                  <a:pos x="connsiteX4582" y="connsiteY4582"/>
                </a:cxn>
                <a:cxn ang="0">
                  <a:pos x="connsiteX4583" y="connsiteY4583"/>
                </a:cxn>
                <a:cxn ang="0">
                  <a:pos x="connsiteX4584" y="connsiteY4584"/>
                </a:cxn>
                <a:cxn ang="0">
                  <a:pos x="connsiteX4585" y="connsiteY4585"/>
                </a:cxn>
                <a:cxn ang="0">
                  <a:pos x="connsiteX4586" y="connsiteY4586"/>
                </a:cxn>
                <a:cxn ang="0">
                  <a:pos x="connsiteX4587" y="connsiteY4587"/>
                </a:cxn>
                <a:cxn ang="0">
                  <a:pos x="connsiteX4588" y="connsiteY4588"/>
                </a:cxn>
                <a:cxn ang="0">
                  <a:pos x="connsiteX4589" y="connsiteY4589"/>
                </a:cxn>
                <a:cxn ang="0">
                  <a:pos x="connsiteX4590" y="connsiteY4590"/>
                </a:cxn>
                <a:cxn ang="0">
                  <a:pos x="connsiteX4591" y="connsiteY4591"/>
                </a:cxn>
                <a:cxn ang="0">
                  <a:pos x="connsiteX4592" y="connsiteY4592"/>
                </a:cxn>
                <a:cxn ang="0">
                  <a:pos x="connsiteX4593" y="connsiteY4593"/>
                </a:cxn>
                <a:cxn ang="0">
                  <a:pos x="connsiteX4594" y="connsiteY4594"/>
                </a:cxn>
                <a:cxn ang="0">
                  <a:pos x="connsiteX4595" y="connsiteY4595"/>
                </a:cxn>
                <a:cxn ang="0">
                  <a:pos x="connsiteX4596" y="connsiteY4596"/>
                </a:cxn>
                <a:cxn ang="0">
                  <a:pos x="connsiteX4597" y="connsiteY4597"/>
                </a:cxn>
                <a:cxn ang="0">
                  <a:pos x="connsiteX4598" y="connsiteY4598"/>
                </a:cxn>
                <a:cxn ang="0">
                  <a:pos x="connsiteX4599" y="connsiteY4599"/>
                </a:cxn>
                <a:cxn ang="0">
                  <a:pos x="connsiteX4600" y="connsiteY4600"/>
                </a:cxn>
                <a:cxn ang="0">
                  <a:pos x="connsiteX4601" y="connsiteY4601"/>
                </a:cxn>
                <a:cxn ang="0">
                  <a:pos x="connsiteX4602" y="connsiteY4602"/>
                </a:cxn>
                <a:cxn ang="0">
                  <a:pos x="connsiteX4603" y="connsiteY4603"/>
                </a:cxn>
                <a:cxn ang="0">
                  <a:pos x="connsiteX4604" y="connsiteY4604"/>
                </a:cxn>
                <a:cxn ang="0">
                  <a:pos x="connsiteX4605" y="connsiteY4605"/>
                </a:cxn>
                <a:cxn ang="0">
                  <a:pos x="connsiteX4606" y="connsiteY4606"/>
                </a:cxn>
                <a:cxn ang="0">
                  <a:pos x="connsiteX4607" y="connsiteY4607"/>
                </a:cxn>
                <a:cxn ang="0">
                  <a:pos x="connsiteX4608" y="connsiteY4608"/>
                </a:cxn>
                <a:cxn ang="0">
                  <a:pos x="connsiteX4609" y="connsiteY4609"/>
                </a:cxn>
                <a:cxn ang="0">
                  <a:pos x="connsiteX4610" y="connsiteY4610"/>
                </a:cxn>
                <a:cxn ang="0">
                  <a:pos x="connsiteX4611" y="connsiteY4611"/>
                </a:cxn>
                <a:cxn ang="0">
                  <a:pos x="connsiteX4612" y="connsiteY4612"/>
                </a:cxn>
                <a:cxn ang="0">
                  <a:pos x="connsiteX4613" y="connsiteY4613"/>
                </a:cxn>
                <a:cxn ang="0">
                  <a:pos x="connsiteX4614" y="connsiteY4614"/>
                </a:cxn>
                <a:cxn ang="0">
                  <a:pos x="connsiteX4615" y="connsiteY4615"/>
                </a:cxn>
                <a:cxn ang="0">
                  <a:pos x="connsiteX4616" y="connsiteY4616"/>
                </a:cxn>
                <a:cxn ang="0">
                  <a:pos x="connsiteX4617" y="connsiteY4617"/>
                </a:cxn>
                <a:cxn ang="0">
                  <a:pos x="connsiteX4618" y="connsiteY4618"/>
                </a:cxn>
                <a:cxn ang="0">
                  <a:pos x="connsiteX4619" y="connsiteY4619"/>
                </a:cxn>
                <a:cxn ang="0">
                  <a:pos x="connsiteX4620" y="connsiteY4620"/>
                </a:cxn>
                <a:cxn ang="0">
                  <a:pos x="connsiteX4621" y="connsiteY4621"/>
                </a:cxn>
                <a:cxn ang="0">
                  <a:pos x="connsiteX4622" y="connsiteY4622"/>
                </a:cxn>
                <a:cxn ang="0">
                  <a:pos x="connsiteX4623" y="connsiteY4623"/>
                </a:cxn>
                <a:cxn ang="0">
                  <a:pos x="connsiteX4624" y="connsiteY4624"/>
                </a:cxn>
                <a:cxn ang="0">
                  <a:pos x="connsiteX4625" y="connsiteY4625"/>
                </a:cxn>
                <a:cxn ang="0">
                  <a:pos x="connsiteX4626" y="connsiteY4626"/>
                </a:cxn>
                <a:cxn ang="0">
                  <a:pos x="connsiteX4627" y="connsiteY4627"/>
                </a:cxn>
                <a:cxn ang="0">
                  <a:pos x="connsiteX4628" y="connsiteY4628"/>
                </a:cxn>
                <a:cxn ang="0">
                  <a:pos x="connsiteX4629" y="connsiteY4629"/>
                </a:cxn>
                <a:cxn ang="0">
                  <a:pos x="connsiteX4630" y="connsiteY4630"/>
                </a:cxn>
                <a:cxn ang="0">
                  <a:pos x="connsiteX4631" y="connsiteY4631"/>
                </a:cxn>
                <a:cxn ang="0">
                  <a:pos x="connsiteX4632" y="connsiteY4632"/>
                </a:cxn>
                <a:cxn ang="0">
                  <a:pos x="connsiteX4633" y="connsiteY4633"/>
                </a:cxn>
                <a:cxn ang="0">
                  <a:pos x="connsiteX4634" y="connsiteY4634"/>
                </a:cxn>
                <a:cxn ang="0">
                  <a:pos x="connsiteX4635" y="connsiteY4635"/>
                </a:cxn>
                <a:cxn ang="0">
                  <a:pos x="connsiteX4636" y="connsiteY4636"/>
                </a:cxn>
                <a:cxn ang="0">
                  <a:pos x="connsiteX4637" y="connsiteY4637"/>
                </a:cxn>
                <a:cxn ang="0">
                  <a:pos x="connsiteX4638" y="connsiteY4638"/>
                </a:cxn>
                <a:cxn ang="0">
                  <a:pos x="connsiteX4639" y="connsiteY4639"/>
                </a:cxn>
                <a:cxn ang="0">
                  <a:pos x="connsiteX4640" y="connsiteY4640"/>
                </a:cxn>
                <a:cxn ang="0">
                  <a:pos x="connsiteX4641" y="connsiteY4641"/>
                </a:cxn>
                <a:cxn ang="0">
                  <a:pos x="connsiteX4642" y="connsiteY4642"/>
                </a:cxn>
                <a:cxn ang="0">
                  <a:pos x="connsiteX4643" y="connsiteY4643"/>
                </a:cxn>
                <a:cxn ang="0">
                  <a:pos x="connsiteX4644" y="connsiteY4644"/>
                </a:cxn>
                <a:cxn ang="0">
                  <a:pos x="connsiteX4645" y="connsiteY4645"/>
                </a:cxn>
                <a:cxn ang="0">
                  <a:pos x="connsiteX4646" y="connsiteY4646"/>
                </a:cxn>
                <a:cxn ang="0">
                  <a:pos x="connsiteX4647" y="connsiteY4647"/>
                </a:cxn>
                <a:cxn ang="0">
                  <a:pos x="connsiteX4648" y="connsiteY4648"/>
                </a:cxn>
                <a:cxn ang="0">
                  <a:pos x="connsiteX4649" y="connsiteY4649"/>
                </a:cxn>
                <a:cxn ang="0">
                  <a:pos x="connsiteX4650" y="connsiteY4650"/>
                </a:cxn>
                <a:cxn ang="0">
                  <a:pos x="connsiteX4651" y="connsiteY4651"/>
                </a:cxn>
                <a:cxn ang="0">
                  <a:pos x="connsiteX4652" y="connsiteY4652"/>
                </a:cxn>
                <a:cxn ang="0">
                  <a:pos x="connsiteX4653" y="connsiteY4653"/>
                </a:cxn>
                <a:cxn ang="0">
                  <a:pos x="connsiteX4654" y="connsiteY4654"/>
                </a:cxn>
                <a:cxn ang="0">
                  <a:pos x="connsiteX4655" y="connsiteY4655"/>
                </a:cxn>
                <a:cxn ang="0">
                  <a:pos x="connsiteX4656" y="connsiteY4656"/>
                </a:cxn>
                <a:cxn ang="0">
                  <a:pos x="connsiteX4657" y="connsiteY4657"/>
                </a:cxn>
                <a:cxn ang="0">
                  <a:pos x="connsiteX4658" y="connsiteY4658"/>
                </a:cxn>
                <a:cxn ang="0">
                  <a:pos x="connsiteX4659" y="connsiteY4659"/>
                </a:cxn>
                <a:cxn ang="0">
                  <a:pos x="connsiteX4660" y="connsiteY4660"/>
                </a:cxn>
                <a:cxn ang="0">
                  <a:pos x="connsiteX4661" y="connsiteY4661"/>
                </a:cxn>
                <a:cxn ang="0">
                  <a:pos x="connsiteX4662" y="connsiteY4662"/>
                </a:cxn>
                <a:cxn ang="0">
                  <a:pos x="connsiteX4663" y="connsiteY4663"/>
                </a:cxn>
                <a:cxn ang="0">
                  <a:pos x="connsiteX4664" y="connsiteY4664"/>
                </a:cxn>
                <a:cxn ang="0">
                  <a:pos x="connsiteX4665" y="connsiteY4665"/>
                </a:cxn>
                <a:cxn ang="0">
                  <a:pos x="connsiteX4666" y="connsiteY4666"/>
                </a:cxn>
                <a:cxn ang="0">
                  <a:pos x="connsiteX4667" y="connsiteY4667"/>
                </a:cxn>
                <a:cxn ang="0">
                  <a:pos x="connsiteX4668" y="connsiteY4668"/>
                </a:cxn>
                <a:cxn ang="0">
                  <a:pos x="connsiteX4669" y="connsiteY4669"/>
                </a:cxn>
                <a:cxn ang="0">
                  <a:pos x="connsiteX4670" y="connsiteY4670"/>
                </a:cxn>
                <a:cxn ang="0">
                  <a:pos x="connsiteX4671" y="connsiteY4671"/>
                </a:cxn>
                <a:cxn ang="0">
                  <a:pos x="connsiteX4672" y="connsiteY4672"/>
                </a:cxn>
                <a:cxn ang="0">
                  <a:pos x="connsiteX4673" y="connsiteY4673"/>
                </a:cxn>
                <a:cxn ang="0">
                  <a:pos x="connsiteX4674" y="connsiteY4674"/>
                </a:cxn>
                <a:cxn ang="0">
                  <a:pos x="connsiteX4675" y="connsiteY4675"/>
                </a:cxn>
                <a:cxn ang="0">
                  <a:pos x="connsiteX4676" y="connsiteY4676"/>
                </a:cxn>
                <a:cxn ang="0">
                  <a:pos x="connsiteX4677" y="connsiteY4677"/>
                </a:cxn>
                <a:cxn ang="0">
                  <a:pos x="connsiteX4678" y="connsiteY4678"/>
                </a:cxn>
                <a:cxn ang="0">
                  <a:pos x="connsiteX4679" y="connsiteY4679"/>
                </a:cxn>
                <a:cxn ang="0">
                  <a:pos x="connsiteX4680" y="connsiteY4680"/>
                </a:cxn>
                <a:cxn ang="0">
                  <a:pos x="connsiteX4681" y="connsiteY4681"/>
                </a:cxn>
                <a:cxn ang="0">
                  <a:pos x="connsiteX4682" y="connsiteY4682"/>
                </a:cxn>
                <a:cxn ang="0">
                  <a:pos x="connsiteX4683" y="connsiteY4683"/>
                </a:cxn>
                <a:cxn ang="0">
                  <a:pos x="connsiteX4684" y="connsiteY4684"/>
                </a:cxn>
                <a:cxn ang="0">
                  <a:pos x="connsiteX4685" y="connsiteY4685"/>
                </a:cxn>
                <a:cxn ang="0">
                  <a:pos x="connsiteX4686" y="connsiteY4686"/>
                </a:cxn>
                <a:cxn ang="0">
                  <a:pos x="connsiteX4687" y="connsiteY4687"/>
                </a:cxn>
                <a:cxn ang="0">
                  <a:pos x="connsiteX4688" y="connsiteY4688"/>
                </a:cxn>
                <a:cxn ang="0">
                  <a:pos x="connsiteX4689" y="connsiteY4689"/>
                </a:cxn>
                <a:cxn ang="0">
                  <a:pos x="connsiteX4690" y="connsiteY4690"/>
                </a:cxn>
                <a:cxn ang="0">
                  <a:pos x="connsiteX4691" y="connsiteY4691"/>
                </a:cxn>
                <a:cxn ang="0">
                  <a:pos x="connsiteX4692" y="connsiteY4692"/>
                </a:cxn>
                <a:cxn ang="0">
                  <a:pos x="connsiteX4693" y="connsiteY4693"/>
                </a:cxn>
                <a:cxn ang="0">
                  <a:pos x="connsiteX4694" y="connsiteY4694"/>
                </a:cxn>
                <a:cxn ang="0">
                  <a:pos x="connsiteX4695" y="connsiteY4695"/>
                </a:cxn>
                <a:cxn ang="0">
                  <a:pos x="connsiteX4696" y="connsiteY4696"/>
                </a:cxn>
                <a:cxn ang="0">
                  <a:pos x="connsiteX4697" y="connsiteY4697"/>
                </a:cxn>
                <a:cxn ang="0">
                  <a:pos x="connsiteX4698" y="connsiteY4698"/>
                </a:cxn>
                <a:cxn ang="0">
                  <a:pos x="connsiteX4699" y="connsiteY4699"/>
                </a:cxn>
                <a:cxn ang="0">
                  <a:pos x="connsiteX4700" y="connsiteY4700"/>
                </a:cxn>
                <a:cxn ang="0">
                  <a:pos x="connsiteX4701" y="connsiteY4701"/>
                </a:cxn>
                <a:cxn ang="0">
                  <a:pos x="connsiteX4702" y="connsiteY4702"/>
                </a:cxn>
                <a:cxn ang="0">
                  <a:pos x="connsiteX4703" y="connsiteY4703"/>
                </a:cxn>
                <a:cxn ang="0">
                  <a:pos x="connsiteX4704" y="connsiteY4704"/>
                </a:cxn>
                <a:cxn ang="0">
                  <a:pos x="connsiteX4705" y="connsiteY4705"/>
                </a:cxn>
                <a:cxn ang="0">
                  <a:pos x="connsiteX4706" y="connsiteY4706"/>
                </a:cxn>
                <a:cxn ang="0">
                  <a:pos x="connsiteX4707" y="connsiteY4707"/>
                </a:cxn>
                <a:cxn ang="0">
                  <a:pos x="connsiteX4708" y="connsiteY4708"/>
                </a:cxn>
                <a:cxn ang="0">
                  <a:pos x="connsiteX4709" y="connsiteY4709"/>
                </a:cxn>
                <a:cxn ang="0">
                  <a:pos x="connsiteX4710" y="connsiteY4710"/>
                </a:cxn>
                <a:cxn ang="0">
                  <a:pos x="connsiteX4711" y="connsiteY4711"/>
                </a:cxn>
                <a:cxn ang="0">
                  <a:pos x="connsiteX4712" y="connsiteY4712"/>
                </a:cxn>
                <a:cxn ang="0">
                  <a:pos x="connsiteX4713" y="connsiteY4713"/>
                </a:cxn>
                <a:cxn ang="0">
                  <a:pos x="connsiteX4714" y="connsiteY4714"/>
                </a:cxn>
                <a:cxn ang="0">
                  <a:pos x="connsiteX4715" y="connsiteY4715"/>
                </a:cxn>
                <a:cxn ang="0">
                  <a:pos x="connsiteX4716" y="connsiteY4716"/>
                </a:cxn>
                <a:cxn ang="0">
                  <a:pos x="connsiteX4717" y="connsiteY4717"/>
                </a:cxn>
                <a:cxn ang="0">
                  <a:pos x="connsiteX4718" y="connsiteY4718"/>
                </a:cxn>
                <a:cxn ang="0">
                  <a:pos x="connsiteX4719" y="connsiteY4719"/>
                </a:cxn>
                <a:cxn ang="0">
                  <a:pos x="connsiteX4720" y="connsiteY4720"/>
                </a:cxn>
                <a:cxn ang="0">
                  <a:pos x="connsiteX4721" y="connsiteY4721"/>
                </a:cxn>
                <a:cxn ang="0">
                  <a:pos x="connsiteX4722" y="connsiteY4722"/>
                </a:cxn>
                <a:cxn ang="0">
                  <a:pos x="connsiteX4723" y="connsiteY4723"/>
                </a:cxn>
                <a:cxn ang="0">
                  <a:pos x="connsiteX4724" y="connsiteY4724"/>
                </a:cxn>
                <a:cxn ang="0">
                  <a:pos x="connsiteX4725" y="connsiteY4725"/>
                </a:cxn>
                <a:cxn ang="0">
                  <a:pos x="connsiteX4726" y="connsiteY4726"/>
                </a:cxn>
                <a:cxn ang="0">
                  <a:pos x="connsiteX4727" y="connsiteY4727"/>
                </a:cxn>
                <a:cxn ang="0">
                  <a:pos x="connsiteX4728" y="connsiteY4728"/>
                </a:cxn>
                <a:cxn ang="0">
                  <a:pos x="connsiteX4729" y="connsiteY4729"/>
                </a:cxn>
                <a:cxn ang="0">
                  <a:pos x="connsiteX4730" y="connsiteY4730"/>
                </a:cxn>
                <a:cxn ang="0">
                  <a:pos x="connsiteX4731" y="connsiteY4731"/>
                </a:cxn>
                <a:cxn ang="0">
                  <a:pos x="connsiteX4732" y="connsiteY4732"/>
                </a:cxn>
                <a:cxn ang="0">
                  <a:pos x="connsiteX4733" y="connsiteY4733"/>
                </a:cxn>
                <a:cxn ang="0">
                  <a:pos x="connsiteX4734" y="connsiteY4734"/>
                </a:cxn>
                <a:cxn ang="0">
                  <a:pos x="connsiteX4735" y="connsiteY4735"/>
                </a:cxn>
                <a:cxn ang="0">
                  <a:pos x="connsiteX4736" y="connsiteY4736"/>
                </a:cxn>
                <a:cxn ang="0">
                  <a:pos x="connsiteX4737" y="connsiteY4737"/>
                </a:cxn>
                <a:cxn ang="0">
                  <a:pos x="connsiteX4738" y="connsiteY4738"/>
                </a:cxn>
                <a:cxn ang="0">
                  <a:pos x="connsiteX4739" y="connsiteY4739"/>
                </a:cxn>
                <a:cxn ang="0">
                  <a:pos x="connsiteX4740" y="connsiteY4740"/>
                </a:cxn>
                <a:cxn ang="0">
                  <a:pos x="connsiteX4741" y="connsiteY4741"/>
                </a:cxn>
                <a:cxn ang="0">
                  <a:pos x="connsiteX4742" y="connsiteY4742"/>
                </a:cxn>
                <a:cxn ang="0">
                  <a:pos x="connsiteX4743" y="connsiteY4743"/>
                </a:cxn>
                <a:cxn ang="0">
                  <a:pos x="connsiteX4744" y="connsiteY4744"/>
                </a:cxn>
                <a:cxn ang="0">
                  <a:pos x="connsiteX4745" y="connsiteY4745"/>
                </a:cxn>
                <a:cxn ang="0">
                  <a:pos x="connsiteX4746" y="connsiteY4746"/>
                </a:cxn>
                <a:cxn ang="0">
                  <a:pos x="connsiteX4747" y="connsiteY4747"/>
                </a:cxn>
                <a:cxn ang="0">
                  <a:pos x="connsiteX4748" y="connsiteY4748"/>
                </a:cxn>
                <a:cxn ang="0">
                  <a:pos x="connsiteX4749" y="connsiteY4749"/>
                </a:cxn>
                <a:cxn ang="0">
                  <a:pos x="connsiteX4750" y="connsiteY4750"/>
                </a:cxn>
                <a:cxn ang="0">
                  <a:pos x="connsiteX4751" y="connsiteY4751"/>
                </a:cxn>
                <a:cxn ang="0">
                  <a:pos x="connsiteX4752" y="connsiteY4752"/>
                </a:cxn>
                <a:cxn ang="0">
                  <a:pos x="connsiteX4753" y="connsiteY4753"/>
                </a:cxn>
                <a:cxn ang="0">
                  <a:pos x="connsiteX4754" y="connsiteY4754"/>
                </a:cxn>
                <a:cxn ang="0">
                  <a:pos x="connsiteX4755" y="connsiteY4755"/>
                </a:cxn>
                <a:cxn ang="0">
                  <a:pos x="connsiteX4756" y="connsiteY4756"/>
                </a:cxn>
                <a:cxn ang="0">
                  <a:pos x="connsiteX4757" y="connsiteY4757"/>
                </a:cxn>
                <a:cxn ang="0">
                  <a:pos x="connsiteX4758" y="connsiteY4758"/>
                </a:cxn>
                <a:cxn ang="0">
                  <a:pos x="connsiteX4759" y="connsiteY4759"/>
                </a:cxn>
                <a:cxn ang="0">
                  <a:pos x="connsiteX4760" y="connsiteY4760"/>
                </a:cxn>
                <a:cxn ang="0">
                  <a:pos x="connsiteX4761" y="connsiteY4761"/>
                </a:cxn>
                <a:cxn ang="0">
                  <a:pos x="connsiteX4762" y="connsiteY4762"/>
                </a:cxn>
                <a:cxn ang="0">
                  <a:pos x="connsiteX4763" y="connsiteY4763"/>
                </a:cxn>
                <a:cxn ang="0">
                  <a:pos x="connsiteX4764" y="connsiteY4764"/>
                </a:cxn>
                <a:cxn ang="0">
                  <a:pos x="connsiteX4765" y="connsiteY4765"/>
                </a:cxn>
                <a:cxn ang="0">
                  <a:pos x="connsiteX4766" y="connsiteY4766"/>
                </a:cxn>
                <a:cxn ang="0">
                  <a:pos x="connsiteX4767" y="connsiteY4767"/>
                </a:cxn>
                <a:cxn ang="0">
                  <a:pos x="connsiteX4768" y="connsiteY4768"/>
                </a:cxn>
                <a:cxn ang="0">
                  <a:pos x="connsiteX4769" y="connsiteY4769"/>
                </a:cxn>
                <a:cxn ang="0">
                  <a:pos x="connsiteX4770" y="connsiteY4770"/>
                </a:cxn>
                <a:cxn ang="0">
                  <a:pos x="connsiteX4771" y="connsiteY4771"/>
                </a:cxn>
                <a:cxn ang="0">
                  <a:pos x="connsiteX4772" y="connsiteY4772"/>
                </a:cxn>
                <a:cxn ang="0">
                  <a:pos x="connsiteX4773" y="connsiteY4773"/>
                </a:cxn>
                <a:cxn ang="0">
                  <a:pos x="connsiteX4774" y="connsiteY4774"/>
                </a:cxn>
                <a:cxn ang="0">
                  <a:pos x="connsiteX4775" y="connsiteY4775"/>
                </a:cxn>
                <a:cxn ang="0">
                  <a:pos x="connsiteX4776" y="connsiteY4776"/>
                </a:cxn>
                <a:cxn ang="0">
                  <a:pos x="connsiteX4777" y="connsiteY4777"/>
                </a:cxn>
                <a:cxn ang="0">
                  <a:pos x="connsiteX4778" y="connsiteY4778"/>
                </a:cxn>
                <a:cxn ang="0">
                  <a:pos x="connsiteX4779" y="connsiteY4779"/>
                </a:cxn>
                <a:cxn ang="0">
                  <a:pos x="connsiteX4780" y="connsiteY4780"/>
                </a:cxn>
                <a:cxn ang="0">
                  <a:pos x="connsiteX4781" y="connsiteY4781"/>
                </a:cxn>
                <a:cxn ang="0">
                  <a:pos x="connsiteX4782" y="connsiteY4782"/>
                </a:cxn>
                <a:cxn ang="0">
                  <a:pos x="connsiteX4783" y="connsiteY4783"/>
                </a:cxn>
                <a:cxn ang="0">
                  <a:pos x="connsiteX4784" y="connsiteY4784"/>
                </a:cxn>
                <a:cxn ang="0">
                  <a:pos x="connsiteX4785" y="connsiteY4785"/>
                </a:cxn>
                <a:cxn ang="0">
                  <a:pos x="connsiteX4786" y="connsiteY4786"/>
                </a:cxn>
                <a:cxn ang="0">
                  <a:pos x="connsiteX4787" y="connsiteY4787"/>
                </a:cxn>
                <a:cxn ang="0">
                  <a:pos x="connsiteX4788" y="connsiteY4788"/>
                </a:cxn>
                <a:cxn ang="0">
                  <a:pos x="connsiteX4789" y="connsiteY4789"/>
                </a:cxn>
                <a:cxn ang="0">
                  <a:pos x="connsiteX4790" y="connsiteY4790"/>
                </a:cxn>
                <a:cxn ang="0">
                  <a:pos x="connsiteX4791" y="connsiteY4791"/>
                </a:cxn>
                <a:cxn ang="0">
                  <a:pos x="connsiteX4792" y="connsiteY4792"/>
                </a:cxn>
                <a:cxn ang="0">
                  <a:pos x="connsiteX4793" y="connsiteY4793"/>
                </a:cxn>
                <a:cxn ang="0">
                  <a:pos x="connsiteX4794" y="connsiteY4794"/>
                </a:cxn>
                <a:cxn ang="0">
                  <a:pos x="connsiteX4795" y="connsiteY4795"/>
                </a:cxn>
                <a:cxn ang="0">
                  <a:pos x="connsiteX4796" y="connsiteY4796"/>
                </a:cxn>
                <a:cxn ang="0">
                  <a:pos x="connsiteX4797" y="connsiteY4797"/>
                </a:cxn>
                <a:cxn ang="0">
                  <a:pos x="connsiteX4798" y="connsiteY4798"/>
                </a:cxn>
                <a:cxn ang="0">
                  <a:pos x="connsiteX4799" y="connsiteY4799"/>
                </a:cxn>
                <a:cxn ang="0">
                  <a:pos x="connsiteX4800" y="connsiteY4800"/>
                </a:cxn>
                <a:cxn ang="0">
                  <a:pos x="connsiteX4801" y="connsiteY4801"/>
                </a:cxn>
                <a:cxn ang="0">
                  <a:pos x="connsiteX4802" y="connsiteY4802"/>
                </a:cxn>
                <a:cxn ang="0">
                  <a:pos x="connsiteX4803" y="connsiteY4803"/>
                </a:cxn>
                <a:cxn ang="0">
                  <a:pos x="connsiteX4804" y="connsiteY4804"/>
                </a:cxn>
                <a:cxn ang="0">
                  <a:pos x="connsiteX4805" y="connsiteY4805"/>
                </a:cxn>
                <a:cxn ang="0">
                  <a:pos x="connsiteX4806" y="connsiteY4806"/>
                </a:cxn>
                <a:cxn ang="0">
                  <a:pos x="connsiteX4807" y="connsiteY4807"/>
                </a:cxn>
                <a:cxn ang="0">
                  <a:pos x="connsiteX4808" y="connsiteY4808"/>
                </a:cxn>
                <a:cxn ang="0">
                  <a:pos x="connsiteX4809" y="connsiteY4809"/>
                </a:cxn>
                <a:cxn ang="0">
                  <a:pos x="connsiteX4810" y="connsiteY4810"/>
                </a:cxn>
                <a:cxn ang="0">
                  <a:pos x="connsiteX4811" y="connsiteY4811"/>
                </a:cxn>
                <a:cxn ang="0">
                  <a:pos x="connsiteX4812" y="connsiteY4812"/>
                </a:cxn>
                <a:cxn ang="0">
                  <a:pos x="connsiteX4813" y="connsiteY4813"/>
                </a:cxn>
                <a:cxn ang="0">
                  <a:pos x="connsiteX4814" y="connsiteY4814"/>
                </a:cxn>
                <a:cxn ang="0">
                  <a:pos x="connsiteX4815" y="connsiteY4815"/>
                </a:cxn>
                <a:cxn ang="0">
                  <a:pos x="connsiteX4816" y="connsiteY4816"/>
                </a:cxn>
                <a:cxn ang="0">
                  <a:pos x="connsiteX4817" y="connsiteY4817"/>
                </a:cxn>
                <a:cxn ang="0">
                  <a:pos x="connsiteX4818" y="connsiteY4818"/>
                </a:cxn>
                <a:cxn ang="0">
                  <a:pos x="connsiteX4819" y="connsiteY4819"/>
                </a:cxn>
                <a:cxn ang="0">
                  <a:pos x="connsiteX4820" y="connsiteY4820"/>
                </a:cxn>
                <a:cxn ang="0">
                  <a:pos x="connsiteX4821" y="connsiteY4821"/>
                </a:cxn>
                <a:cxn ang="0">
                  <a:pos x="connsiteX4822" y="connsiteY4822"/>
                </a:cxn>
                <a:cxn ang="0">
                  <a:pos x="connsiteX4823" y="connsiteY4823"/>
                </a:cxn>
                <a:cxn ang="0">
                  <a:pos x="connsiteX4824" y="connsiteY4824"/>
                </a:cxn>
                <a:cxn ang="0">
                  <a:pos x="connsiteX4825" y="connsiteY4825"/>
                </a:cxn>
                <a:cxn ang="0">
                  <a:pos x="connsiteX4826" y="connsiteY4826"/>
                </a:cxn>
                <a:cxn ang="0">
                  <a:pos x="connsiteX4827" y="connsiteY4827"/>
                </a:cxn>
                <a:cxn ang="0">
                  <a:pos x="connsiteX4828" y="connsiteY4828"/>
                </a:cxn>
                <a:cxn ang="0">
                  <a:pos x="connsiteX4829" y="connsiteY4829"/>
                </a:cxn>
                <a:cxn ang="0">
                  <a:pos x="connsiteX4830" y="connsiteY4830"/>
                </a:cxn>
                <a:cxn ang="0">
                  <a:pos x="connsiteX4831" y="connsiteY4831"/>
                </a:cxn>
                <a:cxn ang="0">
                  <a:pos x="connsiteX4832" y="connsiteY4832"/>
                </a:cxn>
                <a:cxn ang="0">
                  <a:pos x="connsiteX4833" y="connsiteY4833"/>
                </a:cxn>
                <a:cxn ang="0">
                  <a:pos x="connsiteX4834" y="connsiteY4834"/>
                </a:cxn>
                <a:cxn ang="0">
                  <a:pos x="connsiteX4835" y="connsiteY4835"/>
                </a:cxn>
                <a:cxn ang="0">
                  <a:pos x="connsiteX4836" y="connsiteY4836"/>
                </a:cxn>
                <a:cxn ang="0">
                  <a:pos x="connsiteX4837" y="connsiteY4837"/>
                </a:cxn>
                <a:cxn ang="0">
                  <a:pos x="connsiteX4838" y="connsiteY4838"/>
                </a:cxn>
                <a:cxn ang="0">
                  <a:pos x="connsiteX4839" y="connsiteY4839"/>
                </a:cxn>
                <a:cxn ang="0">
                  <a:pos x="connsiteX4840" y="connsiteY4840"/>
                </a:cxn>
                <a:cxn ang="0">
                  <a:pos x="connsiteX4841" y="connsiteY4841"/>
                </a:cxn>
                <a:cxn ang="0">
                  <a:pos x="connsiteX4842" y="connsiteY4842"/>
                </a:cxn>
                <a:cxn ang="0">
                  <a:pos x="connsiteX4843" y="connsiteY4843"/>
                </a:cxn>
                <a:cxn ang="0">
                  <a:pos x="connsiteX4844" y="connsiteY4844"/>
                </a:cxn>
                <a:cxn ang="0">
                  <a:pos x="connsiteX4845" y="connsiteY4845"/>
                </a:cxn>
                <a:cxn ang="0">
                  <a:pos x="connsiteX4846" y="connsiteY4846"/>
                </a:cxn>
                <a:cxn ang="0">
                  <a:pos x="connsiteX4847" y="connsiteY4847"/>
                </a:cxn>
                <a:cxn ang="0">
                  <a:pos x="connsiteX4848" y="connsiteY4848"/>
                </a:cxn>
                <a:cxn ang="0">
                  <a:pos x="connsiteX4849" y="connsiteY4849"/>
                </a:cxn>
                <a:cxn ang="0">
                  <a:pos x="connsiteX4850" y="connsiteY4850"/>
                </a:cxn>
                <a:cxn ang="0">
                  <a:pos x="connsiteX4851" y="connsiteY4851"/>
                </a:cxn>
                <a:cxn ang="0">
                  <a:pos x="connsiteX4852" y="connsiteY4852"/>
                </a:cxn>
                <a:cxn ang="0">
                  <a:pos x="connsiteX4853" y="connsiteY4853"/>
                </a:cxn>
                <a:cxn ang="0">
                  <a:pos x="connsiteX4854" y="connsiteY4854"/>
                </a:cxn>
                <a:cxn ang="0">
                  <a:pos x="connsiteX4855" y="connsiteY4855"/>
                </a:cxn>
                <a:cxn ang="0">
                  <a:pos x="connsiteX4856" y="connsiteY4856"/>
                </a:cxn>
                <a:cxn ang="0">
                  <a:pos x="connsiteX4857" y="connsiteY4857"/>
                </a:cxn>
                <a:cxn ang="0">
                  <a:pos x="connsiteX4858" y="connsiteY4858"/>
                </a:cxn>
                <a:cxn ang="0">
                  <a:pos x="connsiteX4859" y="connsiteY4859"/>
                </a:cxn>
                <a:cxn ang="0">
                  <a:pos x="connsiteX4860" y="connsiteY4860"/>
                </a:cxn>
                <a:cxn ang="0">
                  <a:pos x="connsiteX4861" y="connsiteY4861"/>
                </a:cxn>
                <a:cxn ang="0">
                  <a:pos x="connsiteX4862" y="connsiteY4862"/>
                </a:cxn>
                <a:cxn ang="0">
                  <a:pos x="connsiteX4863" y="connsiteY4863"/>
                </a:cxn>
                <a:cxn ang="0">
                  <a:pos x="connsiteX4864" y="connsiteY4864"/>
                </a:cxn>
                <a:cxn ang="0">
                  <a:pos x="connsiteX4865" y="connsiteY4865"/>
                </a:cxn>
                <a:cxn ang="0">
                  <a:pos x="connsiteX4866" y="connsiteY4866"/>
                </a:cxn>
                <a:cxn ang="0">
                  <a:pos x="connsiteX4867" y="connsiteY4867"/>
                </a:cxn>
                <a:cxn ang="0">
                  <a:pos x="connsiteX4868" y="connsiteY4868"/>
                </a:cxn>
                <a:cxn ang="0">
                  <a:pos x="connsiteX4869" y="connsiteY4869"/>
                </a:cxn>
                <a:cxn ang="0">
                  <a:pos x="connsiteX4870" y="connsiteY4870"/>
                </a:cxn>
                <a:cxn ang="0">
                  <a:pos x="connsiteX4871" y="connsiteY4871"/>
                </a:cxn>
                <a:cxn ang="0">
                  <a:pos x="connsiteX4872" y="connsiteY4872"/>
                </a:cxn>
                <a:cxn ang="0">
                  <a:pos x="connsiteX4873" y="connsiteY4873"/>
                </a:cxn>
                <a:cxn ang="0">
                  <a:pos x="connsiteX4874" y="connsiteY4874"/>
                </a:cxn>
                <a:cxn ang="0">
                  <a:pos x="connsiteX4875" y="connsiteY4875"/>
                </a:cxn>
                <a:cxn ang="0">
                  <a:pos x="connsiteX4876" y="connsiteY4876"/>
                </a:cxn>
                <a:cxn ang="0">
                  <a:pos x="connsiteX4877" y="connsiteY4877"/>
                </a:cxn>
                <a:cxn ang="0">
                  <a:pos x="connsiteX4878" y="connsiteY4878"/>
                </a:cxn>
                <a:cxn ang="0">
                  <a:pos x="connsiteX4879" y="connsiteY4879"/>
                </a:cxn>
                <a:cxn ang="0">
                  <a:pos x="connsiteX4880" y="connsiteY4880"/>
                </a:cxn>
                <a:cxn ang="0">
                  <a:pos x="connsiteX4881" y="connsiteY4881"/>
                </a:cxn>
                <a:cxn ang="0">
                  <a:pos x="connsiteX4882" y="connsiteY4882"/>
                </a:cxn>
                <a:cxn ang="0">
                  <a:pos x="connsiteX4883" y="connsiteY4883"/>
                </a:cxn>
                <a:cxn ang="0">
                  <a:pos x="connsiteX4884" y="connsiteY4884"/>
                </a:cxn>
                <a:cxn ang="0">
                  <a:pos x="connsiteX4885" y="connsiteY4885"/>
                </a:cxn>
                <a:cxn ang="0">
                  <a:pos x="connsiteX4886" y="connsiteY4886"/>
                </a:cxn>
                <a:cxn ang="0">
                  <a:pos x="connsiteX4887" y="connsiteY4887"/>
                </a:cxn>
                <a:cxn ang="0">
                  <a:pos x="connsiteX4888" y="connsiteY4888"/>
                </a:cxn>
                <a:cxn ang="0">
                  <a:pos x="connsiteX4889" y="connsiteY4889"/>
                </a:cxn>
                <a:cxn ang="0">
                  <a:pos x="connsiteX4890" y="connsiteY4890"/>
                </a:cxn>
                <a:cxn ang="0">
                  <a:pos x="connsiteX4891" y="connsiteY4891"/>
                </a:cxn>
                <a:cxn ang="0">
                  <a:pos x="connsiteX4892" y="connsiteY4892"/>
                </a:cxn>
                <a:cxn ang="0">
                  <a:pos x="connsiteX4893" y="connsiteY4893"/>
                </a:cxn>
                <a:cxn ang="0">
                  <a:pos x="connsiteX4894" y="connsiteY4894"/>
                </a:cxn>
                <a:cxn ang="0">
                  <a:pos x="connsiteX4895" y="connsiteY4895"/>
                </a:cxn>
                <a:cxn ang="0">
                  <a:pos x="connsiteX4896" y="connsiteY4896"/>
                </a:cxn>
                <a:cxn ang="0">
                  <a:pos x="connsiteX4897" y="connsiteY4897"/>
                </a:cxn>
                <a:cxn ang="0">
                  <a:pos x="connsiteX4898" y="connsiteY4898"/>
                </a:cxn>
                <a:cxn ang="0">
                  <a:pos x="connsiteX4899" y="connsiteY4899"/>
                </a:cxn>
                <a:cxn ang="0">
                  <a:pos x="connsiteX4900" y="connsiteY4900"/>
                </a:cxn>
                <a:cxn ang="0">
                  <a:pos x="connsiteX4901" y="connsiteY4901"/>
                </a:cxn>
                <a:cxn ang="0">
                  <a:pos x="connsiteX4902" y="connsiteY4902"/>
                </a:cxn>
                <a:cxn ang="0">
                  <a:pos x="connsiteX4903" y="connsiteY4903"/>
                </a:cxn>
                <a:cxn ang="0">
                  <a:pos x="connsiteX4904" y="connsiteY4904"/>
                </a:cxn>
                <a:cxn ang="0">
                  <a:pos x="connsiteX4905" y="connsiteY4905"/>
                </a:cxn>
                <a:cxn ang="0">
                  <a:pos x="connsiteX4906" y="connsiteY4906"/>
                </a:cxn>
                <a:cxn ang="0">
                  <a:pos x="connsiteX4907" y="connsiteY4907"/>
                </a:cxn>
                <a:cxn ang="0">
                  <a:pos x="connsiteX4908" y="connsiteY4908"/>
                </a:cxn>
                <a:cxn ang="0">
                  <a:pos x="connsiteX4909" y="connsiteY4909"/>
                </a:cxn>
                <a:cxn ang="0">
                  <a:pos x="connsiteX4910" y="connsiteY4910"/>
                </a:cxn>
                <a:cxn ang="0">
                  <a:pos x="connsiteX4911" y="connsiteY4911"/>
                </a:cxn>
                <a:cxn ang="0">
                  <a:pos x="connsiteX4912" y="connsiteY4912"/>
                </a:cxn>
                <a:cxn ang="0">
                  <a:pos x="connsiteX4913" y="connsiteY4913"/>
                </a:cxn>
                <a:cxn ang="0">
                  <a:pos x="connsiteX4914" y="connsiteY4914"/>
                </a:cxn>
                <a:cxn ang="0">
                  <a:pos x="connsiteX4915" y="connsiteY4915"/>
                </a:cxn>
                <a:cxn ang="0">
                  <a:pos x="connsiteX4916" y="connsiteY4916"/>
                </a:cxn>
                <a:cxn ang="0">
                  <a:pos x="connsiteX4917" y="connsiteY4917"/>
                </a:cxn>
                <a:cxn ang="0">
                  <a:pos x="connsiteX4918" y="connsiteY4918"/>
                </a:cxn>
                <a:cxn ang="0">
                  <a:pos x="connsiteX4919" y="connsiteY4919"/>
                </a:cxn>
                <a:cxn ang="0">
                  <a:pos x="connsiteX4920" y="connsiteY4920"/>
                </a:cxn>
                <a:cxn ang="0">
                  <a:pos x="connsiteX4921" y="connsiteY4921"/>
                </a:cxn>
                <a:cxn ang="0">
                  <a:pos x="connsiteX4922" y="connsiteY4922"/>
                </a:cxn>
                <a:cxn ang="0">
                  <a:pos x="connsiteX4923" y="connsiteY4923"/>
                </a:cxn>
                <a:cxn ang="0">
                  <a:pos x="connsiteX4924" y="connsiteY4924"/>
                </a:cxn>
                <a:cxn ang="0">
                  <a:pos x="connsiteX4925" y="connsiteY4925"/>
                </a:cxn>
                <a:cxn ang="0">
                  <a:pos x="connsiteX4926" y="connsiteY4926"/>
                </a:cxn>
                <a:cxn ang="0">
                  <a:pos x="connsiteX4927" y="connsiteY4927"/>
                </a:cxn>
                <a:cxn ang="0">
                  <a:pos x="connsiteX4928" y="connsiteY4928"/>
                </a:cxn>
                <a:cxn ang="0">
                  <a:pos x="connsiteX4929" y="connsiteY4929"/>
                </a:cxn>
                <a:cxn ang="0">
                  <a:pos x="connsiteX4930" y="connsiteY4930"/>
                </a:cxn>
                <a:cxn ang="0">
                  <a:pos x="connsiteX4931" y="connsiteY4931"/>
                </a:cxn>
                <a:cxn ang="0">
                  <a:pos x="connsiteX4932" y="connsiteY4932"/>
                </a:cxn>
                <a:cxn ang="0">
                  <a:pos x="connsiteX4933" y="connsiteY4933"/>
                </a:cxn>
                <a:cxn ang="0">
                  <a:pos x="connsiteX4934" y="connsiteY4934"/>
                </a:cxn>
                <a:cxn ang="0">
                  <a:pos x="connsiteX4935" y="connsiteY4935"/>
                </a:cxn>
                <a:cxn ang="0">
                  <a:pos x="connsiteX4936" y="connsiteY4936"/>
                </a:cxn>
                <a:cxn ang="0">
                  <a:pos x="connsiteX4937" y="connsiteY4937"/>
                </a:cxn>
                <a:cxn ang="0">
                  <a:pos x="connsiteX4938" y="connsiteY4938"/>
                </a:cxn>
                <a:cxn ang="0">
                  <a:pos x="connsiteX4939" y="connsiteY4939"/>
                </a:cxn>
                <a:cxn ang="0">
                  <a:pos x="connsiteX4940" y="connsiteY4940"/>
                </a:cxn>
                <a:cxn ang="0">
                  <a:pos x="connsiteX4941" y="connsiteY4941"/>
                </a:cxn>
                <a:cxn ang="0">
                  <a:pos x="connsiteX4942" y="connsiteY4942"/>
                </a:cxn>
                <a:cxn ang="0">
                  <a:pos x="connsiteX4943" y="connsiteY4943"/>
                </a:cxn>
                <a:cxn ang="0">
                  <a:pos x="connsiteX4944" y="connsiteY4944"/>
                </a:cxn>
                <a:cxn ang="0">
                  <a:pos x="connsiteX4945" y="connsiteY4945"/>
                </a:cxn>
                <a:cxn ang="0">
                  <a:pos x="connsiteX4946" y="connsiteY4946"/>
                </a:cxn>
                <a:cxn ang="0">
                  <a:pos x="connsiteX4947" y="connsiteY4947"/>
                </a:cxn>
                <a:cxn ang="0">
                  <a:pos x="connsiteX4948" y="connsiteY4948"/>
                </a:cxn>
                <a:cxn ang="0">
                  <a:pos x="connsiteX4949" y="connsiteY4949"/>
                </a:cxn>
                <a:cxn ang="0">
                  <a:pos x="connsiteX4950" y="connsiteY4950"/>
                </a:cxn>
                <a:cxn ang="0">
                  <a:pos x="connsiteX4951" y="connsiteY4951"/>
                </a:cxn>
                <a:cxn ang="0">
                  <a:pos x="connsiteX4952" y="connsiteY4952"/>
                </a:cxn>
                <a:cxn ang="0">
                  <a:pos x="connsiteX4953" y="connsiteY4953"/>
                </a:cxn>
                <a:cxn ang="0">
                  <a:pos x="connsiteX4954" y="connsiteY4954"/>
                </a:cxn>
                <a:cxn ang="0">
                  <a:pos x="connsiteX4955" y="connsiteY4955"/>
                </a:cxn>
                <a:cxn ang="0">
                  <a:pos x="connsiteX4956" y="connsiteY4956"/>
                </a:cxn>
                <a:cxn ang="0">
                  <a:pos x="connsiteX4957" y="connsiteY4957"/>
                </a:cxn>
                <a:cxn ang="0">
                  <a:pos x="connsiteX4958" y="connsiteY4958"/>
                </a:cxn>
                <a:cxn ang="0">
                  <a:pos x="connsiteX4959" y="connsiteY4959"/>
                </a:cxn>
                <a:cxn ang="0">
                  <a:pos x="connsiteX4960" y="connsiteY4960"/>
                </a:cxn>
                <a:cxn ang="0">
                  <a:pos x="connsiteX4961" y="connsiteY4961"/>
                </a:cxn>
                <a:cxn ang="0">
                  <a:pos x="connsiteX4962" y="connsiteY4962"/>
                </a:cxn>
                <a:cxn ang="0">
                  <a:pos x="connsiteX4963" y="connsiteY4963"/>
                </a:cxn>
                <a:cxn ang="0">
                  <a:pos x="connsiteX4964" y="connsiteY4964"/>
                </a:cxn>
                <a:cxn ang="0">
                  <a:pos x="connsiteX4965" y="connsiteY4965"/>
                </a:cxn>
                <a:cxn ang="0">
                  <a:pos x="connsiteX4966" y="connsiteY4966"/>
                </a:cxn>
                <a:cxn ang="0">
                  <a:pos x="connsiteX4967" y="connsiteY4967"/>
                </a:cxn>
                <a:cxn ang="0">
                  <a:pos x="connsiteX4968" y="connsiteY4968"/>
                </a:cxn>
                <a:cxn ang="0">
                  <a:pos x="connsiteX4969" y="connsiteY4969"/>
                </a:cxn>
                <a:cxn ang="0">
                  <a:pos x="connsiteX4970" y="connsiteY4970"/>
                </a:cxn>
                <a:cxn ang="0">
                  <a:pos x="connsiteX4971" y="connsiteY4971"/>
                </a:cxn>
                <a:cxn ang="0">
                  <a:pos x="connsiteX4972" y="connsiteY4972"/>
                </a:cxn>
                <a:cxn ang="0">
                  <a:pos x="connsiteX4973" y="connsiteY4973"/>
                </a:cxn>
                <a:cxn ang="0">
                  <a:pos x="connsiteX4974" y="connsiteY4974"/>
                </a:cxn>
                <a:cxn ang="0">
                  <a:pos x="connsiteX4975" y="connsiteY4975"/>
                </a:cxn>
                <a:cxn ang="0">
                  <a:pos x="connsiteX4976" y="connsiteY4976"/>
                </a:cxn>
                <a:cxn ang="0">
                  <a:pos x="connsiteX4977" y="connsiteY4977"/>
                </a:cxn>
                <a:cxn ang="0">
                  <a:pos x="connsiteX4978" y="connsiteY4978"/>
                </a:cxn>
                <a:cxn ang="0">
                  <a:pos x="connsiteX4979" y="connsiteY4979"/>
                </a:cxn>
                <a:cxn ang="0">
                  <a:pos x="connsiteX4980" y="connsiteY4980"/>
                </a:cxn>
                <a:cxn ang="0">
                  <a:pos x="connsiteX4981" y="connsiteY4981"/>
                </a:cxn>
                <a:cxn ang="0">
                  <a:pos x="connsiteX4982" y="connsiteY4982"/>
                </a:cxn>
                <a:cxn ang="0">
                  <a:pos x="connsiteX4983" y="connsiteY4983"/>
                </a:cxn>
                <a:cxn ang="0">
                  <a:pos x="connsiteX4984" y="connsiteY4984"/>
                </a:cxn>
                <a:cxn ang="0">
                  <a:pos x="connsiteX4985" y="connsiteY4985"/>
                </a:cxn>
                <a:cxn ang="0">
                  <a:pos x="connsiteX4986" y="connsiteY4986"/>
                </a:cxn>
                <a:cxn ang="0">
                  <a:pos x="connsiteX4987" y="connsiteY4987"/>
                </a:cxn>
                <a:cxn ang="0">
                  <a:pos x="connsiteX4988" y="connsiteY4988"/>
                </a:cxn>
                <a:cxn ang="0">
                  <a:pos x="connsiteX4989" y="connsiteY4989"/>
                </a:cxn>
                <a:cxn ang="0">
                  <a:pos x="connsiteX4990" y="connsiteY4990"/>
                </a:cxn>
                <a:cxn ang="0">
                  <a:pos x="connsiteX4991" y="connsiteY4991"/>
                </a:cxn>
                <a:cxn ang="0">
                  <a:pos x="connsiteX4992" y="connsiteY4992"/>
                </a:cxn>
                <a:cxn ang="0">
                  <a:pos x="connsiteX4993" y="connsiteY4993"/>
                </a:cxn>
                <a:cxn ang="0">
                  <a:pos x="connsiteX4994" y="connsiteY4994"/>
                </a:cxn>
                <a:cxn ang="0">
                  <a:pos x="connsiteX4995" y="connsiteY4995"/>
                </a:cxn>
                <a:cxn ang="0">
                  <a:pos x="connsiteX4996" y="connsiteY4996"/>
                </a:cxn>
                <a:cxn ang="0">
                  <a:pos x="connsiteX4997" y="connsiteY4997"/>
                </a:cxn>
                <a:cxn ang="0">
                  <a:pos x="connsiteX4998" y="connsiteY4998"/>
                </a:cxn>
                <a:cxn ang="0">
                  <a:pos x="connsiteX4999" y="connsiteY4999"/>
                </a:cxn>
                <a:cxn ang="0">
                  <a:pos x="connsiteX5000" y="connsiteY5000"/>
                </a:cxn>
                <a:cxn ang="0">
                  <a:pos x="connsiteX5001" y="connsiteY5001"/>
                </a:cxn>
                <a:cxn ang="0">
                  <a:pos x="connsiteX5002" y="connsiteY5002"/>
                </a:cxn>
                <a:cxn ang="0">
                  <a:pos x="connsiteX5003" y="connsiteY5003"/>
                </a:cxn>
                <a:cxn ang="0">
                  <a:pos x="connsiteX5004" y="connsiteY5004"/>
                </a:cxn>
                <a:cxn ang="0">
                  <a:pos x="connsiteX5005" y="connsiteY5005"/>
                </a:cxn>
                <a:cxn ang="0">
                  <a:pos x="connsiteX5006" y="connsiteY5006"/>
                </a:cxn>
                <a:cxn ang="0">
                  <a:pos x="connsiteX5007" y="connsiteY5007"/>
                </a:cxn>
                <a:cxn ang="0">
                  <a:pos x="connsiteX5008" y="connsiteY5008"/>
                </a:cxn>
                <a:cxn ang="0">
                  <a:pos x="connsiteX5009" y="connsiteY5009"/>
                </a:cxn>
                <a:cxn ang="0">
                  <a:pos x="connsiteX5010" y="connsiteY5010"/>
                </a:cxn>
                <a:cxn ang="0">
                  <a:pos x="connsiteX5011" y="connsiteY5011"/>
                </a:cxn>
                <a:cxn ang="0">
                  <a:pos x="connsiteX5012" y="connsiteY5012"/>
                </a:cxn>
                <a:cxn ang="0">
                  <a:pos x="connsiteX5013" y="connsiteY5013"/>
                </a:cxn>
                <a:cxn ang="0">
                  <a:pos x="connsiteX5014" y="connsiteY5014"/>
                </a:cxn>
                <a:cxn ang="0">
                  <a:pos x="connsiteX5015" y="connsiteY5015"/>
                </a:cxn>
                <a:cxn ang="0">
                  <a:pos x="connsiteX5016" y="connsiteY5016"/>
                </a:cxn>
                <a:cxn ang="0">
                  <a:pos x="connsiteX5017" y="connsiteY5017"/>
                </a:cxn>
                <a:cxn ang="0">
                  <a:pos x="connsiteX5018" y="connsiteY5018"/>
                </a:cxn>
                <a:cxn ang="0">
                  <a:pos x="connsiteX5019" y="connsiteY5019"/>
                </a:cxn>
                <a:cxn ang="0">
                  <a:pos x="connsiteX5020" y="connsiteY5020"/>
                </a:cxn>
                <a:cxn ang="0">
                  <a:pos x="connsiteX5021" y="connsiteY5021"/>
                </a:cxn>
                <a:cxn ang="0">
                  <a:pos x="connsiteX5022" y="connsiteY5022"/>
                </a:cxn>
                <a:cxn ang="0">
                  <a:pos x="connsiteX5023" y="connsiteY5023"/>
                </a:cxn>
                <a:cxn ang="0">
                  <a:pos x="connsiteX5024" y="connsiteY5024"/>
                </a:cxn>
                <a:cxn ang="0">
                  <a:pos x="connsiteX5025" y="connsiteY5025"/>
                </a:cxn>
                <a:cxn ang="0">
                  <a:pos x="connsiteX5026" y="connsiteY5026"/>
                </a:cxn>
                <a:cxn ang="0">
                  <a:pos x="connsiteX5027" y="connsiteY5027"/>
                </a:cxn>
                <a:cxn ang="0">
                  <a:pos x="connsiteX5028" y="connsiteY5028"/>
                </a:cxn>
                <a:cxn ang="0">
                  <a:pos x="connsiteX5029" y="connsiteY5029"/>
                </a:cxn>
                <a:cxn ang="0">
                  <a:pos x="connsiteX5030" y="connsiteY5030"/>
                </a:cxn>
                <a:cxn ang="0">
                  <a:pos x="connsiteX5031" y="connsiteY5031"/>
                </a:cxn>
                <a:cxn ang="0">
                  <a:pos x="connsiteX5032" y="connsiteY5032"/>
                </a:cxn>
                <a:cxn ang="0">
                  <a:pos x="connsiteX5033" y="connsiteY5033"/>
                </a:cxn>
                <a:cxn ang="0">
                  <a:pos x="connsiteX5034" y="connsiteY5034"/>
                </a:cxn>
                <a:cxn ang="0">
                  <a:pos x="connsiteX5035" y="connsiteY5035"/>
                </a:cxn>
                <a:cxn ang="0">
                  <a:pos x="connsiteX5036" y="connsiteY5036"/>
                </a:cxn>
                <a:cxn ang="0">
                  <a:pos x="connsiteX5037" y="connsiteY5037"/>
                </a:cxn>
                <a:cxn ang="0">
                  <a:pos x="connsiteX5038" y="connsiteY5038"/>
                </a:cxn>
                <a:cxn ang="0">
                  <a:pos x="connsiteX5039" y="connsiteY5039"/>
                </a:cxn>
                <a:cxn ang="0">
                  <a:pos x="connsiteX5040" y="connsiteY5040"/>
                </a:cxn>
                <a:cxn ang="0">
                  <a:pos x="connsiteX5041" y="connsiteY5041"/>
                </a:cxn>
                <a:cxn ang="0">
                  <a:pos x="connsiteX5042" y="connsiteY5042"/>
                </a:cxn>
                <a:cxn ang="0">
                  <a:pos x="connsiteX5043" y="connsiteY5043"/>
                </a:cxn>
                <a:cxn ang="0">
                  <a:pos x="connsiteX5044" y="connsiteY5044"/>
                </a:cxn>
                <a:cxn ang="0">
                  <a:pos x="connsiteX5045" y="connsiteY5045"/>
                </a:cxn>
                <a:cxn ang="0">
                  <a:pos x="connsiteX5046" y="connsiteY5046"/>
                </a:cxn>
                <a:cxn ang="0">
                  <a:pos x="connsiteX5047" y="connsiteY5047"/>
                </a:cxn>
                <a:cxn ang="0">
                  <a:pos x="connsiteX5048" y="connsiteY5048"/>
                </a:cxn>
                <a:cxn ang="0">
                  <a:pos x="connsiteX5049" y="connsiteY5049"/>
                </a:cxn>
                <a:cxn ang="0">
                  <a:pos x="connsiteX5050" y="connsiteY5050"/>
                </a:cxn>
                <a:cxn ang="0">
                  <a:pos x="connsiteX5051" y="connsiteY5051"/>
                </a:cxn>
                <a:cxn ang="0">
                  <a:pos x="connsiteX5052" y="connsiteY5052"/>
                </a:cxn>
                <a:cxn ang="0">
                  <a:pos x="connsiteX5053" y="connsiteY5053"/>
                </a:cxn>
                <a:cxn ang="0">
                  <a:pos x="connsiteX5054" y="connsiteY5054"/>
                </a:cxn>
                <a:cxn ang="0">
                  <a:pos x="connsiteX5055" y="connsiteY5055"/>
                </a:cxn>
                <a:cxn ang="0">
                  <a:pos x="connsiteX5056" y="connsiteY5056"/>
                </a:cxn>
                <a:cxn ang="0">
                  <a:pos x="connsiteX5057" y="connsiteY5057"/>
                </a:cxn>
                <a:cxn ang="0">
                  <a:pos x="connsiteX5058" y="connsiteY5058"/>
                </a:cxn>
                <a:cxn ang="0">
                  <a:pos x="connsiteX5059" y="connsiteY5059"/>
                </a:cxn>
                <a:cxn ang="0">
                  <a:pos x="connsiteX5060" y="connsiteY5060"/>
                </a:cxn>
                <a:cxn ang="0">
                  <a:pos x="connsiteX5061" y="connsiteY5061"/>
                </a:cxn>
                <a:cxn ang="0">
                  <a:pos x="connsiteX5062" y="connsiteY5062"/>
                </a:cxn>
                <a:cxn ang="0">
                  <a:pos x="connsiteX5063" y="connsiteY5063"/>
                </a:cxn>
                <a:cxn ang="0">
                  <a:pos x="connsiteX5064" y="connsiteY5064"/>
                </a:cxn>
                <a:cxn ang="0">
                  <a:pos x="connsiteX5065" y="connsiteY5065"/>
                </a:cxn>
                <a:cxn ang="0">
                  <a:pos x="connsiteX5066" y="connsiteY5066"/>
                </a:cxn>
                <a:cxn ang="0">
                  <a:pos x="connsiteX5067" y="connsiteY5067"/>
                </a:cxn>
                <a:cxn ang="0">
                  <a:pos x="connsiteX5068" y="connsiteY5068"/>
                </a:cxn>
                <a:cxn ang="0">
                  <a:pos x="connsiteX5069" y="connsiteY5069"/>
                </a:cxn>
                <a:cxn ang="0">
                  <a:pos x="connsiteX5070" y="connsiteY5070"/>
                </a:cxn>
                <a:cxn ang="0">
                  <a:pos x="connsiteX5071" y="connsiteY5071"/>
                </a:cxn>
                <a:cxn ang="0">
                  <a:pos x="connsiteX5072" y="connsiteY5072"/>
                </a:cxn>
                <a:cxn ang="0">
                  <a:pos x="connsiteX5073" y="connsiteY5073"/>
                </a:cxn>
                <a:cxn ang="0">
                  <a:pos x="connsiteX5074" y="connsiteY5074"/>
                </a:cxn>
                <a:cxn ang="0">
                  <a:pos x="connsiteX5075" y="connsiteY5075"/>
                </a:cxn>
                <a:cxn ang="0">
                  <a:pos x="connsiteX5076" y="connsiteY5076"/>
                </a:cxn>
                <a:cxn ang="0">
                  <a:pos x="connsiteX5077" y="connsiteY5077"/>
                </a:cxn>
                <a:cxn ang="0">
                  <a:pos x="connsiteX5078" y="connsiteY5078"/>
                </a:cxn>
                <a:cxn ang="0">
                  <a:pos x="connsiteX5079" y="connsiteY5079"/>
                </a:cxn>
                <a:cxn ang="0">
                  <a:pos x="connsiteX5080" y="connsiteY5080"/>
                </a:cxn>
                <a:cxn ang="0">
                  <a:pos x="connsiteX5081" y="connsiteY5081"/>
                </a:cxn>
                <a:cxn ang="0">
                  <a:pos x="connsiteX5082" y="connsiteY5082"/>
                </a:cxn>
                <a:cxn ang="0">
                  <a:pos x="connsiteX5083" y="connsiteY5083"/>
                </a:cxn>
                <a:cxn ang="0">
                  <a:pos x="connsiteX5084" y="connsiteY5084"/>
                </a:cxn>
                <a:cxn ang="0">
                  <a:pos x="connsiteX5085" y="connsiteY5085"/>
                </a:cxn>
                <a:cxn ang="0">
                  <a:pos x="connsiteX5086" y="connsiteY5086"/>
                </a:cxn>
                <a:cxn ang="0">
                  <a:pos x="connsiteX5087" y="connsiteY5087"/>
                </a:cxn>
                <a:cxn ang="0">
                  <a:pos x="connsiteX5088" y="connsiteY5088"/>
                </a:cxn>
                <a:cxn ang="0">
                  <a:pos x="connsiteX5089" y="connsiteY5089"/>
                </a:cxn>
                <a:cxn ang="0">
                  <a:pos x="connsiteX5090" y="connsiteY5090"/>
                </a:cxn>
                <a:cxn ang="0">
                  <a:pos x="connsiteX5091" y="connsiteY5091"/>
                </a:cxn>
                <a:cxn ang="0">
                  <a:pos x="connsiteX5092" y="connsiteY5092"/>
                </a:cxn>
                <a:cxn ang="0">
                  <a:pos x="connsiteX5093" y="connsiteY5093"/>
                </a:cxn>
                <a:cxn ang="0">
                  <a:pos x="connsiteX5094" y="connsiteY5094"/>
                </a:cxn>
                <a:cxn ang="0">
                  <a:pos x="connsiteX5095" y="connsiteY5095"/>
                </a:cxn>
                <a:cxn ang="0">
                  <a:pos x="connsiteX5096" y="connsiteY5096"/>
                </a:cxn>
                <a:cxn ang="0">
                  <a:pos x="connsiteX5097" y="connsiteY5097"/>
                </a:cxn>
                <a:cxn ang="0">
                  <a:pos x="connsiteX5098" y="connsiteY5098"/>
                </a:cxn>
                <a:cxn ang="0">
                  <a:pos x="connsiteX5099" y="connsiteY5099"/>
                </a:cxn>
                <a:cxn ang="0">
                  <a:pos x="connsiteX5100" y="connsiteY5100"/>
                </a:cxn>
                <a:cxn ang="0">
                  <a:pos x="connsiteX5101" y="connsiteY5101"/>
                </a:cxn>
                <a:cxn ang="0">
                  <a:pos x="connsiteX5102" y="connsiteY5102"/>
                </a:cxn>
                <a:cxn ang="0">
                  <a:pos x="connsiteX5103" y="connsiteY5103"/>
                </a:cxn>
                <a:cxn ang="0">
                  <a:pos x="connsiteX5104" y="connsiteY5104"/>
                </a:cxn>
                <a:cxn ang="0">
                  <a:pos x="connsiteX5105" y="connsiteY5105"/>
                </a:cxn>
                <a:cxn ang="0">
                  <a:pos x="connsiteX5106" y="connsiteY5106"/>
                </a:cxn>
                <a:cxn ang="0">
                  <a:pos x="connsiteX5107" y="connsiteY5107"/>
                </a:cxn>
                <a:cxn ang="0">
                  <a:pos x="connsiteX5108" y="connsiteY5108"/>
                </a:cxn>
                <a:cxn ang="0">
                  <a:pos x="connsiteX5109" y="connsiteY5109"/>
                </a:cxn>
                <a:cxn ang="0">
                  <a:pos x="connsiteX5110" y="connsiteY5110"/>
                </a:cxn>
                <a:cxn ang="0">
                  <a:pos x="connsiteX5111" y="connsiteY5111"/>
                </a:cxn>
                <a:cxn ang="0">
                  <a:pos x="connsiteX5112" y="connsiteY5112"/>
                </a:cxn>
                <a:cxn ang="0">
                  <a:pos x="connsiteX5113" y="connsiteY5113"/>
                </a:cxn>
                <a:cxn ang="0">
                  <a:pos x="connsiteX5114" y="connsiteY5114"/>
                </a:cxn>
                <a:cxn ang="0">
                  <a:pos x="connsiteX5115" y="connsiteY5115"/>
                </a:cxn>
                <a:cxn ang="0">
                  <a:pos x="connsiteX5116" y="connsiteY5116"/>
                </a:cxn>
                <a:cxn ang="0">
                  <a:pos x="connsiteX5117" y="connsiteY5117"/>
                </a:cxn>
                <a:cxn ang="0">
                  <a:pos x="connsiteX5118" y="connsiteY5118"/>
                </a:cxn>
                <a:cxn ang="0">
                  <a:pos x="connsiteX5119" y="connsiteY5119"/>
                </a:cxn>
                <a:cxn ang="0">
                  <a:pos x="connsiteX5120" y="connsiteY5120"/>
                </a:cxn>
                <a:cxn ang="0">
                  <a:pos x="connsiteX5121" y="connsiteY5121"/>
                </a:cxn>
                <a:cxn ang="0">
                  <a:pos x="connsiteX5122" y="connsiteY5122"/>
                </a:cxn>
                <a:cxn ang="0">
                  <a:pos x="connsiteX5123" y="connsiteY5123"/>
                </a:cxn>
                <a:cxn ang="0">
                  <a:pos x="connsiteX5124" y="connsiteY5124"/>
                </a:cxn>
                <a:cxn ang="0">
                  <a:pos x="connsiteX5125" y="connsiteY5125"/>
                </a:cxn>
                <a:cxn ang="0">
                  <a:pos x="connsiteX5126" y="connsiteY5126"/>
                </a:cxn>
                <a:cxn ang="0">
                  <a:pos x="connsiteX5127" y="connsiteY5127"/>
                </a:cxn>
                <a:cxn ang="0">
                  <a:pos x="connsiteX5128" y="connsiteY5128"/>
                </a:cxn>
                <a:cxn ang="0">
                  <a:pos x="connsiteX5129" y="connsiteY5129"/>
                </a:cxn>
                <a:cxn ang="0">
                  <a:pos x="connsiteX5130" y="connsiteY5130"/>
                </a:cxn>
                <a:cxn ang="0">
                  <a:pos x="connsiteX5131" y="connsiteY5131"/>
                </a:cxn>
                <a:cxn ang="0">
                  <a:pos x="connsiteX5132" y="connsiteY5132"/>
                </a:cxn>
                <a:cxn ang="0">
                  <a:pos x="connsiteX5133" y="connsiteY5133"/>
                </a:cxn>
                <a:cxn ang="0">
                  <a:pos x="connsiteX5134" y="connsiteY5134"/>
                </a:cxn>
                <a:cxn ang="0">
                  <a:pos x="connsiteX5135" y="connsiteY5135"/>
                </a:cxn>
                <a:cxn ang="0">
                  <a:pos x="connsiteX5136" y="connsiteY5136"/>
                </a:cxn>
                <a:cxn ang="0">
                  <a:pos x="connsiteX5137" y="connsiteY5137"/>
                </a:cxn>
                <a:cxn ang="0">
                  <a:pos x="connsiteX5138" y="connsiteY5138"/>
                </a:cxn>
                <a:cxn ang="0">
                  <a:pos x="connsiteX5139" y="connsiteY5139"/>
                </a:cxn>
                <a:cxn ang="0">
                  <a:pos x="connsiteX5140" y="connsiteY5140"/>
                </a:cxn>
                <a:cxn ang="0">
                  <a:pos x="connsiteX5141" y="connsiteY5141"/>
                </a:cxn>
                <a:cxn ang="0">
                  <a:pos x="connsiteX5142" y="connsiteY5142"/>
                </a:cxn>
                <a:cxn ang="0">
                  <a:pos x="connsiteX5143" y="connsiteY5143"/>
                </a:cxn>
                <a:cxn ang="0">
                  <a:pos x="connsiteX5144" y="connsiteY5144"/>
                </a:cxn>
                <a:cxn ang="0">
                  <a:pos x="connsiteX5145" y="connsiteY5145"/>
                </a:cxn>
                <a:cxn ang="0">
                  <a:pos x="connsiteX5146" y="connsiteY5146"/>
                </a:cxn>
                <a:cxn ang="0">
                  <a:pos x="connsiteX5147" y="connsiteY5147"/>
                </a:cxn>
                <a:cxn ang="0">
                  <a:pos x="connsiteX5148" y="connsiteY5148"/>
                </a:cxn>
                <a:cxn ang="0">
                  <a:pos x="connsiteX5149" y="connsiteY5149"/>
                </a:cxn>
                <a:cxn ang="0">
                  <a:pos x="connsiteX5150" y="connsiteY5150"/>
                </a:cxn>
                <a:cxn ang="0">
                  <a:pos x="connsiteX5151" y="connsiteY5151"/>
                </a:cxn>
                <a:cxn ang="0">
                  <a:pos x="connsiteX5152" y="connsiteY5152"/>
                </a:cxn>
                <a:cxn ang="0">
                  <a:pos x="connsiteX5153" y="connsiteY5153"/>
                </a:cxn>
                <a:cxn ang="0">
                  <a:pos x="connsiteX5154" y="connsiteY5154"/>
                </a:cxn>
                <a:cxn ang="0">
                  <a:pos x="connsiteX5155" y="connsiteY5155"/>
                </a:cxn>
                <a:cxn ang="0">
                  <a:pos x="connsiteX5156" y="connsiteY5156"/>
                </a:cxn>
                <a:cxn ang="0">
                  <a:pos x="connsiteX5157" y="connsiteY5157"/>
                </a:cxn>
                <a:cxn ang="0">
                  <a:pos x="connsiteX5158" y="connsiteY5158"/>
                </a:cxn>
                <a:cxn ang="0">
                  <a:pos x="connsiteX5159" y="connsiteY5159"/>
                </a:cxn>
                <a:cxn ang="0">
                  <a:pos x="connsiteX5160" y="connsiteY5160"/>
                </a:cxn>
                <a:cxn ang="0">
                  <a:pos x="connsiteX5161" y="connsiteY5161"/>
                </a:cxn>
                <a:cxn ang="0">
                  <a:pos x="connsiteX5162" y="connsiteY5162"/>
                </a:cxn>
                <a:cxn ang="0">
                  <a:pos x="connsiteX5163" y="connsiteY5163"/>
                </a:cxn>
                <a:cxn ang="0">
                  <a:pos x="connsiteX5164" y="connsiteY5164"/>
                </a:cxn>
                <a:cxn ang="0">
                  <a:pos x="connsiteX5165" y="connsiteY5165"/>
                </a:cxn>
                <a:cxn ang="0">
                  <a:pos x="connsiteX5166" y="connsiteY5166"/>
                </a:cxn>
                <a:cxn ang="0">
                  <a:pos x="connsiteX5167" y="connsiteY5167"/>
                </a:cxn>
                <a:cxn ang="0">
                  <a:pos x="connsiteX5168" y="connsiteY5168"/>
                </a:cxn>
                <a:cxn ang="0">
                  <a:pos x="connsiteX5169" y="connsiteY5169"/>
                </a:cxn>
                <a:cxn ang="0">
                  <a:pos x="connsiteX5170" y="connsiteY5170"/>
                </a:cxn>
                <a:cxn ang="0">
                  <a:pos x="connsiteX5171" y="connsiteY5171"/>
                </a:cxn>
                <a:cxn ang="0">
                  <a:pos x="connsiteX5172" y="connsiteY5172"/>
                </a:cxn>
                <a:cxn ang="0">
                  <a:pos x="connsiteX5173" y="connsiteY5173"/>
                </a:cxn>
                <a:cxn ang="0">
                  <a:pos x="connsiteX5174" y="connsiteY5174"/>
                </a:cxn>
                <a:cxn ang="0">
                  <a:pos x="connsiteX5175" y="connsiteY5175"/>
                </a:cxn>
                <a:cxn ang="0">
                  <a:pos x="connsiteX5176" y="connsiteY5176"/>
                </a:cxn>
                <a:cxn ang="0">
                  <a:pos x="connsiteX5177" y="connsiteY5177"/>
                </a:cxn>
                <a:cxn ang="0">
                  <a:pos x="connsiteX5178" y="connsiteY5178"/>
                </a:cxn>
                <a:cxn ang="0">
                  <a:pos x="connsiteX5179" y="connsiteY5179"/>
                </a:cxn>
                <a:cxn ang="0">
                  <a:pos x="connsiteX5180" y="connsiteY5180"/>
                </a:cxn>
                <a:cxn ang="0">
                  <a:pos x="connsiteX5181" y="connsiteY5181"/>
                </a:cxn>
                <a:cxn ang="0">
                  <a:pos x="connsiteX5182" y="connsiteY5182"/>
                </a:cxn>
                <a:cxn ang="0">
                  <a:pos x="connsiteX5183" y="connsiteY5183"/>
                </a:cxn>
                <a:cxn ang="0">
                  <a:pos x="connsiteX5184" y="connsiteY5184"/>
                </a:cxn>
                <a:cxn ang="0">
                  <a:pos x="connsiteX5185" y="connsiteY5185"/>
                </a:cxn>
                <a:cxn ang="0">
                  <a:pos x="connsiteX5186" y="connsiteY5186"/>
                </a:cxn>
                <a:cxn ang="0">
                  <a:pos x="connsiteX5187" y="connsiteY5187"/>
                </a:cxn>
                <a:cxn ang="0">
                  <a:pos x="connsiteX5188" y="connsiteY5188"/>
                </a:cxn>
                <a:cxn ang="0">
                  <a:pos x="connsiteX5189" y="connsiteY5189"/>
                </a:cxn>
                <a:cxn ang="0">
                  <a:pos x="connsiteX5190" y="connsiteY5190"/>
                </a:cxn>
                <a:cxn ang="0">
                  <a:pos x="connsiteX5191" y="connsiteY5191"/>
                </a:cxn>
                <a:cxn ang="0">
                  <a:pos x="connsiteX5192" y="connsiteY5192"/>
                </a:cxn>
                <a:cxn ang="0">
                  <a:pos x="connsiteX5193" y="connsiteY5193"/>
                </a:cxn>
                <a:cxn ang="0">
                  <a:pos x="connsiteX5194" y="connsiteY5194"/>
                </a:cxn>
                <a:cxn ang="0">
                  <a:pos x="connsiteX5195" y="connsiteY5195"/>
                </a:cxn>
                <a:cxn ang="0">
                  <a:pos x="connsiteX5196" y="connsiteY5196"/>
                </a:cxn>
                <a:cxn ang="0">
                  <a:pos x="connsiteX5197" y="connsiteY5197"/>
                </a:cxn>
                <a:cxn ang="0">
                  <a:pos x="connsiteX5198" y="connsiteY5198"/>
                </a:cxn>
                <a:cxn ang="0">
                  <a:pos x="connsiteX5199" y="connsiteY5199"/>
                </a:cxn>
                <a:cxn ang="0">
                  <a:pos x="connsiteX5200" y="connsiteY5200"/>
                </a:cxn>
                <a:cxn ang="0">
                  <a:pos x="connsiteX5201" y="connsiteY5201"/>
                </a:cxn>
                <a:cxn ang="0">
                  <a:pos x="connsiteX5202" y="connsiteY5202"/>
                </a:cxn>
                <a:cxn ang="0">
                  <a:pos x="connsiteX5203" y="connsiteY5203"/>
                </a:cxn>
                <a:cxn ang="0">
                  <a:pos x="connsiteX5204" y="connsiteY5204"/>
                </a:cxn>
                <a:cxn ang="0">
                  <a:pos x="connsiteX5205" y="connsiteY5205"/>
                </a:cxn>
                <a:cxn ang="0">
                  <a:pos x="connsiteX5206" y="connsiteY5206"/>
                </a:cxn>
                <a:cxn ang="0">
                  <a:pos x="connsiteX5207" y="connsiteY5207"/>
                </a:cxn>
                <a:cxn ang="0">
                  <a:pos x="connsiteX5208" y="connsiteY5208"/>
                </a:cxn>
                <a:cxn ang="0">
                  <a:pos x="connsiteX5209" y="connsiteY5209"/>
                </a:cxn>
                <a:cxn ang="0">
                  <a:pos x="connsiteX5210" y="connsiteY5210"/>
                </a:cxn>
                <a:cxn ang="0">
                  <a:pos x="connsiteX5211" y="connsiteY5211"/>
                </a:cxn>
                <a:cxn ang="0">
                  <a:pos x="connsiteX5212" y="connsiteY5212"/>
                </a:cxn>
                <a:cxn ang="0">
                  <a:pos x="connsiteX5213" y="connsiteY5213"/>
                </a:cxn>
                <a:cxn ang="0">
                  <a:pos x="connsiteX5214" y="connsiteY5214"/>
                </a:cxn>
                <a:cxn ang="0">
                  <a:pos x="connsiteX5215" y="connsiteY5215"/>
                </a:cxn>
                <a:cxn ang="0">
                  <a:pos x="connsiteX5216" y="connsiteY5216"/>
                </a:cxn>
                <a:cxn ang="0">
                  <a:pos x="connsiteX5217" y="connsiteY5217"/>
                </a:cxn>
                <a:cxn ang="0">
                  <a:pos x="connsiteX5218" y="connsiteY5218"/>
                </a:cxn>
                <a:cxn ang="0">
                  <a:pos x="connsiteX5219" y="connsiteY5219"/>
                </a:cxn>
                <a:cxn ang="0">
                  <a:pos x="connsiteX5220" y="connsiteY5220"/>
                </a:cxn>
                <a:cxn ang="0">
                  <a:pos x="connsiteX5221" y="connsiteY5221"/>
                </a:cxn>
                <a:cxn ang="0">
                  <a:pos x="connsiteX5222" y="connsiteY5222"/>
                </a:cxn>
                <a:cxn ang="0">
                  <a:pos x="connsiteX5223" y="connsiteY5223"/>
                </a:cxn>
                <a:cxn ang="0">
                  <a:pos x="connsiteX5224" y="connsiteY5224"/>
                </a:cxn>
                <a:cxn ang="0">
                  <a:pos x="connsiteX5225" y="connsiteY5225"/>
                </a:cxn>
                <a:cxn ang="0">
                  <a:pos x="connsiteX5226" y="connsiteY5226"/>
                </a:cxn>
                <a:cxn ang="0">
                  <a:pos x="connsiteX5227" y="connsiteY5227"/>
                </a:cxn>
                <a:cxn ang="0">
                  <a:pos x="connsiteX5228" y="connsiteY5228"/>
                </a:cxn>
                <a:cxn ang="0">
                  <a:pos x="connsiteX5229" y="connsiteY5229"/>
                </a:cxn>
                <a:cxn ang="0">
                  <a:pos x="connsiteX5230" y="connsiteY5230"/>
                </a:cxn>
                <a:cxn ang="0">
                  <a:pos x="connsiteX5231" y="connsiteY5231"/>
                </a:cxn>
                <a:cxn ang="0">
                  <a:pos x="connsiteX5232" y="connsiteY5232"/>
                </a:cxn>
                <a:cxn ang="0">
                  <a:pos x="connsiteX5233" y="connsiteY5233"/>
                </a:cxn>
                <a:cxn ang="0">
                  <a:pos x="connsiteX5234" y="connsiteY5234"/>
                </a:cxn>
                <a:cxn ang="0">
                  <a:pos x="connsiteX5235" y="connsiteY5235"/>
                </a:cxn>
                <a:cxn ang="0">
                  <a:pos x="connsiteX5236" y="connsiteY5236"/>
                </a:cxn>
                <a:cxn ang="0">
                  <a:pos x="connsiteX5237" y="connsiteY5237"/>
                </a:cxn>
                <a:cxn ang="0">
                  <a:pos x="connsiteX5238" y="connsiteY5238"/>
                </a:cxn>
                <a:cxn ang="0">
                  <a:pos x="connsiteX5239" y="connsiteY5239"/>
                </a:cxn>
                <a:cxn ang="0">
                  <a:pos x="connsiteX5240" y="connsiteY5240"/>
                </a:cxn>
                <a:cxn ang="0">
                  <a:pos x="connsiteX5241" y="connsiteY5241"/>
                </a:cxn>
                <a:cxn ang="0">
                  <a:pos x="connsiteX5242" y="connsiteY5242"/>
                </a:cxn>
                <a:cxn ang="0">
                  <a:pos x="connsiteX5243" y="connsiteY5243"/>
                </a:cxn>
                <a:cxn ang="0">
                  <a:pos x="connsiteX5244" y="connsiteY5244"/>
                </a:cxn>
                <a:cxn ang="0">
                  <a:pos x="connsiteX5245" y="connsiteY5245"/>
                </a:cxn>
                <a:cxn ang="0">
                  <a:pos x="connsiteX5246" y="connsiteY5246"/>
                </a:cxn>
                <a:cxn ang="0">
                  <a:pos x="connsiteX5247" y="connsiteY5247"/>
                </a:cxn>
                <a:cxn ang="0">
                  <a:pos x="connsiteX5248" y="connsiteY5248"/>
                </a:cxn>
                <a:cxn ang="0">
                  <a:pos x="connsiteX5249" y="connsiteY5249"/>
                </a:cxn>
                <a:cxn ang="0">
                  <a:pos x="connsiteX5250" y="connsiteY5250"/>
                </a:cxn>
                <a:cxn ang="0">
                  <a:pos x="connsiteX5251" y="connsiteY5251"/>
                </a:cxn>
                <a:cxn ang="0">
                  <a:pos x="connsiteX5252" y="connsiteY5252"/>
                </a:cxn>
                <a:cxn ang="0">
                  <a:pos x="connsiteX5253" y="connsiteY5253"/>
                </a:cxn>
                <a:cxn ang="0">
                  <a:pos x="connsiteX5254" y="connsiteY5254"/>
                </a:cxn>
                <a:cxn ang="0">
                  <a:pos x="connsiteX5255" y="connsiteY5255"/>
                </a:cxn>
                <a:cxn ang="0">
                  <a:pos x="connsiteX5256" y="connsiteY5256"/>
                </a:cxn>
                <a:cxn ang="0">
                  <a:pos x="connsiteX5257" y="connsiteY5257"/>
                </a:cxn>
                <a:cxn ang="0">
                  <a:pos x="connsiteX5258" y="connsiteY5258"/>
                </a:cxn>
                <a:cxn ang="0">
                  <a:pos x="connsiteX5259" y="connsiteY5259"/>
                </a:cxn>
                <a:cxn ang="0">
                  <a:pos x="connsiteX5260" y="connsiteY5260"/>
                </a:cxn>
                <a:cxn ang="0">
                  <a:pos x="connsiteX5261" y="connsiteY5261"/>
                </a:cxn>
                <a:cxn ang="0">
                  <a:pos x="connsiteX5262" y="connsiteY5262"/>
                </a:cxn>
                <a:cxn ang="0">
                  <a:pos x="connsiteX5263" y="connsiteY5263"/>
                </a:cxn>
                <a:cxn ang="0">
                  <a:pos x="connsiteX5264" y="connsiteY5264"/>
                </a:cxn>
                <a:cxn ang="0">
                  <a:pos x="connsiteX5265" y="connsiteY5265"/>
                </a:cxn>
                <a:cxn ang="0">
                  <a:pos x="connsiteX5266" y="connsiteY5266"/>
                </a:cxn>
                <a:cxn ang="0">
                  <a:pos x="connsiteX5267" y="connsiteY5267"/>
                </a:cxn>
                <a:cxn ang="0">
                  <a:pos x="connsiteX5268" y="connsiteY5268"/>
                </a:cxn>
                <a:cxn ang="0">
                  <a:pos x="connsiteX5269" y="connsiteY5269"/>
                </a:cxn>
                <a:cxn ang="0">
                  <a:pos x="connsiteX5270" y="connsiteY5270"/>
                </a:cxn>
                <a:cxn ang="0">
                  <a:pos x="connsiteX5271" y="connsiteY5271"/>
                </a:cxn>
                <a:cxn ang="0">
                  <a:pos x="connsiteX5272" y="connsiteY5272"/>
                </a:cxn>
                <a:cxn ang="0">
                  <a:pos x="connsiteX5273" y="connsiteY5273"/>
                </a:cxn>
                <a:cxn ang="0">
                  <a:pos x="connsiteX5274" y="connsiteY5274"/>
                </a:cxn>
                <a:cxn ang="0">
                  <a:pos x="connsiteX5275" y="connsiteY5275"/>
                </a:cxn>
                <a:cxn ang="0">
                  <a:pos x="connsiteX5276" y="connsiteY5276"/>
                </a:cxn>
                <a:cxn ang="0">
                  <a:pos x="connsiteX5277" y="connsiteY5277"/>
                </a:cxn>
                <a:cxn ang="0">
                  <a:pos x="connsiteX5278" y="connsiteY5278"/>
                </a:cxn>
                <a:cxn ang="0">
                  <a:pos x="connsiteX5279" y="connsiteY5279"/>
                </a:cxn>
                <a:cxn ang="0">
                  <a:pos x="connsiteX5280" y="connsiteY5280"/>
                </a:cxn>
                <a:cxn ang="0">
                  <a:pos x="connsiteX5281" y="connsiteY5281"/>
                </a:cxn>
                <a:cxn ang="0">
                  <a:pos x="connsiteX5282" y="connsiteY5282"/>
                </a:cxn>
                <a:cxn ang="0">
                  <a:pos x="connsiteX5283" y="connsiteY5283"/>
                </a:cxn>
                <a:cxn ang="0">
                  <a:pos x="connsiteX5284" y="connsiteY5284"/>
                </a:cxn>
                <a:cxn ang="0">
                  <a:pos x="connsiteX5285" y="connsiteY5285"/>
                </a:cxn>
                <a:cxn ang="0">
                  <a:pos x="connsiteX5286" y="connsiteY5286"/>
                </a:cxn>
                <a:cxn ang="0">
                  <a:pos x="connsiteX5287" y="connsiteY5287"/>
                </a:cxn>
                <a:cxn ang="0">
                  <a:pos x="connsiteX5288" y="connsiteY5288"/>
                </a:cxn>
                <a:cxn ang="0">
                  <a:pos x="connsiteX5289" y="connsiteY5289"/>
                </a:cxn>
                <a:cxn ang="0">
                  <a:pos x="connsiteX5290" y="connsiteY5290"/>
                </a:cxn>
                <a:cxn ang="0">
                  <a:pos x="connsiteX5291" y="connsiteY5291"/>
                </a:cxn>
                <a:cxn ang="0">
                  <a:pos x="connsiteX5292" y="connsiteY5292"/>
                </a:cxn>
                <a:cxn ang="0">
                  <a:pos x="connsiteX5293" y="connsiteY5293"/>
                </a:cxn>
                <a:cxn ang="0">
                  <a:pos x="connsiteX5294" y="connsiteY5294"/>
                </a:cxn>
                <a:cxn ang="0">
                  <a:pos x="connsiteX5295" y="connsiteY5295"/>
                </a:cxn>
                <a:cxn ang="0">
                  <a:pos x="connsiteX5296" y="connsiteY5296"/>
                </a:cxn>
                <a:cxn ang="0">
                  <a:pos x="connsiteX5297" y="connsiteY5297"/>
                </a:cxn>
                <a:cxn ang="0">
                  <a:pos x="connsiteX5298" y="connsiteY5298"/>
                </a:cxn>
                <a:cxn ang="0">
                  <a:pos x="connsiteX5299" y="connsiteY5299"/>
                </a:cxn>
                <a:cxn ang="0">
                  <a:pos x="connsiteX5300" y="connsiteY5300"/>
                </a:cxn>
                <a:cxn ang="0">
                  <a:pos x="connsiteX5301" y="connsiteY5301"/>
                </a:cxn>
                <a:cxn ang="0">
                  <a:pos x="connsiteX5302" y="connsiteY5302"/>
                </a:cxn>
                <a:cxn ang="0">
                  <a:pos x="connsiteX5303" y="connsiteY5303"/>
                </a:cxn>
                <a:cxn ang="0">
                  <a:pos x="connsiteX5304" y="connsiteY5304"/>
                </a:cxn>
                <a:cxn ang="0">
                  <a:pos x="connsiteX5305" y="connsiteY5305"/>
                </a:cxn>
                <a:cxn ang="0">
                  <a:pos x="connsiteX5306" y="connsiteY5306"/>
                </a:cxn>
                <a:cxn ang="0">
                  <a:pos x="connsiteX5307" y="connsiteY5307"/>
                </a:cxn>
                <a:cxn ang="0">
                  <a:pos x="connsiteX5308" y="connsiteY5308"/>
                </a:cxn>
                <a:cxn ang="0">
                  <a:pos x="connsiteX5309" y="connsiteY5309"/>
                </a:cxn>
                <a:cxn ang="0">
                  <a:pos x="connsiteX5310" y="connsiteY5310"/>
                </a:cxn>
                <a:cxn ang="0">
                  <a:pos x="connsiteX5311" y="connsiteY5311"/>
                </a:cxn>
                <a:cxn ang="0">
                  <a:pos x="connsiteX5312" y="connsiteY5312"/>
                </a:cxn>
                <a:cxn ang="0">
                  <a:pos x="connsiteX5313" y="connsiteY5313"/>
                </a:cxn>
                <a:cxn ang="0">
                  <a:pos x="connsiteX5314" y="connsiteY5314"/>
                </a:cxn>
                <a:cxn ang="0">
                  <a:pos x="connsiteX5315" y="connsiteY5315"/>
                </a:cxn>
                <a:cxn ang="0">
                  <a:pos x="connsiteX5316" y="connsiteY5316"/>
                </a:cxn>
                <a:cxn ang="0">
                  <a:pos x="connsiteX5317" y="connsiteY5317"/>
                </a:cxn>
                <a:cxn ang="0">
                  <a:pos x="connsiteX5318" y="connsiteY5318"/>
                </a:cxn>
                <a:cxn ang="0">
                  <a:pos x="connsiteX5319" y="connsiteY5319"/>
                </a:cxn>
                <a:cxn ang="0">
                  <a:pos x="connsiteX5320" y="connsiteY5320"/>
                </a:cxn>
                <a:cxn ang="0">
                  <a:pos x="connsiteX5321" y="connsiteY5321"/>
                </a:cxn>
                <a:cxn ang="0">
                  <a:pos x="connsiteX5322" y="connsiteY5322"/>
                </a:cxn>
                <a:cxn ang="0">
                  <a:pos x="connsiteX5323" y="connsiteY5323"/>
                </a:cxn>
                <a:cxn ang="0">
                  <a:pos x="connsiteX5324" y="connsiteY5324"/>
                </a:cxn>
                <a:cxn ang="0">
                  <a:pos x="connsiteX5325" y="connsiteY5325"/>
                </a:cxn>
                <a:cxn ang="0">
                  <a:pos x="connsiteX5326" y="connsiteY5326"/>
                </a:cxn>
                <a:cxn ang="0">
                  <a:pos x="connsiteX5327" y="connsiteY5327"/>
                </a:cxn>
                <a:cxn ang="0">
                  <a:pos x="connsiteX5328" y="connsiteY5328"/>
                </a:cxn>
                <a:cxn ang="0">
                  <a:pos x="connsiteX5329" y="connsiteY5329"/>
                </a:cxn>
                <a:cxn ang="0">
                  <a:pos x="connsiteX5330" y="connsiteY5330"/>
                </a:cxn>
                <a:cxn ang="0">
                  <a:pos x="connsiteX5331" y="connsiteY5331"/>
                </a:cxn>
                <a:cxn ang="0">
                  <a:pos x="connsiteX5332" y="connsiteY5332"/>
                </a:cxn>
                <a:cxn ang="0">
                  <a:pos x="connsiteX5333" y="connsiteY5333"/>
                </a:cxn>
                <a:cxn ang="0">
                  <a:pos x="connsiteX5334" y="connsiteY5334"/>
                </a:cxn>
                <a:cxn ang="0">
                  <a:pos x="connsiteX5335" y="connsiteY5335"/>
                </a:cxn>
                <a:cxn ang="0">
                  <a:pos x="connsiteX5336" y="connsiteY5336"/>
                </a:cxn>
                <a:cxn ang="0">
                  <a:pos x="connsiteX5337" y="connsiteY5337"/>
                </a:cxn>
                <a:cxn ang="0">
                  <a:pos x="connsiteX5338" y="connsiteY5338"/>
                </a:cxn>
                <a:cxn ang="0">
                  <a:pos x="connsiteX5339" y="connsiteY5339"/>
                </a:cxn>
                <a:cxn ang="0">
                  <a:pos x="connsiteX5340" y="connsiteY5340"/>
                </a:cxn>
                <a:cxn ang="0">
                  <a:pos x="connsiteX5341" y="connsiteY5341"/>
                </a:cxn>
                <a:cxn ang="0">
                  <a:pos x="connsiteX5342" y="connsiteY5342"/>
                </a:cxn>
                <a:cxn ang="0">
                  <a:pos x="connsiteX5343" y="connsiteY5343"/>
                </a:cxn>
                <a:cxn ang="0">
                  <a:pos x="connsiteX5344" y="connsiteY5344"/>
                </a:cxn>
                <a:cxn ang="0">
                  <a:pos x="connsiteX5345" y="connsiteY5345"/>
                </a:cxn>
                <a:cxn ang="0">
                  <a:pos x="connsiteX5346" y="connsiteY5346"/>
                </a:cxn>
                <a:cxn ang="0">
                  <a:pos x="connsiteX5347" y="connsiteY5347"/>
                </a:cxn>
                <a:cxn ang="0">
                  <a:pos x="connsiteX5348" y="connsiteY5348"/>
                </a:cxn>
                <a:cxn ang="0">
                  <a:pos x="connsiteX5349" y="connsiteY5349"/>
                </a:cxn>
                <a:cxn ang="0">
                  <a:pos x="connsiteX5350" y="connsiteY5350"/>
                </a:cxn>
                <a:cxn ang="0">
                  <a:pos x="connsiteX5351" y="connsiteY5351"/>
                </a:cxn>
                <a:cxn ang="0">
                  <a:pos x="connsiteX5352" y="connsiteY5352"/>
                </a:cxn>
                <a:cxn ang="0">
                  <a:pos x="connsiteX5353" y="connsiteY5353"/>
                </a:cxn>
                <a:cxn ang="0">
                  <a:pos x="connsiteX5354" y="connsiteY5354"/>
                </a:cxn>
                <a:cxn ang="0">
                  <a:pos x="connsiteX5355" y="connsiteY5355"/>
                </a:cxn>
                <a:cxn ang="0">
                  <a:pos x="connsiteX5356" y="connsiteY5356"/>
                </a:cxn>
                <a:cxn ang="0">
                  <a:pos x="connsiteX5357" y="connsiteY5357"/>
                </a:cxn>
                <a:cxn ang="0">
                  <a:pos x="connsiteX5358" y="connsiteY5358"/>
                </a:cxn>
                <a:cxn ang="0">
                  <a:pos x="connsiteX5359" y="connsiteY5359"/>
                </a:cxn>
                <a:cxn ang="0">
                  <a:pos x="connsiteX5360" y="connsiteY5360"/>
                </a:cxn>
                <a:cxn ang="0">
                  <a:pos x="connsiteX5361" y="connsiteY5361"/>
                </a:cxn>
                <a:cxn ang="0">
                  <a:pos x="connsiteX5362" y="connsiteY5362"/>
                </a:cxn>
                <a:cxn ang="0">
                  <a:pos x="connsiteX5363" y="connsiteY5363"/>
                </a:cxn>
                <a:cxn ang="0">
                  <a:pos x="connsiteX5364" y="connsiteY5364"/>
                </a:cxn>
                <a:cxn ang="0">
                  <a:pos x="connsiteX5365" y="connsiteY5365"/>
                </a:cxn>
                <a:cxn ang="0">
                  <a:pos x="connsiteX5366" y="connsiteY5366"/>
                </a:cxn>
                <a:cxn ang="0">
                  <a:pos x="connsiteX5367" y="connsiteY5367"/>
                </a:cxn>
                <a:cxn ang="0">
                  <a:pos x="connsiteX5368" y="connsiteY5368"/>
                </a:cxn>
                <a:cxn ang="0">
                  <a:pos x="connsiteX5369" y="connsiteY5369"/>
                </a:cxn>
                <a:cxn ang="0">
                  <a:pos x="connsiteX5370" y="connsiteY5370"/>
                </a:cxn>
                <a:cxn ang="0">
                  <a:pos x="connsiteX5371" y="connsiteY5371"/>
                </a:cxn>
                <a:cxn ang="0">
                  <a:pos x="connsiteX5372" y="connsiteY5372"/>
                </a:cxn>
                <a:cxn ang="0">
                  <a:pos x="connsiteX5373" y="connsiteY5373"/>
                </a:cxn>
                <a:cxn ang="0">
                  <a:pos x="connsiteX5374" y="connsiteY5374"/>
                </a:cxn>
                <a:cxn ang="0">
                  <a:pos x="connsiteX5375" y="connsiteY5375"/>
                </a:cxn>
                <a:cxn ang="0">
                  <a:pos x="connsiteX5376" y="connsiteY5376"/>
                </a:cxn>
                <a:cxn ang="0">
                  <a:pos x="connsiteX5377" y="connsiteY5377"/>
                </a:cxn>
                <a:cxn ang="0">
                  <a:pos x="connsiteX5378" y="connsiteY5378"/>
                </a:cxn>
                <a:cxn ang="0">
                  <a:pos x="connsiteX5379" y="connsiteY5379"/>
                </a:cxn>
                <a:cxn ang="0">
                  <a:pos x="connsiteX5380" y="connsiteY5380"/>
                </a:cxn>
                <a:cxn ang="0">
                  <a:pos x="connsiteX5381" y="connsiteY5381"/>
                </a:cxn>
                <a:cxn ang="0">
                  <a:pos x="connsiteX5382" y="connsiteY5382"/>
                </a:cxn>
                <a:cxn ang="0">
                  <a:pos x="connsiteX5383" y="connsiteY5383"/>
                </a:cxn>
                <a:cxn ang="0">
                  <a:pos x="connsiteX5384" y="connsiteY5384"/>
                </a:cxn>
                <a:cxn ang="0">
                  <a:pos x="connsiteX5385" y="connsiteY5385"/>
                </a:cxn>
                <a:cxn ang="0">
                  <a:pos x="connsiteX5386" y="connsiteY5386"/>
                </a:cxn>
                <a:cxn ang="0">
                  <a:pos x="connsiteX5387" y="connsiteY5387"/>
                </a:cxn>
                <a:cxn ang="0">
                  <a:pos x="connsiteX5388" y="connsiteY5388"/>
                </a:cxn>
                <a:cxn ang="0">
                  <a:pos x="connsiteX5389" y="connsiteY5389"/>
                </a:cxn>
                <a:cxn ang="0">
                  <a:pos x="connsiteX5390" y="connsiteY5390"/>
                </a:cxn>
                <a:cxn ang="0">
                  <a:pos x="connsiteX5391" y="connsiteY5391"/>
                </a:cxn>
                <a:cxn ang="0">
                  <a:pos x="connsiteX5392" y="connsiteY5392"/>
                </a:cxn>
                <a:cxn ang="0">
                  <a:pos x="connsiteX5393" y="connsiteY5393"/>
                </a:cxn>
                <a:cxn ang="0">
                  <a:pos x="connsiteX5394" y="connsiteY5394"/>
                </a:cxn>
                <a:cxn ang="0">
                  <a:pos x="connsiteX5395" y="connsiteY5395"/>
                </a:cxn>
                <a:cxn ang="0">
                  <a:pos x="connsiteX5396" y="connsiteY5396"/>
                </a:cxn>
                <a:cxn ang="0">
                  <a:pos x="connsiteX5397" y="connsiteY5397"/>
                </a:cxn>
                <a:cxn ang="0">
                  <a:pos x="connsiteX5398" y="connsiteY5398"/>
                </a:cxn>
                <a:cxn ang="0">
                  <a:pos x="connsiteX5399" y="connsiteY5399"/>
                </a:cxn>
                <a:cxn ang="0">
                  <a:pos x="connsiteX5400" y="connsiteY5400"/>
                </a:cxn>
                <a:cxn ang="0">
                  <a:pos x="connsiteX5401" y="connsiteY5401"/>
                </a:cxn>
                <a:cxn ang="0">
                  <a:pos x="connsiteX5402" y="connsiteY5402"/>
                </a:cxn>
                <a:cxn ang="0">
                  <a:pos x="connsiteX5403" y="connsiteY5403"/>
                </a:cxn>
                <a:cxn ang="0">
                  <a:pos x="connsiteX5404" y="connsiteY5404"/>
                </a:cxn>
                <a:cxn ang="0">
                  <a:pos x="connsiteX5405" y="connsiteY5405"/>
                </a:cxn>
                <a:cxn ang="0">
                  <a:pos x="connsiteX5406" y="connsiteY5406"/>
                </a:cxn>
                <a:cxn ang="0">
                  <a:pos x="connsiteX5407" y="connsiteY5407"/>
                </a:cxn>
                <a:cxn ang="0">
                  <a:pos x="connsiteX5408" y="connsiteY5408"/>
                </a:cxn>
                <a:cxn ang="0">
                  <a:pos x="connsiteX5409" y="connsiteY5409"/>
                </a:cxn>
                <a:cxn ang="0">
                  <a:pos x="connsiteX5410" y="connsiteY5410"/>
                </a:cxn>
                <a:cxn ang="0">
                  <a:pos x="connsiteX5411" y="connsiteY5411"/>
                </a:cxn>
                <a:cxn ang="0">
                  <a:pos x="connsiteX5412" y="connsiteY5412"/>
                </a:cxn>
                <a:cxn ang="0">
                  <a:pos x="connsiteX5413" y="connsiteY5413"/>
                </a:cxn>
                <a:cxn ang="0">
                  <a:pos x="connsiteX5414" y="connsiteY5414"/>
                </a:cxn>
                <a:cxn ang="0">
                  <a:pos x="connsiteX5415" y="connsiteY5415"/>
                </a:cxn>
                <a:cxn ang="0">
                  <a:pos x="connsiteX5416" y="connsiteY5416"/>
                </a:cxn>
                <a:cxn ang="0">
                  <a:pos x="connsiteX5417" y="connsiteY5417"/>
                </a:cxn>
                <a:cxn ang="0">
                  <a:pos x="connsiteX5418" y="connsiteY5418"/>
                </a:cxn>
                <a:cxn ang="0">
                  <a:pos x="connsiteX5419" y="connsiteY5419"/>
                </a:cxn>
                <a:cxn ang="0">
                  <a:pos x="connsiteX5420" y="connsiteY5420"/>
                </a:cxn>
                <a:cxn ang="0">
                  <a:pos x="connsiteX5421" y="connsiteY5421"/>
                </a:cxn>
                <a:cxn ang="0">
                  <a:pos x="connsiteX5422" y="connsiteY5422"/>
                </a:cxn>
                <a:cxn ang="0">
                  <a:pos x="connsiteX5423" y="connsiteY5423"/>
                </a:cxn>
                <a:cxn ang="0">
                  <a:pos x="connsiteX5424" y="connsiteY5424"/>
                </a:cxn>
                <a:cxn ang="0">
                  <a:pos x="connsiteX5425" y="connsiteY5425"/>
                </a:cxn>
                <a:cxn ang="0">
                  <a:pos x="connsiteX5426" y="connsiteY5426"/>
                </a:cxn>
                <a:cxn ang="0">
                  <a:pos x="connsiteX5427" y="connsiteY5427"/>
                </a:cxn>
                <a:cxn ang="0">
                  <a:pos x="connsiteX5428" y="connsiteY5428"/>
                </a:cxn>
                <a:cxn ang="0">
                  <a:pos x="connsiteX5429" y="connsiteY5429"/>
                </a:cxn>
                <a:cxn ang="0">
                  <a:pos x="connsiteX5430" y="connsiteY5430"/>
                </a:cxn>
                <a:cxn ang="0">
                  <a:pos x="connsiteX5431" y="connsiteY5431"/>
                </a:cxn>
                <a:cxn ang="0">
                  <a:pos x="connsiteX5432" y="connsiteY5432"/>
                </a:cxn>
                <a:cxn ang="0">
                  <a:pos x="connsiteX5433" y="connsiteY5433"/>
                </a:cxn>
                <a:cxn ang="0">
                  <a:pos x="connsiteX5434" y="connsiteY5434"/>
                </a:cxn>
                <a:cxn ang="0">
                  <a:pos x="connsiteX5435" y="connsiteY5435"/>
                </a:cxn>
                <a:cxn ang="0">
                  <a:pos x="connsiteX5436" y="connsiteY5436"/>
                </a:cxn>
                <a:cxn ang="0">
                  <a:pos x="connsiteX5437" y="connsiteY5437"/>
                </a:cxn>
                <a:cxn ang="0">
                  <a:pos x="connsiteX5438" y="connsiteY5438"/>
                </a:cxn>
                <a:cxn ang="0">
                  <a:pos x="connsiteX5439" y="connsiteY5439"/>
                </a:cxn>
                <a:cxn ang="0">
                  <a:pos x="connsiteX5440" y="connsiteY5440"/>
                </a:cxn>
                <a:cxn ang="0">
                  <a:pos x="connsiteX5441" y="connsiteY5441"/>
                </a:cxn>
                <a:cxn ang="0">
                  <a:pos x="connsiteX5442" y="connsiteY5442"/>
                </a:cxn>
                <a:cxn ang="0">
                  <a:pos x="connsiteX5443" y="connsiteY5443"/>
                </a:cxn>
                <a:cxn ang="0">
                  <a:pos x="connsiteX5444" y="connsiteY5444"/>
                </a:cxn>
                <a:cxn ang="0">
                  <a:pos x="connsiteX5445" y="connsiteY5445"/>
                </a:cxn>
                <a:cxn ang="0">
                  <a:pos x="connsiteX5446" y="connsiteY5446"/>
                </a:cxn>
                <a:cxn ang="0">
                  <a:pos x="connsiteX5447" y="connsiteY5447"/>
                </a:cxn>
                <a:cxn ang="0">
                  <a:pos x="connsiteX5448" y="connsiteY5448"/>
                </a:cxn>
                <a:cxn ang="0">
                  <a:pos x="connsiteX5449" y="connsiteY5449"/>
                </a:cxn>
                <a:cxn ang="0">
                  <a:pos x="connsiteX5450" y="connsiteY5450"/>
                </a:cxn>
                <a:cxn ang="0">
                  <a:pos x="connsiteX5451" y="connsiteY5451"/>
                </a:cxn>
                <a:cxn ang="0">
                  <a:pos x="connsiteX5452" y="connsiteY5452"/>
                </a:cxn>
                <a:cxn ang="0">
                  <a:pos x="connsiteX5453" y="connsiteY5453"/>
                </a:cxn>
                <a:cxn ang="0">
                  <a:pos x="connsiteX5454" y="connsiteY5454"/>
                </a:cxn>
                <a:cxn ang="0">
                  <a:pos x="connsiteX5455" y="connsiteY5455"/>
                </a:cxn>
                <a:cxn ang="0">
                  <a:pos x="connsiteX5456" y="connsiteY5456"/>
                </a:cxn>
                <a:cxn ang="0">
                  <a:pos x="connsiteX5457" y="connsiteY5457"/>
                </a:cxn>
                <a:cxn ang="0">
                  <a:pos x="connsiteX5458" y="connsiteY5458"/>
                </a:cxn>
                <a:cxn ang="0">
                  <a:pos x="connsiteX5459" y="connsiteY5459"/>
                </a:cxn>
                <a:cxn ang="0">
                  <a:pos x="connsiteX5460" y="connsiteY5460"/>
                </a:cxn>
                <a:cxn ang="0">
                  <a:pos x="connsiteX5461" y="connsiteY5461"/>
                </a:cxn>
                <a:cxn ang="0">
                  <a:pos x="connsiteX5462" y="connsiteY5462"/>
                </a:cxn>
                <a:cxn ang="0">
                  <a:pos x="connsiteX5463" y="connsiteY5463"/>
                </a:cxn>
                <a:cxn ang="0">
                  <a:pos x="connsiteX5464" y="connsiteY5464"/>
                </a:cxn>
                <a:cxn ang="0">
                  <a:pos x="connsiteX5465" y="connsiteY5465"/>
                </a:cxn>
                <a:cxn ang="0">
                  <a:pos x="connsiteX5466" y="connsiteY5466"/>
                </a:cxn>
                <a:cxn ang="0">
                  <a:pos x="connsiteX5467" y="connsiteY5467"/>
                </a:cxn>
                <a:cxn ang="0">
                  <a:pos x="connsiteX5468" y="connsiteY5468"/>
                </a:cxn>
                <a:cxn ang="0">
                  <a:pos x="connsiteX5469" y="connsiteY5469"/>
                </a:cxn>
                <a:cxn ang="0">
                  <a:pos x="connsiteX5470" y="connsiteY5470"/>
                </a:cxn>
                <a:cxn ang="0">
                  <a:pos x="connsiteX5471" y="connsiteY5471"/>
                </a:cxn>
                <a:cxn ang="0">
                  <a:pos x="connsiteX5472" y="connsiteY5472"/>
                </a:cxn>
                <a:cxn ang="0">
                  <a:pos x="connsiteX5473" y="connsiteY5473"/>
                </a:cxn>
                <a:cxn ang="0">
                  <a:pos x="connsiteX5474" y="connsiteY5474"/>
                </a:cxn>
                <a:cxn ang="0">
                  <a:pos x="connsiteX5475" y="connsiteY5475"/>
                </a:cxn>
                <a:cxn ang="0">
                  <a:pos x="connsiteX5476" y="connsiteY5476"/>
                </a:cxn>
                <a:cxn ang="0">
                  <a:pos x="connsiteX5477" y="connsiteY5477"/>
                </a:cxn>
                <a:cxn ang="0">
                  <a:pos x="connsiteX5478" y="connsiteY5478"/>
                </a:cxn>
                <a:cxn ang="0">
                  <a:pos x="connsiteX5479" y="connsiteY5479"/>
                </a:cxn>
                <a:cxn ang="0">
                  <a:pos x="connsiteX5480" y="connsiteY5480"/>
                </a:cxn>
                <a:cxn ang="0">
                  <a:pos x="connsiteX5481" y="connsiteY5481"/>
                </a:cxn>
                <a:cxn ang="0">
                  <a:pos x="connsiteX5482" y="connsiteY5482"/>
                </a:cxn>
                <a:cxn ang="0">
                  <a:pos x="connsiteX5483" y="connsiteY5483"/>
                </a:cxn>
                <a:cxn ang="0">
                  <a:pos x="connsiteX5484" y="connsiteY5484"/>
                </a:cxn>
                <a:cxn ang="0">
                  <a:pos x="connsiteX5485" y="connsiteY5485"/>
                </a:cxn>
                <a:cxn ang="0">
                  <a:pos x="connsiteX5486" y="connsiteY5486"/>
                </a:cxn>
                <a:cxn ang="0">
                  <a:pos x="connsiteX5487" y="connsiteY5487"/>
                </a:cxn>
                <a:cxn ang="0">
                  <a:pos x="connsiteX5488" y="connsiteY5488"/>
                </a:cxn>
                <a:cxn ang="0">
                  <a:pos x="connsiteX5489" y="connsiteY5489"/>
                </a:cxn>
                <a:cxn ang="0">
                  <a:pos x="connsiteX5490" y="connsiteY5490"/>
                </a:cxn>
                <a:cxn ang="0">
                  <a:pos x="connsiteX5491" y="connsiteY5491"/>
                </a:cxn>
                <a:cxn ang="0">
                  <a:pos x="connsiteX5492" y="connsiteY5492"/>
                </a:cxn>
                <a:cxn ang="0">
                  <a:pos x="connsiteX5493" y="connsiteY5493"/>
                </a:cxn>
                <a:cxn ang="0">
                  <a:pos x="connsiteX5494" y="connsiteY5494"/>
                </a:cxn>
                <a:cxn ang="0">
                  <a:pos x="connsiteX5495" y="connsiteY5495"/>
                </a:cxn>
                <a:cxn ang="0">
                  <a:pos x="connsiteX5496" y="connsiteY5496"/>
                </a:cxn>
                <a:cxn ang="0">
                  <a:pos x="connsiteX5497" y="connsiteY5497"/>
                </a:cxn>
                <a:cxn ang="0">
                  <a:pos x="connsiteX5498" y="connsiteY5498"/>
                </a:cxn>
                <a:cxn ang="0">
                  <a:pos x="connsiteX5499" y="connsiteY5499"/>
                </a:cxn>
                <a:cxn ang="0">
                  <a:pos x="connsiteX5500" y="connsiteY5500"/>
                </a:cxn>
                <a:cxn ang="0">
                  <a:pos x="connsiteX5501" y="connsiteY5501"/>
                </a:cxn>
                <a:cxn ang="0">
                  <a:pos x="connsiteX5502" y="connsiteY5502"/>
                </a:cxn>
                <a:cxn ang="0">
                  <a:pos x="connsiteX5503" y="connsiteY5503"/>
                </a:cxn>
                <a:cxn ang="0">
                  <a:pos x="connsiteX5504" y="connsiteY5504"/>
                </a:cxn>
                <a:cxn ang="0">
                  <a:pos x="connsiteX5505" y="connsiteY5505"/>
                </a:cxn>
                <a:cxn ang="0">
                  <a:pos x="connsiteX5506" y="connsiteY5506"/>
                </a:cxn>
                <a:cxn ang="0">
                  <a:pos x="connsiteX5507" y="connsiteY5507"/>
                </a:cxn>
                <a:cxn ang="0">
                  <a:pos x="connsiteX5508" y="connsiteY5508"/>
                </a:cxn>
                <a:cxn ang="0">
                  <a:pos x="connsiteX5509" y="connsiteY5509"/>
                </a:cxn>
                <a:cxn ang="0">
                  <a:pos x="connsiteX5510" y="connsiteY5510"/>
                </a:cxn>
                <a:cxn ang="0">
                  <a:pos x="connsiteX5511" y="connsiteY5511"/>
                </a:cxn>
                <a:cxn ang="0">
                  <a:pos x="connsiteX5512" y="connsiteY5512"/>
                </a:cxn>
                <a:cxn ang="0">
                  <a:pos x="connsiteX5513" y="connsiteY5513"/>
                </a:cxn>
                <a:cxn ang="0">
                  <a:pos x="connsiteX5514" y="connsiteY5514"/>
                </a:cxn>
                <a:cxn ang="0">
                  <a:pos x="connsiteX5515" y="connsiteY5515"/>
                </a:cxn>
                <a:cxn ang="0">
                  <a:pos x="connsiteX5516" y="connsiteY5516"/>
                </a:cxn>
                <a:cxn ang="0">
                  <a:pos x="connsiteX5517" y="connsiteY5517"/>
                </a:cxn>
                <a:cxn ang="0">
                  <a:pos x="connsiteX5518" y="connsiteY5518"/>
                </a:cxn>
                <a:cxn ang="0">
                  <a:pos x="connsiteX5519" y="connsiteY5519"/>
                </a:cxn>
                <a:cxn ang="0">
                  <a:pos x="connsiteX5520" y="connsiteY5520"/>
                </a:cxn>
                <a:cxn ang="0">
                  <a:pos x="connsiteX5521" y="connsiteY5521"/>
                </a:cxn>
                <a:cxn ang="0">
                  <a:pos x="connsiteX5522" y="connsiteY5522"/>
                </a:cxn>
                <a:cxn ang="0">
                  <a:pos x="connsiteX5523" y="connsiteY5523"/>
                </a:cxn>
                <a:cxn ang="0">
                  <a:pos x="connsiteX5524" y="connsiteY5524"/>
                </a:cxn>
                <a:cxn ang="0">
                  <a:pos x="connsiteX5525" y="connsiteY5525"/>
                </a:cxn>
                <a:cxn ang="0">
                  <a:pos x="connsiteX5526" y="connsiteY5526"/>
                </a:cxn>
                <a:cxn ang="0">
                  <a:pos x="connsiteX5527" y="connsiteY5527"/>
                </a:cxn>
                <a:cxn ang="0">
                  <a:pos x="connsiteX5528" y="connsiteY5528"/>
                </a:cxn>
                <a:cxn ang="0">
                  <a:pos x="connsiteX5529" y="connsiteY5529"/>
                </a:cxn>
                <a:cxn ang="0">
                  <a:pos x="connsiteX5530" y="connsiteY5530"/>
                </a:cxn>
                <a:cxn ang="0">
                  <a:pos x="connsiteX5531" y="connsiteY5531"/>
                </a:cxn>
                <a:cxn ang="0">
                  <a:pos x="connsiteX5532" y="connsiteY5532"/>
                </a:cxn>
                <a:cxn ang="0">
                  <a:pos x="connsiteX5533" y="connsiteY5533"/>
                </a:cxn>
                <a:cxn ang="0">
                  <a:pos x="connsiteX5534" y="connsiteY5534"/>
                </a:cxn>
                <a:cxn ang="0">
                  <a:pos x="connsiteX5535" y="connsiteY5535"/>
                </a:cxn>
                <a:cxn ang="0">
                  <a:pos x="connsiteX5536" y="connsiteY5536"/>
                </a:cxn>
                <a:cxn ang="0">
                  <a:pos x="connsiteX5537" y="connsiteY5537"/>
                </a:cxn>
                <a:cxn ang="0">
                  <a:pos x="connsiteX5538" y="connsiteY5538"/>
                </a:cxn>
                <a:cxn ang="0">
                  <a:pos x="connsiteX5539" y="connsiteY5539"/>
                </a:cxn>
                <a:cxn ang="0">
                  <a:pos x="connsiteX5540" y="connsiteY5540"/>
                </a:cxn>
                <a:cxn ang="0">
                  <a:pos x="connsiteX5541" y="connsiteY5541"/>
                </a:cxn>
                <a:cxn ang="0">
                  <a:pos x="connsiteX5542" y="connsiteY5542"/>
                </a:cxn>
                <a:cxn ang="0">
                  <a:pos x="connsiteX5543" y="connsiteY5543"/>
                </a:cxn>
                <a:cxn ang="0">
                  <a:pos x="connsiteX5544" y="connsiteY5544"/>
                </a:cxn>
                <a:cxn ang="0">
                  <a:pos x="connsiteX5545" y="connsiteY5545"/>
                </a:cxn>
                <a:cxn ang="0">
                  <a:pos x="connsiteX5546" y="connsiteY5546"/>
                </a:cxn>
                <a:cxn ang="0">
                  <a:pos x="connsiteX5547" y="connsiteY5547"/>
                </a:cxn>
                <a:cxn ang="0">
                  <a:pos x="connsiteX5548" y="connsiteY5548"/>
                </a:cxn>
                <a:cxn ang="0">
                  <a:pos x="connsiteX5549" y="connsiteY5549"/>
                </a:cxn>
                <a:cxn ang="0">
                  <a:pos x="connsiteX5550" y="connsiteY5550"/>
                </a:cxn>
                <a:cxn ang="0">
                  <a:pos x="connsiteX5551" y="connsiteY5551"/>
                </a:cxn>
                <a:cxn ang="0">
                  <a:pos x="connsiteX5552" y="connsiteY5552"/>
                </a:cxn>
                <a:cxn ang="0">
                  <a:pos x="connsiteX5553" y="connsiteY5553"/>
                </a:cxn>
                <a:cxn ang="0">
                  <a:pos x="connsiteX5554" y="connsiteY5554"/>
                </a:cxn>
                <a:cxn ang="0">
                  <a:pos x="connsiteX5555" y="connsiteY5555"/>
                </a:cxn>
                <a:cxn ang="0">
                  <a:pos x="connsiteX5556" y="connsiteY5556"/>
                </a:cxn>
                <a:cxn ang="0">
                  <a:pos x="connsiteX5557" y="connsiteY5557"/>
                </a:cxn>
                <a:cxn ang="0">
                  <a:pos x="connsiteX5558" y="connsiteY5558"/>
                </a:cxn>
                <a:cxn ang="0">
                  <a:pos x="connsiteX5559" y="connsiteY5559"/>
                </a:cxn>
                <a:cxn ang="0">
                  <a:pos x="connsiteX5560" y="connsiteY5560"/>
                </a:cxn>
                <a:cxn ang="0">
                  <a:pos x="connsiteX5561" y="connsiteY5561"/>
                </a:cxn>
                <a:cxn ang="0">
                  <a:pos x="connsiteX5562" y="connsiteY5562"/>
                </a:cxn>
                <a:cxn ang="0">
                  <a:pos x="connsiteX5563" y="connsiteY5563"/>
                </a:cxn>
                <a:cxn ang="0">
                  <a:pos x="connsiteX5564" y="connsiteY5564"/>
                </a:cxn>
                <a:cxn ang="0">
                  <a:pos x="connsiteX5565" y="connsiteY5565"/>
                </a:cxn>
                <a:cxn ang="0">
                  <a:pos x="connsiteX5566" y="connsiteY5566"/>
                </a:cxn>
                <a:cxn ang="0">
                  <a:pos x="connsiteX5567" y="connsiteY5567"/>
                </a:cxn>
                <a:cxn ang="0">
                  <a:pos x="connsiteX5568" y="connsiteY5568"/>
                </a:cxn>
                <a:cxn ang="0">
                  <a:pos x="connsiteX5569" y="connsiteY5569"/>
                </a:cxn>
                <a:cxn ang="0">
                  <a:pos x="connsiteX5570" y="connsiteY5570"/>
                </a:cxn>
                <a:cxn ang="0">
                  <a:pos x="connsiteX5571" y="connsiteY5571"/>
                </a:cxn>
                <a:cxn ang="0">
                  <a:pos x="connsiteX5572" y="connsiteY5572"/>
                </a:cxn>
                <a:cxn ang="0">
                  <a:pos x="connsiteX5573" y="connsiteY5573"/>
                </a:cxn>
                <a:cxn ang="0">
                  <a:pos x="connsiteX5574" y="connsiteY5574"/>
                </a:cxn>
                <a:cxn ang="0">
                  <a:pos x="connsiteX5575" y="connsiteY5575"/>
                </a:cxn>
                <a:cxn ang="0">
                  <a:pos x="connsiteX5576" y="connsiteY5576"/>
                </a:cxn>
                <a:cxn ang="0">
                  <a:pos x="connsiteX5577" y="connsiteY5577"/>
                </a:cxn>
                <a:cxn ang="0">
                  <a:pos x="connsiteX5578" y="connsiteY5578"/>
                </a:cxn>
                <a:cxn ang="0">
                  <a:pos x="connsiteX5579" y="connsiteY5579"/>
                </a:cxn>
                <a:cxn ang="0">
                  <a:pos x="connsiteX5580" y="connsiteY5580"/>
                </a:cxn>
                <a:cxn ang="0">
                  <a:pos x="connsiteX5581" y="connsiteY5581"/>
                </a:cxn>
                <a:cxn ang="0">
                  <a:pos x="connsiteX5582" y="connsiteY5582"/>
                </a:cxn>
                <a:cxn ang="0">
                  <a:pos x="connsiteX5583" y="connsiteY5583"/>
                </a:cxn>
                <a:cxn ang="0">
                  <a:pos x="connsiteX5584" y="connsiteY5584"/>
                </a:cxn>
                <a:cxn ang="0">
                  <a:pos x="connsiteX5585" y="connsiteY5585"/>
                </a:cxn>
                <a:cxn ang="0">
                  <a:pos x="connsiteX5586" y="connsiteY5586"/>
                </a:cxn>
                <a:cxn ang="0">
                  <a:pos x="connsiteX5587" y="connsiteY5587"/>
                </a:cxn>
                <a:cxn ang="0">
                  <a:pos x="connsiteX5588" y="connsiteY5588"/>
                </a:cxn>
                <a:cxn ang="0">
                  <a:pos x="connsiteX5589" y="connsiteY5589"/>
                </a:cxn>
                <a:cxn ang="0">
                  <a:pos x="connsiteX5590" y="connsiteY5590"/>
                </a:cxn>
                <a:cxn ang="0">
                  <a:pos x="connsiteX5591" y="connsiteY5591"/>
                </a:cxn>
                <a:cxn ang="0">
                  <a:pos x="connsiteX5592" y="connsiteY5592"/>
                </a:cxn>
                <a:cxn ang="0">
                  <a:pos x="connsiteX5593" y="connsiteY5593"/>
                </a:cxn>
                <a:cxn ang="0">
                  <a:pos x="connsiteX5594" y="connsiteY5594"/>
                </a:cxn>
                <a:cxn ang="0">
                  <a:pos x="connsiteX5595" y="connsiteY5595"/>
                </a:cxn>
                <a:cxn ang="0">
                  <a:pos x="connsiteX5596" y="connsiteY5596"/>
                </a:cxn>
                <a:cxn ang="0">
                  <a:pos x="connsiteX5597" y="connsiteY5597"/>
                </a:cxn>
                <a:cxn ang="0">
                  <a:pos x="connsiteX5598" y="connsiteY5598"/>
                </a:cxn>
                <a:cxn ang="0">
                  <a:pos x="connsiteX5599" y="connsiteY5599"/>
                </a:cxn>
                <a:cxn ang="0">
                  <a:pos x="connsiteX5600" y="connsiteY5600"/>
                </a:cxn>
                <a:cxn ang="0">
                  <a:pos x="connsiteX5601" y="connsiteY5601"/>
                </a:cxn>
                <a:cxn ang="0">
                  <a:pos x="connsiteX5602" y="connsiteY5602"/>
                </a:cxn>
                <a:cxn ang="0">
                  <a:pos x="connsiteX5603" y="connsiteY5603"/>
                </a:cxn>
                <a:cxn ang="0">
                  <a:pos x="connsiteX5604" y="connsiteY5604"/>
                </a:cxn>
                <a:cxn ang="0">
                  <a:pos x="connsiteX5605" y="connsiteY5605"/>
                </a:cxn>
                <a:cxn ang="0">
                  <a:pos x="connsiteX5606" y="connsiteY5606"/>
                </a:cxn>
                <a:cxn ang="0">
                  <a:pos x="connsiteX5607" y="connsiteY5607"/>
                </a:cxn>
                <a:cxn ang="0">
                  <a:pos x="connsiteX5608" y="connsiteY5608"/>
                </a:cxn>
                <a:cxn ang="0">
                  <a:pos x="connsiteX5609" y="connsiteY5609"/>
                </a:cxn>
                <a:cxn ang="0">
                  <a:pos x="connsiteX5610" y="connsiteY5610"/>
                </a:cxn>
                <a:cxn ang="0">
                  <a:pos x="connsiteX5611" y="connsiteY5611"/>
                </a:cxn>
                <a:cxn ang="0">
                  <a:pos x="connsiteX5612" y="connsiteY5612"/>
                </a:cxn>
                <a:cxn ang="0">
                  <a:pos x="connsiteX5613" y="connsiteY5613"/>
                </a:cxn>
                <a:cxn ang="0">
                  <a:pos x="connsiteX5614" y="connsiteY5614"/>
                </a:cxn>
                <a:cxn ang="0">
                  <a:pos x="connsiteX5615" y="connsiteY5615"/>
                </a:cxn>
                <a:cxn ang="0">
                  <a:pos x="connsiteX5616" y="connsiteY5616"/>
                </a:cxn>
                <a:cxn ang="0">
                  <a:pos x="connsiteX5617" y="connsiteY5617"/>
                </a:cxn>
                <a:cxn ang="0">
                  <a:pos x="connsiteX5618" y="connsiteY5618"/>
                </a:cxn>
                <a:cxn ang="0">
                  <a:pos x="connsiteX5619" y="connsiteY5619"/>
                </a:cxn>
                <a:cxn ang="0">
                  <a:pos x="connsiteX5620" y="connsiteY5620"/>
                </a:cxn>
                <a:cxn ang="0">
                  <a:pos x="connsiteX5621" y="connsiteY5621"/>
                </a:cxn>
                <a:cxn ang="0">
                  <a:pos x="connsiteX5622" y="connsiteY5622"/>
                </a:cxn>
                <a:cxn ang="0">
                  <a:pos x="connsiteX5623" y="connsiteY5623"/>
                </a:cxn>
                <a:cxn ang="0">
                  <a:pos x="connsiteX5624" y="connsiteY5624"/>
                </a:cxn>
                <a:cxn ang="0">
                  <a:pos x="connsiteX5625" y="connsiteY5625"/>
                </a:cxn>
                <a:cxn ang="0">
                  <a:pos x="connsiteX5626" y="connsiteY5626"/>
                </a:cxn>
                <a:cxn ang="0">
                  <a:pos x="connsiteX5627" y="connsiteY5627"/>
                </a:cxn>
                <a:cxn ang="0">
                  <a:pos x="connsiteX5628" y="connsiteY5628"/>
                </a:cxn>
                <a:cxn ang="0">
                  <a:pos x="connsiteX5629" y="connsiteY5629"/>
                </a:cxn>
                <a:cxn ang="0">
                  <a:pos x="connsiteX5630" y="connsiteY5630"/>
                </a:cxn>
                <a:cxn ang="0">
                  <a:pos x="connsiteX5631" y="connsiteY5631"/>
                </a:cxn>
                <a:cxn ang="0">
                  <a:pos x="connsiteX5632" y="connsiteY5632"/>
                </a:cxn>
                <a:cxn ang="0">
                  <a:pos x="connsiteX5633" y="connsiteY5633"/>
                </a:cxn>
                <a:cxn ang="0">
                  <a:pos x="connsiteX5634" y="connsiteY5634"/>
                </a:cxn>
                <a:cxn ang="0">
                  <a:pos x="connsiteX5635" y="connsiteY5635"/>
                </a:cxn>
                <a:cxn ang="0">
                  <a:pos x="connsiteX5636" y="connsiteY5636"/>
                </a:cxn>
                <a:cxn ang="0">
                  <a:pos x="connsiteX5637" y="connsiteY5637"/>
                </a:cxn>
                <a:cxn ang="0">
                  <a:pos x="connsiteX5638" y="connsiteY5638"/>
                </a:cxn>
                <a:cxn ang="0">
                  <a:pos x="connsiteX5639" y="connsiteY5639"/>
                </a:cxn>
                <a:cxn ang="0">
                  <a:pos x="connsiteX5640" y="connsiteY5640"/>
                </a:cxn>
                <a:cxn ang="0">
                  <a:pos x="connsiteX5641" y="connsiteY5641"/>
                </a:cxn>
                <a:cxn ang="0">
                  <a:pos x="connsiteX5642" y="connsiteY5642"/>
                </a:cxn>
                <a:cxn ang="0">
                  <a:pos x="connsiteX5643" y="connsiteY5643"/>
                </a:cxn>
                <a:cxn ang="0">
                  <a:pos x="connsiteX5644" y="connsiteY5644"/>
                </a:cxn>
                <a:cxn ang="0">
                  <a:pos x="connsiteX5645" y="connsiteY5645"/>
                </a:cxn>
                <a:cxn ang="0">
                  <a:pos x="connsiteX5646" y="connsiteY5646"/>
                </a:cxn>
                <a:cxn ang="0">
                  <a:pos x="connsiteX5647" y="connsiteY5647"/>
                </a:cxn>
                <a:cxn ang="0">
                  <a:pos x="connsiteX5648" y="connsiteY5648"/>
                </a:cxn>
                <a:cxn ang="0">
                  <a:pos x="connsiteX5649" y="connsiteY5649"/>
                </a:cxn>
                <a:cxn ang="0">
                  <a:pos x="connsiteX5650" y="connsiteY5650"/>
                </a:cxn>
                <a:cxn ang="0">
                  <a:pos x="connsiteX5651" y="connsiteY5651"/>
                </a:cxn>
                <a:cxn ang="0">
                  <a:pos x="connsiteX5652" y="connsiteY5652"/>
                </a:cxn>
                <a:cxn ang="0">
                  <a:pos x="connsiteX5653" y="connsiteY5653"/>
                </a:cxn>
                <a:cxn ang="0">
                  <a:pos x="connsiteX5654" y="connsiteY5654"/>
                </a:cxn>
                <a:cxn ang="0">
                  <a:pos x="connsiteX5655" y="connsiteY5655"/>
                </a:cxn>
                <a:cxn ang="0">
                  <a:pos x="connsiteX5656" y="connsiteY5656"/>
                </a:cxn>
                <a:cxn ang="0">
                  <a:pos x="connsiteX5657" y="connsiteY5657"/>
                </a:cxn>
                <a:cxn ang="0">
                  <a:pos x="connsiteX5658" y="connsiteY5658"/>
                </a:cxn>
                <a:cxn ang="0">
                  <a:pos x="connsiteX5659" y="connsiteY5659"/>
                </a:cxn>
                <a:cxn ang="0">
                  <a:pos x="connsiteX5660" y="connsiteY5660"/>
                </a:cxn>
                <a:cxn ang="0">
                  <a:pos x="connsiteX5661" y="connsiteY5661"/>
                </a:cxn>
                <a:cxn ang="0">
                  <a:pos x="connsiteX5662" y="connsiteY5662"/>
                </a:cxn>
                <a:cxn ang="0">
                  <a:pos x="connsiteX5663" y="connsiteY5663"/>
                </a:cxn>
                <a:cxn ang="0">
                  <a:pos x="connsiteX5664" y="connsiteY5664"/>
                </a:cxn>
                <a:cxn ang="0">
                  <a:pos x="connsiteX5665" y="connsiteY5665"/>
                </a:cxn>
                <a:cxn ang="0">
                  <a:pos x="connsiteX5666" y="connsiteY5666"/>
                </a:cxn>
                <a:cxn ang="0">
                  <a:pos x="connsiteX5667" y="connsiteY5667"/>
                </a:cxn>
                <a:cxn ang="0">
                  <a:pos x="connsiteX5668" y="connsiteY5668"/>
                </a:cxn>
                <a:cxn ang="0">
                  <a:pos x="connsiteX5669" y="connsiteY5669"/>
                </a:cxn>
                <a:cxn ang="0">
                  <a:pos x="connsiteX5670" y="connsiteY5670"/>
                </a:cxn>
                <a:cxn ang="0">
                  <a:pos x="connsiteX5671" y="connsiteY5671"/>
                </a:cxn>
                <a:cxn ang="0">
                  <a:pos x="connsiteX5672" y="connsiteY5672"/>
                </a:cxn>
                <a:cxn ang="0">
                  <a:pos x="connsiteX5673" y="connsiteY5673"/>
                </a:cxn>
                <a:cxn ang="0">
                  <a:pos x="connsiteX5674" y="connsiteY5674"/>
                </a:cxn>
                <a:cxn ang="0">
                  <a:pos x="connsiteX5675" y="connsiteY5675"/>
                </a:cxn>
                <a:cxn ang="0">
                  <a:pos x="connsiteX5676" y="connsiteY5676"/>
                </a:cxn>
                <a:cxn ang="0">
                  <a:pos x="connsiteX5677" y="connsiteY5677"/>
                </a:cxn>
                <a:cxn ang="0">
                  <a:pos x="connsiteX5678" y="connsiteY5678"/>
                </a:cxn>
                <a:cxn ang="0">
                  <a:pos x="connsiteX5679" y="connsiteY5679"/>
                </a:cxn>
                <a:cxn ang="0">
                  <a:pos x="connsiteX5680" y="connsiteY5680"/>
                </a:cxn>
                <a:cxn ang="0">
                  <a:pos x="connsiteX5681" y="connsiteY5681"/>
                </a:cxn>
                <a:cxn ang="0">
                  <a:pos x="connsiteX5682" y="connsiteY5682"/>
                </a:cxn>
                <a:cxn ang="0">
                  <a:pos x="connsiteX5683" y="connsiteY5683"/>
                </a:cxn>
                <a:cxn ang="0">
                  <a:pos x="connsiteX5684" y="connsiteY5684"/>
                </a:cxn>
                <a:cxn ang="0">
                  <a:pos x="connsiteX5685" y="connsiteY5685"/>
                </a:cxn>
                <a:cxn ang="0">
                  <a:pos x="connsiteX5686" y="connsiteY5686"/>
                </a:cxn>
                <a:cxn ang="0">
                  <a:pos x="connsiteX5687" y="connsiteY5687"/>
                </a:cxn>
                <a:cxn ang="0">
                  <a:pos x="connsiteX5688" y="connsiteY5688"/>
                </a:cxn>
                <a:cxn ang="0">
                  <a:pos x="connsiteX5689" y="connsiteY5689"/>
                </a:cxn>
                <a:cxn ang="0">
                  <a:pos x="connsiteX5690" y="connsiteY5690"/>
                </a:cxn>
                <a:cxn ang="0">
                  <a:pos x="connsiteX5691" y="connsiteY5691"/>
                </a:cxn>
                <a:cxn ang="0">
                  <a:pos x="connsiteX5692" y="connsiteY5692"/>
                </a:cxn>
                <a:cxn ang="0">
                  <a:pos x="connsiteX5693" y="connsiteY5693"/>
                </a:cxn>
                <a:cxn ang="0">
                  <a:pos x="connsiteX5694" y="connsiteY5694"/>
                </a:cxn>
                <a:cxn ang="0">
                  <a:pos x="connsiteX5695" y="connsiteY5695"/>
                </a:cxn>
                <a:cxn ang="0">
                  <a:pos x="connsiteX5696" y="connsiteY5696"/>
                </a:cxn>
                <a:cxn ang="0">
                  <a:pos x="connsiteX5697" y="connsiteY5697"/>
                </a:cxn>
                <a:cxn ang="0">
                  <a:pos x="connsiteX5698" y="connsiteY5698"/>
                </a:cxn>
                <a:cxn ang="0">
                  <a:pos x="connsiteX5699" y="connsiteY5699"/>
                </a:cxn>
                <a:cxn ang="0">
                  <a:pos x="connsiteX5700" y="connsiteY5700"/>
                </a:cxn>
                <a:cxn ang="0">
                  <a:pos x="connsiteX5701" y="connsiteY5701"/>
                </a:cxn>
                <a:cxn ang="0">
                  <a:pos x="connsiteX5702" y="connsiteY5702"/>
                </a:cxn>
                <a:cxn ang="0">
                  <a:pos x="connsiteX5703" y="connsiteY5703"/>
                </a:cxn>
                <a:cxn ang="0">
                  <a:pos x="connsiteX5704" y="connsiteY5704"/>
                </a:cxn>
                <a:cxn ang="0">
                  <a:pos x="connsiteX5705" y="connsiteY5705"/>
                </a:cxn>
                <a:cxn ang="0">
                  <a:pos x="connsiteX5706" y="connsiteY5706"/>
                </a:cxn>
                <a:cxn ang="0">
                  <a:pos x="connsiteX5707" y="connsiteY5707"/>
                </a:cxn>
                <a:cxn ang="0">
                  <a:pos x="connsiteX5708" y="connsiteY5708"/>
                </a:cxn>
                <a:cxn ang="0">
                  <a:pos x="connsiteX5709" y="connsiteY5709"/>
                </a:cxn>
                <a:cxn ang="0">
                  <a:pos x="connsiteX5710" y="connsiteY5710"/>
                </a:cxn>
                <a:cxn ang="0">
                  <a:pos x="connsiteX5711" y="connsiteY5711"/>
                </a:cxn>
                <a:cxn ang="0">
                  <a:pos x="connsiteX5712" y="connsiteY5712"/>
                </a:cxn>
                <a:cxn ang="0">
                  <a:pos x="connsiteX5713" y="connsiteY5713"/>
                </a:cxn>
                <a:cxn ang="0">
                  <a:pos x="connsiteX5714" y="connsiteY5714"/>
                </a:cxn>
                <a:cxn ang="0">
                  <a:pos x="connsiteX5715" y="connsiteY5715"/>
                </a:cxn>
                <a:cxn ang="0">
                  <a:pos x="connsiteX5716" y="connsiteY5716"/>
                </a:cxn>
                <a:cxn ang="0">
                  <a:pos x="connsiteX5717" y="connsiteY5717"/>
                </a:cxn>
                <a:cxn ang="0">
                  <a:pos x="connsiteX5718" y="connsiteY5718"/>
                </a:cxn>
                <a:cxn ang="0">
                  <a:pos x="connsiteX5719" y="connsiteY5719"/>
                </a:cxn>
                <a:cxn ang="0">
                  <a:pos x="connsiteX5720" y="connsiteY5720"/>
                </a:cxn>
                <a:cxn ang="0">
                  <a:pos x="connsiteX5721" y="connsiteY5721"/>
                </a:cxn>
                <a:cxn ang="0">
                  <a:pos x="connsiteX5722" y="connsiteY5722"/>
                </a:cxn>
                <a:cxn ang="0">
                  <a:pos x="connsiteX5723" y="connsiteY5723"/>
                </a:cxn>
                <a:cxn ang="0">
                  <a:pos x="connsiteX5724" y="connsiteY5724"/>
                </a:cxn>
                <a:cxn ang="0">
                  <a:pos x="connsiteX5725" y="connsiteY5725"/>
                </a:cxn>
                <a:cxn ang="0">
                  <a:pos x="connsiteX5726" y="connsiteY5726"/>
                </a:cxn>
                <a:cxn ang="0">
                  <a:pos x="connsiteX5727" y="connsiteY5727"/>
                </a:cxn>
                <a:cxn ang="0">
                  <a:pos x="connsiteX5728" y="connsiteY5728"/>
                </a:cxn>
                <a:cxn ang="0">
                  <a:pos x="connsiteX5729" y="connsiteY5729"/>
                </a:cxn>
                <a:cxn ang="0">
                  <a:pos x="connsiteX5730" y="connsiteY5730"/>
                </a:cxn>
                <a:cxn ang="0">
                  <a:pos x="connsiteX5731" y="connsiteY5731"/>
                </a:cxn>
                <a:cxn ang="0">
                  <a:pos x="connsiteX5732" y="connsiteY5732"/>
                </a:cxn>
                <a:cxn ang="0">
                  <a:pos x="connsiteX5733" y="connsiteY5733"/>
                </a:cxn>
                <a:cxn ang="0">
                  <a:pos x="connsiteX5734" y="connsiteY5734"/>
                </a:cxn>
                <a:cxn ang="0">
                  <a:pos x="connsiteX5735" y="connsiteY5735"/>
                </a:cxn>
                <a:cxn ang="0">
                  <a:pos x="connsiteX5736" y="connsiteY5736"/>
                </a:cxn>
                <a:cxn ang="0">
                  <a:pos x="connsiteX5737" y="connsiteY5737"/>
                </a:cxn>
                <a:cxn ang="0">
                  <a:pos x="connsiteX5738" y="connsiteY5738"/>
                </a:cxn>
                <a:cxn ang="0">
                  <a:pos x="connsiteX5739" y="connsiteY5739"/>
                </a:cxn>
                <a:cxn ang="0">
                  <a:pos x="connsiteX5740" y="connsiteY5740"/>
                </a:cxn>
                <a:cxn ang="0">
                  <a:pos x="connsiteX5741" y="connsiteY5741"/>
                </a:cxn>
                <a:cxn ang="0">
                  <a:pos x="connsiteX5742" y="connsiteY5742"/>
                </a:cxn>
                <a:cxn ang="0">
                  <a:pos x="connsiteX5743" y="connsiteY5743"/>
                </a:cxn>
                <a:cxn ang="0">
                  <a:pos x="connsiteX5744" y="connsiteY5744"/>
                </a:cxn>
                <a:cxn ang="0">
                  <a:pos x="connsiteX5745" y="connsiteY5745"/>
                </a:cxn>
                <a:cxn ang="0">
                  <a:pos x="connsiteX5746" y="connsiteY5746"/>
                </a:cxn>
                <a:cxn ang="0">
                  <a:pos x="connsiteX5747" y="connsiteY5747"/>
                </a:cxn>
                <a:cxn ang="0">
                  <a:pos x="connsiteX5748" y="connsiteY5748"/>
                </a:cxn>
                <a:cxn ang="0">
                  <a:pos x="connsiteX5749" y="connsiteY5749"/>
                </a:cxn>
                <a:cxn ang="0">
                  <a:pos x="connsiteX5750" y="connsiteY5750"/>
                </a:cxn>
                <a:cxn ang="0">
                  <a:pos x="connsiteX5751" y="connsiteY5751"/>
                </a:cxn>
                <a:cxn ang="0">
                  <a:pos x="connsiteX5752" y="connsiteY5752"/>
                </a:cxn>
                <a:cxn ang="0">
                  <a:pos x="connsiteX5753" y="connsiteY5753"/>
                </a:cxn>
                <a:cxn ang="0">
                  <a:pos x="connsiteX5754" y="connsiteY5754"/>
                </a:cxn>
                <a:cxn ang="0">
                  <a:pos x="connsiteX5755" y="connsiteY5755"/>
                </a:cxn>
                <a:cxn ang="0">
                  <a:pos x="connsiteX5756" y="connsiteY5756"/>
                </a:cxn>
                <a:cxn ang="0">
                  <a:pos x="connsiteX5757" y="connsiteY5757"/>
                </a:cxn>
                <a:cxn ang="0">
                  <a:pos x="connsiteX5758" y="connsiteY5758"/>
                </a:cxn>
                <a:cxn ang="0">
                  <a:pos x="connsiteX5759" y="connsiteY5759"/>
                </a:cxn>
                <a:cxn ang="0">
                  <a:pos x="connsiteX5760" y="connsiteY5760"/>
                </a:cxn>
                <a:cxn ang="0">
                  <a:pos x="connsiteX5761" y="connsiteY5761"/>
                </a:cxn>
                <a:cxn ang="0">
                  <a:pos x="connsiteX5762" y="connsiteY5762"/>
                </a:cxn>
                <a:cxn ang="0">
                  <a:pos x="connsiteX5763" y="connsiteY5763"/>
                </a:cxn>
                <a:cxn ang="0">
                  <a:pos x="connsiteX5764" y="connsiteY5764"/>
                </a:cxn>
                <a:cxn ang="0">
                  <a:pos x="connsiteX5765" y="connsiteY5765"/>
                </a:cxn>
                <a:cxn ang="0">
                  <a:pos x="connsiteX5766" y="connsiteY5766"/>
                </a:cxn>
                <a:cxn ang="0">
                  <a:pos x="connsiteX5767" y="connsiteY5767"/>
                </a:cxn>
                <a:cxn ang="0">
                  <a:pos x="connsiteX5768" y="connsiteY5768"/>
                </a:cxn>
                <a:cxn ang="0">
                  <a:pos x="connsiteX5769" y="connsiteY5769"/>
                </a:cxn>
                <a:cxn ang="0">
                  <a:pos x="connsiteX5770" y="connsiteY5770"/>
                </a:cxn>
                <a:cxn ang="0">
                  <a:pos x="connsiteX5771" y="connsiteY5771"/>
                </a:cxn>
                <a:cxn ang="0">
                  <a:pos x="connsiteX5772" y="connsiteY5772"/>
                </a:cxn>
                <a:cxn ang="0">
                  <a:pos x="connsiteX5773" y="connsiteY5773"/>
                </a:cxn>
                <a:cxn ang="0">
                  <a:pos x="connsiteX5774" y="connsiteY5774"/>
                </a:cxn>
                <a:cxn ang="0">
                  <a:pos x="connsiteX5775" y="connsiteY5775"/>
                </a:cxn>
                <a:cxn ang="0">
                  <a:pos x="connsiteX5776" y="connsiteY5776"/>
                </a:cxn>
                <a:cxn ang="0">
                  <a:pos x="connsiteX5777" y="connsiteY5777"/>
                </a:cxn>
                <a:cxn ang="0">
                  <a:pos x="connsiteX5778" y="connsiteY5778"/>
                </a:cxn>
                <a:cxn ang="0">
                  <a:pos x="connsiteX5779" y="connsiteY5779"/>
                </a:cxn>
                <a:cxn ang="0">
                  <a:pos x="connsiteX5780" y="connsiteY5780"/>
                </a:cxn>
                <a:cxn ang="0">
                  <a:pos x="connsiteX5781" y="connsiteY5781"/>
                </a:cxn>
                <a:cxn ang="0">
                  <a:pos x="connsiteX5782" y="connsiteY5782"/>
                </a:cxn>
                <a:cxn ang="0">
                  <a:pos x="connsiteX5783" y="connsiteY5783"/>
                </a:cxn>
                <a:cxn ang="0">
                  <a:pos x="connsiteX5784" y="connsiteY5784"/>
                </a:cxn>
                <a:cxn ang="0">
                  <a:pos x="connsiteX5785" y="connsiteY5785"/>
                </a:cxn>
                <a:cxn ang="0">
                  <a:pos x="connsiteX5786" y="connsiteY5786"/>
                </a:cxn>
                <a:cxn ang="0">
                  <a:pos x="connsiteX5787" y="connsiteY5787"/>
                </a:cxn>
                <a:cxn ang="0">
                  <a:pos x="connsiteX5788" y="connsiteY5788"/>
                </a:cxn>
                <a:cxn ang="0">
                  <a:pos x="connsiteX5789" y="connsiteY5789"/>
                </a:cxn>
                <a:cxn ang="0">
                  <a:pos x="connsiteX5790" y="connsiteY5790"/>
                </a:cxn>
                <a:cxn ang="0">
                  <a:pos x="connsiteX5791" y="connsiteY5791"/>
                </a:cxn>
                <a:cxn ang="0">
                  <a:pos x="connsiteX5792" y="connsiteY5792"/>
                </a:cxn>
                <a:cxn ang="0">
                  <a:pos x="connsiteX5793" y="connsiteY5793"/>
                </a:cxn>
                <a:cxn ang="0">
                  <a:pos x="connsiteX5794" y="connsiteY5794"/>
                </a:cxn>
                <a:cxn ang="0">
                  <a:pos x="connsiteX5795" y="connsiteY5795"/>
                </a:cxn>
                <a:cxn ang="0">
                  <a:pos x="connsiteX5796" y="connsiteY5796"/>
                </a:cxn>
                <a:cxn ang="0">
                  <a:pos x="connsiteX5797" y="connsiteY5797"/>
                </a:cxn>
                <a:cxn ang="0">
                  <a:pos x="connsiteX5798" y="connsiteY5798"/>
                </a:cxn>
                <a:cxn ang="0">
                  <a:pos x="connsiteX5799" y="connsiteY5799"/>
                </a:cxn>
                <a:cxn ang="0">
                  <a:pos x="connsiteX5800" y="connsiteY5800"/>
                </a:cxn>
                <a:cxn ang="0">
                  <a:pos x="connsiteX5801" y="connsiteY5801"/>
                </a:cxn>
                <a:cxn ang="0">
                  <a:pos x="connsiteX5802" y="connsiteY5802"/>
                </a:cxn>
                <a:cxn ang="0">
                  <a:pos x="connsiteX5803" y="connsiteY5803"/>
                </a:cxn>
                <a:cxn ang="0">
                  <a:pos x="connsiteX5804" y="connsiteY5804"/>
                </a:cxn>
                <a:cxn ang="0">
                  <a:pos x="connsiteX5805" y="connsiteY5805"/>
                </a:cxn>
                <a:cxn ang="0">
                  <a:pos x="connsiteX5806" y="connsiteY5806"/>
                </a:cxn>
                <a:cxn ang="0">
                  <a:pos x="connsiteX5807" y="connsiteY5807"/>
                </a:cxn>
                <a:cxn ang="0">
                  <a:pos x="connsiteX5808" y="connsiteY5808"/>
                </a:cxn>
                <a:cxn ang="0">
                  <a:pos x="connsiteX5809" y="connsiteY5809"/>
                </a:cxn>
                <a:cxn ang="0">
                  <a:pos x="connsiteX5810" y="connsiteY5810"/>
                </a:cxn>
                <a:cxn ang="0">
                  <a:pos x="connsiteX5811" y="connsiteY5811"/>
                </a:cxn>
                <a:cxn ang="0">
                  <a:pos x="connsiteX5812" y="connsiteY5812"/>
                </a:cxn>
                <a:cxn ang="0">
                  <a:pos x="connsiteX5813" y="connsiteY5813"/>
                </a:cxn>
                <a:cxn ang="0">
                  <a:pos x="connsiteX5814" y="connsiteY5814"/>
                </a:cxn>
                <a:cxn ang="0">
                  <a:pos x="connsiteX5815" y="connsiteY5815"/>
                </a:cxn>
                <a:cxn ang="0">
                  <a:pos x="connsiteX5816" y="connsiteY5816"/>
                </a:cxn>
                <a:cxn ang="0">
                  <a:pos x="connsiteX5817" y="connsiteY5817"/>
                </a:cxn>
                <a:cxn ang="0">
                  <a:pos x="connsiteX5818" y="connsiteY5818"/>
                </a:cxn>
                <a:cxn ang="0">
                  <a:pos x="connsiteX5819" y="connsiteY5819"/>
                </a:cxn>
                <a:cxn ang="0">
                  <a:pos x="connsiteX5820" y="connsiteY5820"/>
                </a:cxn>
                <a:cxn ang="0">
                  <a:pos x="connsiteX5821" y="connsiteY5821"/>
                </a:cxn>
                <a:cxn ang="0">
                  <a:pos x="connsiteX5822" y="connsiteY5822"/>
                </a:cxn>
                <a:cxn ang="0">
                  <a:pos x="connsiteX5823" y="connsiteY5823"/>
                </a:cxn>
                <a:cxn ang="0">
                  <a:pos x="connsiteX5824" y="connsiteY5824"/>
                </a:cxn>
                <a:cxn ang="0">
                  <a:pos x="connsiteX5825" y="connsiteY5825"/>
                </a:cxn>
                <a:cxn ang="0">
                  <a:pos x="connsiteX5826" y="connsiteY5826"/>
                </a:cxn>
                <a:cxn ang="0">
                  <a:pos x="connsiteX5827" y="connsiteY5827"/>
                </a:cxn>
                <a:cxn ang="0">
                  <a:pos x="connsiteX5828" y="connsiteY5828"/>
                </a:cxn>
                <a:cxn ang="0">
                  <a:pos x="connsiteX5829" y="connsiteY5829"/>
                </a:cxn>
                <a:cxn ang="0">
                  <a:pos x="connsiteX5830" y="connsiteY5830"/>
                </a:cxn>
                <a:cxn ang="0">
                  <a:pos x="connsiteX5831" y="connsiteY5831"/>
                </a:cxn>
                <a:cxn ang="0">
                  <a:pos x="connsiteX5832" y="connsiteY5832"/>
                </a:cxn>
                <a:cxn ang="0">
                  <a:pos x="connsiteX5833" y="connsiteY5833"/>
                </a:cxn>
                <a:cxn ang="0">
                  <a:pos x="connsiteX5834" y="connsiteY5834"/>
                </a:cxn>
                <a:cxn ang="0">
                  <a:pos x="connsiteX5835" y="connsiteY5835"/>
                </a:cxn>
                <a:cxn ang="0">
                  <a:pos x="connsiteX5836" y="connsiteY5836"/>
                </a:cxn>
                <a:cxn ang="0">
                  <a:pos x="connsiteX5837" y="connsiteY5837"/>
                </a:cxn>
                <a:cxn ang="0">
                  <a:pos x="connsiteX5838" y="connsiteY5838"/>
                </a:cxn>
                <a:cxn ang="0">
                  <a:pos x="connsiteX5839" y="connsiteY5839"/>
                </a:cxn>
                <a:cxn ang="0">
                  <a:pos x="connsiteX5840" y="connsiteY5840"/>
                </a:cxn>
                <a:cxn ang="0">
                  <a:pos x="connsiteX5841" y="connsiteY5841"/>
                </a:cxn>
                <a:cxn ang="0">
                  <a:pos x="connsiteX5842" y="connsiteY5842"/>
                </a:cxn>
                <a:cxn ang="0">
                  <a:pos x="connsiteX5843" y="connsiteY5843"/>
                </a:cxn>
                <a:cxn ang="0">
                  <a:pos x="connsiteX5844" y="connsiteY5844"/>
                </a:cxn>
                <a:cxn ang="0">
                  <a:pos x="connsiteX5845" y="connsiteY5845"/>
                </a:cxn>
                <a:cxn ang="0">
                  <a:pos x="connsiteX5846" y="connsiteY5846"/>
                </a:cxn>
                <a:cxn ang="0">
                  <a:pos x="connsiteX5847" y="connsiteY5847"/>
                </a:cxn>
                <a:cxn ang="0">
                  <a:pos x="connsiteX5848" y="connsiteY5848"/>
                </a:cxn>
                <a:cxn ang="0">
                  <a:pos x="connsiteX5849" y="connsiteY5849"/>
                </a:cxn>
                <a:cxn ang="0">
                  <a:pos x="connsiteX5850" y="connsiteY5850"/>
                </a:cxn>
                <a:cxn ang="0">
                  <a:pos x="connsiteX5851" y="connsiteY5851"/>
                </a:cxn>
                <a:cxn ang="0">
                  <a:pos x="connsiteX5852" y="connsiteY5852"/>
                </a:cxn>
                <a:cxn ang="0">
                  <a:pos x="connsiteX5853" y="connsiteY5853"/>
                </a:cxn>
                <a:cxn ang="0">
                  <a:pos x="connsiteX5854" y="connsiteY5854"/>
                </a:cxn>
                <a:cxn ang="0">
                  <a:pos x="connsiteX5855" y="connsiteY5855"/>
                </a:cxn>
                <a:cxn ang="0">
                  <a:pos x="connsiteX5856" y="connsiteY5856"/>
                </a:cxn>
                <a:cxn ang="0">
                  <a:pos x="connsiteX5857" y="connsiteY5857"/>
                </a:cxn>
                <a:cxn ang="0">
                  <a:pos x="connsiteX5858" y="connsiteY5858"/>
                </a:cxn>
                <a:cxn ang="0">
                  <a:pos x="connsiteX5859" y="connsiteY5859"/>
                </a:cxn>
                <a:cxn ang="0">
                  <a:pos x="connsiteX5860" y="connsiteY5860"/>
                </a:cxn>
                <a:cxn ang="0">
                  <a:pos x="connsiteX5861" y="connsiteY5861"/>
                </a:cxn>
                <a:cxn ang="0">
                  <a:pos x="connsiteX5862" y="connsiteY5862"/>
                </a:cxn>
                <a:cxn ang="0">
                  <a:pos x="connsiteX5863" y="connsiteY5863"/>
                </a:cxn>
                <a:cxn ang="0">
                  <a:pos x="connsiteX5864" y="connsiteY5864"/>
                </a:cxn>
                <a:cxn ang="0">
                  <a:pos x="connsiteX5865" y="connsiteY5865"/>
                </a:cxn>
                <a:cxn ang="0">
                  <a:pos x="connsiteX5866" y="connsiteY5866"/>
                </a:cxn>
                <a:cxn ang="0">
                  <a:pos x="connsiteX5867" y="connsiteY5867"/>
                </a:cxn>
                <a:cxn ang="0">
                  <a:pos x="connsiteX5868" y="connsiteY5868"/>
                </a:cxn>
                <a:cxn ang="0">
                  <a:pos x="connsiteX5869" y="connsiteY5869"/>
                </a:cxn>
                <a:cxn ang="0">
                  <a:pos x="connsiteX5870" y="connsiteY5870"/>
                </a:cxn>
                <a:cxn ang="0">
                  <a:pos x="connsiteX5871" y="connsiteY5871"/>
                </a:cxn>
                <a:cxn ang="0">
                  <a:pos x="connsiteX5872" y="connsiteY5872"/>
                </a:cxn>
                <a:cxn ang="0">
                  <a:pos x="connsiteX5873" y="connsiteY5873"/>
                </a:cxn>
                <a:cxn ang="0">
                  <a:pos x="connsiteX5874" y="connsiteY5874"/>
                </a:cxn>
                <a:cxn ang="0">
                  <a:pos x="connsiteX5875" y="connsiteY5875"/>
                </a:cxn>
                <a:cxn ang="0">
                  <a:pos x="connsiteX5876" y="connsiteY5876"/>
                </a:cxn>
                <a:cxn ang="0">
                  <a:pos x="connsiteX5877" y="connsiteY5877"/>
                </a:cxn>
                <a:cxn ang="0">
                  <a:pos x="connsiteX5878" y="connsiteY5878"/>
                </a:cxn>
                <a:cxn ang="0">
                  <a:pos x="connsiteX5879" y="connsiteY5879"/>
                </a:cxn>
                <a:cxn ang="0">
                  <a:pos x="connsiteX5880" y="connsiteY5880"/>
                </a:cxn>
                <a:cxn ang="0">
                  <a:pos x="connsiteX5881" y="connsiteY5881"/>
                </a:cxn>
                <a:cxn ang="0">
                  <a:pos x="connsiteX5882" y="connsiteY5882"/>
                </a:cxn>
                <a:cxn ang="0">
                  <a:pos x="connsiteX5883" y="connsiteY5883"/>
                </a:cxn>
                <a:cxn ang="0">
                  <a:pos x="connsiteX5884" y="connsiteY5884"/>
                </a:cxn>
                <a:cxn ang="0">
                  <a:pos x="connsiteX5885" y="connsiteY5885"/>
                </a:cxn>
                <a:cxn ang="0">
                  <a:pos x="connsiteX5886" y="connsiteY5886"/>
                </a:cxn>
                <a:cxn ang="0">
                  <a:pos x="connsiteX5887" y="connsiteY5887"/>
                </a:cxn>
                <a:cxn ang="0">
                  <a:pos x="connsiteX5888" y="connsiteY5888"/>
                </a:cxn>
                <a:cxn ang="0">
                  <a:pos x="connsiteX5889" y="connsiteY5889"/>
                </a:cxn>
                <a:cxn ang="0">
                  <a:pos x="connsiteX5890" y="connsiteY5890"/>
                </a:cxn>
                <a:cxn ang="0">
                  <a:pos x="connsiteX5891" y="connsiteY5891"/>
                </a:cxn>
                <a:cxn ang="0">
                  <a:pos x="connsiteX5892" y="connsiteY5892"/>
                </a:cxn>
                <a:cxn ang="0">
                  <a:pos x="connsiteX5893" y="connsiteY5893"/>
                </a:cxn>
                <a:cxn ang="0">
                  <a:pos x="connsiteX5894" y="connsiteY5894"/>
                </a:cxn>
                <a:cxn ang="0">
                  <a:pos x="connsiteX5895" y="connsiteY5895"/>
                </a:cxn>
                <a:cxn ang="0">
                  <a:pos x="connsiteX5896" y="connsiteY5896"/>
                </a:cxn>
                <a:cxn ang="0">
                  <a:pos x="connsiteX5897" y="connsiteY5897"/>
                </a:cxn>
                <a:cxn ang="0">
                  <a:pos x="connsiteX5898" y="connsiteY5898"/>
                </a:cxn>
                <a:cxn ang="0">
                  <a:pos x="connsiteX5899" y="connsiteY5899"/>
                </a:cxn>
                <a:cxn ang="0">
                  <a:pos x="connsiteX5900" y="connsiteY5900"/>
                </a:cxn>
                <a:cxn ang="0">
                  <a:pos x="connsiteX5901" y="connsiteY5901"/>
                </a:cxn>
                <a:cxn ang="0">
                  <a:pos x="connsiteX5902" y="connsiteY5902"/>
                </a:cxn>
                <a:cxn ang="0">
                  <a:pos x="connsiteX5903" y="connsiteY5903"/>
                </a:cxn>
                <a:cxn ang="0">
                  <a:pos x="connsiteX5904" y="connsiteY5904"/>
                </a:cxn>
                <a:cxn ang="0">
                  <a:pos x="connsiteX5905" y="connsiteY5905"/>
                </a:cxn>
                <a:cxn ang="0">
                  <a:pos x="connsiteX5906" y="connsiteY5906"/>
                </a:cxn>
                <a:cxn ang="0">
                  <a:pos x="connsiteX5907" y="connsiteY5907"/>
                </a:cxn>
                <a:cxn ang="0">
                  <a:pos x="connsiteX5908" y="connsiteY5908"/>
                </a:cxn>
                <a:cxn ang="0">
                  <a:pos x="connsiteX5909" y="connsiteY5909"/>
                </a:cxn>
                <a:cxn ang="0">
                  <a:pos x="connsiteX5910" y="connsiteY5910"/>
                </a:cxn>
                <a:cxn ang="0">
                  <a:pos x="connsiteX5911" y="connsiteY5911"/>
                </a:cxn>
                <a:cxn ang="0">
                  <a:pos x="connsiteX5912" y="connsiteY5912"/>
                </a:cxn>
                <a:cxn ang="0">
                  <a:pos x="connsiteX5913" y="connsiteY5913"/>
                </a:cxn>
                <a:cxn ang="0">
                  <a:pos x="connsiteX5914" y="connsiteY5914"/>
                </a:cxn>
                <a:cxn ang="0">
                  <a:pos x="connsiteX5915" y="connsiteY5915"/>
                </a:cxn>
                <a:cxn ang="0">
                  <a:pos x="connsiteX5916" y="connsiteY5916"/>
                </a:cxn>
                <a:cxn ang="0">
                  <a:pos x="connsiteX5917" y="connsiteY5917"/>
                </a:cxn>
                <a:cxn ang="0">
                  <a:pos x="connsiteX5918" y="connsiteY5918"/>
                </a:cxn>
                <a:cxn ang="0">
                  <a:pos x="connsiteX5919" y="connsiteY5919"/>
                </a:cxn>
                <a:cxn ang="0">
                  <a:pos x="connsiteX5920" y="connsiteY5920"/>
                </a:cxn>
                <a:cxn ang="0">
                  <a:pos x="connsiteX5921" y="connsiteY5921"/>
                </a:cxn>
                <a:cxn ang="0">
                  <a:pos x="connsiteX5922" y="connsiteY5922"/>
                </a:cxn>
                <a:cxn ang="0">
                  <a:pos x="connsiteX5923" y="connsiteY5923"/>
                </a:cxn>
                <a:cxn ang="0">
                  <a:pos x="connsiteX5924" y="connsiteY5924"/>
                </a:cxn>
                <a:cxn ang="0">
                  <a:pos x="connsiteX5925" y="connsiteY5925"/>
                </a:cxn>
                <a:cxn ang="0">
                  <a:pos x="connsiteX5926" y="connsiteY5926"/>
                </a:cxn>
                <a:cxn ang="0">
                  <a:pos x="connsiteX5927" y="connsiteY5927"/>
                </a:cxn>
                <a:cxn ang="0">
                  <a:pos x="connsiteX5928" y="connsiteY5928"/>
                </a:cxn>
                <a:cxn ang="0">
                  <a:pos x="connsiteX5929" y="connsiteY5929"/>
                </a:cxn>
                <a:cxn ang="0">
                  <a:pos x="connsiteX5930" y="connsiteY5930"/>
                </a:cxn>
                <a:cxn ang="0">
                  <a:pos x="connsiteX5931" y="connsiteY5931"/>
                </a:cxn>
                <a:cxn ang="0">
                  <a:pos x="connsiteX5932" y="connsiteY5932"/>
                </a:cxn>
                <a:cxn ang="0">
                  <a:pos x="connsiteX5933" y="connsiteY5933"/>
                </a:cxn>
                <a:cxn ang="0">
                  <a:pos x="connsiteX5934" y="connsiteY5934"/>
                </a:cxn>
                <a:cxn ang="0">
                  <a:pos x="connsiteX5935" y="connsiteY5935"/>
                </a:cxn>
                <a:cxn ang="0">
                  <a:pos x="connsiteX5936" y="connsiteY5936"/>
                </a:cxn>
                <a:cxn ang="0">
                  <a:pos x="connsiteX5937" y="connsiteY5937"/>
                </a:cxn>
                <a:cxn ang="0">
                  <a:pos x="connsiteX5938" y="connsiteY5938"/>
                </a:cxn>
                <a:cxn ang="0">
                  <a:pos x="connsiteX5939" y="connsiteY5939"/>
                </a:cxn>
                <a:cxn ang="0">
                  <a:pos x="connsiteX5940" y="connsiteY5940"/>
                </a:cxn>
                <a:cxn ang="0">
                  <a:pos x="connsiteX5941" y="connsiteY5941"/>
                </a:cxn>
                <a:cxn ang="0">
                  <a:pos x="connsiteX5942" y="connsiteY5942"/>
                </a:cxn>
                <a:cxn ang="0">
                  <a:pos x="connsiteX5943" y="connsiteY5943"/>
                </a:cxn>
                <a:cxn ang="0">
                  <a:pos x="connsiteX5944" y="connsiteY5944"/>
                </a:cxn>
                <a:cxn ang="0">
                  <a:pos x="connsiteX5945" y="connsiteY5945"/>
                </a:cxn>
                <a:cxn ang="0">
                  <a:pos x="connsiteX5946" y="connsiteY5946"/>
                </a:cxn>
                <a:cxn ang="0">
                  <a:pos x="connsiteX5947" y="connsiteY5947"/>
                </a:cxn>
                <a:cxn ang="0">
                  <a:pos x="connsiteX5948" y="connsiteY5948"/>
                </a:cxn>
                <a:cxn ang="0">
                  <a:pos x="connsiteX5949" y="connsiteY5949"/>
                </a:cxn>
                <a:cxn ang="0">
                  <a:pos x="connsiteX5950" y="connsiteY5950"/>
                </a:cxn>
                <a:cxn ang="0">
                  <a:pos x="connsiteX5951" y="connsiteY5951"/>
                </a:cxn>
                <a:cxn ang="0">
                  <a:pos x="connsiteX5952" y="connsiteY5952"/>
                </a:cxn>
                <a:cxn ang="0">
                  <a:pos x="connsiteX5953" y="connsiteY5953"/>
                </a:cxn>
                <a:cxn ang="0">
                  <a:pos x="connsiteX5954" y="connsiteY5954"/>
                </a:cxn>
                <a:cxn ang="0">
                  <a:pos x="connsiteX5955" y="connsiteY5955"/>
                </a:cxn>
                <a:cxn ang="0">
                  <a:pos x="connsiteX5956" y="connsiteY5956"/>
                </a:cxn>
                <a:cxn ang="0">
                  <a:pos x="connsiteX5957" y="connsiteY5957"/>
                </a:cxn>
                <a:cxn ang="0">
                  <a:pos x="connsiteX5958" y="connsiteY5958"/>
                </a:cxn>
                <a:cxn ang="0">
                  <a:pos x="connsiteX5959" y="connsiteY5959"/>
                </a:cxn>
                <a:cxn ang="0">
                  <a:pos x="connsiteX5960" y="connsiteY5960"/>
                </a:cxn>
                <a:cxn ang="0">
                  <a:pos x="connsiteX5961" y="connsiteY5961"/>
                </a:cxn>
                <a:cxn ang="0">
                  <a:pos x="connsiteX5962" y="connsiteY5962"/>
                </a:cxn>
                <a:cxn ang="0">
                  <a:pos x="connsiteX5963" y="connsiteY5963"/>
                </a:cxn>
                <a:cxn ang="0">
                  <a:pos x="connsiteX5964" y="connsiteY5964"/>
                </a:cxn>
                <a:cxn ang="0">
                  <a:pos x="connsiteX5965" y="connsiteY5965"/>
                </a:cxn>
                <a:cxn ang="0">
                  <a:pos x="connsiteX5966" y="connsiteY5966"/>
                </a:cxn>
                <a:cxn ang="0">
                  <a:pos x="connsiteX5967" y="connsiteY5967"/>
                </a:cxn>
                <a:cxn ang="0">
                  <a:pos x="connsiteX5968" y="connsiteY5968"/>
                </a:cxn>
                <a:cxn ang="0">
                  <a:pos x="connsiteX5969" y="connsiteY5969"/>
                </a:cxn>
                <a:cxn ang="0">
                  <a:pos x="connsiteX5970" y="connsiteY5970"/>
                </a:cxn>
                <a:cxn ang="0">
                  <a:pos x="connsiteX5971" y="connsiteY5971"/>
                </a:cxn>
                <a:cxn ang="0">
                  <a:pos x="connsiteX5972" y="connsiteY5972"/>
                </a:cxn>
                <a:cxn ang="0">
                  <a:pos x="connsiteX5973" y="connsiteY5973"/>
                </a:cxn>
                <a:cxn ang="0">
                  <a:pos x="connsiteX5974" y="connsiteY5974"/>
                </a:cxn>
                <a:cxn ang="0">
                  <a:pos x="connsiteX5975" y="connsiteY5975"/>
                </a:cxn>
                <a:cxn ang="0">
                  <a:pos x="connsiteX5976" y="connsiteY5976"/>
                </a:cxn>
                <a:cxn ang="0">
                  <a:pos x="connsiteX5977" y="connsiteY5977"/>
                </a:cxn>
                <a:cxn ang="0">
                  <a:pos x="connsiteX5978" y="connsiteY5978"/>
                </a:cxn>
                <a:cxn ang="0">
                  <a:pos x="connsiteX5979" y="connsiteY5979"/>
                </a:cxn>
                <a:cxn ang="0">
                  <a:pos x="connsiteX5980" y="connsiteY5980"/>
                </a:cxn>
                <a:cxn ang="0">
                  <a:pos x="connsiteX5981" y="connsiteY5981"/>
                </a:cxn>
                <a:cxn ang="0">
                  <a:pos x="connsiteX5982" y="connsiteY5982"/>
                </a:cxn>
                <a:cxn ang="0">
                  <a:pos x="connsiteX5983" y="connsiteY5983"/>
                </a:cxn>
                <a:cxn ang="0">
                  <a:pos x="connsiteX5984" y="connsiteY5984"/>
                </a:cxn>
                <a:cxn ang="0">
                  <a:pos x="connsiteX5985" y="connsiteY5985"/>
                </a:cxn>
                <a:cxn ang="0">
                  <a:pos x="connsiteX5986" y="connsiteY5986"/>
                </a:cxn>
                <a:cxn ang="0">
                  <a:pos x="connsiteX5987" y="connsiteY5987"/>
                </a:cxn>
                <a:cxn ang="0">
                  <a:pos x="connsiteX5988" y="connsiteY5988"/>
                </a:cxn>
                <a:cxn ang="0">
                  <a:pos x="connsiteX5989" y="connsiteY5989"/>
                </a:cxn>
                <a:cxn ang="0">
                  <a:pos x="connsiteX5990" y="connsiteY5990"/>
                </a:cxn>
                <a:cxn ang="0">
                  <a:pos x="connsiteX5991" y="connsiteY5991"/>
                </a:cxn>
                <a:cxn ang="0">
                  <a:pos x="connsiteX5992" y="connsiteY5992"/>
                </a:cxn>
                <a:cxn ang="0">
                  <a:pos x="connsiteX5993" y="connsiteY5993"/>
                </a:cxn>
                <a:cxn ang="0">
                  <a:pos x="connsiteX5994" y="connsiteY5994"/>
                </a:cxn>
                <a:cxn ang="0">
                  <a:pos x="connsiteX5995" y="connsiteY5995"/>
                </a:cxn>
                <a:cxn ang="0">
                  <a:pos x="connsiteX5996" y="connsiteY5996"/>
                </a:cxn>
                <a:cxn ang="0">
                  <a:pos x="connsiteX5997" y="connsiteY5997"/>
                </a:cxn>
                <a:cxn ang="0">
                  <a:pos x="connsiteX5998" y="connsiteY5998"/>
                </a:cxn>
                <a:cxn ang="0">
                  <a:pos x="connsiteX5999" y="connsiteY5999"/>
                </a:cxn>
                <a:cxn ang="0">
                  <a:pos x="connsiteX6000" y="connsiteY6000"/>
                </a:cxn>
                <a:cxn ang="0">
                  <a:pos x="connsiteX6001" y="connsiteY6001"/>
                </a:cxn>
                <a:cxn ang="0">
                  <a:pos x="connsiteX6002" y="connsiteY6002"/>
                </a:cxn>
                <a:cxn ang="0">
                  <a:pos x="connsiteX6003" y="connsiteY6003"/>
                </a:cxn>
                <a:cxn ang="0">
                  <a:pos x="connsiteX6004" y="connsiteY6004"/>
                </a:cxn>
                <a:cxn ang="0">
                  <a:pos x="connsiteX6005" y="connsiteY6005"/>
                </a:cxn>
                <a:cxn ang="0">
                  <a:pos x="connsiteX6006" y="connsiteY6006"/>
                </a:cxn>
                <a:cxn ang="0">
                  <a:pos x="connsiteX6007" y="connsiteY6007"/>
                </a:cxn>
                <a:cxn ang="0">
                  <a:pos x="connsiteX6008" y="connsiteY6008"/>
                </a:cxn>
                <a:cxn ang="0">
                  <a:pos x="connsiteX6009" y="connsiteY6009"/>
                </a:cxn>
                <a:cxn ang="0">
                  <a:pos x="connsiteX6010" y="connsiteY6010"/>
                </a:cxn>
                <a:cxn ang="0">
                  <a:pos x="connsiteX6011" y="connsiteY6011"/>
                </a:cxn>
                <a:cxn ang="0">
                  <a:pos x="connsiteX6012" y="connsiteY6012"/>
                </a:cxn>
                <a:cxn ang="0">
                  <a:pos x="connsiteX6013" y="connsiteY6013"/>
                </a:cxn>
                <a:cxn ang="0">
                  <a:pos x="connsiteX6014" y="connsiteY6014"/>
                </a:cxn>
                <a:cxn ang="0">
                  <a:pos x="connsiteX6015" y="connsiteY6015"/>
                </a:cxn>
                <a:cxn ang="0">
                  <a:pos x="connsiteX6016" y="connsiteY6016"/>
                </a:cxn>
                <a:cxn ang="0">
                  <a:pos x="connsiteX6017" y="connsiteY6017"/>
                </a:cxn>
                <a:cxn ang="0">
                  <a:pos x="connsiteX6018" y="connsiteY6018"/>
                </a:cxn>
                <a:cxn ang="0">
                  <a:pos x="connsiteX6019" y="connsiteY6019"/>
                </a:cxn>
                <a:cxn ang="0">
                  <a:pos x="connsiteX6020" y="connsiteY6020"/>
                </a:cxn>
                <a:cxn ang="0">
                  <a:pos x="connsiteX6021" y="connsiteY6021"/>
                </a:cxn>
                <a:cxn ang="0">
                  <a:pos x="connsiteX6022" y="connsiteY6022"/>
                </a:cxn>
                <a:cxn ang="0">
                  <a:pos x="connsiteX6023" y="connsiteY6023"/>
                </a:cxn>
                <a:cxn ang="0">
                  <a:pos x="connsiteX6024" y="connsiteY6024"/>
                </a:cxn>
                <a:cxn ang="0">
                  <a:pos x="connsiteX6025" y="connsiteY6025"/>
                </a:cxn>
                <a:cxn ang="0">
                  <a:pos x="connsiteX6026" y="connsiteY6026"/>
                </a:cxn>
                <a:cxn ang="0">
                  <a:pos x="connsiteX6027" y="connsiteY6027"/>
                </a:cxn>
                <a:cxn ang="0">
                  <a:pos x="connsiteX6028" y="connsiteY6028"/>
                </a:cxn>
                <a:cxn ang="0">
                  <a:pos x="connsiteX6029" y="connsiteY6029"/>
                </a:cxn>
                <a:cxn ang="0">
                  <a:pos x="connsiteX6030" y="connsiteY6030"/>
                </a:cxn>
                <a:cxn ang="0">
                  <a:pos x="connsiteX6031" y="connsiteY6031"/>
                </a:cxn>
                <a:cxn ang="0">
                  <a:pos x="connsiteX6032" y="connsiteY6032"/>
                </a:cxn>
                <a:cxn ang="0">
                  <a:pos x="connsiteX6033" y="connsiteY6033"/>
                </a:cxn>
                <a:cxn ang="0">
                  <a:pos x="connsiteX6034" y="connsiteY6034"/>
                </a:cxn>
                <a:cxn ang="0">
                  <a:pos x="connsiteX6035" y="connsiteY6035"/>
                </a:cxn>
                <a:cxn ang="0">
                  <a:pos x="connsiteX6036" y="connsiteY6036"/>
                </a:cxn>
                <a:cxn ang="0">
                  <a:pos x="connsiteX6037" y="connsiteY6037"/>
                </a:cxn>
                <a:cxn ang="0">
                  <a:pos x="connsiteX6038" y="connsiteY6038"/>
                </a:cxn>
                <a:cxn ang="0">
                  <a:pos x="connsiteX6039" y="connsiteY6039"/>
                </a:cxn>
                <a:cxn ang="0">
                  <a:pos x="connsiteX6040" y="connsiteY6040"/>
                </a:cxn>
                <a:cxn ang="0">
                  <a:pos x="connsiteX6041" y="connsiteY6041"/>
                </a:cxn>
                <a:cxn ang="0">
                  <a:pos x="connsiteX6042" y="connsiteY6042"/>
                </a:cxn>
                <a:cxn ang="0">
                  <a:pos x="connsiteX6043" y="connsiteY6043"/>
                </a:cxn>
                <a:cxn ang="0">
                  <a:pos x="connsiteX6044" y="connsiteY6044"/>
                </a:cxn>
                <a:cxn ang="0">
                  <a:pos x="connsiteX6045" y="connsiteY6045"/>
                </a:cxn>
                <a:cxn ang="0">
                  <a:pos x="connsiteX6046" y="connsiteY6046"/>
                </a:cxn>
                <a:cxn ang="0">
                  <a:pos x="connsiteX6047" y="connsiteY6047"/>
                </a:cxn>
                <a:cxn ang="0">
                  <a:pos x="connsiteX6048" y="connsiteY6048"/>
                </a:cxn>
                <a:cxn ang="0">
                  <a:pos x="connsiteX6049" y="connsiteY6049"/>
                </a:cxn>
                <a:cxn ang="0">
                  <a:pos x="connsiteX6050" y="connsiteY6050"/>
                </a:cxn>
                <a:cxn ang="0">
                  <a:pos x="connsiteX6051" y="connsiteY6051"/>
                </a:cxn>
                <a:cxn ang="0">
                  <a:pos x="connsiteX6052" y="connsiteY6052"/>
                </a:cxn>
                <a:cxn ang="0">
                  <a:pos x="connsiteX6053" y="connsiteY6053"/>
                </a:cxn>
                <a:cxn ang="0">
                  <a:pos x="connsiteX6054" y="connsiteY6054"/>
                </a:cxn>
                <a:cxn ang="0">
                  <a:pos x="connsiteX6055" y="connsiteY6055"/>
                </a:cxn>
                <a:cxn ang="0">
                  <a:pos x="connsiteX6056" y="connsiteY6056"/>
                </a:cxn>
                <a:cxn ang="0">
                  <a:pos x="connsiteX6057" y="connsiteY6057"/>
                </a:cxn>
                <a:cxn ang="0">
                  <a:pos x="connsiteX6058" y="connsiteY6058"/>
                </a:cxn>
                <a:cxn ang="0">
                  <a:pos x="connsiteX6059" y="connsiteY6059"/>
                </a:cxn>
                <a:cxn ang="0">
                  <a:pos x="connsiteX6060" y="connsiteY6060"/>
                </a:cxn>
                <a:cxn ang="0">
                  <a:pos x="connsiteX6061" y="connsiteY6061"/>
                </a:cxn>
                <a:cxn ang="0">
                  <a:pos x="connsiteX6062" y="connsiteY6062"/>
                </a:cxn>
                <a:cxn ang="0">
                  <a:pos x="connsiteX6063" y="connsiteY6063"/>
                </a:cxn>
                <a:cxn ang="0">
                  <a:pos x="connsiteX6064" y="connsiteY6064"/>
                </a:cxn>
                <a:cxn ang="0">
                  <a:pos x="connsiteX6065" y="connsiteY6065"/>
                </a:cxn>
                <a:cxn ang="0">
                  <a:pos x="connsiteX6066" y="connsiteY6066"/>
                </a:cxn>
                <a:cxn ang="0">
                  <a:pos x="connsiteX6067" y="connsiteY6067"/>
                </a:cxn>
                <a:cxn ang="0">
                  <a:pos x="connsiteX6068" y="connsiteY6068"/>
                </a:cxn>
                <a:cxn ang="0">
                  <a:pos x="connsiteX6069" y="connsiteY6069"/>
                </a:cxn>
                <a:cxn ang="0">
                  <a:pos x="connsiteX6070" y="connsiteY6070"/>
                </a:cxn>
                <a:cxn ang="0">
                  <a:pos x="connsiteX6071" y="connsiteY6071"/>
                </a:cxn>
                <a:cxn ang="0">
                  <a:pos x="connsiteX6072" y="connsiteY6072"/>
                </a:cxn>
                <a:cxn ang="0">
                  <a:pos x="connsiteX6073" y="connsiteY6073"/>
                </a:cxn>
                <a:cxn ang="0">
                  <a:pos x="connsiteX6074" y="connsiteY6074"/>
                </a:cxn>
                <a:cxn ang="0">
                  <a:pos x="connsiteX6075" y="connsiteY6075"/>
                </a:cxn>
                <a:cxn ang="0">
                  <a:pos x="connsiteX6076" y="connsiteY6076"/>
                </a:cxn>
                <a:cxn ang="0">
                  <a:pos x="connsiteX6077" y="connsiteY6077"/>
                </a:cxn>
                <a:cxn ang="0">
                  <a:pos x="connsiteX6078" y="connsiteY6078"/>
                </a:cxn>
                <a:cxn ang="0">
                  <a:pos x="connsiteX6079" y="connsiteY6079"/>
                </a:cxn>
                <a:cxn ang="0">
                  <a:pos x="connsiteX6080" y="connsiteY6080"/>
                </a:cxn>
                <a:cxn ang="0">
                  <a:pos x="connsiteX6081" y="connsiteY6081"/>
                </a:cxn>
                <a:cxn ang="0">
                  <a:pos x="connsiteX6082" y="connsiteY6082"/>
                </a:cxn>
                <a:cxn ang="0">
                  <a:pos x="connsiteX6083" y="connsiteY6083"/>
                </a:cxn>
                <a:cxn ang="0">
                  <a:pos x="connsiteX6084" y="connsiteY6084"/>
                </a:cxn>
                <a:cxn ang="0">
                  <a:pos x="connsiteX6085" y="connsiteY6085"/>
                </a:cxn>
                <a:cxn ang="0">
                  <a:pos x="connsiteX6086" y="connsiteY6086"/>
                </a:cxn>
                <a:cxn ang="0">
                  <a:pos x="connsiteX6087" y="connsiteY6087"/>
                </a:cxn>
                <a:cxn ang="0">
                  <a:pos x="connsiteX6088" y="connsiteY6088"/>
                </a:cxn>
                <a:cxn ang="0">
                  <a:pos x="connsiteX6089" y="connsiteY6089"/>
                </a:cxn>
                <a:cxn ang="0">
                  <a:pos x="connsiteX6090" y="connsiteY6090"/>
                </a:cxn>
                <a:cxn ang="0">
                  <a:pos x="connsiteX6091" y="connsiteY6091"/>
                </a:cxn>
                <a:cxn ang="0">
                  <a:pos x="connsiteX6092" y="connsiteY6092"/>
                </a:cxn>
                <a:cxn ang="0">
                  <a:pos x="connsiteX6093" y="connsiteY6093"/>
                </a:cxn>
                <a:cxn ang="0">
                  <a:pos x="connsiteX6094" y="connsiteY6094"/>
                </a:cxn>
                <a:cxn ang="0">
                  <a:pos x="connsiteX6095" y="connsiteY6095"/>
                </a:cxn>
                <a:cxn ang="0">
                  <a:pos x="connsiteX6096" y="connsiteY6096"/>
                </a:cxn>
                <a:cxn ang="0">
                  <a:pos x="connsiteX6097" y="connsiteY6097"/>
                </a:cxn>
                <a:cxn ang="0">
                  <a:pos x="connsiteX6098" y="connsiteY6098"/>
                </a:cxn>
                <a:cxn ang="0">
                  <a:pos x="connsiteX6099" y="connsiteY6099"/>
                </a:cxn>
                <a:cxn ang="0">
                  <a:pos x="connsiteX6100" y="connsiteY6100"/>
                </a:cxn>
                <a:cxn ang="0">
                  <a:pos x="connsiteX6101" y="connsiteY6101"/>
                </a:cxn>
                <a:cxn ang="0">
                  <a:pos x="connsiteX6102" y="connsiteY6102"/>
                </a:cxn>
                <a:cxn ang="0">
                  <a:pos x="connsiteX6103" y="connsiteY6103"/>
                </a:cxn>
                <a:cxn ang="0">
                  <a:pos x="connsiteX6104" y="connsiteY6104"/>
                </a:cxn>
                <a:cxn ang="0">
                  <a:pos x="connsiteX6105" y="connsiteY6105"/>
                </a:cxn>
                <a:cxn ang="0">
                  <a:pos x="connsiteX6106" y="connsiteY6106"/>
                </a:cxn>
                <a:cxn ang="0">
                  <a:pos x="connsiteX6107" y="connsiteY6107"/>
                </a:cxn>
                <a:cxn ang="0">
                  <a:pos x="connsiteX6108" y="connsiteY6108"/>
                </a:cxn>
                <a:cxn ang="0">
                  <a:pos x="connsiteX6109" y="connsiteY6109"/>
                </a:cxn>
                <a:cxn ang="0">
                  <a:pos x="connsiteX6110" y="connsiteY6110"/>
                </a:cxn>
                <a:cxn ang="0">
                  <a:pos x="connsiteX6111" y="connsiteY6111"/>
                </a:cxn>
                <a:cxn ang="0">
                  <a:pos x="connsiteX6112" y="connsiteY6112"/>
                </a:cxn>
                <a:cxn ang="0">
                  <a:pos x="connsiteX6113" y="connsiteY6113"/>
                </a:cxn>
                <a:cxn ang="0">
                  <a:pos x="connsiteX6114" y="connsiteY6114"/>
                </a:cxn>
                <a:cxn ang="0">
                  <a:pos x="connsiteX6115" y="connsiteY6115"/>
                </a:cxn>
                <a:cxn ang="0">
                  <a:pos x="connsiteX6116" y="connsiteY6116"/>
                </a:cxn>
                <a:cxn ang="0">
                  <a:pos x="connsiteX6117" y="connsiteY6117"/>
                </a:cxn>
                <a:cxn ang="0">
                  <a:pos x="connsiteX6118" y="connsiteY6118"/>
                </a:cxn>
                <a:cxn ang="0">
                  <a:pos x="connsiteX6119" y="connsiteY6119"/>
                </a:cxn>
                <a:cxn ang="0">
                  <a:pos x="connsiteX6120" y="connsiteY6120"/>
                </a:cxn>
                <a:cxn ang="0">
                  <a:pos x="connsiteX6121" y="connsiteY6121"/>
                </a:cxn>
                <a:cxn ang="0">
                  <a:pos x="connsiteX6122" y="connsiteY6122"/>
                </a:cxn>
                <a:cxn ang="0">
                  <a:pos x="connsiteX6123" y="connsiteY6123"/>
                </a:cxn>
                <a:cxn ang="0">
                  <a:pos x="connsiteX6124" y="connsiteY6124"/>
                </a:cxn>
                <a:cxn ang="0">
                  <a:pos x="connsiteX6125" y="connsiteY6125"/>
                </a:cxn>
                <a:cxn ang="0">
                  <a:pos x="connsiteX6126" y="connsiteY6126"/>
                </a:cxn>
                <a:cxn ang="0">
                  <a:pos x="connsiteX6127" y="connsiteY6127"/>
                </a:cxn>
                <a:cxn ang="0">
                  <a:pos x="connsiteX6128" y="connsiteY6128"/>
                </a:cxn>
                <a:cxn ang="0">
                  <a:pos x="connsiteX6129" y="connsiteY6129"/>
                </a:cxn>
                <a:cxn ang="0">
                  <a:pos x="connsiteX6130" y="connsiteY6130"/>
                </a:cxn>
                <a:cxn ang="0">
                  <a:pos x="connsiteX6131" y="connsiteY6131"/>
                </a:cxn>
                <a:cxn ang="0">
                  <a:pos x="connsiteX6132" y="connsiteY6132"/>
                </a:cxn>
                <a:cxn ang="0">
                  <a:pos x="connsiteX6133" y="connsiteY6133"/>
                </a:cxn>
                <a:cxn ang="0">
                  <a:pos x="connsiteX6134" y="connsiteY6134"/>
                </a:cxn>
                <a:cxn ang="0">
                  <a:pos x="connsiteX6135" y="connsiteY6135"/>
                </a:cxn>
                <a:cxn ang="0">
                  <a:pos x="connsiteX6136" y="connsiteY6136"/>
                </a:cxn>
                <a:cxn ang="0">
                  <a:pos x="connsiteX6137" y="connsiteY6137"/>
                </a:cxn>
                <a:cxn ang="0">
                  <a:pos x="connsiteX6138" y="connsiteY6138"/>
                </a:cxn>
                <a:cxn ang="0">
                  <a:pos x="connsiteX6139" y="connsiteY6139"/>
                </a:cxn>
                <a:cxn ang="0">
                  <a:pos x="connsiteX6140" y="connsiteY6140"/>
                </a:cxn>
                <a:cxn ang="0">
                  <a:pos x="connsiteX6141" y="connsiteY6141"/>
                </a:cxn>
                <a:cxn ang="0">
                  <a:pos x="connsiteX6142" y="connsiteY6142"/>
                </a:cxn>
                <a:cxn ang="0">
                  <a:pos x="connsiteX6143" y="connsiteY6143"/>
                </a:cxn>
                <a:cxn ang="0">
                  <a:pos x="connsiteX6144" y="connsiteY6144"/>
                </a:cxn>
                <a:cxn ang="0">
                  <a:pos x="connsiteX6145" y="connsiteY6145"/>
                </a:cxn>
                <a:cxn ang="0">
                  <a:pos x="connsiteX6146" y="connsiteY6146"/>
                </a:cxn>
                <a:cxn ang="0">
                  <a:pos x="connsiteX6147" y="connsiteY6147"/>
                </a:cxn>
                <a:cxn ang="0">
                  <a:pos x="connsiteX6148" y="connsiteY6148"/>
                </a:cxn>
                <a:cxn ang="0">
                  <a:pos x="connsiteX6149" y="connsiteY6149"/>
                </a:cxn>
                <a:cxn ang="0">
                  <a:pos x="connsiteX6150" y="connsiteY6150"/>
                </a:cxn>
                <a:cxn ang="0">
                  <a:pos x="connsiteX6151" y="connsiteY6151"/>
                </a:cxn>
                <a:cxn ang="0">
                  <a:pos x="connsiteX6152" y="connsiteY6152"/>
                </a:cxn>
                <a:cxn ang="0">
                  <a:pos x="connsiteX6153" y="connsiteY6153"/>
                </a:cxn>
                <a:cxn ang="0">
                  <a:pos x="connsiteX6154" y="connsiteY6154"/>
                </a:cxn>
                <a:cxn ang="0">
                  <a:pos x="connsiteX6155" y="connsiteY6155"/>
                </a:cxn>
                <a:cxn ang="0">
                  <a:pos x="connsiteX6156" y="connsiteY6156"/>
                </a:cxn>
                <a:cxn ang="0">
                  <a:pos x="connsiteX6157" y="connsiteY6157"/>
                </a:cxn>
                <a:cxn ang="0">
                  <a:pos x="connsiteX6158" y="connsiteY6158"/>
                </a:cxn>
                <a:cxn ang="0">
                  <a:pos x="connsiteX6159" y="connsiteY6159"/>
                </a:cxn>
                <a:cxn ang="0">
                  <a:pos x="connsiteX6160" y="connsiteY6160"/>
                </a:cxn>
                <a:cxn ang="0">
                  <a:pos x="connsiteX6161" y="connsiteY6161"/>
                </a:cxn>
                <a:cxn ang="0">
                  <a:pos x="connsiteX6162" y="connsiteY6162"/>
                </a:cxn>
                <a:cxn ang="0">
                  <a:pos x="connsiteX6163" y="connsiteY6163"/>
                </a:cxn>
                <a:cxn ang="0">
                  <a:pos x="connsiteX6164" y="connsiteY6164"/>
                </a:cxn>
                <a:cxn ang="0">
                  <a:pos x="connsiteX6165" y="connsiteY6165"/>
                </a:cxn>
                <a:cxn ang="0">
                  <a:pos x="connsiteX6166" y="connsiteY6166"/>
                </a:cxn>
                <a:cxn ang="0">
                  <a:pos x="connsiteX6167" y="connsiteY6167"/>
                </a:cxn>
                <a:cxn ang="0">
                  <a:pos x="connsiteX6168" y="connsiteY6168"/>
                </a:cxn>
                <a:cxn ang="0">
                  <a:pos x="connsiteX6169" y="connsiteY6169"/>
                </a:cxn>
                <a:cxn ang="0">
                  <a:pos x="connsiteX6170" y="connsiteY6170"/>
                </a:cxn>
                <a:cxn ang="0">
                  <a:pos x="connsiteX6171" y="connsiteY6171"/>
                </a:cxn>
                <a:cxn ang="0">
                  <a:pos x="connsiteX6172" y="connsiteY6172"/>
                </a:cxn>
                <a:cxn ang="0">
                  <a:pos x="connsiteX6173" y="connsiteY6173"/>
                </a:cxn>
                <a:cxn ang="0">
                  <a:pos x="connsiteX6174" y="connsiteY6174"/>
                </a:cxn>
                <a:cxn ang="0">
                  <a:pos x="connsiteX6175" y="connsiteY6175"/>
                </a:cxn>
                <a:cxn ang="0">
                  <a:pos x="connsiteX6176" y="connsiteY6176"/>
                </a:cxn>
                <a:cxn ang="0">
                  <a:pos x="connsiteX6177" y="connsiteY6177"/>
                </a:cxn>
                <a:cxn ang="0">
                  <a:pos x="connsiteX6178" y="connsiteY6178"/>
                </a:cxn>
                <a:cxn ang="0">
                  <a:pos x="connsiteX6179" y="connsiteY6179"/>
                </a:cxn>
                <a:cxn ang="0">
                  <a:pos x="connsiteX6180" y="connsiteY6180"/>
                </a:cxn>
                <a:cxn ang="0">
                  <a:pos x="connsiteX6181" y="connsiteY6181"/>
                </a:cxn>
                <a:cxn ang="0">
                  <a:pos x="connsiteX6182" y="connsiteY6182"/>
                </a:cxn>
                <a:cxn ang="0">
                  <a:pos x="connsiteX6183" y="connsiteY6183"/>
                </a:cxn>
                <a:cxn ang="0">
                  <a:pos x="connsiteX6184" y="connsiteY6184"/>
                </a:cxn>
                <a:cxn ang="0">
                  <a:pos x="connsiteX6185" y="connsiteY6185"/>
                </a:cxn>
                <a:cxn ang="0">
                  <a:pos x="connsiteX6186" y="connsiteY6186"/>
                </a:cxn>
                <a:cxn ang="0">
                  <a:pos x="connsiteX6187" y="connsiteY6187"/>
                </a:cxn>
                <a:cxn ang="0">
                  <a:pos x="connsiteX6188" y="connsiteY6188"/>
                </a:cxn>
                <a:cxn ang="0">
                  <a:pos x="connsiteX6189" y="connsiteY6189"/>
                </a:cxn>
                <a:cxn ang="0">
                  <a:pos x="connsiteX6190" y="connsiteY6190"/>
                </a:cxn>
                <a:cxn ang="0">
                  <a:pos x="connsiteX6191" y="connsiteY6191"/>
                </a:cxn>
                <a:cxn ang="0">
                  <a:pos x="connsiteX6192" y="connsiteY6192"/>
                </a:cxn>
                <a:cxn ang="0">
                  <a:pos x="connsiteX6193" y="connsiteY6193"/>
                </a:cxn>
                <a:cxn ang="0">
                  <a:pos x="connsiteX6194" y="connsiteY6194"/>
                </a:cxn>
                <a:cxn ang="0">
                  <a:pos x="connsiteX6195" y="connsiteY6195"/>
                </a:cxn>
                <a:cxn ang="0">
                  <a:pos x="connsiteX6196" y="connsiteY6196"/>
                </a:cxn>
                <a:cxn ang="0">
                  <a:pos x="connsiteX6197" y="connsiteY6197"/>
                </a:cxn>
                <a:cxn ang="0">
                  <a:pos x="connsiteX6198" y="connsiteY6198"/>
                </a:cxn>
                <a:cxn ang="0">
                  <a:pos x="connsiteX6199" y="connsiteY6199"/>
                </a:cxn>
                <a:cxn ang="0">
                  <a:pos x="connsiteX6200" y="connsiteY6200"/>
                </a:cxn>
                <a:cxn ang="0">
                  <a:pos x="connsiteX6201" y="connsiteY6201"/>
                </a:cxn>
                <a:cxn ang="0">
                  <a:pos x="connsiteX6202" y="connsiteY6202"/>
                </a:cxn>
                <a:cxn ang="0">
                  <a:pos x="connsiteX6203" y="connsiteY6203"/>
                </a:cxn>
                <a:cxn ang="0">
                  <a:pos x="connsiteX6204" y="connsiteY6204"/>
                </a:cxn>
                <a:cxn ang="0">
                  <a:pos x="connsiteX6205" y="connsiteY6205"/>
                </a:cxn>
                <a:cxn ang="0">
                  <a:pos x="connsiteX6206" y="connsiteY6206"/>
                </a:cxn>
                <a:cxn ang="0">
                  <a:pos x="connsiteX6207" y="connsiteY6207"/>
                </a:cxn>
                <a:cxn ang="0">
                  <a:pos x="connsiteX6208" y="connsiteY6208"/>
                </a:cxn>
                <a:cxn ang="0">
                  <a:pos x="connsiteX6209" y="connsiteY6209"/>
                </a:cxn>
                <a:cxn ang="0">
                  <a:pos x="connsiteX6210" y="connsiteY6210"/>
                </a:cxn>
                <a:cxn ang="0">
                  <a:pos x="connsiteX6211" y="connsiteY6211"/>
                </a:cxn>
                <a:cxn ang="0">
                  <a:pos x="connsiteX6212" y="connsiteY6212"/>
                </a:cxn>
                <a:cxn ang="0">
                  <a:pos x="connsiteX6213" y="connsiteY6213"/>
                </a:cxn>
                <a:cxn ang="0">
                  <a:pos x="connsiteX6214" y="connsiteY6214"/>
                </a:cxn>
                <a:cxn ang="0">
                  <a:pos x="connsiteX6215" y="connsiteY6215"/>
                </a:cxn>
                <a:cxn ang="0">
                  <a:pos x="connsiteX6216" y="connsiteY6216"/>
                </a:cxn>
                <a:cxn ang="0">
                  <a:pos x="connsiteX6217" y="connsiteY6217"/>
                </a:cxn>
                <a:cxn ang="0">
                  <a:pos x="connsiteX6218" y="connsiteY6218"/>
                </a:cxn>
                <a:cxn ang="0">
                  <a:pos x="connsiteX6219" y="connsiteY6219"/>
                </a:cxn>
                <a:cxn ang="0">
                  <a:pos x="connsiteX6220" y="connsiteY6220"/>
                </a:cxn>
                <a:cxn ang="0">
                  <a:pos x="connsiteX6221" y="connsiteY6221"/>
                </a:cxn>
                <a:cxn ang="0">
                  <a:pos x="connsiteX6222" y="connsiteY6222"/>
                </a:cxn>
                <a:cxn ang="0">
                  <a:pos x="connsiteX6223" y="connsiteY6223"/>
                </a:cxn>
                <a:cxn ang="0">
                  <a:pos x="connsiteX6224" y="connsiteY6224"/>
                </a:cxn>
                <a:cxn ang="0">
                  <a:pos x="connsiteX6225" y="connsiteY6225"/>
                </a:cxn>
                <a:cxn ang="0">
                  <a:pos x="connsiteX6226" y="connsiteY6226"/>
                </a:cxn>
                <a:cxn ang="0">
                  <a:pos x="connsiteX6227" y="connsiteY6227"/>
                </a:cxn>
                <a:cxn ang="0">
                  <a:pos x="connsiteX6228" y="connsiteY6228"/>
                </a:cxn>
                <a:cxn ang="0">
                  <a:pos x="connsiteX6229" y="connsiteY6229"/>
                </a:cxn>
                <a:cxn ang="0">
                  <a:pos x="connsiteX6230" y="connsiteY6230"/>
                </a:cxn>
                <a:cxn ang="0">
                  <a:pos x="connsiteX6231" y="connsiteY6231"/>
                </a:cxn>
                <a:cxn ang="0">
                  <a:pos x="connsiteX6232" y="connsiteY6232"/>
                </a:cxn>
                <a:cxn ang="0">
                  <a:pos x="connsiteX6233" y="connsiteY6233"/>
                </a:cxn>
                <a:cxn ang="0">
                  <a:pos x="connsiteX6234" y="connsiteY6234"/>
                </a:cxn>
                <a:cxn ang="0">
                  <a:pos x="connsiteX6235" y="connsiteY6235"/>
                </a:cxn>
                <a:cxn ang="0">
                  <a:pos x="connsiteX6236" y="connsiteY6236"/>
                </a:cxn>
                <a:cxn ang="0">
                  <a:pos x="connsiteX6237" y="connsiteY6237"/>
                </a:cxn>
                <a:cxn ang="0">
                  <a:pos x="connsiteX6238" y="connsiteY6238"/>
                </a:cxn>
                <a:cxn ang="0">
                  <a:pos x="connsiteX6239" y="connsiteY6239"/>
                </a:cxn>
                <a:cxn ang="0">
                  <a:pos x="connsiteX6240" y="connsiteY6240"/>
                </a:cxn>
                <a:cxn ang="0">
                  <a:pos x="connsiteX6241" y="connsiteY6241"/>
                </a:cxn>
                <a:cxn ang="0">
                  <a:pos x="connsiteX6242" y="connsiteY6242"/>
                </a:cxn>
                <a:cxn ang="0">
                  <a:pos x="connsiteX6243" y="connsiteY6243"/>
                </a:cxn>
                <a:cxn ang="0">
                  <a:pos x="connsiteX6244" y="connsiteY6244"/>
                </a:cxn>
                <a:cxn ang="0">
                  <a:pos x="connsiteX6245" y="connsiteY6245"/>
                </a:cxn>
                <a:cxn ang="0">
                  <a:pos x="connsiteX6246" y="connsiteY6246"/>
                </a:cxn>
                <a:cxn ang="0">
                  <a:pos x="connsiteX6247" y="connsiteY6247"/>
                </a:cxn>
                <a:cxn ang="0">
                  <a:pos x="connsiteX6248" y="connsiteY6248"/>
                </a:cxn>
                <a:cxn ang="0">
                  <a:pos x="connsiteX6249" y="connsiteY6249"/>
                </a:cxn>
                <a:cxn ang="0">
                  <a:pos x="connsiteX6250" y="connsiteY6250"/>
                </a:cxn>
                <a:cxn ang="0">
                  <a:pos x="connsiteX6251" y="connsiteY6251"/>
                </a:cxn>
                <a:cxn ang="0">
                  <a:pos x="connsiteX6252" y="connsiteY6252"/>
                </a:cxn>
                <a:cxn ang="0">
                  <a:pos x="connsiteX6253" y="connsiteY6253"/>
                </a:cxn>
                <a:cxn ang="0">
                  <a:pos x="connsiteX6254" y="connsiteY6254"/>
                </a:cxn>
                <a:cxn ang="0">
                  <a:pos x="connsiteX6255" y="connsiteY6255"/>
                </a:cxn>
                <a:cxn ang="0">
                  <a:pos x="connsiteX6256" y="connsiteY6256"/>
                </a:cxn>
                <a:cxn ang="0">
                  <a:pos x="connsiteX6257" y="connsiteY6257"/>
                </a:cxn>
                <a:cxn ang="0">
                  <a:pos x="connsiteX6258" y="connsiteY6258"/>
                </a:cxn>
                <a:cxn ang="0">
                  <a:pos x="connsiteX6259" y="connsiteY6259"/>
                </a:cxn>
                <a:cxn ang="0">
                  <a:pos x="connsiteX6260" y="connsiteY6260"/>
                </a:cxn>
                <a:cxn ang="0">
                  <a:pos x="connsiteX6261" y="connsiteY6261"/>
                </a:cxn>
                <a:cxn ang="0">
                  <a:pos x="connsiteX6262" y="connsiteY6262"/>
                </a:cxn>
                <a:cxn ang="0">
                  <a:pos x="connsiteX6263" y="connsiteY6263"/>
                </a:cxn>
                <a:cxn ang="0">
                  <a:pos x="connsiteX6264" y="connsiteY6264"/>
                </a:cxn>
                <a:cxn ang="0">
                  <a:pos x="connsiteX6265" y="connsiteY6265"/>
                </a:cxn>
                <a:cxn ang="0">
                  <a:pos x="connsiteX6266" y="connsiteY6266"/>
                </a:cxn>
                <a:cxn ang="0">
                  <a:pos x="connsiteX6267" y="connsiteY6267"/>
                </a:cxn>
                <a:cxn ang="0">
                  <a:pos x="connsiteX6268" y="connsiteY6268"/>
                </a:cxn>
                <a:cxn ang="0">
                  <a:pos x="connsiteX6269" y="connsiteY6269"/>
                </a:cxn>
                <a:cxn ang="0">
                  <a:pos x="connsiteX6270" y="connsiteY6270"/>
                </a:cxn>
                <a:cxn ang="0">
                  <a:pos x="connsiteX6271" y="connsiteY6271"/>
                </a:cxn>
                <a:cxn ang="0">
                  <a:pos x="connsiteX6272" y="connsiteY6272"/>
                </a:cxn>
                <a:cxn ang="0">
                  <a:pos x="connsiteX6273" y="connsiteY6273"/>
                </a:cxn>
                <a:cxn ang="0">
                  <a:pos x="connsiteX6274" y="connsiteY6274"/>
                </a:cxn>
                <a:cxn ang="0">
                  <a:pos x="connsiteX6275" y="connsiteY6275"/>
                </a:cxn>
                <a:cxn ang="0">
                  <a:pos x="connsiteX6276" y="connsiteY6276"/>
                </a:cxn>
                <a:cxn ang="0">
                  <a:pos x="connsiteX6277" y="connsiteY6277"/>
                </a:cxn>
                <a:cxn ang="0">
                  <a:pos x="connsiteX6278" y="connsiteY6278"/>
                </a:cxn>
                <a:cxn ang="0">
                  <a:pos x="connsiteX6279" y="connsiteY6279"/>
                </a:cxn>
                <a:cxn ang="0">
                  <a:pos x="connsiteX6280" y="connsiteY6280"/>
                </a:cxn>
                <a:cxn ang="0">
                  <a:pos x="connsiteX6281" y="connsiteY6281"/>
                </a:cxn>
                <a:cxn ang="0">
                  <a:pos x="connsiteX6282" y="connsiteY6282"/>
                </a:cxn>
                <a:cxn ang="0">
                  <a:pos x="connsiteX6283" y="connsiteY6283"/>
                </a:cxn>
                <a:cxn ang="0">
                  <a:pos x="connsiteX6284" y="connsiteY6284"/>
                </a:cxn>
                <a:cxn ang="0">
                  <a:pos x="connsiteX6285" y="connsiteY6285"/>
                </a:cxn>
                <a:cxn ang="0">
                  <a:pos x="connsiteX6286" y="connsiteY6286"/>
                </a:cxn>
                <a:cxn ang="0">
                  <a:pos x="connsiteX6287" y="connsiteY6287"/>
                </a:cxn>
                <a:cxn ang="0">
                  <a:pos x="connsiteX6288" y="connsiteY6288"/>
                </a:cxn>
                <a:cxn ang="0">
                  <a:pos x="connsiteX6289" y="connsiteY6289"/>
                </a:cxn>
                <a:cxn ang="0">
                  <a:pos x="connsiteX6290" y="connsiteY6290"/>
                </a:cxn>
                <a:cxn ang="0">
                  <a:pos x="connsiteX6291" y="connsiteY6291"/>
                </a:cxn>
                <a:cxn ang="0">
                  <a:pos x="connsiteX6292" y="connsiteY6292"/>
                </a:cxn>
                <a:cxn ang="0">
                  <a:pos x="connsiteX6293" y="connsiteY6293"/>
                </a:cxn>
                <a:cxn ang="0">
                  <a:pos x="connsiteX6294" y="connsiteY6294"/>
                </a:cxn>
                <a:cxn ang="0">
                  <a:pos x="connsiteX6295" y="connsiteY6295"/>
                </a:cxn>
                <a:cxn ang="0">
                  <a:pos x="connsiteX6296" y="connsiteY6296"/>
                </a:cxn>
                <a:cxn ang="0">
                  <a:pos x="connsiteX6297" y="connsiteY6297"/>
                </a:cxn>
                <a:cxn ang="0">
                  <a:pos x="connsiteX6298" y="connsiteY6298"/>
                </a:cxn>
                <a:cxn ang="0">
                  <a:pos x="connsiteX6299" y="connsiteY6299"/>
                </a:cxn>
                <a:cxn ang="0">
                  <a:pos x="connsiteX6300" y="connsiteY6300"/>
                </a:cxn>
                <a:cxn ang="0">
                  <a:pos x="connsiteX6301" y="connsiteY6301"/>
                </a:cxn>
                <a:cxn ang="0">
                  <a:pos x="connsiteX6302" y="connsiteY6302"/>
                </a:cxn>
                <a:cxn ang="0">
                  <a:pos x="connsiteX6303" y="connsiteY6303"/>
                </a:cxn>
                <a:cxn ang="0">
                  <a:pos x="connsiteX6304" y="connsiteY6304"/>
                </a:cxn>
                <a:cxn ang="0">
                  <a:pos x="connsiteX6305" y="connsiteY6305"/>
                </a:cxn>
                <a:cxn ang="0">
                  <a:pos x="connsiteX6306" y="connsiteY6306"/>
                </a:cxn>
                <a:cxn ang="0">
                  <a:pos x="connsiteX6307" y="connsiteY6307"/>
                </a:cxn>
                <a:cxn ang="0">
                  <a:pos x="connsiteX6308" y="connsiteY6308"/>
                </a:cxn>
                <a:cxn ang="0">
                  <a:pos x="connsiteX6309" y="connsiteY6309"/>
                </a:cxn>
                <a:cxn ang="0">
                  <a:pos x="connsiteX6310" y="connsiteY6310"/>
                </a:cxn>
                <a:cxn ang="0">
                  <a:pos x="connsiteX6311" y="connsiteY6311"/>
                </a:cxn>
                <a:cxn ang="0">
                  <a:pos x="connsiteX6312" y="connsiteY6312"/>
                </a:cxn>
                <a:cxn ang="0">
                  <a:pos x="connsiteX6313" y="connsiteY6313"/>
                </a:cxn>
                <a:cxn ang="0">
                  <a:pos x="connsiteX6314" y="connsiteY6314"/>
                </a:cxn>
                <a:cxn ang="0">
                  <a:pos x="connsiteX6315" y="connsiteY6315"/>
                </a:cxn>
                <a:cxn ang="0">
                  <a:pos x="connsiteX6316" y="connsiteY6316"/>
                </a:cxn>
                <a:cxn ang="0">
                  <a:pos x="connsiteX6317" y="connsiteY6317"/>
                </a:cxn>
                <a:cxn ang="0">
                  <a:pos x="connsiteX6318" y="connsiteY6318"/>
                </a:cxn>
                <a:cxn ang="0">
                  <a:pos x="connsiteX6319" y="connsiteY6319"/>
                </a:cxn>
                <a:cxn ang="0">
                  <a:pos x="connsiteX6320" y="connsiteY6320"/>
                </a:cxn>
                <a:cxn ang="0">
                  <a:pos x="connsiteX6321" y="connsiteY6321"/>
                </a:cxn>
                <a:cxn ang="0">
                  <a:pos x="connsiteX6322" y="connsiteY6322"/>
                </a:cxn>
                <a:cxn ang="0">
                  <a:pos x="connsiteX6323" y="connsiteY6323"/>
                </a:cxn>
                <a:cxn ang="0">
                  <a:pos x="connsiteX6324" y="connsiteY6324"/>
                </a:cxn>
                <a:cxn ang="0">
                  <a:pos x="connsiteX6325" y="connsiteY6325"/>
                </a:cxn>
                <a:cxn ang="0">
                  <a:pos x="connsiteX6326" y="connsiteY6326"/>
                </a:cxn>
                <a:cxn ang="0">
                  <a:pos x="connsiteX6327" y="connsiteY6327"/>
                </a:cxn>
                <a:cxn ang="0">
                  <a:pos x="connsiteX6328" y="connsiteY6328"/>
                </a:cxn>
                <a:cxn ang="0">
                  <a:pos x="connsiteX6329" y="connsiteY6329"/>
                </a:cxn>
                <a:cxn ang="0">
                  <a:pos x="connsiteX6330" y="connsiteY6330"/>
                </a:cxn>
                <a:cxn ang="0">
                  <a:pos x="connsiteX6331" y="connsiteY6331"/>
                </a:cxn>
                <a:cxn ang="0">
                  <a:pos x="connsiteX6332" y="connsiteY6332"/>
                </a:cxn>
                <a:cxn ang="0">
                  <a:pos x="connsiteX6333" y="connsiteY6333"/>
                </a:cxn>
                <a:cxn ang="0">
                  <a:pos x="connsiteX6334" y="connsiteY6334"/>
                </a:cxn>
                <a:cxn ang="0">
                  <a:pos x="connsiteX6335" y="connsiteY6335"/>
                </a:cxn>
                <a:cxn ang="0">
                  <a:pos x="connsiteX6336" y="connsiteY6336"/>
                </a:cxn>
                <a:cxn ang="0">
                  <a:pos x="connsiteX6337" y="connsiteY6337"/>
                </a:cxn>
                <a:cxn ang="0">
                  <a:pos x="connsiteX6338" y="connsiteY6338"/>
                </a:cxn>
                <a:cxn ang="0">
                  <a:pos x="connsiteX6339" y="connsiteY6339"/>
                </a:cxn>
                <a:cxn ang="0">
                  <a:pos x="connsiteX6340" y="connsiteY6340"/>
                </a:cxn>
                <a:cxn ang="0">
                  <a:pos x="connsiteX6341" y="connsiteY6341"/>
                </a:cxn>
                <a:cxn ang="0">
                  <a:pos x="connsiteX6342" y="connsiteY6342"/>
                </a:cxn>
                <a:cxn ang="0">
                  <a:pos x="connsiteX6343" y="connsiteY6343"/>
                </a:cxn>
                <a:cxn ang="0">
                  <a:pos x="connsiteX6344" y="connsiteY6344"/>
                </a:cxn>
                <a:cxn ang="0">
                  <a:pos x="connsiteX6345" y="connsiteY6345"/>
                </a:cxn>
                <a:cxn ang="0">
                  <a:pos x="connsiteX6346" y="connsiteY6346"/>
                </a:cxn>
                <a:cxn ang="0">
                  <a:pos x="connsiteX6347" y="connsiteY6347"/>
                </a:cxn>
                <a:cxn ang="0">
                  <a:pos x="connsiteX6348" y="connsiteY6348"/>
                </a:cxn>
                <a:cxn ang="0">
                  <a:pos x="connsiteX6349" y="connsiteY6349"/>
                </a:cxn>
                <a:cxn ang="0">
                  <a:pos x="connsiteX6350" y="connsiteY6350"/>
                </a:cxn>
                <a:cxn ang="0">
                  <a:pos x="connsiteX6351" y="connsiteY6351"/>
                </a:cxn>
                <a:cxn ang="0">
                  <a:pos x="connsiteX6352" y="connsiteY6352"/>
                </a:cxn>
                <a:cxn ang="0">
                  <a:pos x="connsiteX6353" y="connsiteY6353"/>
                </a:cxn>
                <a:cxn ang="0">
                  <a:pos x="connsiteX6354" y="connsiteY6354"/>
                </a:cxn>
                <a:cxn ang="0">
                  <a:pos x="connsiteX6355" y="connsiteY6355"/>
                </a:cxn>
                <a:cxn ang="0">
                  <a:pos x="connsiteX6356" y="connsiteY6356"/>
                </a:cxn>
                <a:cxn ang="0">
                  <a:pos x="connsiteX6357" y="connsiteY6357"/>
                </a:cxn>
                <a:cxn ang="0">
                  <a:pos x="connsiteX6358" y="connsiteY6358"/>
                </a:cxn>
                <a:cxn ang="0">
                  <a:pos x="connsiteX6359" y="connsiteY6359"/>
                </a:cxn>
                <a:cxn ang="0">
                  <a:pos x="connsiteX6360" y="connsiteY6360"/>
                </a:cxn>
                <a:cxn ang="0">
                  <a:pos x="connsiteX6361" y="connsiteY6361"/>
                </a:cxn>
                <a:cxn ang="0">
                  <a:pos x="connsiteX6362" y="connsiteY6362"/>
                </a:cxn>
                <a:cxn ang="0">
                  <a:pos x="connsiteX6363" y="connsiteY6363"/>
                </a:cxn>
                <a:cxn ang="0">
                  <a:pos x="connsiteX6364" y="connsiteY6364"/>
                </a:cxn>
                <a:cxn ang="0">
                  <a:pos x="connsiteX6365" y="connsiteY6365"/>
                </a:cxn>
                <a:cxn ang="0">
                  <a:pos x="connsiteX6366" y="connsiteY6366"/>
                </a:cxn>
                <a:cxn ang="0">
                  <a:pos x="connsiteX6367" y="connsiteY6367"/>
                </a:cxn>
                <a:cxn ang="0">
                  <a:pos x="connsiteX6368" y="connsiteY6368"/>
                </a:cxn>
                <a:cxn ang="0">
                  <a:pos x="connsiteX6369" y="connsiteY6369"/>
                </a:cxn>
                <a:cxn ang="0">
                  <a:pos x="connsiteX6370" y="connsiteY6370"/>
                </a:cxn>
                <a:cxn ang="0">
                  <a:pos x="connsiteX6371" y="connsiteY6371"/>
                </a:cxn>
                <a:cxn ang="0">
                  <a:pos x="connsiteX6372" y="connsiteY6372"/>
                </a:cxn>
                <a:cxn ang="0">
                  <a:pos x="connsiteX6373" y="connsiteY6373"/>
                </a:cxn>
                <a:cxn ang="0">
                  <a:pos x="connsiteX6374" y="connsiteY6374"/>
                </a:cxn>
                <a:cxn ang="0">
                  <a:pos x="connsiteX6375" y="connsiteY6375"/>
                </a:cxn>
                <a:cxn ang="0">
                  <a:pos x="connsiteX6376" y="connsiteY6376"/>
                </a:cxn>
                <a:cxn ang="0">
                  <a:pos x="connsiteX6377" y="connsiteY6377"/>
                </a:cxn>
                <a:cxn ang="0">
                  <a:pos x="connsiteX6378" y="connsiteY6378"/>
                </a:cxn>
                <a:cxn ang="0">
                  <a:pos x="connsiteX6379" y="connsiteY6379"/>
                </a:cxn>
                <a:cxn ang="0">
                  <a:pos x="connsiteX6380" y="connsiteY6380"/>
                </a:cxn>
                <a:cxn ang="0">
                  <a:pos x="connsiteX6381" y="connsiteY6381"/>
                </a:cxn>
                <a:cxn ang="0">
                  <a:pos x="connsiteX6382" y="connsiteY6382"/>
                </a:cxn>
                <a:cxn ang="0">
                  <a:pos x="connsiteX6383" y="connsiteY6383"/>
                </a:cxn>
                <a:cxn ang="0">
                  <a:pos x="connsiteX6384" y="connsiteY6384"/>
                </a:cxn>
                <a:cxn ang="0">
                  <a:pos x="connsiteX6385" y="connsiteY6385"/>
                </a:cxn>
                <a:cxn ang="0">
                  <a:pos x="connsiteX6386" y="connsiteY6386"/>
                </a:cxn>
                <a:cxn ang="0">
                  <a:pos x="connsiteX6387" y="connsiteY6387"/>
                </a:cxn>
                <a:cxn ang="0">
                  <a:pos x="connsiteX6388" y="connsiteY6388"/>
                </a:cxn>
                <a:cxn ang="0">
                  <a:pos x="connsiteX6389" y="connsiteY6389"/>
                </a:cxn>
                <a:cxn ang="0">
                  <a:pos x="connsiteX6390" y="connsiteY6390"/>
                </a:cxn>
                <a:cxn ang="0">
                  <a:pos x="connsiteX6391" y="connsiteY6391"/>
                </a:cxn>
                <a:cxn ang="0">
                  <a:pos x="connsiteX6392" y="connsiteY6392"/>
                </a:cxn>
                <a:cxn ang="0">
                  <a:pos x="connsiteX6393" y="connsiteY6393"/>
                </a:cxn>
                <a:cxn ang="0">
                  <a:pos x="connsiteX6394" y="connsiteY6394"/>
                </a:cxn>
                <a:cxn ang="0">
                  <a:pos x="connsiteX6395" y="connsiteY6395"/>
                </a:cxn>
                <a:cxn ang="0">
                  <a:pos x="connsiteX6396" y="connsiteY6396"/>
                </a:cxn>
                <a:cxn ang="0">
                  <a:pos x="connsiteX6397" y="connsiteY6397"/>
                </a:cxn>
                <a:cxn ang="0">
                  <a:pos x="connsiteX6398" y="connsiteY6398"/>
                </a:cxn>
                <a:cxn ang="0">
                  <a:pos x="connsiteX6399" y="connsiteY6399"/>
                </a:cxn>
                <a:cxn ang="0">
                  <a:pos x="connsiteX6400" y="connsiteY6400"/>
                </a:cxn>
                <a:cxn ang="0">
                  <a:pos x="connsiteX6401" y="connsiteY6401"/>
                </a:cxn>
                <a:cxn ang="0">
                  <a:pos x="connsiteX6402" y="connsiteY6402"/>
                </a:cxn>
                <a:cxn ang="0">
                  <a:pos x="connsiteX6403" y="connsiteY6403"/>
                </a:cxn>
                <a:cxn ang="0">
                  <a:pos x="connsiteX6404" y="connsiteY6404"/>
                </a:cxn>
                <a:cxn ang="0">
                  <a:pos x="connsiteX6405" y="connsiteY6405"/>
                </a:cxn>
                <a:cxn ang="0">
                  <a:pos x="connsiteX6406" y="connsiteY6406"/>
                </a:cxn>
                <a:cxn ang="0">
                  <a:pos x="connsiteX6407" y="connsiteY6407"/>
                </a:cxn>
                <a:cxn ang="0">
                  <a:pos x="connsiteX6408" y="connsiteY6408"/>
                </a:cxn>
                <a:cxn ang="0">
                  <a:pos x="connsiteX6409" y="connsiteY6409"/>
                </a:cxn>
                <a:cxn ang="0">
                  <a:pos x="connsiteX6410" y="connsiteY6410"/>
                </a:cxn>
                <a:cxn ang="0">
                  <a:pos x="connsiteX6411" y="connsiteY6411"/>
                </a:cxn>
                <a:cxn ang="0">
                  <a:pos x="connsiteX6412" y="connsiteY6412"/>
                </a:cxn>
                <a:cxn ang="0">
                  <a:pos x="connsiteX6413" y="connsiteY6413"/>
                </a:cxn>
                <a:cxn ang="0">
                  <a:pos x="connsiteX6414" y="connsiteY6414"/>
                </a:cxn>
                <a:cxn ang="0">
                  <a:pos x="connsiteX6415" y="connsiteY6415"/>
                </a:cxn>
                <a:cxn ang="0">
                  <a:pos x="connsiteX6416" y="connsiteY6416"/>
                </a:cxn>
                <a:cxn ang="0">
                  <a:pos x="connsiteX6417" y="connsiteY6417"/>
                </a:cxn>
                <a:cxn ang="0">
                  <a:pos x="connsiteX6418" y="connsiteY6418"/>
                </a:cxn>
                <a:cxn ang="0">
                  <a:pos x="connsiteX6419" y="connsiteY6419"/>
                </a:cxn>
                <a:cxn ang="0">
                  <a:pos x="connsiteX6420" y="connsiteY6420"/>
                </a:cxn>
                <a:cxn ang="0">
                  <a:pos x="connsiteX6421" y="connsiteY6421"/>
                </a:cxn>
                <a:cxn ang="0">
                  <a:pos x="connsiteX6422" y="connsiteY6422"/>
                </a:cxn>
                <a:cxn ang="0">
                  <a:pos x="connsiteX6423" y="connsiteY6423"/>
                </a:cxn>
                <a:cxn ang="0">
                  <a:pos x="connsiteX6424" y="connsiteY6424"/>
                </a:cxn>
                <a:cxn ang="0">
                  <a:pos x="connsiteX6425" y="connsiteY6425"/>
                </a:cxn>
                <a:cxn ang="0">
                  <a:pos x="connsiteX6426" y="connsiteY6426"/>
                </a:cxn>
                <a:cxn ang="0">
                  <a:pos x="connsiteX6427" y="connsiteY6427"/>
                </a:cxn>
                <a:cxn ang="0">
                  <a:pos x="connsiteX6428" y="connsiteY6428"/>
                </a:cxn>
                <a:cxn ang="0">
                  <a:pos x="connsiteX6429" y="connsiteY6429"/>
                </a:cxn>
                <a:cxn ang="0">
                  <a:pos x="connsiteX6430" y="connsiteY6430"/>
                </a:cxn>
                <a:cxn ang="0">
                  <a:pos x="connsiteX6431" y="connsiteY6431"/>
                </a:cxn>
                <a:cxn ang="0">
                  <a:pos x="connsiteX6432" y="connsiteY6432"/>
                </a:cxn>
                <a:cxn ang="0">
                  <a:pos x="connsiteX6433" y="connsiteY6433"/>
                </a:cxn>
                <a:cxn ang="0">
                  <a:pos x="connsiteX6434" y="connsiteY6434"/>
                </a:cxn>
                <a:cxn ang="0">
                  <a:pos x="connsiteX6435" y="connsiteY6435"/>
                </a:cxn>
                <a:cxn ang="0">
                  <a:pos x="connsiteX6436" y="connsiteY6436"/>
                </a:cxn>
                <a:cxn ang="0">
                  <a:pos x="connsiteX6437" y="connsiteY6437"/>
                </a:cxn>
                <a:cxn ang="0">
                  <a:pos x="connsiteX6438" y="connsiteY6438"/>
                </a:cxn>
                <a:cxn ang="0">
                  <a:pos x="connsiteX6439" y="connsiteY6439"/>
                </a:cxn>
                <a:cxn ang="0">
                  <a:pos x="connsiteX6440" y="connsiteY6440"/>
                </a:cxn>
                <a:cxn ang="0">
                  <a:pos x="connsiteX6441" y="connsiteY6441"/>
                </a:cxn>
                <a:cxn ang="0">
                  <a:pos x="connsiteX6442" y="connsiteY6442"/>
                </a:cxn>
                <a:cxn ang="0">
                  <a:pos x="connsiteX6443" y="connsiteY6443"/>
                </a:cxn>
                <a:cxn ang="0">
                  <a:pos x="connsiteX6444" y="connsiteY6444"/>
                </a:cxn>
                <a:cxn ang="0">
                  <a:pos x="connsiteX6445" y="connsiteY6445"/>
                </a:cxn>
                <a:cxn ang="0">
                  <a:pos x="connsiteX6446" y="connsiteY6446"/>
                </a:cxn>
                <a:cxn ang="0">
                  <a:pos x="connsiteX6447" y="connsiteY6447"/>
                </a:cxn>
                <a:cxn ang="0">
                  <a:pos x="connsiteX6448" y="connsiteY6448"/>
                </a:cxn>
                <a:cxn ang="0">
                  <a:pos x="connsiteX6449" y="connsiteY6449"/>
                </a:cxn>
                <a:cxn ang="0">
                  <a:pos x="connsiteX6450" y="connsiteY6450"/>
                </a:cxn>
                <a:cxn ang="0">
                  <a:pos x="connsiteX6451" y="connsiteY6451"/>
                </a:cxn>
                <a:cxn ang="0">
                  <a:pos x="connsiteX6452" y="connsiteY6452"/>
                </a:cxn>
                <a:cxn ang="0">
                  <a:pos x="connsiteX6453" y="connsiteY6453"/>
                </a:cxn>
                <a:cxn ang="0">
                  <a:pos x="connsiteX6454" y="connsiteY6454"/>
                </a:cxn>
                <a:cxn ang="0">
                  <a:pos x="connsiteX6455" y="connsiteY6455"/>
                </a:cxn>
                <a:cxn ang="0">
                  <a:pos x="connsiteX6456" y="connsiteY6456"/>
                </a:cxn>
                <a:cxn ang="0">
                  <a:pos x="connsiteX6457" y="connsiteY6457"/>
                </a:cxn>
                <a:cxn ang="0">
                  <a:pos x="connsiteX6458" y="connsiteY6458"/>
                </a:cxn>
                <a:cxn ang="0">
                  <a:pos x="connsiteX6459" y="connsiteY6459"/>
                </a:cxn>
                <a:cxn ang="0">
                  <a:pos x="connsiteX6460" y="connsiteY6460"/>
                </a:cxn>
                <a:cxn ang="0">
                  <a:pos x="connsiteX6461" y="connsiteY6461"/>
                </a:cxn>
                <a:cxn ang="0">
                  <a:pos x="connsiteX6462" y="connsiteY6462"/>
                </a:cxn>
                <a:cxn ang="0">
                  <a:pos x="connsiteX6463" y="connsiteY6463"/>
                </a:cxn>
                <a:cxn ang="0">
                  <a:pos x="connsiteX6464" y="connsiteY6464"/>
                </a:cxn>
                <a:cxn ang="0">
                  <a:pos x="connsiteX6465" y="connsiteY6465"/>
                </a:cxn>
                <a:cxn ang="0">
                  <a:pos x="connsiteX6466" y="connsiteY6466"/>
                </a:cxn>
                <a:cxn ang="0">
                  <a:pos x="connsiteX6467" y="connsiteY6467"/>
                </a:cxn>
                <a:cxn ang="0">
                  <a:pos x="connsiteX6468" y="connsiteY6468"/>
                </a:cxn>
                <a:cxn ang="0">
                  <a:pos x="connsiteX6469" y="connsiteY6469"/>
                </a:cxn>
                <a:cxn ang="0">
                  <a:pos x="connsiteX6470" y="connsiteY6470"/>
                </a:cxn>
                <a:cxn ang="0">
                  <a:pos x="connsiteX6471" y="connsiteY6471"/>
                </a:cxn>
                <a:cxn ang="0">
                  <a:pos x="connsiteX6472" y="connsiteY6472"/>
                </a:cxn>
                <a:cxn ang="0">
                  <a:pos x="connsiteX6473" y="connsiteY6473"/>
                </a:cxn>
                <a:cxn ang="0">
                  <a:pos x="connsiteX6474" y="connsiteY6474"/>
                </a:cxn>
                <a:cxn ang="0">
                  <a:pos x="connsiteX6475" y="connsiteY6475"/>
                </a:cxn>
                <a:cxn ang="0">
                  <a:pos x="connsiteX6476" y="connsiteY6476"/>
                </a:cxn>
                <a:cxn ang="0">
                  <a:pos x="connsiteX6477" y="connsiteY6477"/>
                </a:cxn>
                <a:cxn ang="0">
                  <a:pos x="connsiteX6478" y="connsiteY6478"/>
                </a:cxn>
                <a:cxn ang="0">
                  <a:pos x="connsiteX6479" y="connsiteY6479"/>
                </a:cxn>
                <a:cxn ang="0">
                  <a:pos x="connsiteX6480" y="connsiteY6480"/>
                </a:cxn>
                <a:cxn ang="0">
                  <a:pos x="connsiteX6481" y="connsiteY6481"/>
                </a:cxn>
                <a:cxn ang="0">
                  <a:pos x="connsiteX6482" y="connsiteY6482"/>
                </a:cxn>
                <a:cxn ang="0">
                  <a:pos x="connsiteX6483" y="connsiteY6483"/>
                </a:cxn>
                <a:cxn ang="0">
                  <a:pos x="connsiteX6484" y="connsiteY6484"/>
                </a:cxn>
                <a:cxn ang="0">
                  <a:pos x="connsiteX6485" y="connsiteY6485"/>
                </a:cxn>
                <a:cxn ang="0">
                  <a:pos x="connsiteX6486" y="connsiteY6486"/>
                </a:cxn>
                <a:cxn ang="0">
                  <a:pos x="connsiteX6487" y="connsiteY6487"/>
                </a:cxn>
                <a:cxn ang="0">
                  <a:pos x="connsiteX6488" y="connsiteY6488"/>
                </a:cxn>
                <a:cxn ang="0">
                  <a:pos x="connsiteX6489" y="connsiteY6489"/>
                </a:cxn>
                <a:cxn ang="0">
                  <a:pos x="connsiteX6490" y="connsiteY6490"/>
                </a:cxn>
                <a:cxn ang="0">
                  <a:pos x="connsiteX6491" y="connsiteY6491"/>
                </a:cxn>
                <a:cxn ang="0">
                  <a:pos x="connsiteX6492" y="connsiteY6492"/>
                </a:cxn>
                <a:cxn ang="0">
                  <a:pos x="connsiteX6493" y="connsiteY6493"/>
                </a:cxn>
                <a:cxn ang="0">
                  <a:pos x="connsiteX6494" y="connsiteY6494"/>
                </a:cxn>
                <a:cxn ang="0">
                  <a:pos x="connsiteX6495" y="connsiteY6495"/>
                </a:cxn>
                <a:cxn ang="0">
                  <a:pos x="connsiteX6496" y="connsiteY6496"/>
                </a:cxn>
                <a:cxn ang="0">
                  <a:pos x="connsiteX6497" y="connsiteY6497"/>
                </a:cxn>
                <a:cxn ang="0">
                  <a:pos x="connsiteX6498" y="connsiteY6498"/>
                </a:cxn>
                <a:cxn ang="0">
                  <a:pos x="connsiteX6499" y="connsiteY6499"/>
                </a:cxn>
                <a:cxn ang="0">
                  <a:pos x="connsiteX6500" y="connsiteY6500"/>
                </a:cxn>
                <a:cxn ang="0">
                  <a:pos x="connsiteX6501" y="connsiteY6501"/>
                </a:cxn>
                <a:cxn ang="0">
                  <a:pos x="connsiteX6502" y="connsiteY6502"/>
                </a:cxn>
                <a:cxn ang="0">
                  <a:pos x="connsiteX6503" y="connsiteY6503"/>
                </a:cxn>
                <a:cxn ang="0">
                  <a:pos x="connsiteX6504" y="connsiteY6504"/>
                </a:cxn>
                <a:cxn ang="0">
                  <a:pos x="connsiteX6505" y="connsiteY6505"/>
                </a:cxn>
                <a:cxn ang="0">
                  <a:pos x="connsiteX6506" y="connsiteY6506"/>
                </a:cxn>
                <a:cxn ang="0">
                  <a:pos x="connsiteX6507" y="connsiteY6507"/>
                </a:cxn>
                <a:cxn ang="0">
                  <a:pos x="connsiteX6508" y="connsiteY6508"/>
                </a:cxn>
                <a:cxn ang="0">
                  <a:pos x="connsiteX6509" y="connsiteY6509"/>
                </a:cxn>
                <a:cxn ang="0">
                  <a:pos x="connsiteX6510" y="connsiteY6510"/>
                </a:cxn>
                <a:cxn ang="0">
                  <a:pos x="connsiteX6511" y="connsiteY6511"/>
                </a:cxn>
                <a:cxn ang="0">
                  <a:pos x="connsiteX6512" y="connsiteY6512"/>
                </a:cxn>
                <a:cxn ang="0">
                  <a:pos x="connsiteX6513" y="connsiteY6513"/>
                </a:cxn>
                <a:cxn ang="0">
                  <a:pos x="connsiteX6514" y="connsiteY6514"/>
                </a:cxn>
                <a:cxn ang="0">
                  <a:pos x="connsiteX6515" y="connsiteY6515"/>
                </a:cxn>
                <a:cxn ang="0">
                  <a:pos x="connsiteX6516" y="connsiteY6516"/>
                </a:cxn>
                <a:cxn ang="0">
                  <a:pos x="connsiteX6517" y="connsiteY6517"/>
                </a:cxn>
                <a:cxn ang="0">
                  <a:pos x="connsiteX6518" y="connsiteY6518"/>
                </a:cxn>
                <a:cxn ang="0">
                  <a:pos x="connsiteX6519" y="connsiteY6519"/>
                </a:cxn>
                <a:cxn ang="0">
                  <a:pos x="connsiteX6520" y="connsiteY6520"/>
                </a:cxn>
                <a:cxn ang="0">
                  <a:pos x="connsiteX6521" y="connsiteY6521"/>
                </a:cxn>
                <a:cxn ang="0">
                  <a:pos x="connsiteX6522" y="connsiteY6522"/>
                </a:cxn>
                <a:cxn ang="0">
                  <a:pos x="connsiteX6523" y="connsiteY6523"/>
                </a:cxn>
                <a:cxn ang="0">
                  <a:pos x="connsiteX6524" y="connsiteY6524"/>
                </a:cxn>
                <a:cxn ang="0">
                  <a:pos x="connsiteX6525" y="connsiteY6525"/>
                </a:cxn>
                <a:cxn ang="0">
                  <a:pos x="connsiteX6526" y="connsiteY6526"/>
                </a:cxn>
                <a:cxn ang="0">
                  <a:pos x="connsiteX6527" y="connsiteY6527"/>
                </a:cxn>
                <a:cxn ang="0">
                  <a:pos x="connsiteX6528" y="connsiteY6528"/>
                </a:cxn>
                <a:cxn ang="0">
                  <a:pos x="connsiteX6529" y="connsiteY6529"/>
                </a:cxn>
                <a:cxn ang="0">
                  <a:pos x="connsiteX6530" y="connsiteY6530"/>
                </a:cxn>
                <a:cxn ang="0">
                  <a:pos x="connsiteX6531" y="connsiteY6531"/>
                </a:cxn>
                <a:cxn ang="0">
                  <a:pos x="connsiteX6532" y="connsiteY6532"/>
                </a:cxn>
                <a:cxn ang="0">
                  <a:pos x="connsiteX6533" y="connsiteY6533"/>
                </a:cxn>
                <a:cxn ang="0">
                  <a:pos x="connsiteX6534" y="connsiteY6534"/>
                </a:cxn>
                <a:cxn ang="0">
                  <a:pos x="connsiteX6535" y="connsiteY6535"/>
                </a:cxn>
                <a:cxn ang="0">
                  <a:pos x="connsiteX6536" y="connsiteY6536"/>
                </a:cxn>
                <a:cxn ang="0">
                  <a:pos x="connsiteX6537" y="connsiteY6537"/>
                </a:cxn>
                <a:cxn ang="0">
                  <a:pos x="connsiteX6538" y="connsiteY6538"/>
                </a:cxn>
                <a:cxn ang="0">
                  <a:pos x="connsiteX6539" y="connsiteY6539"/>
                </a:cxn>
                <a:cxn ang="0">
                  <a:pos x="connsiteX6540" y="connsiteY6540"/>
                </a:cxn>
                <a:cxn ang="0">
                  <a:pos x="connsiteX6541" y="connsiteY6541"/>
                </a:cxn>
                <a:cxn ang="0">
                  <a:pos x="connsiteX6542" y="connsiteY6542"/>
                </a:cxn>
              </a:cxnLst>
              <a:rect l="l" t="t" r="r" b="b"/>
              <a:pathLst>
                <a:path w="12184003" h="6857801">
                  <a:moveTo>
                    <a:pt x="4519681" y="6701670"/>
                  </a:moveTo>
                  <a:cubicBezTo>
                    <a:pt x="4545958" y="6701670"/>
                    <a:pt x="4565667" y="6721379"/>
                    <a:pt x="4565667" y="6747657"/>
                  </a:cubicBezTo>
                  <a:cubicBezTo>
                    <a:pt x="4565667" y="6760796"/>
                    <a:pt x="4560739" y="6772293"/>
                    <a:pt x="4552526" y="6780504"/>
                  </a:cubicBezTo>
                  <a:lnTo>
                    <a:pt x="4530631" y="6789263"/>
                  </a:lnTo>
                  <a:lnTo>
                    <a:pt x="4530631" y="6857801"/>
                  </a:lnTo>
                  <a:lnTo>
                    <a:pt x="4508733" y="6857801"/>
                  </a:lnTo>
                  <a:lnTo>
                    <a:pt x="4508733" y="6789264"/>
                  </a:lnTo>
                  <a:lnTo>
                    <a:pt x="4486834" y="6780504"/>
                  </a:lnTo>
                  <a:cubicBezTo>
                    <a:pt x="4478623" y="6772293"/>
                    <a:pt x="4473694" y="6760796"/>
                    <a:pt x="4473694" y="6747657"/>
                  </a:cubicBezTo>
                  <a:cubicBezTo>
                    <a:pt x="4473694" y="6721379"/>
                    <a:pt x="4493402" y="6701670"/>
                    <a:pt x="4519681" y="6701670"/>
                  </a:cubicBezTo>
                  <a:close/>
                  <a:moveTo>
                    <a:pt x="9438094" y="6688532"/>
                  </a:moveTo>
                  <a:lnTo>
                    <a:pt x="9438027" y="6725759"/>
                  </a:lnTo>
                  <a:lnTo>
                    <a:pt x="9656965" y="6725759"/>
                  </a:lnTo>
                  <a:lnTo>
                    <a:pt x="9619739" y="6688532"/>
                  </a:lnTo>
                  <a:close/>
                  <a:moveTo>
                    <a:pt x="2485410" y="6688532"/>
                  </a:moveTo>
                  <a:lnTo>
                    <a:pt x="2448185" y="6725759"/>
                  </a:lnTo>
                  <a:lnTo>
                    <a:pt x="2667171" y="6725759"/>
                  </a:lnTo>
                  <a:lnTo>
                    <a:pt x="2667171" y="6688532"/>
                  </a:lnTo>
                  <a:close/>
                  <a:moveTo>
                    <a:pt x="9028490" y="6668824"/>
                  </a:moveTo>
                  <a:lnTo>
                    <a:pt x="9028490" y="6710430"/>
                  </a:lnTo>
                  <a:lnTo>
                    <a:pt x="9106688" y="6788628"/>
                  </a:lnTo>
                  <a:lnTo>
                    <a:pt x="9129221" y="6779409"/>
                  </a:lnTo>
                  <a:lnTo>
                    <a:pt x="9145900" y="6786233"/>
                  </a:lnTo>
                  <a:close/>
                  <a:moveTo>
                    <a:pt x="3076666" y="6668822"/>
                  </a:moveTo>
                  <a:lnTo>
                    <a:pt x="2959260" y="6786228"/>
                  </a:lnTo>
                  <a:lnTo>
                    <a:pt x="2975927" y="6779409"/>
                  </a:lnTo>
                  <a:cubicBezTo>
                    <a:pt x="2984687" y="6779409"/>
                    <a:pt x="2993447" y="6782694"/>
                    <a:pt x="3000015" y="6789264"/>
                  </a:cubicBezTo>
                  <a:lnTo>
                    <a:pt x="3000017" y="6789266"/>
                  </a:lnTo>
                  <a:lnTo>
                    <a:pt x="3076666" y="6712615"/>
                  </a:lnTo>
                  <a:close/>
                  <a:moveTo>
                    <a:pt x="4887565" y="6603130"/>
                  </a:moveTo>
                  <a:cubicBezTo>
                    <a:pt x="4905082" y="6600940"/>
                    <a:pt x="4920410" y="6618459"/>
                    <a:pt x="4920410" y="6635977"/>
                  </a:cubicBezTo>
                  <a:cubicBezTo>
                    <a:pt x="4921505" y="6644737"/>
                    <a:pt x="4917677" y="6652948"/>
                    <a:pt x="4911380" y="6658970"/>
                  </a:cubicBezTo>
                  <a:lnTo>
                    <a:pt x="4896326" y="6665199"/>
                  </a:lnTo>
                  <a:lnTo>
                    <a:pt x="4896326" y="6857801"/>
                  </a:lnTo>
                  <a:lnTo>
                    <a:pt x="4878806" y="6857801"/>
                  </a:lnTo>
                  <a:lnTo>
                    <a:pt x="4878806" y="6665071"/>
                  </a:lnTo>
                  <a:lnTo>
                    <a:pt x="4864569" y="6658970"/>
                  </a:lnTo>
                  <a:cubicBezTo>
                    <a:pt x="4858549" y="6652948"/>
                    <a:pt x="4854719" y="6644737"/>
                    <a:pt x="4854719" y="6635977"/>
                  </a:cubicBezTo>
                  <a:cubicBezTo>
                    <a:pt x="4854719" y="6618459"/>
                    <a:pt x="4870046" y="6603130"/>
                    <a:pt x="4887565" y="6603130"/>
                  </a:cubicBezTo>
                  <a:close/>
                  <a:moveTo>
                    <a:pt x="8945277" y="6585611"/>
                  </a:moveTo>
                  <a:lnTo>
                    <a:pt x="8945277" y="6627217"/>
                  </a:lnTo>
                  <a:lnTo>
                    <a:pt x="9006592" y="6688532"/>
                  </a:lnTo>
                  <a:lnTo>
                    <a:pt x="9006592" y="6646926"/>
                  </a:lnTo>
                  <a:close/>
                  <a:moveTo>
                    <a:pt x="3162065" y="6583424"/>
                  </a:moveTo>
                  <a:lnTo>
                    <a:pt x="3098564" y="6646924"/>
                  </a:lnTo>
                  <a:lnTo>
                    <a:pt x="3098564" y="6690717"/>
                  </a:lnTo>
                  <a:lnTo>
                    <a:pt x="3162065" y="6627217"/>
                  </a:lnTo>
                  <a:close/>
                  <a:moveTo>
                    <a:pt x="10316097" y="6432324"/>
                  </a:moveTo>
                  <a:lnTo>
                    <a:pt x="10548216" y="6664444"/>
                  </a:lnTo>
                  <a:lnTo>
                    <a:pt x="10594203" y="6664444"/>
                  </a:lnTo>
                  <a:lnTo>
                    <a:pt x="10362083" y="6432324"/>
                  </a:lnTo>
                  <a:close/>
                  <a:moveTo>
                    <a:pt x="1743056" y="6432324"/>
                  </a:moveTo>
                  <a:lnTo>
                    <a:pt x="1510935" y="6664444"/>
                  </a:lnTo>
                  <a:lnTo>
                    <a:pt x="1556928" y="6664444"/>
                  </a:lnTo>
                  <a:lnTo>
                    <a:pt x="1789047" y="6432324"/>
                  </a:lnTo>
                  <a:close/>
                  <a:moveTo>
                    <a:pt x="3109892" y="6429751"/>
                  </a:moveTo>
                  <a:lnTo>
                    <a:pt x="3098564" y="6434438"/>
                  </a:lnTo>
                  <a:lnTo>
                    <a:pt x="3098564" y="6441078"/>
                  </a:lnTo>
                  <a:close/>
                  <a:moveTo>
                    <a:pt x="8997445" y="6429748"/>
                  </a:moveTo>
                  <a:lnTo>
                    <a:pt x="9006592" y="6438894"/>
                  </a:lnTo>
                  <a:lnTo>
                    <a:pt x="9006592" y="6433532"/>
                  </a:lnTo>
                  <a:close/>
                  <a:moveTo>
                    <a:pt x="8945277" y="6402571"/>
                  </a:moveTo>
                  <a:lnTo>
                    <a:pt x="8945277" y="6552764"/>
                  </a:lnTo>
                  <a:lnTo>
                    <a:pt x="9006592" y="6614079"/>
                  </a:lnTo>
                  <a:lnTo>
                    <a:pt x="9006592" y="6463724"/>
                  </a:lnTo>
                  <a:close/>
                  <a:moveTo>
                    <a:pt x="3162065" y="6401666"/>
                  </a:moveTo>
                  <a:lnTo>
                    <a:pt x="3098564" y="6465166"/>
                  </a:lnTo>
                  <a:lnTo>
                    <a:pt x="3098564" y="6614078"/>
                  </a:lnTo>
                  <a:lnTo>
                    <a:pt x="3162065" y="6550577"/>
                  </a:lnTo>
                  <a:close/>
                  <a:moveTo>
                    <a:pt x="4756193" y="6388516"/>
                  </a:moveTo>
                  <a:lnTo>
                    <a:pt x="4743666" y="6401044"/>
                  </a:lnTo>
                  <a:lnTo>
                    <a:pt x="4751797" y="6421375"/>
                  </a:lnTo>
                  <a:cubicBezTo>
                    <a:pt x="4751797" y="6434514"/>
                    <a:pt x="4746871" y="6446011"/>
                    <a:pt x="4738660" y="6454222"/>
                  </a:cubicBezTo>
                  <a:lnTo>
                    <a:pt x="4718953" y="6462105"/>
                  </a:lnTo>
                  <a:lnTo>
                    <a:pt x="4718953" y="6765191"/>
                  </a:lnTo>
                  <a:lnTo>
                    <a:pt x="4756193" y="6727949"/>
                  </a:lnTo>
                  <a:close/>
                  <a:moveTo>
                    <a:pt x="5835751" y="6375389"/>
                  </a:moveTo>
                  <a:cubicBezTo>
                    <a:pt x="5853268" y="6375389"/>
                    <a:pt x="5868597" y="6390718"/>
                    <a:pt x="5868597" y="6408236"/>
                  </a:cubicBezTo>
                  <a:cubicBezTo>
                    <a:pt x="5868597" y="6416995"/>
                    <a:pt x="5864766" y="6425207"/>
                    <a:pt x="5858743" y="6431229"/>
                  </a:cubicBezTo>
                  <a:lnTo>
                    <a:pt x="5848890" y="6435452"/>
                  </a:lnTo>
                  <a:lnTo>
                    <a:pt x="5848890" y="6857801"/>
                  </a:lnTo>
                  <a:lnTo>
                    <a:pt x="5833562" y="6857801"/>
                  </a:lnTo>
                  <a:lnTo>
                    <a:pt x="5833562" y="6474806"/>
                  </a:lnTo>
                  <a:lnTo>
                    <a:pt x="5820424" y="6480062"/>
                  </a:lnTo>
                  <a:lnTo>
                    <a:pt x="5820424" y="6857801"/>
                  </a:lnTo>
                  <a:lnTo>
                    <a:pt x="5798526" y="6857801"/>
                  </a:lnTo>
                  <a:lnTo>
                    <a:pt x="5798526" y="6485209"/>
                  </a:lnTo>
                  <a:lnTo>
                    <a:pt x="5770058" y="6473109"/>
                  </a:lnTo>
                  <a:cubicBezTo>
                    <a:pt x="5761845" y="6465171"/>
                    <a:pt x="5756919" y="6454223"/>
                    <a:pt x="5756919" y="6441084"/>
                  </a:cubicBezTo>
                  <a:cubicBezTo>
                    <a:pt x="5756919" y="6414806"/>
                    <a:pt x="5778817" y="6395098"/>
                    <a:pt x="5802904" y="6395098"/>
                  </a:cubicBezTo>
                  <a:lnTo>
                    <a:pt x="5807364" y="6396882"/>
                  </a:lnTo>
                  <a:lnTo>
                    <a:pt x="5811937" y="6385243"/>
                  </a:lnTo>
                  <a:cubicBezTo>
                    <a:pt x="5817686" y="6379221"/>
                    <a:pt x="5825897" y="6375389"/>
                    <a:pt x="5835751" y="6375389"/>
                  </a:cubicBezTo>
                  <a:close/>
                  <a:moveTo>
                    <a:pt x="9438689" y="6355682"/>
                  </a:moveTo>
                  <a:lnTo>
                    <a:pt x="9438320" y="6561523"/>
                  </a:lnTo>
                  <a:lnTo>
                    <a:pt x="9750485" y="6561523"/>
                  </a:lnTo>
                  <a:lnTo>
                    <a:pt x="9545284" y="6355682"/>
                  </a:lnTo>
                  <a:close/>
                  <a:moveTo>
                    <a:pt x="9247471" y="6355682"/>
                  </a:moveTo>
                  <a:lnTo>
                    <a:pt x="9247471" y="6404193"/>
                  </a:lnTo>
                  <a:lnTo>
                    <a:pt x="9394188" y="6550598"/>
                  </a:lnTo>
                  <a:lnTo>
                    <a:pt x="9394188" y="6355682"/>
                  </a:lnTo>
                  <a:close/>
                  <a:moveTo>
                    <a:pt x="2713158" y="6355682"/>
                  </a:moveTo>
                  <a:lnTo>
                    <a:pt x="2713158" y="6548412"/>
                  </a:lnTo>
                  <a:lnTo>
                    <a:pt x="2857680" y="6404197"/>
                  </a:lnTo>
                  <a:lnTo>
                    <a:pt x="2857680" y="6355682"/>
                  </a:lnTo>
                  <a:close/>
                  <a:moveTo>
                    <a:pt x="2562053" y="6355682"/>
                  </a:moveTo>
                  <a:lnTo>
                    <a:pt x="2356214" y="6561523"/>
                  </a:lnTo>
                  <a:lnTo>
                    <a:pt x="2667171" y="6561523"/>
                  </a:lnTo>
                  <a:lnTo>
                    <a:pt x="2667171" y="6355682"/>
                  </a:lnTo>
                  <a:close/>
                  <a:moveTo>
                    <a:pt x="8945277" y="6349112"/>
                  </a:moveTo>
                  <a:lnTo>
                    <a:pt x="8945277" y="6377580"/>
                  </a:lnTo>
                  <a:lnTo>
                    <a:pt x="8976321" y="6408623"/>
                  </a:lnTo>
                  <a:lnTo>
                    <a:pt x="8969365" y="6391813"/>
                  </a:lnTo>
                  <a:lnTo>
                    <a:pt x="8974812" y="6378647"/>
                  </a:lnTo>
                  <a:close/>
                  <a:moveTo>
                    <a:pt x="3162065" y="6346927"/>
                  </a:moveTo>
                  <a:lnTo>
                    <a:pt x="3131892" y="6377100"/>
                  </a:lnTo>
                  <a:lnTo>
                    <a:pt x="3137981" y="6391813"/>
                  </a:lnTo>
                  <a:lnTo>
                    <a:pt x="3131026" y="6408617"/>
                  </a:lnTo>
                  <a:lnTo>
                    <a:pt x="3162065" y="6377579"/>
                  </a:lnTo>
                  <a:close/>
                  <a:moveTo>
                    <a:pt x="9798508" y="6298746"/>
                  </a:moveTo>
                  <a:lnTo>
                    <a:pt x="10127773" y="6629407"/>
                  </a:lnTo>
                  <a:lnTo>
                    <a:pt x="10250402" y="6629407"/>
                  </a:lnTo>
                  <a:lnTo>
                    <a:pt x="9940304" y="6319309"/>
                  </a:lnTo>
                  <a:lnTo>
                    <a:pt x="9931785" y="6322834"/>
                  </a:lnTo>
                  <a:cubicBezTo>
                    <a:pt x="9920290" y="6322834"/>
                    <a:pt x="9908793" y="6318454"/>
                    <a:pt x="9900033" y="6309695"/>
                  </a:cubicBezTo>
                  <a:lnTo>
                    <a:pt x="9895542" y="6298746"/>
                  </a:lnTo>
                  <a:close/>
                  <a:moveTo>
                    <a:pt x="2209608" y="6298746"/>
                  </a:moveTo>
                  <a:lnTo>
                    <a:pt x="2205116" y="6309695"/>
                  </a:lnTo>
                  <a:cubicBezTo>
                    <a:pt x="2196359" y="6318454"/>
                    <a:pt x="2184864" y="6322834"/>
                    <a:pt x="2173367" y="6322834"/>
                  </a:cubicBezTo>
                  <a:lnTo>
                    <a:pt x="2164850" y="6319309"/>
                  </a:lnTo>
                  <a:lnTo>
                    <a:pt x="1854741" y="6629407"/>
                  </a:lnTo>
                  <a:lnTo>
                    <a:pt x="1977365" y="6629407"/>
                  </a:lnTo>
                  <a:lnTo>
                    <a:pt x="2308035" y="6298746"/>
                  </a:lnTo>
                  <a:close/>
                  <a:moveTo>
                    <a:pt x="3144374" y="6182864"/>
                  </a:moveTo>
                  <a:lnTo>
                    <a:pt x="2892718" y="6434519"/>
                  </a:lnTo>
                  <a:lnTo>
                    <a:pt x="2892718" y="6476121"/>
                  </a:lnTo>
                  <a:lnTo>
                    <a:pt x="2713158" y="6655681"/>
                  </a:lnTo>
                  <a:lnTo>
                    <a:pt x="2713158" y="6725759"/>
                  </a:lnTo>
                  <a:lnTo>
                    <a:pt x="2813887" y="6725759"/>
                  </a:lnTo>
                  <a:lnTo>
                    <a:pt x="3076666" y="6462976"/>
                  </a:lnTo>
                  <a:lnTo>
                    <a:pt x="3076666" y="6429909"/>
                  </a:lnTo>
                  <a:lnTo>
                    <a:pt x="3061334" y="6423565"/>
                  </a:lnTo>
                  <a:cubicBezTo>
                    <a:pt x="3043817" y="6406047"/>
                    <a:pt x="3043817" y="6377579"/>
                    <a:pt x="3061334" y="6360061"/>
                  </a:cubicBezTo>
                  <a:cubicBezTo>
                    <a:pt x="3070093" y="6351302"/>
                    <a:pt x="3081591" y="6346922"/>
                    <a:pt x="3093087" y="6346922"/>
                  </a:cubicBezTo>
                  <a:lnTo>
                    <a:pt x="3118825" y="6357572"/>
                  </a:lnTo>
                  <a:lnTo>
                    <a:pt x="3162065" y="6314591"/>
                  </a:lnTo>
                  <a:lnTo>
                    <a:pt x="3162065" y="6225289"/>
                  </a:lnTo>
                  <a:lnTo>
                    <a:pt x="3148925" y="6219913"/>
                  </a:lnTo>
                  <a:cubicBezTo>
                    <a:pt x="3142357" y="6213344"/>
                    <a:pt x="3139070" y="6204585"/>
                    <a:pt x="3139070" y="6195826"/>
                  </a:cubicBezTo>
                  <a:close/>
                  <a:moveTo>
                    <a:pt x="8959258" y="6179149"/>
                  </a:moveTo>
                  <a:lnTo>
                    <a:pt x="8966081" y="6195826"/>
                  </a:lnTo>
                  <a:cubicBezTo>
                    <a:pt x="8966081" y="6204585"/>
                    <a:pt x="8962796" y="6213344"/>
                    <a:pt x="8956227" y="6219913"/>
                  </a:cubicBezTo>
                  <a:lnTo>
                    <a:pt x="8945277" y="6224393"/>
                  </a:lnTo>
                  <a:lnTo>
                    <a:pt x="8945277" y="6316763"/>
                  </a:lnTo>
                  <a:lnTo>
                    <a:pt x="8986974" y="6358211"/>
                  </a:lnTo>
                  <a:lnTo>
                    <a:pt x="9014256" y="6346922"/>
                  </a:lnTo>
                  <a:cubicBezTo>
                    <a:pt x="9025753" y="6346922"/>
                    <a:pt x="9037249" y="6351302"/>
                    <a:pt x="9046009" y="6360061"/>
                  </a:cubicBezTo>
                  <a:cubicBezTo>
                    <a:pt x="9063527" y="6377579"/>
                    <a:pt x="9063527" y="6406047"/>
                    <a:pt x="9046009" y="6423565"/>
                  </a:cubicBezTo>
                  <a:lnTo>
                    <a:pt x="9028490" y="6430814"/>
                  </a:lnTo>
                  <a:lnTo>
                    <a:pt x="9028490" y="6460792"/>
                  </a:lnTo>
                  <a:lnTo>
                    <a:pt x="9293456" y="6725759"/>
                  </a:lnTo>
                  <a:lnTo>
                    <a:pt x="9394188" y="6725759"/>
                  </a:lnTo>
                  <a:lnTo>
                    <a:pt x="9394188" y="6657555"/>
                  </a:lnTo>
                  <a:lnTo>
                    <a:pt x="9214624" y="6476121"/>
                  </a:lnTo>
                  <a:lnTo>
                    <a:pt x="9214624" y="6434514"/>
                  </a:lnTo>
                  <a:close/>
                  <a:moveTo>
                    <a:pt x="9439097" y="6127940"/>
                  </a:moveTo>
                  <a:lnTo>
                    <a:pt x="9438989" y="6188072"/>
                  </a:lnTo>
                  <a:lnTo>
                    <a:pt x="9527765" y="6276848"/>
                  </a:lnTo>
                  <a:lnTo>
                    <a:pt x="9752093" y="6275622"/>
                  </a:lnTo>
                  <a:lnTo>
                    <a:pt x="9619527" y="6143057"/>
                  </a:lnTo>
                  <a:lnTo>
                    <a:pt x="9610978" y="6146554"/>
                  </a:lnTo>
                  <a:cubicBezTo>
                    <a:pt x="9602219" y="6146554"/>
                    <a:pt x="9593460" y="6143269"/>
                    <a:pt x="9586890" y="6136700"/>
                  </a:cubicBezTo>
                  <a:lnTo>
                    <a:pt x="9583307" y="6127940"/>
                  </a:lnTo>
                  <a:close/>
                  <a:moveTo>
                    <a:pt x="9378857" y="6127940"/>
                  </a:moveTo>
                  <a:lnTo>
                    <a:pt x="9394188" y="6143271"/>
                  </a:lnTo>
                  <a:lnTo>
                    <a:pt x="9394188" y="6127940"/>
                  </a:lnTo>
                  <a:close/>
                  <a:moveTo>
                    <a:pt x="2713158" y="6127940"/>
                  </a:moveTo>
                  <a:lnTo>
                    <a:pt x="2713158" y="6142813"/>
                  </a:lnTo>
                  <a:lnTo>
                    <a:pt x="2727983" y="6127940"/>
                  </a:lnTo>
                  <a:close/>
                  <a:moveTo>
                    <a:pt x="2521838" y="6127940"/>
                  </a:moveTo>
                  <a:lnTo>
                    <a:pt x="2518254" y="6136700"/>
                  </a:lnTo>
                  <a:cubicBezTo>
                    <a:pt x="2511684" y="6143269"/>
                    <a:pt x="2502926" y="6146554"/>
                    <a:pt x="2494167" y="6146554"/>
                  </a:cubicBezTo>
                  <a:lnTo>
                    <a:pt x="2487126" y="6143674"/>
                  </a:lnTo>
                  <a:lnTo>
                    <a:pt x="2354618" y="6275625"/>
                  </a:lnTo>
                  <a:lnTo>
                    <a:pt x="2579577" y="6276848"/>
                  </a:lnTo>
                  <a:lnTo>
                    <a:pt x="2667171" y="6188956"/>
                  </a:lnTo>
                  <a:lnTo>
                    <a:pt x="2667171" y="6127940"/>
                  </a:lnTo>
                  <a:close/>
                  <a:moveTo>
                    <a:pt x="2857680" y="6070744"/>
                  </a:moveTo>
                  <a:lnTo>
                    <a:pt x="2800746" y="6127940"/>
                  </a:lnTo>
                  <a:lnTo>
                    <a:pt x="2759145" y="6127940"/>
                  </a:lnTo>
                  <a:lnTo>
                    <a:pt x="2713158" y="6173927"/>
                  </a:lnTo>
                  <a:lnTo>
                    <a:pt x="2713158" y="6322834"/>
                  </a:lnTo>
                  <a:lnTo>
                    <a:pt x="2857680" y="6322834"/>
                  </a:lnTo>
                  <a:close/>
                  <a:moveTo>
                    <a:pt x="9247471" y="6068815"/>
                  </a:moveTo>
                  <a:lnTo>
                    <a:pt x="9247471" y="6322834"/>
                  </a:lnTo>
                  <a:lnTo>
                    <a:pt x="9394188" y="6322834"/>
                  </a:lnTo>
                  <a:lnTo>
                    <a:pt x="9394188" y="6175702"/>
                  </a:lnTo>
                  <a:lnTo>
                    <a:pt x="9346587" y="6127940"/>
                  </a:lnTo>
                  <a:lnTo>
                    <a:pt x="9306595" y="6127940"/>
                  </a:lnTo>
                  <a:close/>
                  <a:moveTo>
                    <a:pt x="2857680" y="6029406"/>
                  </a:moveTo>
                  <a:lnTo>
                    <a:pt x="2776665" y="6110422"/>
                  </a:lnTo>
                  <a:lnTo>
                    <a:pt x="2794177" y="6110422"/>
                  </a:lnTo>
                  <a:lnTo>
                    <a:pt x="2857680" y="6046918"/>
                  </a:lnTo>
                  <a:close/>
                  <a:moveTo>
                    <a:pt x="9247471" y="6028487"/>
                  </a:moveTo>
                  <a:lnTo>
                    <a:pt x="9247471" y="6045031"/>
                  </a:lnTo>
                  <a:lnTo>
                    <a:pt x="9313165" y="6110422"/>
                  </a:lnTo>
                  <a:lnTo>
                    <a:pt x="9329129" y="6110422"/>
                  </a:lnTo>
                  <a:close/>
                  <a:moveTo>
                    <a:pt x="3442365" y="5946181"/>
                  </a:moveTo>
                  <a:lnTo>
                    <a:pt x="3202824" y="6185724"/>
                  </a:lnTo>
                  <a:lnTo>
                    <a:pt x="3206953" y="6195826"/>
                  </a:lnTo>
                  <a:cubicBezTo>
                    <a:pt x="3206953" y="6204585"/>
                    <a:pt x="3203671" y="6213344"/>
                    <a:pt x="3197101" y="6219913"/>
                  </a:cubicBezTo>
                  <a:lnTo>
                    <a:pt x="3179491" y="6227117"/>
                  </a:lnTo>
                  <a:lnTo>
                    <a:pt x="3179127" y="6297632"/>
                  </a:lnTo>
                  <a:lnTo>
                    <a:pt x="3442365" y="6035969"/>
                  </a:lnTo>
                  <a:close/>
                  <a:moveTo>
                    <a:pt x="8662916" y="5944120"/>
                  </a:moveTo>
                  <a:lnTo>
                    <a:pt x="8662792" y="6035969"/>
                  </a:lnTo>
                  <a:lnTo>
                    <a:pt x="8927760" y="6299350"/>
                  </a:lnTo>
                  <a:lnTo>
                    <a:pt x="8927760" y="6227975"/>
                  </a:lnTo>
                  <a:lnTo>
                    <a:pt x="8908051" y="6219913"/>
                  </a:lnTo>
                  <a:cubicBezTo>
                    <a:pt x="8901482" y="6213344"/>
                    <a:pt x="8898196" y="6204585"/>
                    <a:pt x="8898196" y="6195826"/>
                  </a:cubicBezTo>
                  <a:lnTo>
                    <a:pt x="8902965" y="6184168"/>
                  </a:lnTo>
                  <a:close/>
                  <a:moveTo>
                    <a:pt x="8165705" y="5917719"/>
                  </a:moveTo>
                  <a:lnTo>
                    <a:pt x="8238476" y="5990490"/>
                  </a:lnTo>
                  <a:lnTo>
                    <a:pt x="8339710" y="5990133"/>
                  </a:lnTo>
                  <a:lnTo>
                    <a:pt x="8347460" y="5970275"/>
                  </a:lnTo>
                  <a:cubicBezTo>
                    <a:pt x="8364979" y="5952756"/>
                    <a:pt x="8393446" y="5952756"/>
                    <a:pt x="8410964" y="5970275"/>
                  </a:cubicBezTo>
                  <a:cubicBezTo>
                    <a:pt x="8419724" y="5979035"/>
                    <a:pt x="8424103" y="5990531"/>
                    <a:pt x="8424104" y="6002027"/>
                  </a:cubicBezTo>
                  <a:lnTo>
                    <a:pt x="8415450" y="6022936"/>
                  </a:lnTo>
                  <a:lnTo>
                    <a:pt x="8927760" y="6535246"/>
                  </a:lnTo>
                  <a:lnTo>
                    <a:pt x="8927760" y="6385100"/>
                  </a:lnTo>
                  <a:lnTo>
                    <a:pt x="8478319" y="5936847"/>
                  </a:lnTo>
                  <a:lnTo>
                    <a:pt x="8463519" y="5942902"/>
                  </a:lnTo>
                  <a:cubicBezTo>
                    <a:pt x="8454761" y="5942903"/>
                    <a:pt x="8446002" y="5939618"/>
                    <a:pt x="8439432" y="5933047"/>
                  </a:cubicBezTo>
                  <a:lnTo>
                    <a:pt x="8433161" y="5917719"/>
                  </a:lnTo>
                  <a:close/>
                  <a:moveTo>
                    <a:pt x="3674165" y="5917719"/>
                  </a:moveTo>
                  <a:lnTo>
                    <a:pt x="3667894" y="5933047"/>
                  </a:lnTo>
                  <a:cubicBezTo>
                    <a:pt x="3661325" y="5939618"/>
                    <a:pt x="3652566" y="5942903"/>
                    <a:pt x="3643806" y="5942902"/>
                  </a:cubicBezTo>
                  <a:lnTo>
                    <a:pt x="3627494" y="5936227"/>
                  </a:lnTo>
                  <a:lnTo>
                    <a:pt x="3178677" y="6385056"/>
                  </a:lnTo>
                  <a:lnTo>
                    <a:pt x="3177905" y="6534738"/>
                  </a:lnTo>
                  <a:lnTo>
                    <a:pt x="3691241" y="6021389"/>
                  </a:lnTo>
                  <a:lnTo>
                    <a:pt x="3683225" y="6002027"/>
                  </a:lnTo>
                  <a:cubicBezTo>
                    <a:pt x="3683225" y="5990531"/>
                    <a:pt x="3687605" y="5979035"/>
                    <a:pt x="3696366" y="5970275"/>
                  </a:cubicBezTo>
                  <a:cubicBezTo>
                    <a:pt x="3713885" y="5952756"/>
                    <a:pt x="3742351" y="5952756"/>
                    <a:pt x="3759873" y="5970275"/>
                  </a:cubicBezTo>
                  <a:lnTo>
                    <a:pt x="3767624" y="5990141"/>
                  </a:lnTo>
                  <a:lnTo>
                    <a:pt x="3866662" y="5990490"/>
                  </a:lnTo>
                  <a:lnTo>
                    <a:pt x="3939434" y="5917719"/>
                  </a:lnTo>
                  <a:close/>
                  <a:moveTo>
                    <a:pt x="3431411" y="5895827"/>
                  </a:moveTo>
                  <a:lnTo>
                    <a:pt x="3160051" y="6167185"/>
                  </a:lnTo>
                  <a:lnTo>
                    <a:pt x="3173014" y="6161883"/>
                  </a:lnTo>
                  <a:lnTo>
                    <a:pt x="3193993" y="6170467"/>
                  </a:lnTo>
                  <a:lnTo>
                    <a:pt x="3431411" y="5933047"/>
                  </a:lnTo>
                  <a:close/>
                  <a:moveTo>
                    <a:pt x="8673742" y="5893632"/>
                  </a:moveTo>
                  <a:lnTo>
                    <a:pt x="8673742" y="5933047"/>
                  </a:lnTo>
                  <a:lnTo>
                    <a:pt x="8912527" y="6169907"/>
                  </a:lnTo>
                  <a:lnTo>
                    <a:pt x="8932139" y="6161883"/>
                  </a:lnTo>
                  <a:lnTo>
                    <a:pt x="8948814" y="6168705"/>
                  </a:lnTo>
                  <a:close/>
                  <a:moveTo>
                    <a:pt x="5826992" y="5865164"/>
                  </a:moveTo>
                  <a:lnTo>
                    <a:pt x="5826992" y="5902390"/>
                  </a:lnTo>
                  <a:lnTo>
                    <a:pt x="5717503" y="6011880"/>
                  </a:lnTo>
                  <a:lnTo>
                    <a:pt x="6045972" y="6340353"/>
                  </a:lnTo>
                  <a:lnTo>
                    <a:pt x="6045972" y="6084144"/>
                  </a:lnTo>
                  <a:close/>
                  <a:moveTo>
                    <a:pt x="8673742" y="5821370"/>
                  </a:moveTo>
                  <a:lnTo>
                    <a:pt x="8673742" y="5831681"/>
                  </a:lnTo>
                  <a:lnTo>
                    <a:pt x="9214624" y="6371415"/>
                  </a:lnTo>
                  <a:lnTo>
                    <a:pt x="9214624" y="6355682"/>
                  </a:lnTo>
                  <a:lnTo>
                    <a:pt x="9208053" y="6355682"/>
                  </a:lnTo>
                  <a:close/>
                  <a:moveTo>
                    <a:pt x="3431411" y="5821368"/>
                  </a:moveTo>
                  <a:lnTo>
                    <a:pt x="2897097" y="6355682"/>
                  </a:lnTo>
                  <a:lnTo>
                    <a:pt x="2892718" y="6355682"/>
                  </a:lnTo>
                  <a:lnTo>
                    <a:pt x="2892718" y="6369235"/>
                  </a:lnTo>
                  <a:lnTo>
                    <a:pt x="3431411" y="5831685"/>
                  </a:lnTo>
                  <a:close/>
                  <a:moveTo>
                    <a:pt x="5754729" y="5792900"/>
                  </a:moveTo>
                  <a:lnTo>
                    <a:pt x="5626628" y="5921004"/>
                  </a:lnTo>
                  <a:lnTo>
                    <a:pt x="5693415" y="5987793"/>
                  </a:lnTo>
                  <a:lnTo>
                    <a:pt x="5794146" y="5887062"/>
                  </a:lnTo>
                  <a:lnTo>
                    <a:pt x="5794146" y="5832316"/>
                  </a:lnTo>
                  <a:close/>
                  <a:moveTo>
                    <a:pt x="7701466" y="5771002"/>
                  </a:moveTo>
                  <a:lnTo>
                    <a:pt x="7701466" y="5933048"/>
                  </a:lnTo>
                  <a:lnTo>
                    <a:pt x="7760590" y="5992173"/>
                  </a:lnTo>
                  <a:lnTo>
                    <a:pt x="7922068" y="5991604"/>
                  </a:lnTo>
                  <a:close/>
                  <a:moveTo>
                    <a:pt x="4403638" y="5771002"/>
                  </a:moveTo>
                  <a:lnTo>
                    <a:pt x="4183079" y="5991605"/>
                  </a:lnTo>
                  <a:lnTo>
                    <a:pt x="4344509" y="5992173"/>
                  </a:lnTo>
                  <a:lnTo>
                    <a:pt x="4403638" y="5933047"/>
                  </a:lnTo>
                  <a:close/>
                  <a:moveTo>
                    <a:pt x="5826992" y="5742535"/>
                  </a:moveTo>
                  <a:lnTo>
                    <a:pt x="5826992" y="5816989"/>
                  </a:lnTo>
                  <a:lnTo>
                    <a:pt x="6081009" y="6071006"/>
                  </a:lnTo>
                  <a:lnTo>
                    <a:pt x="6081009" y="6375390"/>
                  </a:lnTo>
                  <a:lnTo>
                    <a:pt x="6087577" y="6381959"/>
                  </a:lnTo>
                  <a:lnTo>
                    <a:pt x="6087577" y="6003122"/>
                  </a:lnTo>
                  <a:lnTo>
                    <a:pt x="5931007" y="5846550"/>
                  </a:lnTo>
                  <a:lnTo>
                    <a:pt x="5915679" y="5839981"/>
                  </a:lnTo>
                  <a:lnTo>
                    <a:pt x="5909108" y="5824652"/>
                  </a:lnTo>
                  <a:close/>
                  <a:moveTo>
                    <a:pt x="5791956" y="5707498"/>
                  </a:moveTo>
                  <a:lnTo>
                    <a:pt x="5791956" y="5755673"/>
                  </a:lnTo>
                  <a:lnTo>
                    <a:pt x="5778817" y="5768813"/>
                  </a:lnTo>
                  <a:lnTo>
                    <a:pt x="5794146" y="5784141"/>
                  </a:lnTo>
                  <a:lnTo>
                    <a:pt x="5794146" y="5709686"/>
                  </a:lnTo>
                  <a:close/>
                  <a:moveTo>
                    <a:pt x="6731382" y="5696549"/>
                  </a:moveTo>
                  <a:lnTo>
                    <a:pt x="6731382" y="6007501"/>
                  </a:lnTo>
                  <a:lnTo>
                    <a:pt x="6845251" y="5893631"/>
                  </a:lnTo>
                  <a:lnTo>
                    <a:pt x="6845251" y="5810419"/>
                  </a:lnTo>
                  <a:close/>
                  <a:moveTo>
                    <a:pt x="8900342" y="5680182"/>
                  </a:moveTo>
                  <a:lnTo>
                    <a:pt x="8887248" y="5685600"/>
                  </a:lnTo>
                  <a:lnTo>
                    <a:pt x="8885755" y="5684981"/>
                  </a:lnTo>
                  <a:lnTo>
                    <a:pt x="9214624" y="6012335"/>
                  </a:lnTo>
                  <a:lnTo>
                    <a:pt x="9214624" y="5995529"/>
                  </a:lnTo>
                  <a:close/>
                  <a:moveTo>
                    <a:pt x="3206934" y="5680152"/>
                  </a:moveTo>
                  <a:lnTo>
                    <a:pt x="2892718" y="5994369"/>
                  </a:lnTo>
                  <a:lnTo>
                    <a:pt x="2892718" y="6011881"/>
                  </a:lnTo>
                  <a:lnTo>
                    <a:pt x="3219322" y="5685278"/>
                  </a:lnTo>
                  <a:close/>
                  <a:moveTo>
                    <a:pt x="7725554" y="5643039"/>
                  </a:moveTo>
                  <a:lnTo>
                    <a:pt x="7725554" y="5762243"/>
                  </a:lnTo>
                  <a:lnTo>
                    <a:pt x="7954004" y="5991492"/>
                  </a:lnTo>
                  <a:lnTo>
                    <a:pt x="8214472" y="5990574"/>
                  </a:lnTo>
                  <a:lnTo>
                    <a:pt x="8141618" y="5917719"/>
                  </a:lnTo>
                  <a:lnTo>
                    <a:pt x="7999280" y="5917719"/>
                  </a:lnTo>
                  <a:close/>
                  <a:moveTo>
                    <a:pt x="4381738" y="5641802"/>
                  </a:moveTo>
                  <a:lnTo>
                    <a:pt x="4105864" y="5917719"/>
                  </a:lnTo>
                  <a:lnTo>
                    <a:pt x="3963523" y="5917719"/>
                  </a:lnTo>
                  <a:lnTo>
                    <a:pt x="3890667" y="5990574"/>
                  </a:lnTo>
                  <a:lnTo>
                    <a:pt x="4152527" y="5991497"/>
                  </a:lnTo>
                  <a:lnTo>
                    <a:pt x="4381738" y="5762243"/>
                  </a:lnTo>
                  <a:close/>
                  <a:moveTo>
                    <a:pt x="5301440" y="5626475"/>
                  </a:moveTo>
                  <a:lnTo>
                    <a:pt x="5301440" y="5843265"/>
                  </a:lnTo>
                  <a:lnTo>
                    <a:pt x="5239953" y="5904755"/>
                  </a:lnTo>
                  <a:lnTo>
                    <a:pt x="5241218" y="5905402"/>
                  </a:lnTo>
                  <a:cubicBezTo>
                    <a:pt x="5247239" y="5911698"/>
                    <a:pt x="5251070" y="5919909"/>
                    <a:pt x="5251070" y="5928668"/>
                  </a:cubicBezTo>
                  <a:cubicBezTo>
                    <a:pt x="5251070" y="5937428"/>
                    <a:pt x="5247788" y="5945640"/>
                    <a:pt x="5242040" y="5951662"/>
                  </a:cubicBezTo>
                  <a:lnTo>
                    <a:pt x="5226985" y="5957891"/>
                  </a:lnTo>
                  <a:lnTo>
                    <a:pt x="5226985" y="6180496"/>
                  </a:lnTo>
                  <a:lnTo>
                    <a:pt x="5448158" y="5959325"/>
                  </a:lnTo>
                  <a:lnTo>
                    <a:pt x="5448158" y="5788521"/>
                  </a:lnTo>
                  <a:lnTo>
                    <a:pt x="5310198" y="5650562"/>
                  </a:lnTo>
                  <a:lnTo>
                    <a:pt x="5310198" y="5635231"/>
                  </a:lnTo>
                  <a:close/>
                  <a:moveTo>
                    <a:pt x="4780284" y="5620958"/>
                  </a:moveTo>
                  <a:lnTo>
                    <a:pt x="4780284" y="6331257"/>
                  </a:lnTo>
                  <a:lnTo>
                    <a:pt x="4955458" y="6155429"/>
                  </a:lnTo>
                  <a:lnTo>
                    <a:pt x="4955458" y="5834507"/>
                  </a:lnTo>
                  <a:lnTo>
                    <a:pt x="4933557" y="5825746"/>
                  </a:lnTo>
                  <a:cubicBezTo>
                    <a:pt x="4925343" y="5817535"/>
                    <a:pt x="4920414" y="5806039"/>
                    <a:pt x="4920414" y="5792900"/>
                  </a:cubicBezTo>
                  <a:lnTo>
                    <a:pt x="4929225" y="5770877"/>
                  </a:lnTo>
                  <a:close/>
                  <a:moveTo>
                    <a:pt x="6624081" y="5619904"/>
                  </a:moveTo>
                  <a:lnTo>
                    <a:pt x="6624081" y="6009690"/>
                  </a:lnTo>
                  <a:lnTo>
                    <a:pt x="6523351" y="6111102"/>
                  </a:lnTo>
                  <a:lnTo>
                    <a:pt x="6523351" y="6215532"/>
                  </a:lnTo>
                  <a:lnTo>
                    <a:pt x="6709484" y="6029399"/>
                  </a:lnTo>
                  <a:lnTo>
                    <a:pt x="6709484" y="5705307"/>
                  </a:lnTo>
                  <a:close/>
                  <a:moveTo>
                    <a:pt x="10484711" y="5606765"/>
                  </a:moveTo>
                  <a:lnTo>
                    <a:pt x="10539458" y="5661511"/>
                  </a:lnTo>
                  <a:lnTo>
                    <a:pt x="10640487" y="5661511"/>
                  </a:lnTo>
                  <a:lnTo>
                    <a:pt x="10644940" y="5650625"/>
                  </a:lnTo>
                  <a:lnTo>
                    <a:pt x="10600771" y="5606765"/>
                  </a:lnTo>
                  <a:close/>
                  <a:moveTo>
                    <a:pt x="10386170" y="5606765"/>
                  </a:moveTo>
                  <a:lnTo>
                    <a:pt x="10833175" y="6053770"/>
                  </a:lnTo>
                  <a:lnTo>
                    <a:pt x="10852600" y="6045823"/>
                  </a:lnTo>
                  <a:cubicBezTo>
                    <a:pt x="10861359" y="6045823"/>
                    <a:pt x="10870119" y="6049108"/>
                    <a:pt x="10876687" y="6055678"/>
                  </a:cubicBezTo>
                  <a:cubicBezTo>
                    <a:pt x="10889826" y="6068815"/>
                    <a:pt x="10889826" y="6090714"/>
                    <a:pt x="10876687" y="6103852"/>
                  </a:cubicBezTo>
                  <a:lnTo>
                    <a:pt x="10856980" y="6111915"/>
                  </a:lnTo>
                  <a:lnTo>
                    <a:pt x="10856980" y="6265899"/>
                  </a:lnTo>
                  <a:lnTo>
                    <a:pt x="10913914" y="6322834"/>
                  </a:lnTo>
                  <a:lnTo>
                    <a:pt x="10913914" y="5953964"/>
                  </a:lnTo>
                  <a:lnTo>
                    <a:pt x="10889827" y="5943997"/>
                  </a:lnTo>
                  <a:cubicBezTo>
                    <a:pt x="10881068" y="5935238"/>
                    <a:pt x="10876688" y="5923741"/>
                    <a:pt x="10876688" y="5912245"/>
                  </a:cubicBezTo>
                  <a:lnTo>
                    <a:pt x="10883418" y="5895982"/>
                  </a:lnTo>
                  <a:lnTo>
                    <a:pt x="10685608" y="5698173"/>
                  </a:lnTo>
                  <a:lnTo>
                    <a:pt x="10670845" y="5704213"/>
                  </a:lnTo>
                  <a:cubicBezTo>
                    <a:pt x="10662086" y="5704213"/>
                    <a:pt x="10653327" y="5700928"/>
                    <a:pt x="10646758" y="5694358"/>
                  </a:cubicBezTo>
                  <a:lnTo>
                    <a:pt x="10640487" y="5679030"/>
                  </a:lnTo>
                  <a:lnTo>
                    <a:pt x="10532888" y="5679030"/>
                  </a:lnTo>
                  <a:lnTo>
                    <a:pt x="10460174" y="5606765"/>
                  </a:lnTo>
                  <a:close/>
                  <a:moveTo>
                    <a:pt x="1646706" y="5606765"/>
                  </a:moveTo>
                  <a:lnTo>
                    <a:pt x="1574441" y="5679030"/>
                  </a:lnTo>
                  <a:lnTo>
                    <a:pt x="1464648" y="5679030"/>
                  </a:lnTo>
                  <a:lnTo>
                    <a:pt x="1458378" y="5694358"/>
                  </a:lnTo>
                  <a:cubicBezTo>
                    <a:pt x="1451808" y="5700928"/>
                    <a:pt x="1443049" y="5704213"/>
                    <a:pt x="1434289" y="5704213"/>
                  </a:cubicBezTo>
                  <a:lnTo>
                    <a:pt x="1419530" y="5698174"/>
                  </a:lnTo>
                  <a:lnTo>
                    <a:pt x="1223273" y="5894432"/>
                  </a:lnTo>
                  <a:lnTo>
                    <a:pt x="1230644" y="5912245"/>
                  </a:lnTo>
                  <a:cubicBezTo>
                    <a:pt x="1230643" y="5923741"/>
                    <a:pt x="1226264" y="5935238"/>
                    <a:pt x="1217504" y="5943997"/>
                  </a:cubicBezTo>
                  <a:lnTo>
                    <a:pt x="1191231" y="5954870"/>
                  </a:lnTo>
                  <a:lnTo>
                    <a:pt x="1191231" y="6325019"/>
                  </a:lnTo>
                  <a:lnTo>
                    <a:pt x="1250350" y="6265899"/>
                  </a:lnTo>
                  <a:lnTo>
                    <a:pt x="1250350" y="6112813"/>
                  </a:lnTo>
                  <a:lnTo>
                    <a:pt x="1228448" y="6103852"/>
                  </a:lnTo>
                  <a:cubicBezTo>
                    <a:pt x="1215310" y="6090714"/>
                    <a:pt x="1215310" y="6068815"/>
                    <a:pt x="1228448" y="6055678"/>
                  </a:cubicBezTo>
                  <a:cubicBezTo>
                    <a:pt x="1235018" y="6049108"/>
                    <a:pt x="1243777" y="6045823"/>
                    <a:pt x="1252536" y="6045823"/>
                  </a:cubicBezTo>
                  <a:lnTo>
                    <a:pt x="1273518" y="6054408"/>
                  </a:lnTo>
                  <a:lnTo>
                    <a:pt x="1721157" y="5606765"/>
                  </a:lnTo>
                  <a:close/>
                  <a:moveTo>
                    <a:pt x="1504371" y="5606765"/>
                  </a:moveTo>
                  <a:lnTo>
                    <a:pt x="1460198" y="5650630"/>
                  </a:lnTo>
                  <a:lnTo>
                    <a:pt x="1464648" y="5661511"/>
                  </a:lnTo>
                  <a:lnTo>
                    <a:pt x="1565682" y="5661511"/>
                  </a:lnTo>
                  <a:lnTo>
                    <a:pt x="1620768" y="5606765"/>
                  </a:lnTo>
                  <a:close/>
                  <a:moveTo>
                    <a:pt x="9440086" y="5574865"/>
                  </a:moveTo>
                  <a:lnTo>
                    <a:pt x="9439128" y="6110422"/>
                  </a:lnTo>
                  <a:lnTo>
                    <a:pt x="9577933" y="6110422"/>
                  </a:lnTo>
                  <a:lnTo>
                    <a:pt x="9586890" y="6088524"/>
                  </a:lnTo>
                  <a:cubicBezTo>
                    <a:pt x="9600029" y="6075386"/>
                    <a:pt x="9621927" y="6075386"/>
                    <a:pt x="9635066" y="6088524"/>
                  </a:cubicBezTo>
                  <a:cubicBezTo>
                    <a:pt x="9641635" y="6095093"/>
                    <a:pt x="9644921" y="6103853"/>
                    <a:pt x="9644921" y="6112612"/>
                  </a:cubicBezTo>
                  <a:lnTo>
                    <a:pt x="9635671" y="6135219"/>
                  </a:lnTo>
                  <a:lnTo>
                    <a:pt x="9775355" y="6275496"/>
                  </a:lnTo>
                  <a:lnTo>
                    <a:pt x="9887983" y="6274880"/>
                  </a:lnTo>
                  <a:lnTo>
                    <a:pt x="9890532" y="6268348"/>
                  </a:lnTo>
                  <a:lnTo>
                    <a:pt x="9753316" y="6130130"/>
                  </a:lnTo>
                  <a:lnTo>
                    <a:pt x="9753316" y="5926690"/>
                  </a:lnTo>
                  <a:lnTo>
                    <a:pt x="9735798" y="5919908"/>
                  </a:lnTo>
                  <a:cubicBezTo>
                    <a:pt x="9725943" y="5911149"/>
                    <a:pt x="9721016" y="5899106"/>
                    <a:pt x="9721016" y="5886788"/>
                  </a:cubicBezTo>
                  <a:lnTo>
                    <a:pt x="9730549" y="5864368"/>
                  </a:lnTo>
                  <a:close/>
                  <a:moveTo>
                    <a:pt x="2667171" y="5573915"/>
                  </a:moveTo>
                  <a:lnTo>
                    <a:pt x="2377239" y="5863847"/>
                  </a:lnTo>
                  <a:lnTo>
                    <a:pt x="2380126" y="5868175"/>
                  </a:lnTo>
                  <a:cubicBezTo>
                    <a:pt x="2387005" y="5885419"/>
                    <a:pt x="2382490" y="5905127"/>
                    <a:pt x="2369349" y="5919908"/>
                  </a:cubicBezTo>
                  <a:lnTo>
                    <a:pt x="2354023" y="5925841"/>
                  </a:lnTo>
                  <a:lnTo>
                    <a:pt x="2354023" y="6130130"/>
                  </a:lnTo>
                  <a:lnTo>
                    <a:pt x="2214951" y="6269201"/>
                  </a:lnTo>
                  <a:lnTo>
                    <a:pt x="2217162" y="6274879"/>
                  </a:lnTo>
                  <a:lnTo>
                    <a:pt x="2331284" y="6275500"/>
                  </a:lnTo>
                  <a:lnTo>
                    <a:pt x="2470081" y="6136701"/>
                  </a:lnTo>
                  <a:lnTo>
                    <a:pt x="2470079" y="6136700"/>
                  </a:lnTo>
                  <a:cubicBezTo>
                    <a:pt x="2456941" y="6123561"/>
                    <a:pt x="2456941" y="6101663"/>
                    <a:pt x="2470079" y="6088524"/>
                  </a:cubicBezTo>
                  <a:cubicBezTo>
                    <a:pt x="2483218" y="6075386"/>
                    <a:pt x="2505115" y="6075386"/>
                    <a:pt x="2518254" y="6088524"/>
                  </a:cubicBezTo>
                  <a:lnTo>
                    <a:pt x="2527214" y="6110422"/>
                  </a:lnTo>
                  <a:lnTo>
                    <a:pt x="2667171" y="6110422"/>
                  </a:lnTo>
                  <a:close/>
                  <a:moveTo>
                    <a:pt x="10285440" y="5530122"/>
                  </a:moveTo>
                  <a:lnTo>
                    <a:pt x="9975978" y="5531725"/>
                  </a:lnTo>
                  <a:lnTo>
                    <a:pt x="10002168" y="5557858"/>
                  </a:lnTo>
                  <a:lnTo>
                    <a:pt x="10021568" y="5549830"/>
                  </a:lnTo>
                  <a:cubicBezTo>
                    <a:pt x="10033064" y="5549830"/>
                    <a:pt x="10044561" y="5554210"/>
                    <a:pt x="10053320" y="5562969"/>
                  </a:cubicBezTo>
                  <a:lnTo>
                    <a:pt x="10061475" y="5582678"/>
                  </a:lnTo>
                  <a:lnTo>
                    <a:pt x="10337995" y="5582678"/>
                  </a:lnTo>
                  <a:close/>
                  <a:moveTo>
                    <a:pt x="1819698" y="5530122"/>
                  </a:moveTo>
                  <a:lnTo>
                    <a:pt x="1767142" y="5582678"/>
                  </a:lnTo>
                  <a:lnTo>
                    <a:pt x="2043665" y="5582678"/>
                  </a:lnTo>
                  <a:lnTo>
                    <a:pt x="2051820" y="5562969"/>
                  </a:lnTo>
                  <a:cubicBezTo>
                    <a:pt x="2060579" y="5554210"/>
                    <a:pt x="2072077" y="5549830"/>
                    <a:pt x="2083574" y="5549830"/>
                  </a:cubicBezTo>
                  <a:lnTo>
                    <a:pt x="2104493" y="5558485"/>
                  </a:lnTo>
                  <a:lnTo>
                    <a:pt x="2131252" y="5531728"/>
                  </a:lnTo>
                  <a:close/>
                  <a:moveTo>
                    <a:pt x="5572975" y="5488514"/>
                  </a:moveTo>
                  <a:lnTo>
                    <a:pt x="5572975" y="5562970"/>
                  </a:lnTo>
                  <a:lnTo>
                    <a:pt x="5745971" y="5735967"/>
                  </a:lnTo>
                  <a:lnTo>
                    <a:pt x="5745971" y="5661511"/>
                  </a:lnTo>
                  <a:close/>
                  <a:moveTo>
                    <a:pt x="4962021" y="5405947"/>
                  </a:moveTo>
                  <a:lnTo>
                    <a:pt x="4780284" y="5588152"/>
                  </a:lnTo>
                  <a:lnTo>
                    <a:pt x="4780284" y="5590156"/>
                  </a:lnTo>
                  <a:lnTo>
                    <a:pt x="4944660" y="5755611"/>
                  </a:lnTo>
                  <a:lnTo>
                    <a:pt x="4966404" y="5746914"/>
                  </a:lnTo>
                  <a:cubicBezTo>
                    <a:pt x="4992681" y="5746914"/>
                    <a:pt x="5012390" y="5766621"/>
                    <a:pt x="5012390" y="5792900"/>
                  </a:cubicBezTo>
                  <a:cubicBezTo>
                    <a:pt x="5012390" y="5806039"/>
                    <a:pt x="5007461" y="5817535"/>
                    <a:pt x="4999251" y="5825746"/>
                  </a:cubicBezTo>
                  <a:lnTo>
                    <a:pt x="4977359" y="5834505"/>
                  </a:lnTo>
                  <a:lnTo>
                    <a:pt x="4977359" y="6133449"/>
                  </a:lnTo>
                  <a:lnTo>
                    <a:pt x="5188020" y="5921990"/>
                  </a:lnTo>
                  <a:lnTo>
                    <a:pt x="5190965" y="5914545"/>
                  </a:lnTo>
                  <a:lnTo>
                    <a:pt x="4962021" y="5685599"/>
                  </a:lnTo>
                  <a:close/>
                  <a:moveTo>
                    <a:pt x="4622602" y="5400934"/>
                  </a:moveTo>
                  <a:lnTo>
                    <a:pt x="4421155" y="5602385"/>
                  </a:lnTo>
                  <a:lnTo>
                    <a:pt x="4421155" y="5915528"/>
                  </a:lnTo>
                  <a:lnTo>
                    <a:pt x="4748110" y="5588571"/>
                  </a:lnTo>
                  <a:lnTo>
                    <a:pt x="4622602" y="5462238"/>
                  </a:lnTo>
                  <a:close/>
                  <a:moveTo>
                    <a:pt x="5465677" y="5381213"/>
                  </a:moveTo>
                  <a:lnTo>
                    <a:pt x="5465677" y="5760051"/>
                  </a:lnTo>
                  <a:lnTo>
                    <a:pt x="5594477" y="5888853"/>
                  </a:lnTo>
                  <a:lnTo>
                    <a:pt x="5722917" y="5761088"/>
                  </a:lnTo>
                  <a:lnTo>
                    <a:pt x="5537939" y="5576108"/>
                  </a:lnTo>
                  <a:lnTo>
                    <a:pt x="5537939" y="5453477"/>
                  </a:lnTo>
                  <a:close/>
                  <a:moveTo>
                    <a:pt x="5301440" y="5354945"/>
                  </a:moveTo>
                  <a:lnTo>
                    <a:pt x="5301440" y="5595818"/>
                  </a:lnTo>
                  <a:lnTo>
                    <a:pt x="5310198" y="5604574"/>
                  </a:lnTo>
                  <a:lnTo>
                    <a:pt x="5310198" y="5364949"/>
                  </a:lnTo>
                  <a:lnTo>
                    <a:pt x="5304724" y="5362602"/>
                  </a:lnTo>
                  <a:close/>
                  <a:moveTo>
                    <a:pt x="10150446" y="5326659"/>
                  </a:moveTo>
                  <a:lnTo>
                    <a:pt x="10136813" y="5326751"/>
                  </a:lnTo>
                  <a:lnTo>
                    <a:pt x="10278869" y="5468807"/>
                  </a:lnTo>
                  <a:lnTo>
                    <a:pt x="10321360" y="5468807"/>
                  </a:lnTo>
                  <a:lnTo>
                    <a:pt x="10200488" y="5348682"/>
                  </a:lnTo>
                  <a:lnTo>
                    <a:pt x="10182519" y="5356033"/>
                  </a:lnTo>
                  <a:cubicBezTo>
                    <a:pt x="10173759" y="5356034"/>
                    <a:pt x="10165000" y="5352748"/>
                    <a:pt x="10158430" y="5346178"/>
                  </a:cubicBezTo>
                  <a:close/>
                  <a:moveTo>
                    <a:pt x="1954689" y="5326659"/>
                  </a:moveTo>
                  <a:lnTo>
                    <a:pt x="1946705" y="5346178"/>
                  </a:lnTo>
                  <a:cubicBezTo>
                    <a:pt x="1940136" y="5352748"/>
                    <a:pt x="1931375" y="5356034"/>
                    <a:pt x="1922616" y="5356033"/>
                  </a:cubicBezTo>
                  <a:lnTo>
                    <a:pt x="1904746" y="5348723"/>
                  </a:lnTo>
                  <a:lnTo>
                    <a:pt x="1784663" y="5468807"/>
                  </a:lnTo>
                  <a:lnTo>
                    <a:pt x="1826272" y="5468807"/>
                  </a:lnTo>
                  <a:lnTo>
                    <a:pt x="1968328" y="5326751"/>
                  </a:lnTo>
                  <a:close/>
                  <a:moveTo>
                    <a:pt x="4744116" y="5309015"/>
                  </a:moveTo>
                  <a:lnTo>
                    <a:pt x="4725537" y="5316617"/>
                  </a:lnTo>
                  <a:lnTo>
                    <a:pt x="4712324" y="5311211"/>
                  </a:lnTo>
                  <a:lnTo>
                    <a:pt x="4644501" y="5379036"/>
                  </a:lnTo>
                  <a:lnTo>
                    <a:pt x="4644501" y="5453479"/>
                  </a:lnTo>
                  <a:lnTo>
                    <a:pt x="4756193" y="5565907"/>
                  </a:lnTo>
                  <a:lnTo>
                    <a:pt x="4756193" y="5314011"/>
                  </a:lnTo>
                  <a:close/>
                  <a:moveTo>
                    <a:pt x="7362072" y="5308564"/>
                  </a:moveTo>
                  <a:lnTo>
                    <a:pt x="7348907" y="5314011"/>
                  </a:lnTo>
                  <a:lnTo>
                    <a:pt x="7348907" y="5580488"/>
                  </a:lnTo>
                  <a:lnTo>
                    <a:pt x="7683948" y="5915530"/>
                  </a:lnTo>
                  <a:lnTo>
                    <a:pt x="7683948" y="5601288"/>
                  </a:lnTo>
                  <a:lnTo>
                    <a:pt x="7394904" y="5311237"/>
                  </a:lnTo>
                  <a:lnTo>
                    <a:pt x="7381754" y="5316617"/>
                  </a:lnTo>
                  <a:close/>
                  <a:moveTo>
                    <a:pt x="8673742" y="5276105"/>
                  </a:moveTo>
                  <a:lnTo>
                    <a:pt x="8673742" y="5773194"/>
                  </a:lnTo>
                  <a:lnTo>
                    <a:pt x="9214624" y="6314076"/>
                  </a:lnTo>
                  <a:lnTo>
                    <a:pt x="9214624" y="6035968"/>
                  </a:lnTo>
                  <a:lnTo>
                    <a:pt x="8848079" y="5669422"/>
                  </a:lnTo>
                  <a:lnTo>
                    <a:pt x="8837977" y="5673555"/>
                  </a:lnTo>
                  <a:cubicBezTo>
                    <a:pt x="8829217" y="5673555"/>
                    <a:pt x="8820458" y="5670270"/>
                    <a:pt x="8813889" y="5663701"/>
                  </a:cubicBezTo>
                  <a:cubicBezTo>
                    <a:pt x="8800749" y="5650562"/>
                    <a:pt x="8800749" y="5628664"/>
                    <a:pt x="8813889" y="5615525"/>
                  </a:cubicBezTo>
                  <a:cubicBezTo>
                    <a:pt x="8820458" y="5608956"/>
                    <a:pt x="8829217" y="5605670"/>
                    <a:pt x="8837977" y="5605670"/>
                  </a:cubicBezTo>
                  <a:lnTo>
                    <a:pt x="8854122" y="5612276"/>
                  </a:lnTo>
                  <a:lnTo>
                    <a:pt x="8855495" y="5608956"/>
                  </a:lnTo>
                  <a:cubicBezTo>
                    <a:pt x="8873014" y="5591437"/>
                    <a:pt x="8901482" y="5591437"/>
                    <a:pt x="8919000" y="5608956"/>
                  </a:cubicBezTo>
                  <a:cubicBezTo>
                    <a:pt x="8927760" y="5617715"/>
                    <a:pt x="8932138" y="5629211"/>
                    <a:pt x="8932138" y="5640708"/>
                  </a:cubicBezTo>
                  <a:lnTo>
                    <a:pt x="8920282" y="5669363"/>
                  </a:lnTo>
                  <a:lnTo>
                    <a:pt x="9214624" y="5963706"/>
                  </a:lnTo>
                  <a:lnTo>
                    <a:pt x="9214624" y="5569540"/>
                  </a:lnTo>
                  <a:lnTo>
                    <a:pt x="8921190" y="5276105"/>
                  </a:lnTo>
                  <a:close/>
                  <a:moveTo>
                    <a:pt x="3183963" y="5276105"/>
                  </a:moveTo>
                  <a:lnTo>
                    <a:pt x="2892718" y="5569540"/>
                  </a:lnTo>
                  <a:lnTo>
                    <a:pt x="2892718" y="5962640"/>
                  </a:lnTo>
                  <a:lnTo>
                    <a:pt x="3186456" y="5667895"/>
                  </a:lnTo>
                  <a:lnTo>
                    <a:pt x="3175209" y="5640708"/>
                  </a:lnTo>
                  <a:cubicBezTo>
                    <a:pt x="3175209" y="5629211"/>
                    <a:pt x="3179588" y="5617715"/>
                    <a:pt x="3188347" y="5608956"/>
                  </a:cubicBezTo>
                  <a:cubicBezTo>
                    <a:pt x="3205864" y="5591437"/>
                    <a:pt x="3234330" y="5591437"/>
                    <a:pt x="3251849" y="5608956"/>
                  </a:cubicBezTo>
                  <a:lnTo>
                    <a:pt x="3252904" y="5611508"/>
                  </a:lnTo>
                  <a:lnTo>
                    <a:pt x="3267172" y="5605670"/>
                  </a:lnTo>
                  <a:cubicBezTo>
                    <a:pt x="3275931" y="5605670"/>
                    <a:pt x="3284690" y="5608956"/>
                    <a:pt x="3291259" y="5615525"/>
                  </a:cubicBezTo>
                  <a:cubicBezTo>
                    <a:pt x="3304398" y="5628664"/>
                    <a:pt x="3304398" y="5650562"/>
                    <a:pt x="3291259" y="5663701"/>
                  </a:cubicBezTo>
                  <a:cubicBezTo>
                    <a:pt x="3284690" y="5670270"/>
                    <a:pt x="3275931" y="5673555"/>
                    <a:pt x="3267172" y="5673555"/>
                  </a:cubicBezTo>
                  <a:lnTo>
                    <a:pt x="3257140" y="5669452"/>
                  </a:lnTo>
                  <a:lnTo>
                    <a:pt x="2892718" y="6035547"/>
                  </a:lnTo>
                  <a:lnTo>
                    <a:pt x="2892718" y="6314075"/>
                  </a:lnTo>
                  <a:lnTo>
                    <a:pt x="3431411" y="5775381"/>
                  </a:lnTo>
                  <a:lnTo>
                    <a:pt x="3431411" y="5276105"/>
                  </a:lnTo>
                  <a:close/>
                  <a:moveTo>
                    <a:pt x="5093412" y="5274215"/>
                  </a:moveTo>
                  <a:lnTo>
                    <a:pt x="4979544" y="5388382"/>
                  </a:lnTo>
                  <a:lnTo>
                    <a:pt x="4979544" y="5679030"/>
                  </a:lnTo>
                  <a:lnTo>
                    <a:pt x="5202878" y="5900392"/>
                  </a:lnTo>
                  <a:lnTo>
                    <a:pt x="5214743" y="5895165"/>
                  </a:lnTo>
                  <a:lnTo>
                    <a:pt x="5277356" y="5832317"/>
                  </a:lnTo>
                  <a:lnTo>
                    <a:pt x="5277356" y="5602387"/>
                  </a:lnTo>
                  <a:lnTo>
                    <a:pt x="5093412" y="5418442"/>
                  </a:lnTo>
                  <a:close/>
                  <a:moveTo>
                    <a:pt x="5445971" y="5254171"/>
                  </a:moveTo>
                  <a:lnTo>
                    <a:pt x="5445971" y="5298002"/>
                  </a:lnTo>
                  <a:lnTo>
                    <a:pt x="5448158" y="5300189"/>
                  </a:lnTo>
                  <a:lnTo>
                    <a:pt x="5448158" y="5256396"/>
                  </a:lnTo>
                  <a:close/>
                  <a:moveTo>
                    <a:pt x="8461329" y="5252017"/>
                  </a:moveTo>
                  <a:lnTo>
                    <a:pt x="8461329" y="5560780"/>
                  </a:lnTo>
                  <a:lnTo>
                    <a:pt x="8640893" y="5740345"/>
                  </a:lnTo>
                  <a:lnTo>
                    <a:pt x="8640893" y="5276105"/>
                  </a:lnTo>
                  <a:lnTo>
                    <a:pt x="8485417" y="5276105"/>
                  </a:lnTo>
                  <a:close/>
                  <a:moveTo>
                    <a:pt x="3646000" y="5249828"/>
                  </a:moveTo>
                  <a:lnTo>
                    <a:pt x="3619723" y="5276105"/>
                  </a:lnTo>
                  <a:lnTo>
                    <a:pt x="3464262" y="5276105"/>
                  </a:lnTo>
                  <a:lnTo>
                    <a:pt x="3464262" y="5742529"/>
                  </a:lnTo>
                  <a:lnTo>
                    <a:pt x="3646000" y="5560780"/>
                  </a:lnTo>
                  <a:close/>
                  <a:moveTo>
                    <a:pt x="8374564" y="5165252"/>
                  </a:moveTo>
                  <a:lnTo>
                    <a:pt x="8374298" y="5283802"/>
                  </a:lnTo>
                  <a:lnTo>
                    <a:pt x="8379211" y="5295814"/>
                  </a:lnTo>
                  <a:lnTo>
                    <a:pt x="8374243" y="5307958"/>
                  </a:lnTo>
                  <a:lnTo>
                    <a:pt x="8373738" y="5532313"/>
                  </a:lnTo>
                  <a:lnTo>
                    <a:pt x="8640893" y="5798902"/>
                  </a:lnTo>
                  <a:lnTo>
                    <a:pt x="8640893" y="5788522"/>
                  </a:lnTo>
                  <a:lnTo>
                    <a:pt x="8426292" y="5573920"/>
                  </a:lnTo>
                  <a:lnTo>
                    <a:pt x="8426292" y="5216980"/>
                  </a:lnTo>
                  <a:close/>
                  <a:moveTo>
                    <a:pt x="3731404" y="5164419"/>
                  </a:moveTo>
                  <a:lnTo>
                    <a:pt x="3678846" y="5216981"/>
                  </a:lnTo>
                  <a:lnTo>
                    <a:pt x="3678846" y="5573920"/>
                  </a:lnTo>
                  <a:lnTo>
                    <a:pt x="3464262" y="5788516"/>
                  </a:lnTo>
                  <a:lnTo>
                    <a:pt x="3464262" y="5798902"/>
                  </a:lnTo>
                  <a:lnTo>
                    <a:pt x="3731404" y="5532313"/>
                  </a:lnTo>
                  <a:lnTo>
                    <a:pt x="3731404" y="5309213"/>
                  </a:lnTo>
                  <a:lnTo>
                    <a:pt x="3725924" y="5295814"/>
                  </a:lnTo>
                  <a:lnTo>
                    <a:pt x="3731404" y="5282414"/>
                  </a:lnTo>
                  <a:close/>
                  <a:moveTo>
                    <a:pt x="4622602" y="5162249"/>
                  </a:moveTo>
                  <a:lnTo>
                    <a:pt x="4438674" y="5346179"/>
                  </a:lnTo>
                  <a:cubicBezTo>
                    <a:pt x="4451817" y="5359318"/>
                    <a:pt x="4451817" y="5381216"/>
                    <a:pt x="4438674" y="5394355"/>
                  </a:cubicBezTo>
                  <a:lnTo>
                    <a:pt x="4421155" y="5401521"/>
                  </a:lnTo>
                  <a:lnTo>
                    <a:pt x="4421155" y="5578298"/>
                  </a:lnTo>
                  <a:lnTo>
                    <a:pt x="4622602" y="5376850"/>
                  </a:lnTo>
                  <a:close/>
                  <a:moveTo>
                    <a:pt x="8673742" y="5146905"/>
                  </a:moveTo>
                  <a:lnTo>
                    <a:pt x="8673742" y="5243258"/>
                  </a:lnTo>
                  <a:lnTo>
                    <a:pt x="8934328" y="5243258"/>
                  </a:lnTo>
                  <a:lnTo>
                    <a:pt x="9247471" y="5556400"/>
                  </a:lnTo>
                  <a:lnTo>
                    <a:pt x="9247471" y="5996554"/>
                  </a:lnTo>
                  <a:lnTo>
                    <a:pt x="9361340" y="6110422"/>
                  </a:lnTo>
                  <a:lnTo>
                    <a:pt x="9394188" y="6110422"/>
                  </a:lnTo>
                  <a:lnTo>
                    <a:pt x="9394188" y="5543262"/>
                  </a:lnTo>
                  <a:lnTo>
                    <a:pt x="9113754" y="5262828"/>
                  </a:lnTo>
                  <a:lnTo>
                    <a:pt x="9104859" y="5266798"/>
                  </a:lnTo>
                  <a:cubicBezTo>
                    <a:pt x="9092541" y="5266798"/>
                    <a:pt x="9079949" y="5261871"/>
                    <a:pt x="9070095" y="5252017"/>
                  </a:cubicBezTo>
                  <a:cubicBezTo>
                    <a:pt x="9061336" y="5243258"/>
                    <a:pt x="9056410" y="5230667"/>
                    <a:pt x="9056136" y="5218076"/>
                  </a:cubicBezTo>
                  <a:lnTo>
                    <a:pt x="9058032" y="5207105"/>
                  </a:lnTo>
                  <a:lnTo>
                    <a:pt x="8997832" y="5146905"/>
                  </a:lnTo>
                  <a:close/>
                  <a:moveTo>
                    <a:pt x="8461329" y="5146905"/>
                  </a:moveTo>
                  <a:lnTo>
                    <a:pt x="8461329" y="5203841"/>
                  </a:lnTo>
                  <a:lnTo>
                    <a:pt x="8500746" y="5243258"/>
                  </a:lnTo>
                  <a:lnTo>
                    <a:pt x="8640893" y="5243258"/>
                  </a:lnTo>
                  <a:lnTo>
                    <a:pt x="8640893" y="5146905"/>
                  </a:lnTo>
                  <a:close/>
                  <a:moveTo>
                    <a:pt x="3464262" y="5146905"/>
                  </a:moveTo>
                  <a:lnTo>
                    <a:pt x="3464262" y="5243258"/>
                  </a:lnTo>
                  <a:lnTo>
                    <a:pt x="3606587" y="5243258"/>
                  </a:lnTo>
                  <a:lnTo>
                    <a:pt x="3646000" y="5203720"/>
                  </a:lnTo>
                  <a:lnTo>
                    <a:pt x="3646000" y="5146905"/>
                  </a:lnTo>
                  <a:close/>
                  <a:moveTo>
                    <a:pt x="3109512" y="5146905"/>
                  </a:moveTo>
                  <a:lnTo>
                    <a:pt x="3047440" y="5208979"/>
                  </a:lnTo>
                  <a:lnTo>
                    <a:pt x="3049010" y="5218076"/>
                  </a:lnTo>
                  <a:cubicBezTo>
                    <a:pt x="3048738" y="5230667"/>
                    <a:pt x="3043810" y="5243258"/>
                    <a:pt x="3035049" y="5252017"/>
                  </a:cubicBezTo>
                  <a:cubicBezTo>
                    <a:pt x="3025198" y="5261871"/>
                    <a:pt x="3012605" y="5266798"/>
                    <a:pt x="3000290" y="5266798"/>
                  </a:cubicBezTo>
                  <a:lnTo>
                    <a:pt x="2992912" y="5263507"/>
                  </a:lnTo>
                  <a:lnTo>
                    <a:pt x="2713158" y="5543262"/>
                  </a:lnTo>
                  <a:lnTo>
                    <a:pt x="2713158" y="6110422"/>
                  </a:lnTo>
                  <a:lnTo>
                    <a:pt x="2745441" y="6110422"/>
                  </a:lnTo>
                  <a:lnTo>
                    <a:pt x="2857680" y="5997796"/>
                  </a:lnTo>
                  <a:lnTo>
                    <a:pt x="2857680" y="5556400"/>
                  </a:lnTo>
                  <a:lnTo>
                    <a:pt x="3170825" y="5243258"/>
                  </a:lnTo>
                  <a:lnTo>
                    <a:pt x="3431411" y="5243258"/>
                  </a:lnTo>
                  <a:lnTo>
                    <a:pt x="3431411" y="5146905"/>
                  </a:lnTo>
                  <a:close/>
                  <a:moveTo>
                    <a:pt x="6658680" y="5124569"/>
                  </a:moveTo>
                  <a:lnTo>
                    <a:pt x="6644636" y="5130331"/>
                  </a:lnTo>
                  <a:lnTo>
                    <a:pt x="6636125" y="5150190"/>
                  </a:lnTo>
                  <a:lnTo>
                    <a:pt x="6624081" y="5155352"/>
                  </a:lnTo>
                  <a:lnTo>
                    <a:pt x="6624081" y="5565160"/>
                  </a:lnTo>
                  <a:lnTo>
                    <a:pt x="6845251" y="5786330"/>
                  </a:lnTo>
                  <a:lnTo>
                    <a:pt x="6845251" y="5311142"/>
                  </a:lnTo>
                  <a:close/>
                  <a:moveTo>
                    <a:pt x="8374682" y="5112813"/>
                  </a:moveTo>
                  <a:lnTo>
                    <a:pt x="8374673" y="5117184"/>
                  </a:lnTo>
                  <a:lnTo>
                    <a:pt x="8426292" y="5168804"/>
                  </a:lnTo>
                  <a:lnTo>
                    <a:pt x="8426292" y="5146905"/>
                  </a:lnTo>
                  <a:lnTo>
                    <a:pt x="8408774" y="5146905"/>
                  </a:lnTo>
                  <a:close/>
                  <a:moveTo>
                    <a:pt x="3731404" y="5111867"/>
                  </a:moveTo>
                  <a:lnTo>
                    <a:pt x="3696366" y="5146905"/>
                  </a:lnTo>
                  <a:lnTo>
                    <a:pt x="3678846" y="5146905"/>
                  </a:lnTo>
                  <a:lnTo>
                    <a:pt x="3678846" y="5170772"/>
                  </a:lnTo>
                  <a:lnTo>
                    <a:pt x="3731404" y="5118048"/>
                  </a:lnTo>
                  <a:close/>
                  <a:moveTo>
                    <a:pt x="9308609" y="5065883"/>
                  </a:moveTo>
                  <a:lnTo>
                    <a:pt x="9306047" y="5091066"/>
                  </a:lnTo>
                  <a:lnTo>
                    <a:pt x="9304046" y="5093882"/>
                  </a:lnTo>
                  <a:lnTo>
                    <a:pt x="9809389" y="5598007"/>
                  </a:lnTo>
                  <a:lnTo>
                    <a:pt x="9978036" y="5598007"/>
                  </a:lnTo>
                  <a:lnTo>
                    <a:pt x="9976676" y="5594722"/>
                  </a:lnTo>
                  <a:lnTo>
                    <a:pt x="9984708" y="5575312"/>
                  </a:lnTo>
                  <a:lnTo>
                    <a:pt x="9941395" y="5531905"/>
                  </a:lnTo>
                  <a:lnTo>
                    <a:pt x="9862807" y="5532312"/>
                  </a:lnTo>
                  <a:lnTo>
                    <a:pt x="9415520" y="5085026"/>
                  </a:lnTo>
                  <a:lnTo>
                    <a:pt x="9400757" y="5091065"/>
                  </a:lnTo>
                  <a:cubicBezTo>
                    <a:pt x="9391997" y="5091065"/>
                    <a:pt x="9383239" y="5087781"/>
                    <a:pt x="9376669" y="5081211"/>
                  </a:cubicBezTo>
                  <a:lnTo>
                    <a:pt x="9370398" y="5065883"/>
                  </a:lnTo>
                  <a:close/>
                  <a:moveTo>
                    <a:pt x="9150508" y="5065883"/>
                  </a:moveTo>
                  <a:lnTo>
                    <a:pt x="9662584" y="5579484"/>
                  </a:lnTo>
                  <a:lnTo>
                    <a:pt x="9678863" y="5572824"/>
                  </a:lnTo>
                  <a:cubicBezTo>
                    <a:pt x="9687623" y="5572824"/>
                    <a:pt x="9696382" y="5576109"/>
                    <a:pt x="9702951" y="5582679"/>
                  </a:cubicBezTo>
                  <a:lnTo>
                    <a:pt x="9709294" y="5598007"/>
                  </a:lnTo>
                  <a:lnTo>
                    <a:pt x="9745479" y="5598007"/>
                  </a:lnTo>
                  <a:lnTo>
                    <a:pt x="9273947" y="5125319"/>
                  </a:lnTo>
                  <a:lnTo>
                    <a:pt x="9270429" y="5127608"/>
                  </a:lnTo>
                  <a:cubicBezTo>
                    <a:pt x="9247333" y="5136641"/>
                    <a:pt x="9219003" y="5132125"/>
                    <a:pt x="9199294" y="5114058"/>
                  </a:cubicBezTo>
                  <a:cubicBezTo>
                    <a:pt x="9186155" y="5102015"/>
                    <a:pt x="9179586" y="5085590"/>
                    <a:pt x="9179586" y="5068893"/>
                  </a:cubicBezTo>
                  <a:lnTo>
                    <a:pt x="9180185" y="5065883"/>
                  </a:lnTo>
                  <a:close/>
                  <a:moveTo>
                    <a:pt x="2927156" y="5065883"/>
                  </a:moveTo>
                  <a:lnTo>
                    <a:pt x="2927758" y="5068893"/>
                  </a:lnTo>
                  <a:cubicBezTo>
                    <a:pt x="2927758" y="5077242"/>
                    <a:pt x="2926116" y="5085522"/>
                    <a:pt x="2922831" y="5093221"/>
                  </a:cubicBezTo>
                  <a:lnTo>
                    <a:pt x="2908051" y="5114058"/>
                  </a:lnTo>
                  <a:lnTo>
                    <a:pt x="2885981" y="5127608"/>
                  </a:lnTo>
                  <a:cubicBezTo>
                    <a:pt x="2878006" y="5130619"/>
                    <a:pt x="2869590" y="5132125"/>
                    <a:pt x="2861242" y="5132125"/>
                  </a:cubicBezTo>
                  <a:lnTo>
                    <a:pt x="2836414" y="5122193"/>
                  </a:lnTo>
                  <a:lnTo>
                    <a:pt x="2360596" y="5598007"/>
                  </a:lnTo>
                  <a:lnTo>
                    <a:pt x="2398044" y="5598007"/>
                  </a:lnTo>
                  <a:lnTo>
                    <a:pt x="2404385" y="5582679"/>
                  </a:lnTo>
                  <a:cubicBezTo>
                    <a:pt x="2410956" y="5576109"/>
                    <a:pt x="2419714" y="5572824"/>
                    <a:pt x="2428473" y="5572824"/>
                  </a:cubicBezTo>
                  <a:lnTo>
                    <a:pt x="2443238" y="5578865"/>
                  </a:lnTo>
                  <a:lnTo>
                    <a:pt x="2908051" y="5114058"/>
                  </a:lnTo>
                  <a:lnTo>
                    <a:pt x="2956221" y="5065883"/>
                  </a:lnTo>
                  <a:close/>
                  <a:moveTo>
                    <a:pt x="2736943" y="5065883"/>
                  </a:moveTo>
                  <a:lnTo>
                    <a:pt x="2730674" y="5081211"/>
                  </a:lnTo>
                  <a:cubicBezTo>
                    <a:pt x="2724104" y="5087781"/>
                    <a:pt x="2715343" y="5091065"/>
                    <a:pt x="2706584" y="5091065"/>
                  </a:cubicBezTo>
                  <a:lnTo>
                    <a:pt x="2690330" y="5084416"/>
                  </a:lnTo>
                  <a:lnTo>
                    <a:pt x="2244529" y="5532312"/>
                  </a:lnTo>
                  <a:lnTo>
                    <a:pt x="2163932" y="5531897"/>
                  </a:lnTo>
                  <a:lnTo>
                    <a:pt x="2120461" y="5575363"/>
                  </a:lnTo>
                  <a:lnTo>
                    <a:pt x="2128470" y="5594722"/>
                  </a:lnTo>
                  <a:lnTo>
                    <a:pt x="2127112" y="5598007"/>
                  </a:lnTo>
                  <a:lnTo>
                    <a:pt x="2295763" y="5598007"/>
                  </a:lnTo>
                  <a:lnTo>
                    <a:pt x="2802390" y="5092606"/>
                  </a:lnTo>
                  <a:lnTo>
                    <a:pt x="2801295" y="5091066"/>
                  </a:lnTo>
                  <a:lnTo>
                    <a:pt x="2798735" y="5065883"/>
                  </a:lnTo>
                  <a:close/>
                  <a:moveTo>
                    <a:pt x="4620584" y="5061343"/>
                  </a:moveTo>
                  <a:lnTo>
                    <a:pt x="4403638" y="5278294"/>
                  </a:lnTo>
                  <a:lnTo>
                    <a:pt x="4403638" y="5340804"/>
                  </a:lnTo>
                  <a:lnTo>
                    <a:pt x="4414588" y="5336324"/>
                  </a:lnTo>
                  <a:lnTo>
                    <a:pt x="4421615" y="5339200"/>
                  </a:lnTo>
                  <a:lnTo>
                    <a:pt x="4622602" y="5138805"/>
                  </a:lnTo>
                  <a:lnTo>
                    <a:pt x="4622602" y="5062178"/>
                  </a:lnTo>
                  <a:close/>
                  <a:moveTo>
                    <a:pt x="9427910" y="4984859"/>
                  </a:moveTo>
                  <a:lnTo>
                    <a:pt x="9959009" y="5514794"/>
                  </a:lnTo>
                  <a:lnTo>
                    <a:pt x="10294199" y="5514794"/>
                  </a:lnTo>
                  <a:lnTo>
                    <a:pt x="10362083" y="5582678"/>
                  </a:lnTo>
                  <a:lnTo>
                    <a:pt x="10435937" y="5582678"/>
                  </a:lnTo>
                  <a:lnTo>
                    <a:pt x="10345596" y="5492895"/>
                  </a:lnTo>
                  <a:lnTo>
                    <a:pt x="10270111" y="5492895"/>
                  </a:lnTo>
                  <a:lnTo>
                    <a:pt x="10104762" y="5326970"/>
                  </a:lnTo>
                  <a:lnTo>
                    <a:pt x="9856237" y="5328660"/>
                  </a:lnTo>
                  <a:lnTo>
                    <a:pt x="9684866" y="5157290"/>
                  </a:lnTo>
                  <a:lnTo>
                    <a:pt x="9670103" y="5163329"/>
                  </a:lnTo>
                  <a:cubicBezTo>
                    <a:pt x="9661344" y="5163329"/>
                    <a:pt x="9652585" y="5160044"/>
                    <a:pt x="9646015" y="5153475"/>
                  </a:cubicBezTo>
                  <a:cubicBezTo>
                    <a:pt x="9632877" y="5140337"/>
                    <a:pt x="9632877" y="5118438"/>
                    <a:pt x="9646015" y="5105300"/>
                  </a:cubicBezTo>
                  <a:cubicBezTo>
                    <a:pt x="9659154" y="5092160"/>
                    <a:pt x="9681052" y="5092160"/>
                    <a:pt x="9694191" y="5105300"/>
                  </a:cubicBezTo>
                  <a:cubicBezTo>
                    <a:pt x="9700761" y="5111869"/>
                    <a:pt x="9704046" y="5120628"/>
                    <a:pt x="9704046" y="5129387"/>
                  </a:cubicBezTo>
                  <a:lnTo>
                    <a:pt x="9697370" y="5145706"/>
                  </a:lnTo>
                  <a:lnTo>
                    <a:pt x="9864996" y="5313331"/>
                  </a:lnTo>
                  <a:lnTo>
                    <a:pt x="10088146" y="5310296"/>
                  </a:lnTo>
                  <a:lnTo>
                    <a:pt x="9763839" y="4984859"/>
                  </a:lnTo>
                  <a:close/>
                  <a:moveTo>
                    <a:pt x="9069724" y="4984859"/>
                  </a:moveTo>
                  <a:lnTo>
                    <a:pt x="9133041" y="5048364"/>
                  </a:lnTo>
                  <a:lnTo>
                    <a:pt x="9183675" y="5048364"/>
                  </a:lnTo>
                  <a:lnTo>
                    <a:pt x="9184513" y="5044155"/>
                  </a:lnTo>
                  <a:cubicBezTo>
                    <a:pt x="9187798" y="5036183"/>
                    <a:pt x="9192725" y="5028656"/>
                    <a:pt x="9199294" y="5022086"/>
                  </a:cubicBezTo>
                  <a:cubicBezTo>
                    <a:pt x="9211339" y="5010043"/>
                    <a:pt x="9227762" y="5004020"/>
                    <a:pt x="9244459" y="5004021"/>
                  </a:cubicBezTo>
                  <a:cubicBezTo>
                    <a:pt x="9261156" y="5004020"/>
                    <a:pt x="9278127" y="5010043"/>
                    <a:pt x="9291266" y="5022086"/>
                  </a:cubicBezTo>
                  <a:lnTo>
                    <a:pt x="9306140" y="5048364"/>
                  </a:lnTo>
                  <a:lnTo>
                    <a:pt x="9370398" y="5048364"/>
                  </a:lnTo>
                  <a:lnTo>
                    <a:pt x="9376669" y="5033036"/>
                  </a:lnTo>
                  <a:cubicBezTo>
                    <a:pt x="9389808" y="5019896"/>
                    <a:pt x="9411706" y="5019896"/>
                    <a:pt x="9424845" y="5033036"/>
                  </a:cubicBezTo>
                  <a:cubicBezTo>
                    <a:pt x="9431414" y="5039605"/>
                    <a:pt x="9434699" y="5048365"/>
                    <a:pt x="9434699" y="5057124"/>
                  </a:cubicBezTo>
                  <a:lnTo>
                    <a:pt x="9428628" y="5071965"/>
                  </a:lnTo>
                  <a:lnTo>
                    <a:pt x="9869376" y="5514794"/>
                  </a:lnTo>
                  <a:lnTo>
                    <a:pt x="9924321" y="5514794"/>
                  </a:lnTo>
                  <a:lnTo>
                    <a:pt x="9395534" y="4984859"/>
                  </a:lnTo>
                  <a:close/>
                  <a:moveTo>
                    <a:pt x="2710970" y="4984859"/>
                  </a:moveTo>
                  <a:lnTo>
                    <a:pt x="2181033" y="5514794"/>
                  </a:lnTo>
                  <a:lnTo>
                    <a:pt x="2235768" y="5514794"/>
                  </a:lnTo>
                  <a:lnTo>
                    <a:pt x="2678680" y="5071890"/>
                  </a:lnTo>
                  <a:lnTo>
                    <a:pt x="2672639" y="5057124"/>
                  </a:lnTo>
                  <a:cubicBezTo>
                    <a:pt x="2672639" y="5048365"/>
                    <a:pt x="2675925" y="5039605"/>
                    <a:pt x="2682493" y="5033036"/>
                  </a:cubicBezTo>
                  <a:cubicBezTo>
                    <a:pt x="2695634" y="5019896"/>
                    <a:pt x="2717533" y="5019896"/>
                    <a:pt x="2730674" y="5033036"/>
                  </a:cubicBezTo>
                  <a:lnTo>
                    <a:pt x="2736943" y="5048364"/>
                  </a:lnTo>
                  <a:lnTo>
                    <a:pt x="2801202" y="5048364"/>
                  </a:lnTo>
                  <a:lnTo>
                    <a:pt x="2816078" y="5022086"/>
                  </a:lnTo>
                  <a:cubicBezTo>
                    <a:pt x="2829217" y="5010043"/>
                    <a:pt x="2846187" y="5004020"/>
                    <a:pt x="2862883" y="5004021"/>
                  </a:cubicBezTo>
                  <a:cubicBezTo>
                    <a:pt x="2879580" y="5004020"/>
                    <a:pt x="2896005" y="5010043"/>
                    <a:pt x="2908051" y="5022086"/>
                  </a:cubicBezTo>
                  <a:cubicBezTo>
                    <a:pt x="2914621" y="5028656"/>
                    <a:pt x="2919547" y="5036183"/>
                    <a:pt x="2922831" y="5044155"/>
                  </a:cubicBezTo>
                  <a:lnTo>
                    <a:pt x="2923669" y="5048364"/>
                  </a:lnTo>
                  <a:lnTo>
                    <a:pt x="2973740" y="5048364"/>
                  </a:lnTo>
                  <a:lnTo>
                    <a:pt x="3037245" y="4984859"/>
                  </a:lnTo>
                  <a:close/>
                  <a:moveTo>
                    <a:pt x="2343080" y="4984859"/>
                  </a:moveTo>
                  <a:lnTo>
                    <a:pt x="2017653" y="5310275"/>
                  </a:lnTo>
                  <a:lnTo>
                    <a:pt x="2242341" y="5313331"/>
                  </a:lnTo>
                  <a:lnTo>
                    <a:pt x="2408412" y="5147260"/>
                  </a:lnTo>
                  <a:lnTo>
                    <a:pt x="2401104" y="5129387"/>
                  </a:lnTo>
                  <a:cubicBezTo>
                    <a:pt x="2401104" y="5120628"/>
                    <a:pt x="2404388" y="5111869"/>
                    <a:pt x="2410957" y="5105300"/>
                  </a:cubicBezTo>
                  <a:cubicBezTo>
                    <a:pt x="2424095" y="5092160"/>
                    <a:pt x="2445994" y="5092160"/>
                    <a:pt x="2459132" y="5105300"/>
                  </a:cubicBezTo>
                  <a:cubicBezTo>
                    <a:pt x="2472272" y="5118438"/>
                    <a:pt x="2472272" y="5140337"/>
                    <a:pt x="2459132" y="5153475"/>
                  </a:cubicBezTo>
                  <a:cubicBezTo>
                    <a:pt x="2452564" y="5160044"/>
                    <a:pt x="2443805" y="5163329"/>
                    <a:pt x="2435046" y="5163329"/>
                  </a:cubicBezTo>
                  <a:lnTo>
                    <a:pt x="2420280" y="5157290"/>
                  </a:lnTo>
                  <a:lnTo>
                    <a:pt x="2248910" y="5328660"/>
                  </a:lnTo>
                  <a:lnTo>
                    <a:pt x="2000956" y="5326974"/>
                  </a:lnTo>
                  <a:lnTo>
                    <a:pt x="1835032" y="5492895"/>
                  </a:lnTo>
                  <a:lnTo>
                    <a:pt x="1760576" y="5492895"/>
                  </a:lnTo>
                  <a:lnTo>
                    <a:pt x="1670792" y="5582678"/>
                  </a:lnTo>
                  <a:lnTo>
                    <a:pt x="1745244" y="5582678"/>
                  </a:lnTo>
                  <a:lnTo>
                    <a:pt x="1813127" y="5514794"/>
                  </a:lnTo>
                  <a:lnTo>
                    <a:pt x="2148188" y="5514794"/>
                  </a:lnTo>
                  <a:lnTo>
                    <a:pt x="2678121" y="4984859"/>
                  </a:lnTo>
                  <a:close/>
                  <a:moveTo>
                    <a:pt x="5080989" y="4966645"/>
                  </a:moveTo>
                  <a:lnTo>
                    <a:pt x="4802825" y="5244807"/>
                  </a:lnTo>
                  <a:lnTo>
                    <a:pt x="4815311" y="5275010"/>
                  </a:lnTo>
                  <a:cubicBezTo>
                    <a:pt x="4815311" y="5286507"/>
                    <a:pt x="4810944" y="5298003"/>
                    <a:pt x="4802182" y="5306762"/>
                  </a:cubicBezTo>
                  <a:lnTo>
                    <a:pt x="4780284" y="5315824"/>
                  </a:lnTo>
                  <a:lnTo>
                    <a:pt x="4780284" y="5556400"/>
                  </a:lnTo>
                  <a:lnTo>
                    <a:pt x="4962021" y="5374660"/>
                  </a:lnTo>
                  <a:lnTo>
                    <a:pt x="4962021" y="5356815"/>
                  </a:lnTo>
                  <a:lnTo>
                    <a:pt x="4949977" y="5351653"/>
                  </a:lnTo>
                  <a:cubicBezTo>
                    <a:pt x="4943954" y="5345631"/>
                    <a:pt x="4940122" y="5337419"/>
                    <a:pt x="4940122" y="5328659"/>
                  </a:cubicBezTo>
                  <a:cubicBezTo>
                    <a:pt x="4940122" y="5311141"/>
                    <a:pt x="4955450" y="5295813"/>
                    <a:pt x="4972970" y="5295813"/>
                  </a:cubicBezTo>
                  <a:cubicBezTo>
                    <a:pt x="4990490" y="5295813"/>
                    <a:pt x="5005818" y="5311141"/>
                    <a:pt x="5005818" y="5328659"/>
                  </a:cubicBezTo>
                  <a:lnTo>
                    <a:pt x="5004390" y="5332293"/>
                  </a:lnTo>
                  <a:lnTo>
                    <a:pt x="5093412" y="5243266"/>
                  </a:lnTo>
                  <a:lnTo>
                    <a:pt x="5093412" y="5033037"/>
                  </a:lnTo>
                  <a:lnTo>
                    <a:pt x="5082462" y="5028656"/>
                  </a:lnTo>
                  <a:cubicBezTo>
                    <a:pt x="5074250" y="5020444"/>
                    <a:pt x="5069323" y="5008947"/>
                    <a:pt x="5069323" y="4995808"/>
                  </a:cubicBezTo>
                  <a:close/>
                  <a:moveTo>
                    <a:pt x="8673742" y="4952014"/>
                  </a:moveTo>
                  <a:lnTo>
                    <a:pt x="8673742" y="5103109"/>
                  </a:lnTo>
                  <a:lnTo>
                    <a:pt x="9015350" y="5103109"/>
                  </a:lnTo>
                  <a:lnTo>
                    <a:pt x="9089182" y="5176561"/>
                  </a:lnTo>
                  <a:lnTo>
                    <a:pt x="9103217" y="5170994"/>
                  </a:lnTo>
                  <a:cubicBezTo>
                    <a:pt x="9115534" y="5170994"/>
                    <a:pt x="9128126" y="5175374"/>
                    <a:pt x="9137980" y="5184133"/>
                  </a:cubicBezTo>
                  <a:cubicBezTo>
                    <a:pt x="9146739" y="5193987"/>
                    <a:pt x="9151119" y="5206031"/>
                    <a:pt x="9151119" y="5218075"/>
                  </a:cubicBezTo>
                  <a:lnTo>
                    <a:pt x="9145501" y="5232589"/>
                  </a:lnTo>
                  <a:lnTo>
                    <a:pt x="9440173" y="5525743"/>
                  </a:lnTo>
                  <a:lnTo>
                    <a:pt x="9440169" y="5527929"/>
                  </a:lnTo>
                  <a:lnTo>
                    <a:pt x="9755482" y="5843241"/>
                  </a:lnTo>
                  <a:lnTo>
                    <a:pt x="9768919" y="5837245"/>
                  </a:lnTo>
                  <a:cubicBezTo>
                    <a:pt x="9781236" y="5837244"/>
                    <a:pt x="9793828" y="5842171"/>
                    <a:pt x="9803682" y="5852025"/>
                  </a:cubicBezTo>
                  <a:cubicBezTo>
                    <a:pt x="9823390" y="5869543"/>
                    <a:pt x="9823390" y="5900200"/>
                    <a:pt x="9803682" y="5919908"/>
                  </a:cubicBezTo>
                  <a:lnTo>
                    <a:pt x="9786163" y="5926690"/>
                  </a:lnTo>
                  <a:lnTo>
                    <a:pt x="9786163" y="6116991"/>
                  </a:lnTo>
                  <a:lnTo>
                    <a:pt x="9910006" y="6239875"/>
                  </a:lnTo>
                  <a:lnTo>
                    <a:pt x="9931786" y="6230862"/>
                  </a:lnTo>
                  <a:cubicBezTo>
                    <a:pt x="9943282" y="6230862"/>
                    <a:pt x="9954779" y="6235242"/>
                    <a:pt x="9963538" y="6244001"/>
                  </a:cubicBezTo>
                  <a:cubicBezTo>
                    <a:pt x="9972297" y="6252761"/>
                    <a:pt x="9976676" y="6264257"/>
                    <a:pt x="9976676" y="6275753"/>
                  </a:cubicBezTo>
                  <a:lnTo>
                    <a:pt x="9967796" y="6297216"/>
                  </a:lnTo>
                  <a:lnTo>
                    <a:pt x="10068648" y="6397287"/>
                  </a:lnTo>
                  <a:lnTo>
                    <a:pt x="10215366" y="6397287"/>
                  </a:lnTo>
                  <a:lnTo>
                    <a:pt x="10121204" y="6303125"/>
                  </a:lnTo>
                  <a:lnTo>
                    <a:pt x="10121204" y="6031069"/>
                  </a:lnTo>
                  <a:lnTo>
                    <a:pt x="10121067" y="6031041"/>
                  </a:lnTo>
                  <a:cubicBezTo>
                    <a:pt x="10113266" y="6027757"/>
                    <a:pt x="10105874" y="6022830"/>
                    <a:pt x="10099305" y="6016261"/>
                  </a:cubicBezTo>
                  <a:cubicBezTo>
                    <a:pt x="10081239" y="5998195"/>
                    <a:pt x="10076723" y="5970275"/>
                    <a:pt x="10085756" y="5946357"/>
                  </a:cubicBezTo>
                  <a:lnTo>
                    <a:pt x="10088507" y="5941877"/>
                  </a:lnTo>
                  <a:lnTo>
                    <a:pt x="9762954" y="5615525"/>
                  </a:lnTo>
                  <a:lnTo>
                    <a:pt x="9708790" y="5615525"/>
                  </a:lnTo>
                  <a:lnTo>
                    <a:pt x="9702951" y="5628664"/>
                  </a:lnTo>
                  <a:lnTo>
                    <a:pt x="9702951" y="5630854"/>
                  </a:lnTo>
                  <a:cubicBezTo>
                    <a:pt x="9689812" y="5643993"/>
                    <a:pt x="9667914" y="5643993"/>
                    <a:pt x="9654775" y="5630854"/>
                  </a:cubicBezTo>
                  <a:cubicBezTo>
                    <a:pt x="9648205" y="5624285"/>
                    <a:pt x="9644921" y="5615526"/>
                    <a:pt x="9644921" y="5606766"/>
                  </a:cubicBezTo>
                  <a:lnTo>
                    <a:pt x="9650960" y="5592003"/>
                  </a:lnTo>
                  <a:lnTo>
                    <a:pt x="9124842" y="5065883"/>
                  </a:lnTo>
                  <a:lnTo>
                    <a:pt x="8787611" y="5065883"/>
                  </a:lnTo>
                  <a:close/>
                  <a:moveTo>
                    <a:pt x="3431411" y="4952012"/>
                  </a:moveTo>
                  <a:lnTo>
                    <a:pt x="3317540" y="5065883"/>
                  </a:lnTo>
                  <a:lnTo>
                    <a:pt x="2981921" y="5065883"/>
                  </a:lnTo>
                  <a:lnTo>
                    <a:pt x="2455760" y="5590503"/>
                  </a:lnTo>
                  <a:lnTo>
                    <a:pt x="2462414" y="5606766"/>
                  </a:lnTo>
                  <a:cubicBezTo>
                    <a:pt x="2462414" y="5615526"/>
                    <a:pt x="2459128" y="5624285"/>
                    <a:pt x="2452560" y="5630854"/>
                  </a:cubicBezTo>
                  <a:cubicBezTo>
                    <a:pt x="2439422" y="5643993"/>
                    <a:pt x="2417526" y="5643993"/>
                    <a:pt x="2404385" y="5630854"/>
                  </a:cubicBezTo>
                  <a:lnTo>
                    <a:pt x="2404385" y="5628664"/>
                  </a:lnTo>
                  <a:lnTo>
                    <a:pt x="2398547" y="5615525"/>
                  </a:lnTo>
                  <a:lnTo>
                    <a:pt x="2343080" y="5615525"/>
                  </a:lnTo>
                  <a:lnTo>
                    <a:pt x="2018021" y="5940574"/>
                  </a:lnTo>
                  <a:lnTo>
                    <a:pt x="2021571" y="5946357"/>
                  </a:lnTo>
                  <a:cubicBezTo>
                    <a:pt x="2030605" y="5970275"/>
                    <a:pt x="2026088" y="5998195"/>
                    <a:pt x="2008023" y="6016261"/>
                  </a:cubicBezTo>
                  <a:lnTo>
                    <a:pt x="1983941" y="6026582"/>
                  </a:lnTo>
                  <a:lnTo>
                    <a:pt x="1983941" y="6303125"/>
                  </a:lnTo>
                  <a:lnTo>
                    <a:pt x="1889777" y="6397287"/>
                  </a:lnTo>
                  <a:lnTo>
                    <a:pt x="2036490" y="6397287"/>
                  </a:lnTo>
                  <a:lnTo>
                    <a:pt x="2137355" y="6297215"/>
                  </a:lnTo>
                  <a:lnTo>
                    <a:pt x="2128473" y="6275753"/>
                  </a:lnTo>
                  <a:cubicBezTo>
                    <a:pt x="2128473" y="6264257"/>
                    <a:pt x="2132854" y="6252761"/>
                    <a:pt x="2141613" y="6244001"/>
                  </a:cubicBezTo>
                  <a:cubicBezTo>
                    <a:pt x="2150375" y="6235242"/>
                    <a:pt x="2161872" y="6230862"/>
                    <a:pt x="2173367" y="6230862"/>
                  </a:cubicBezTo>
                  <a:lnTo>
                    <a:pt x="2195144" y="6239874"/>
                  </a:lnTo>
                  <a:lnTo>
                    <a:pt x="2318987" y="6116991"/>
                  </a:lnTo>
                  <a:lnTo>
                    <a:pt x="2318987" y="5926691"/>
                  </a:lnTo>
                  <a:lnTo>
                    <a:pt x="2301464" y="5919908"/>
                  </a:lnTo>
                  <a:cubicBezTo>
                    <a:pt x="2283947" y="5900200"/>
                    <a:pt x="2281755" y="5869543"/>
                    <a:pt x="2301464" y="5852025"/>
                  </a:cubicBezTo>
                  <a:cubicBezTo>
                    <a:pt x="2311319" y="5842171"/>
                    <a:pt x="2323909" y="5837244"/>
                    <a:pt x="2336229" y="5837245"/>
                  </a:cubicBezTo>
                  <a:lnTo>
                    <a:pt x="2349667" y="5843242"/>
                  </a:lnTo>
                  <a:lnTo>
                    <a:pt x="2959834" y="5233076"/>
                  </a:lnTo>
                  <a:lnTo>
                    <a:pt x="2954027" y="5218075"/>
                  </a:lnTo>
                  <a:cubicBezTo>
                    <a:pt x="2954026" y="5206031"/>
                    <a:pt x="2958407" y="5193987"/>
                    <a:pt x="2967168" y="5184133"/>
                  </a:cubicBezTo>
                  <a:cubicBezTo>
                    <a:pt x="2977021" y="5175374"/>
                    <a:pt x="2989613" y="5170994"/>
                    <a:pt x="3001932" y="5170994"/>
                  </a:cubicBezTo>
                  <a:lnTo>
                    <a:pt x="3016243" y="5176672"/>
                  </a:lnTo>
                  <a:lnTo>
                    <a:pt x="3089803" y="5103109"/>
                  </a:lnTo>
                  <a:lnTo>
                    <a:pt x="3431411" y="5103109"/>
                  </a:lnTo>
                  <a:close/>
                  <a:moveTo>
                    <a:pt x="3156012" y="4892304"/>
                  </a:moveTo>
                  <a:lnTo>
                    <a:pt x="3087341" y="4960771"/>
                  </a:lnTo>
                  <a:lnTo>
                    <a:pt x="3107342" y="4960771"/>
                  </a:lnTo>
                  <a:lnTo>
                    <a:pt x="3170064" y="4898052"/>
                  </a:lnTo>
                  <a:close/>
                  <a:moveTo>
                    <a:pt x="9305012" y="4862230"/>
                  </a:moveTo>
                  <a:lnTo>
                    <a:pt x="9403770" y="4960771"/>
                  </a:lnTo>
                  <a:lnTo>
                    <a:pt x="9739835" y="4960771"/>
                  </a:lnTo>
                  <a:lnTo>
                    <a:pt x="9667956" y="4888642"/>
                  </a:lnTo>
                  <a:lnTo>
                    <a:pt x="9647110" y="4897267"/>
                  </a:lnTo>
                  <a:cubicBezTo>
                    <a:pt x="9635615" y="4897267"/>
                    <a:pt x="9624119" y="4892888"/>
                    <a:pt x="9615359" y="4884128"/>
                  </a:cubicBezTo>
                  <a:lnTo>
                    <a:pt x="9606375" y="4862230"/>
                  </a:lnTo>
                  <a:close/>
                  <a:moveTo>
                    <a:pt x="8978125" y="4862230"/>
                  </a:moveTo>
                  <a:lnTo>
                    <a:pt x="9076666" y="4960771"/>
                  </a:lnTo>
                  <a:lnTo>
                    <a:pt x="9371498" y="4960771"/>
                  </a:lnTo>
                  <a:lnTo>
                    <a:pt x="9273171" y="4862230"/>
                  </a:lnTo>
                  <a:close/>
                  <a:moveTo>
                    <a:pt x="3203868" y="4862230"/>
                  </a:moveTo>
                  <a:lnTo>
                    <a:pt x="3204455" y="4863662"/>
                  </a:lnTo>
                  <a:lnTo>
                    <a:pt x="3205883" y="4862230"/>
                  </a:lnTo>
                  <a:close/>
                  <a:moveTo>
                    <a:pt x="2833599" y="4862230"/>
                  </a:moveTo>
                  <a:lnTo>
                    <a:pt x="2735059" y="4960771"/>
                  </a:lnTo>
                  <a:lnTo>
                    <a:pt x="3061333" y="4960771"/>
                  </a:lnTo>
                  <a:lnTo>
                    <a:pt x="3143367" y="4878740"/>
                  </a:lnTo>
                  <a:lnTo>
                    <a:pt x="3136881" y="4864146"/>
                  </a:lnTo>
                  <a:lnTo>
                    <a:pt x="3137673" y="4862230"/>
                  </a:lnTo>
                  <a:close/>
                  <a:moveTo>
                    <a:pt x="2500965" y="4862230"/>
                  </a:moveTo>
                  <a:lnTo>
                    <a:pt x="2491982" y="4884128"/>
                  </a:lnTo>
                  <a:cubicBezTo>
                    <a:pt x="2483223" y="4892888"/>
                    <a:pt x="2471726" y="4897267"/>
                    <a:pt x="2460230" y="4897267"/>
                  </a:cubicBezTo>
                  <a:lnTo>
                    <a:pt x="2439322" y="4888616"/>
                  </a:lnTo>
                  <a:lnTo>
                    <a:pt x="2367168" y="4960771"/>
                  </a:lnTo>
                  <a:lnTo>
                    <a:pt x="2702210" y="4960771"/>
                  </a:lnTo>
                  <a:lnTo>
                    <a:pt x="2800751" y="4862230"/>
                  </a:lnTo>
                  <a:close/>
                  <a:moveTo>
                    <a:pt x="5221521" y="4826108"/>
                  </a:moveTo>
                  <a:lnTo>
                    <a:pt x="5086146" y="4961488"/>
                  </a:lnTo>
                  <a:lnTo>
                    <a:pt x="5115308" y="4949822"/>
                  </a:lnTo>
                  <a:cubicBezTo>
                    <a:pt x="5141584" y="4949822"/>
                    <a:pt x="5161292" y="4969530"/>
                    <a:pt x="5161292" y="4995808"/>
                  </a:cubicBezTo>
                  <a:cubicBezTo>
                    <a:pt x="5161292" y="5008947"/>
                    <a:pt x="5155819" y="5020444"/>
                    <a:pt x="5147331" y="5028656"/>
                  </a:cubicBezTo>
                  <a:lnTo>
                    <a:pt x="5115309" y="5041795"/>
                  </a:lnTo>
                  <a:lnTo>
                    <a:pt x="5115309" y="5221368"/>
                  </a:lnTo>
                  <a:lnTo>
                    <a:pt x="5154359" y="5182317"/>
                  </a:lnTo>
                  <a:lnTo>
                    <a:pt x="5143787" y="5156760"/>
                  </a:lnTo>
                  <a:cubicBezTo>
                    <a:pt x="5143787" y="5145263"/>
                    <a:pt x="5148168" y="5133766"/>
                    <a:pt x="5156928" y="5125007"/>
                  </a:cubicBezTo>
                  <a:cubicBezTo>
                    <a:pt x="5174443" y="5107488"/>
                    <a:pt x="5202910" y="5107488"/>
                    <a:pt x="5220422" y="5125007"/>
                  </a:cubicBezTo>
                  <a:cubicBezTo>
                    <a:pt x="5237951" y="5142525"/>
                    <a:pt x="5237951" y="5170994"/>
                    <a:pt x="5220422" y="5188511"/>
                  </a:cubicBezTo>
                  <a:cubicBezTo>
                    <a:pt x="5211666" y="5197271"/>
                    <a:pt x="5200178" y="5201651"/>
                    <a:pt x="5188684" y="5201650"/>
                  </a:cubicBezTo>
                  <a:lnTo>
                    <a:pt x="5172476" y="5194946"/>
                  </a:lnTo>
                  <a:lnTo>
                    <a:pt x="5115309" y="5252260"/>
                  </a:lnTo>
                  <a:lnTo>
                    <a:pt x="5115309" y="5409683"/>
                  </a:lnTo>
                  <a:lnTo>
                    <a:pt x="5277356" y="5571730"/>
                  </a:lnTo>
                  <a:lnTo>
                    <a:pt x="5277356" y="4881939"/>
                  </a:lnTo>
                  <a:close/>
                  <a:moveTo>
                    <a:pt x="6869339" y="4809675"/>
                  </a:moveTo>
                  <a:lnTo>
                    <a:pt x="6869339" y="5302381"/>
                  </a:lnTo>
                  <a:lnTo>
                    <a:pt x="7327009" y="5760053"/>
                  </a:lnTo>
                  <a:lnTo>
                    <a:pt x="7327009" y="5589247"/>
                  </a:lnTo>
                  <a:lnTo>
                    <a:pt x="6932684" y="5194921"/>
                  </a:lnTo>
                  <a:lnTo>
                    <a:pt x="6916420" y="5201650"/>
                  </a:lnTo>
                  <a:cubicBezTo>
                    <a:pt x="6904923" y="5201651"/>
                    <a:pt x="6893427" y="5197271"/>
                    <a:pt x="6884668" y="5188511"/>
                  </a:cubicBezTo>
                  <a:cubicBezTo>
                    <a:pt x="6867149" y="5170994"/>
                    <a:pt x="6867149" y="5142525"/>
                    <a:pt x="6884668" y="5125007"/>
                  </a:cubicBezTo>
                  <a:cubicBezTo>
                    <a:pt x="6902186" y="5107488"/>
                    <a:pt x="6930653" y="5107488"/>
                    <a:pt x="6948172" y="5125007"/>
                  </a:cubicBezTo>
                  <a:cubicBezTo>
                    <a:pt x="6956931" y="5133766"/>
                    <a:pt x="6961311" y="5145263"/>
                    <a:pt x="6961311" y="5156760"/>
                  </a:cubicBezTo>
                  <a:lnTo>
                    <a:pt x="6950736" y="5182317"/>
                  </a:lnTo>
                  <a:lnTo>
                    <a:pt x="7327009" y="5558590"/>
                  </a:lnTo>
                  <a:lnTo>
                    <a:pt x="7327009" y="5316730"/>
                  </a:lnTo>
                  <a:lnTo>
                    <a:pt x="7302921" y="5306762"/>
                  </a:lnTo>
                  <a:cubicBezTo>
                    <a:pt x="7285402" y="5289244"/>
                    <a:pt x="7285402" y="5260777"/>
                    <a:pt x="7302921" y="5243258"/>
                  </a:cubicBezTo>
                  <a:lnTo>
                    <a:pt x="7302922" y="5243258"/>
                  </a:lnTo>
                  <a:close/>
                  <a:moveTo>
                    <a:pt x="8375376" y="4804745"/>
                  </a:moveTo>
                  <a:lnTo>
                    <a:pt x="8374825" y="5049452"/>
                  </a:lnTo>
                  <a:lnTo>
                    <a:pt x="8426292" y="5100919"/>
                  </a:lnTo>
                  <a:lnTo>
                    <a:pt x="8426292" y="4855661"/>
                  </a:lnTo>
                  <a:close/>
                  <a:moveTo>
                    <a:pt x="3731404" y="4803100"/>
                  </a:moveTo>
                  <a:lnTo>
                    <a:pt x="3678846" y="4855661"/>
                  </a:lnTo>
                  <a:lnTo>
                    <a:pt x="3678846" y="5100925"/>
                  </a:lnTo>
                  <a:lnTo>
                    <a:pt x="3731404" y="5048364"/>
                  </a:lnTo>
                  <a:close/>
                  <a:moveTo>
                    <a:pt x="5932103" y="4787776"/>
                  </a:moveTo>
                  <a:lnTo>
                    <a:pt x="5826992" y="4892887"/>
                  </a:lnTo>
                  <a:lnTo>
                    <a:pt x="5826992" y="5679029"/>
                  </a:lnTo>
                  <a:lnTo>
                    <a:pt x="5932103" y="5784141"/>
                  </a:lnTo>
                  <a:lnTo>
                    <a:pt x="5932103" y="5681219"/>
                  </a:lnTo>
                  <a:lnTo>
                    <a:pt x="5910205" y="5672460"/>
                  </a:lnTo>
                  <a:cubicBezTo>
                    <a:pt x="5901994" y="5664249"/>
                    <a:pt x="5897067" y="5652753"/>
                    <a:pt x="5897067" y="5639614"/>
                  </a:cubicBezTo>
                  <a:cubicBezTo>
                    <a:pt x="5897067" y="5626475"/>
                    <a:pt x="5901994" y="5614978"/>
                    <a:pt x="5910205" y="5606766"/>
                  </a:cubicBezTo>
                  <a:lnTo>
                    <a:pt x="5932103" y="5598007"/>
                  </a:lnTo>
                  <a:lnTo>
                    <a:pt x="5932103" y="5096540"/>
                  </a:lnTo>
                  <a:lnTo>
                    <a:pt x="5932103" y="5096539"/>
                  </a:lnTo>
                  <a:close/>
                  <a:moveTo>
                    <a:pt x="6839411" y="4746901"/>
                  </a:moveTo>
                  <a:lnTo>
                    <a:pt x="6845251" y="4752741"/>
                  </a:lnTo>
                  <a:lnTo>
                    <a:pt x="6845251" y="4749236"/>
                  </a:lnTo>
                  <a:close/>
                  <a:moveTo>
                    <a:pt x="5323339" y="4724295"/>
                  </a:moveTo>
                  <a:lnTo>
                    <a:pt x="5237947" y="4809685"/>
                  </a:lnTo>
                  <a:lnTo>
                    <a:pt x="5301440" y="4873179"/>
                  </a:lnTo>
                  <a:lnTo>
                    <a:pt x="5301440" y="5324274"/>
                  </a:lnTo>
                  <a:lnTo>
                    <a:pt x="5304724" y="5316617"/>
                  </a:lnTo>
                  <a:cubicBezTo>
                    <a:pt x="5310745" y="5310594"/>
                    <a:pt x="5318958" y="5306762"/>
                    <a:pt x="5327717" y="5306762"/>
                  </a:cubicBezTo>
                  <a:cubicBezTo>
                    <a:pt x="5345233" y="5306762"/>
                    <a:pt x="5360564" y="5322090"/>
                    <a:pt x="5360564" y="5339609"/>
                  </a:cubicBezTo>
                  <a:cubicBezTo>
                    <a:pt x="5360564" y="5348368"/>
                    <a:pt x="5356731" y="5356580"/>
                    <a:pt x="5350709" y="5362602"/>
                  </a:cubicBezTo>
                  <a:lnTo>
                    <a:pt x="5327717" y="5372456"/>
                  </a:lnTo>
                  <a:lnTo>
                    <a:pt x="5327717" y="5622093"/>
                  </a:lnTo>
                  <a:lnTo>
                    <a:pt x="5448158" y="5742533"/>
                  </a:lnTo>
                  <a:lnTo>
                    <a:pt x="5448158" y="5363694"/>
                  </a:lnTo>
                  <a:lnTo>
                    <a:pt x="5399984" y="5315521"/>
                  </a:lnTo>
                  <a:lnTo>
                    <a:pt x="5399984" y="5207378"/>
                  </a:lnTo>
                  <a:lnTo>
                    <a:pt x="5323339" y="5129386"/>
                  </a:lnTo>
                  <a:close/>
                  <a:moveTo>
                    <a:pt x="8664583" y="4710736"/>
                  </a:moveTo>
                  <a:lnTo>
                    <a:pt x="8664563" y="4725952"/>
                  </a:lnTo>
                  <a:lnTo>
                    <a:pt x="8673742" y="4735221"/>
                  </a:lnTo>
                  <a:lnTo>
                    <a:pt x="8673742" y="4927925"/>
                  </a:lnTo>
                  <a:lnTo>
                    <a:pt x="8794181" y="5048364"/>
                  </a:lnTo>
                  <a:lnTo>
                    <a:pt x="9107323" y="5048364"/>
                  </a:lnTo>
                  <a:lnTo>
                    <a:pt x="8951281" y="4892322"/>
                  </a:lnTo>
                  <a:lnTo>
                    <a:pt x="8936517" y="4898363"/>
                  </a:lnTo>
                  <a:cubicBezTo>
                    <a:pt x="8927758" y="4898362"/>
                    <a:pt x="8918999" y="4895078"/>
                    <a:pt x="8912430" y="4888507"/>
                  </a:cubicBezTo>
                  <a:cubicBezTo>
                    <a:pt x="8905860" y="4881938"/>
                    <a:pt x="8902575" y="4873179"/>
                    <a:pt x="8902575" y="4864420"/>
                  </a:cubicBezTo>
                  <a:lnTo>
                    <a:pt x="8903471" y="4862230"/>
                  </a:lnTo>
                  <a:lnTo>
                    <a:pt x="8816077" y="4862230"/>
                  </a:lnTo>
                  <a:close/>
                  <a:moveTo>
                    <a:pt x="3442365" y="4708944"/>
                  </a:moveTo>
                  <a:lnTo>
                    <a:pt x="3289077" y="4862230"/>
                  </a:lnTo>
                  <a:lnTo>
                    <a:pt x="3238728" y="4862230"/>
                  </a:lnTo>
                  <a:lnTo>
                    <a:pt x="3116104" y="4984859"/>
                  </a:lnTo>
                  <a:lnTo>
                    <a:pt x="3063183" y="4984859"/>
                  </a:lnTo>
                  <a:lnTo>
                    <a:pt x="2999494" y="5048364"/>
                  </a:lnTo>
                  <a:lnTo>
                    <a:pt x="3310971" y="5048364"/>
                  </a:lnTo>
                  <a:lnTo>
                    <a:pt x="3431411" y="4927924"/>
                  </a:lnTo>
                  <a:lnTo>
                    <a:pt x="3431411" y="4735221"/>
                  </a:lnTo>
                  <a:lnTo>
                    <a:pt x="3442365" y="4724266"/>
                  </a:lnTo>
                  <a:close/>
                  <a:moveTo>
                    <a:pt x="5106551" y="4678298"/>
                  </a:moveTo>
                  <a:lnTo>
                    <a:pt x="4644501" y="5140351"/>
                  </a:lnTo>
                  <a:lnTo>
                    <a:pt x="4644501" y="5354952"/>
                  </a:lnTo>
                  <a:lnTo>
                    <a:pt x="4698905" y="5300546"/>
                  </a:lnTo>
                  <a:lnTo>
                    <a:pt x="4691597" y="5282674"/>
                  </a:lnTo>
                  <a:cubicBezTo>
                    <a:pt x="4691597" y="5273915"/>
                    <a:pt x="4694880" y="5265155"/>
                    <a:pt x="4701450" y="5258585"/>
                  </a:cubicBezTo>
                  <a:cubicBezTo>
                    <a:pt x="4708018" y="5252017"/>
                    <a:pt x="4716775" y="5248731"/>
                    <a:pt x="4725537" y="5248732"/>
                  </a:cubicBezTo>
                  <a:lnTo>
                    <a:pt x="4732961" y="5251770"/>
                  </a:lnTo>
                  <a:lnTo>
                    <a:pt x="4736486" y="5243258"/>
                  </a:lnTo>
                  <a:cubicBezTo>
                    <a:pt x="4746338" y="5234499"/>
                    <a:pt x="4758382" y="5230119"/>
                    <a:pt x="4770151" y="5230119"/>
                  </a:cubicBezTo>
                  <a:lnTo>
                    <a:pt x="4778888" y="5233702"/>
                  </a:lnTo>
                  <a:lnTo>
                    <a:pt x="5204003" y="4808588"/>
                  </a:lnTo>
                  <a:lnTo>
                    <a:pt x="5106551" y="4711133"/>
                  </a:lnTo>
                  <a:close/>
                  <a:moveTo>
                    <a:pt x="5964950" y="4667267"/>
                  </a:moveTo>
                  <a:lnTo>
                    <a:pt x="5954002" y="4678286"/>
                  </a:lnTo>
                  <a:lnTo>
                    <a:pt x="5954002" y="4719891"/>
                  </a:lnTo>
                  <a:lnTo>
                    <a:pt x="5964950" y="4708943"/>
                  </a:lnTo>
                  <a:close/>
                  <a:moveTo>
                    <a:pt x="3442365" y="4658589"/>
                  </a:moveTo>
                  <a:lnTo>
                    <a:pt x="3260626" y="4840331"/>
                  </a:lnTo>
                  <a:lnTo>
                    <a:pt x="3280318" y="4840331"/>
                  </a:lnTo>
                  <a:lnTo>
                    <a:pt x="3442365" y="4678286"/>
                  </a:lnTo>
                  <a:close/>
                  <a:moveTo>
                    <a:pt x="8375716" y="4653987"/>
                  </a:moveTo>
                  <a:lnTo>
                    <a:pt x="8375485" y="4756678"/>
                  </a:lnTo>
                  <a:lnTo>
                    <a:pt x="8461329" y="4842523"/>
                  </a:lnTo>
                  <a:lnTo>
                    <a:pt x="8461329" y="5103109"/>
                  </a:lnTo>
                  <a:lnTo>
                    <a:pt x="8640893" y="5103109"/>
                  </a:lnTo>
                  <a:lnTo>
                    <a:pt x="8640893" y="4919165"/>
                  </a:lnTo>
                  <a:close/>
                  <a:moveTo>
                    <a:pt x="3731404" y="4652002"/>
                  </a:moveTo>
                  <a:lnTo>
                    <a:pt x="3464262" y="4919161"/>
                  </a:lnTo>
                  <a:lnTo>
                    <a:pt x="3464262" y="5103109"/>
                  </a:lnTo>
                  <a:lnTo>
                    <a:pt x="3646000" y="5103109"/>
                  </a:lnTo>
                  <a:lnTo>
                    <a:pt x="3646000" y="4842523"/>
                  </a:lnTo>
                  <a:lnTo>
                    <a:pt x="3731404" y="4756674"/>
                  </a:lnTo>
                  <a:close/>
                  <a:moveTo>
                    <a:pt x="5399984" y="4647648"/>
                  </a:moveTo>
                  <a:lnTo>
                    <a:pt x="5338667" y="4708966"/>
                  </a:lnTo>
                  <a:lnTo>
                    <a:pt x="5338667" y="5122818"/>
                  </a:lnTo>
                  <a:lnTo>
                    <a:pt x="5399984" y="5183079"/>
                  </a:lnTo>
                  <a:close/>
                  <a:moveTo>
                    <a:pt x="5354875" y="4634647"/>
                  </a:moveTo>
                  <a:lnTo>
                    <a:pt x="5354540" y="4635585"/>
                  </a:lnTo>
                  <a:lnTo>
                    <a:pt x="5338667" y="4641934"/>
                  </a:lnTo>
                  <a:lnTo>
                    <a:pt x="5338667" y="4673926"/>
                  </a:lnTo>
                  <a:lnTo>
                    <a:pt x="5366166" y="4646429"/>
                  </a:lnTo>
                  <a:lnTo>
                    <a:pt x="5358392" y="4643249"/>
                  </a:lnTo>
                  <a:close/>
                  <a:moveTo>
                    <a:pt x="6754275" y="4630110"/>
                  </a:moveTo>
                  <a:lnTo>
                    <a:pt x="6748900" y="4643249"/>
                  </a:lnTo>
                  <a:lnTo>
                    <a:pt x="6739575" y="4647064"/>
                  </a:lnTo>
                  <a:lnTo>
                    <a:pt x="6813865" y="4721355"/>
                  </a:lnTo>
                  <a:lnTo>
                    <a:pt x="6808025" y="4706754"/>
                  </a:lnTo>
                  <a:cubicBezTo>
                    <a:pt x="6808025" y="4680476"/>
                    <a:pt x="6829923" y="4660767"/>
                    <a:pt x="6854010" y="4660767"/>
                  </a:cubicBezTo>
                  <a:cubicBezTo>
                    <a:pt x="6880288" y="4660767"/>
                    <a:pt x="6899996" y="4680476"/>
                    <a:pt x="6899996" y="4706754"/>
                  </a:cubicBezTo>
                  <a:cubicBezTo>
                    <a:pt x="6899996" y="4719892"/>
                    <a:pt x="6894523" y="4731390"/>
                    <a:pt x="6886037" y="4739601"/>
                  </a:cubicBezTo>
                  <a:lnTo>
                    <a:pt x="6869339" y="4746451"/>
                  </a:lnTo>
                  <a:lnTo>
                    <a:pt x="6869339" y="4776828"/>
                  </a:lnTo>
                  <a:lnTo>
                    <a:pt x="7326212" y="5233702"/>
                  </a:lnTo>
                  <a:lnTo>
                    <a:pt x="7334947" y="5230119"/>
                  </a:lnTo>
                  <a:cubicBezTo>
                    <a:pt x="7346718" y="5230119"/>
                    <a:pt x="7358762" y="5234499"/>
                    <a:pt x="7368615" y="5243258"/>
                  </a:cubicBezTo>
                  <a:lnTo>
                    <a:pt x="7372455" y="5252536"/>
                  </a:lnTo>
                  <a:lnTo>
                    <a:pt x="7381754" y="5248732"/>
                  </a:lnTo>
                  <a:cubicBezTo>
                    <a:pt x="7390513" y="5248731"/>
                    <a:pt x="7399272" y="5252017"/>
                    <a:pt x="7405842" y="5258585"/>
                  </a:cubicBezTo>
                  <a:cubicBezTo>
                    <a:pt x="7412411" y="5265155"/>
                    <a:pt x="7415696" y="5273915"/>
                    <a:pt x="7415696" y="5282674"/>
                  </a:cubicBezTo>
                  <a:lnTo>
                    <a:pt x="7407749" y="5302100"/>
                  </a:lnTo>
                  <a:lnTo>
                    <a:pt x="7683948" y="5578299"/>
                  </a:lnTo>
                  <a:lnTo>
                    <a:pt x="7683948" y="5401521"/>
                  </a:lnTo>
                  <a:lnTo>
                    <a:pt x="7666429" y="5394355"/>
                  </a:lnTo>
                  <a:cubicBezTo>
                    <a:pt x="7653291" y="5381216"/>
                    <a:pt x="7653291" y="5359318"/>
                    <a:pt x="7666429" y="5346179"/>
                  </a:cubicBezTo>
                  <a:lnTo>
                    <a:pt x="7666466" y="5346164"/>
                  </a:lnTo>
                  <a:lnTo>
                    <a:pt x="6952552" y="4630110"/>
                  </a:lnTo>
                  <a:close/>
                  <a:moveTo>
                    <a:pt x="5154735" y="4630110"/>
                  </a:moveTo>
                  <a:lnTo>
                    <a:pt x="5130638" y="4654209"/>
                  </a:lnTo>
                  <a:lnTo>
                    <a:pt x="5130638" y="4702375"/>
                  </a:lnTo>
                  <a:lnTo>
                    <a:pt x="5220422" y="4792165"/>
                  </a:lnTo>
                  <a:lnTo>
                    <a:pt x="5323339" y="4689255"/>
                  </a:lnTo>
                  <a:lnTo>
                    <a:pt x="5323339" y="4642625"/>
                  </a:lnTo>
                  <a:lnTo>
                    <a:pt x="5306913" y="4635585"/>
                  </a:lnTo>
                  <a:lnTo>
                    <a:pt x="5304565" y="4630110"/>
                  </a:lnTo>
                  <a:close/>
                  <a:moveTo>
                    <a:pt x="6641600" y="4581936"/>
                  </a:moveTo>
                  <a:lnTo>
                    <a:pt x="6641600" y="5039605"/>
                  </a:lnTo>
                  <a:lnTo>
                    <a:pt x="6674446" y="5052743"/>
                  </a:lnTo>
                  <a:cubicBezTo>
                    <a:pt x="6682658" y="5060955"/>
                    <a:pt x="6687585" y="5072451"/>
                    <a:pt x="6687585" y="5085590"/>
                  </a:cubicBezTo>
                  <a:cubicBezTo>
                    <a:pt x="6687585" y="5092160"/>
                    <a:pt x="6686216" y="5098319"/>
                    <a:pt x="6683788" y="5103862"/>
                  </a:cubicBezTo>
                  <a:lnTo>
                    <a:pt x="6678460" y="5111503"/>
                  </a:lnTo>
                  <a:lnTo>
                    <a:pt x="6845251" y="5278294"/>
                  </a:lnTo>
                  <a:lnTo>
                    <a:pt x="6845251" y="4785587"/>
                  </a:lnTo>
                  <a:lnTo>
                    <a:pt x="6704430" y="4644765"/>
                  </a:lnTo>
                  <a:lnTo>
                    <a:pt x="6700724" y="4643249"/>
                  </a:lnTo>
                  <a:lnTo>
                    <a:pt x="6699209" y="4639545"/>
                  </a:lnTo>
                  <a:close/>
                  <a:moveTo>
                    <a:pt x="8664757" y="4581710"/>
                  </a:moveTo>
                  <a:lnTo>
                    <a:pt x="8664627" y="4677932"/>
                  </a:lnTo>
                  <a:lnTo>
                    <a:pt x="8827027" y="4840331"/>
                  </a:lnTo>
                  <a:lnTo>
                    <a:pt x="8912430" y="4840331"/>
                  </a:lnTo>
                  <a:lnTo>
                    <a:pt x="8920200" y="4837153"/>
                  </a:lnTo>
                  <a:close/>
                  <a:moveTo>
                    <a:pt x="5446757" y="4565837"/>
                  </a:moveTo>
                  <a:lnTo>
                    <a:pt x="5446583" y="4565957"/>
                  </a:lnTo>
                  <a:lnTo>
                    <a:pt x="5445971" y="4566081"/>
                  </a:lnTo>
                  <a:lnTo>
                    <a:pt x="5445971" y="4566623"/>
                  </a:lnTo>
                  <a:close/>
                  <a:moveTo>
                    <a:pt x="7629203" y="4564417"/>
                  </a:moveTo>
                  <a:lnTo>
                    <a:pt x="8202216" y="5137430"/>
                  </a:lnTo>
                  <a:lnTo>
                    <a:pt x="8221820" y="5129387"/>
                  </a:lnTo>
                  <a:cubicBezTo>
                    <a:pt x="8233590" y="5129387"/>
                    <a:pt x="8245634" y="5133767"/>
                    <a:pt x="8255488" y="5142526"/>
                  </a:cubicBezTo>
                  <a:cubicBezTo>
                    <a:pt x="8264247" y="5151286"/>
                    <a:pt x="8268627" y="5162782"/>
                    <a:pt x="8268627" y="5174279"/>
                  </a:cubicBezTo>
                  <a:lnTo>
                    <a:pt x="8259333" y="5196738"/>
                  </a:lnTo>
                  <a:lnTo>
                    <a:pt x="8329942" y="5267346"/>
                  </a:lnTo>
                  <a:lnTo>
                    <a:pt x="8329942" y="5120629"/>
                  </a:lnTo>
                  <a:lnTo>
                    <a:pt x="7773730" y="4564417"/>
                  </a:lnTo>
                  <a:close/>
                  <a:moveTo>
                    <a:pt x="4331369" y="4564417"/>
                  </a:moveTo>
                  <a:lnTo>
                    <a:pt x="3777394" y="5118435"/>
                  </a:lnTo>
                  <a:lnTo>
                    <a:pt x="3777394" y="5265152"/>
                  </a:lnTo>
                  <a:lnTo>
                    <a:pt x="3847357" y="5195187"/>
                  </a:lnTo>
                  <a:lnTo>
                    <a:pt x="3838705" y="5174279"/>
                  </a:lnTo>
                  <a:cubicBezTo>
                    <a:pt x="3838705" y="5162782"/>
                    <a:pt x="3843085" y="5151286"/>
                    <a:pt x="3851844" y="5142526"/>
                  </a:cubicBezTo>
                  <a:cubicBezTo>
                    <a:pt x="3861699" y="5133767"/>
                    <a:pt x="3873743" y="5129387"/>
                    <a:pt x="3885511" y="5129387"/>
                  </a:cubicBezTo>
                  <a:lnTo>
                    <a:pt x="3905115" y="5137430"/>
                  </a:lnTo>
                  <a:lnTo>
                    <a:pt x="4261294" y="4781207"/>
                  </a:lnTo>
                  <a:lnTo>
                    <a:pt x="4478094" y="4564417"/>
                  </a:lnTo>
                  <a:close/>
                  <a:moveTo>
                    <a:pt x="3808048" y="4549092"/>
                  </a:moveTo>
                  <a:lnTo>
                    <a:pt x="3777394" y="4579745"/>
                  </a:lnTo>
                  <a:lnTo>
                    <a:pt x="3777394" y="4581930"/>
                  </a:lnTo>
                  <a:lnTo>
                    <a:pt x="3808048" y="4551277"/>
                  </a:lnTo>
                  <a:close/>
                  <a:moveTo>
                    <a:pt x="8297094" y="4546898"/>
                  </a:moveTo>
                  <a:lnTo>
                    <a:pt x="8297094" y="4551277"/>
                  </a:lnTo>
                  <a:lnTo>
                    <a:pt x="8329942" y="4584124"/>
                  </a:lnTo>
                  <a:lnTo>
                    <a:pt x="8329942" y="4579745"/>
                  </a:lnTo>
                  <a:close/>
                  <a:moveTo>
                    <a:pt x="8473290" y="4519443"/>
                  </a:moveTo>
                  <a:lnTo>
                    <a:pt x="8475564" y="4524999"/>
                  </a:lnTo>
                  <a:lnTo>
                    <a:pt x="8472639" y="4532147"/>
                  </a:lnTo>
                  <a:lnTo>
                    <a:pt x="8640893" y="4702051"/>
                  </a:lnTo>
                  <a:lnTo>
                    <a:pt x="8640893" y="4687046"/>
                  </a:lnTo>
                  <a:close/>
                  <a:moveTo>
                    <a:pt x="3635551" y="4515742"/>
                  </a:moveTo>
                  <a:lnTo>
                    <a:pt x="3464262" y="4687046"/>
                  </a:lnTo>
                  <a:lnTo>
                    <a:pt x="3464262" y="4702370"/>
                  </a:lnTo>
                  <a:lnTo>
                    <a:pt x="3634628" y="4531994"/>
                  </a:lnTo>
                  <a:lnTo>
                    <a:pt x="3631765" y="4524999"/>
                  </a:lnTo>
                  <a:close/>
                  <a:moveTo>
                    <a:pt x="7517522" y="4500911"/>
                  </a:moveTo>
                  <a:lnTo>
                    <a:pt x="7545990" y="4529380"/>
                  </a:lnTo>
                  <a:lnTo>
                    <a:pt x="7559129" y="4529380"/>
                  </a:lnTo>
                  <a:lnTo>
                    <a:pt x="7530661" y="4500911"/>
                  </a:lnTo>
                  <a:close/>
                  <a:moveTo>
                    <a:pt x="7236496" y="4500911"/>
                  </a:moveTo>
                  <a:lnTo>
                    <a:pt x="7252555" y="4507481"/>
                  </a:lnTo>
                  <a:cubicBezTo>
                    <a:pt x="7259125" y="4514050"/>
                    <a:pt x="7262410" y="4522809"/>
                    <a:pt x="7262410" y="4531569"/>
                  </a:cubicBezTo>
                  <a:lnTo>
                    <a:pt x="7256370" y="4546333"/>
                  </a:lnTo>
                  <a:lnTo>
                    <a:pt x="7491245" y="4781207"/>
                  </a:lnTo>
                  <a:lnTo>
                    <a:pt x="7810957" y="4781207"/>
                  </a:lnTo>
                  <a:lnTo>
                    <a:pt x="7594166" y="4564417"/>
                  </a:lnTo>
                  <a:lnTo>
                    <a:pt x="7530662" y="4564417"/>
                  </a:lnTo>
                  <a:lnTo>
                    <a:pt x="7467961" y="4500911"/>
                  </a:lnTo>
                  <a:close/>
                  <a:moveTo>
                    <a:pt x="4637142" y="4500911"/>
                  </a:moveTo>
                  <a:lnTo>
                    <a:pt x="4574444" y="4564417"/>
                  </a:lnTo>
                  <a:lnTo>
                    <a:pt x="4510936" y="4564417"/>
                  </a:lnTo>
                  <a:lnTo>
                    <a:pt x="4294140" y="4781207"/>
                  </a:lnTo>
                  <a:lnTo>
                    <a:pt x="4616048" y="4781207"/>
                  </a:lnTo>
                  <a:lnTo>
                    <a:pt x="4848792" y="4546487"/>
                  </a:lnTo>
                  <a:lnTo>
                    <a:pt x="4842691" y="4531569"/>
                  </a:lnTo>
                  <a:cubicBezTo>
                    <a:pt x="4842691" y="4522809"/>
                    <a:pt x="4845974" y="4514050"/>
                    <a:pt x="4852540" y="4507481"/>
                  </a:cubicBezTo>
                  <a:lnTo>
                    <a:pt x="4868599" y="4500911"/>
                  </a:lnTo>
                  <a:close/>
                  <a:moveTo>
                    <a:pt x="4574444" y="4500911"/>
                  </a:moveTo>
                  <a:lnTo>
                    <a:pt x="4545981" y="4529380"/>
                  </a:lnTo>
                  <a:lnTo>
                    <a:pt x="4561300" y="4529380"/>
                  </a:lnTo>
                  <a:lnTo>
                    <a:pt x="4589385" y="4500911"/>
                  </a:lnTo>
                  <a:close/>
                  <a:moveTo>
                    <a:pt x="6165625" y="4465287"/>
                  </a:moveTo>
                  <a:lnTo>
                    <a:pt x="5997797" y="4634207"/>
                  </a:lnTo>
                  <a:lnTo>
                    <a:pt x="5997797" y="4722083"/>
                  </a:lnTo>
                  <a:lnTo>
                    <a:pt x="5954002" y="4765878"/>
                  </a:lnTo>
                  <a:lnTo>
                    <a:pt x="5954002" y="5074641"/>
                  </a:lnTo>
                  <a:lnTo>
                    <a:pt x="6181740" y="4846902"/>
                  </a:lnTo>
                  <a:lnTo>
                    <a:pt x="6181740" y="4514676"/>
                  </a:lnTo>
                  <a:lnTo>
                    <a:pt x="6167506" y="4508576"/>
                  </a:lnTo>
                  <a:cubicBezTo>
                    <a:pt x="6161483" y="4502554"/>
                    <a:pt x="6157652" y="4494342"/>
                    <a:pt x="6157652" y="4485583"/>
                  </a:cubicBezTo>
                  <a:close/>
                  <a:moveTo>
                    <a:pt x="5106551" y="4446515"/>
                  </a:moveTo>
                  <a:lnTo>
                    <a:pt x="5051822" y="4500911"/>
                  </a:lnTo>
                  <a:lnTo>
                    <a:pt x="4884658" y="4500911"/>
                  </a:lnTo>
                  <a:lnTo>
                    <a:pt x="4900718" y="4507481"/>
                  </a:lnTo>
                  <a:cubicBezTo>
                    <a:pt x="4913861" y="4520620"/>
                    <a:pt x="4913861" y="4542518"/>
                    <a:pt x="4900718" y="4555657"/>
                  </a:cubicBezTo>
                  <a:cubicBezTo>
                    <a:pt x="4894151" y="4562226"/>
                    <a:pt x="4885386" y="4565511"/>
                    <a:pt x="4876628" y="4565511"/>
                  </a:cubicBezTo>
                  <a:lnTo>
                    <a:pt x="4861861" y="4559472"/>
                  </a:lnTo>
                  <a:lnTo>
                    <a:pt x="4622618" y="4798726"/>
                  </a:lnTo>
                  <a:lnTo>
                    <a:pt x="4276624" y="4798726"/>
                  </a:lnTo>
                  <a:lnTo>
                    <a:pt x="3922027" y="5153369"/>
                  </a:lnTo>
                  <a:lnTo>
                    <a:pt x="3930676" y="5174279"/>
                  </a:lnTo>
                  <a:cubicBezTo>
                    <a:pt x="3930676" y="5185775"/>
                    <a:pt x="3926294" y="5197271"/>
                    <a:pt x="3917541" y="5206030"/>
                  </a:cubicBezTo>
                  <a:cubicBezTo>
                    <a:pt x="3908780" y="5214789"/>
                    <a:pt x="3897284" y="5219169"/>
                    <a:pt x="3885786" y="5219169"/>
                  </a:cubicBezTo>
                  <a:lnTo>
                    <a:pt x="3860227" y="5208594"/>
                  </a:lnTo>
                  <a:lnTo>
                    <a:pt x="3787773" y="5281050"/>
                  </a:lnTo>
                  <a:lnTo>
                    <a:pt x="3793815" y="5295814"/>
                  </a:lnTo>
                  <a:cubicBezTo>
                    <a:pt x="3793815" y="5304572"/>
                    <a:pt x="3790529" y="5313331"/>
                    <a:pt x="3783961" y="5319901"/>
                  </a:cubicBezTo>
                  <a:lnTo>
                    <a:pt x="3777394" y="5322587"/>
                  </a:lnTo>
                  <a:lnTo>
                    <a:pt x="3777394" y="5549831"/>
                  </a:lnTo>
                  <a:lnTo>
                    <a:pt x="3464262" y="5862974"/>
                  </a:lnTo>
                  <a:lnTo>
                    <a:pt x="3464262" y="6044727"/>
                  </a:lnTo>
                  <a:lnTo>
                    <a:pt x="3178961" y="6330031"/>
                  </a:lnTo>
                  <a:lnTo>
                    <a:pt x="3178802" y="6360843"/>
                  </a:lnTo>
                  <a:lnTo>
                    <a:pt x="3615909" y="5923725"/>
                  </a:lnTo>
                  <a:lnTo>
                    <a:pt x="3609866" y="5908960"/>
                  </a:lnTo>
                  <a:cubicBezTo>
                    <a:pt x="3609866" y="5900200"/>
                    <a:pt x="3613152" y="5891441"/>
                    <a:pt x="3619721" y="5884872"/>
                  </a:cubicBezTo>
                  <a:cubicBezTo>
                    <a:pt x="3632858" y="5871734"/>
                    <a:pt x="3654756" y="5871734"/>
                    <a:pt x="3667894" y="5884872"/>
                  </a:cubicBezTo>
                  <a:lnTo>
                    <a:pt x="3674165" y="5900200"/>
                  </a:lnTo>
                  <a:lnTo>
                    <a:pt x="3956952" y="5900200"/>
                  </a:lnTo>
                  <a:lnTo>
                    <a:pt x="4125568" y="5731585"/>
                  </a:lnTo>
                  <a:lnTo>
                    <a:pt x="4125568" y="5365887"/>
                  </a:lnTo>
                  <a:lnTo>
                    <a:pt x="4289409" y="5202004"/>
                  </a:lnTo>
                  <a:lnTo>
                    <a:pt x="4282100" y="5184133"/>
                  </a:lnTo>
                  <a:cubicBezTo>
                    <a:pt x="4282100" y="5175374"/>
                    <a:pt x="4285380" y="5166615"/>
                    <a:pt x="4291951" y="5160045"/>
                  </a:cubicBezTo>
                  <a:cubicBezTo>
                    <a:pt x="4305093" y="5146905"/>
                    <a:pt x="4326991" y="5146905"/>
                    <a:pt x="4340129" y="5160045"/>
                  </a:cubicBezTo>
                  <a:cubicBezTo>
                    <a:pt x="4353268" y="5173183"/>
                    <a:pt x="4353268" y="5195082"/>
                    <a:pt x="4340129" y="5208220"/>
                  </a:cubicBezTo>
                  <a:cubicBezTo>
                    <a:pt x="4333558" y="5214789"/>
                    <a:pt x="4324802" y="5218075"/>
                    <a:pt x="4316042" y="5218075"/>
                  </a:cubicBezTo>
                  <a:lnTo>
                    <a:pt x="4302829" y="5212670"/>
                  </a:lnTo>
                  <a:lnTo>
                    <a:pt x="4143088" y="5372456"/>
                  </a:lnTo>
                  <a:lnTo>
                    <a:pt x="4143088" y="5738155"/>
                  </a:lnTo>
                  <a:lnTo>
                    <a:pt x="3981043" y="5900200"/>
                  </a:lnTo>
                  <a:lnTo>
                    <a:pt x="4099294" y="5900200"/>
                  </a:lnTo>
                  <a:lnTo>
                    <a:pt x="4381738" y="5617715"/>
                  </a:lnTo>
                  <a:lnTo>
                    <a:pt x="4381738" y="5372942"/>
                  </a:lnTo>
                  <a:lnTo>
                    <a:pt x="4380643" y="5370267"/>
                  </a:lnTo>
                  <a:lnTo>
                    <a:pt x="4381738" y="5367591"/>
                  </a:lnTo>
                  <a:lnTo>
                    <a:pt x="4381738" y="5267345"/>
                  </a:lnTo>
                  <a:lnTo>
                    <a:pt x="4601895" y="5047190"/>
                  </a:lnTo>
                  <a:lnTo>
                    <a:pt x="4591961" y="5023182"/>
                  </a:lnTo>
                  <a:lnTo>
                    <a:pt x="4599525" y="5004906"/>
                  </a:lnTo>
                  <a:lnTo>
                    <a:pt x="4589754" y="4980480"/>
                  </a:lnTo>
                  <a:cubicBezTo>
                    <a:pt x="4589754" y="4954202"/>
                    <a:pt x="4609464" y="4934494"/>
                    <a:pt x="4635740" y="4934494"/>
                  </a:cubicBezTo>
                  <a:cubicBezTo>
                    <a:pt x="4662019" y="4934494"/>
                    <a:pt x="4681728" y="4954202"/>
                    <a:pt x="4681728" y="4980480"/>
                  </a:cubicBezTo>
                  <a:lnTo>
                    <a:pt x="4673052" y="5002173"/>
                  </a:lnTo>
                  <a:lnTo>
                    <a:pt x="4681739" y="5023182"/>
                  </a:lnTo>
                  <a:cubicBezTo>
                    <a:pt x="4681739" y="5034678"/>
                    <a:pt x="4677360" y="5046175"/>
                    <a:pt x="4668605" y="5054934"/>
                  </a:cubicBezTo>
                  <a:lnTo>
                    <a:pt x="4644501" y="5064908"/>
                  </a:lnTo>
                  <a:lnTo>
                    <a:pt x="4644501" y="5116971"/>
                  </a:lnTo>
                  <a:lnTo>
                    <a:pt x="5106551" y="4656280"/>
                  </a:lnTo>
                  <a:close/>
                  <a:moveTo>
                    <a:pt x="6455465" y="4395801"/>
                  </a:moveTo>
                  <a:lnTo>
                    <a:pt x="6455465" y="5372457"/>
                  </a:lnTo>
                  <a:lnTo>
                    <a:pt x="6455466" y="5372456"/>
                  </a:lnTo>
                  <a:cubicBezTo>
                    <a:pt x="6472984" y="5372456"/>
                    <a:pt x="6488312" y="5389975"/>
                    <a:pt x="6488312" y="5407493"/>
                  </a:cubicBezTo>
                  <a:lnTo>
                    <a:pt x="6482137" y="5423216"/>
                  </a:lnTo>
                  <a:lnTo>
                    <a:pt x="6608752" y="5549831"/>
                  </a:lnTo>
                  <a:lnTo>
                    <a:pt x="6608752" y="5158168"/>
                  </a:lnTo>
                  <a:lnTo>
                    <a:pt x="6590139" y="5150190"/>
                  </a:lnTo>
                  <a:cubicBezTo>
                    <a:pt x="6584117" y="5144169"/>
                    <a:pt x="6580284" y="5135957"/>
                    <a:pt x="6580284" y="5127197"/>
                  </a:cubicBezTo>
                  <a:cubicBezTo>
                    <a:pt x="6580284" y="5118438"/>
                    <a:pt x="6583569" y="5110226"/>
                    <a:pt x="6589317" y="5104204"/>
                  </a:cubicBezTo>
                  <a:lnTo>
                    <a:pt x="6601107" y="5099326"/>
                  </a:lnTo>
                  <a:lnTo>
                    <a:pt x="6595613" y="5085590"/>
                  </a:lnTo>
                  <a:cubicBezTo>
                    <a:pt x="6595613" y="5072451"/>
                    <a:pt x="6600540" y="5060955"/>
                    <a:pt x="6608752" y="5052743"/>
                  </a:cubicBezTo>
                  <a:lnTo>
                    <a:pt x="6617511" y="5049239"/>
                  </a:lnTo>
                  <a:lnTo>
                    <a:pt x="6617511" y="4557847"/>
                  </a:lnTo>
                  <a:close/>
                  <a:moveTo>
                    <a:pt x="5909088" y="4275362"/>
                  </a:moveTo>
                  <a:lnTo>
                    <a:pt x="5791956" y="4393610"/>
                  </a:lnTo>
                  <a:lnTo>
                    <a:pt x="5791956" y="5643993"/>
                  </a:lnTo>
                  <a:lnTo>
                    <a:pt x="5794146" y="5646182"/>
                  </a:lnTo>
                  <a:lnTo>
                    <a:pt x="5794146" y="4879748"/>
                  </a:lnTo>
                  <a:lnTo>
                    <a:pt x="5932103" y="4741789"/>
                  </a:lnTo>
                  <a:lnTo>
                    <a:pt x="5932103" y="4667338"/>
                  </a:lnTo>
                  <a:lnTo>
                    <a:pt x="5964950" y="4634491"/>
                  </a:lnTo>
                  <a:lnTo>
                    <a:pt x="5964950" y="4518233"/>
                  </a:lnTo>
                  <a:lnTo>
                    <a:pt x="5950718" y="4508576"/>
                  </a:lnTo>
                  <a:cubicBezTo>
                    <a:pt x="5941960" y="4499817"/>
                    <a:pt x="5936485" y="4487772"/>
                    <a:pt x="5936485" y="4474634"/>
                  </a:cubicBezTo>
                  <a:cubicBezTo>
                    <a:pt x="5936485" y="4448356"/>
                    <a:pt x="5958383" y="4426458"/>
                    <a:pt x="5984660" y="4426458"/>
                  </a:cubicBezTo>
                  <a:cubicBezTo>
                    <a:pt x="6010936" y="4426458"/>
                    <a:pt x="6032834" y="4448356"/>
                    <a:pt x="6032834" y="4474634"/>
                  </a:cubicBezTo>
                  <a:cubicBezTo>
                    <a:pt x="6032834" y="4494342"/>
                    <a:pt x="6020517" y="4511587"/>
                    <a:pt x="6003275" y="4518977"/>
                  </a:cubicBezTo>
                  <a:lnTo>
                    <a:pt x="5997797" y="4520105"/>
                  </a:lnTo>
                  <a:lnTo>
                    <a:pt x="5997797" y="4601645"/>
                  </a:lnTo>
                  <a:lnTo>
                    <a:pt x="6269332" y="4330106"/>
                  </a:lnTo>
                  <a:lnTo>
                    <a:pt x="6269332" y="4275362"/>
                  </a:lnTo>
                  <a:lnTo>
                    <a:pt x="6115764" y="4275362"/>
                  </a:lnTo>
                  <a:lnTo>
                    <a:pt x="6109475" y="4290689"/>
                  </a:lnTo>
                  <a:cubicBezTo>
                    <a:pt x="6100716" y="4299448"/>
                    <a:pt x="6089220" y="4303828"/>
                    <a:pt x="6077724" y="4303828"/>
                  </a:cubicBezTo>
                  <a:lnTo>
                    <a:pt x="6052543" y="4293408"/>
                  </a:lnTo>
                  <a:lnTo>
                    <a:pt x="6027359" y="4303828"/>
                  </a:lnTo>
                  <a:cubicBezTo>
                    <a:pt x="6015865" y="4303828"/>
                    <a:pt x="6004367" y="4299449"/>
                    <a:pt x="5995609" y="4290690"/>
                  </a:cubicBezTo>
                  <a:lnTo>
                    <a:pt x="5989320" y="4275362"/>
                  </a:lnTo>
                  <a:close/>
                  <a:moveTo>
                    <a:pt x="5772257" y="4275362"/>
                  </a:moveTo>
                  <a:lnTo>
                    <a:pt x="5445971" y="4601663"/>
                  </a:lnTo>
                  <a:lnTo>
                    <a:pt x="5445971" y="5228272"/>
                  </a:lnTo>
                  <a:lnTo>
                    <a:pt x="5465677" y="5247637"/>
                  </a:lnTo>
                  <a:lnTo>
                    <a:pt x="5465677" y="5317707"/>
                  </a:lnTo>
                  <a:lnTo>
                    <a:pt x="5537939" y="5389972"/>
                  </a:lnTo>
                  <a:lnTo>
                    <a:pt x="5537939" y="5020670"/>
                  </a:lnTo>
                  <a:lnTo>
                    <a:pt x="5536842" y="5020444"/>
                  </a:lnTo>
                  <a:cubicBezTo>
                    <a:pt x="5519597" y="5013053"/>
                    <a:pt x="5507278" y="4995808"/>
                    <a:pt x="5507278" y="4976100"/>
                  </a:cubicBezTo>
                  <a:cubicBezTo>
                    <a:pt x="5507278" y="4949822"/>
                    <a:pt x="5529177" y="4927924"/>
                    <a:pt x="5555455" y="4927924"/>
                  </a:cubicBezTo>
                  <a:cubicBezTo>
                    <a:pt x="5581732" y="4927924"/>
                    <a:pt x="5603630" y="4949822"/>
                    <a:pt x="5603630" y="4976100"/>
                  </a:cubicBezTo>
                  <a:cubicBezTo>
                    <a:pt x="5603630" y="4995808"/>
                    <a:pt x="5591312" y="5013053"/>
                    <a:pt x="5574068" y="5020444"/>
                  </a:cubicBezTo>
                  <a:lnTo>
                    <a:pt x="5572975" y="5020668"/>
                  </a:lnTo>
                  <a:lnTo>
                    <a:pt x="5572975" y="5425008"/>
                  </a:lnTo>
                  <a:lnTo>
                    <a:pt x="5745971" y="5598006"/>
                  </a:lnTo>
                  <a:lnTo>
                    <a:pt x="5745971" y="4376092"/>
                  </a:lnTo>
                  <a:lnTo>
                    <a:pt x="5845750" y="4275362"/>
                  </a:lnTo>
                  <a:close/>
                  <a:moveTo>
                    <a:pt x="6596489" y="4219739"/>
                  </a:moveTo>
                  <a:lnTo>
                    <a:pt x="6455465" y="4360763"/>
                  </a:lnTo>
                  <a:lnTo>
                    <a:pt x="6455465" y="4362954"/>
                  </a:lnTo>
                  <a:lnTo>
                    <a:pt x="6617511" y="4525000"/>
                  </a:lnTo>
                  <a:lnTo>
                    <a:pt x="6617511" y="4221240"/>
                  </a:lnTo>
                  <a:lnTo>
                    <a:pt x="6608752" y="4224995"/>
                  </a:lnTo>
                  <a:close/>
                  <a:moveTo>
                    <a:pt x="8421913" y="4172440"/>
                  </a:moveTo>
                  <a:lnTo>
                    <a:pt x="8664982" y="4415508"/>
                  </a:lnTo>
                  <a:lnTo>
                    <a:pt x="8664801" y="4548907"/>
                  </a:lnTo>
                  <a:lnTo>
                    <a:pt x="8927758" y="4811864"/>
                  </a:lnTo>
                  <a:lnTo>
                    <a:pt x="8927758" y="4518429"/>
                  </a:lnTo>
                  <a:lnTo>
                    <a:pt x="8701926" y="4292597"/>
                  </a:lnTo>
                  <a:lnTo>
                    <a:pt x="8682500" y="4300543"/>
                  </a:lnTo>
                  <a:cubicBezTo>
                    <a:pt x="8673741" y="4300544"/>
                    <a:pt x="8664981" y="4297259"/>
                    <a:pt x="8658412" y="4290690"/>
                  </a:cubicBezTo>
                  <a:cubicBezTo>
                    <a:pt x="8645272" y="4277551"/>
                    <a:pt x="8645272" y="4255653"/>
                    <a:pt x="8658412" y="4242514"/>
                  </a:cubicBezTo>
                  <a:cubicBezTo>
                    <a:pt x="8671550" y="4229376"/>
                    <a:pt x="8693449" y="4229376"/>
                    <a:pt x="8706587" y="4242514"/>
                  </a:cubicBezTo>
                  <a:cubicBezTo>
                    <a:pt x="8713156" y="4249083"/>
                    <a:pt x="8716441" y="4257843"/>
                    <a:pt x="8716442" y="4266602"/>
                  </a:cubicBezTo>
                  <a:lnTo>
                    <a:pt x="8711087" y="4279689"/>
                  </a:lnTo>
                  <a:lnTo>
                    <a:pt x="8945276" y="4511861"/>
                  </a:lnTo>
                  <a:lnTo>
                    <a:pt x="8945276" y="4829382"/>
                  </a:lnTo>
                  <a:lnTo>
                    <a:pt x="8953194" y="4837300"/>
                  </a:lnTo>
                  <a:lnTo>
                    <a:pt x="8960605" y="4840331"/>
                  </a:lnTo>
                  <a:lnTo>
                    <a:pt x="9251319" y="4840331"/>
                  </a:lnTo>
                  <a:lnTo>
                    <a:pt x="9039468" y="4628021"/>
                  </a:lnTo>
                  <a:lnTo>
                    <a:pt x="9018361" y="4636680"/>
                  </a:lnTo>
                  <a:cubicBezTo>
                    <a:pt x="9006591" y="4636680"/>
                    <a:pt x="8994547" y="4632301"/>
                    <a:pt x="8984693" y="4623541"/>
                  </a:cubicBezTo>
                  <a:cubicBezTo>
                    <a:pt x="8967174" y="4606023"/>
                    <a:pt x="8967174" y="4577555"/>
                    <a:pt x="8984693" y="4560037"/>
                  </a:cubicBezTo>
                  <a:lnTo>
                    <a:pt x="9006591" y="4550976"/>
                  </a:lnTo>
                  <a:lnTo>
                    <a:pt x="9006591" y="4417380"/>
                  </a:lnTo>
                  <a:lnTo>
                    <a:pt x="8762348" y="4172440"/>
                  </a:lnTo>
                  <a:close/>
                  <a:moveTo>
                    <a:pt x="8288336" y="4172440"/>
                  </a:moveTo>
                  <a:lnTo>
                    <a:pt x="8640893" y="4524999"/>
                  </a:lnTo>
                  <a:lnTo>
                    <a:pt x="8640893" y="4424268"/>
                  </a:lnTo>
                  <a:lnTo>
                    <a:pt x="8389066" y="4172440"/>
                  </a:lnTo>
                  <a:lnTo>
                    <a:pt x="8359138" y="4172440"/>
                  </a:lnTo>
                  <a:lnTo>
                    <a:pt x="8348555" y="4176819"/>
                  </a:lnTo>
                  <a:lnTo>
                    <a:pt x="8337973" y="4172440"/>
                  </a:lnTo>
                  <a:close/>
                  <a:moveTo>
                    <a:pt x="8159137" y="4172440"/>
                  </a:moveTo>
                  <a:lnTo>
                    <a:pt x="8640893" y="4654198"/>
                  </a:lnTo>
                  <a:lnTo>
                    <a:pt x="8640893" y="4557846"/>
                  </a:lnTo>
                  <a:lnTo>
                    <a:pt x="8255487" y="4172440"/>
                  </a:lnTo>
                  <a:close/>
                  <a:moveTo>
                    <a:pt x="8095632" y="4172440"/>
                  </a:moveTo>
                  <a:lnTo>
                    <a:pt x="8297094" y="4373902"/>
                  </a:lnTo>
                  <a:lnTo>
                    <a:pt x="8297094" y="4481204"/>
                  </a:lnTo>
                  <a:lnTo>
                    <a:pt x="8375927" y="4560037"/>
                  </a:lnTo>
                  <a:lnTo>
                    <a:pt x="8375770" y="4629952"/>
                  </a:lnTo>
                  <a:lnTo>
                    <a:pt x="8640893" y="4895077"/>
                  </a:lnTo>
                  <a:lnTo>
                    <a:pt x="8640893" y="4724270"/>
                  </a:lnTo>
                  <a:lnTo>
                    <a:pt x="8465709" y="4549087"/>
                  </a:lnTo>
                  <a:cubicBezTo>
                    <a:pt x="8452570" y="4562225"/>
                    <a:pt x="8430672" y="4562225"/>
                    <a:pt x="8417533" y="4549087"/>
                  </a:cubicBezTo>
                  <a:cubicBezTo>
                    <a:pt x="8404395" y="4535947"/>
                    <a:pt x="8404395" y="4514050"/>
                    <a:pt x="8417533" y="4500910"/>
                  </a:cubicBezTo>
                  <a:cubicBezTo>
                    <a:pt x="8424103" y="4494342"/>
                    <a:pt x="8432862" y="4491058"/>
                    <a:pt x="8441622" y="4491058"/>
                  </a:cubicBezTo>
                  <a:lnTo>
                    <a:pt x="8447179" y="4493331"/>
                  </a:lnTo>
                  <a:lnTo>
                    <a:pt x="8130668" y="4176819"/>
                  </a:lnTo>
                  <a:lnTo>
                    <a:pt x="8130668" y="4172440"/>
                  </a:lnTo>
                  <a:close/>
                  <a:moveTo>
                    <a:pt x="7988330" y="4172440"/>
                  </a:moveTo>
                  <a:lnTo>
                    <a:pt x="8279576" y="4463685"/>
                  </a:lnTo>
                  <a:lnTo>
                    <a:pt x="8279576" y="4380471"/>
                  </a:lnTo>
                  <a:lnTo>
                    <a:pt x="8072783" y="4172440"/>
                  </a:lnTo>
                  <a:close/>
                  <a:moveTo>
                    <a:pt x="4032359" y="4172440"/>
                  </a:moveTo>
                  <a:lnTo>
                    <a:pt x="3825563" y="4380471"/>
                  </a:lnTo>
                  <a:lnTo>
                    <a:pt x="3825563" y="4465880"/>
                  </a:lnTo>
                  <a:lnTo>
                    <a:pt x="4119001" y="4172440"/>
                  </a:lnTo>
                  <a:close/>
                  <a:moveTo>
                    <a:pt x="3974470" y="4172440"/>
                  </a:moveTo>
                  <a:lnTo>
                    <a:pt x="3974470" y="4176819"/>
                  </a:lnTo>
                  <a:lnTo>
                    <a:pt x="3656452" y="4494844"/>
                  </a:lnTo>
                  <a:lnTo>
                    <a:pt x="3665705" y="4491058"/>
                  </a:lnTo>
                  <a:cubicBezTo>
                    <a:pt x="3674466" y="4491058"/>
                    <a:pt x="3683224" y="4494342"/>
                    <a:pt x="3689796" y="4500910"/>
                  </a:cubicBezTo>
                  <a:cubicBezTo>
                    <a:pt x="3702933" y="4514050"/>
                    <a:pt x="3702933" y="4535947"/>
                    <a:pt x="3689796" y="4549087"/>
                  </a:cubicBezTo>
                  <a:cubicBezTo>
                    <a:pt x="3676656" y="4562225"/>
                    <a:pt x="3654759" y="4562225"/>
                    <a:pt x="3641622" y="4549087"/>
                  </a:cubicBezTo>
                  <a:lnTo>
                    <a:pt x="3641063" y="4547725"/>
                  </a:lnTo>
                  <a:lnTo>
                    <a:pt x="3464262" y="4726305"/>
                  </a:lnTo>
                  <a:lnTo>
                    <a:pt x="3464262" y="4895073"/>
                  </a:lnTo>
                  <a:lnTo>
                    <a:pt x="3731404" y="4627914"/>
                  </a:lnTo>
                  <a:lnTo>
                    <a:pt x="3731404" y="4560037"/>
                  </a:lnTo>
                  <a:lnTo>
                    <a:pt x="3808048" y="4483399"/>
                  </a:lnTo>
                  <a:lnTo>
                    <a:pt x="3808048" y="4373902"/>
                  </a:lnTo>
                  <a:lnTo>
                    <a:pt x="4009508" y="4172440"/>
                  </a:lnTo>
                  <a:close/>
                  <a:moveTo>
                    <a:pt x="3928487" y="4172440"/>
                  </a:moveTo>
                  <a:lnTo>
                    <a:pt x="3464262" y="4636691"/>
                  </a:lnTo>
                  <a:lnTo>
                    <a:pt x="3464262" y="4656388"/>
                  </a:lnTo>
                  <a:lnTo>
                    <a:pt x="3948194" y="4172440"/>
                  </a:lnTo>
                  <a:close/>
                  <a:moveTo>
                    <a:pt x="3716079" y="4172440"/>
                  </a:moveTo>
                  <a:lnTo>
                    <a:pt x="3464262" y="4424268"/>
                  </a:lnTo>
                  <a:lnTo>
                    <a:pt x="3464262" y="4603847"/>
                  </a:lnTo>
                  <a:lnTo>
                    <a:pt x="3895650" y="4172440"/>
                  </a:lnTo>
                  <a:lnTo>
                    <a:pt x="3767174" y="4172440"/>
                  </a:lnTo>
                  <a:lnTo>
                    <a:pt x="3756590" y="4176819"/>
                  </a:lnTo>
                  <a:lnTo>
                    <a:pt x="3746005" y="4172440"/>
                  </a:lnTo>
                  <a:close/>
                  <a:moveTo>
                    <a:pt x="3421658" y="4172440"/>
                  </a:moveTo>
                  <a:lnTo>
                    <a:pt x="3100754" y="4494256"/>
                  </a:lnTo>
                  <a:lnTo>
                    <a:pt x="3100754" y="4551882"/>
                  </a:lnTo>
                  <a:lnTo>
                    <a:pt x="3120461" y="4560037"/>
                  </a:lnTo>
                  <a:cubicBezTo>
                    <a:pt x="3137981" y="4577555"/>
                    <a:pt x="3137981" y="4606023"/>
                    <a:pt x="3120461" y="4623541"/>
                  </a:cubicBezTo>
                  <a:cubicBezTo>
                    <a:pt x="3111701" y="4632301"/>
                    <a:pt x="3100205" y="4636680"/>
                    <a:pt x="3088708" y="4636680"/>
                  </a:cubicBezTo>
                  <a:lnTo>
                    <a:pt x="3067799" y="4628028"/>
                  </a:lnTo>
                  <a:lnTo>
                    <a:pt x="2855497" y="4840331"/>
                  </a:lnTo>
                  <a:lnTo>
                    <a:pt x="3146735" y="4840331"/>
                  </a:lnTo>
                  <a:lnTo>
                    <a:pt x="3162065" y="4834060"/>
                  </a:lnTo>
                  <a:lnTo>
                    <a:pt x="3162065" y="4511861"/>
                  </a:lnTo>
                  <a:lnTo>
                    <a:pt x="3394113" y="4279811"/>
                  </a:lnTo>
                  <a:lnTo>
                    <a:pt x="3388711" y="4266602"/>
                  </a:lnTo>
                  <a:cubicBezTo>
                    <a:pt x="3388711" y="4257843"/>
                    <a:pt x="3391994" y="4249083"/>
                    <a:pt x="3398565" y="4242514"/>
                  </a:cubicBezTo>
                  <a:cubicBezTo>
                    <a:pt x="3411703" y="4229376"/>
                    <a:pt x="3433601" y="4229376"/>
                    <a:pt x="3446737" y="4242514"/>
                  </a:cubicBezTo>
                  <a:cubicBezTo>
                    <a:pt x="3459878" y="4255653"/>
                    <a:pt x="3459878" y="4277551"/>
                    <a:pt x="3446737" y="4290690"/>
                  </a:cubicBezTo>
                  <a:cubicBezTo>
                    <a:pt x="3440171" y="4297259"/>
                    <a:pt x="3431411" y="4300544"/>
                    <a:pt x="3422652" y="4300543"/>
                  </a:cubicBezTo>
                  <a:lnTo>
                    <a:pt x="3404782" y="4293233"/>
                  </a:lnTo>
                  <a:lnTo>
                    <a:pt x="3179585" y="4518429"/>
                  </a:lnTo>
                  <a:lnTo>
                    <a:pt x="3179585" y="4834063"/>
                  </a:lnTo>
                  <a:lnTo>
                    <a:pt x="3194909" y="4840331"/>
                  </a:lnTo>
                  <a:lnTo>
                    <a:pt x="3227783" y="4840331"/>
                  </a:lnTo>
                  <a:lnTo>
                    <a:pt x="3442365" y="4625745"/>
                  </a:lnTo>
                  <a:lnTo>
                    <a:pt x="3442365" y="4415508"/>
                  </a:lnTo>
                  <a:lnTo>
                    <a:pt x="3685421" y="4172440"/>
                  </a:lnTo>
                  <a:close/>
                  <a:moveTo>
                    <a:pt x="8956310" y="4072122"/>
                  </a:moveTo>
                  <a:lnTo>
                    <a:pt x="8855494" y="4172440"/>
                  </a:lnTo>
                  <a:lnTo>
                    <a:pt x="8786644" y="4172440"/>
                  </a:lnTo>
                  <a:lnTo>
                    <a:pt x="9006591" y="4391761"/>
                  </a:lnTo>
                  <a:lnTo>
                    <a:pt x="9006591" y="4122074"/>
                  </a:lnTo>
                  <a:close/>
                  <a:moveTo>
                    <a:pt x="8154757" y="4071709"/>
                  </a:moveTo>
                  <a:lnTo>
                    <a:pt x="8154757" y="4148352"/>
                  </a:lnTo>
                  <a:lnTo>
                    <a:pt x="8231400" y="4148352"/>
                  </a:lnTo>
                  <a:close/>
                  <a:moveTo>
                    <a:pt x="5106551" y="4062967"/>
                  </a:moveTo>
                  <a:lnTo>
                    <a:pt x="4986141" y="4183389"/>
                  </a:lnTo>
                  <a:lnTo>
                    <a:pt x="4659847" y="4183389"/>
                  </a:lnTo>
                  <a:lnTo>
                    <a:pt x="3777394" y="5065882"/>
                  </a:lnTo>
                  <a:lnTo>
                    <a:pt x="3777394" y="5071923"/>
                  </a:lnTo>
                  <a:lnTo>
                    <a:pt x="4318230" y="4529380"/>
                  </a:lnTo>
                  <a:lnTo>
                    <a:pt x="4513129" y="4529380"/>
                  </a:lnTo>
                  <a:lnTo>
                    <a:pt x="4565685" y="4476823"/>
                  </a:lnTo>
                  <a:lnTo>
                    <a:pt x="4613149" y="4476823"/>
                  </a:lnTo>
                  <a:lnTo>
                    <a:pt x="4694921" y="4393928"/>
                  </a:lnTo>
                  <a:lnTo>
                    <a:pt x="4691870" y="4376365"/>
                  </a:lnTo>
                  <a:cubicBezTo>
                    <a:pt x="4692144" y="4364047"/>
                    <a:pt x="4697069" y="4352004"/>
                    <a:pt x="4705826" y="4343245"/>
                  </a:cubicBezTo>
                  <a:cubicBezTo>
                    <a:pt x="4725537" y="4323537"/>
                    <a:pt x="4756193" y="4323537"/>
                    <a:pt x="4773709" y="4343245"/>
                  </a:cubicBezTo>
                  <a:cubicBezTo>
                    <a:pt x="4791232" y="4362954"/>
                    <a:pt x="4791232" y="4393610"/>
                    <a:pt x="4773709" y="4411128"/>
                  </a:cubicBezTo>
                  <a:cubicBezTo>
                    <a:pt x="4763859" y="4419887"/>
                    <a:pt x="4751265" y="4424267"/>
                    <a:pt x="4738949" y="4424267"/>
                  </a:cubicBezTo>
                  <a:lnTo>
                    <a:pt x="4720168" y="4416818"/>
                  </a:lnTo>
                  <a:lnTo>
                    <a:pt x="4660928" y="4476823"/>
                  </a:lnTo>
                  <a:lnTo>
                    <a:pt x="5043067" y="4476823"/>
                  </a:lnTo>
                  <a:lnTo>
                    <a:pt x="5106551" y="4413335"/>
                  </a:lnTo>
                  <a:close/>
                  <a:moveTo>
                    <a:pt x="8949656" y="4034482"/>
                  </a:moveTo>
                  <a:lnTo>
                    <a:pt x="8955131" y="4039957"/>
                  </a:lnTo>
                  <a:lnTo>
                    <a:pt x="8960606" y="4034482"/>
                  </a:lnTo>
                  <a:close/>
                  <a:moveTo>
                    <a:pt x="3188347" y="4034482"/>
                  </a:moveTo>
                  <a:lnTo>
                    <a:pt x="3100754" y="4122074"/>
                  </a:lnTo>
                  <a:lnTo>
                    <a:pt x="3100754" y="4468202"/>
                  </a:lnTo>
                  <a:lnTo>
                    <a:pt x="3397361" y="4172440"/>
                  </a:lnTo>
                  <a:lnTo>
                    <a:pt x="3328514" y="4172440"/>
                  </a:lnTo>
                  <a:lnTo>
                    <a:pt x="3190556" y="4034482"/>
                  </a:lnTo>
                  <a:close/>
                  <a:moveTo>
                    <a:pt x="7814545" y="3944700"/>
                  </a:moveTo>
                  <a:lnTo>
                    <a:pt x="7830665" y="3955649"/>
                  </a:lnTo>
                  <a:cubicBezTo>
                    <a:pt x="7850373" y="3975358"/>
                    <a:pt x="7854069" y="4002456"/>
                    <a:pt x="7844522" y="4025860"/>
                  </a:cubicBezTo>
                  <a:lnTo>
                    <a:pt x="7843444" y="4027553"/>
                  </a:lnTo>
                  <a:lnTo>
                    <a:pt x="7964243" y="4148352"/>
                  </a:lnTo>
                  <a:lnTo>
                    <a:pt x="8048839" y="4148352"/>
                  </a:lnTo>
                  <a:lnTo>
                    <a:pt x="7941030" y="4039897"/>
                  </a:lnTo>
                  <a:lnTo>
                    <a:pt x="7924827" y="4046526"/>
                  </a:lnTo>
                  <a:cubicBezTo>
                    <a:pt x="7916068" y="4046526"/>
                    <a:pt x="7907309" y="4043241"/>
                    <a:pt x="7900740" y="4036672"/>
                  </a:cubicBezTo>
                  <a:cubicBezTo>
                    <a:pt x="7887600" y="4023532"/>
                    <a:pt x="7887600" y="4001636"/>
                    <a:pt x="7900740" y="3988496"/>
                  </a:cubicBezTo>
                  <a:cubicBezTo>
                    <a:pt x="7913878" y="3975358"/>
                    <a:pt x="7935777" y="3975358"/>
                    <a:pt x="7948914" y="3988496"/>
                  </a:cubicBezTo>
                  <a:cubicBezTo>
                    <a:pt x="7955484" y="3995065"/>
                    <a:pt x="7958769" y="4003825"/>
                    <a:pt x="7958769" y="4012584"/>
                  </a:cubicBezTo>
                  <a:lnTo>
                    <a:pt x="7952094" y="4028901"/>
                  </a:lnTo>
                  <a:lnTo>
                    <a:pt x="8071545" y="4148352"/>
                  </a:lnTo>
                  <a:lnTo>
                    <a:pt x="8130668" y="4148352"/>
                  </a:lnTo>
                  <a:lnTo>
                    <a:pt x="8130668" y="4047621"/>
                  </a:lnTo>
                  <a:lnTo>
                    <a:pt x="8064608" y="3981561"/>
                  </a:lnTo>
                  <a:lnTo>
                    <a:pt x="8056968" y="3986887"/>
                  </a:lnTo>
                  <a:cubicBezTo>
                    <a:pt x="8051425" y="3989316"/>
                    <a:pt x="8045266" y="3990685"/>
                    <a:pt x="8038696" y="3990685"/>
                  </a:cubicBezTo>
                  <a:cubicBezTo>
                    <a:pt x="8012419" y="3990685"/>
                    <a:pt x="7992710" y="3970978"/>
                    <a:pt x="7992710" y="3944700"/>
                  </a:cubicBezTo>
                  <a:close/>
                  <a:moveTo>
                    <a:pt x="6956591" y="3944700"/>
                  </a:moveTo>
                  <a:lnTo>
                    <a:pt x="6954653" y="3955560"/>
                  </a:lnTo>
                  <a:lnTo>
                    <a:pt x="7136495" y="4137403"/>
                  </a:lnTo>
                  <a:lnTo>
                    <a:pt x="7464967" y="4139592"/>
                  </a:lnTo>
                  <a:lnTo>
                    <a:pt x="8329942" y="5004568"/>
                  </a:lnTo>
                  <a:lnTo>
                    <a:pt x="8329942" y="4759310"/>
                  </a:lnTo>
                  <a:lnTo>
                    <a:pt x="8041624" y="4470993"/>
                  </a:lnTo>
                  <a:lnTo>
                    <a:pt x="8024463" y="4478466"/>
                  </a:lnTo>
                  <a:cubicBezTo>
                    <a:pt x="8012420" y="4478466"/>
                    <a:pt x="8000375" y="4473539"/>
                    <a:pt x="7990521" y="4463684"/>
                  </a:cubicBezTo>
                  <a:cubicBezTo>
                    <a:pt x="7973002" y="4443977"/>
                    <a:pt x="7973002" y="4415509"/>
                    <a:pt x="7990521" y="4395801"/>
                  </a:cubicBezTo>
                  <a:cubicBezTo>
                    <a:pt x="8010229" y="4376092"/>
                    <a:pt x="8038697" y="4376092"/>
                    <a:pt x="8058405" y="4395801"/>
                  </a:cubicBezTo>
                  <a:cubicBezTo>
                    <a:pt x="8068259" y="4405655"/>
                    <a:pt x="8073186" y="4417699"/>
                    <a:pt x="8073186" y="4429743"/>
                  </a:cubicBezTo>
                  <a:lnTo>
                    <a:pt x="8065713" y="4446905"/>
                  </a:lnTo>
                  <a:lnTo>
                    <a:pt x="8329942" y="4711136"/>
                  </a:lnTo>
                  <a:lnTo>
                    <a:pt x="8329942" y="4608212"/>
                  </a:lnTo>
                  <a:lnTo>
                    <a:pt x="8279576" y="4557846"/>
                  </a:lnTo>
                  <a:lnTo>
                    <a:pt x="8279576" y="4529379"/>
                  </a:lnTo>
                  <a:lnTo>
                    <a:pt x="7922637" y="4172440"/>
                  </a:lnTo>
                  <a:lnTo>
                    <a:pt x="7699558" y="4172440"/>
                  </a:lnTo>
                  <a:lnTo>
                    <a:pt x="7692707" y="4189137"/>
                  </a:lnTo>
                  <a:cubicBezTo>
                    <a:pt x="7684496" y="4197622"/>
                    <a:pt x="7672999" y="4203097"/>
                    <a:pt x="7659860" y="4203097"/>
                  </a:cubicBezTo>
                  <a:cubicBezTo>
                    <a:pt x="7633583" y="4203097"/>
                    <a:pt x="7613874" y="4183389"/>
                    <a:pt x="7613874" y="4157111"/>
                  </a:cubicBezTo>
                  <a:cubicBezTo>
                    <a:pt x="7613874" y="4133023"/>
                    <a:pt x="7633583" y="4111125"/>
                    <a:pt x="7659860" y="4111125"/>
                  </a:cubicBezTo>
                  <a:cubicBezTo>
                    <a:pt x="7672999" y="4111125"/>
                    <a:pt x="7684496" y="4116052"/>
                    <a:pt x="7692707" y="4124264"/>
                  </a:cubicBezTo>
                  <a:lnTo>
                    <a:pt x="7702342" y="4148352"/>
                  </a:lnTo>
                  <a:lnTo>
                    <a:pt x="7898549" y="4148352"/>
                  </a:lnTo>
                  <a:lnTo>
                    <a:pt x="7811105" y="4060907"/>
                  </a:lnTo>
                  <a:lnTo>
                    <a:pt x="7808904" y="4062402"/>
                  </a:lnTo>
                  <a:cubicBezTo>
                    <a:pt x="7785500" y="4072256"/>
                    <a:pt x="7758401" y="4067329"/>
                    <a:pt x="7738693" y="4047621"/>
                  </a:cubicBezTo>
                  <a:cubicBezTo>
                    <a:pt x="7712415" y="4021344"/>
                    <a:pt x="7712415" y="3981927"/>
                    <a:pt x="7738693" y="3955649"/>
                  </a:cubicBezTo>
                  <a:lnTo>
                    <a:pt x="7754813" y="3944700"/>
                  </a:lnTo>
                  <a:lnTo>
                    <a:pt x="7145255" y="3944700"/>
                  </a:lnTo>
                  <a:close/>
                  <a:moveTo>
                    <a:pt x="6641600" y="3944700"/>
                  </a:moveTo>
                  <a:lnTo>
                    <a:pt x="6641600" y="4549088"/>
                  </a:lnTo>
                  <a:lnTo>
                    <a:pt x="6696910" y="4604398"/>
                  </a:lnTo>
                  <a:lnTo>
                    <a:pt x="6700724" y="4595073"/>
                  </a:lnTo>
                  <a:cubicBezTo>
                    <a:pt x="6713863" y="4581935"/>
                    <a:pt x="6735761" y="4581935"/>
                    <a:pt x="6748900" y="4595073"/>
                  </a:cubicBezTo>
                  <a:lnTo>
                    <a:pt x="6756963" y="4614782"/>
                  </a:lnTo>
                  <a:lnTo>
                    <a:pt x="6959122" y="4614782"/>
                  </a:lnTo>
                  <a:lnTo>
                    <a:pt x="7683524" y="5339185"/>
                  </a:lnTo>
                  <a:lnTo>
                    <a:pt x="7690518" y="5336324"/>
                  </a:lnTo>
                  <a:lnTo>
                    <a:pt x="7701466" y="5340804"/>
                  </a:lnTo>
                  <a:lnTo>
                    <a:pt x="7701466" y="5278294"/>
                  </a:lnTo>
                  <a:lnTo>
                    <a:pt x="7484515" y="5061343"/>
                  </a:lnTo>
                  <a:lnTo>
                    <a:pt x="7468252" y="5068072"/>
                  </a:lnTo>
                  <a:cubicBezTo>
                    <a:pt x="7456756" y="5068072"/>
                    <a:pt x="7445260" y="5063694"/>
                    <a:pt x="7436500" y="5054934"/>
                  </a:cubicBezTo>
                  <a:cubicBezTo>
                    <a:pt x="7418981" y="5037416"/>
                    <a:pt x="7418981" y="5008947"/>
                    <a:pt x="7436500" y="4991429"/>
                  </a:cubicBezTo>
                  <a:cubicBezTo>
                    <a:pt x="7454019" y="4973910"/>
                    <a:pt x="7482485" y="4973910"/>
                    <a:pt x="7500004" y="4991429"/>
                  </a:cubicBezTo>
                  <a:cubicBezTo>
                    <a:pt x="7508764" y="5000188"/>
                    <a:pt x="7513144" y="5011686"/>
                    <a:pt x="7513144" y="5023182"/>
                  </a:cubicBezTo>
                  <a:lnTo>
                    <a:pt x="7503850" y="5045641"/>
                  </a:lnTo>
                  <a:lnTo>
                    <a:pt x="7725554" y="5267345"/>
                  </a:lnTo>
                  <a:lnTo>
                    <a:pt x="7725554" y="5619905"/>
                  </a:lnTo>
                  <a:lnTo>
                    <a:pt x="8005849" y="5900200"/>
                  </a:lnTo>
                  <a:lnTo>
                    <a:pt x="8124099" y="5900200"/>
                  </a:lnTo>
                  <a:lnTo>
                    <a:pt x="7962053" y="5738155"/>
                  </a:lnTo>
                  <a:lnTo>
                    <a:pt x="7962053" y="5372456"/>
                  </a:lnTo>
                  <a:lnTo>
                    <a:pt x="7802904" y="5213306"/>
                  </a:lnTo>
                  <a:lnTo>
                    <a:pt x="7791248" y="5218075"/>
                  </a:lnTo>
                  <a:cubicBezTo>
                    <a:pt x="7782489" y="5218075"/>
                    <a:pt x="7773730" y="5214789"/>
                    <a:pt x="7767161" y="5208220"/>
                  </a:cubicBezTo>
                  <a:cubicBezTo>
                    <a:pt x="7754021" y="5195082"/>
                    <a:pt x="7754021" y="5173183"/>
                    <a:pt x="7767161" y="5160045"/>
                  </a:cubicBezTo>
                  <a:cubicBezTo>
                    <a:pt x="7780299" y="5146905"/>
                    <a:pt x="7802198" y="5146905"/>
                    <a:pt x="7815336" y="5160045"/>
                  </a:cubicBezTo>
                  <a:cubicBezTo>
                    <a:pt x="7821905" y="5166615"/>
                    <a:pt x="7825190" y="5175374"/>
                    <a:pt x="7825190" y="5184133"/>
                  </a:cubicBezTo>
                  <a:lnTo>
                    <a:pt x="7817789" y="5202223"/>
                  </a:lnTo>
                  <a:lnTo>
                    <a:pt x="7979571" y="5365887"/>
                  </a:lnTo>
                  <a:lnTo>
                    <a:pt x="7979571" y="5731585"/>
                  </a:lnTo>
                  <a:lnTo>
                    <a:pt x="8148186" y="5900200"/>
                  </a:lnTo>
                  <a:lnTo>
                    <a:pt x="8433161" y="5900200"/>
                  </a:lnTo>
                  <a:lnTo>
                    <a:pt x="8439432" y="5884872"/>
                  </a:lnTo>
                  <a:cubicBezTo>
                    <a:pt x="8452570" y="5871734"/>
                    <a:pt x="8474469" y="5871734"/>
                    <a:pt x="8487607" y="5884872"/>
                  </a:cubicBezTo>
                  <a:cubicBezTo>
                    <a:pt x="8494176" y="5891441"/>
                    <a:pt x="8497462" y="5900200"/>
                    <a:pt x="8497462" y="5908960"/>
                  </a:cubicBezTo>
                  <a:lnTo>
                    <a:pt x="8491422" y="5923723"/>
                  </a:lnTo>
                  <a:lnTo>
                    <a:pt x="8927760" y="6360062"/>
                  </a:lnTo>
                  <a:lnTo>
                    <a:pt x="8927760" y="6331594"/>
                  </a:lnTo>
                  <a:lnTo>
                    <a:pt x="8640893" y="6044727"/>
                  </a:lnTo>
                  <a:lnTo>
                    <a:pt x="8640893" y="5860784"/>
                  </a:lnTo>
                  <a:lnTo>
                    <a:pt x="8329942" y="5549831"/>
                  </a:lnTo>
                  <a:lnTo>
                    <a:pt x="8329942" y="5323484"/>
                  </a:lnTo>
                  <a:lnTo>
                    <a:pt x="8321182" y="5319901"/>
                  </a:lnTo>
                  <a:cubicBezTo>
                    <a:pt x="8314612" y="5313331"/>
                    <a:pt x="8311327" y="5304572"/>
                    <a:pt x="8311327" y="5295814"/>
                  </a:cubicBezTo>
                  <a:lnTo>
                    <a:pt x="8318003" y="5279495"/>
                  </a:lnTo>
                  <a:lnTo>
                    <a:pt x="8247103" y="5208595"/>
                  </a:lnTo>
                  <a:lnTo>
                    <a:pt x="8221546" y="5219169"/>
                  </a:lnTo>
                  <a:cubicBezTo>
                    <a:pt x="8210050" y="5219169"/>
                    <a:pt x="8198552" y="5214789"/>
                    <a:pt x="8189793" y="5206030"/>
                  </a:cubicBezTo>
                  <a:cubicBezTo>
                    <a:pt x="8181034" y="5197271"/>
                    <a:pt x="8176654" y="5185775"/>
                    <a:pt x="8176654" y="5174279"/>
                  </a:cubicBezTo>
                  <a:lnTo>
                    <a:pt x="8184666" y="5154917"/>
                  </a:lnTo>
                  <a:lnTo>
                    <a:pt x="7828475" y="4798726"/>
                  </a:lnTo>
                  <a:lnTo>
                    <a:pt x="7482485" y="4798726"/>
                  </a:lnTo>
                  <a:lnTo>
                    <a:pt x="7244638" y="4558896"/>
                  </a:lnTo>
                  <a:lnTo>
                    <a:pt x="7228468" y="4565511"/>
                  </a:lnTo>
                  <a:cubicBezTo>
                    <a:pt x="7219709" y="4565511"/>
                    <a:pt x="7210950" y="4562226"/>
                    <a:pt x="7204381" y="4555657"/>
                  </a:cubicBezTo>
                  <a:cubicBezTo>
                    <a:pt x="7191241" y="4542518"/>
                    <a:pt x="7191241" y="4520620"/>
                    <a:pt x="7204381" y="4507481"/>
                  </a:cubicBezTo>
                  <a:lnTo>
                    <a:pt x="7220440" y="4500911"/>
                  </a:lnTo>
                  <a:lnTo>
                    <a:pt x="7053283" y="4500911"/>
                  </a:lnTo>
                  <a:lnTo>
                    <a:pt x="6729938" y="4177567"/>
                  </a:lnTo>
                  <a:lnTo>
                    <a:pt x="6710578" y="4185579"/>
                  </a:lnTo>
                  <a:cubicBezTo>
                    <a:pt x="6699081" y="4185579"/>
                    <a:pt x="6687585" y="4181199"/>
                    <a:pt x="6678826" y="4172440"/>
                  </a:cubicBezTo>
                  <a:cubicBezTo>
                    <a:pt x="6661307" y="4154921"/>
                    <a:pt x="6661307" y="4126454"/>
                    <a:pt x="6678826" y="4108936"/>
                  </a:cubicBezTo>
                  <a:cubicBezTo>
                    <a:pt x="6687585" y="4100176"/>
                    <a:pt x="6699081" y="4095797"/>
                    <a:pt x="6710852" y="4095797"/>
                  </a:cubicBezTo>
                  <a:cubicBezTo>
                    <a:pt x="6722622" y="4095797"/>
                    <a:pt x="6734666" y="4100176"/>
                    <a:pt x="6744520" y="4108936"/>
                  </a:cubicBezTo>
                  <a:cubicBezTo>
                    <a:pt x="6753280" y="4117695"/>
                    <a:pt x="6757659" y="4129191"/>
                    <a:pt x="6757660" y="4140687"/>
                  </a:cubicBezTo>
                  <a:lnTo>
                    <a:pt x="6748366" y="4163146"/>
                  </a:lnTo>
                  <a:lnTo>
                    <a:pt x="7062042" y="4476823"/>
                  </a:lnTo>
                  <a:lnTo>
                    <a:pt x="7444178" y="4476823"/>
                  </a:lnTo>
                  <a:lnTo>
                    <a:pt x="7384932" y="4416818"/>
                  </a:lnTo>
                  <a:lnTo>
                    <a:pt x="7366151" y="4424267"/>
                  </a:lnTo>
                  <a:cubicBezTo>
                    <a:pt x="7353834" y="4424267"/>
                    <a:pt x="7341243" y="4419887"/>
                    <a:pt x="7331388" y="4411128"/>
                  </a:cubicBezTo>
                  <a:cubicBezTo>
                    <a:pt x="7311680" y="4393610"/>
                    <a:pt x="7313870" y="4362954"/>
                    <a:pt x="7331388" y="4343245"/>
                  </a:cubicBezTo>
                  <a:cubicBezTo>
                    <a:pt x="7351097" y="4323537"/>
                    <a:pt x="7379564" y="4323537"/>
                    <a:pt x="7399272" y="4343245"/>
                  </a:cubicBezTo>
                  <a:cubicBezTo>
                    <a:pt x="7409127" y="4352004"/>
                    <a:pt x="7414054" y="4364047"/>
                    <a:pt x="7414054" y="4376365"/>
                  </a:cubicBezTo>
                  <a:lnTo>
                    <a:pt x="7407765" y="4391154"/>
                  </a:lnTo>
                  <a:lnTo>
                    <a:pt x="7493434" y="4476823"/>
                  </a:lnTo>
                  <a:lnTo>
                    <a:pt x="7541609" y="4476823"/>
                  </a:lnTo>
                  <a:lnTo>
                    <a:pt x="7594166" y="4529380"/>
                  </a:lnTo>
                  <a:lnTo>
                    <a:pt x="7786869" y="4529380"/>
                  </a:lnTo>
                  <a:lnTo>
                    <a:pt x="8329942" y="5072453"/>
                  </a:lnTo>
                  <a:lnTo>
                    <a:pt x="8329942" y="5068072"/>
                  </a:lnTo>
                  <a:lnTo>
                    <a:pt x="7445259" y="4183389"/>
                  </a:lnTo>
                  <a:lnTo>
                    <a:pt x="7118977" y="4183389"/>
                  </a:lnTo>
                  <a:lnTo>
                    <a:pt x="6924947" y="3989358"/>
                  </a:lnTo>
                  <a:lnTo>
                    <a:pt x="6917651" y="3994210"/>
                  </a:lnTo>
                  <a:cubicBezTo>
                    <a:pt x="6894248" y="4003551"/>
                    <a:pt x="6867149" y="3997802"/>
                    <a:pt x="6847441" y="3979737"/>
                  </a:cubicBezTo>
                  <a:cubicBezTo>
                    <a:pt x="6840871" y="3973715"/>
                    <a:pt x="6835944" y="3966598"/>
                    <a:pt x="6832659" y="3958933"/>
                  </a:cubicBezTo>
                  <a:lnTo>
                    <a:pt x="6829749" y="3944700"/>
                  </a:lnTo>
                  <a:close/>
                  <a:moveTo>
                    <a:pt x="4340859" y="3944700"/>
                  </a:moveTo>
                  <a:lnTo>
                    <a:pt x="4366411" y="3955649"/>
                  </a:lnTo>
                  <a:cubicBezTo>
                    <a:pt x="4392686" y="3981927"/>
                    <a:pt x="4392686" y="4021344"/>
                    <a:pt x="4366411" y="4047621"/>
                  </a:cubicBezTo>
                  <a:cubicBezTo>
                    <a:pt x="4353268" y="4060760"/>
                    <a:pt x="4336845" y="4067329"/>
                    <a:pt x="4320421" y="4067329"/>
                  </a:cubicBezTo>
                  <a:lnTo>
                    <a:pt x="4298963" y="4058132"/>
                  </a:lnTo>
                  <a:lnTo>
                    <a:pt x="4208789" y="4148352"/>
                  </a:lnTo>
                  <a:lnTo>
                    <a:pt x="4481601" y="4148352"/>
                  </a:lnTo>
                  <a:lnTo>
                    <a:pt x="4491239" y="4124264"/>
                  </a:lnTo>
                  <a:cubicBezTo>
                    <a:pt x="4499448" y="4116052"/>
                    <a:pt x="4510936" y="4111125"/>
                    <a:pt x="4524078" y="4111125"/>
                  </a:cubicBezTo>
                  <a:cubicBezTo>
                    <a:pt x="4550358" y="4111125"/>
                    <a:pt x="4570064" y="4133023"/>
                    <a:pt x="4570064" y="4157111"/>
                  </a:cubicBezTo>
                  <a:cubicBezTo>
                    <a:pt x="4570064" y="4183389"/>
                    <a:pt x="4550358" y="4203097"/>
                    <a:pt x="4524078" y="4203097"/>
                  </a:cubicBezTo>
                  <a:cubicBezTo>
                    <a:pt x="4510936" y="4203097"/>
                    <a:pt x="4499448" y="4197622"/>
                    <a:pt x="4491239" y="4189137"/>
                  </a:cubicBezTo>
                  <a:lnTo>
                    <a:pt x="4484390" y="4172440"/>
                  </a:lnTo>
                  <a:lnTo>
                    <a:pt x="4184702" y="4172440"/>
                  </a:lnTo>
                  <a:lnTo>
                    <a:pt x="3825563" y="4531573"/>
                  </a:lnTo>
                  <a:lnTo>
                    <a:pt x="3825563" y="4557846"/>
                  </a:lnTo>
                  <a:lnTo>
                    <a:pt x="3777394" y="4606018"/>
                  </a:lnTo>
                  <a:lnTo>
                    <a:pt x="3777394" y="4710453"/>
                  </a:lnTo>
                  <a:lnTo>
                    <a:pt x="4040059" y="4446434"/>
                  </a:lnTo>
                  <a:lnTo>
                    <a:pt x="4033596" y="4429743"/>
                  </a:lnTo>
                  <a:cubicBezTo>
                    <a:pt x="4033596" y="4417699"/>
                    <a:pt x="4037976" y="4405655"/>
                    <a:pt x="4046736" y="4395801"/>
                  </a:cubicBezTo>
                  <a:cubicBezTo>
                    <a:pt x="4066444" y="4376092"/>
                    <a:pt x="4097104" y="4376092"/>
                    <a:pt x="4114621" y="4395801"/>
                  </a:cubicBezTo>
                  <a:cubicBezTo>
                    <a:pt x="4132140" y="4415509"/>
                    <a:pt x="4132140" y="4443977"/>
                    <a:pt x="4114621" y="4463684"/>
                  </a:cubicBezTo>
                  <a:cubicBezTo>
                    <a:pt x="4104767" y="4473539"/>
                    <a:pt x="4092725" y="4478466"/>
                    <a:pt x="4080683" y="4478466"/>
                  </a:cubicBezTo>
                  <a:lnTo>
                    <a:pt x="4063519" y="4470993"/>
                  </a:lnTo>
                  <a:lnTo>
                    <a:pt x="3777394" y="4757116"/>
                  </a:lnTo>
                  <a:lnTo>
                    <a:pt x="3777394" y="5002379"/>
                  </a:lnTo>
                  <a:lnTo>
                    <a:pt x="4640135" y="4139592"/>
                  </a:lnTo>
                  <a:lnTo>
                    <a:pt x="4968621" y="4137403"/>
                  </a:lnTo>
                  <a:lnTo>
                    <a:pt x="5079654" y="4027469"/>
                  </a:lnTo>
                  <a:lnTo>
                    <a:pt x="5073700" y="4012584"/>
                  </a:lnTo>
                  <a:cubicBezTo>
                    <a:pt x="5073700" y="3986306"/>
                    <a:pt x="5093409" y="3966598"/>
                    <a:pt x="5119685" y="3966598"/>
                  </a:cubicBezTo>
                  <a:lnTo>
                    <a:pt x="5134963" y="3972709"/>
                  </a:lnTo>
                  <a:lnTo>
                    <a:pt x="5150722" y="3957106"/>
                  </a:lnTo>
                  <a:lnTo>
                    <a:pt x="5148508" y="3944700"/>
                  </a:lnTo>
                  <a:lnTo>
                    <a:pt x="5038689" y="3944700"/>
                  </a:lnTo>
                  <a:close/>
                  <a:moveTo>
                    <a:pt x="4191270" y="3944700"/>
                  </a:moveTo>
                  <a:cubicBezTo>
                    <a:pt x="4191270" y="3970978"/>
                    <a:pt x="4171560" y="3990685"/>
                    <a:pt x="4145280" y="3990685"/>
                  </a:cubicBezTo>
                  <a:cubicBezTo>
                    <a:pt x="4138710" y="3990685"/>
                    <a:pt x="4132551" y="3989316"/>
                    <a:pt x="4127007" y="3986887"/>
                  </a:cubicBezTo>
                  <a:lnTo>
                    <a:pt x="4119367" y="3981561"/>
                  </a:lnTo>
                  <a:lnTo>
                    <a:pt x="3974470" y="4126454"/>
                  </a:lnTo>
                  <a:lnTo>
                    <a:pt x="3974470" y="4148352"/>
                  </a:lnTo>
                  <a:lnTo>
                    <a:pt x="4033596" y="4148352"/>
                  </a:lnTo>
                  <a:lnTo>
                    <a:pt x="4153051" y="4028901"/>
                  </a:lnTo>
                  <a:lnTo>
                    <a:pt x="4146375" y="4012584"/>
                  </a:lnTo>
                  <a:cubicBezTo>
                    <a:pt x="4146375" y="4003825"/>
                    <a:pt x="4149661" y="3995065"/>
                    <a:pt x="4156229" y="3988496"/>
                  </a:cubicBezTo>
                  <a:cubicBezTo>
                    <a:pt x="4169371" y="3975358"/>
                    <a:pt x="4191270" y="3975358"/>
                    <a:pt x="4204412" y="3988496"/>
                  </a:cubicBezTo>
                  <a:cubicBezTo>
                    <a:pt x="4217498" y="4001636"/>
                    <a:pt x="4217498" y="4023532"/>
                    <a:pt x="4204412" y="4036672"/>
                  </a:cubicBezTo>
                  <a:cubicBezTo>
                    <a:pt x="4197842" y="4043241"/>
                    <a:pt x="4189081" y="4046526"/>
                    <a:pt x="4180322" y="4046526"/>
                  </a:cubicBezTo>
                  <a:lnTo>
                    <a:pt x="4164116" y="4039897"/>
                  </a:lnTo>
                  <a:lnTo>
                    <a:pt x="4056306" y="4148352"/>
                  </a:lnTo>
                  <a:lnTo>
                    <a:pt x="4143088" y="4148352"/>
                  </a:lnTo>
                  <a:lnTo>
                    <a:pt x="4262507" y="4028891"/>
                  </a:lnTo>
                  <a:lnTo>
                    <a:pt x="4260574" y="4025860"/>
                  </a:lnTo>
                  <a:cubicBezTo>
                    <a:pt x="4251028" y="4002456"/>
                    <a:pt x="4254725" y="3975358"/>
                    <a:pt x="4274436" y="3955649"/>
                  </a:cubicBezTo>
                  <a:lnTo>
                    <a:pt x="4299982" y="3944700"/>
                  </a:lnTo>
                  <a:close/>
                  <a:moveTo>
                    <a:pt x="8573544" y="3927181"/>
                  </a:moveTo>
                  <a:lnTo>
                    <a:pt x="8658412" y="4012583"/>
                  </a:lnTo>
                  <a:lnTo>
                    <a:pt x="8896380" y="4012583"/>
                  </a:lnTo>
                  <a:lnTo>
                    <a:pt x="8810415" y="3927181"/>
                  </a:lnTo>
                  <a:close/>
                  <a:moveTo>
                    <a:pt x="8540686" y="3927181"/>
                  </a:moveTo>
                  <a:lnTo>
                    <a:pt x="8762488" y="4148352"/>
                  </a:lnTo>
                  <a:lnTo>
                    <a:pt x="8846735" y="4148352"/>
                  </a:lnTo>
                  <a:lnTo>
                    <a:pt x="8939583" y="4055504"/>
                  </a:lnTo>
                  <a:lnTo>
                    <a:pt x="8918422" y="4034482"/>
                  </a:lnTo>
                  <a:lnTo>
                    <a:pt x="8649653" y="4034482"/>
                  </a:lnTo>
                  <a:lnTo>
                    <a:pt x="8542352" y="3927181"/>
                  </a:lnTo>
                  <a:close/>
                  <a:moveTo>
                    <a:pt x="8154757" y="3927181"/>
                  </a:moveTo>
                  <a:lnTo>
                    <a:pt x="8154757" y="4038861"/>
                  </a:lnTo>
                  <a:lnTo>
                    <a:pt x="8264248" y="4148352"/>
                  </a:lnTo>
                  <a:lnTo>
                    <a:pt x="8310460" y="4148352"/>
                  </a:lnTo>
                  <a:lnTo>
                    <a:pt x="8303664" y="4131927"/>
                  </a:lnTo>
                  <a:cubicBezTo>
                    <a:pt x="8303664" y="4120431"/>
                    <a:pt x="8308044" y="4108935"/>
                    <a:pt x="8316803" y="4100176"/>
                  </a:cubicBezTo>
                  <a:cubicBezTo>
                    <a:pt x="8334322" y="4082657"/>
                    <a:pt x="8362788" y="4082657"/>
                    <a:pt x="8380307" y="4100176"/>
                  </a:cubicBezTo>
                  <a:cubicBezTo>
                    <a:pt x="8389066" y="4108935"/>
                    <a:pt x="8393446" y="4120431"/>
                    <a:pt x="8393446" y="4132201"/>
                  </a:cubicBezTo>
                  <a:lnTo>
                    <a:pt x="8390141" y="4140668"/>
                  </a:lnTo>
                  <a:lnTo>
                    <a:pt x="8397826" y="4148352"/>
                  </a:lnTo>
                  <a:lnTo>
                    <a:pt x="8738329" y="4148352"/>
                  </a:lnTo>
                  <a:lnTo>
                    <a:pt x="8517786" y="3927181"/>
                  </a:lnTo>
                  <a:close/>
                  <a:moveTo>
                    <a:pt x="8108619" y="3927181"/>
                  </a:moveTo>
                  <a:lnTo>
                    <a:pt x="8103296" y="3940047"/>
                  </a:lnTo>
                  <a:lnTo>
                    <a:pt x="8083382" y="3947870"/>
                  </a:lnTo>
                  <a:lnTo>
                    <a:pt x="8077675" y="3961780"/>
                  </a:lnTo>
                  <a:lnTo>
                    <a:pt x="8130668" y="4014772"/>
                  </a:lnTo>
                  <a:lnTo>
                    <a:pt x="8130668" y="3935940"/>
                  </a:lnTo>
                  <a:lnTo>
                    <a:pt x="8121948" y="3927181"/>
                  </a:lnTo>
                  <a:close/>
                  <a:moveTo>
                    <a:pt x="3983232" y="3927181"/>
                  </a:moveTo>
                  <a:lnTo>
                    <a:pt x="3974470" y="3935940"/>
                  </a:lnTo>
                  <a:lnTo>
                    <a:pt x="3974470" y="4093614"/>
                  </a:lnTo>
                  <a:lnTo>
                    <a:pt x="4106301" y="3961780"/>
                  </a:lnTo>
                  <a:lnTo>
                    <a:pt x="4100174" y="3946844"/>
                  </a:lnTo>
                  <a:lnTo>
                    <a:pt x="4082871" y="3940047"/>
                  </a:lnTo>
                  <a:lnTo>
                    <a:pt x="4077545" y="3927181"/>
                  </a:lnTo>
                  <a:close/>
                  <a:moveTo>
                    <a:pt x="3666208" y="3927181"/>
                  </a:moveTo>
                  <a:lnTo>
                    <a:pt x="3445676" y="4148352"/>
                  </a:lnTo>
                  <a:lnTo>
                    <a:pt x="3709507" y="4148352"/>
                  </a:lnTo>
                  <a:lnTo>
                    <a:pt x="3715616" y="4142244"/>
                  </a:lnTo>
                  <a:lnTo>
                    <a:pt x="3711696" y="4132201"/>
                  </a:lnTo>
                  <a:cubicBezTo>
                    <a:pt x="3711696" y="4120431"/>
                    <a:pt x="3716076" y="4108935"/>
                    <a:pt x="3724837" y="4100176"/>
                  </a:cubicBezTo>
                  <a:cubicBezTo>
                    <a:pt x="3742353" y="4082657"/>
                    <a:pt x="3770824" y="4082657"/>
                    <a:pt x="3788346" y="4100176"/>
                  </a:cubicBezTo>
                  <a:cubicBezTo>
                    <a:pt x="3797104" y="4108935"/>
                    <a:pt x="3801482" y="4120431"/>
                    <a:pt x="3801482" y="4131927"/>
                  </a:cubicBezTo>
                  <a:lnTo>
                    <a:pt x="3794686" y="4148352"/>
                  </a:lnTo>
                  <a:lnTo>
                    <a:pt x="3919741" y="4148352"/>
                  </a:lnTo>
                  <a:lnTo>
                    <a:pt x="3952573" y="4115514"/>
                  </a:lnTo>
                  <a:lnTo>
                    <a:pt x="3952573" y="3927181"/>
                  </a:lnTo>
                  <a:close/>
                  <a:moveTo>
                    <a:pt x="3641636" y="3927181"/>
                  </a:moveTo>
                  <a:lnTo>
                    <a:pt x="3534347" y="4034482"/>
                  </a:lnTo>
                  <a:lnTo>
                    <a:pt x="3223406" y="4034482"/>
                  </a:lnTo>
                  <a:lnTo>
                    <a:pt x="3337275" y="4148352"/>
                  </a:lnTo>
                  <a:lnTo>
                    <a:pt x="3421517" y="4148352"/>
                  </a:lnTo>
                  <a:lnTo>
                    <a:pt x="3643300" y="3927181"/>
                  </a:lnTo>
                  <a:close/>
                  <a:moveTo>
                    <a:pt x="3295647" y="3927181"/>
                  </a:moveTo>
                  <a:lnTo>
                    <a:pt x="3210243" y="4012583"/>
                  </a:lnTo>
                  <a:lnTo>
                    <a:pt x="3525597" y="4012583"/>
                  </a:lnTo>
                  <a:lnTo>
                    <a:pt x="3610460" y="3927181"/>
                  </a:lnTo>
                  <a:close/>
                  <a:moveTo>
                    <a:pt x="9064208" y="3826449"/>
                  </a:moveTo>
                  <a:lnTo>
                    <a:pt x="8962795" y="3927181"/>
                  </a:lnTo>
                  <a:lnTo>
                    <a:pt x="8842355" y="3927181"/>
                  </a:lnTo>
                  <a:lnTo>
                    <a:pt x="8927757" y="4012583"/>
                  </a:lnTo>
                  <a:lnTo>
                    <a:pt x="8982505" y="4012583"/>
                  </a:lnTo>
                  <a:lnTo>
                    <a:pt x="9168637" y="3826449"/>
                  </a:lnTo>
                  <a:close/>
                  <a:moveTo>
                    <a:pt x="3142375" y="3826449"/>
                  </a:moveTo>
                  <a:lnTo>
                    <a:pt x="3227779" y="3911852"/>
                  </a:lnTo>
                  <a:lnTo>
                    <a:pt x="3278128" y="3911852"/>
                  </a:lnTo>
                  <a:lnTo>
                    <a:pt x="3363531" y="3826449"/>
                  </a:lnTo>
                  <a:close/>
                  <a:moveTo>
                    <a:pt x="3015369" y="3826449"/>
                  </a:moveTo>
                  <a:lnTo>
                    <a:pt x="3189452" y="4000530"/>
                  </a:lnTo>
                  <a:lnTo>
                    <a:pt x="3262800" y="3927181"/>
                  </a:lnTo>
                  <a:lnTo>
                    <a:pt x="3221209" y="3927181"/>
                  </a:lnTo>
                  <a:lnTo>
                    <a:pt x="3119796" y="3826449"/>
                  </a:lnTo>
                  <a:close/>
                  <a:moveTo>
                    <a:pt x="3796315" y="3772509"/>
                  </a:moveTo>
                  <a:lnTo>
                    <a:pt x="3656973" y="3911852"/>
                  </a:lnTo>
                  <a:lnTo>
                    <a:pt x="3658678" y="3911852"/>
                  </a:lnTo>
                  <a:lnTo>
                    <a:pt x="3796931" y="3773992"/>
                  </a:lnTo>
                  <a:close/>
                  <a:moveTo>
                    <a:pt x="8387678" y="3772506"/>
                  </a:moveTo>
                  <a:lnTo>
                    <a:pt x="8387063" y="3773992"/>
                  </a:lnTo>
                  <a:lnTo>
                    <a:pt x="8525315" y="3911852"/>
                  </a:lnTo>
                  <a:lnTo>
                    <a:pt x="8527024" y="3911852"/>
                  </a:lnTo>
                  <a:close/>
                  <a:moveTo>
                    <a:pt x="7986141" y="3758565"/>
                  </a:moveTo>
                  <a:lnTo>
                    <a:pt x="8139428" y="3911852"/>
                  </a:lnTo>
                  <a:lnTo>
                    <a:pt x="8502501" y="3911852"/>
                  </a:lnTo>
                  <a:lnTo>
                    <a:pt x="8376267" y="3785257"/>
                  </a:lnTo>
                  <a:lnTo>
                    <a:pt x="8360599" y="3791412"/>
                  </a:lnTo>
                  <a:cubicBezTo>
                    <a:pt x="8343080" y="3791412"/>
                    <a:pt x="8325562" y="3776084"/>
                    <a:pt x="8325562" y="3758566"/>
                  </a:cubicBezTo>
                  <a:lnTo>
                    <a:pt x="8325563" y="3758565"/>
                  </a:lnTo>
                  <a:close/>
                  <a:moveTo>
                    <a:pt x="7313871" y="3758565"/>
                  </a:moveTo>
                  <a:lnTo>
                    <a:pt x="7172847" y="3899589"/>
                  </a:lnTo>
                  <a:lnTo>
                    <a:pt x="7178102" y="3911852"/>
                  </a:lnTo>
                  <a:lnTo>
                    <a:pt x="7174478" y="3920611"/>
                  </a:lnTo>
                  <a:lnTo>
                    <a:pt x="8002345" y="3920611"/>
                  </a:lnTo>
                  <a:lnTo>
                    <a:pt x="8005849" y="3911852"/>
                  </a:lnTo>
                  <a:cubicBezTo>
                    <a:pt x="8014061" y="3903640"/>
                    <a:pt x="8025558" y="3898713"/>
                    <a:pt x="8038696" y="3898713"/>
                  </a:cubicBezTo>
                  <a:lnTo>
                    <a:pt x="8052531" y="3904390"/>
                  </a:lnTo>
                  <a:lnTo>
                    <a:pt x="8057310" y="3893239"/>
                  </a:lnTo>
                  <a:lnTo>
                    <a:pt x="8078931" y="3883973"/>
                  </a:lnTo>
                  <a:lnTo>
                    <a:pt x="7954075" y="3758565"/>
                  </a:lnTo>
                  <a:close/>
                  <a:moveTo>
                    <a:pt x="4151850" y="3758565"/>
                  </a:moveTo>
                  <a:lnTo>
                    <a:pt x="3998561" y="3911852"/>
                  </a:lnTo>
                  <a:lnTo>
                    <a:pt x="4074893" y="3911852"/>
                  </a:lnTo>
                  <a:lnTo>
                    <a:pt x="4082871" y="3893239"/>
                  </a:lnTo>
                  <a:cubicBezTo>
                    <a:pt x="4088893" y="3887217"/>
                    <a:pt x="4097104" y="3883385"/>
                    <a:pt x="4105864" y="3883385"/>
                  </a:cubicBezTo>
                  <a:cubicBezTo>
                    <a:pt x="4114621" y="3883385"/>
                    <a:pt x="4122830" y="3887217"/>
                    <a:pt x="4128853" y="3893239"/>
                  </a:cubicBezTo>
                  <a:lnTo>
                    <a:pt x="4133305" y="3903625"/>
                  </a:lnTo>
                  <a:lnTo>
                    <a:pt x="4145280" y="3898713"/>
                  </a:lnTo>
                  <a:cubicBezTo>
                    <a:pt x="4158420" y="3898713"/>
                    <a:pt x="4169917" y="3903640"/>
                    <a:pt x="4178130" y="3911852"/>
                  </a:cubicBezTo>
                  <a:lnTo>
                    <a:pt x="4181634" y="3920611"/>
                  </a:lnTo>
                  <a:lnTo>
                    <a:pt x="5009464" y="3920611"/>
                  </a:lnTo>
                  <a:lnTo>
                    <a:pt x="5005840" y="3911852"/>
                  </a:lnTo>
                  <a:lnTo>
                    <a:pt x="5011098" y="3899589"/>
                  </a:lnTo>
                  <a:lnTo>
                    <a:pt x="4870054" y="3758565"/>
                  </a:lnTo>
                  <a:close/>
                  <a:moveTo>
                    <a:pt x="3858427" y="3758565"/>
                  </a:moveTo>
                  <a:lnTo>
                    <a:pt x="3858427" y="3758566"/>
                  </a:lnTo>
                  <a:cubicBezTo>
                    <a:pt x="3858427" y="3776084"/>
                    <a:pt x="3840912" y="3791412"/>
                    <a:pt x="3823396" y="3791412"/>
                  </a:cubicBezTo>
                  <a:lnTo>
                    <a:pt x="3807727" y="3785258"/>
                  </a:lnTo>
                  <a:lnTo>
                    <a:pt x="3681490" y="3911852"/>
                  </a:lnTo>
                  <a:lnTo>
                    <a:pt x="3967836" y="3911852"/>
                  </a:lnTo>
                  <a:lnTo>
                    <a:pt x="4120457" y="3758565"/>
                  </a:lnTo>
                  <a:close/>
                  <a:moveTo>
                    <a:pt x="10224125" y="3732288"/>
                  </a:moveTo>
                  <a:lnTo>
                    <a:pt x="10254782" y="3762945"/>
                  </a:lnTo>
                  <a:lnTo>
                    <a:pt x="10364273" y="3762945"/>
                  </a:lnTo>
                  <a:lnTo>
                    <a:pt x="10374127" y="3739952"/>
                  </a:lnTo>
                  <a:lnTo>
                    <a:pt x="10392011" y="3732288"/>
                  </a:lnTo>
                  <a:close/>
                  <a:moveTo>
                    <a:pt x="10103908" y="3732288"/>
                  </a:moveTo>
                  <a:lnTo>
                    <a:pt x="10134343" y="3762945"/>
                  </a:lnTo>
                  <a:lnTo>
                    <a:pt x="10223053" y="3762945"/>
                  </a:lnTo>
                  <a:lnTo>
                    <a:pt x="10192562" y="3732288"/>
                  </a:lnTo>
                  <a:close/>
                  <a:moveTo>
                    <a:pt x="1992722" y="3732288"/>
                  </a:moveTo>
                  <a:lnTo>
                    <a:pt x="1962062" y="3762945"/>
                  </a:lnTo>
                  <a:lnTo>
                    <a:pt x="2049649" y="3762945"/>
                  </a:lnTo>
                  <a:lnTo>
                    <a:pt x="2080085" y="3732288"/>
                  </a:lnTo>
                  <a:close/>
                  <a:moveTo>
                    <a:pt x="1791979" y="3732288"/>
                  </a:moveTo>
                  <a:lnTo>
                    <a:pt x="1809862" y="3739952"/>
                  </a:lnTo>
                  <a:lnTo>
                    <a:pt x="1819715" y="3762945"/>
                  </a:lnTo>
                  <a:lnTo>
                    <a:pt x="1929214" y="3762945"/>
                  </a:lnTo>
                  <a:lnTo>
                    <a:pt x="1959871" y="3732288"/>
                  </a:lnTo>
                  <a:close/>
                  <a:moveTo>
                    <a:pt x="7995339" y="3686302"/>
                  </a:moveTo>
                  <a:lnTo>
                    <a:pt x="7988331" y="3703820"/>
                  </a:lnTo>
                  <a:cubicBezTo>
                    <a:pt x="7980120" y="3712032"/>
                    <a:pt x="7968623" y="3716959"/>
                    <a:pt x="7955484" y="3716959"/>
                  </a:cubicBezTo>
                  <a:lnTo>
                    <a:pt x="7937235" y="3709659"/>
                  </a:lnTo>
                  <a:lnTo>
                    <a:pt x="7970812" y="3743237"/>
                  </a:lnTo>
                  <a:lnTo>
                    <a:pt x="8332315" y="3743237"/>
                  </a:lnTo>
                  <a:lnTo>
                    <a:pt x="8335689" y="3735572"/>
                  </a:lnTo>
                  <a:lnTo>
                    <a:pt x="8346477" y="3731305"/>
                  </a:lnTo>
                  <a:lnTo>
                    <a:pt x="8301473" y="3686302"/>
                  </a:lnTo>
                  <a:close/>
                  <a:moveTo>
                    <a:pt x="3882512" y="3686302"/>
                  </a:moveTo>
                  <a:lnTo>
                    <a:pt x="3837519" y="3731306"/>
                  </a:lnTo>
                  <a:lnTo>
                    <a:pt x="3848302" y="3735572"/>
                  </a:lnTo>
                  <a:lnTo>
                    <a:pt x="3851677" y="3743237"/>
                  </a:lnTo>
                  <a:lnTo>
                    <a:pt x="4135719" y="3743237"/>
                  </a:lnTo>
                  <a:lnTo>
                    <a:pt x="4189723" y="3689003"/>
                  </a:lnTo>
                  <a:lnTo>
                    <a:pt x="4188642" y="3686302"/>
                  </a:lnTo>
                  <a:close/>
                  <a:moveTo>
                    <a:pt x="9975645" y="3603089"/>
                  </a:moveTo>
                  <a:lnTo>
                    <a:pt x="10079994" y="3708200"/>
                  </a:lnTo>
                  <a:lnTo>
                    <a:pt x="10168602" y="3708200"/>
                  </a:lnTo>
                  <a:lnTo>
                    <a:pt x="10064057" y="3603089"/>
                  </a:lnTo>
                  <a:close/>
                  <a:moveTo>
                    <a:pt x="9315980" y="3603089"/>
                  </a:moveTo>
                  <a:lnTo>
                    <a:pt x="9309881" y="3617323"/>
                  </a:lnTo>
                  <a:cubicBezTo>
                    <a:pt x="9303858" y="3623345"/>
                    <a:pt x="9295647" y="3627177"/>
                    <a:pt x="9286887" y="3627177"/>
                  </a:cubicBezTo>
                  <a:lnTo>
                    <a:pt x="9271387" y="3620660"/>
                  </a:lnTo>
                  <a:lnTo>
                    <a:pt x="9081844" y="3808930"/>
                  </a:lnTo>
                  <a:lnTo>
                    <a:pt x="9186156" y="3808930"/>
                  </a:lnTo>
                  <a:lnTo>
                    <a:pt x="9253414" y="3741673"/>
                  </a:lnTo>
                  <a:lnTo>
                    <a:pt x="9245281" y="3721340"/>
                  </a:lnTo>
                  <a:cubicBezTo>
                    <a:pt x="9245281" y="3695061"/>
                    <a:pt x="9264989" y="3675353"/>
                    <a:pt x="9291266" y="3675353"/>
                  </a:cubicBezTo>
                  <a:cubicBezTo>
                    <a:pt x="9304405" y="3675353"/>
                    <a:pt x="9315901" y="3680280"/>
                    <a:pt x="9324113" y="3688492"/>
                  </a:cubicBezTo>
                  <a:lnTo>
                    <a:pt x="9331996" y="3708200"/>
                  </a:lnTo>
                  <a:lnTo>
                    <a:pt x="10057700" y="3708200"/>
                  </a:lnTo>
                  <a:lnTo>
                    <a:pt x="9952590" y="3603089"/>
                  </a:lnTo>
                  <a:close/>
                  <a:moveTo>
                    <a:pt x="2232685" y="3603089"/>
                  </a:moveTo>
                  <a:lnTo>
                    <a:pt x="2126806" y="3708200"/>
                  </a:lnTo>
                  <a:lnTo>
                    <a:pt x="2852008" y="3708200"/>
                  </a:lnTo>
                  <a:lnTo>
                    <a:pt x="2859891" y="3688492"/>
                  </a:lnTo>
                  <a:cubicBezTo>
                    <a:pt x="2868103" y="3680280"/>
                    <a:pt x="2879601" y="3675353"/>
                    <a:pt x="2892740" y="3675353"/>
                  </a:cubicBezTo>
                  <a:cubicBezTo>
                    <a:pt x="2919018" y="3675353"/>
                    <a:pt x="2938720" y="3695061"/>
                    <a:pt x="2938720" y="3721340"/>
                  </a:cubicBezTo>
                  <a:lnTo>
                    <a:pt x="2930591" y="3741672"/>
                  </a:lnTo>
                  <a:lnTo>
                    <a:pt x="2997851" y="3808930"/>
                  </a:lnTo>
                  <a:lnTo>
                    <a:pt x="3102157" y="3808930"/>
                  </a:lnTo>
                  <a:lnTo>
                    <a:pt x="2912618" y="3620660"/>
                  </a:lnTo>
                  <a:lnTo>
                    <a:pt x="2897114" y="3627177"/>
                  </a:lnTo>
                  <a:cubicBezTo>
                    <a:pt x="2888355" y="3627177"/>
                    <a:pt x="2880143" y="3623345"/>
                    <a:pt x="2874122" y="3617323"/>
                  </a:cubicBezTo>
                  <a:lnTo>
                    <a:pt x="2868020" y="3603089"/>
                  </a:lnTo>
                  <a:close/>
                  <a:moveTo>
                    <a:pt x="2121922" y="3603089"/>
                  </a:moveTo>
                  <a:lnTo>
                    <a:pt x="2016808" y="3708200"/>
                  </a:lnTo>
                  <a:lnTo>
                    <a:pt x="2103995" y="3708200"/>
                  </a:lnTo>
                  <a:lnTo>
                    <a:pt x="2208348" y="3603089"/>
                  </a:lnTo>
                  <a:close/>
                  <a:moveTo>
                    <a:pt x="2143507" y="3581505"/>
                  </a:moveTo>
                  <a:lnTo>
                    <a:pt x="2139440" y="3585570"/>
                  </a:lnTo>
                  <a:lnTo>
                    <a:pt x="2153672" y="3585570"/>
                  </a:lnTo>
                  <a:close/>
                  <a:moveTo>
                    <a:pt x="10041992" y="3580904"/>
                  </a:moveTo>
                  <a:lnTo>
                    <a:pt x="10030328" y="3585570"/>
                  </a:lnTo>
                  <a:lnTo>
                    <a:pt x="10046632" y="3585570"/>
                  </a:lnTo>
                  <a:close/>
                  <a:moveTo>
                    <a:pt x="9936514" y="3563672"/>
                  </a:moveTo>
                  <a:lnTo>
                    <a:pt x="9958253" y="3585570"/>
                  </a:lnTo>
                  <a:lnTo>
                    <a:pt x="9992236" y="3585570"/>
                  </a:lnTo>
                  <a:lnTo>
                    <a:pt x="9988767" y="3584518"/>
                  </a:lnTo>
                  <a:cubicBezTo>
                    <a:pt x="9981390" y="3579669"/>
                    <a:pt x="9975359" y="3572740"/>
                    <a:pt x="9971715" y="3564426"/>
                  </a:cubicBezTo>
                  <a:lnTo>
                    <a:pt x="9971559" y="3563672"/>
                  </a:lnTo>
                  <a:close/>
                  <a:moveTo>
                    <a:pt x="2212435" y="3563672"/>
                  </a:moveTo>
                  <a:lnTo>
                    <a:pt x="2212279" y="3564426"/>
                  </a:lnTo>
                  <a:cubicBezTo>
                    <a:pt x="2208638" y="3572740"/>
                    <a:pt x="2202610" y="3579669"/>
                    <a:pt x="2195230" y="3584519"/>
                  </a:cubicBezTo>
                  <a:lnTo>
                    <a:pt x="2191761" y="3585570"/>
                  </a:lnTo>
                  <a:lnTo>
                    <a:pt x="2225742" y="3585570"/>
                  </a:lnTo>
                  <a:lnTo>
                    <a:pt x="2247479" y="3563672"/>
                  </a:lnTo>
                  <a:close/>
                  <a:moveTo>
                    <a:pt x="9453432" y="3478269"/>
                  </a:moveTo>
                  <a:lnTo>
                    <a:pt x="9516816" y="3541775"/>
                  </a:lnTo>
                  <a:lnTo>
                    <a:pt x="9891275" y="3541775"/>
                  </a:lnTo>
                  <a:lnTo>
                    <a:pt x="9840067" y="3490566"/>
                  </a:lnTo>
                  <a:lnTo>
                    <a:pt x="9821200" y="3497978"/>
                  </a:lnTo>
                  <a:cubicBezTo>
                    <a:pt x="9812441" y="3497978"/>
                    <a:pt x="9804229" y="3494146"/>
                    <a:pt x="9798207" y="3488124"/>
                  </a:cubicBezTo>
                  <a:lnTo>
                    <a:pt x="9793984" y="3478269"/>
                  </a:lnTo>
                  <a:close/>
                  <a:moveTo>
                    <a:pt x="2390013" y="3478269"/>
                  </a:moveTo>
                  <a:lnTo>
                    <a:pt x="2385791" y="3488124"/>
                  </a:lnTo>
                  <a:cubicBezTo>
                    <a:pt x="2379769" y="3494146"/>
                    <a:pt x="2371554" y="3497978"/>
                    <a:pt x="2362797" y="3497978"/>
                  </a:cubicBezTo>
                  <a:lnTo>
                    <a:pt x="2345436" y="3491157"/>
                  </a:lnTo>
                  <a:lnTo>
                    <a:pt x="2294447" y="3541775"/>
                  </a:lnTo>
                  <a:lnTo>
                    <a:pt x="2667190" y="3541775"/>
                  </a:lnTo>
                  <a:lnTo>
                    <a:pt x="2730576" y="3478269"/>
                  </a:lnTo>
                  <a:close/>
                  <a:moveTo>
                    <a:pt x="7672990" y="3476236"/>
                  </a:moveTo>
                  <a:lnTo>
                    <a:pt x="7652197" y="3484839"/>
                  </a:lnTo>
                  <a:lnTo>
                    <a:pt x="7681554" y="3484839"/>
                  </a:lnTo>
                  <a:close/>
                  <a:moveTo>
                    <a:pt x="7414558" y="3472534"/>
                  </a:moveTo>
                  <a:lnTo>
                    <a:pt x="7291971" y="3594330"/>
                  </a:lnTo>
                  <a:lnTo>
                    <a:pt x="6836379" y="3594330"/>
                  </a:lnTo>
                  <a:lnTo>
                    <a:pt x="6827732" y="3615406"/>
                  </a:lnTo>
                  <a:cubicBezTo>
                    <a:pt x="6819521" y="3623891"/>
                    <a:pt x="6808025" y="3629366"/>
                    <a:pt x="6794886" y="3629366"/>
                  </a:cubicBezTo>
                  <a:cubicBezTo>
                    <a:pt x="6768608" y="3629366"/>
                    <a:pt x="6748900" y="3609659"/>
                    <a:pt x="6748900" y="3583381"/>
                  </a:cubicBezTo>
                  <a:lnTo>
                    <a:pt x="6762039" y="3550534"/>
                  </a:lnTo>
                  <a:lnTo>
                    <a:pt x="6641600" y="3670973"/>
                  </a:lnTo>
                  <a:lnTo>
                    <a:pt x="6641600" y="3920611"/>
                  </a:lnTo>
                  <a:lnTo>
                    <a:pt x="6830644" y="3920611"/>
                  </a:lnTo>
                  <a:lnTo>
                    <a:pt x="6832659" y="3910758"/>
                  </a:lnTo>
                  <a:cubicBezTo>
                    <a:pt x="6835944" y="3903093"/>
                    <a:pt x="6840871" y="3895976"/>
                    <a:pt x="6847441" y="3889955"/>
                  </a:cubicBezTo>
                  <a:cubicBezTo>
                    <a:pt x="6871528" y="3865867"/>
                    <a:pt x="6913134" y="3865867"/>
                    <a:pt x="6939412" y="3889955"/>
                  </a:cubicBezTo>
                  <a:cubicBezTo>
                    <a:pt x="6945435" y="3895976"/>
                    <a:pt x="6950088" y="3903093"/>
                    <a:pt x="6953270" y="3910792"/>
                  </a:cubicBezTo>
                  <a:lnTo>
                    <a:pt x="6955301" y="3920611"/>
                  </a:lnTo>
                  <a:lnTo>
                    <a:pt x="7116163" y="3920611"/>
                  </a:lnTo>
                  <a:lnTo>
                    <a:pt x="7112408" y="3911852"/>
                  </a:lnTo>
                  <a:cubicBezTo>
                    <a:pt x="7112408" y="3894335"/>
                    <a:pt x="7127736" y="3879005"/>
                    <a:pt x="7145255" y="3879005"/>
                  </a:cubicBezTo>
                  <a:lnTo>
                    <a:pt x="7162117" y="3886231"/>
                  </a:lnTo>
                  <a:lnTo>
                    <a:pt x="7305111" y="3743237"/>
                  </a:lnTo>
                  <a:lnTo>
                    <a:pt x="7938814" y="3743237"/>
                  </a:lnTo>
                  <a:lnTo>
                    <a:pt x="7698997" y="3502358"/>
                  </a:lnTo>
                  <a:lnTo>
                    <a:pt x="7467952" y="3502358"/>
                  </a:lnTo>
                  <a:lnTo>
                    <a:pt x="7461682" y="3517687"/>
                  </a:lnTo>
                  <a:cubicBezTo>
                    <a:pt x="7455660" y="3524256"/>
                    <a:pt x="7447448" y="3528636"/>
                    <a:pt x="7438689" y="3528636"/>
                  </a:cubicBezTo>
                  <a:cubicBezTo>
                    <a:pt x="7421170" y="3528636"/>
                    <a:pt x="7405842" y="3513307"/>
                    <a:pt x="7405842" y="3493599"/>
                  </a:cubicBezTo>
                  <a:close/>
                  <a:moveTo>
                    <a:pt x="4769374" y="3472534"/>
                  </a:moveTo>
                  <a:lnTo>
                    <a:pt x="4770311" y="3474803"/>
                  </a:lnTo>
                  <a:lnTo>
                    <a:pt x="4770703" y="3473856"/>
                  </a:lnTo>
                  <a:close/>
                  <a:moveTo>
                    <a:pt x="9826734" y="3434473"/>
                  </a:moveTo>
                  <a:lnTo>
                    <a:pt x="9846109" y="3442138"/>
                  </a:lnTo>
                  <a:cubicBezTo>
                    <a:pt x="9852404" y="3448160"/>
                    <a:pt x="9856237" y="3456371"/>
                    <a:pt x="9856237" y="3465131"/>
                  </a:cubicBezTo>
                  <a:lnTo>
                    <a:pt x="9854047" y="3465131"/>
                  </a:lnTo>
                  <a:lnTo>
                    <a:pt x="9849528" y="3476052"/>
                  </a:lnTo>
                  <a:lnTo>
                    <a:pt x="9914775" y="3541775"/>
                  </a:lnTo>
                  <a:lnTo>
                    <a:pt x="9969670" y="3541775"/>
                  </a:lnTo>
                  <a:lnTo>
                    <a:pt x="9981056" y="3513307"/>
                  </a:lnTo>
                  <a:cubicBezTo>
                    <a:pt x="9989269" y="3505095"/>
                    <a:pt x="10000765" y="3500168"/>
                    <a:pt x="10013903" y="3500168"/>
                  </a:cubicBezTo>
                  <a:cubicBezTo>
                    <a:pt x="10040181" y="3500168"/>
                    <a:pt x="10059889" y="3519877"/>
                    <a:pt x="10059889" y="3546154"/>
                  </a:cubicBezTo>
                  <a:lnTo>
                    <a:pt x="10053633" y="3561795"/>
                  </a:lnTo>
                  <a:lnTo>
                    <a:pt x="10077407" y="3585570"/>
                  </a:lnTo>
                  <a:lnTo>
                    <a:pt x="10449675" y="3585570"/>
                  </a:lnTo>
                  <a:lnTo>
                    <a:pt x="10520844" y="3514402"/>
                  </a:lnTo>
                  <a:lnTo>
                    <a:pt x="10471573" y="3465131"/>
                  </a:lnTo>
                  <a:lnTo>
                    <a:pt x="10217555" y="3465131"/>
                  </a:lnTo>
                  <a:lnTo>
                    <a:pt x="10186898" y="3434473"/>
                  </a:lnTo>
                  <a:close/>
                  <a:moveTo>
                    <a:pt x="9424845" y="3434473"/>
                  </a:moveTo>
                  <a:lnTo>
                    <a:pt x="9451123" y="3460751"/>
                  </a:lnTo>
                  <a:lnTo>
                    <a:pt x="9790231" y="3460751"/>
                  </a:lnTo>
                  <a:lnTo>
                    <a:pt x="9798207" y="3442138"/>
                  </a:lnTo>
                  <a:lnTo>
                    <a:pt x="9816092" y="3434473"/>
                  </a:lnTo>
                  <a:close/>
                  <a:moveTo>
                    <a:pt x="2367906" y="3434473"/>
                  </a:moveTo>
                  <a:lnTo>
                    <a:pt x="2385791" y="3442138"/>
                  </a:lnTo>
                  <a:lnTo>
                    <a:pt x="2393768" y="3460751"/>
                  </a:lnTo>
                  <a:lnTo>
                    <a:pt x="2732882" y="3460751"/>
                  </a:lnTo>
                  <a:lnTo>
                    <a:pt x="2759158" y="3434473"/>
                  </a:lnTo>
                  <a:close/>
                  <a:moveTo>
                    <a:pt x="1997094" y="3434473"/>
                  </a:moveTo>
                  <a:lnTo>
                    <a:pt x="1966436" y="3465131"/>
                  </a:lnTo>
                  <a:lnTo>
                    <a:pt x="1712421" y="3465131"/>
                  </a:lnTo>
                  <a:lnTo>
                    <a:pt x="1663150" y="3514404"/>
                  </a:lnTo>
                  <a:lnTo>
                    <a:pt x="1734315" y="3585570"/>
                  </a:lnTo>
                  <a:lnTo>
                    <a:pt x="2106593" y="3585570"/>
                  </a:lnTo>
                  <a:lnTo>
                    <a:pt x="2130366" y="3561797"/>
                  </a:lnTo>
                  <a:lnTo>
                    <a:pt x="2124108" y="3546154"/>
                  </a:lnTo>
                  <a:cubicBezTo>
                    <a:pt x="2124108" y="3519877"/>
                    <a:pt x="2143818" y="3500168"/>
                    <a:pt x="2170097" y="3500168"/>
                  </a:cubicBezTo>
                  <a:cubicBezTo>
                    <a:pt x="2183234" y="3500168"/>
                    <a:pt x="2194730" y="3505095"/>
                    <a:pt x="2202941" y="3513307"/>
                  </a:cubicBezTo>
                  <a:lnTo>
                    <a:pt x="2214323" y="3541775"/>
                  </a:lnTo>
                  <a:lnTo>
                    <a:pt x="2269222" y="3541775"/>
                  </a:lnTo>
                  <a:lnTo>
                    <a:pt x="2334467" y="3476053"/>
                  </a:lnTo>
                  <a:lnTo>
                    <a:pt x="2329948" y="3465131"/>
                  </a:lnTo>
                  <a:lnTo>
                    <a:pt x="2327759" y="3465131"/>
                  </a:lnTo>
                  <a:cubicBezTo>
                    <a:pt x="2327759" y="3456371"/>
                    <a:pt x="2331591" y="3448160"/>
                    <a:pt x="2337886" y="3442138"/>
                  </a:cubicBezTo>
                  <a:lnTo>
                    <a:pt x="2357262" y="3434473"/>
                  </a:lnTo>
                  <a:close/>
                  <a:moveTo>
                    <a:pt x="10133233" y="3380812"/>
                  </a:moveTo>
                  <a:lnTo>
                    <a:pt x="10129963" y="3384112"/>
                  </a:lnTo>
                  <a:lnTo>
                    <a:pt x="9374480" y="3384112"/>
                  </a:lnTo>
                  <a:lnTo>
                    <a:pt x="9381048" y="3390679"/>
                  </a:lnTo>
                  <a:lnTo>
                    <a:pt x="10143101" y="3390679"/>
                  </a:lnTo>
                  <a:close/>
                  <a:moveTo>
                    <a:pt x="2050759" y="3380812"/>
                  </a:moveTo>
                  <a:lnTo>
                    <a:pt x="2040890" y="3390679"/>
                  </a:lnTo>
                  <a:lnTo>
                    <a:pt x="2802953" y="3390679"/>
                  </a:lnTo>
                  <a:lnTo>
                    <a:pt x="2809524" y="3384112"/>
                  </a:lnTo>
                  <a:lnTo>
                    <a:pt x="2054030" y="3384112"/>
                  </a:lnTo>
                  <a:close/>
                  <a:moveTo>
                    <a:pt x="11141654" y="3360023"/>
                  </a:moveTo>
                  <a:lnTo>
                    <a:pt x="10955520" y="3543964"/>
                  </a:lnTo>
                  <a:lnTo>
                    <a:pt x="10550406" y="3543964"/>
                  </a:lnTo>
                  <a:lnTo>
                    <a:pt x="10532661" y="3526219"/>
                  </a:lnTo>
                  <a:lnTo>
                    <a:pt x="10456245" y="3603089"/>
                  </a:lnTo>
                  <a:lnTo>
                    <a:pt x="10094926" y="3603089"/>
                  </a:lnTo>
                  <a:lnTo>
                    <a:pt x="10200037" y="3708200"/>
                  </a:lnTo>
                  <a:lnTo>
                    <a:pt x="10865738" y="3708200"/>
                  </a:lnTo>
                  <a:lnTo>
                    <a:pt x="11213918" y="3360023"/>
                  </a:lnTo>
                  <a:close/>
                  <a:moveTo>
                    <a:pt x="970075" y="3360023"/>
                  </a:moveTo>
                  <a:lnTo>
                    <a:pt x="1318259" y="3708200"/>
                  </a:lnTo>
                  <a:lnTo>
                    <a:pt x="1983961" y="3708200"/>
                  </a:lnTo>
                  <a:lnTo>
                    <a:pt x="2089072" y="3603089"/>
                  </a:lnTo>
                  <a:lnTo>
                    <a:pt x="1727746" y="3603089"/>
                  </a:lnTo>
                  <a:lnTo>
                    <a:pt x="1651332" y="3526222"/>
                  </a:lnTo>
                  <a:lnTo>
                    <a:pt x="1633589" y="3543964"/>
                  </a:lnTo>
                  <a:lnTo>
                    <a:pt x="1228477" y="3543964"/>
                  </a:lnTo>
                  <a:lnTo>
                    <a:pt x="1042340" y="3360023"/>
                  </a:lnTo>
                  <a:close/>
                  <a:moveTo>
                    <a:pt x="10730536" y="3327176"/>
                  </a:moveTo>
                  <a:lnTo>
                    <a:pt x="10565406" y="3493281"/>
                  </a:lnTo>
                  <a:lnTo>
                    <a:pt x="10570114" y="3497978"/>
                  </a:lnTo>
                  <a:lnTo>
                    <a:pt x="10938002" y="3497978"/>
                  </a:lnTo>
                  <a:lnTo>
                    <a:pt x="11108806" y="3327176"/>
                  </a:lnTo>
                  <a:close/>
                  <a:moveTo>
                    <a:pt x="10653328" y="3327176"/>
                  </a:moveTo>
                  <a:lnTo>
                    <a:pt x="10527281" y="3455252"/>
                  </a:lnTo>
                  <a:lnTo>
                    <a:pt x="10553670" y="3481575"/>
                  </a:lnTo>
                  <a:lnTo>
                    <a:pt x="10708071" y="3327176"/>
                  </a:lnTo>
                  <a:close/>
                  <a:moveTo>
                    <a:pt x="1475917" y="3327176"/>
                  </a:moveTo>
                  <a:lnTo>
                    <a:pt x="1630322" y="3481578"/>
                  </a:lnTo>
                  <a:lnTo>
                    <a:pt x="1657730" y="3454239"/>
                  </a:lnTo>
                  <a:lnTo>
                    <a:pt x="1530662" y="3327176"/>
                  </a:lnTo>
                  <a:close/>
                  <a:moveTo>
                    <a:pt x="1075192" y="3327176"/>
                  </a:moveTo>
                  <a:lnTo>
                    <a:pt x="1245995" y="3497978"/>
                  </a:lnTo>
                  <a:lnTo>
                    <a:pt x="1613881" y="3497978"/>
                  </a:lnTo>
                  <a:lnTo>
                    <a:pt x="1618586" y="3493283"/>
                  </a:lnTo>
                  <a:lnTo>
                    <a:pt x="1453453" y="3327176"/>
                  </a:lnTo>
                  <a:close/>
                  <a:moveTo>
                    <a:pt x="4630938" y="3300901"/>
                  </a:moveTo>
                  <a:lnTo>
                    <a:pt x="4780138" y="3451065"/>
                  </a:lnTo>
                  <a:lnTo>
                    <a:pt x="4782472" y="3445423"/>
                  </a:lnTo>
                  <a:lnTo>
                    <a:pt x="4797804" y="3439080"/>
                  </a:lnTo>
                  <a:lnTo>
                    <a:pt x="4797804" y="3313673"/>
                  </a:lnTo>
                  <a:lnTo>
                    <a:pt x="4792327" y="3321701"/>
                  </a:lnTo>
                  <a:cubicBezTo>
                    <a:pt x="4783566" y="3330460"/>
                    <a:pt x="4771522" y="3335933"/>
                    <a:pt x="4758382" y="3335933"/>
                  </a:cubicBezTo>
                  <a:cubicBezTo>
                    <a:pt x="4738676" y="3335933"/>
                    <a:pt x="4721429" y="3323616"/>
                    <a:pt x="4714038" y="3306382"/>
                  </a:cubicBezTo>
                  <a:lnTo>
                    <a:pt x="4712909" y="3300901"/>
                  </a:lnTo>
                  <a:close/>
                  <a:moveTo>
                    <a:pt x="4510936" y="3257105"/>
                  </a:moveTo>
                  <a:lnTo>
                    <a:pt x="4521885" y="3268091"/>
                  </a:lnTo>
                  <a:lnTo>
                    <a:pt x="4563559" y="3268091"/>
                  </a:lnTo>
                  <a:lnTo>
                    <a:pt x="4552552" y="3257105"/>
                  </a:lnTo>
                  <a:close/>
                  <a:moveTo>
                    <a:pt x="4156229" y="3257105"/>
                  </a:moveTo>
                  <a:lnTo>
                    <a:pt x="4383927" y="3484839"/>
                  </a:lnTo>
                  <a:lnTo>
                    <a:pt x="4392955" y="3484839"/>
                  </a:lnTo>
                  <a:lnTo>
                    <a:pt x="4416893" y="3460791"/>
                  </a:lnTo>
                  <a:lnTo>
                    <a:pt x="4408016" y="3438032"/>
                  </a:lnTo>
                  <a:cubicBezTo>
                    <a:pt x="4408012" y="3426263"/>
                    <a:pt x="4412395" y="3414766"/>
                    <a:pt x="4421155" y="3406008"/>
                  </a:cubicBezTo>
                  <a:cubicBezTo>
                    <a:pt x="4438674" y="3388489"/>
                    <a:pt x="4467148" y="3388489"/>
                    <a:pt x="4484669" y="3406008"/>
                  </a:cubicBezTo>
                  <a:cubicBezTo>
                    <a:pt x="4502184" y="3425715"/>
                    <a:pt x="4502184" y="3454182"/>
                    <a:pt x="4484669" y="3471701"/>
                  </a:cubicBezTo>
                  <a:lnTo>
                    <a:pt x="4452912" y="3484839"/>
                  </a:lnTo>
                  <a:lnTo>
                    <a:pt x="4433542" y="3476828"/>
                  </a:lnTo>
                  <a:lnTo>
                    <a:pt x="4425538" y="3484839"/>
                  </a:lnTo>
                  <a:lnTo>
                    <a:pt x="4452912" y="3484839"/>
                  </a:lnTo>
                  <a:lnTo>
                    <a:pt x="4716151" y="3484839"/>
                  </a:lnTo>
                  <a:lnTo>
                    <a:pt x="4722251" y="3470605"/>
                  </a:lnTo>
                  <a:cubicBezTo>
                    <a:pt x="4728274" y="3464583"/>
                    <a:pt x="4736486" y="3460751"/>
                    <a:pt x="4745246" y="3460751"/>
                  </a:cubicBezTo>
                  <a:lnTo>
                    <a:pt x="4765540" y="3468725"/>
                  </a:lnTo>
                  <a:lnTo>
                    <a:pt x="4596626" y="3300901"/>
                  </a:lnTo>
                  <a:lnTo>
                    <a:pt x="4508751" y="3300901"/>
                  </a:lnTo>
                  <a:lnTo>
                    <a:pt x="4464957" y="3257105"/>
                  </a:lnTo>
                  <a:close/>
                  <a:moveTo>
                    <a:pt x="7718985" y="3257102"/>
                  </a:moveTo>
                  <a:lnTo>
                    <a:pt x="7675188" y="3300899"/>
                  </a:lnTo>
                  <a:lnTo>
                    <a:pt x="7587310" y="3300899"/>
                  </a:lnTo>
                  <a:lnTo>
                    <a:pt x="7418392" y="3468726"/>
                  </a:lnTo>
                  <a:lnTo>
                    <a:pt x="7438689" y="3460751"/>
                  </a:lnTo>
                  <a:cubicBezTo>
                    <a:pt x="7447448" y="3460751"/>
                    <a:pt x="7455660" y="3464583"/>
                    <a:pt x="7461682" y="3470605"/>
                  </a:cubicBezTo>
                  <a:lnTo>
                    <a:pt x="7467782" y="3484839"/>
                  </a:lnTo>
                  <a:lnTo>
                    <a:pt x="7652195" y="3484839"/>
                  </a:lnTo>
                  <a:lnTo>
                    <a:pt x="7620444" y="3471701"/>
                  </a:lnTo>
                  <a:cubicBezTo>
                    <a:pt x="7602925" y="3454182"/>
                    <a:pt x="7602925" y="3425715"/>
                    <a:pt x="7620444" y="3406008"/>
                  </a:cubicBezTo>
                  <a:cubicBezTo>
                    <a:pt x="7637963" y="3388489"/>
                    <a:pt x="7666429" y="3388489"/>
                    <a:pt x="7683948" y="3406008"/>
                  </a:cubicBezTo>
                  <a:cubicBezTo>
                    <a:pt x="7692707" y="3414766"/>
                    <a:pt x="7697087" y="3426263"/>
                    <a:pt x="7697087" y="3438032"/>
                  </a:cubicBezTo>
                  <a:lnTo>
                    <a:pt x="7688251" y="3460675"/>
                  </a:lnTo>
                  <a:lnTo>
                    <a:pt x="7712414" y="3484839"/>
                  </a:lnTo>
                  <a:lnTo>
                    <a:pt x="7800007" y="3484839"/>
                  </a:lnTo>
                  <a:lnTo>
                    <a:pt x="8027747" y="3257102"/>
                  </a:lnTo>
                  <a:close/>
                  <a:moveTo>
                    <a:pt x="7631391" y="3257102"/>
                  </a:moveTo>
                  <a:lnTo>
                    <a:pt x="7620371" y="3268051"/>
                  </a:lnTo>
                  <a:lnTo>
                    <a:pt x="7662050" y="3268051"/>
                  </a:lnTo>
                  <a:lnTo>
                    <a:pt x="7673000" y="3257102"/>
                  </a:lnTo>
                  <a:close/>
                  <a:moveTo>
                    <a:pt x="1924337" y="3253265"/>
                  </a:moveTo>
                  <a:lnTo>
                    <a:pt x="1786876" y="3390679"/>
                  </a:lnTo>
                  <a:lnTo>
                    <a:pt x="1992714" y="3390679"/>
                  </a:lnTo>
                  <a:lnTo>
                    <a:pt x="2026782" y="3356612"/>
                  </a:lnTo>
                  <a:close/>
                  <a:moveTo>
                    <a:pt x="10259656" y="3253218"/>
                  </a:moveTo>
                  <a:lnTo>
                    <a:pt x="10157334" y="3356487"/>
                  </a:lnTo>
                  <a:lnTo>
                    <a:pt x="10191412" y="3390679"/>
                  </a:lnTo>
                  <a:lnTo>
                    <a:pt x="10397119" y="3390679"/>
                  </a:lnTo>
                  <a:close/>
                  <a:moveTo>
                    <a:pt x="3443585" y="3250581"/>
                  </a:moveTo>
                  <a:lnTo>
                    <a:pt x="3437727" y="3266694"/>
                  </a:lnTo>
                  <a:cubicBezTo>
                    <a:pt x="3431977" y="3272985"/>
                    <a:pt x="3423770" y="3276851"/>
                    <a:pt x="3413913" y="3276851"/>
                  </a:cubicBezTo>
                  <a:lnTo>
                    <a:pt x="3408125" y="3273855"/>
                  </a:lnTo>
                  <a:lnTo>
                    <a:pt x="3247491" y="3434473"/>
                  </a:lnTo>
                  <a:lnTo>
                    <a:pt x="2805396" y="3434473"/>
                  </a:lnTo>
                  <a:lnTo>
                    <a:pt x="2675948" y="3563672"/>
                  </a:lnTo>
                  <a:lnTo>
                    <a:pt x="2272388" y="3563672"/>
                  </a:lnTo>
                  <a:lnTo>
                    <a:pt x="2250332" y="3585570"/>
                  </a:lnTo>
                  <a:lnTo>
                    <a:pt x="2869272" y="3585570"/>
                  </a:lnTo>
                  <a:lnTo>
                    <a:pt x="2876310" y="3569146"/>
                  </a:lnTo>
                  <a:cubicBezTo>
                    <a:pt x="2882333" y="3563125"/>
                    <a:pt x="2890545" y="3559292"/>
                    <a:pt x="2899305" y="3559292"/>
                  </a:cubicBezTo>
                  <a:cubicBezTo>
                    <a:pt x="2916826" y="3559292"/>
                    <a:pt x="2932149" y="3572431"/>
                    <a:pt x="2932149" y="3592140"/>
                  </a:cubicBezTo>
                  <a:lnTo>
                    <a:pt x="2924797" y="3608871"/>
                  </a:lnTo>
                  <a:lnTo>
                    <a:pt x="3124855" y="3808930"/>
                  </a:lnTo>
                  <a:lnTo>
                    <a:pt x="3367926" y="3808930"/>
                  </a:lnTo>
                  <a:lnTo>
                    <a:pt x="3386129" y="3790729"/>
                  </a:lnTo>
                  <a:lnTo>
                    <a:pt x="3383241" y="3783747"/>
                  </a:lnTo>
                  <a:cubicBezTo>
                    <a:pt x="3383241" y="3772251"/>
                    <a:pt x="3387620" y="3760755"/>
                    <a:pt x="3396381" y="3751996"/>
                  </a:cubicBezTo>
                  <a:cubicBezTo>
                    <a:pt x="3405141" y="3743236"/>
                    <a:pt x="3416636" y="3738857"/>
                    <a:pt x="3428132" y="3738857"/>
                  </a:cubicBezTo>
                  <a:lnTo>
                    <a:pt x="3435111" y="3741745"/>
                  </a:lnTo>
                  <a:lnTo>
                    <a:pt x="3624120" y="3552723"/>
                  </a:lnTo>
                  <a:lnTo>
                    <a:pt x="3855924" y="3552723"/>
                  </a:lnTo>
                  <a:lnTo>
                    <a:pt x="3863899" y="3534109"/>
                  </a:lnTo>
                  <a:cubicBezTo>
                    <a:pt x="3869920" y="3528088"/>
                    <a:pt x="3878131" y="3524256"/>
                    <a:pt x="3886888" y="3524256"/>
                  </a:cubicBezTo>
                  <a:cubicBezTo>
                    <a:pt x="3904402" y="3524256"/>
                    <a:pt x="3919735" y="3537395"/>
                    <a:pt x="3919735" y="3557103"/>
                  </a:cubicBezTo>
                  <a:cubicBezTo>
                    <a:pt x="3919735" y="3574621"/>
                    <a:pt x="3904402" y="3589949"/>
                    <a:pt x="3886888" y="3589949"/>
                  </a:cubicBezTo>
                  <a:cubicBezTo>
                    <a:pt x="3878131" y="3589949"/>
                    <a:pt x="3869920" y="3586665"/>
                    <a:pt x="3863899" y="3580916"/>
                  </a:cubicBezTo>
                  <a:lnTo>
                    <a:pt x="3858578" y="3568051"/>
                  </a:lnTo>
                  <a:lnTo>
                    <a:pt x="3630690" y="3568051"/>
                  </a:lnTo>
                  <a:lnTo>
                    <a:pt x="3451682" y="3748603"/>
                  </a:lnTo>
                  <a:lnTo>
                    <a:pt x="3459881" y="3751996"/>
                  </a:lnTo>
                  <a:cubicBezTo>
                    <a:pt x="3477400" y="3769514"/>
                    <a:pt x="3477400" y="3797982"/>
                    <a:pt x="3459881" y="3815500"/>
                  </a:cubicBezTo>
                  <a:cubicBezTo>
                    <a:pt x="3451123" y="3824259"/>
                    <a:pt x="3439628" y="3828639"/>
                    <a:pt x="3428132" y="3828639"/>
                  </a:cubicBezTo>
                  <a:lnTo>
                    <a:pt x="3404127" y="3818705"/>
                  </a:lnTo>
                  <a:lnTo>
                    <a:pt x="3310976" y="3911852"/>
                  </a:lnTo>
                  <a:lnTo>
                    <a:pt x="3625685" y="3911852"/>
                  </a:lnTo>
                  <a:lnTo>
                    <a:pt x="3798739" y="3737712"/>
                  </a:lnTo>
                  <a:lnTo>
                    <a:pt x="3799580" y="3735572"/>
                  </a:lnTo>
                  <a:lnTo>
                    <a:pt x="3801763" y="3734670"/>
                  </a:lnTo>
                  <a:lnTo>
                    <a:pt x="3873757" y="3662213"/>
                  </a:lnTo>
                  <a:lnTo>
                    <a:pt x="4186014" y="3662213"/>
                  </a:lnTo>
                  <a:lnTo>
                    <a:pt x="4195651" y="3638126"/>
                  </a:lnTo>
                  <a:cubicBezTo>
                    <a:pt x="4203864" y="3629914"/>
                    <a:pt x="4215358" y="3624987"/>
                    <a:pt x="4228446" y="3624987"/>
                  </a:cubicBezTo>
                  <a:lnTo>
                    <a:pt x="4246298" y="3632129"/>
                  </a:lnTo>
                  <a:lnTo>
                    <a:pt x="4376436" y="3501428"/>
                  </a:lnTo>
                  <a:lnTo>
                    <a:pt x="4134273" y="3257105"/>
                  </a:lnTo>
                  <a:lnTo>
                    <a:pt x="3632883" y="3257105"/>
                  </a:lnTo>
                  <a:lnTo>
                    <a:pt x="3624125" y="3279048"/>
                  </a:lnTo>
                  <a:cubicBezTo>
                    <a:pt x="3615915" y="3287259"/>
                    <a:pt x="3604423" y="3292147"/>
                    <a:pt x="3591283" y="3292147"/>
                  </a:cubicBezTo>
                  <a:cubicBezTo>
                    <a:pt x="3578147" y="3292147"/>
                    <a:pt x="3566651" y="3287259"/>
                    <a:pt x="3558437" y="3279048"/>
                  </a:cubicBezTo>
                  <a:lnTo>
                    <a:pt x="3547051" y="3250581"/>
                  </a:lnTo>
                  <a:close/>
                  <a:moveTo>
                    <a:pt x="8636952" y="3250532"/>
                  </a:moveTo>
                  <a:lnTo>
                    <a:pt x="8625565" y="3279002"/>
                  </a:lnTo>
                  <a:cubicBezTo>
                    <a:pt x="8617353" y="3287213"/>
                    <a:pt x="8605856" y="3292138"/>
                    <a:pt x="8592717" y="3292138"/>
                  </a:cubicBezTo>
                  <a:cubicBezTo>
                    <a:pt x="8579578" y="3292138"/>
                    <a:pt x="8568082" y="3287213"/>
                    <a:pt x="8559870" y="3279002"/>
                  </a:cubicBezTo>
                  <a:lnTo>
                    <a:pt x="8551111" y="3257102"/>
                  </a:lnTo>
                  <a:lnTo>
                    <a:pt x="8049703" y="3257102"/>
                  </a:lnTo>
                  <a:lnTo>
                    <a:pt x="7806578" y="3502358"/>
                  </a:lnTo>
                  <a:lnTo>
                    <a:pt x="7729933" y="3502358"/>
                  </a:lnTo>
                  <a:lnTo>
                    <a:pt x="7916797" y="3689222"/>
                  </a:lnTo>
                  <a:lnTo>
                    <a:pt x="7909498" y="3670973"/>
                  </a:lnTo>
                  <a:cubicBezTo>
                    <a:pt x="7909498" y="3644696"/>
                    <a:pt x="7929206" y="3624987"/>
                    <a:pt x="7955484" y="3624987"/>
                  </a:cubicBezTo>
                  <a:cubicBezTo>
                    <a:pt x="7968623" y="3624987"/>
                    <a:pt x="7980120" y="3629914"/>
                    <a:pt x="7988331" y="3638126"/>
                  </a:cubicBezTo>
                  <a:lnTo>
                    <a:pt x="7997966" y="3662213"/>
                  </a:lnTo>
                  <a:lnTo>
                    <a:pt x="8310233" y="3662213"/>
                  </a:lnTo>
                  <a:lnTo>
                    <a:pt x="8382241" y="3734674"/>
                  </a:lnTo>
                  <a:lnTo>
                    <a:pt x="8384413" y="3735572"/>
                  </a:lnTo>
                  <a:lnTo>
                    <a:pt x="8385250" y="3737701"/>
                  </a:lnTo>
                  <a:lnTo>
                    <a:pt x="8558311" y="3911852"/>
                  </a:lnTo>
                  <a:lnTo>
                    <a:pt x="8794986" y="3911852"/>
                  </a:lnTo>
                  <a:lnTo>
                    <a:pt x="8701169" y="3818648"/>
                  </a:lnTo>
                  <a:lnTo>
                    <a:pt x="8677026" y="3828639"/>
                  </a:lnTo>
                  <a:cubicBezTo>
                    <a:pt x="8665528" y="3828639"/>
                    <a:pt x="8654032" y="3824259"/>
                    <a:pt x="8645273" y="3815500"/>
                  </a:cubicBezTo>
                  <a:cubicBezTo>
                    <a:pt x="8627754" y="3797982"/>
                    <a:pt x="8627754" y="3769514"/>
                    <a:pt x="8645273" y="3751996"/>
                  </a:cubicBezTo>
                  <a:cubicBezTo>
                    <a:pt x="8662792" y="3734477"/>
                    <a:pt x="8691259" y="3734477"/>
                    <a:pt x="8708777" y="3751996"/>
                  </a:cubicBezTo>
                  <a:cubicBezTo>
                    <a:pt x="8717536" y="3760755"/>
                    <a:pt x="8721915" y="3772251"/>
                    <a:pt x="8721915" y="3783747"/>
                  </a:cubicBezTo>
                  <a:lnTo>
                    <a:pt x="8715186" y="3800011"/>
                  </a:lnTo>
                  <a:lnTo>
                    <a:pt x="8827027" y="3911852"/>
                  </a:lnTo>
                  <a:lnTo>
                    <a:pt x="8956227" y="3911852"/>
                  </a:lnTo>
                  <a:lnTo>
                    <a:pt x="9041630" y="3826449"/>
                  </a:lnTo>
                  <a:lnTo>
                    <a:pt x="8809509" y="3826449"/>
                  </a:lnTo>
                  <a:lnTo>
                    <a:pt x="8553302" y="3568051"/>
                  </a:lnTo>
                  <a:lnTo>
                    <a:pt x="8327600" y="3568051"/>
                  </a:lnTo>
                  <a:lnTo>
                    <a:pt x="8322277" y="3580916"/>
                  </a:lnTo>
                  <a:cubicBezTo>
                    <a:pt x="8316255" y="3586665"/>
                    <a:pt x="8308043" y="3589949"/>
                    <a:pt x="8299284" y="3589949"/>
                  </a:cubicBezTo>
                  <a:cubicBezTo>
                    <a:pt x="8281765" y="3589949"/>
                    <a:pt x="8266437" y="3574621"/>
                    <a:pt x="8266437" y="3557103"/>
                  </a:cubicBezTo>
                  <a:cubicBezTo>
                    <a:pt x="8266437" y="3537395"/>
                    <a:pt x="8281765" y="3524256"/>
                    <a:pt x="8299284" y="3524256"/>
                  </a:cubicBezTo>
                  <a:cubicBezTo>
                    <a:pt x="8308043" y="3524256"/>
                    <a:pt x="8316255" y="3528088"/>
                    <a:pt x="8322277" y="3534109"/>
                  </a:cubicBezTo>
                  <a:lnTo>
                    <a:pt x="8330254" y="3552723"/>
                  </a:lnTo>
                  <a:lnTo>
                    <a:pt x="8559871" y="3552723"/>
                  </a:lnTo>
                  <a:lnTo>
                    <a:pt x="8818268" y="3808930"/>
                  </a:lnTo>
                  <a:lnTo>
                    <a:pt x="9059148" y="3808930"/>
                  </a:lnTo>
                  <a:lnTo>
                    <a:pt x="9259205" y="3608872"/>
                  </a:lnTo>
                  <a:lnTo>
                    <a:pt x="9251850" y="3592140"/>
                  </a:lnTo>
                  <a:cubicBezTo>
                    <a:pt x="9251850" y="3572431"/>
                    <a:pt x="9267179" y="3559292"/>
                    <a:pt x="9284697" y="3559292"/>
                  </a:cubicBezTo>
                  <a:cubicBezTo>
                    <a:pt x="9293456" y="3559292"/>
                    <a:pt x="9301668" y="3563125"/>
                    <a:pt x="9307690" y="3569146"/>
                  </a:cubicBezTo>
                  <a:lnTo>
                    <a:pt x="9314729" y="3585570"/>
                  </a:lnTo>
                  <a:lnTo>
                    <a:pt x="9935071" y="3585570"/>
                  </a:lnTo>
                  <a:lnTo>
                    <a:pt x="9913173" y="3563672"/>
                  </a:lnTo>
                  <a:lnTo>
                    <a:pt x="9508056" y="3563672"/>
                  </a:lnTo>
                  <a:lnTo>
                    <a:pt x="9378611" y="3434473"/>
                  </a:lnTo>
                  <a:lnTo>
                    <a:pt x="8936517" y="3434473"/>
                  </a:lnTo>
                  <a:lnTo>
                    <a:pt x="8775885" y="3273844"/>
                  </a:lnTo>
                  <a:lnTo>
                    <a:pt x="8770092" y="3276809"/>
                  </a:lnTo>
                  <a:cubicBezTo>
                    <a:pt x="8760237" y="3276809"/>
                    <a:pt x="8752026" y="3272985"/>
                    <a:pt x="8746279" y="3266683"/>
                  </a:cubicBezTo>
                  <a:lnTo>
                    <a:pt x="8740422" y="3250532"/>
                  </a:lnTo>
                  <a:close/>
                  <a:moveTo>
                    <a:pt x="840879" y="3230826"/>
                  </a:moveTo>
                  <a:lnTo>
                    <a:pt x="902194" y="3292148"/>
                  </a:lnTo>
                  <a:lnTo>
                    <a:pt x="1418624" y="3292148"/>
                  </a:lnTo>
                  <a:lnTo>
                    <a:pt x="1357669" y="3230826"/>
                  </a:lnTo>
                  <a:close/>
                  <a:moveTo>
                    <a:pt x="10826322" y="3230824"/>
                  </a:moveTo>
                  <a:lnTo>
                    <a:pt x="10765368" y="3292141"/>
                  </a:lnTo>
                  <a:lnTo>
                    <a:pt x="11281801" y="3292141"/>
                  </a:lnTo>
                  <a:lnTo>
                    <a:pt x="11343117" y="3230824"/>
                  </a:lnTo>
                  <a:close/>
                  <a:moveTo>
                    <a:pt x="1526286" y="3145425"/>
                  </a:moveTo>
                  <a:lnTo>
                    <a:pt x="1746530" y="3365663"/>
                  </a:lnTo>
                  <a:lnTo>
                    <a:pt x="1891990" y="3220573"/>
                  </a:lnTo>
                  <a:lnTo>
                    <a:pt x="1817529" y="3145425"/>
                  </a:lnTo>
                  <a:close/>
                  <a:moveTo>
                    <a:pt x="10366463" y="3145422"/>
                  </a:moveTo>
                  <a:lnTo>
                    <a:pt x="10292002" y="3220571"/>
                  </a:lnTo>
                  <a:lnTo>
                    <a:pt x="10437463" y="3365666"/>
                  </a:lnTo>
                  <a:lnTo>
                    <a:pt x="10657708" y="3145422"/>
                  </a:lnTo>
                  <a:close/>
                  <a:moveTo>
                    <a:pt x="3551867" y="3130141"/>
                  </a:moveTo>
                  <a:lnTo>
                    <a:pt x="3446764" y="3235246"/>
                  </a:lnTo>
                  <a:lnTo>
                    <a:pt x="3547578" y="3235246"/>
                  </a:lnTo>
                  <a:lnTo>
                    <a:pt x="3549096" y="3227886"/>
                  </a:lnTo>
                  <a:cubicBezTo>
                    <a:pt x="3556387" y="3211259"/>
                    <a:pt x="3573220" y="3200215"/>
                    <a:pt x="3591283" y="3200215"/>
                  </a:cubicBezTo>
                  <a:cubicBezTo>
                    <a:pt x="3604423" y="3200215"/>
                    <a:pt x="3615915" y="3205103"/>
                    <a:pt x="3624125" y="3213318"/>
                  </a:cubicBezTo>
                  <a:lnTo>
                    <a:pt x="3632007" y="3233059"/>
                  </a:lnTo>
                  <a:lnTo>
                    <a:pt x="4440868" y="3233059"/>
                  </a:lnTo>
                  <a:lnTo>
                    <a:pt x="4337940" y="3130141"/>
                  </a:lnTo>
                  <a:close/>
                  <a:moveTo>
                    <a:pt x="3416105" y="3130141"/>
                  </a:moveTo>
                  <a:lnTo>
                    <a:pt x="3162085" y="3384112"/>
                  </a:lnTo>
                  <a:lnTo>
                    <a:pt x="2855860" y="3384112"/>
                  </a:lnTo>
                  <a:lnTo>
                    <a:pt x="2849279" y="3390679"/>
                  </a:lnTo>
                  <a:lnTo>
                    <a:pt x="3227785" y="3390679"/>
                  </a:lnTo>
                  <a:lnTo>
                    <a:pt x="3384346" y="3234160"/>
                  </a:lnTo>
                  <a:lnTo>
                    <a:pt x="3390920" y="3218831"/>
                  </a:lnTo>
                  <a:lnTo>
                    <a:pt x="3406259" y="3212215"/>
                  </a:lnTo>
                  <a:lnTo>
                    <a:pt x="3488365" y="3130141"/>
                  </a:lnTo>
                  <a:close/>
                  <a:moveTo>
                    <a:pt x="8695637" y="3130094"/>
                  </a:moveTo>
                  <a:lnTo>
                    <a:pt x="8777754" y="3212215"/>
                  </a:lnTo>
                  <a:lnTo>
                    <a:pt x="8793086" y="3218786"/>
                  </a:lnTo>
                  <a:lnTo>
                    <a:pt x="8799655" y="3234112"/>
                  </a:lnTo>
                  <a:lnTo>
                    <a:pt x="8956226" y="3390679"/>
                  </a:lnTo>
                  <a:lnTo>
                    <a:pt x="9334730" y="3390679"/>
                  </a:lnTo>
                  <a:lnTo>
                    <a:pt x="9328150" y="3384112"/>
                  </a:lnTo>
                  <a:lnTo>
                    <a:pt x="9024110" y="3384112"/>
                  </a:lnTo>
                  <a:lnTo>
                    <a:pt x="8768998" y="3130094"/>
                  </a:lnTo>
                  <a:close/>
                  <a:moveTo>
                    <a:pt x="7845994" y="3130094"/>
                  </a:moveTo>
                  <a:lnTo>
                    <a:pt x="7743073" y="3233012"/>
                  </a:lnTo>
                  <a:lnTo>
                    <a:pt x="8551986" y="3233012"/>
                  </a:lnTo>
                  <a:lnTo>
                    <a:pt x="8559870" y="3213306"/>
                  </a:lnTo>
                  <a:cubicBezTo>
                    <a:pt x="8568082" y="3205095"/>
                    <a:pt x="8579578" y="3200166"/>
                    <a:pt x="8592717" y="3200166"/>
                  </a:cubicBezTo>
                  <a:cubicBezTo>
                    <a:pt x="8610783" y="3200166"/>
                    <a:pt x="8627617" y="3211254"/>
                    <a:pt x="8634906" y="3227886"/>
                  </a:cubicBezTo>
                  <a:lnTo>
                    <a:pt x="8636428" y="3235203"/>
                  </a:lnTo>
                  <a:lnTo>
                    <a:pt x="8737244" y="3235203"/>
                  </a:lnTo>
                  <a:lnTo>
                    <a:pt x="8632132" y="3130094"/>
                  </a:lnTo>
                  <a:close/>
                  <a:moveTo>
                    <a:pt x="2308051" y="3123571"/>
                  </a:moveTo>
                  <a:lnTo>
                    <a:pt x="2294911" y="3136665"/>
                  </a:lnTo>
                  <a:lnTo>
                    <a:pt x="2756094" y="3136665"/>
                  </a:lnTo>
                  <a:lnTo>
                    <a:pt x="2750842" y="3123571"/>
                  </a:lnTo>
                  <a:close/>
                  <a:moveTo>
                    <a:pt x="2141628" y="3123571"/>
                  </a:moveTo>
                  <a:lnTo>
                    <a:pt x="2154765" y="3136665"/>
                  </a:lnTo>
                  <a:lnTo>
                    <a:pt x="2246734" y="3136665"/>
                  </a:lnTo>
                  <a:lnTo>
                    <a:pt x="2259871" y="3123571"/>
                  </a:lnTo>
                  <a:close/>
                  <a:moveTo>
                    <a:pt x="2054033" y="3123571"/>
                  </a:moveTo>
                  <a:lnTo>
                    <a:pt x="1948919" y="3228645"/>
                  </a:lnTo>
                  <a:lnTo>
                    <a:pt x="2051841" y="3331554"/>
                  </a:lnTo>
                  <a:lnTo>
                    <a:pt x="2231407" y="3151993"/>
                  </a:lnTo>
                  <a:lnTo>
                    <a:pt x="2148195" y="3151993"/>
                  </a:lnTo>
                  <a:lnTo>
                    <a:pt x="2119727" y="3123571"/>
                  </a:lnTo>
                  <a:close/>
                  <a:moveTo>
                    <a:pt x="10064269" y="3123525"/>
                  </a:moveTo>
                  <a:lnTo>
                    <a:pt x="10035802" y="3151991"/>
                  </a:lnTo>
                  <a:lnTo>
                    <a:pt x="9953538" y="3151991"/>
                  </a:lnTo>
                  <a:lnTo>
                    <a:pt x="10132402" y="3331468"/>
                  </a:lnTo>
                  <a:lnTo>
                    <a:pt x="10235628" y="3229189"/>
                  </a:lnTo>
                  <a:lnTo>
                    <a:pt x="10129963" y="3123525"/>
                  </a:lnTo>
                  <a:close/>
                  <a:moveTo>
                    <a:pt x="9925168" y="3123525"/>
                  </a:moveTo>
                  <a:lnTo>
                    <a:pt x="9938262" y="3136665"/>
                  </a:lnTo>
                  <a:lnTo>
                    <a:pt x="10029232" y="3136665"/>
                  </a:lnTo>
                  <a:lnTo>
                    <a:pt x="10042371" y="3123525"/>
                  </a:lnTo>
                  <a:close/>
                  <a:moveTo>
                    <a:pt x="9433167" y="3123525"/>
                  </a:moveTo>
                  <a:lnTo>
                    <a:pt x="9427912" y="3136665"/>
                  </a:lnTo>
                  <a:lnTo>
                    <a:pt x="9889085" y="3136665"/>
                  </a:lnTo>
                  <a:lnTo>
                    <a:pt x="9875946" y="3123525"/>
                  </a:lnTo>
                  <a:close/>
                  <a:moveTo>
                    <a:pt x="4751814" y="3092874"/>
                  </a:moveTo>
                  <a:lnTo>
                    <a:pt x="4821890" y="3162990"/>
                  </a:lnTo>
                  <a:lnTo>
                    <a:pt x="4819927" y="3434647"/>
                  </a:lnTo>
                  <a:lnTo>
                    <a:pt x="4845972" y="3445423"/>
                  </a:lnTo>
                  <a:cubicBezTo>
                    <a:pt x="4863487" y="3462941"/>
                    <a:pt x="4863487" y="3491409"/>
                    <a:pt x="4845972" y="3508927"/>
                  </a:cubicBezTo>
                  <a:lnTo>
                    <a:pt x="4840058" y="3511375"/>
                  </a:lnTo>
                  <a:lnTo>
                    <a:pt x="4900718" y="3572431"/>
                  </a:lnTo>
                  <a:lnTo>
                    <a:pt x="5112475" y="3572431"/>
                  </a:lnTo>
                  <a:lnTo>
                    <a:pt x="5257668" y="3425719"/>
                  </a:lnTo>
                  <a:lnTo>
                    <a:pt x="5257668" y="3324987"/>
                  </a:lnTo>
                  <a:lnTo>
                    <a:pt x="5069345" y="3324987"/>
                  </a:lnTo>
                  <a:lnTo>
                    <a:pt x="4837217" y="3092874"/>
                  </a:lnTo>
                  <a:close/>
                  <a:moveTo>
                    <a:pt x="3589095" y="3092874"/>
                  </a:moveTo>
                  <a:lnTo>
                    <a:pt x="3584715" y="3097294"/>
                  </a:lnTo>
                  <a:lnTo>
                    <a:pt x="4351079" y="3097294"/>
                  </a:lnTo>
                  <a:lnTo>
                    <a:pt x="4486861" y="3233059"/>
                  </a:lnTo>
                  <a:lnTo>
                    <a:pt x="4563493" y="3233059"/>
                  </a:lnTo>
                  <a:lnTo>
                    <a:pt x="4598303" y="3268091"/>
                  </a:lnTo>
                  <a:lnTo>
                    <a:pt x="4714779" y="3268091"/>
                  </a:lnTo>
                  <a:lnTo>
                    <a:pt x="4724440" y="3253822"/>
                  </a:lnTo>
                  <a:cubicBezTo>
                    <a:pt x="4733202" y="3245099"/>
                    <a:pt x="4745243" y="3239585"/>
                    <a:pt x="4758382" y="3239585"/>
                  </a:cubicBezTo>
                  <a:cubicBezTo>
                    <a:pt x="4771522" y="3239585"/>
                    <a:pt x="4783566" y="3245099"/>
                    <a:pt x="4792327" y="3253822"/>
                  </a:cubicBezTo>
                  <a:lnTo>
                    <a:pt x="4797804" y="3261927"/>
                  </a:lnTo>
                  <a:lnTo>
                    <a:pt x="4797804" y="3171749"/>
                  </a:lnTo>
                  <a:lnTo>
                    <a:pt x="4718964" y="3092874"/>
                  </a:lnTo>
                  <a:close/>
                  <a:moveTo>
                    <a:pt x="7403616" y="3092868"/>
                  </a:moveTo>
                  <a:lnTo>
                    <a:pt x="7386134" y="3110385"/>
                  </a:lnTo>
                  <a:lnTo>
                    <a:pt x="7386134" y="3261884"/>
                  </a:lnTo>
                  <a:lnTo>
                    <a:pt x="7391609" y="3253815"/>
                  </a:lnTo>
                  <a:cubicBezTo>
                    <a:pt x="7400368" y="3245059"/>
                    <a:pt x="7412412" y="3239583"/>
                    <a:pt x="7425550" y="3239583"/>
                  </a:cubicBezTo>
                  <a:cubicBezTo>
                    <a:pt x="7438689" y="3239583"/>
                    <a:pt x="7450733" y="3245059"/>
                    <a:pt x="7459493" y="3253815"/>
                  </a:cubicBezTo>
                  <a:lnTo>
                    <a:pt x="7469153" y="3268051"/>
                  </a:lnTo>
                  <a:lnTo>
                    <a:pt x="7585633" y="3268051"/>
                  </a:lnTo>
                  <a:lnTo>
                    <a:pt x="7620443" y="3233012"/>
                  </a:lnTo>
                  <a:lnTo>
                    <a:pt x="7697087" y="3233012"/>
                  </a:lnTo>
                  <a:lnTo>
                    <a:pt x="7832855" y="3097248"/>
                  </a:lnTo>
                  <a:lnTo>
                    <a:pt x="8599285" y="3097248"/>
                  </a:lnTo>
                  <a:lnTo>
                    <a:pt x="8594907" y="3092868"/>
                  </a:lnTo>
                  <a:close/>
                  <a:moveTo>
                    <a:pt x="2086881" y="3090681"/>
                  </a:moveTo>
                  <a:lnTo>
                    <a:pt x="2075933" y="3101634"/>
                  </a:lnTo>
                  <a:lnTo>
                    <a:pt x="2097824" y="3101634"/>
                  </a:lnTo>
                  <a:close/>
                  <a:moveTo>
                    <a:pt x="10097115" y="3090678"/>
                  </a:moveTo>
                  <a:lnTo>
                    <a:pt x="10086166" y="3101628"/>
                  </a:lnTo>
                  <a:lnTo>
                    <a:pt x="10108064" y="3101628"/>
                  </a:lnTo>
                  <a:close/>
                  <a:moveTo>
                    <a:pt x="3464250" y="3081951"/>
                  </a:moveTo>
                  <a:lnTo>
                    <a:pt x="3448947" y="3097294"/>
                  </a:lnTo>
                  <a:lnTo>
                    <a:pt x="3521214" y="3097294"/>
                  </a:lnTo>
                  <a:lnTo>
                    <a:pt x="3525597" y="3092874"/>
                  </a:lnTo>
                  <a:lnTo>
                    <a:pt x="3475232" y="3092874"/>
                  </a:lnTo>
                  <a:close/>
                  <a:moveTo>
                    <a:pt x="8720200" y="3081506"/>
                  </a:moveTo>
                  <a:lnTo>
                    <a:pt x="8708777" y="3092868"/>
                  </a:lnTo>
                  <a:lnTo>
                    <a:pt x="8658412" y="3092868"/>
                  </a:lnTo>
                  <a:lnTo>
                    <a:pt x="8662790" y="3097248"/>
                  </a:lnTo>
                  <a:lnTo>
                    <a:pt x="8736009" y="3097248"/>
                  </a:lnTo>
                  <a:close/>
                  <a:moveTo>
                    <a:pt x="8964466" y="3021123"/>
                  </a:moveTo>
                  <a:lnTo>
                    <a:pt x="8855494" y="3130094"/>
                  </a:lnTo>
                  <a:lnTo>
                    <a:pt x="8818269" y="3130094"/>
                  </a:lnTo>
                  <a:lnTo>
                    <a:pt x="9037249" y="3349073"/>
                  </a:lnTo>
                  <a:lnTo>
                    <a:pt x="9293045" y="3349073"/>
                  </a:lnTo>
                  <a:close/>
                  <a:moveTo>
                    <a:pt x="3220245" y="3020423"/>
                  </a:moveTo>
                  <a:lnTo>
                    <a:pt x="2890964" y="3349073"/>
                  </a:lnTo>
                  <a:lnTo>
                    <a:pt x="3146756" y="3349073"/>
                  </a:lnTo>
                  <a:lnTo>
                    <a:pt x="3365737" y="3130141"/>
                  </a:lnTo>
                  <a:lnTo>
                    <a:pt x="3330700" y="3130141"/>
                  </a:lnTo>
                  <a:close/>
                  <a:moveTo>
                    <a:pt x="1727752" y="2941812"/>
                  </a:moveTo>
                  <a:lnTo>
                    <a:pt x="1887607" y="3101634"/>
                  </a:lnTo>
                  <a:lnTo>
                    <a:pt x="2011243" y="3101634"/>
                  </a:lnTo>
                  <a:lnTo>
                    <a:pt x="2054587" y="3058398"/>
                  </a:lnTo>
                  <a:lnTo>
                    <a:pt x="1952281" y="2956126"/>
                  </a:lnTo>
                  <a:lnTo>
                    <a:pt x="1944536" y="2959329"/>
                  </a:lnTo>
                  <a:cubicBezTo>
                    <a:pt x="1934681" y="2959329"/>
                    <a:pt x="1925921" y="2956048"/>
                    <a:pt x="1919626" y="2950302"/>
                  </a:cubicBezTo>
                  <a:lnTo>
                    <a:pt x="1916017" y="2941812"/>
                  </a:lnTo>
                  <a:close/>
                  <a:moveTo>
                    <a:pt x="10267969" y="2941777"/>
                  </a:moveTo>
                  <a:lnTo>
                    <a:pt x="10264363" y="2950256"/>
                  </a:lnTo>
                  <a:cubicBezTo>
                    <a:pt x="10258067" y="2956003"/>
                    <a:pt x="10249307" y="2959292"/>
                    <a:pt x="10239453" y="2959292"/>
                  </a:cubicBezTo>
                  <a:lnTo>
                    <a:pt x="10231712" y="2956085"/>
                  </a:lnTo>
                  <a:lnTo>
                    <a:pt x="10129406" y="3058392"/>
                  </a:lnTo>
                  <a:lnTo>
                    <a:pt x="10172756" y="3101628"/>
                  </a:lnTo>
                  <a:lnTo>
                    <a:pt x="10296388" y="3101628"/>
                  </a:lnTo>
                  <a:lnTo>
                    <a:pt x="10456248" y="2941777"/>
                  </a:lnTo>
                  <a:close/>
                  <a:moveTo>
                    <a:pt x="3311169" y="2929709"/>
                  </a:moveTo>
                  <a:lnTo>
                    <a:pt x="3244008" y="2996707"/>
                  </a:lnTo>
                  <a:lnTo>
                    <a:pt x="3343840" y="3097294"/>
                  </a:lnTo>
                  <a:lnTo>
                    <a:pt x="3398585" y="3097294"/>
                  </a:lnTo>
                  <a:lnTo>
                    <a:pt x="3439005" y="3056828"/>
                  </a:lnTo>
                  <a:close/>
                  <a:moveTo>
                    <a:pt x="8872838" y="2929668"/>
                  </a:moveTo>
                  <a:lnTo>
                    <a:pt x="8745006" y="3056840"/>
                  </a:lnTo>
                  <a:lnTo>
                    <a:pt x="8785422" y="3097248"/>
                  </a:lnTo>
                  <a:lnTo>
                    <a:pt x="8840166" y="3097248"/>
                  </a:lnTo>
                  <a:lnTo>
                    <a:pt x="8940355" y="2997062"/>
                  </a:lnTo>
                  <a:close/>
                  <a:moveTo>
                    <a:pt x="3670106" y="2876085"/>
                  </a:moveTo>
                  <a:lnTo>
                    <a:pt x="3497123" y="3049073"/>
                  </a:lnTo>
                  <a:lnTo>
                    <a:pt x="3569388" y="3049073"/>
                  </a:lnTo>
                  <a:lnTo>
                    <a:pt x="3742376" y="2876085"/>
                  </a:lnTo>
                  <a:close/>
                  <a:moveTo>
                    <a:pt x="8441619" y="2876074"/>
                  </a:moveTo>
                  <a:lnTo>
                    <a:pt x="8614616" y="3049073"/>
                  </a:lnTo>
                  <a:lnTo>
                    <a:pt x="8687629" y="3049073"/>
                  </a:lnTo>
                  <a:lnTo>
                    <a:pt x="8513885" y="2876074"/>
                  </a:lnTo>
                  <a:close/>
                  <a:moveTo>
                    <a:pt x="1125549" y="2838859"/>
                  </a:moveTo>
                  <a:lnTo>
                    <a:pt x="1213143" y="2926449"/>
                  </a:lnTo>
                  <a:lnTo>
                    <a:pt x="1681766" y="2926449"/>
                  </a:lnTo>
                  <a:lnTo>
                    <a:pt x="1613254" y="2857935"/>
                  </a:lnTo>
                  <a:lnTo>
                    <a:pt x="1600743" y="2862978"/>
                  </a:lnTo>
                  <a:cubicBezTo>
                    <a:pt x="1587602" y="2862978"/>
                    <a:pt x="1576105" y="2857464"/>
                    <a:pt x="1567895" y="2848986"/>
                  </a:cubicBezTo>
                  <a:lnTo>
                    <a:pt x="1563740" y="2838859"/>
                  </a:lnTo>
                  <a:lnTo>
                    <a:pt x="1403657" y="2838859"/>
                  </a:lnTo>
                  <a:close/>
                  <a:moveTo>
                    <a:pt x="10620256" y="2838848"/>
                  </a:moveTo>
                  <a:lnTo>
                    <a:pt x="10616101" y="2848975"/>
                  </a:lnTo>
                  <a:cubicBezTo>
                    <a:pt x="10607889" y="2857464"/>
                    <a:pt x="10596392" y="2862934"/>
                    <a:pt x="10583253" y="2862934"/>
                  </a:cubicBezTo>
                  <a:lnTo>
                    <a:pt x="10572196" y="2858520"/>
                  </a:lnTo>
                  <a:lnTo>
                    <a:pt x="10503751" y="2926449"/>
                  </a:lnTo>
                  <a:lnTo>
                    <a:pt x="10973040" y="2926449"/>
                  </a:lnTo>
                  <a:lnTo>
                    <a:pt x="11059241" y="2838848"/>
                  </a:lnTo>
                  <a:close/>
                  <a:moveTo>
                    <a:pt x="2608057" y="2823531"/>
                  </a:moveTo>
                  <a:lnTo>
                    <a:pt x="2329949" y="3101634"/>
                  </a:lnTo>
                  <a:lnTo>
                    <a:pt x="2745586" y="3101634"/>
                  </a:lnTo>
                  <a:lnTo>
                    <a:pt x="2756970" y="3073160"/>
                  </a:lnTo>
                  <a:cubicBezTo>
                    <a:pt x="2765183" y="3064960"/>
                    <a:pt x="2776680" y="3060068"/>
                    <a:pt x="2789816" y="3060068"/>
                  </a:cubicBezTo>
                  <a:cubicBezTo>
                    <a:pt x="2816095" y="3060068"/>
                    <a:pt x="2835805" y="3081920"/>
                    <a:pt x="2835805" y="3106054"/>
                  </a:cubicBezTo>
                  <a:lnTo>
                    <a:pt x="2833881" y="3110822"/>
                  </a:lnTo>
                  <a:lnTo>
                    <a:pt x="2845655" y="3115868"/>
                  </a:lnTo>
                  <a:cubicBezTo>
                    <a:pt x="2851678" y="3121925"/>
                    <a:pt x="2855509" y="3130141"/>
                    <a:pt x="2855509" y="3138900"/>
                  </a:cubicBezTo>
                  <a:cubicBezTo>
                    <a:pt x="2855509" y="3156416"/>
                    <a:pt x="2840179" y="3171749"/>
                    <a:pt x="2822663" y="3171749"/>
                  </a:cubicBezTo>
                  <a:cubicBezTo>
                    <a:pt x="2813901" y="3172837"/>
                    <a:pt x="2805689" y="3169510"/>
                    <a:pt x="2799668" y="3163532"/>
                  </a:cubicBezTo>
                  <a:lnTo>
                    <a:pt x="2795068" y="3151993"/>
                  </a:lnTo>
                  <a:lnTo>
                    <a:pt x="2279583" y="3151993"/>
                  </a:lnTo>
                  <a:lnTo>
                    <a:pt x="2082498" y="3349073"/>
                  </a:lnTo>
                  <a:lnTo>
                    <a:pt x="2844562" y="3349073"/>
                  </a:lnTo>
                  <a:lnTo>
                    <a:pt x="3196647" y="2996992"/>
                  </a:lnTo>
                  <a:lnTo>
                    <a:pt x="3021937" y="2823531"/>
                  </a:lnTo>
                  <a:close/>
                  <a:moveTo>
                    <a:pt x="9162068" y="2823519"/>
                  </a:moveTo>
                  <a:lnTo>
                    <a:pt x="8987978" y="2997608"/>
                  </a:lnTo>
                  <a:lnTo>
                    <a:pt x="9339442" y="3349073"/>
                  </a:lnTo>
                  <a:lnTo>
                    <a:pt x="10101494" y="3349073"/>
                  </a:lnTo>
                  <a:lnTo>
                    <a:pt x="9904413" y="3151991"/>
                  </a:lnTo>
                  <a:lnTo>
                    <a:pt x="9388933" y="3151991"/>
                  </a:lnTo>
                  <a:lnTo>
                    <a:pt x="9384334" y="3163489"/>
                  </a:lnTo>
                  <a:cubicBezTo>
                    <a:pt x="9378312" y="3169510"/>
                    <a:pt x="9370100" y="3172797"/>
                    <a:pt x="9361341" y="3171701"/>
                  </a:cubicBezTo>
                  <a:cubicBezTo>
                    <a:pt x="9343822" y="3171701"/>
                    <a:pt x="9328493" y="3156371"/>
                    <a:pt x="9328493" y="3138852"/>
                  </a:cubicBezTo>
                  <a:cubicBezTo>
                    <a:pt x="9328493" y="3130092"/>
                    <a:pt x="9332325" y="3121880"/>
                    <a:pt x="9338347" y="3115859"/>
                  </a:cubicBezTo>
                  <a:lnTo>
                    <a:pt x="9350124" y="3110813"/>
                  </a:lnTo>
                  <a:lnTo>
                    <a:pt x="9348202" y="3106006"/>
                  </a:lnTo>
                  <a:cubicBezTo>
                    <a:pt x="9348202" y="3081920"/>
                    <a:pt x="9367910" y="3060023"/>
                    <a:pt x="9394188" y="3060023"/>
                  </a:cubicBezTo>
                  <a:cubicBezTo>
                    <a:pt x="9407327" y="3060023"/>
                    <a:pt x="9418823" y="3064945"/>
                    <a:pt x="9427035" y="3073160"/>
                  </a:cubicBezTo>
                  <a:lnTo>
                    <a:pt x="9438423" y="3101628"/>
                  </a:lnTo>
                  <a:lnTo>
                    <a:pt x="9854049" y="3101628"/>
                  </a:lnTo>
                  <a:lnTo>
                    <a:pt x="9575942" y="2823519"/>
                  </a:lnTo>
                  <a:close/>
                  <a:moveTo>
                    <a:pt x="3472374" y="2768820"/>
                  </a:moveTo>
                  <a:lnTo>
                    <a:pt x="3342687" y="2898261"/>
                  </a:lnTo>
                  <a:lnTo>
                    <a:pt x="3469813" y="3026062"/>
                  </a:lnTo>
                  <a:lnTo>
                    <a:pt x="3654783" y="2841041"/>
                  </a:lnTo>
                  <a:lnTo>
                    <a:pt x="3777414" y="2841041"/>
                  </a:lnTo>
                  <a:lnTo>
                    <a:pt x="3849676" y="2768820"/>
                  </a:lnTo>
                  <a:close/>
                  <a:moveTo>
                    <a:pt x="8334319" y="2768773"/>
                  </a:moveTo>
                  <a:lnTo>
                    <a:pt x="8406582" y="2841039"/>
                  </a:lnTo>
                  <a:lnTo>
                    <a:pt x="8529213" y="2841039"/>
                  </a:lnTo>
                  <a:lnTo>
                    <a:pt x="8714193" y="3026017"/>
                  </a:lnTo>
                  <a:lnTo>
                    <a:pt x="8841322" y="2898214"/>
                  </a:lnTo>
                  <a:lnTo>
                    <a:pt x="8711633" y="2768773"/>
                  </a:lnTo>
                  <a:close/>
                  <a:moveTo>
                    <a:pt x="4408012" y="2749115"/>
                  </a:moveTo>
                  <a:lnTo>
                    <a:pt x="4426096" y="2767189"/>
                  </a:lnTo>
                  <a:lnTo>
                    <a:pt x="4429915" y="2757872"/>
                  </a:lnTo>
                  <a:lnTo>
                    <a:pt x="4440868" y="2753355"/>
                  </a:lnTo>
                  <a:lnTo>
                    <a:pt x="4440868" y="2749115"/>
                  </a:lnTo>
                  <a:close/>
                  <a:moveTo>
                    <a:pt x="4002601" y="2749115"/>
                  </a:moveTo>
                  <a:lnTo>
                    <a:pt x="3983233" y="2768820"/>
                  </a:lnTo>
                  <a:lnTo>
                    <a:pt x="3913178" y="2768820"/>
                  </a:lnTo>
                  <a:lnTo>
                    <a:pt x="3840916" y="2841041"/>
                  </a:lnTo>
                  <a:lnTo>
                    <a:pt x="4210206" y="2841041"/>
                  </a:lnTo>
                  <a:lnTo>
                    <a:pt x="4210433" y="2839945"/>
                  </a:lnTo>
                  <a:cubicBezTo>
                    <a:pt x="4217771" y="2822709"/>
                    <a:pt x="4235017" y="2810425"/>
                    <a:pt x="4254725" y="2810425"/>
                  </a:cubicBezTo>
                  <a:cubicBezTo>
                    <a:pt x="4281003" y="2810425"/>
                    <a:pt x="4302904" y="2832290"/>
                    <a:pt x="4302904" y="2858558"/>
                  </a:cubicBezTo>
                  <a:cubicBezTo>
                    <a:pt x="4302904" y="2884842"/>
                    <a:pt x="4281003" y="2906788"/>
                    <a:pt x="4254725" y="2906788"/>
                  </a:cubicBezTo>
                  <a:cubicBezTo>
                    <a:pt x="4235017" y="2906788"/>
                    <a:pt x="4217771" y="2894417"/>
                    <a:pt x="4210433" y="2877171"/>
                  </a:cubicBezTo>
                  <a:lnTo>
                    <a:pt x="4210206" y="2876085"/>
                  </a:lnTo>
                  <a:lnTo>
                    <a:pt x="3805881" y="2876085"/>
                  </a:lnTo>
                  <a:lnTo>
                    <a:pt x="3632883" y="3049073"/>
                  </a:lnTo>
                  <a:lnTo>
                    <a:pt x="4675166" y="3049073"/>
                  </a:lnTo>
                  <a:lnTo>
                    <a:pt x="4433622" y="2807526"/>
                  </a:lnTo>
                  <a:lnTo>
                    <a:pt x="4429915" y="2806014"/>
                  </a:lnTo>
                  <a:lnTo>
                    <a:pt x="4428398" y="2802349"/>
                  </a:lnTo>
                  <a:lnTo>
                    <a:pt x="4375170" y="2749115"/>
                  </a:lnTo>
                  <a:close/>
                  <a:moveTo>
                    <a:pt x="3932866" y="2749115"/>
                  </a:moveTo>
                  <a:lnTo>
                    <a:pt x="3930676" y="2751303"/>
                  </a:lnTo>
                  <a:lnTo>
                    <a:pt x="3976662" y="2751303"/>
                  </a:lnTo>
                  <a:lnTo>
                    <a:pt x="3978853" y="2749115"/>
                  </a:lnTo>
                  <a:close/>
                  <a:moveTo>
                    <a:pt x="8205123" y="2749065"/>
                  </a:moveTo>
                  <a:lnTo>
                    <a:pt x="8207312" y="2751254"/>
                  </a:lnTo>
                  <a:lnTo>
                    <a:pt x="8253297" y="2751254"/>
                  </a:lnTo>
                  <a:lnTo>
                    <a:pt x="8251107" y="2749065"/>
                  </a:lnTo>
                  <a:close/>
                  <a:moveTo>
                    <a:pt x="7746663" y="2749065"/>
                  </a:moveTo>
                  <a:lnTo>
                    <a:pt x="7447316" y="3049073"/>
                  </a:lnTo>
                  <a:lnTo>
                    <a:pt x="8551111" y="3049073"/>
                  </a:lnTo>
                  <a:lnTo>
                    <a:pt x="8378115" y="2876074"/>
                  </a:lnTo>
                  <a:lnTo>
                    <a:pt x="7973776" y="2876074"/>
                  </a:lnTo>
                  <a:lnTo>
                    <a:pt x="7973551" y="2877170"/>
                  </a:lnTo>
                  <a:cubicBezTo>
                    <a:pt x="7966160" y="2894414"/>
                    <a:pt x="7948915" y="2906733"/>
                    <a:pt x="7929206" y="2906733"/>
                  </a:cubicBezTo>
                  <a:cubicBezTo>
                    <a:pt x="7902929" y="2906733"/>
                    <a:pt x="7881031" y="2884833"/>
                    <a:pt x="7881031" y="2858555"/>
                  </a:cubicBezTo>
                  <a:cubicBezTo>
                    <a:pt x="7881031" y="2832279"/>
                    <a:pt x="7902929" y="2810380"/>
                    <a:pt x="7929206" y="2810380"/>
                  </a:cubicBezTo>
                  <a:cubicBezTo>
                    <a:pt x="7948915" y="2810380"/>
                    <a:pt x="7966160" y="2822698"/>
                    <a:pt x="7973551" y="2839945"/>
                  </a:cubicBezTo>
                  <a:lnTo>
                    <a:pt x="7973776" y="2841039"/>
                  </a:lnTo>
                  <a:lnTo>
                    <a:pt x="8343078" y="2841039"/>
                  </a:lnTo>
                  <a:lnTo>
                    <a:pt x="8270815" y="2768773"/>
                  </a:lnTo>
                  <a:lnTo>
                    <a:pt x="8200743" y="2768773"/>
                  </a:lnTo>
                  <a:lnTo>
                    <a:pt x="8181376" y="2749065"/>
                  </a:lnTo>
                  <a:close/>
                  <a:moveTo>
                    <a:pt x="2498569" y="2679041"/>
                  </a:moveTo>
                  <a:lnTo>
                    <a:pt x="2097828" y="3079774"/>
                  </a:lnTo>
                  <a:lnTo>
                    <a:pt x="2119726" y="3101634"/>
                  </a:lnTo>
                  <a:lnTo>
                    <a:pt x="2281775" y="3101634"/>
                  </a:lnTo>
                  <a:lnTo>
                    <a:pt x="2594917" y="2788486"/>
                  </a:lnTo>
                  <a:lnTo>
                    <a:pt x="3037263" y="2788486"/>
                  </a:lnTo>
                  <a:lnTo>
                    <a:pt x="3220556" y="2973131"/>
                  </a:lnTo>
                  <a:lnTo>
                    <a:pt x="3287506" y="2906170"/>
                  </a:lnTo>
                  <a:lnTo>
                    <a:pt x="3059163" y="2679041"/>
                  </a:lnTo>
                  <a:lnTo>
                    <a:pt x="2973482" y="2679041"/>
                  </a:lnTo>
                  <a:lnTo>
                    <a:pt x="2968281" y="2686666"/>
                  </a:lnTo>
                  <a:cubicBezTo>
                    <a:pt x="2959522" y="2695458"/>
                    <a:pt x="2947475" y="2700891"/>
                    <a:pt x="2934339" y="2700891"/>
                  </a:cubicBezTo>
                  <a:cubicBezTo>
                    <a:pt x="2921201" y="2700891"/>
                    <a:pt x="2909159" y="2695458"/>
                    <a:pt x="2900398" y="2686666"/>
                  </a:cubicBezTo>
                  <a:lnTo>
                    <a:pt x="2895198" y="2679041"/>
                  </a:lnTo>
                  <a:close/>
                  <a:moveTo>
                    <a:pt x="9124841" y="2678995"/>
                  </a:moveTo>
                  <a:lnTo>
                    <a:pt x="8896500" y="2906134"/>
                  </a:lnTo>
                  <a:lnTo>
                    <a:pt x="8963890" y="2973522"/>
                  </a:lnTo>
                  <a:lnTo>
                    <a:pt x="9148929" y="2788483"/>
                  </a:lnTo>
                  <a:lnTo>
                    <a:pt x="9591270" y="2788483"/>
                  </a:lnTo>
                  <a:lnTo>
                    <a:pt x="9903346" y="3101628"/>
                  </a:lnTo>
                  <a:lnTo>
                    <a:pt x="10064268" y="3101628"/>
                  </a:lnTo>
                  <a:lnTo>
                    <a:pt x="10086166" y="3079729"/>
                  </a:lnTo>
                  <a:lnTo>
                    <a:pt x="9685431" y="2678995"/>
                  </a:lnTo>
                  <a:lnTo>
                    <a:pt x="9288803" y="2678995"/>
                  </a:lnTo>
                  <a:lnTo>
                    <a:pt x="9283603" y="2686655"/>
                  </a:lnTo>
                  <a:cubicBezTo>
                    <a:pt x="9274844" y="2695415"/>
                    <a:pt x="9262800" y="2700891"/>
                    <a:pt x="9249661" y="2700891"/>
                  </a:cubicBezTo>
                  <a:cubicBezTo>
                    <a:pt x="9236522" y="2700891"/>
                    <a:pt x="9224477" y="2695415"/>
                    <a:pt x="9215719" y="2686655"/>
                  </a:cubicBezTo>
                  <a:lnTo>
                    <a:pt x="9210519" y="2678995"/>
                  </a:lnTo>
                  <a:close/>
                  <a:moveTo>
                    <a:pt x="9738073" y="2668045"/>
                  </a:moveTo>
                  <a:lnTo>
                    <a:pt x="10118443" y="3047457"/>
                  </a:lnTo>
                  <a:lnTo>
                    <a:pt x="10216223" y="2949679"/>
                  </a:lnTo>
                  <a:lnTo>
                    <a:pt x="10215640" y="2949435"/>
                  </a:lnTo>
                  <a:cubicBezTo>
                    <a:pt x="10209891" y="2943414"/>
                    <a:pt x="10206607" y="2935205"/>
                    <a:pt x="10206607" y="2926446"/>
                  </a:cubicBezTo>
                  <a:cubicBezTo>
                    <a:pt x="10206607" y="2908929"/>
                    <a:pt x="10221935" y="2893593"/>
                    <a:pt x="10239453" y="2893593"/>
                  </a:cubicBezTo>
                  <a:cubicBezTo>
                    <a:pt x="10256972" y="2893593"/>
                    <a:pt x="10274490" y="2908929"/>
                    <a:pt x="10274490" y="2926446"/>
                  </a:cubicBezTo>
                  <a:lnTo>
                    <a:pt x="10274488" y="2926449"/>
                  </a:lnTo>
                  <a:lnTo>
                    <a:pt x="10471577" y="2926449"/>
                  </a:lnTo>
                  <a:lnTo>
                    <a:pt x="10549781" y="2848239"/>
                  </a:lnTo>
                  <a:lnTo>
                    <a:pt x="10546025" y="2838848"/>
                  </a:lnTo>
                  <a:lnTo>
                    <a:pt x="10353323" y="2838848"/>
                  </a:lnTo>
                  <a:lnTo>
                    <a:pt x="10213058" y="2698584"/>
                  </a:lnTo>
                  <a:lnTo>
                    <a:pt x="10212081" y="2699246"/>
                  </a:lnTo>
                  <a:cubicBezTo>
                    <a:pt x="10206332" y="2701712"/>
                    <a:pt x="10200037" y="2703082"/>
                    <a:pt x="10193467" y="2703082"/>
                  </a:cubicBezTo>
                  <a:cubicBezTo>
                    <a:pt x="10173760" y="2703082"/>
                    <a:pt x="10156515" y="2690762"/>
                    <a:pt x="10149124" y="2673516"/>
                  </a:cubicBezTo>
                  <a:lnTo>
                    <a:pt x="10147997" y="2668045"/>
                  </a:lnTo>
                  <a:close/>
                  <a:moveTo>
                    <a:pt x="2035991" y="2668045"/>
                  </a:moveTo>
                  <a:lnTo>
                    <a:pt x="2034864" y="2673559"/>
                  </a:lnTo>
                  <a:cubicBezTo>
                    <a:pt x="2027472" y="2690811"/>
                    <a:pt x="2010230" y="2703096"/>
                    <a:pt x="1990521" y="2703096"/>
                  </a:cubicBezTo>
                  <a:cubicBezTo>
                    <a:pt x="1983952" y="2703096"/>
                    <a:pt x="1977654" y="2701715"/>
                    <a:pt x="1971905" y="2699293"/>
                  </a:cubicBezTo>
                  <a:lnTo>
                    <a:pt x="1970931" y="2698638"/>
                  </a:lnTo>
                  <a:lnTo>
                    <a:pt x="1830666" y="2838859"/>
                  </a:lnTo>
                  <a:lnTo>
                    <a:pt x="1637967" y="2838859"/>
                  </a:lnTo>
                  <a:lnTo>
                    <a:pt x="1634214" y="2848239"/>
                  </a:lnTo>
                  <a:lnTo>
                    <a:pt x="1712422" y="2926449"/>
                  </a:lnTo>
                  <a:lnTo>
                    <a:pt x="1909498" y="2926449"/>
                  </a:lnTo>
                  <a:cubicBezTo>
                    <a:pt x="1909498" y="2908932"/>
                    <a:pt x="1927017" y="2893602"/>
                    <a:pt x="1944536" y="2893602"/>
                  </a:cubicBezTo>
                  <a:cubicBezTo>
                    <a:pt x="1962054" y="2893602"/>
                    <a:pt x="1977384" y="2908932"/>
                    <a:pt x="1977384" y="2926449"/>
                  </a:cubicBezTo>
                  <a:cubicBezTo>
                    <a:pt x="1977384" y="2935209"/>
                    <a:pt x="1974099" y="2943414"/>
                    <a:pt x="1968350" y="2949481"/>
                  </a:cubicBezTo>
                  <a:lnTo>
                    <a:pt x="1967769" y="2949714"/>
                  </a:lnTo>
                  <a:lnTo>
                    <a:pt x="2065551" y="3047463"/>
                  </a:lnTo>
                  <a:lnTo>
                    <a:pt x="2445924" y="2668045"/>
                  </a:lnTo>
                  <a:close/>
                  <a:moveTo>
                    <a:pt x="4300711" y="2641775"/>
                  </a:moveTo>
                  <a:lnTo>
                    <a:pt x="4362028" y="2703096"/>
                  </a:lnTo>
                  <a:lnTo>
                    <a:pt x="4440868" y="2703096"/>
                  </a:lnTo>
                  <a:lnTo>
                    <a:pt x="4440868" y="2641775"/>
                  </a:lnTo>
                  <a:close/>
                  <a:moveTo>
                    <a:pt x="4108054" y="2641775"/>
                  </a:moveTo>
                  <a:lnTo>
                    <a:pt x="4047795" y="2703096"/>
                  </a:lnTo>
                  <a:lnTo>
                    <a:pt x="4329179" y="2703096"/>
                  </a:lnTo>
                  <a:lnTo>
                    <a:pt x="4267863" y="2641775"/>
                  </a:lnTo>
                  <a:close/>
                  <a:moveTo>
                    <a:pt x="7853729" y="2641769"/>
                  </a:moveTo>
                  <a:lnTo>
                    <a:pt x="7792546" y="2703082"/>
                  </a:lnTo>
                  <a:lnTo>
                    <a:pt x="8136183" y="2703082"/>
                  </a:lnTo>
                  <a:lnTo>
                    <a:pt x="8075924" y="2641769"/>
                  </a:lnTo>
                  <a:close/>
                  <a:moveTo>
                    <a:pt x="7740882" y="2641769"/>
                  </a:moveTo>
                  <a:lnTo>
                    <a:pt x="7740882" y="2692040"/>
                  </a:lnTo>
                  <a:lnTo>
                    <a:pt x="7751832" y="2696511"/>
                  </a:lnTo>
                  <a:lnTo>
                    <a:pt x="7754518" y="2703082"/>
                  </a:lnTo>
                  <a:lnTo>
                    <a:pt x="7760603" y="2703082"/>
                  </a:lnTo>
                  <a:lnTo>
                    <a:pt x="7821920" y="2641769"/>
                  </a:lnTo>
                  <a:close/>
                  <a:moveTo>
                    <a:pt x="10999317" y="2622059"/>
                  </a:moveTo>
                  <a:lnTo>
                    <a:pt x="10968347" y="2652716"/>
                  </a:lnTo>
                  <a:lnTo>
                    <a:pt x="11294942" y="2652716"/>
                  </a:lnTo>
                  <a:lnTo>
                    <a:pt x="11325603" y="2622059"/>
                  </a:lnTo>
                  <a:close/>
                  <a:moveTo>
                    <a:pt x="858397" y="2622059"/>
                  </a:moveTo>
                  <a:lnTo>
                    <a:pt x="889055" y="2652764"/>
                  </a:lnTo>
                  <a:lnTo>
                    <a:pt x="1217524" y="2652764"/>
                  </a:lnTo>
                  <a:lnTo>
                    <a:pt x="1186867" y="2622059"/>
                  </a:lnTo>
                  <a:close/>
                  <a:moveTo>
                    <a:pt x="3953251" y="2604549"/>
                  </a:moveTo>
                  <a:lnTo>
                    <a:pt x="3946002" y="2622059"/>
                  </a:lnTo>
                  <a:lnTo>
                    <a:pt x="3923956" y="2631184"/>
                  </a:lnTo>
                  <a:lnTo>
                    <a:pt x="3914266" y="2653849"/>
                  </a:lnTo>
                  <a:cubicBezTo>
                    <a:pt x="3908236" y="2659834"/>
                    <a:pt x="3900027" y="2663703"/>
                    <a:pt x="3891267" y="2663703"/>
                  </a:cubicBezTo>
                  <a:cubicBezTo>
                    <a:pt x="3873754" y="2663703"/>
                    <a:pt x="3858427" y="2648338"/>
                    <a:pt x="3858427" y="2630818"/>
                  </a:cubicBezTo>
                  <a:lnTo>
                    <a:pt x="3610585" y="2630818"/>
                  </a:lnTo>
                  <a:lnTo>
                    <a:pt x="3489922" y="2751303"/>
                  </a:lnTo>
                  <a:lnTo>
                    <a:pt x="3867191" y="2751303"/>
                  </a:lnTo>
                  <a:lnTo>
                    <a:pt x="3915369" y="2703096"/>
                  </a:lnTo>
                  <a:lnTo>
                    <a:pt x="4024840" y="2703096"/>
                  </a:lnTo>
                  <a:lnTo>
                    <a:pt x="4101484" y="2626477"/>
                  </a:lnTo>
                  <a:lnTo>
                    <a:pt x="4252533" y="2626477"/>
                  </a:lnTo>
                  <a:lnTo>
                    <a:pt x="4230636" y="2604549"/>
                  </a:lnTo>
                  <a:close/>
                  <a:moveTo>
                    <a:pt x="3636901" y="2604549"/>
                  </a:moveTo>
                  <a:lnTo>
                    <a:pt x="3628128" y="2613303"/>
                  </a:lnTo>
                  <a:lnTo>
                    <a:pt x="3865934" y="2613303"/>
                  </a:lnTo>
                  <a:lnTo>
                    <a:pt x="3868279" y="2607824"/>
                  </a:lnTo>
                  <a:lnTo>
                    <a:pt x="3875361" y="2604792"/>
                  </a:lnTo>
                  <a:lnTo>
                    <a:pt x="3875258" y="2604549"/>
                  </a:lnTo>
                  <a:close/>
                  <a:moveTo>
                    <a:pt x="8308054" y="2604543"/>
                  </a:moveTo>
                  <a:lnTo>
                    <a:pt x="8315707" y="2607823"/>
                  </a:lnTo>
                  <a:lnTo>
                    <a:pt x="8318054" y="2613303"/>
                  </a:lnTo>
                  <a:lnTo>
                    <a:pt x="8555859" y="2613303"/>
                  </a:lnTo>
                  <a:lnTo>
                    <a:pt x="8547088" y="2604543"/>
                  </a:lnTo>
                  <a:close/>
                  <a:moveTo>
                    <a:pt x="7890870" y="2604543"/>
                  </a:moveTo>
                  <a:lnTo>
                    <a:pt x="7869024" y="2626439"/>
                  </a:lnTo>
                  <a:lnTo>
                    <a:pt x="8082493" y="2626439"/>
                  </a:lnTo>
                  <a:lnTo>
                    <a:pt x="8159138" y="2703082"/>
                  </a:lnTo>
                  <a:lnTo>
                    <a:pt x="8268626" y="2703082"/>
                  </a:lnTo>
                  <a:lnTo>
                    <a:pt x="8316801" y="2751254"/>
                  </a:lnTo>
                  <a:lnTo>
                    <a:pt x="8694080" y="2751254"/>
                  </a:lnTo>
                  <a:lnTo>
                    <a:pt x="8573411" y="2630818"/>
                  </a:lnTo>
                  <a:lnTo>
                    <a:pt x="8325560" y="2630818"/>
                  </a:lnTo>
                  <a:lnTo>
                    <a:pt x="8315707" y="2653809"/>
                  </a:lnTo>
                  <a:cubicBezTo>
                    <a:pt x="8309685" y="2659831"/>
                    <a:pt x="8301473" y="2663665"/>
                    <a:pt x="8292713" y="2663665"/>
                  </a:cubicBezTo>
                  <a:cubicBezTo>
                    <a:pt x="8275196" y="2663665"/>
                    <a:pt x="8259867" y="2648338"/>
                    <a:pt x="8259867" y="2630818"/>
                  </a:cubicBezTo>
                  <a:cubicBezTo>
                    <a:pt x="8259867" y="2622059"/>
                    <a:pt x="8263699" y="2613844"/>
                    <a:pt x="8269721" y="2607823"/>
                  </a:cubicBezTo>
                  <a:lnTo>
                    <a:pt x="8277374" y="2604543"/>
                  </a:lnTo>
                  <a:close/>
                  <a:moveTo>
                    <a:pt x="4424435" y="2537751"/>
                  </a:moveTo>
                  <a:lnTo>
                    <a:pt x="4357650" y="2604549"/>
                  </a:lnTo>
                  <a:lnTo>
                    <a:pt x="4263486" y="2604549"/>
                  </a:lnTo>
                  <a:lnTo>
                    <a:pt x="4285380" y="2626477"/>
                  </a:lnTo>
                  <a:lnTo>
                    <a:pt x="4440868" y="2626477"/>
                  </a:lnTo>
                  <a:lnTo>
                    <a:pt x="4440868" y="2554183"/>
                  </a:lnTo>
                  <a:close/>
                  <a:moveTo>
                    <a:pt x="8910993" y="2530091"/>
                  </a:moveTo>
                  <a:lnTo>
                    <a:pt x="8904766" y="2545142"/>
                  </a:lnTo>
                  <a:cubicBezTo>
                    <a:pt x="8898744" y="2550888"/>
                    <a:pt x="8890532" y="2554177"/>
                    <a:pt x="8881773" y="2554177"/>
                  </a:cubicBezTo>
                  <a:cubicBezTo>
                    <a:pt x="8873014" y="2554177"/>
                    <a:pt x="8864802" y="2550343"/>
                    <a:pt x="8858507" y="2544319"/>
                  </a:cubicBezTo>
                  <a:lnTo>
                    <a:pt x="8857859" y="2543059"/>
                  </a:lnTo>
                  <a:lnTo>
                    <a:pt x="8796370" y="2604543"/>
                  </a:lnTo>
                  <a:lnTo>
                    <a:pt x="8581368" y="2604543"/>
                  </a:lnTo>
                  <a:lnTo>
                    <a:pt x="8590106" y="2613303"/>
                  </a:lnTo>
                  <a:lnTo>
                    <a:pt x="8603667" y="2613303"/>
                  </a:lnTo>
                  <a:lnTo>
                    <a:pt x="8741625" y="2751254"/>
                  </a:lnTo>
                  <a:lnTo>
                    <a:pt x="8912430" y="2751254"/>
                  </a:lnTo>
                  <a:lnTo>
                    <a:pt x="9132478" y="2530091"/>
                  </a:lnTo>
                  <a:close/>
                  <a:moveTo>
                    <a:pt x="3052593" y="2530091"/>
                  </a:moveTo>
                  <a:lnTo>
                    <a:pt x="3273765" y="2751303"/>
                  </a:lnTo>
                  <a:lnTo>
                    <a:pt x="3442380" y="2751303"/>
                  </a:lnTo>
                  <a:lnTo>
                    <a:pt x="3580331" y="2613303"/>
                  </a:lnTo>
                  <a:lnTo>
                    <a:pt x="3593892" y="2613303"/>
                  </a:lnTo>
                  <a:lnTo>
                    <a:pt x="3602634" y="2604549"/>
                  </a:lnTo>
                  <a:lnTo>
                    <a:pt x="3387642" y="2604549"/>
                  </a:lnTo>
                  <a:lnTo>
                    <a:pt x="3326148" y="2543096"/>
                  </a:lnTo>
                  <a:lnTo>
                    <a:pt x="3325498" y="2544333"/>
                  </a:lnTo>
                  <a:cubicBezTo>
                    <a:pt x="3319201" y="2550389"/>
                    <a:pt x="3310990" y="2554183"/>
                    <a:pt x="3302230" y="2554183"/>
                  </a:cubicBezTo>
                  <a:cubicBezTo>
                    <a:pt x="3293471" y="2554183"/>
                    <a:pt x="3285257" y="2550934"/>
                    <a:pt x="3279237" y="2545142"/>
                  </a:cubicBezTo>
                  <a:lnTo>
                    <a:pt x="3273007" y="2530091"/>
                  </a:lnTo>
                  <a:close/>
                  <a:moveTo>
                    <a:pt x="7740882" y="2519135"/>
                  </a:moveTo>
                  <a:lnTo>
                    <a:pt x="7740882" y="2626439"/>
                  </a:lnTo>
                  <a:lnTo>
                    <a:pt x="7837250" y="2626439"/>
                  </a:lnTo>
                  <a:lnTo>
                    <a:pt x="7859142" y="2604543"/>
                  </a:lnTo>
                  <a:lnTo>
                    <a:pt x="7826286" y="2604543"/>
                  </a:lnTo>
                  <a:close/>
                  <a:moveTo>
                    <a:pt x="3772982" y="2468734"/>
                  </a:moveTo>
                  <a:lnTo>
                    <a:pt x="3661043" y="2580456"/>
                  </a:lnTo>
                  <a:lnTo>
                    <a:pt x="3873446" y="2580456"/>
                  </a:lnTo>
                  <a:lnTo>
                    <a:pt x="3876738" y="2572503"/>
                  </a:lnTo>
                  <a:close/>
                  <a:moveTo>
                    <a:pt x="2209511" y="2466592"/>
                  </a:moveTo>
                  <a:lnTo>
                    <a:pt x="2237972" y="2495058"/>
                  </a:lnTo>
                  <a:lnTo>
                    <a:pt x="2253301" y="2488534"/>
                  </a:lnTo>
                  <a:cubicBezTo>
                    <a:pt x="2262059" y="2488534"/>
                    <a:pt x="2270274" y="2492314"/>
                    <a:pt x="2276295" y="2498382"/>
                  </a:cubicBezTo>
                  <a:lnTo>
                    <a:pt x="2282397" y="2512574"/>
                  </a:lnTo>
                  <a:lnTo>
                    <a:pt x="3010097" y="2512574"/>
                  </a:lnTo>
                  <a:lnTo>
                    <a:pt x="2986665" y="2489062"/>
                  </a:lnTo>
                  <a:lnTo>
                    <a:pt x="2984709" y="2491810"/>
                  </a:lnTo>
                  <a:cubicBezTo>
                    <a:pt x="2972664" y="2503272"/>
                    <a:pt x="2956240" y="2510384"/>
                    <a:pt x="2938720" y="2510384"/>
                  </a:cubicBezTo>
                  <a:cubicBezTo>
                    <a:pt x="2912448" y="2510384"/>
                    <a:pt x="2889864" y="2494374"/>
                    <a:pt x="2880215" y="2471622"/>
                  </a:cubicBezTo>
                  <a:lnTo>
                    <a:pt x="2879204" y="2466592"/>
                  </a:lnTo>
                  <a:close/>
                  <a:moveTo>
                    <a:pt x="1724204" y="2466592"/>
                  </a:moveTo>
                  <a:lnTo>
                    <a:pt x="1722752" y="2473813"/>
                  </a:lnTo>
                  <a:cubicBezTo>
                    <a:pt x="1713103" y="2496608"/>
                    <a:pt x="1690521" y="2512577"/>
                    <a:pt x="1664244" y="2512577"/>
                  </a:cubicBezTo>
                  <a:cubicBezTo>
                    <a:pt x="1655485" y="2512577"/>
                    <a:pt x="1647135" y="2510804"/>
                    <a:pt x="1639539" y="2507620"/>
                  </a:cubicBezTo>
                  <a:lnTo>
                    <a:pt x="1638970" y="2507233"/>
                  </a:lnTo>
                  <a:lnTo>
                    <a:pt x="1447456" y="2698747"/>
                  </a:lnTo>
                  <a:lnTo>
                    <a:pt x="1310567" y="2698747"/>
                  </a:lnTo>
                  <a:lnTo>
                    <a:pt x="1416795" y="2806014"/>
                  </a:lnTo>
                  <a:lnTo>
                    <a:pt x="1559137" y="2806014"/>
                  </a:lnTo>
                  <a:lnTo>
                    <a:pt x="1567895" y="2784147"/>
                  </a:lnTo>
                  <a:cubicBezTo>
                    <a:pt x="1576105" y="2775932"/>
                    <a:pt x="1587603" y="2770964"/>
                    <a:pt x="1600743" y="2770964"/>
                  </a:cubicBezTo>
                  <a:cubicBezTo>
                    <a:pt x="1613880" y="2770964"/>
                    <a:pt x="1625375" y="2775932"/>
                    <a:pt x="1633588" y="2784147"/>
                  </a:cubicBezTo>
                  <a:lnTo>
                    <a:pt x="1642347" y="2806014"/>
                  </a:lnTo>
                  <a:lnTo>
                    <a:pt x="1815339" y="2806014"/>
                  </a:lnTo>
                  <a:lnTo>
                    <a:pt x="1946841" y="2674505"/>
                  </a:lnTo>
                  <a:lnTo>
                    <a:pt x="1946175" y="2673559"/>
                  </a:lnTo>
                  <a:cubicBezTo>
                    <a:pt x="1943712" y="2667781"/>
                    <a:pt x="1942343" y="2661524"/>
                    <a:pt x="1942343" y="2654952"/>
                  </a:cubicBezTo>
                  <a:cubicBezTo>
                    <a:pt x="1942343" y="2628675"/>
                    <a:pt x="1964241" y="2606732"/>
                    <a:pt x="1990521" y="2606732"/>
                  </a:cubicBezTo>
                  <a:cubicBezTo>
                    <a:pt x="2003660" y="2606732"/>
                    <a:pt x="2015703" y="2612246"/>
                    <a:pt x="2024462" y="2621004"/>
                  </a:cubicBezTo>
                  <a:lnTo>
                    <a:pt x="2032635" y="2633015"/>
                  </a:lnTo>
                  <a:lnTo>
                    <a:pt x="2481050" y="2633015"/>
                  </a:lnTo>
                  <a:lnTo>
                    <a:pt x="2890739" y="2633015"/>
                  </a:lnTo>
                  <a:lnTo>
                    <a:pt x="2900398" y="2618822"/>
                  </a:lnTo>
                  <a:cubicBezTo>
                    <a:pt x="2909159" y="2610062"/>
                    <a:pt x="2921201" y="2604549"/>
                    <a:pt x="2934339" y="2604549"/>
                  </a:cubicBezTo>
                  <a:cubicBezTo>
                    <a:pt x="2947475" y="2605645"/>
                    <a:pt x="2959522" y="2611150"/>
                    <a:pt x="2968281" y="2619636"/>
                  </a:cubicBezTo>
                  <a:lnTo>
                    <a:pt x="2977696" y="2633015"/>
                  </a:lnTo>
                  <a:lnTo>
                    <a:pt x="3078873" y="2633015"/>
                  </a:lnTo>
                  <a:lnTo>
                    <a:pt x="3319117" y="2874521"/>
                  </a:lnTo>
                  <a:lnTo>
                    <a:pt x="3424863" y="2768820"/>
                  </a:lnTo>
                  <a:lnTo>
                    <a:pt x="3265005" y="2768820"/>
                  </a:lnTo>
                  <a:lnTo>
                    <a:pt x="3027529" y="2530091"/>
                  </a:lnTo>
                  <a:lnTo>
                    <a:pt x="2282397" y="2530091"/>
                  </a:lnTo>
                  <a:lnTo>
                    <a:pt x="2276295" y="2544333"/>
                  </a:lnTo>
                  <a:cubicBezTo>
                    <a:pt x="2270274" y="2550389"/>
                    <a:pt x="2262059" y="2554183"/>
                    <a:pt x="2253301" y="2554183"/>
                  </a:cubicBezTo>
                  <a:cubicBezTo>
                    <a:pt x="2235784" y="2554183"/>
                    <a:pt x="2220453" y="2541079"/>
                    <a:pt x="2220453" y="2521334"/>
                  </a:cubicBezTo>
                  <a:lnTo>
                    <a:pt x="2226370" y="2507578"/>
                  </a:lnTo>
                  <a:lnTo>
                    <a:pt x="2185423" y="2466592"/>
                  </a:lnTo>
                  <a:close/>
                  <a:moveTo>
                    <a:pt x="9998574" y="2466580"/>
                  </a:moveTo>
                  <a:lnTo>
                    <a:pt x="9957627" y="2507532"/>
                  </a:lnTo>
                  <a:lnTo>
                    <a:pt x="9963538" y="2521328"/>
                  </a:lnTo>
                  <a:cubicBezTo>
                    <a:pt x="9963538" y="2541034"/>
                    <a:pt x="9948209" y="2554174"/>
                    <a:pt x="9930690" y="2554174"/>
                  </a:cubicBezTo>
                  <a:cubicBezTo>
                    <a:pt x="9921931" y="2554174"/>
                    <a:pt x="9913719" y="2550343"/>
                    <a:pt x="9907698" y="2544319"/>
                  </a:cubicBezTo>
                  <a:lnTo>
                    <a:pt x="9901600" y="2530091"/>
                  </a:lnTo>
                  <a:lnTo>
                    <a:pt x="9157688" y="2530091"/>
                  </a:lnTo>
                  <a:lnTo>
                    <a:pt x="8919000" y="2768773"/>
                  </a:lnTo>
                  <a:lnTo>
                    <a:pt x="8759143" y="2768773"/>
                  </a:lnTo>
                  <a:lnTo>
                    <a:pt x="8864890" y="2874521"/>
                  </a:lnTo>
                  <a:lnTo>
                    <a:pt x="9105133" y="2633009"/>
                  </a:lnTo>
                  <a:lnTo>
                    <a:pt x="9206299" y="2633009"/>
                  </a:lnTo>
                  <a:lnTo>
                    <a:pt x="9215719" y="2619594"/>
                  </a:lnTo>
                  <a:cubicBezTo>
                    <a:pt x="9224477" y="2611110"/>
                    <a:pt x="9236522" y="2605633"/>
                    <a:pt x="9249661" y="2604538"/>
                  </a:cubicBezTo>
                  <a:cubicBezTo>
                    <a:pt x="9262800" y="2604538"/>
                    <a:pt x="9274844" y="2610013"/>
                    <a:pt x="9283603" y="2618770"/>
                  </a:cubicBezTo>
                  <a:lnTo>
                    <a:pt x="9293264" y="2633009"/>
                  </a:lnTo>
                  <a:lnTo>
                    <a:pt x="10151350" y="2633009"/>
                  </a:lnTo>
                  <a:lnTo>
                    <a:pt x="10159526" y="2620963"/>
                  </a:lnTo>
                  <a:cubicBezTo>
                    <a:pt x="10168285" y="2612203"/>
                    <a:pt x="10180329" y="2606727"/>
                    <a:pt x="10193467" y="2606727"/>
                  </a:cubicBezTo>
                  <a:cubicBezTo>
                    <a:pt x="10219745" y="2606727"/>
                    <a:pt x="10241644" y="2628626"/>
                    <a:pt x="10241644" y="2654903"/>
                  </a:cubicBezTo>
                  <a:cubicBezTo>
                    <a:pt x="10241644" y="2661473"/>
                    <a:pt x="10240275" y="2667769"/>
                    <a:pt x="10237812" y="2673516"/>
                  </a:cubicBezTo>
                  <a:lnTo>
                    <a:pt x="10237146" y="2674497"/>
                  </a:lnTo>
                  <a:lnTo>
                    <a:pt x="10368651" y="2806002"/>
                  </a:lnTo>
                  <a:lnTo>
                    <a:pt x="10541647" y="2806002"/>
                  </a:lnTo>
                  <a:lnTo>
                    <a:pt x="10550406" y="2784103"/>
                  </a:lnTo>
                  <a:cubicBezTo>
                    <a:pt x="10558618" y="2775892"/>
                    <a:pt x="10570114" y="2770963"/>
                    <a:pt x="10583253" y="2770963"/>
                  </a:cubicBezTo>
                  <a:cubicBezTo>
                    <a:pt x="10596392" y="2770963"/>
                    <a:pt x="10607889" y="2775892"/>
                    <a:pt x="10616101" y="2784103"/>
                  </a:cubicBezTo>
                  <a:lnTo>
                    <a:pt x="10624860" y="2806002"/>
                  </a:lnTo>
                  <a:lnTo>
                    <a:pt x="10767197" y="2806002"/>
                  </a:lnTo>
                  <a:lnTo>
                    <a:pt x="10873423" y="2698702"/>
                  </a:lnTo>
                  <a:lnTo>
                    <a:pt x="10736540" y="2698702"/>
                  </a:lnTo>
                  <a:lnTo>
                    <a:pt x="10545025" y="2507185"/>
                  </a:lnTo>
                  <a:lnTo>
                    <a:pt x="10544453" y="2507575"/>
                  </a:lnTo>
                  <a:cubicBezTo>
                    <a:pt x="10536857" y="2510789"/>
                    <a:pt x="10528508" y="2512574"/>
                    <a:pt x="10519749" y="2512574"/>
                  </a:cubicBezTo>
                  <a:cubicBezTo>
                    <a:pt x="10493471" y="2512574"/>
                    <a:pt x="10470890" y="2496553"/>
                    <a:pt x="10461240" y="2473764"/>
                  </a:cubicBezTo>
                  <a:lnTo>
                    <a:pt x="10459787" y="2466580"/>
                  </a:lnTo>
                  <a:close/>
                  <a:moveTo>
                    <a:pt x="9304800" y="2466580"/>
                  </a:moveTo>
                  <a:lnTo>
                    <a:pt x="9303790" y="2471574"/>
                  </a:lnTo>
                  <a:cubicBezTo>
                    <a:pt x="9294140" y="2494363"/>
                    <a:pt x="9271559" y="2510375"/>
                    <a:pt x="9245281" y="2510375"/>
                  </a:cubicBezTo>
                  <a:cubicBezTo>
                    <a:pt x="9227763" y="2510375"/>
                    <a:pt x="9211339" y="2503261"/>
                    <a:pt x="9199294" y="2491766"/>
                  </a:cubicBezTo>
                  <a:lnTo>
                    <a:pt x="9197929" y="2489845"/>
                  </a:lnTo>
                  <a:lnTo>
                    <a:pt x="9175207" y="2512566"/>
                  </a:lnTo>
                  <a:lnTo>
                    <a:pt x="9901597" y="2512566"/>
                  </a:lnTo>
                  <a:lnTo>
                    <a:pt x="9907698" y="2498335"/>
                  </a:lnTo>
                  <a:cubicBezTo>
                    <a:pt x="9913719" y="2492311"/>
                    <a:pt x="9921931" y="2488477"/>
                    <a:pt x="9930690" y="2488477"/>
                  </a:cubicBezTo>
                  <a:lnTo>
                    <a:pt x="9946019" y="2495047"/>
                  </a:lnTo>
                  <a:lnTo>
                    <a:pt x="9974486" y="2466580"/>
                  </a:lnTo>
                  <a:close/>
                  <a:moveTo>
                    <a:pt x="4528460" y="2433745"/>
                  </a:moveTo>
                  <a:lnTo>
                    <a:pt x="4436485" y="2525759"/>
                  </a:lnTo>
                  <a:lnTo>
                    <a:pt x="4458388" y="2547611"/>
                  </a:lnTo>
                  <a:lnTo>
                    <a:pt x="4458388" y="2626477"/>
                  </a:lnTo>
                  <a:lnTo>
                    <a:pt x="4587269" y="2626477"/>
                  </a:lnTo>
                  <a:lnTo>
                    <a:pt x="4595246" y="2607824"/>
                  </a:lnTo>
                  <a:cubicBezTo>
                    <a:pt x="4601269" y="2601841"/>
                    <a:pt x="4609484" y="2597973"/>
                    <a:pt x="4618237" y="2597973"/>
                  </a:cubicBezTo>
                  <a:cubicBezTo>
                    <a:pt x="4635757" y="2597973"/>
                    <a:pt x="4651084" y="2611150"/>
                    <a:pt x="4651084" y="2630818"/>
                  </a:cubicBezTo>
                  <a:cubicBezTo>
                    <a:pt x="4651084" y="2650529"/>
                    <a:pt x="4635757" y="2665870"/>
                    <a:pt x="4618237" y="2665870"/>
                  </a:cubicBezTo>
                  <a:cubicBezTo>
                    <a:pt x="4609484" y="2666957"/>
                    <a:pt x="4601269" y="2663157"/>
                    <a:pt x="4595246" y="2656820"/>
                  </a:cubicBezTo>
                  <a:lnTo>
                    <a:pt x="4589017" y="2641775"/>
                  </a:lnTo>
                  <a:lnTo>
                    <a:pt x="4458388" y="2641775"/>
                  </a:lnTo>
                  <a:lnTo>
                    <a:pt x="4458388" y="2703096"/>
                  </a:lnTo>
                  <a:lnTo>
                    <a:pt x="4664274" y="2703096"/>
                  </a:lnTo>
                  <a:lnTo>
                    <a:pt x="4664844" y="2700275"/>
                  </a:lnTo>
                  <a:cubicBezTo>
                    <a:pt x="4674484" y="2677489"/>
                    <a:pt x="4697069" y="2661524"/>
                    <a:pt x="4723345" y="2661524"/>
                  </a:cubicBezTo>
                  <a:cubicBezTo>
                    <a:pt x="4758382" y="2661524"/>
                    <a:pt x="4786851" y="2687801"/>
                    <a:pt x="4786851" y="2725024"/>
                  </a:cubicBezTo>
                  <a:cubicBezTo>
                    <a:pt x="4786851" y="2762207"/>
                    <a:pt x="4758382" y="2790722"/>
                    <a:pt x="4723345" y="2790722"/>
                  </a:cubicBezTo>
                  <a:cubicBezTo>
                    <a:pt x="4697069" y="2790722"/>
                    <a:pt x="4674484" y="2774704"/>
                    <a:pt x="4664844" y="2750996"/>
                  </a:cubicBezTo>
                  <a:lnTo>
                    <a:pt x="4664478" y="2749115"/>
                  </a:lnTo>
                  <a:lnTo>
                    <a:pt x="4458388" y="2749115"/>
                  </a:lnTo>
                  <a:lnTo>
                    <a:pt x="4458388" y="2749810"/>
                  </a:lnTo>
                  <a:lnTo>
                    <a:pt x="4478099" y="2757872"/>
                  </a:lnTo>
                  <a:cubicBezTo>
                    <a:pt x="4491232" y="2770964"/>
                    <a:pt x="4491232" y="2792906"/>
                    <a:pt x="4478099" y="2806014"/>
                  </a:cubicBezTo>
                  <a:lnTo>
                    <a:pt x="4468772" y="2809855"/>
                  </a:lnTo>
                  <a:lnTo>
                    <a:pt x="4708018" y="3049073"/>
                  </a:lnTo>
                  <a:lnTo>
                    <a:pt x="4856918" y="3049073"/>
                  </a:lnTo>
                  <a:lnTo>
                    <a:pt x="5086856" y="3279047"/>
                  </a:lnTo>
                  <a:lnTo>
                    <a:pt x="5257668" y="3279047"/>
                  </a:lnTo>
                  <a:lnTo>
                    <a:pt x="5257668" y="2906788"/>
                  </a:lnTo>
                  <a:lnTo>
                    <a:pt x="5257668" y="2439256"/>
                  </a:lnTo>
                  <a:lnTo>
                    <a:pt x="5251098" y="2455688"/>
                  </a:lnTo>
                  <a:cubicBezTo>
                    <a:pt x="5242880" y="2463888"/>
                    <a:pt x="5231377" y="2468781"/>
                    <a:pt x="5218233" y="2468781"/>
                  </a:cubicBezTo>
                  <a:cubicBezTo>
                    <a:pt x="5205098" y="2468781"/>
                    <a:pt x="5193609" y="2463344"/>
                    <a:pt x="5185402" y="2454856"/>
                  </a:cubicBezTo>
                  <a:lnTo>
                    <a:pt x="5176754" y="2433745"/>
                  </a:lnTo>
                  <a:lnTo>
                    <a:pt x="5055930" y="2433745"/>
                  </a:lnTo>
                  <a:lnTo>
                    <a:pt x="5045255" y="2438161"/>
                  </a:lnTo>
                  <a:lnTo>
                    <a:pt x="5034310" y="2433745"/>
                  </a:lnTo>
                  <a:lnTo>
                    <a:pt x="4999274" y="2433745"/>
                  </a:lnTo>
                  <a:lnTo>
                    <a:pt x="5116080" y="2550595"/>
                  </a:lnTo>
                  <a:lnTo>
                    <a:pt x="5140231" y="2546242"/>
                  </a:lnTo>
                  <a:cubicBezTo>
                    <a:pt x="5156928" y="2546511"/>
                    <a:pt x="5173350" y="2553078"/>
                    <a:pt x="5185402" y="2565127"/>
                  </a:cubicBezTo>
                  <a:cubicBezTo>
                    <a:pt x="5209476" y="2591409"/>
                    <a:pt x="5209476" y="2633015"/>
                    <a:pt x="5185402" y="2657101"/>
                  </a:cubicBezTo>
                  <a:cubicBezTo>
                    <a:pt x="5159114" y="2683388"/>
                    <a:pt x="5117513" y="2683388"/>
                    <a:pt x="5093427" y="2657101"/>
                  </a:cubicBezTo>
                  <a:cubicBezTo>
                    <a:pt x="5075363" y="2637435"/>
                    <a:pt x="5069612" y="2610326"/>
                    <a:pt x="5078955" y="2586932"/>
                  </a:cubicBezTo>
                  <a:lnTo>
                    <a:pt x="5082058" y="2582226"/>
                  </a:lnTo>
                  <a:lnTo>
                    <a:pt x="4933573" y="2433745"/>
                  </a:lnTo>
                  <a:lnTo>
                    <a:pt x="4594191" y="2433745"/>
                  </a:lnTo>
                  <a:lnTo>
                    <a:pt x="4594153" y="2442502"/>
                  </a:lnTo>
                  <a:lnTo>
                    <a:pt x="4910013" y="2758401"/>
                  </a:lnTo>
                  <a:lnTo>
                    <a:pt x="4932478" y="2749113"/>
                  </a:lnTo>
                  <a:cubicBezTo>
                    <a:pt x="4943977" y="2749113"/>
                    <a:pt x="4955477" y="2753461"/>
                    <a:pt x="4964239" y="2762207"/>
                  </a:cubicBezTo>
                  <a:cubicBezTo>
                    <a:pt x="4981762" y="2781927"/>
                    <a:pt x="4981762" y="2810425"/>
                    <a:pt x="4964239" y="2827947"/>
                  </a:cubicBezTo>
                  <a:cubicBezTo>
                    <a:pt x="4946720" y="2845459"/>
                    <a:pt x="4918245" y="2845459"/>
                    <a:pt x="4900718" y="2827947"/>
                  </a:cubicBezTo>
                  <a:cubicBezTo>
                    <a:pt x="4891957" y="2819188"/>
                    <a:pt x="4887575" y="2807644"/>
                    <a:pt x="4887575" y="2796155"/>
                  </a:cubicBezTo>
                  <a:lnTo>
                    <a:pt x="4895589" y="2776832"/>
                  </a:lnTo>
                  <a:lnTo>
                    <a:pt x="4572256" y="2453483"/>
                  </a:lnTo>
                  <a:lnTo>
                    <a:pt x="4572256" y="2433745"/>
                  </a:lnTo>
                  <a:close/>
                  <a:moveTo>
                    <a:pt x="3823402" y="2418447"/>
                  </a:moveTo>
                  <a:lnTo>
                    <a:pt x="3789242" y="2452505"/>
                  </a:lnTo>
                  <a:lnTo>
                    <a:pt x="3891734" y="2554740"/>
                  </a:lnTo>
                  <a:lnTo>
                    <a:pt x="3914266" y="2545423"/>
                  </a:lnTo>
                  <a:cubicBezTo>
                    <a:pt x="3925748" y="2545423"/>
                    <a:pt x="3937242" y="2549846"/>
                    <a:pt x="3946002" y="2558606"/>
                  </a:cubicBezTo>
                  <a:lnTo>
                    <a:pt x="3955064" y="2580456"/>
                  </a:lnTo>
                  <a:lnTo>
                    <a:pt x="4206600" y="2580456"/>
                  </a:lnTo>
                  <a:lnTo>
                    <a:pt x="4044545" y="2418447"/>
                  </a:lnTo>
                  <a:close/>
                  <a:moveTo>
                    <a:pt x="8076596" y="2418404"/>
                  </a:moveTo>
                  <a:lnTo>
                    <a:pt x="7914905" y="2580456"/>
                  </a:lnTo>
                  <a:lnTo>
                    <a:pt x="8522954" y="2580456"/>
                  </a:lnTo>
                  <a:lnTo>
                    <a:pt x="8380329" y="2438097"/>
                  </a:lnTo>
                  <a:lnTo>
                    <a:pt x="8305695" y="2512729"/>
                  </a:lnTo>
                  <a:lnTo>
                    <a:pt x="8312424" y="2528990"/>
                  </a:lnTo>
                  <a:cubicBezTo>
                    <a:pt x="8312424" y="2540487"/>
                    <a:pt x="8308044" y="2551990"/>
                    <a:pt x="8299285" y="2560747"/>
                  </a:cubicBezTo>
                  <a:cubicBezTo>
                    <a:pt x="8281766" y="2578267"/>
                    <a:pt x="8253298" y="2578267"/>
                    <a:pt x="8235780" y="2560747"/>
                  </a:cubicBezTo>
                  <a:cubicBezTo>
                    <a:pt x="8218261" y="2543231"/>
                    <a:pt x="8218261" y="2514755"/>
                    <a:pt x="8235780" y="2497236"/>
                  </a:cubicBezTo>
                  <a:cubicBezTo>
                    <a:pt x="8244539" y="2488477"/>
                    <a:pt x="8256035" y="2484108"/>
                    <a:pt x="8267532" y="2484108"/>
                  </a:cubicBezTo>
                  <a:lnTo>
                    <a:pt x="8291480" y="2494008"/>
                  </a:lnTo>
                  <a:lnTo>
                    <a:pt x="8363751" y="2421553"/>
                  </a:lnTo>
                  <a:lnTo>
                    <a:pt x="8360598" y="2418404"/>
                  </a:lnTo>
                  <a:close/>
                  <a:moveTo>
                    <a:pt x="5945246" y="2378891"/>
                  </a:moveTo>
                  <a:lnTo>
                    <a:pt x="5934296" y="2389941"/>
                  </a:lnTo>
                  <a:lnTo>
                    <a:pt x="5934296" y="2431554"/>
                  </a:lnTo>
                  <a:lnTo>
                    <a:pt x="5945246" y="2420638"/>
                  </a:lnTo>
                  <a:close/>
                  <a:moveTo>
                    <a:pt x="3618942" y="2282684"/>
                  </a:moveTo>
                  <a:lnTo>
                    <a:pt x="3771774" y="2435083"/>
                  </a:lnTo>
                  <a:lnTo>
                    <a:pt x="3812452" y="2394361"/>
                  </a:lnTo>
                  <a:lnTo>
                    <a:pt x="4020457" y="2394361"/>
                  </a:lnTo>
                  <a:lnTo>
                    <a:pt x="3925202" y="2299115"/>
                  </a:lnTo>
                  <a:lnTo>
                    <a:pt x="3902213" y="2308961"/>
                  </a:lnTo>
                  <a:cubicBezTo>
                    <a:pt x="3893456" y="2308961"/>
                    <a:pt x="3885247" y="2305082"/>
                    <a:pt x="3879225" y="2299115"/>
                  </a:cubicBezTo>
                  <a:lnTo>
                    <a:pt x="3872189" y="2282684"/>
                  </a:lnTo>
                  <a:close/>
                  <a:moveTo>
                    <a:pt x="3554055" y="2282684"/>
                  </a:moveTo>
                  <a:lnTo>
                    <a:pt x="3330574" y="2506177"/>
                  </a:lnTo>
                  <a:lnTo>
                    <a:pt x="3335537" y="2517439"/>
                  </a:lnTo>
                  <a:lnTo>
                    <a:pt x="3398593" y="2580456"/>
                  </a:lnTo>
                  <a:lnTo>
                    <a:pt x="3626668" y="2580456"/>
                  </a:lnTo>
                  <a:lnTo>
                    <a:pt x="3755564" y="2451314"/>
                  </a:lnTo>
                  <a:lnTo>
                    <a:pt x="3586893" y="2282684"/>
                  </a:lnTo>
                  <a:close/>
                  <a:moveTo>
                    <a:pt x="8535791" y="2282637"/>
                  </a:moveTo>
                  <a:lnTo>
                    <a:pt x="8397804" y="2420624"/>
                  </a:lnTo>
                  <a:lnTo>
                    <a:pt x="8557325" y="2580456"/>
                  </a:lnTo>
                  <a:lnTo>
                    <a:pt x="8785421" y="2580456"/>
                  </a:lnTo>
                  <a:lnTo>
                    <a:pt x="8848458" y="2517419"/>
                  </a:lnTo>
                  <a:lnTo>
                    <a:pt x="8853432" y="2506128"/>
                  </a:lnTo>
                  <a:lnTo>
                    <a:pt x="8629944" y="2282637"/>
                  </a:lnTo>
                  <a:close/>
                  <a:moveTo>
                    <a:pt x="2143818" y="2280494"/>
                  </a:moveTo>
                  <a:lnTo>
                    <a:pt x="2183234" y="2319864"/>
                  </a:lnTo>
                  <a:lnTo>
                    <a:pt x="2807124" y="2319864"/>
                  </a:lnTo>
                  <a:lnTo>
                    <a:pt x="2813901" y="2305639"/>
                  </a:lnTo>
                  <a:cubicBezTo>
                    <a:pt x="2820470" y="2299658"/>
                    <a:pt x="2829231" y="2295777"/>
                    <a:pt x="2837988" y="2295777"/>
                  </a:cubicBezTo>
                  <a:cubicBezTo>
                    <a:pt x="2855508" y="2295777"/>
                    <a:pt x="2870838" y="2311106"/>
                    <a:pt x="2870838" y="2328626"/>
                  </a:cubicBezTo>
                  <a:lnTo>
                    <a:pt x="2864926" y="2342458"/>
                  </a:lnTo>
                  <a:lnTo>
                    <a:pt x="2913416" y="2390911"/>
                  </a:lnTo>
                  <a:lnTo>
                    <a:pt x="2938720" y="2383380"/>
                  </a:lnTo>
                  <a:cubicBezTo>
                    <a:pt x="2975949" y="2383380"/>
                    <a:pt x="3004418" y="2411878"/>
                    <a:pt x="3004418" y="2446921"/>
                  </a:cubicBezTo>
                  <a:cubicBezTo>
                    <a:pt x="3004418" y="2455680"/>
                    <a:pt x="3002503" y="2464029"/>
                    <a:pt x="2999080" y="2471622"/>
                  </a:cubicBezTo>
                  <a:lnTo>
                    <a:pt x="2997004" y="2474542"/>
                  </a:lnTo>
                  <a:lnTo>
                    <a:pt x="3035075" y="2512574"/>
                  </a:lnTo>
                  <a:lnTo>
                    <a:pt x="3272823" y="2512574"/>
                  </a:lnTo>
                  <a:lnTo>
                    <a:pt x="3278417" y="2498382"/>
                  </a:lnTo>
                  <a:lnTo>
                    <a:pt x="3280550" y="2497494"/>
                  </a:lnTo>
                  <a:lnTo>
                    <a:pt x="3063549" y="2280494"/>
                  </a:lnTo>
                  <a:close/>
                  <a:moveTo>
                    <a:pt x="2060600" y="2280494"/>
                  </a:moveTo>
                  <a:lnTo>
                    <a:pt x="2051842" y="2302347"/>
                  </a:lnTo>
                  <a:lnTo>
                    <a:pt x="2047149" y="2304224"/>
                  </a:lnTo>
                  <a:lnTo>
                    <a:pt x="2165714" y="2422785"/>
                  </a:lnTo>
                  <a:lnTo>
                    <a:pt x="2879789" y="2422785"/>
                  </a:lnTo>
                  <a:lnTo>
                    <a:pt x="2879908" y="2422209"/>
                  </a:lnTo>
                  <a:lnTo>
                    <a:pt x="2897852" y="2399749"/>
                  </a:lnTo>
                  <a:lnTo>
                    <a:pt x="2853260" y="2354931"/>
                  </a:lnTo>
                  <a:lnTo>
                    <a:pt x="2837988" y="2361515"/>
                  </a:lnTo>
                  <a:cubicBezTo>
                    <a:pt x="2829231" y="2361515"/>
                    <a:pt x="2821018" y="2357646"/>
                    <a:pt x="2814998" y="2351657"/>
                  </a:cubicBezTo>
                  <a:lnTo>
                    <a:pt x="2808896" y="2337383"/>
                  </a:lnTo>
                  <a:lnTo>
                    <a:pt x="2176664" y="2337383"/>
                  </a:lnTo>
                  <a:lnTo>
                    <a:pt x="2119727" y="2280494"/>
                  </a:lnTo>
                  <a:close/>
                  <a:moveTo>
                    <a:pt x="10064268" y="2280447"/>
                  </a:moveTo>
                  <a:lnTo>
                    <a:pt x="10007334" y="2337381"/>
                  </a:lnTo>
                  <a:lnTo>
                    <a:pt x="9375106" y="2337381"/>
                  </a:lnTo>
                  <a:lnTo>
                    <a:pt x="9369005" y="2351618"/>
                  </a:lnTo>
                  <a:cubicBezTo>
                    <a:pt x="9362983" y="2357637"/>
                    <a:pt x="9354771" y="2361469"/>
                    <a:pt x="9346012" y="2361469"/>
                  </a:cubicBezTo>
                  <a:lnTo>
                    <a:pt x="9332217" y="2355557"/>
                  </a:lnTo>
                  <a:lnTo>
                    <a:pt x="9286987" y="2400790"/>
                  </a:lnTo>
                  <a:lnTo>
                    <a:pt x="9304098" y="2422175"/>
                  </a:lnTo>
                  <a:lnTo>
                    <a:pt x="9304215" y="2422784"/>
                  </a:lnTo>
                  <a:lnTo>
                    <a:pt x="10018283" y="2422784"/>
                  </a:lnTo>
                  <a:lnTo>
                    <a:pt x="10136845" y="2304224"/>
                  </a:lnTo>
                  <a:lnTo>
                    <a:pt x="10132152" y="2302345"/>
                  </a:lnTo>
                  <a:lnTo>
                    <a:pt x="10123393" y="2280447"/>
                  </a:lnTo>
                  <a:close/>
                  <a:moveTo>
                    <a:pt x="9120462" y="2280447"/>
                  </a:moveTo>
                  <a:lnTo>
                    <a:pt x="8903460" y="2497452"/>
                  </a:lnTo>
                  <a:lnTo>
                    <a:pt x="8905587" y="2498335"/>
                  </a:lnTo>
                  <a:lnTo>
                    <a:pt x="8911178" y="2512566"/>
                  </a:lnTo>
                  <a:lnTo>
                    <a:pt x="9149907" y="2512566"/>
                  </a:lnTo>
                  <a:lnTo>
                    <a:pt x="9187329" y="2474961"/>
                  </a:lnTo>
                  <a:lnTo>
                    <a:pt x="9184924" y="2471574"/>
                  </a:lnTo>
                  <a:cubicBezTo>
                    <a:pt x="9181502" y="2463982"/>
                    <a:pt x="9179586" y="2455630"/>
                    <a:pt x="9179586" y="2446871"/>
                  </a:cubicBezTo>
                  <a:cubicBezTo>
                    <a:pt x="9179586" y="2411834"/>
                    <a:pt x="9208053" y="2383366"/>
                    <a:pt x="9245281" y="2383366"/>
                  </a:cubicBezTo>
                  <a:lnTo>
                    <a:pt x="9270870" y="2390992"/>
                  </a:lnTo>
                  <a:lnTo>
                    <a:pt x="9319112" y="2342503"/>
                  </a:lnTo>
                  <a:lnTo>
                    <a:pt x="9313165" y="2328623"/>
                  </a:lnTo>
                  <a:cubicBezTo>
                    <a:pt x="9313165" y="2311104"/>
                    <a:pt x="9328493" y="2295777"/>
                    <a:pt x="9346012" y="2295777"/>
                  </a:cubicBezTo>
                  <a:cubicBezTo>
                    <a:pt x="9354771" y="2295777"/>
                    <a:pt x="9363530" y="2299608"/>
                    <a:pt x="9370100" y="2305628"/>
                  </a:cubicBezTo>
                  <a:lnTo>
                    <a:pt x="9376878" y="2319864"/>
                  </a:lnTo>
                  <a:lnTo>
                    <a:pt x="10000764" y="2319864"/>
                  </a:lnTo>
                  <a:lnTo>
                    <a:pt x="10040179" y="2280447"/>
                  </a:lnTo>
                  <a:close/>
                  <a:moveTo>
                    <a:pt x="3514640" y="2210392"/>
                  </a:moveTo>
                  <a:lnTo>
                    <a:pt x="3477420" y="2247650"/>
                  </a:lnTo>
                  <a:lnTo>
                    <a:pt x="3486176" y="2269500"/>
                  </a:lnTo>
                  <a:cubicBezTo>
                    <a:pt x="3486176" y="2295777"/>
                    <a:pt x="3466470" y="2315532"/>
                    <a:pt x="3440196" y="2315532"/>
                  </a:cubicBezTo>
                  <a:cubicBezTo>
                    <a:pt x="3427058" y="2315532"/>
                    <a:pt x="3415563" y="2310561"/>
                    <a:pt x="3407351" y="2302347"/>
                  </a:cubicBezTo>
                  <a:lnTo>
                    <a:pt x="3398589" y="2280494"/>
                  </a:lnTo>
                  <a:lnTo>
                    <a:pt x="3098586" y="2280494"/>
                  </a:lnTo>
                  <a:lnTo>
                    <a:pt x="3309490" y="2491395"/>
                  </a:lnTo>
                  <a:lnTo>
                    <a:pt x="3317808" y="2494653"/>
                  </a:lnTo>
                  <a:lnTo>
                    <a:pt x="3545297" y="2265167"/>
                  </a:lnTo>
                  <a:lnTo>
                    <a:pt x="3569377" y="2265167"/>
                  </a:lnTo>
                  <a:close/>
                  <a:moveTo>
                    <a:pt x="3545305" y="2179757"/>
                  </a:moveTo>
                  <a:lnTo>
                    <a:pt x="3530550" y="2194520"/>
                  </a:lnTo>
                  <a:lnTo>
                    <a:pt x="3601378" y="2265167"/>
                  </a:lnTo>
                  <a:lnTo>
                    <a:pt x="3874067" y="2265167"/>
                  </a:lnTo>
                  <a:lnTo>
                    <a:pt x="3879224" y="2253083"/>
                  </a:lnTo>
                  <a:lnTo>
                    <a:pt x="3829959" y="2203846"/>
                  </a:lnTo>
                  <a:lnTo>
                    <a:pt x="3798207" y="2216946"/>
                  </a:lnTo>
                  <a:cubicBezTo>
                    <a:pt x="3786713" y="2216946"/>
                    <a:pt x="3775213" y="2212603"/>
                    <a:pt x="3766455" y="2203846"/>
                  </a:cubicBezTo>
                  <a:lnTo>
                    <a:pt x="3756485" y="2179757"/>
                  </a:lnTo>
                  <a:close/>
                  <a:moveTo>
                    <a:pt x="2997853" y="2179757"/>
                  </a:moveTo>
                  <a:lnTo>
                    <a:pt x="3076686" y="2258551"/>
                  </a:lnTo>
                  <a:lnTo>
                    <a:pt x="3398589" y="2258551"/>
                  </a:lnTo>
                  <a:lnTo>
                    <a:pt x="3407351" y="2236700"/>
                  </a:lnTo>
                  <a:cubicBezTo>
                    <a:pt x="3415563" y="2228486"/>
                    <a:pt x="3427058" y="2223515"/>
                    <a:pt x="3440196" y="2223515"/>
                  </a:cubicBezTo>
                  <a:lnTo>
                    <a:pt x="3460654" y="2231746"/>
                  </a:lnTo>
                  <a:lnTo>
                    <a:pt x="3498427" y="2194211"/>
                  </a:lnTo>
                  <a:lnTo>
                    <a:pt x="3483979" y="2179757"/>
                  </a:lnTo>
                  <a:close/>
                  <a:moveTo>
                    <a:pt x="8639468" y="2178959"/>
                  </a:moveTo>
                  <a:lnTo>
                    <a:pt x="8553310" y="2265120"/>
                  </a:lnTo>
                  <a:lnTo>
                    <a:pt x="8638704" y="2265120"/>
                  </a:lnTo>
                  <a:lnTo>
                    <a:pt x="8866195" y="2494641"/>
                  </a:lnTo>
                  <a:lnTo>
                    <a:pt x="8874533" y="2491347"/>
                  </a:lnTo>
                  <a:lnTo>
                    <a:pt x="9085424" y="2280447"/>
                  </a:lnTo>
                  <a:lnTo>
                    <a:pt x="8785421" y="2280447"/>
                  </a:lnTo>
                  <a:lnTo>
                    <a:pt x="8776662" y="2302345"/>
                  </a:lnTo>
                  <a:cubicBezTo>
                    <a:pt x="8768450" y="2310561"/>
                    <a:pt x="8756953" y="2315484"/>
                    <a:pt x="8743814" y="2315484"/>
                  </a:cubicBezTo>
                  <a:cubicBezTo>
                    <a:pt x="8717537" y="2315484"/>
                    <a:pt x="8697829" y="2295777"/>
                    <a:pt x="8697829" y="2269500"/>
                  </a:cubicBezTo>
                  <a:lnTo>
                    <a:pt x="8707149" y="2246205"/>
                  </a:lnTo>
                  <a:close/>
                  <a:moveTo>
                    <a:pt x="8700018" y="2118407"/>
                  </a:moveTo>
                  <a:lnTo>
                    <a:pt x="8654819" y="2163617"/>
                  </a:lnTo>
                  <a:lnTo>
                    <a:pt x="8723352" y="2231700"/>
                  </a:lnTo>
                  <a:lnTo>
                    <a:pt x="8743814" y="2223515"/>
                  </a:lnTo>
                  <a:cubicBezTo>
                    <a:pt x="8756953" y="2223515"/>
                    <a:pt x="8768450" y="2228438"/>
                    <a:pt x="8776662" y="2236654"/>
                  </a:cubicBezTo>
                  <a:lnTo>
                    <a:pt x="8785422" y="2258551"/>
                  </a:lnTo>
                  <a:lnTo>
                    <a:pt x="9107323" y="2258551"/>
                  </a:lnTo>
                  <a:lnTo>
                    <a:pt x="9247462" y="2118407"/>
                  </a:lnTo>
                  <a:close/>
                  <a:moveTo>
                    <a:pt x="8609322" y="2118407"/>
                  </a:moveTo>
                  <a:lnTo>
                    <a:pt x="8637846" y="2146749"/>
                  </a:lnTo>
                  <a:lnTo>
                    <a:pt x="8666111" y="2118407"/>
                  </a:lnTo>
                  <a:close/>
                  <a:moveTo>
                    <a:pt x="8426593" y="2118407"/>
                  </a:moveTo>
                  <a:lnTo>
                    <a:pt x="8417533" y="2140307"/>
                  </a:lnTo>
                  <a:cubicBezTo>
                    <a:pt x="8408774" y="2149063"/>
                    <a:pt x="8397278" y="2153442"/>
                    <a:pt x="8385781" y="2153442"/>
                  </a:cubicBezTo>
                  <a:lnTo>
                    <a:pt x="8354065" y="2140321"/>
                  </a:lnTo>
                  <a:lnTo>
                    <a:pt x="8100630" y="2394316"/>
                  </a:lnTo>
                  <a:lnTo>
                    <a:pt x="8371547" y="2394316"/>
                  </a:lnTo>
                  <a:lnTo>
                    <a:pt x="8381234" y="2404022"/>
                  </a:lnTo>
                  <a:lnTo>
                    <a:pt x="8502306" y="2282637"/>
                  </a:lnTo>
                  <a:lnTo>
                    <a:pt x="8311796" y="2282637"/>
                  </a:lnTo>
                  <a:lnTo>
                    <a:pt x="8304759" y="2299059"/>
                  </a:lnTo>
                  <a:cubicBezTo>
                    <a:pt x="8298736" y="2305079"/>
                    <a:pt x="8290525" y="2308914"/>
                    <a:pt x="8281765" y="2308914"/>
                  </a:cubicBezTo>
                  <a:cubicBezTo>
                    <a:pt x="8264247" y="2308914"/>
                    <a:pt x="8248918" y="2293587"/>
                    <a:pt x="8248918" y="2276068"/>
                  </a:cubicBezTo>
                  <a:cubicBezTo>
                    <a:pt x="8248918" y="2258551"/>
                    <a:pt x="8264247" y="2243225"/>
                    <a:pt x="8281765" y="2243225"/>
                  </a:cubicBezTo>
                  <a:cubicBezTo>
                    <a:pt x="8290525" y="2243225"/>
                    <a:pt x="8298736" y="2247059"/>
                    <a:pt x="8304759" y="2253072"/>
                  </a:cubicBezTo>
                  <a:lnTo>
                    <a:pt x="8309921" y="2265120"/>
                  </a:lnTo>
                  <a:lnTo>
                    <a:pt x="8519780" y="2265120"/>
                  </a:lnTo>
                  <a:lnTo>
                    <a:pt x="8622516" y="2162117"/>
                  </a:lnTo>
                  <a:lnTo>
                    <a:pt x="8578521" y="2118407"/>
                  </a:lnTo>
                  <a:close/>
                  <a:moveTo>
                    <a:pt x="3687450" y="2037625"/>
                  </a:moveTo>
                  <a:lnTo>
                    <a:pt x="3567200" y="2157822"/>
                  </a:lnTo>
                  <a:lnTo>
                    <a:pt x="3759204" y="2157822"/>
                  </a:lnTo>
                  <a:lnTo>
                    <a:pt x="3764649" y="2144701"/>
                  </a:lnTo>
                  <a:lnTo>
                    <a:pt x="3756592" y="2125011"/>
                  </a:lnTo>
                  <a:lnTo>
                    <a:pt x="3761971" y="2111823"/>
                  </a:lnTo>
                  <a:close/>
                  <a:moveTo>
                    <a:pt x="1802205" y="2037445"/>
                  </a:moveTo>
                  <a:lnTo>
                    <a:pt x="1997102" y="2232274"/>
                  </a:lnTo>
                  <a:lnTo>
                    <a:pt x="2018994" y="2223515"/>
                  </a:lnTo>
                  <a:cubicBezTo>
                    <a:pt x="2032134" y="2223515"/>
                    <a:pt x="2043629" y="2228486"/>
                    <a:pt x="2051842" y="2236700"/>
                  </a:cubicBezTo>
                  <a:lnTo>
                    <a:pt x="2060600" y="2258551"/>
                  </a:lnTo>
                  <a:lnTo>
                    <a:pt x="2097825" y="2258551"/>
                  </a:lnTo>
                  <a:lnTo>
                    <a:pt x="1876654" y="2037445"/>
                  </a:lnTo>
                  <a:close/>
                  <a:moveTo>
                    <a:pt x="10307338" y="2037395"/>
                  </a:moveTo>
                  <a:lnTo>
                    <a:pt x="10086165" y="2258551"/>
                  </a:lnTo>
                  <a:lnTo>
                    <a:pt x="10123392" y="2258551"/>
                  </a:lnTo>
                  <a:lnTo>
                    <a:pt x="10132152" y="2236654"/>
                  </a:lnTo>
                  <a:cubicBezTo>
                    <a:pt x="10140363" y="2228438"/>
                    <a:pt x="10151860" y="2223515"/>
                    <a:pt x="10164999" y="2223515"/>
                  </a:cubicBezTo>
                  <a:lnTo>
                    <a:pt x="10186901" y="2232274"/>
                  </a:lnTo>
                  <a:lnTo>
                    <a:pt x="10381797" y="2037395"/>
                  </a:lnTo>
                  <a:close/>
                  <a:moveTo>
                    <a:pt x="5945246" y="2022116"/>
                  </a:moveTo>
                  <a:lnTo>
                    <a:pt x="5717515" y="2249792"/>
                  </a:lnTo>
                  <a:lnTo>
                    <a:pt x="5717515" y="2582024"/>
                  </a:lnTo>
                  <a:lnTo>
                    <a:pt x="5731747" y="2588119"/>
                  </a:lnTo>
                  <a:cubicBezTo>
                    <a:pt x="5737768" y="2594184"/>
                    <a:pt x="5741601" y="2602387"/>
                    <a:pt x="5741601" y="2611150"/>
                  </a:cubicBezTo>
                  <a:lnTo>
                    <a:pt x="5733098" y="2632759"/>
                  </a:lnTo>
                  <a:lnTo>
                    <a:pt x="5901451" y="2464433"/>
                  </a:lnTo>
                  <a:lnTo>
                    <a:pt x="5901451" y="2374611"/>
                  </a:lnTo>
                  <a:lnTo>
                    <a:pt x="5945246" y="2330827"/>
                  </a:lnTo>
                  <a:close/>
                  <a:moveTo>
                    <a:pt x="2209503" y="2022116"/>
                  </a:moveTo>
                  <a:lnTo>
                    <a:pt x="2345276" y="2157822"/>
                  </a:lnTo>
                  <a:lnTo>
                    <a:pt x="2594919" y="2157822"/>
                  </a:lnTo>
                  <a:lnTo>
                    <a:pt x="2940916" y="2157822"/>
                  </a:lnTo>
                  <a:lnTo>
                    <a:pt x="2830488" y="2047454"/>
                  </a:lnTo>
                  <a:lnTo>
                    <a:pt x="2811715" y="2054963"/>
                  </a:lnTo>
                  <a:cubicBezTo>
                    <a:pt x="2798577" y="2054963"/>
                    <a:pt x="2787078" y="2050035"/>
                    <a:pt x="2778870" y="2041825"/>
                  </a:cubicBezTo>
                  <a:lnTo>
                    <a:pt x="2770987" y="2022116"/>
                  </a:lnTo>
                  <a:close/>
                  <a:moveTo>
                    <a:pt x="2173140" y="2022116"/>
                  </a:moveTo>
                  <a:lnTo>
                    <a:pt x="2329949" y="2181915"/>
                  </a:lnTo>
                  <a:lnTo>
                    <a:pt x="2565824" y="2181915"/>
                  </a:lnTo>
                  <a:lnTo>
                    <a:pt x="2566762" y="2179757"/>
                  </a:lnTo>
                  <a:lnTo>
                    <a:pt x="2336515" y="2179757"/>
                  </a:lnTo>
                  <a:lnTo>
                    <a:pt x="2178235" y="2022116"/>
                  </a:lnTo>
                  <a:close/>
                  <a:moveTo>
                    <a:pt x="9413018" y="2022073"/>
                  </a:moveTo>
                  <a:lnTo>
                    <a:pt x="9405136" y="2041778"/>
                  </a:lnTo>
                  <a:cubicBezTo>
                    <a:pt x="9396924" y="2049989"/>
                    <a:pt x="9385428" y="2054916"/>
                    <a:pt x="9372289" y="2054916"/>
                  </a:cubicBezTo>
                  <a:lnTo>
                    <a:pt x="9353522" y="2047409"/>
                  </a:lnTo>
                  <a:lnTo>
                    <a:pt x="9305794" y="2095115"/>
                  </a:lnTo>
                  <a:lnTo>
                    <a:pt x="9838720" y="2094320"/>
                  </a:lnTo>
                  <a:lnTo>
                    <a:pt x="9910992" y="2022073"/>
                  </a:lnTo>
                  <a:close/>
                  <a:moveTo>
                    <a:pt x="8465788" y="2006436"/>
                  </a:moveTo>
                  <a:lnTo>
                    <a:pt x="8421961" y="2050416"/>
                  </a:lnTo>
                  <a:lnTo>
                    <a:pt x="8427388" y="2063683"/>
                  </a:lnTo>
                  <a:lnTo>
                    <a:pt x="8419784" y="2082268"/>
                  </a:lnTo>
                  <a:lnTo>
                    <a:pt x="8425654" y="2096421"/>
                  </a:lnTo>
                  <a:lnTo>
                    <a:pt x="8556193" y="2096230"/>
                  </a:lnTo>
                  <a:close/>
                  <a:moveTo>
                    <a:pt x="2125610" y="1969698"/>
                  </a:moveTo>
                  <a:lnTo>
                    <a:pt x="2124426" y="1972459"/>
                  </a:lnTo>
                  <a:lnTo>
                    <a:pt x="2149511" y="1998028"/>
                  </a:lnTo>
                  <a:lnTo>
                    <a:pt x="2154054" y="1998028"/>
                  </a:lnTo>
                  <a:close/>
                  <a:moveTo>
                    <a:pt x="1896367" y="1969560"/>
                  </a:moveTo>
                  <a:lnTo>
                    <a:pt x="1924834" y="1998028"/>
                  </a:lnTo>
                  <a:lnTo>
                    <a:pt x="2125755" y="1998028"/>
                  </a:lnTo>
                  <a:lnTo>
                    <a:pt x="2115327" y="1987400"/>
                  </a:lnTo>
                  <a:lnTo>
                    <a:pt x="2095636" y="1995840"/>
                  </a:lnTo>
                  <a:cubicBezTo>
                    <a:pt x="2086874" y="1995840"/>
                    <a:pt x="2078664" y="1992006"/>
                    <a:pt x="2072640" y="1985985"/>
                  </a:cubicBezTo>
                  <a:lnTo>
                    <a:pt x="2065601" y="1969560"/>
                  </a:lnTo>
                  <a:close/>
                  <a:moveTo>
                    <a:pt x="1734321" y="1969560"/>
                  </a:moveTo>
                  <a:lnTo>
                    <a:pt x="1784687" y="2019926"/>
                  </a:lnTo>
                  <a:lnTo>
                    <a:pt x="1883223" y="2019926"/>
                  </a:lnTo>
                  <a:lnTo>
                    <a:pt x="2121919" y="2258551"/>
                  </a:lnTo>
                  <a:lnTo>
                    <a:pt x="3041650" y="2258551"/>
                  </a:lnTo>
                  <a:lnTo>
                    <a:pt x="2962815" y="2179757"/>
                  </a:lnTo>
                  <a:lnTo>
                    <a:pt x="2623073" y="2179757"/>
                  </a:lnTo>
                  <a:lnTo>
                    <a:pt x="2627766" y="2190669"/>
                  </a:lnTo>
                  <a:cubicBezTo>
                    <a:pt x="2629956" y="2208188"/>
                    <a:pt x="2612437" y="2223515"/>
                    <a:pt x="2594919" y="2223515"/>
                  </a:cubicBezTo>
                  <a:cubicBezTo>
                    <a:pt x="2586158" y="2224617"/>
                    <a:pt x="2577945" y="2220817"/>
                    <a:pt x="2571923" y="2214523"/>
                  </a:cubicBezTo>
                  <a:lnTo>
                    <a:pt x="2565693" y="2199429"/>
                  </a:lnTo>
                  <a:lnTo>
                    <a:pt x="2323381" y="2199429"/>
                  </a:lnTo>
                  <a:lnTo>
                    <a:pt x="2149387" y="2022116"/>
                  </a:lnTo>
                  <a:lnTo>
                    <a:pt x="1916075" y="2022116"/>
                  </a:lnTo>
                  <a:lnTo>
                    <a:pt x="1863521" y="1969560"/>
                  </a:lnTo>
                  <a:close/>
                  <a:moveTo>
                    <a:pt x="10320484" y="1969511"/>
                  </a:moveTo>
                  <a:lnTo>
                    <a:pt x="10267921" y="2022073"/>
                  </a:lnTo>
                  <a:lnTo>
                    <a:pt x="10034605" y="2022073"/>
                  </a:lnTo>
                  <a:lnTo>
                    <a:pt x="9860616" y="2199429"/>
                  </a:lnTo>
                  <a:lnTo>
                    <a:pt x="9618301" y="2199429"/>
                  </a:lnTo>
                  <a:lnTo>
                    <a:pt x="9612073" y="2214477"/>
                  </a:lnTo>
                  <a:cubicBezTo>
                    <a:pt x="9606052" y="2220783"/>
                    <a:pt x="9597840" y="2224606"/>
                    <a:pt x="9589081" y="2223515"/>
                  </a:cubicBezTo>
                  <a:cubicBezTo>
                    <a:pt x="9571562" y="2223515"/>
                    <a:pt x="9554044" y="2208188"/>
                    <a:pt x="9556233" y="2190669"/>
                  </a:cubicBezTo>
                  <a:cubicBezTo>
                    <a:pt x="9556233" y="2173150"/>
                    <a:pt x="9571562" y="2157822"/>
                    <a:pt x="9589081" y="2157822"/>
                  </a:cubicBezTo>
                  <a:cubicBezTo>
                    <a:pt x="9597840" y="2157822"/>
                    <a:pt x="9606052" y="2161649"/>
                    <a:pt x="9612073" y="2167671"/>
                  </a:cubicBezTo>
                  <a:lnTo>
                    <a:pt x="9618174" y="2181909"/>
                  </a:lnTo>
                  <a:lnTo>
                    <a:pt x="9854047" y="2181909"/>
                  </a:lnTo>
                  <a:lnTo>
                    <a:pt x="10010851" y="2022073"/>
                  </a:lnTo>
                  <a:lnTo>
                    <a:pt x="9943839" y="2022073"/>
                  </a:lnTo>
                  <a:lnTo>
                    <a:pt x="9847479" y="2118407"/>
                  </a:lnTo>
                  <a:lnTo>
                    <a:pt x="9282500" y="2118407"/>
                  </a:lnTo>
                  <a:lnTo>
                    <a:pt x="9142361" y="2258551"/>
                  </a:lnTo>
                  <a:lnTo>
                    <a:pt x="10062077" y="2258551"/>
                  </a:lnTo>
                  <a:lnTo>
                    <a:pt x="10300769" y="2019877"/>
                  </a:lnTo>
                  <a:lnTo>
                    <a:pt x="10399316" y="2019877"/>
                  </a:lnTo>
                  <a:lnTo>
                    <a:pt x="10449682" y="1969511"/>
                  </a:lnTo>
                  <a:close/>
                  <a:moveTo>
                    <a:pt x="10118386" y="1969511"/>
                  </a:moveTo>
                  <a:lnTo>
                    <a:pt x="10111350" y="1985931"/>
                  </a:lnTo>
                  <a:cubicBezTo>
                    <a:pt x="10105328" y="1991953"/>
                    <a:pt x="10097116" y="1995785"/>
                    <a:pt x="10088357" y="1995785"/>
                  </a:cubicBezTo>
                  <a:lnTo>
                    <a:pt x="10068670" y="1987348"/>
                  </a:lnTo>
                  <a:lnTo>
                    <a:pt x="10058235" y="1997986"/>
                  </a:lnTo>
                  <a:lnTo>
                    <a:pt x="10259162" y="1997986"/>
                  </a:lnTo>
                  <a:lnTo>
                    <a:pt x="10287636" y="1969511"/>
                  </a:lnTo>
                  <a:close/>
                  <a:moveTo>
                    <a:pt x="3858419" y="1947663"/>
                  </a:moveTo>
                  <a:lnTo>
                    <a:pt x="4420061" y="2509285"/>
                  </a:lnTo>
                  <a:lnTo>
                    <a:pt x="4519696" y="2409694"/>
                  </a:lnTo>
                  <a:lnTo>
                    <a:pt x="4572256" y="2409694"/>
                  </a:lnTo>
                  <a:lnTo>
                    <a:pt x="4572256" y="2286291"/>
                  </a:lnTo>
                  <a:lnTo>
                    <a:pt x="4565685" y="2302347"/>
                  </a:lnTo>
                  <a:cubicBezTo>
                    <a:pt x="4552552" y="2315532"/>
                    <a:pt x="4530650" y="2315532"/>
                    <a:pt x="4517504" y="2302347"/>
                  </a:cubicBezTo>
                  <a:cubicBezTo>
                    <a:pt x="4510936" y="2295777"/>
                    <a:pt x="4507657" y="2287019"/>
                    <a:pt x="4507657" y="2278260"/>
                  </a:cubicBezTo>
                  <a:lnTo>
                    <a:pt x="4514268" y="2262095"/>
                  </a:lnTo>
                  <a:lnTo>
                    <a:pt x="4274436" y="2024306"/>
                  </a:lnTo>
                  <a:lnTo>
                    <a:pt x="4274436" y="1975007"/>
                  </a:lnTo>
                  <a:lnTo>
                    <a:pt x="4250344" y="1984888"/>
                  </a:lnTo>
                  <a:cubicBezTo>
                    <a:pt x="4237206" y="1984888"/>
                    <a:pt x="4225707" y="1979961"/>
                    <a:pt x="4217498" y="1971750"/>
                  </a:cubicBezTo>
                  <a:lnTo>
                    <a:pt x="4207915" y="1947663"/>
                  </a:lnTo>
                  <a:lnTo>
                    <a:pt x="3970860" y="1947663"/>
                  </a:lnTo>
                  <a:lnTo>
                    <a:pt x="4024677" y="2001945"/>
                  </a:lnTo>
                  <a:lnTo>
                    <a:pt x="4050021" y="1991459"/>
                  </a:lnTo>
                  <a:cubicBezTo>
                    <a:pt x="4061519" y="1991459"/>
                    <a:pt x="4073014" y="1995838"/>
                    <a:pt x="4081777" y="2004598"/>
                  </a:cubicBezTo>
                  <a:cubicBezTo>
                    <a:pt x="4099294" y="2022115"/>
                    <a:pt x="4099294" y="2050584"/>
                    <a:pt x="4081777" y="2068102"/>
                  </a:cubicBezTo>
                  <a:cubicBezTo>
                    <a:pt x="4064255" y="2085620"/>
                    <a:pt x="4035787" y="2085620"/>
                    <a:pt x="4018269" y="2068102"/>
                  </a:cubicBezTo>
                  <a:cubicBezTo>
                    <a:pt x="4009508" y="2059342"/>
                    <a:pt x="4005129" y="2047847"/>
                    <a:pt x="4005129" y="2036349"/>
                  </a:cubicBezTo>
                  <a:lnTo>
                    <a:pt x="4011219" y="2021636"/>
                  </a:lnTo>
                  <a:lnTo>
                    <a:pt x="3937242" y="1947663"/>
                  </a:lnTo>
                  <a:close/>
                  <a:moveTo>
                    <a:pt x="3777417" y="1947663"/>
                  </a:moveTo>
                  <a:lnTo>
                    <a:pt x="3698569" y="2026505"/>
                  </a:lnTo>
                  <a:lnTo>
                    <a:pt x="3771111" y="2099028"/>
                  </a:lnTo>
                  <a:lnTo>
                    <a:pt x="3790535" y="2091074"/>
                  </a:lnTo>
                  <a:cubicBezTo>
                    <a:pt x="3799295" y="2091074"/>
                    <a:pt x="3808054" y="2094323"/>
                    <a:pt x="3814626" y="2100923"/>
                  </a:cubicBezTo>
                  <a:cubicBezTo>
                    <a:pt x="3821192" y="2107507"/>
                    <a:pt x="3824476" y="2116251"/>
                    <a:pt x="3824476" y="2125011"/>
                  </a:cubicBezTo>
                  <a:lnTo>
                    <a:pt x="3820676" y="2134310"/>
                  </a:lnTo>
                  <a:lnTo>
                    <a:pt x="3829959" y="2138116"/>
                  </a:lnTo>
                  <a:cubicBezTo>
                    <a:pt x="3838717" y="2147965"/>
                    <a:pt x="3843096" y="2160059"/>
                    <a:pt x="3843096" y="2171786"/>
                  </a:cubicBezTo>
                  <a:lnTo>
                    <a:pt x="3839512" y="2180514"/>
                  </a:lnTo>
                  <a:lnTo>
                    <a:pt x="3902212" y="2243239"/>
                  </a:lnTo>
                  <a:lnTo>
                    <a:pt x="3902213" y="2243230"/>
                  </a:lnTo>
                  <a:cubicBezTo>
                    <a:pt x="3919735" y="2243230"/>
                    <a:pt x="3935054" y="2258551"/>
                    <a:pt x="3935054" y="2276085"/>
                  </a:cubicBezTo>
                  <a:lnTo>
                    <a:pt x="4053306" y="2394361"/>
                  </a:lnTo>
                  <a:lnTo>
                    <a:pt x="4198718" y="2394361"/>
                  </a:lnTo>
                  <a:lnTo>
                    <a:pt x="4202219" y="2385602"/>
                  </a:lnTo>
                  <a:cubicBezTo>
                    <a:pt x="4210433" y="2377401"/>
                    <a:pt x="4221876" y="2372431"/>
                    <a:pt x="4235017" y="2372431"/>
                  </a:cubicBezTo>
                  <a:cubicBezTo>
                    <a:pt x="4261294" y="2372431"/>
                    <a:pt x="4281003" y="2392140"/>
                    <a:pt x="4281003" y="2418453"/>
                  </a:cubicBezTo>
                  <a:cubicBezTo>
                    <a:pt x="4281003" y="2444724"/>
                    <a:pt x="4261294" y="2464433"/>
                    <a:pt x="4235017" y="2464433"/>
                  </a:cubicBezTo>
                  <a:cubicBezTo>
                    <a:pt x="4208789" y="2464433"/>
                    <a:pt x="4189081" y="2442502"/>
                    <a:pt x="4189081" y="2418453"/>
                  </a:cubicBezTo>
                  <a:lnTo>
                    <a:pt x="4189082" y="2418447"/>
                  </a:lnTo>
                  <a:lnTo>
                    <a:pt x="4077396" y="2418447"/>
                  </a:lnTo>
                  <a:lnTo>
                    <a:pt x="4239395" y="2580456"/>
                  </a:lnTo>
                  <a:lnTo>
                    <a:pt x="4348890" y="2580456"/>
                  </a:lnTo>
                  <a:lnTo>
                    <a:pt x="4408021" y="2521334"/>
                  </a:lnTo>
                  <a:lnTo>
                    <a:pt x="3834333" y="1947663"/>
                  </a:lnTo>
                  <a:close/>
                  <a:moveTo>
                    <a:pt x="8286149" y="1947621"/>
                  </a:moveTo>
                  <a:lnTo>
                    <a:pt x="7744167" y="2489576"/>
                  </a:lnTo>
                  <a:lnTo>
                    <a:pt x="7835044" y="2580456"/>
                  </a:lnTo>
                  <a:lnTo>
                    <a:pt x="7883231" y="2580456"/>
                  </a:lnTo>
                  <a:lnTo>
                    <a:pt x="8045275" y="2418404"/>
                  </a:lnTo>
                  <a:lnTo>
                    <a:pt x="7994900" y="2418404"/>
                  </a:lnTo>
                  <a:cubicBezTo>
                    <a:pt x="7994900" y="2442491"/>
                    <a:pt x="7975191" y="2464390"/>
                    <a:pt x="7948913" y="2464390"/>
                  </a:cubicBezTo>
                  <a:cubicBezTo>
                    <a:pt x="7922637" y="2464390"/>
                    <a:pt x="7902928" y="2444682"/>
                    <a:pt x="7902928" y="2418404"/>
                  </a:cubicBezTo>
                  <a:cubicBezTo>
                    <a:pt x="7902928" y="2392128"/>
                    <a:pt x="7922637" y="2372419"/>
                    <a:pt x="7948913" y="2372419"/>
                  </a:cubicBezTo>
                  <a:cubicBezTo>
                    <a:pt x="7962052" y="2372419"/>
                    <a:pt x="7973550" y="2377347"/>
                    <a:pt x="7981761" y="2385558"/>
                  </a:cubicBezTo>
                  <a:lnTo>
                    <a:pt x="7985265" y="2394316"/>
                  </a:lnTo>
                  <a:lnTo>
                    <a:pt x="8069362" y="2394316"/>
                  </a:lnTo>
                  <a:lnTo>
                    <a:pt x="8345111" y="2118562"/>
                  </a:lnTo>
                  <a:lnTo>
                    <a:pt x="8340890" y="2108273"/>
                  </a:lnTo>
                  <a:cubicBezTo>
                    <a:pt x="8340890" y="2096502"/>
                    <a:pt x="8345270" y="2084494"/>
                    <a:pt x="8354029" y="2074640"/>
                  </a:cubicBezTo>
                  <a:lnTo>
                    <a:pt x="8362545" y="2071116"/>
                  </a:lnTo>
                  <a:lnTo>
                    <a:pt x="8359504" y="2063683"/>
                  </a:lnTo>
                  <a:cubicBezTo>
                    <a:pt x="8359504" y="2054924"/>
                    <a:pt x="8362789" y="2046165"/>
                    <a:pt x="8369359" y="2039594"/>
                  </a:cubicBezTo>
                  <a:cubicBezTo>
                    <a:pt x="8375928" y="2033026"/>
                    <a:pt x="8384687" y="2029741"/>
                    <a:pt x="8393446" y="2029741"/>
                  </a:cubicBezTo>
                  <a:lnTo>
                    <a:pt x="8412809" y="2037662"/>
                  </a:lnTo>
                  <a:lnTo>
                    <a:pt x="8454802" y="1995522"/>
                  </a:lnTo>
                  <a:lnTo>
                    <a:pt x="8406585" y="1947621"/>
                  </a:lnTo>
                  <a:close/>
                  <a:moveTo>
                    <a:pt x="7976068" y="1947621"/>
                  </a:moveTo>
                  <a:lnTo>
                    <a:pt x="7966432" y="1971706"/>
                  </a:lnTo>
                  <a:cubicBezTo>
                    <a:pt x="7958220" y="1979918"/>
                    <a:pt x="7946724" y="1984845"/>
                    <a:pt x="7933585" y="1984845"/>
                  </a:cubicBezTo>
                  <a:cubicBezTo>
                    <a:pt x="7921542" y="1984845"/>
                    <a:pt x="7910045" y="1979918"/>
                    <a:pt x="7901559" y="1971706"/>
                  </a:cubicBezTo>
                  <a:lnTo>
                    <a:pt x="7899454" y="1968686"/>
                  </a:lnTo>
                  <a:lnTo>
                    <a:pt x="7668632" y="2201403"/>
                  </a:lnTo>
                  <a:lnTo>
                    <a:pt x="7674093" y="2214755"/>
                  </a:lnTo>
                  <a:cubicBezTo>
                    <a:pt x="7674093" y="2223515"/>
                    <a:pt x="7670808" y="2232274"/>
                    <a:pt x="7664239" y="2238845"/>
                  </a:cubicBezTo>
                  <a:cubicBezTo>
                    <a:pt x="7651100" y="2251981"/>
                    <a:pt x="7629202" y="2251981"/>
                    <a:pt x="7616063" y="2238845"/>
                  </a:cubicBezTo>
                  <a:lnTo>
                    <a:pt x="7609494" y="2222786"/>
                  </a:lnTo>
                  <a:lnTo>
                    <a:pt x="7609494" y="2389938"/>
                  </a:lnTo>
                  <a:lnTo>
                    <a:pt x="7589909" y="2409645"/>
                  </a:lnTo>
                  <a:lnTo>
                    <a:pt x="7664240" y="2409645"/>
                  </a:lnTo>
                  <a:lnTo>
                    <a:pt x="7732124" y="2477529"/>
                  </a:lnTo>
                  <a:lnTo>
                    <a:pt x="8262061" y="1947621"/>
                  </a:lnTo>
                  <a:lnTo>
                    <a:pt x="8182853" y="1947621"/>
                  </a:lnTo>
                  <a:lnTo>
                    <a:pt x="8172032" y="1958539"/>
                  </a:lnTo>
                  <a:lnTo>
                    <a:pt x="8178845" y="1975004"/>
                  </a:lnTo>
                  <a:cubicBezTo>
                    <a:pt x="8178845" y="1986501"/>
                    <a:pt x="8174465" y="1997997"/>
                    <a:pt x="8165706" y="2006756"/>
                  </a:cubicBezTo>
                  <a:cubicBezTo>
                    <a:pt x="8148187" y="2024275"/>
                    <a:pt x="8119720" y="2024275"/>
                    <a:pt x="8102201" y="2006756"/>
                  </a:cubicBezTo>
                  <a:cubicBezTo>
                    <a:pt x="8093442" y="1997997"/>
                    <a:pt x="8089062" y="1986501"/>
                    <a:pt x="8089062" y="1975004"/>
                  </a:cubicBezTo>
                  <a:lnTo>
                    <a:pt x="8100393" y="1947621"/>
                  </a:lnTo>
                  <a:close/>
                  <a:moveTo>
                    <a:pt x="4541597" y="1943284"/>
                  </a:moveTo>
                  <a:lnTo>
                    <a:pt x="4541597" y="1960803"/>
                  </a:lnTo>
                  <a:lnTo>
                    <a:pt x="4572256" y="1991460"/>
                  </a:lnTo>
                  <a:lnTo>
                    <a:pt x="4572256" y="1973941"/>
                  </a:lnTo>
                  <a:close/>
                  <a:moveTo>
                    <a:pt x="7640151" y="1881940"/>
                  </a:moveTo>
                  <a:lnTo>
                    <a:pt x="7609494" y="1912597"/>
                  </a:lnTo>
                  <a:lnTo>
                    <a:pt x="7609494" y="1930109"/>
                  </a:lnTo>
                  <a:lnTo>
                    <a:pt x="7640151" y="1899452"/>
                  </a:lnTo>
                  <a:close/>
                  <a:moveTo>
                    <a:pt x="1199130" y="1873209"/>
                  </a:moveTo>
                  <a:lnTo>
                    <a:pt x="1191247" y="1892918"/>
                  </a:lnTo>
                  <a:cubicBezTo>
                    <a:pt x="1183036" y="1901130"/>
                    <a:pt x="1171540" y="1906056"/>
                    <a:pt x="1158402" y="1906056"/>
                  </a:cubicBezTo>
                  <a:lnTo>
                    <a:pt x="1131812" y="1895422"/>
                  </a:lnTo>
                  <a:lnTo>
                    <a:pt x="871538" y="2155636"/>
                  </a:lnTo>
                  <a:lnTo>
                    <a:pt x="952555" y="2155636"/>
                  </a:lnTo>
                  <a:lnTo>
                    <a:pt x="1061944" y="2044512"/>
                  </a:lnTo>
                  <a:lnTo>
                    <a:pt x="1053284" y="2024306"/>
                  </a:lnTo>
                  <a:lnTo>
                    <a:pt x="1051095" y="2024306"/>
                  </a:lnTo>
                  <a:cubicBezTo>
                    <a:pt x="1051095" y="2006786"/>
                    <a:pt x="1068615" y="1991459"/>
                    <a:pt x="1086131" y="1991459"/>
                  </a:cubicBezTo>
                  <a:cubicBezTo>
                    <a:pt x="1094892" y="1991459"/>
                    <a:pt x="1103102" y="1995291"/>
                    <a:pt x="1109124" y="2001312"/>
                  </a:cubicBezTo>
                  <a:lnTo>
                    <a:pt x="1117102" y="2019926"/>
                  </a:lnTo>
                  <a:lnTo>
                    <a:pt x="1752641" y="2019926"/>
                  </a:lnTo>
                  <a:lnTo>
                    <a:pt x="1702009" y="1969560"/>
                  </a:lnTo>
                  <a:lnTo>
                    <a:pt x="1598550" y="1969560"/>
                  </a:lnTo>
                  <a:lnTo>
                    <a:pt x="1519713" y="1890726"/>
                  </a:lnTo>
                  <a:lnTo>
                    <a:pt x="1504383" y="1897297"/>
                  </a:lnTo>
                  <a:cubicBezTo>
                    <a:pt x="1495624" y="1897297"/>
                    <a:pt x="1487413" y="1893464"/>
                    <a:pt x="1481390" y="1887443"/>
                  </a:cubicBezTo>
                  <a:lnTo>
                    <a:pt x="1475289" y="1873209"/>
                  </a:lnTo>
                  <a:close/>
                  <a:moveTo>
                    <a:pt x="10708695" y="1873160"/>
                  </a:moveTo>
                  <a:lnTo>
                    <a:pt x="10702598" y="1887387"/>
                  </a:lnTo>
                  <a:cubicBezTo>
                    <a:pt x="10696575" y="1893410"/>
                    <a:pt x="10688364" y="1897241"/>
                    <a:pt x="10679605" y="1897241"/>
                  </a:cubicBezTo>
                  <a:lnTo>
                    <a:pt x="10664281" y="1890674"/>
                  </a:lnTo>
                  <a:lnTo>
                    <a:pt x="10585443" y="1969511"/>
                  </a:lnTo>
                  <a:lnTo>
                    <a:pt x="10481994" y="1969511"/>
                  </a:lnTo>
                  <a:lnTo>
                    <a:pt x="10431360" y="2019877"/>
                  </a:lnTo>
                  <a:lnTo>
                    <a:pt x="11066887" y="2019877"/>
                  </a:lnTo>
                  <a:lnTo>
                    <a:pt x="11074866" y="2001258"/>
                  </a:lnTo>
                  <a:cubicBezTo>
                    <a:pt x="11080888" y="1995236"/>
                    <a:pt x="11089100" y="1991403"/>
                    <a:pt x="11097859" y="1991403"/>
                  </a:cubicBezTo>
                  <a:cubicBezTo>
                    <a:pt x="11115377" y="1991403"/>
                    <a:pt x="11132896" y="2006732"/>
                    <a:pt x="11132896" y="2024251"/>
                  </a:cubicBezTo>
                  <a:lnTo>
                    <a:pt x="11130706" y="2024251"/>
                  </a:lnTo>
                  <a:lnTo>
                    <a:pt x="11122045" y="2044460"/>
                  </a:lnTo>
                  <a:lnTo>
                    <a:pt x="11231437" y="2155633"/>
                  </a:lnTo>
                  <a:lnTo>
                    <a:pt x="11312457" y="2155633"/>
                  </a:lnTo>
                  <a:lnTo>
                    <a:pt x="11052182" y="1895374"/>
                  </a:lnTo>
                  <a:lnTo>
                    <a:pt x="11025593" y="1906009"/>
                  </a:lnTo>
                  <a:cubicBezTo>
                    <a:pt x="11012455" y="1906009"/>
                    <a:pt x="11000958" y="1901081"/>
                    <a:pt x="10992747" y="1892870"/>
                  </a:cubicBezTo>
                  <a:lnTo>
                    <a:pt x="10984862" y="1873160"/>
                  </a:lnTo>
                  <a:close/>
                  <a:moveTo>
                    <a:pt x="1535351" y="1868830"/>
                  </a:moveTo>
                  <a:lnTo>
                    <a:pt x="1531317" y="1878243"/>
                  </a:lnTo>
                  <a:lnTo>
                    <a:pt x="1605119" y="1952042"/>
                  </a:lnTo>
                  <a:lnTo>
                    <a:pt x="1684398" y="1952042"/>
                  </a:lnTo>
                  <a:lnTo>
                    <a:pt x="1600745" y="1868830"/>
                  </a:lnTo>
                  <a:close/>
                  <a:moveTo>
                    <a:pt x="10583254" y="1868788"/>
                  </a:moveTo>
                  <a:lnTo>
                    <a:pt x="10499607" y="1951992"/>
                  </a:lnTo>
                  <a:lnTo>
                    <a:pt x="10578874" y="1951992"/>
                  </a:lnTo>
                  <a:lnTo>
                    <a:pt x="10652671" y="1878194"/>
                  </a:lnTo>
                  <a:lnTo>
                    <a:pt x="10648640" y="1868788"/>
                  </a:lnTo>
                  <a:close/>
                  <a:moveTo>
                    <a:pt x="5054012" y="1820655"/>
                  </a:moveTo>
                  <a:lnTo>
                    <a:pt x="5054012" y="2349696"/>
                  </a:lnTo>
                  <a:lnTo>
                    <a:pt x="5078097" y="2359329"/>
                  </a:lnTo>
                  <a:cubicBezTo>
                    <a:pt x="5086311" y="2367540"/>
                    <a:pt x="5091234" y="2379031"/>
                    <a:pt x="5091234" y="2392140"/>
                  </a:cubicBezTo>
                  <a:lnTo>
                    <a:pt x="5083792" y="2409694"/>
                  </a:lnTo>
                  <a:lnTo>
                    <a:pt x="5177523" y="2409694"/>
                  </a:lnTo>
                  <a:lnTo>
                    <a:pt x="5185402" y="2389941"/>
                  </a:lnTo>
                  <a:cubicBezTo>
                    <a:pt x="5193609" y="2381735"/>
                    <a:pt x="5205098" y="2376848"/>
                    <a:pt x="5218233" y="2376848"/>
                  </a:cubicBezTo>
                  <a:cubicBezTo>
                    <a:pt x="5231377" y="2376848"/>
                    <a:pt x="5242880" y="2381735"/>
                    <a:pt x="5251098" y="2389941"/>
                  </a:cubicBezTo>
                  <a:lnTo>
                    <a:pt x="5257668" y="2406368"/>
                  </a:lnTo>
                  <a:lnTo>
                    <a:pt x="5257668" y="2057151"/>
                  </a:lnTo>
                  <a:cubicBezTo>
                    <a:pt x="5231377" y="2057151"/>
                    <a:pt x="5211666" y="2035254"/>
                    <a:pt x="5211666" y="2011167"/>
                  </a:cubicBezTo>
                  <a:cubicBezTo>
                    <a:pt x="5211666" y="2004598"/>
                    <a:pt x="5213037" y="1998438"/>
                    <a:pt x="5215461" y="1992895"/>
                  </a:cubicBezTo>
                  <a:lnTo>
                    <a:pt x="5219888" y="1986546"/>
                  </a:lnTo>
                  <a:close/>
                  <a:moveTo>
                    <a:pt x="3492731" y="1820653"/>
                  </a:moveTo>
                  <a:lnTo>
                    <a:pt x="3682960" y="2010895"/>
                  </a:lnTo>
                  <a:lnTo>
                    <a:pt x="3768653" y="1925765"/>
                  </a:lnTo>
                  <a:lnTo>
                    <a:pt x="3812437" y="1925765"/>
                  </a:lnTo>
                  <a:lnTo>
                    <a:pt x="3727029" y="1840362"/>
                  </a:lnTo>
                  <a:lnTo>
                    <a:pt x="3727029" y="1840363"/>
                  </a:lnTo>
                  <a:cubicBezTo>
                    <a:pt x="3713892" y="1853501"/>
                    <a:pt x="3691991" y="1853501"/>
                    <a:pt x="3678854" y="1840363"/>
                  </a:cubicBezTo>
                  <a:lnTo>
                    <a:pt x="3670790" y="1820653"/>
                  </a:lnTo>
                  <a:close/>
                  <a:moveTo>
                    <a:pt x="3155703" y="1820653"/>
                  </a:moveTo>
                  <a:lnTo>
                    <a:pt x="3493805" y="2157822"/>
                  </a:lnTo>
                  <a:lnTo>
                    <a:pt x="3535013" y="2157822"/>
                  </a:lnTo>
                  <a:lnTo>
                    <a:pt x="3671779" y="2022006"/>
                  </a:lnTo>
                  <a:lnTo>
                    <a:pt x="3469735" y="1820653"/>
                  </a:lnTo>
                  <a:close/>
                  <a:moveTo>
                    <a:pt x="3732403" y="1805326"/>
                  </a:moveTo>
                  <a:lnTo>
                    <a:pt x="3736882" y="1816274"/>
                  </a:lnTo>
                  <a:lnTo>
                    <a:pt x="3734022" y="1823267"/>
                  </a:lnTo>
                  <a:lnTo>
                    <a:pt x="3836523" y="1925765"/>
                  </a:lnTo>
                  <a:lnTo>
                    <a:pt x="3915358" y="1925765"/>
                  </a:lnTo>
                  <a:lnTo>
                    <a:pt x="3794922" y="1805326"/>
                  </a:lnTo>
                  <a:close/>
                  <a:moveTo>
                    <a:pt x="6451086" y="1798751"/>
                  </a:moveTo>
                  <a:lnTo>
                    <a:pt x="6451086" y="1842552"/>
                  </a:lnTo>
                  <a:lnTo>
                    <a:pt x="6453275" y="1844780"/>
                  </a:lnTo>
                  <a:lnTo>
                    <a:pt x="6453275" y="1800946"/>
                  </a:lnTo>
                  <a:close/>
                  <a:moveTo>
                    <a:pt x="8712064" y="1759301"/>
                  </a:moveTo>
                  <a:lnTo>
                    <a:pt x="8481111" y="1991059"/>
                  </a:lnTo>
                  <a:lnTo>
                    <a:pt x="8586949" y="2096183"/>
                  </a:lnTo>
                  <a:lnTo>
                    <a:pt x="8688429" y="2096028"/>
                  </a:lnTo>
                  <a:lnTo>
                    <a:pt x="9024318" y="1759301"/>
                  </a:lnTo>
                  <a:close/>
                  <a:moveTo>
                    <a:pt x="8512292" y="1759301"/>
                  </a:moveTo>
                  <a:lnTo>
                    <a:pt x="8505125" y="1776819"/>
                  </a:lnTo>
                  <a:cubicBezTo>
                    <a:pt x="8498555" y="1783389"/>
                    <a:pt x="8489796" y="1786673"/>
                    <a:pt x="8481037" y="1786673"/>
                  </a:cubicBezTo>
                  <a:lnTo>
                    <a:pt x="8456950" y="1776819"/>
                  </a:lnTo>
                  <a:lnTo>
                    <a:pt x="8308047" y="1925723"/>
                  </a:lnTo>
                  <a:lnTo>
                    <a:pt x="8415344" y="1925723"/>
                  </a:lnTo>
                  <a:lnTo>
                    <a:pt x="8470124" y="1980146"/>
                  </a:lnTo>
                  <a:lnTo>
                    <a:pt x="8690196" y="1759301"/>
                  </a:lnTo>
                  <a:close/>
                  <a:moveTo>
                    <a:pt x="8386875" y="1741793"/>
                  </a:moveTo>
                  <a:lnTo>
                    <a:pt x="8204560" y="1925723"/>
                  </a:lnTo>
                  <a:lnTo>
                    <a:pt x="8283959" y="1925723"/>
                  </a:lnTo>
                  <a:lnTo>
                    <a:pt x="8449957" y="1759725"/>
                  </a:lnTo>
                  <a:lnTo>
                    <a:pt x="8447095" y="1752731"/>
                  </a:lnTo>
                  <a:lnTo>
                    <a:pt x="8451570" y="1741793"/>
                  </a:lnTo>
                  <a:close/>
                  <a:moveTo>
                    <a:pt x="4291951" y="1693645"/>
                  </a:moveTo>
                  <a:lnTo>
                    <a:pt x="4291951" y="1927955"/>
                  </a:lnTo>
                  <a:lnTo>
                    <a:pt x="4296330" y="1938904"/>
                  </a:lnTo>
                  <a:cubicBezTo>
                    <a:pt x="4296330" y="1945473"/>
                    <a:pt x="4294964" y="1951633"/>
                    <a:pt x="4292531" y="1957175"/>
                  </a:cubicBezTo>
                  <a:lnTo>
                    <a:pt x="4291951" y="1958008"/>
                  </a:lnTo>
                  <a:lnTo>
                    <a:pt x="4291951" y="2015547"/>
                  </a:lnTo>
                  <a:lnTo>
                    <a:pt x="4526832" y="2250365"/>
                  </a:lnTo>
                  <a:lnTo>
                    <a:pt x="4541597" y="2244326"/>
                  </a:lnTo>
                  <a:cubicBezTo>
                    <a:pt x="4550363" y="2244326"/>
                    <a:pt x="4559119" y="2247647"/>
                    <a:pt x="4565685" y="2254208"/>
                  </a:cubicBezTo>
                  <a:lnTo>
                    <a:pt x="4572256" y="2270236"/>
                  </a:lnTo>
                  <a:lnTo>
                    <a:pt x="4572256" y="2037446"/>
                  </a:lnTo>
                  <a:lnTo>
                    <a:pt x="4508751" y="1973941"/>
                  </a:lnTo>
                  <a:lnTo>
                    <a:pt x="4508751" y="1910435"/>
                  </a:lnTo>
                  <a:close/>
                  <a:moveTo>
                    <a:pt x="7891980" y="1630110"/>
                  </a:moveTo>
                  <a:lnTo>
                    <a:pt x="7675188" y="1846903"/>
                  </a:lnTo>
                  <a:lnTo>
                    <a:pt x="7675188" y="1912590"/>
                  </a:lnTo>
                  <a:lnTo>
                    <a:pt x="7609494" y="1977453"/>
                  </a:lnTo>
                  <a:lnTo>
                    <a:pt x="7609494" y="2206727"/>
                  </a:lnTo>
                  <a:lnTo>
                    <a:pt x="7616063" y="2190669"/>
                  </a:lnTo>
                  <a:cubicBezTo>
                    <a:pt x="7622632" y="2184099"/>
                    <a:pt x="7631392" y="2180810"/>
                    <a:pt x="7640151" y="2180810"/>
                  </a:cubicBezTo>
                  <a:lnTo>
                    <a:pt x="7656621" y="2187547"/>
                  </a:lnTo>
                  <a:lnTo>
                    <a:pt x="7890992" y="1955176"/>
                  </a:lnTo>
                  <a:lnTo>
                    <a:pt x="7887600" y="1938860"/>
                  </a:lnTo>
                  <a:lnTo>
                    <a:pt x="7891980" y="1927909"/>
                  </a:lnTo>
                  <a:close/>
                  <a:moveTo>
                    <a:pt x="3081054" y="1584154"/>
                  </a:moveTo>
                  <a:lnTo>
                    <a:pt x="3081054" y="1746201"/>
                  </a:lnTo>
                  <a:lnTo>
                    <a:pt x="3140333" y="1805325"/>
                  </a:lnTo>
                  <a:lnTo>
                    <a:pt x="3302224" y="1805325"/>
                  </a:lnTo>
                  <a:close/>
                  <a:moveTo>
                    <a:pt x="5290514" y="1547363"/>
                  </a:moveTo>
                  <a:lnTo>
                    <a:pt x="5290514" y="1940636"/>
                  </a:lnTo>
                  <a:lnTo>
                    <a:pt x="5311042" y="1948757"/>
                  </a:lnTo>
                  <a:cubicBezTo>
                    <a:pt x="5317339" y="1954779"/>
                    <a:pt x="5321171" y="1962991"/>
                    <a:pt x="5321171" y="1971751"/>
                  </a:cubicBezTo>
                  <a:cubicBezTo>
                    <a:pt x="5321171" y="1980510"/>
                    <a:pt x="5317339" y="1988721"/>
                    <a:pt x="5311042" y="1994743"/>
                  </a:cubicBezTo>
                  <a:lnTo>
                    <a:pt x="5298884" y="1999552"/>
                  </a:lnTo>
                  <a:lnTo>
                    <a:pt x="5303646" y="2011167"/>
                  </a:lnTo>
                  <a:cubicBezTo>
                    <a:pt x="5303646" y="2024306"/>
                    <a:pt x="5298724" y="2035801"/>
                    <a:pt x="5290514" y="2044013"/>
                  </a:cubicBezTo>
                  <a:lnTo>
                    <a:pt x="5281753" y="2047517"/>
                  </a:lnTo>
                  <a:lnTo>
                    <a:pt x="5281753" y="2877685"/>
                  </a:lnTo>
                  <a:lnTo>
                    <a:pt x="5290514" y="2873896"/>
                  </a:lnTo>
                  <a:lnTo>
                    <a:pt x="5302771" y="2879190"/>
                  </a:lnTo>
                  <a:lnTo>
                    <a:pt x="5443800" y="2738120"/>
                  </a:lnTo>
                  <a:lnTo>
                    <a:pt x="5443800" y="1726492"/>
                  </a:lnTo>
                  <a:cubicBezTo>
                    <a:pt x="5426281" y="1726492"/>
                    <a:pt x="5410953" y="1708973"/>
                    <a:pt x="5410953" y="1691455"/>
                  </a:cubicBezTo>
                  <a:lnTo>
                    <a:pt x="5418158" y="1674644"/>
                  </a:lnTo>
                  <a:close/>
                  <a:moveTo>
                    <a:pt x="6621892" y="1527220"/>
                  </a:moveTo>
                  <a:lnTo>
                    <a:pt x="6621892" y="1704567"/>
                  </a:lnTo>
                  <a:lnTo>
                    <a:pt x="6710564" y="1615894"/>
                  </a:lnTo>
                  <a:close/>
                  <a:moveTo>
                    <a:pt x="9100754" y="1522809"/>
                  </a:moveTo>
                  <a:lnTo>
                    <a:pt x="8881780" y="1741783"/>
                  </a:lnTo>
                  <a:lnTo>
                    <a:pt x="9041790" y="1741783"/>
                  </a:lnTo>
                  <a:lnTo>
                    <a:pt x="9100754" y="1682667"/>
                  </a:lnTo>
                  <a:close/>
                  <a:moveTo>
                    <a:pt x="10417613" y="1522797"/>
                  </a:moveTo>
                  <a:lnTo>
                    <a:pt x="10414013" y="1531569"/>
                  </a:lnTo>
                  <a:lnTo>
                    <a:pt x="10616101" y="1531569"/>
                  </a:lnTo>
                  <a:lnTo>
                    <a:pt x="10624873" y="1522797"/>
                  </a:lnTo>
                  <a:close/>
                  <a:moveTo>
                    <a:pt x="6589044" y="1494373"/>
                  </a:moveTo>
                  <a:lnTo>
                    <a:pt x="6589044" y="1733998"/>
                  </a:lnTo>
                  <a:lnTo>
                    <a:pt x="6591435" y="1735024"/>
                  </a:lnTo>
                  <a:lnTo>
                    <a:pt x="6597803" y="1728654"/>
                  </a:lnTo>
                  <a:lnTo>
                    <a:pt x="6597803" y="1503131"/>
                  </a:lnTo>
                  <a:close/>
                  <a:moveTo>
                    <a:pt x="5116774" y="1374123"/>
                  </a:moveTo>
                  <a:lnTo>
                    <a:pt x="5054012" y="1374694"/>
                  </a:lnTo>
                  <a:lnTo>
                    <a:pt x="5054012" y="1550708"/>
                  </a:lnTo>
                  <a:lnTo>
                    <a:pt x="5060581" y="1548022"/>
                  </a:lnTo>
                  <a:cubicBezTo>
                    <a:pt x="5069339" y="1548022"/>
                    <a:pt x="5078097" y="1551306"/>
                    <a:pt x="5084671" y="1557877"/>
                  </a:cubicBezTo>
                  <a:cubicBezTo>
                    <a:pt x="5097809" y="1571015"/>
                    <a:pt x="5097809" y="1592913"/>
                    <a:pt x="5084671" y="1606052"/>
                  </a:cubicBezTo>
                  <a:cubicBezTo>
                    <a:pt x="5078097" y="1612622"/>
                    <a:pt x="5069339" y="1615905"/>
                    <a:pt x="5060581" y="1615905"/>
                  </a:cubicBezTo>
                  <a:lnTo>
                    <a:pt x="5054012" y="1613219"/>
                  </a:lnTo>
                  <a:lnTo>
                    <a:pt x="5054012" y="1658233"/>
                  </a:lnTo>
                  <a:lnTo>
                    <a:pt x="5069340" y="1655050"/>
                  </a:lnTo>
                  <a:cubicBezTo>
                    <a:pt x="5085765" y="1654775"/>
                    <a:pt x="5102184" y="1660798"/>
                    <a:pt x="5115324" y="1673937"/>
                  </a:cubicBezTo>
                  <a:cubicBezTo>
                    <a:pt x="5141597" y="1700214"/>
                    <a:pt x="5141597" y="1739631"/>
                    <a:pt x="5115324" y="1765909"/>
                  </a:cubicBezTo>
                  <a:cubicBezTo>
                    <a:pt x="5102184" y="1779048"/>
                    <a:pt x="5085765" y="1785618"/>
                    <a:pt x="5069340" y="1785618"/>
                  </a:cubicBezTo>
                  <a:lnTo>
                    <a:pt x="5054012" y="1782500"/>
                  </a:lnTo>
                  <a:lnTo>
                    <a:pt x="5054012" y="1787329"/>
                  </a:lnTo>
                  <a:lnTo>
                    <a:pt x="5239090" y="1972799"/>
                  </a:lnTo>
                  <a:lnTo>
                    <a:pt x="5255770" y="1965959"/>
                  </a:lnTo>
                  <a:lnTo>
                    <a:pt x="5263140" y="1948757"/>
                  </a:lnTo>
                  <a:lnTo>
                    <a:pt x="5275187" y="1943596"/>
                  </a:lnTo>
                  <a:lnTo>
                    <a:pt x="5275187" y="1532079"/>
                  </a:lnTo>
                  <a:close/>
                  <a:moveTo>
                    <a:pt x="6153272" y="1362985"/>
                  </a:moveTo>
                  <a:lnTo>
                    <a:pt x="6153272" y="1436351"/>
                  </a:lnTo>
                  <a:lnTo>
                    <a:pt x="6326267" y="1608794"/>
                  </a:lnTo>
                  <a:lnTo>
                    <a:pt x="6326267" y="1535979"/>
                  </a:lnTo>
                  <a:close/>
                  <a:moveTo>
                    <a:pt x="6105096" y="1314810"/>
                  </a:moveTo>
                  <a:lnTo>
                    <a:pt x="6105096" y="1388329"/>
                  </a:lnTo>
                  <a:lnTo>
                    <a:pt x="6107286" y="1390515"/>
                  </a:lnTo>
                  <a:lnTo>
                    <a:pt x="6107286" y="1341089"/>
                  </a:lnTo>
                  <a:lnTo>
                    <a:pt x="6119362" y="1329079"/>
                  </a:lnTo>
                  <a:close/>
                  <a:moveTo>
                    <a:pt x="5967143" y="1313258"/>
                  </a:moveTo>
                  <a:lnTo>
                    <a:pt x="5967143" y="1415543"/>
                  </a:lnTo>
                  <a:lnTo>
                    <a:pt x="5989038" y="1424300"/>
                  </a:lnTo>
                  <a:cubicBezTo>
                    <a:pt x="5997250" y="1432512"/>
                    <a:pt x="6002178" y="1444011"/>
                    <a:pt x="6002178" y="1457146"/>
                  </a:cubicBezTo>
                  <a:cubicBezTo>
                    <a:pt x="6002178" y="1470286"/>
                    <a:pt x="5997250" y="1481784"/>
                    <a:pt x="5989038" y="1489996"/>
                  </a:cubicBezTo>
                  <a:lnTo>
                    <a:pt x="5967143" y="1498754"/>
                  </a:lnTo>
                  <a:lnTo>
                    <a:pt x="5967143" y="2000219"/>
                  </a:lnTo>
                  <a:lnTo>
                    <a:pt x="5967143" y="2308961"/>
                  </a:lnTo>
                  <a:lnTo>
                    <a:pt x="6072250" y="2203846"/>
                  </a:lnTo>
                  <a:lnTo>
                    <a:pt x="6072250" y="1418707"/>
                  </a:lnTo>
                  <a:close/>
                  <a:moveTo>
                    <a:pt x="5054012" y="1311539"/>
                  </a:moveTo>
                  <a:lnTo>
                    <a:pt x="5054012" y="1352041"/>
                  </a:lnTo>
                  <a:lnTo>
                    <a:pt x="5094624" y="1352041"/>
                  </a:lnTo>
                  <a:close/>
                  <a:moveTo>
                    <a:pt x="3081054" y="1289528"/>
                  </a:moveTo>
                  <a:lnTo>
                    <a:pt x="3081054" y="1551308"/>
                  </a:lnTo>
                  <a:lnTo>
                    <a:pt x="3310986" y="1781238"/>
                  </a:lnTo>
                  <a:lnTo>
                    <a:pt x="3430185" y="1781238"/>
                  </a:lnTo>
                  <a:lnTo>
                    <a:pt x="3155505" y="1507511"/>
                  </a:lnTo>
                  <a:lnTo>
                    <a:pt x="3155505" y="1364328"/>
                  </a:lnTo>
                  <a:close/>
                  <a:moveTo>
                    <a:pt x="9100754" y="1228371"/>
                  </a:moveTo>
                  <a:lnTo>
                    <a:pt x="9026300" y="1302477"/>
                  </a:lnTo>
                  <a:lnTo>
                    <a:pt x="9026300" y="1443971"/>
                  </a:lnTo>
                  <a:lnTo>
                    <a:pt x="8751334" y="1719893"/>
                  </a:lnTo>
                  <a:lnTo>
                    <a:pt x="8870823" y="1719893"/>
                  </a:lnTo>
                  <a:lnTo>
                    <a:pt x="9100754" y="1489963"/>
                  </a:lnTo>
                  <a:close/>
                  <a:moveTo>
                    <a:pt x="4607292" y="1225027"/>
                  </a:moveTo>
                  <a:lnTo>
                    <a:pt x="5029930" y="1647658"/>
                  </a:lnTo>
                  <a:lnTo>
                    <a:pt x="5029930" y="1589994"/>
                  </a:lnTo>
                  <a:lnTo>
                    <a:pt x="5026646" y="1581964"/>
                  </a:lnTo>
                  <a:lnTo>
                    <a:pt x="5029930" y="1573933"/>
                  </a:lnTo>
                  <a:lnTo>
                    <a:pt x="5029930" y="1562256"/>
                  </a:lnTo>
                  <a:lnTo>
                    <a:pt x="4692688" y="1225027"/>
                  </a:lnTo>
                  <a:close/>
                  <a:moveTo>
                    <a:pt x="6304370" y="1209701"/>
                  </a:moveTo>
                  <a:lnTo>
                    <a:pt x="6176265" y="1337804"/>
                  </a:lnTo>
                  <a:lnTo>
                    <a:pt x="6361304" y="1522840"/>
                  </a:lnTo>
                  <a:lnTo>
                    <a:pt x="6361304" y="1643720"/>
                  </a:lnTo>
                  <a:lnTo>
                    <a:pt x="6433567" y="1715752"/>
                  </a:lnTo>
                  <a:lnTo>
                    <a:pt x="6433567" y="1338898"/>
                  </a:lnTo>
                  <a:close/>
                  <a:moveTo>
                    <a:pt x="6696217" y="1196438"/>
                  </a:moveTo>
                  <a:lnTo>
                    <a:pt x="6684935" y="1201406"/>
                  </a:lnTo>
                  <a:lnTo>
                    <a:pt x="6621892" y="1264447"/>
                  </a:lnTo>
                  <a:lnTo>
                    <a:pt x="6621892" y="1496564"/>
                  </a:lnTo>
                  <a:lnTo>
                    <a:pt x="6725893" y="1600566"/>
                  </a:lnTo>
                  <a:lnTo>
                    <a:pt x="6913119" y="1413338"/>
                  </a:lnTo>
                  <a:close/>
                  <a:moveTo>
                    <a:pt x="4489048" y="1176852"/>
                  </a:moveTo>
                  <a:lnTo>
                    <a:pt x="4521885" y="1209699"/>
                  </a:lnTo>
                  <a:lnTo>
                    <a:pt x="4526264" y="1209699"/>
                  </a:lnTo>
                  <a:lnTo>
                    <a:pt x="4493424" y="1176852"/>
                  </a:lnTo>
                  <a:close/>
                  <a:moveTo>
                    <a:pt x="4444805" y="1176852"/>
                  </a:moveTo>
                  <a:lnTo>
                    <a:pt x="5007978" y="1741191"/>
                  </a:lnTo>
                  <a:lnTo>
                    <a:pt x="5003651" y="1719922"/>
                  </a:lnTo>
                  <a:cubicBezTo>
                    <a:pt x="5003651" y="1711711"/>
                    <a:pt x="5005295" y="1703499"/>
                    <a:pt x="5008582" y="1695699"/>
                  </a:cubicBezTo>
                  <a:lnTo>
                    <a:pt x="5010074" y="1693497"/>
                  </a:lnTo>
                  <a:lnTo>
                    <a:pt x="4541597" y="1225027"/>
                  </a:lnTo>
                  <a:lnTo>
                    <a:pt x="4515318" y="1225027"/>
                  </a:lnTo>
                  <a:lnTo>
                    <a:pt x="4466937" y="1176852"/>
                  </a:lnTo>
                  <a:close/>
                  <a:moveTo>
                    <a:pt x="4068634" y="1176852"/>
                  </a:moveTo>
                  <a:lnTo>
                    <a:pt x="4933573" y="2041826"/>
                  </a:lnTo>
                  <a:lnTo>
                    <a:pt x="4933573" y="2368089"/>
                  </a:lnTo>
                  <a:lnTo>
                    <a:pt x="4975189" y="2409694"/>
                  </a:lnTo>
                  <a:lnTo>
                    <a:pt x="5006279" y="2409694"/>
                  </a:lnTo>
                  <a:lnTo>
                    <a:pt x="4999274" y="2392140"/>
                  </a:lnTo>
                  <a:cubicBezTo>
                    <a:pt x="4999274" y="2379031"/>
                    <a:pt x="5004749" y="2367540"/>
                    <a:pt x="5013235" y="2359329"/>
                  </a:cubicBezTo>
                  <a:lnTo>
                    <a:pt x="5029930" y="2352477"/>
                  </a:lnTo>
                  <a:lnTo>
                    <a:pt x="5029930" y="1796567"/>
                  </a:lnTo>
                  <a:lnTo>
                    <a:pt x="4410194" y="1176852"/>
                  </a:lnTo>
                  <a:lnTo>
                    <a:pt x="4362031" y="1176852"/>
                  </a:lnTo>
                  <a:lnTo>
                    <a:pt x="4626957" y="1441779"/>
                  </a:lnTo>
                  <a:lnTo>
                    <a:pt x="4644243" y="1435247"/>
                  </a:lnTo>
                  <a:cubicBezTo>
                    <a:pt x="4656561" y="1435247"/>
                    <a:pt x="4668605" y="1439626"/>
                    <a:pt x="4677360" y="1448386"/>
                  </a:cubicBezTo>
                  <a:cubicBezTo>
                    <a:pt x="4697069" y="1468094"/>
                    <a:pt x="4697069" y="1498751"/>
                    <a:pt x="4677360" y="1516270"/>
                  </a:cubicBezTo>
                  <a:cubicBezTo>
                    <a:pt x="4657659" y="1533788"/>
                    <a:pt x="4629187" y="1535979"/>
                    <a:pt x="4609484" y="1516270"/>
                  </a:cubicBezTo>
                  <a:cubicBezTo>
                    <a:pt x="4599627" y="1506415"/>
                    <a:pt x="4594698" y="1494371"/>
                    <a:pt x="4594698" y="1482328"/>
                  </a:cubicBezTo>
                  <a:lnTo>
                    <a:pt x="4602791" y="1463754"/>
                  </a:lnTo>
                  <a:lnTo>
                    <a:pt x="4314361" y="1176852"/>
                  </a:lnTo>
                  <a:close/>
                  <a:moveTo>
                    <a:pt x="4000751" y="1176852"/>
                  </a:moveTo>
                  <a:lnTo>
                    <a:pt x="4541597" y="1717734"/>
                  </a:lnTo>
                  <a:lnTo>
                    <a:pt x="4541597" y="1910435"/>
                  </a:lnTo>
                  <a:lnTo>
                    <a:pt x="4596340" y="1965181"/>
                  </a:lnTo>
                  <a:lnTo>
                    <a:pt x="4596111" y="2015318"/>
                  </a:lnTo>
                  <a:lnTo>
                    <a:pt x="4677298" y="2096448"/>
                  </a:lnTo>
                  <a:lnTo>
                    <a:pt x="4693782" y="2093532"/>
                  </a:lnTo>
                  <a:cubicBezTo>
                    <a:pt x="4705826" y="2093777"/>
                    <a:pt x="4717872" y="2098747"/>
                    <a:pt x="4727727" y="2107507"/>
                  </a:cubicBezTo>
                  <a:cubicBezTo>
                    <a:pt x="4745243" y="2127213"/>
                    <a:pt x="4745243" y="2157822"/>
                    <a:pt x="4727727" y="2175340"/>
                  </a:cubicBezTo>
                  <a:cubicBezTo>
                    <a:pt x="4708018" y="2192861"/>
                    <a:pt x="4677360" y="2195086"/>
                    <a:pt x="4659847" y="2175340"/>
                  </a:cubicBezTo>
                  <a:cubicBezTo>
                    <a:pt x="4651084" y="2165484"/>
                    <a:pt x="4646706" y="2152932"/>
                    <a:pt x="4646706" y="2140576"/>
                  </a:cubicBezTo>
                  <a:lnTo>
                    <a:pt x="4654869" y="2120009"/>
                  </a:lnTo>
                  <a:lnTo>
                    <a:pt x="4595901" y="2061094"/>
                  </a:lnTo>
                  <a:lnTo>
                    <a:pt x="4594301" y="2409694"/>
                  </a:lnTo>
                  <a:lnTo>
                    <a:pt x="4909479" y="2409694"/>
                  </a:lnTo>
                  <a:lnTo>
                    <a:pt x="4887580" y="2387791"/>
                  </a:lnTo>
                  <a:lnTo>
                    <a:pt x="4887580" y="2059344"/>
                  </a:lnTo>
                  <a:lnTo>
                    <a:pt x="4005130" y="1176852"/>
                  </a:lnTo>
                  <a:close/>
                  <a:moveTo>
                    <a:pt x="3805870" y="1176852"/>
                  </a:moveTo>
                  <a:lnTo>
                    <a:pt x="3876470" y="1247459"/>
                  </a:lnTo>
                  <a:lnTo>
                    <a:pt x="3898929" y="1238167"/>
                  </a:lnTo>
                  <a:cubicBezTo>
                    <a:pt x="3910426" y="1238167"/>
                    <a:pt x="3921924" y="1242545"/>
                    <a:pt x="3930674" y="1251303"/>
                  </a:cubicBezTo>
                  <a:cubicBezTo>
                    <a:pt x="3939434" y="1261159"/>
                    <a:pt x="3943814" y="1273202"/>
                    <a:pt x="3943814" y="1284975"/>
                  </a:cubicBezTo>
                  <a:lnTo>
                    <a:pt x="3935771" y="1304575"/>
                  </a:lnTo>
                  <a:lnTo>
                    <a:pt x="4508751" y="1877588"/>
                  </a:lnTo>
                  <a:lnTo>
                    <a:pt x="4508751" y="1733062"/>
                  </a:lnTo>
                  <a:lnTo>
                    <a:pt x="3952573" y="1176852"/>
                  </a:lnTo>
                  <a:close/>
                  <a:moveTo>
                    <a:pt x="7491245" y="1163676"/>
                  </a:moveTo>
                  <a:lnTo>
                    <a:pt x="7150673" y="1502221"/>
                  </a:lnTo>
                  <a:lnTo>
                    <a:pt x="7154498" y="1511572"/>
                  </a:lnTo>
                  <a:lnTo>
                    <a:pt x="7191507" y="1548825"/>
                  </a:lnTo>
                  <a:lnTo>
                    <a:pt x="7576655" y="1163676"/>
                  </a:lnTo>
                  <a:close/>
                  <a:moveTo>
                    <a:pt x="8229686" y="1115507"/>
                  </a:moveTo>
                  <a:lnTo>
                    <a:pt x="7675188" y="1671711"/>
                  </a:lnTo>
                  <a:lnTo>
                    <a:pt x="7675188" y="1816246"/>
                  </a:lnTo>
                  <a:lnTo>
                    <a:pt x="7891980" y="1599453"/>
                  </a:lnTo>
                  <a:lnTo>
                    <a:pt x="7891980" y="1599446"/>
                  </a:lnTo>
                  <a:lnTo>
                    <a:pt x="8246648" y="1244779"/>
                  </a:lnTo>
                  <a:lnTo>
                    <a:pt x="8237969" y="1223626"/>
                  </a:lnTo>
                  <a:cubicBezTo>
                    <a:pt x="8237969" y="1211856"/>
                    <a:pt x="8242349" y="1199811"/>
                    <a:pt x="8251108" y="1189957"/>
                  </a:cubicBezTo>
                  <a:cubicBezTo>
                    <a:pt x="8259867" y="1181198"/>
                    <a:pt x="8271363" y="1176818"/>
                    <a:pt x="8283135" y="1176818"/>
                  </a:cubicBezTo>
                  <a:lnTo>
                    <a:pt x="8305774" y="1185652"/>
                  </a:lnTo>
                  <a:lnTo>
                    <a:pt x="8375919" y="1115507"/>
                  </a:lnTo>
                  <a:close/>
                  <a:moveTo>
                    <a:pt x="8176653" y="1115507"/>
                  </a:moveTo>
                  <a:lnTo>
                    <a:pt x="7294162" y="1998000"/>
                  </a:lnTo>
                  <a:lnTo>
                    <a:pt x="7294162" y="2084745"/>
                  </a:lnTo>
                  <a:lnTo>
                    <a:pt x="7296352" y="2085620"/>
                  </a:lnTo>
                  <a:cubicBezTo>
                    <a:pt x="7304564" y="2093777"/>
                    <a:pt x="7309491" y="2105268"/>
                    <a:pt x="7309491" y="2118444"/>
                  </a:cubicBezTo>
                  <a:cubicBezTo>
                    <a:pt x="7309491" y="2131593"/>
                    <a:pt x="7304564" y="2143068"/>
                    <a:pt x="7296352" y="2151270"/>
                  </a:cubicBezTo>
                  <a:lnTo>
                    <a:pt x="7294162" y="2152154"/>
                  </a:lnTo>
                  <a:lnTo>
                    <a:pt x="7294162" y="2326447"/>
                  </a:lnTo>
                  <a:lnTo>
                    <a:pt x="7210964" y="2409645"/>
                  </a:lnTo>
                  <a:lnTo>
                    <a:pt x="7559130" y="2409645"/>
                  </a:lnTo>
                  <a:lnTo>
                    <a:pt x="7587597" y="2381178"/>
                  </a:lnTo>
                  <a:lnTo>
                    <a:pt x="7587597" y="1999073"/>
                  </a:lnTo>
                  <a:lnTo>
                    <a:pt x="7526969" y="2058934"/>
                  </a:lnTo>
                  <a:lnTo>
                    <a:pt x="7535042" y="2079283"/>
                  </a:lnTo>
                  <a:cubicBezTo>
                    <a:pt x="7535041" y="2091574"/>
                    <a:pt x="7530662" y="2104168"/>
                    <a:pt x="7521902" y="2114019"/>
                  </a:cubicBezTo>
                  <a:cubicBezTo>
                    <a:pt x="7502193" y="2131547"/>
                    <a:pt x="7473727" y="2131547"/>
                    <a:pt x="7454019" y="2114019"/>
                  </a:cubicBezTo>
                  <a:cubicBezTo>
                    <a:pt x="7434310" y="2096502"/>
                    <a:pt x="7434310" y="2065870"/>
                    <a:pt x="7454019" y="2046162"/>
                  </a:cubicBezTo>
                  <a:cubicBezTo>
                    <a:pt x="7462778" y="2037403"/>
                    <a:pt x="7474822" y="2032476"/>
                    <a:pt x="7487139" y="2032202"/>
                  </a:cubicBezTo>
                  <a:lnTo>
                    <a:pt x="7504401" y="2035202"/>
                  </a:lnTo>
                  <a:lnTo>
                    <a:pt x="7587597" y="1952007"/>
                  </a:lnTo>
                  <a:lnTo>
                    <a:pt x="7587597" y="1903838"/>
                  </a:lnTo>
                  <a:lnTo>
                    <a:pt x="7640151" y="1851283"/>
                  </a:lnTo>
                  <a:lnTo>
                    <a:pt x="7640151" y="1656382"/>
                  </a:lnTo>
                  <a:lnTo>
                    <a:pt x="8182691" y="1115507"/>
                  </a:lnTo>
                  <a:close/>
                  <a:moveTo>
                    <a:pt x="7716997" y="1115507"/>
                  </a:moveTo>
                  <a:lnTo>
                    <a:pt x="7668620" y="1163676"/>
                  </a:lnTo>
                  <a:lnTo>
                    <a:pt x="7640347" y="1163676"/>
                  </a:lnTo>
                  <a:lnTo>
                    <a:pt x="7224059" y="1581590"/>
                  </a:lnTo>
                  <a:lnTo>
                    <a:pt x="7276643" y="1634521"/>
                  </a:lnTo>
                  <a:lnTo>
                    <a:pt x="7276643" y="1949824"/>
                  </a:lnTo>
                  <a:lnTo>
                    <a:pt x="8110960" y="1115507"/>
                  </a:lnTo>
                  <a:lnTo>
                    <a:pt x="7867884" y="1115507"/>
                  </a:lnTo>
                  <a:lnTo>
                    <a:pt x="7581767" y="1401624"/>
                  </a:lnTo>
                  <a:lnTo>
                    <a:pt x="7589239" y="1418783"/>
                  </a:lnTo>
                  <a:cubicBezTo>
                    <a:pt x="7589239" y="1430827"/>
                    <a:pt x="7584312" y="1442870"/>
                    <a:pt x="7574458" y="1452725"/>
                  </a:cubicBezTo>
                  <a:cubicBezTo>
                    <a:pt x="7556939" y="1470243"/>
                    <a:pt x="7526281" y="1470243"/>
                    <a:pt x="7506573" y="1452725"/>
                  </a:cubicBezTo>
                  <a:cubicBezTo>
                    <a:pt x="7489054" y="1435206"/>
                    <a:pt x="7489054" y="1404549"/>
                    <a:pt x="7506573" y="1384841"/>
                  </a:cubicBezTo>
                  <a:cubicBezTo>
                    <a:pt x="7516427" y="1376080"/>
                    <a:pt x="7528471" y="1371701"/>
                    <a:pt x="7540515" y="1371701"/>
                  </a:cubicBezTo>
                  <a:lnTo>
                    <a:pt x="7557096" y="1378120"/>
                  </a:lnTo>
                  <a:lnTo>
                    <a:pt x="7819708" y="1115507"/>
                  </a:lnTo>
                  <a:close/>
                  <a:moveTo>
                    <a:pt x="7688328" y="1115507"/>
                  </a:moveTo>
                  <a:lnTo>
                    <a:pt x="7657797" y="1146158"/>
                  </a:lnTo>
                  <a:lnTo>
                    <a:pt x="7662050" y="1146158"/>
                  </a:lnTo>
                  <a:lnTo>
                    <a:pt x="7692701" y="1115507"/>
                  </a:lnTo>
                  <a:close/>
                  <a:moveTo>
                    <a:pt x="6205087" y="1110423"/>
                  </a:moveTo>
                  <a:lnTo>
                    <a:pt x="6105096" y="1209701"/>
                  </a:lnTo>
                  <a:lnTo>
                    <a:pt x="6105096" y="1266638"/>
                  </a:lnTo>
                  <a:lnTo>
                    <a:pt x="6143513" y="1305053"/>
                  </a:lnTo>
                  <a:lnTo>
                    <a:pt x="6271955" y="1177291"/>
                  </a:lnTo>
                  <a:close/>
                  <a:moveTo>
                    <a:pt x="5167876" y="1089263"/>
                  </a:moveTo>
                  <a:lnTo>
                    <a:pt x="5054012" y="1203131"/>
                  </a:lnTo>
                  <a:lnTo>
                    <a:pt x="5054012" y="1288535"/>
                  </a:lnTo>
                  <a:lnTo>
                    <a:pt x="5117513" y="1352041"/>
                  </a:lnTo>
                  <a:lnTo>
                    <a:pt x="5145978" y="1352041"/>
                  </a:lnTo>
                  <a:lnTo>
                    <a:pt x="5167876" y="1373938"/>
                  </a:lnTo>
                  <a:close/>
                  <a:moveTo>
                    <a:pt x="3972277" y="1080498"/>
                  </a:moveTo>
                  <a:lnTo>
                    <a:pt x="4022647" y="1130865"/>
                  </a:lnTo>
                  <a:lnTo>
                    <a:pt x="4268133" y="1130865"/>
                  </a:lnTo>
                  <a:lnTo>
                    <a:pt x="4217498" y="1080498"/>
                  </a:lnTo>
                  <a:close/>
                  <a:moveTo>
                    <a:pt x="3904401" y="1080498"/>
                  </a:moveTo>
                  <a:lnTo>
                    <a:pt x="3954762" y="1130865"/>
                  </a:lnTo>
                  <a:lnTo>
                    <a:pt x="3959143" y="1130865"/>
                  </a:lnTo>
                  <a:lnTo>
                    <a:pt x="3924113" y="1095829"/>
                  </a:lnTo>
                  <a:lnTo>
                    <a:pt x="3924169" y="1080498"/>
                  </a:lnTo>
                  <a:close/>
                  <a:moveTo>
                    <a:pt x="8257677" y="1016958"/>
                  </a:moveTo>
                  <a:lnTo>
                    <a:pt x="8257677" y="1034483"/>
                  </a:lnTo>
                  <a:lnTo>
                    <a:pt x="8222639" y="1069521"/>
                  </a:lnTo>
                  <a:lnTo>
                    <a:pt x="8228818" y="1069521"/>
                  </a:lnTo>
                  <a:lnTo>
                    <a:pt x="8281543" y="1016958"/>
                  </a:lnTo>
                  <a:close/>
                  <a:moveTo>
                    <a:pt x="7966433" y="1016958"/>
                  </a:moveTo>
                  <a:lnTo>
                    <a:pt x="7913871" y="1069521"/>
                  </a:lnTo>
                  <a:lnTo>
                    <a:pt x="8156946" y="1069521"/>
                  </a:lnTo>
                  <a:lnTo>
                    <a:pt x="8209508" y="1016958"/>
                  </a:lnTo>
                  <a:close/>
                  <a:moveTo>
                    <a:pt x="6921894" y="964466"/>
                  </a:moveTo>
                  <a:lnTo>
                    <a:pt x="6710993" y="1175345"/>
                  </a:lnTo>
                  <a:lnTo>
                    <a:pt x="6707656" y="1183787"/>
                  </a:lnTo>
                  <a:lnTo>
                    <a:pt x="6925164" y="1401293"/>
                  </a:lnTo>
                  <a:lnTo>
                    <a:pt x="6968805" y="1357652"/>
                  </a:lnTo>
                  <a:lnTo>
                    <a:pt x="6954587" y="1343341"/>
                  </a:lnTo>
                  <a:lnTo>
                    <a:pt x="6932843" y="1352041"/>
                  </a:lnTo>
                  <a:cubicBezTo>
                    <a:pt x="6906566" y="1352041"/>
                    <a:pt x="6886858" y="1332330"/>
                    <a:pt x="6886858" y="1306051"/>
                  </a:cubicBezTo>
                  <a:cubicBezTo>
                    <a:pt x="6886858" y="1292913"/>
                    <a:pt x="6891784" y="1281418"/>
                    <a:pt x="6899996" y="1273208"/>
                  </a:cubicBezTo>
                  <a:lnTo>
                    <a:pt x="6921894" y="1264447"/>
                  </a:lnTo>
                  <a:close/>
                  <a:moveTo>
                    <a:pt x="4241584" y="952485"/>
                  </a:moveTo>
                  <a:lnTo>
                    <a:pt x="4241584" y="973224"/>
                  </a:lnTo>
                  <a:lnTo>
                    <a:pt x="4398914" y="1130865"/>
                  </a:lnTo>
                  <a:lnTo>
                    <a:pt x="4420745" y="1130865"/>
                  </a:lnTo>
                  <a:close/>
                  <a:moveTo>
                    <a:pt x="6672256" y="918474"/>
                  </a:moveTo>
                  <a:lnTo>
                    <a:pt x="6451086" y="1139632"/>
                  </a:lnTo>
                  <a:lnTo>
                    <a:pt x="6451086" y="1308600"/>
                  </a:lnTo>
                  <a:lnTo>
                    <a:pt x="6589044" y="1446198"/>
                  </a:lnTo>
                  <a:lnTo>
                    <a:pt x="6589044" y="1463716"/>
                  </a:lnTo>
                  <a:lnTo>
                    <a:pt x="6597803" y="1472474"/>
                  </a:lnTo>
                  <a:lnTo>
                    <a:pt x="6597803" y="1255690"/>
                  </a:lnTo>
                  <a:lnTo>
                    <a:pt x="6660740" y="1192753"/>
                  </a:lnTo>
                  <a:lnTo>
                    <a:pt x="6658024" y="1191359"/>
                  </a:lnTo>
                  <a:cubicBezTo>
                    <a:pt x="6652001" y="1185065"/>
                    <a:pt x="6648170" y="1176852"/>
                    <a:pt x="6648170" y="1168095"/>
                  </a:cubicBezTo>
                  <a:cubicBezTo>
                    <a:pt x="6648170" y="1159336"/>
                    <a:pt x="6651454" y="1151120"/>
                    <a:pt x="6657202" y="1145099"/>
                  </a:cubicBezTo>
                  <a:lnTo>
                    <a:pt x="6672256" y="1138869"/>
                  </a:lnTo>
                  <a:close/>
                  <a:moveTo>
                    <a:pt x="4690499" y="907206"/>
                  </a:moveTo>
                  <a:lnTo>
                    <a:pt x="4690499" y="925044"/>
                  </a:lnTo>
                  <a:lnTo>
                    <a:pt x="4903709" y="1138240"/>
                  </a:lnTo>
                  <a:lnTo>
                    <a:pt x="4909400" y="1124491"/>
                  </a:lnTo>
                  <a:lnTo>
                    <a:pt x="4909208" y="1124294"/>
                  </a:lnTo>
                  <a:lnTo>
                    <a:pt x="4907289" y="1124294"/>
                  </a:lnTo>
                  <a:lnTo>
                    <a:pt x="4908663" y="1123763"/>
                  </a:lnTo>
                  <a:close/>
                  <a:moveTo>
                    <a:pt x="5375914" y="881251"/>
                  </a:moveTo>
                  <a:lnTo>
                    <a:pt x="5189778" y="1067366"/>
                  </a:lnTo>
                  <a:lnTo>
                    <a:pt x="5189778" y="1391455"/>
                  </a:lnTo>
                  <a:lnTo>
                    <a:pt x="5275187" y="1476856"/>
                  </a:lnTo>
                  <a:lnTo>
                    <a:pt x="5275187" y="1087073"/>
                  </a:lnTo>
                  <a:lnTo>
                    <a:pt x="5375914" y="985677"/>
                  </a:lnTo>
                  <a:close/>
                  <a:moveTo>
                    <a:pt x="4418961" y="865906"/>
                  </a:moveTo>
                  <a:lnTo>
                    <a:pt x="4905100" y="1352041"/>
                  </a:lnTo>
                  <a:lnTo>
                    <a:pt x="5029930" y="1352041"/>
                  </a:lnTo>
                  <a:lnTo>
                    <a:pt x="5029930" y="1287519"/>
                  </a:lnTo>
                  <a:lnTo>
                    <a:pt x="4942555" y="1200397"/>
                  </a:lnTo>
                  <a:lnTo>
                    <a:pt x="4941243" y="1200940"/>
                  </a:lnTo>
                  <a:cubicBezTo>
                    <a:pt x="4929739" y="1200940"/>
                    <a:pt x="4918245" y="1196561"/>
                    <a:pt x="4909479" y="1187800"/>
                  </a:cubicBezTo>
                  <a:cubicBezTo>
                    <a:pt x="4900718" y="1179041"/>
                    <a:pt x="4896340" y="1167545"/>
                    <a:pt x="4896340" y="1156047"/>
                  </a:cubicBezTo>
                  <a:lnTo>
                    <a:pt x="4896843" y="1154828"/>
                  </a:lnTo>
                  <a:lnTo>
                    <a:pt x="4672982" y="931613"/>
                  </a:lnTo>
                  <a:lnTo>
                    <a:pt x="4672982" y="889815"/>
                  </a:lnTo>
                  <a:lnTo>
                    <a:pt x="4648895" y="865906"/>
                  </a:lnTo>
                  <a:close/>
                  <a:moveTo>
                    <a:pt x="4371114" y="865906"/>
                  </a:moveTo>
                  <a:lnTo>
                    <a:pt x="4541023" y="1034153"/>
                  </a:lnTo>
                  <a:lnTo>
                    <a:pt x="4548166" y="1031229"/>
                  </a:lnTo>
                  <a:lnTo>
                    <a:pt x="4555561" y="1034251"/>
                  </a:lnTo>
                  <a:lnTo>
                    <a:pt x="4387742" y="865906"/>
                  </a:lnTo>
                  <a:close/>
                  <a:moveTo>
                    <a:pt x="4241584" y="865906"/>
                  </a:moveTo>
                  <a:lnTo>
                    <a:pt x="4241584" y="929406"/>
                  </a:lnTo>
                  <a:lnTo>
                    <a:pt x="4443057" y="1130865"/>
                  </a:lnTo>
                  <a:lnTo>
                    <a:pt x="4513129" y="1130865"/>
                  </a:lnTo>
                  <a:lnTo>
                    <a:pt x="4591961" y="1209699"/>
                  </a:lnTo>
                  <a:lnTo>
                    <a:pt x="4699258" y="1209699"/>
                  </a:lnTo>
                  <a:lnTo>
                    <a:pt x="5029930" y="1540358"/>
                  </a:lnTo>
                  <a:lnTo>
                    <a:pt x="5029930" y="1374911"/>
                  </a:lnTo>
                  <a:lnTo>
                    <a:pt x="4896340" y="1376128"/>
                  </a:lnTo>
                  <a:lnTo>
                    <a:pt x="4579140" y="1057906"/>
                  </a:lnTo>
                  <a:lnTo>
                    <a:pt x="4582110" y="1065171"/>
                  </a:lnTo>
                  <a:cubicBezTo>
                    <a:pt x="4582110" y="1073930"/>
                    <a:pt x="4578826" y="1082688"/>
                    <a:pt x="4572256" y="1089258"/>
                  </a:cubicBezTo>
                  <a:cubicBezTo>
                    <a:pt x="4559117" y="1102396"/>
                    <a:pt x="4537221" y="1102396"/>
                    <a:pt x="4524078" y="1089258"/>
                  </a:cubicBezTo>
                  <a:cubicBezTo>
                    <a:pt x="4517504" y="1082688"/>
                    <a:pt x="4514223" y="1073930"/>
                    <a:pt x="4514223" y="1065171"/>
                  </a:cubicBezTo>
                  <a:lnTo>
                    <a:pt x="4523517" y="1042445"/>
                  </a:lnTo>
                  <a:lnTo>
                    <a:pt x="4348721" y="865906"/>
                  </a:lnTo>
                  <a:close/>
                  <a:moveTo>
                    <a:pt x="4178134" y="865906"/>
                  </a:moveTo>
                  <a:lnTo>
                    <a:pt x="4217498" y="905318"/>
                  </a:lnTo>
                  <a:lnTo>
                    <a:pt x="4217498" y="865906"/>
                  </a:lnTo>
                  <a:close/>
                  <a:moveTo>
                    <a:pt x="3970092" y="865906"/>
                  </a:moveTo>
                  <a:lnTo>
                    <a:pt x="3970092" y="1045463"/>
                  </a:lnTo>
                  <a:lnTo>
                    <a:pt x="4230639" y="1045463"/>
                  </a:lnTo>
                  <a:lnTo>
                    <a:pt x="4316042" y="1130865"/>
                  </a:lnTo>
                  <a:lnTo>
                    <a:pt x="4364205" y="1130865"/>
                  </a:lnTo>
                  <a:lnTo>
                    <a:pt x="4217498" y="984172"/>
                  </a:lnTo>
                  <a:lnTo>
                    <a:pt x="4217498" y="928500"/>
                  </a:lnTo>
                  <a:lnTo>
                    <a:pt x="4154678" y="865906"/>
                  </a:lnTo>
                  <a:close/>
                  <a:moveTo>
                    <a:pt x="3829955" y="865906"/>
                  </a:moveTo>
                  <a:lnTo>
                    <a:pt x="3829955" y="1006050"/>
                  </a:lnTo>
                  <a:lnTo>
                    <a:pt x="3869366" y="1045463"/>
                  </a:lnTo>
                  <a:lnTo>
                    <a:pt x="3924296" y="1045463"/>
                  </a:lnTo>
                  <a:lnTo>
                    <a:pt x="3924969" y="865906"/>
                  </a:lnTo>
                  <a:close/>
                  <a:moveTo>
                    <a:pt x="3332884" y="865906"/>
                  </a:moveTo>
                  <a:lnTo>
                    <a:pt x="3512441" y="1045463"/>
                  </a:lnTo>
                  <a:lnTo>
                    <a:pt x="3821193" y="1045463"/>
                  </a:lnTo>
                  <a:lnTo>
                    <a:pt x="3797108" y="1021378"/>
                  </a:lnTo>
                  <a:lnTo>
                    <a:pt x="3797108" y="865906"/>
                  </a:lnTo>
                  <a:close/>
                  <a:moveTo>
                    <a:pt x="3275385" y="865906"/>
                  </a:moveTo>
                  <a:lnTo>
                    <a:pt x="3540908" y="1130865"/>
                  </a:lnTo>
                  <a:lnTo>
                    <a:pt x="3764012" y="1130865"/>
                  </a:lnTo>
                  <a:lnTo>
                    <a:pt x="3777398" y="1125389"/>
                  </a:lnTo>
                  <a:lnTo>
                    <a:pt x="3790786" y="1130865"/>
                  </a:lnTo>
                  <a:lnTo>
                    <a:pt x="3906590" y="1130865"/>
                  </a:lnTo>
                  <a:lnTo>
                    <a:pt x="3856229" y="1080498"/>
                  </a:lnTo>
                  <a:lnTo>
                    <a:pt x="3499301" y="1080498"/>
                  </a:lnTo>
                  <a:lnTo>
                    <a:pt x="3284707" y="865906"/>
                  </a:lnTo>
                  <a:close/>
                  <a:moveTo>
                    <a:pt x="8899284" y="802364"/>
                  </a:moveTo>
                  <a:lnTo>
                    <a:pt x="8684690" y="1016958"/>
                  </a:lnTo>
                  <a:lnTo>
                    <a:pt x="8327933" y="1016958"/>
                  </a:lnTo>
                  <a:lnTo>
                    <a:pt x="8275531" y="1069521"/>
                  </a:lnTo>
                  <a:lnTo>
                    <a:pt x="8390988" y="1069521"/>
                  </a:lnTo>
                  <a:lnTo>
                    <a:pt x="8404395" y="1064037"/>
                  </a:lnTo>
                  <a:lnTo>
                    <a:pt x="8417801" y="1069521"/>
                  </a:lnTo>
                  <a:lnTo>
                    <a:pt x="8640894" y="1069521"/>
                  </a:lnTo>
                  <a:lnTo>
                    <a:pt x="8908619" y="802364"/>
                  </a:lnTo>
                  <a:close/>
                  <a:moveTo>
                    <a:pt x="8386875" y="802364"/>
                  </a:moveTo>
                  <a:lnTo>
                    <a:pt x="8386875" y="957833"/>
                  </a:lnTo>
                  <a:lnTo>
                    <a:pt x="8360679" y="984111"/>
                  </a:lnTo>
                  <a:lnTo>
                    <a:pt x="8671551" y="984111"/>
                  </a:lnTo>
                  <a:lnTo>
                    <a:pt x="8853298" y="802364"/>
                  </a:lnTo>
                  <a:close/>
                  <a:moveTo>
                    <a:pt x="8257677" y="802364"/>
                  </a:moveTo>
                  <a:lnTo>
                    <a:pt x="8257677" y="984111"/>
                  </a:lnTo>
                  <a:lnTo>
                    <a:pt x="8314492" y="984111"/>
                  </a:lnTo>
                  <a:lnTo>
                    <a:pt x="8354029" y="944694"/>
                  </a:lnTo>
                  <a:lnTo>
                    <a:pt x="8353314" y="802364"/>
                  </a:lnTo>
                  <a:close/>
                  <a:moveTo>
                    <a:pt x="8031496" y="802364"/>
                  </a:moveTo>
                  <a:lnTo>
                    <a:pt x="7763183" y="1069521"/>
                  </a:lnTo>
                  <a:lnTo>
                    <a:pt x="7865695" y="1069521"/>
                  </a:lnTo>
                  <a:lnTo>
                    <a:pt x="7951105" y="984111"/>
                  </a:lnTo>
                  <a:lnTo>
                    <a:pt x="8211691" y="984111"/>
                  </a:lnTo>
                  <a:lnTo>
                    <a:pt x="8211691" y="802364"/>
                  </a:lnTo>
                  <a:close/>
                  <a:moveTo>
                    <a:pt x="7837073" y="802364"/>
                  </a:moveTo>
                  <a:lnTo>
                    <a:pt x="7658496" y="979172"/>
                  </a:lnTo>
                  <a:lnTo>
                    <a:pt x="7659860" y="979730"/>
                  </a:lnTo>
                  <a:cubicBezTo>
                    <a:pt x="7672999" y="992867"/>
                    <a:pt x="7672999" y="1014766"/>
                    <a:pt x="7659860" y="1027905"/>
                  </a:cubicBezTo>
                  <a:cubicBezTo>
                    <a:pt x="7646721" y="1041044"/>
                    <a:pt x="7624823" y="1041044"/>
                    <a:pt x="7611684" y="1027905"/>
                  </a:cubicBezTo>
                  <a:cubicBezTo>
                    <a:pt x="7605115" y="1021335"/>
                    <a:pt x="7601830" y="1012576"/>
                    <a:pt x="7601831" y="1003817"/>
                  </a:cubicBezTo>
                  <a:lnTo>
                    <a:pt x="7605614" y="994569"/>
                  </a:lnTo>
                  <a:lnTo>
                    <a:pt x="7287592" y="1312590"/>
                  </a:lnTo>
                  <a:lnTo>
                    <a:pt x="7044524" y="1312590"/>
                  </a:lnTo>
                  <a:lnTo>
                    <a:pt x="7000623" y="1356685"/>
                  </a:lnTo>
                  <a:lnTo>
                    <a:pt x="7130471" y="1487387"/>
                  </a:lnTo>
                  <a:lnTo>
                    <a:pt x="7139566" y="1491107"/>
                  </a:lnTo>
                  <a:lnTo>
                    <a:pt x="7482485" y="1146158"/>
                  </a:lnTo>
                  <a:lnTo>
                    <a:pt x="7594173" y="1146158"/>
                  </a:lnTo>
                  <a:lnTo>
                    <a:pt x="7670809" y="1069521"/>
                  </a:lnTo>
                  <a:lnTo>
                    <a:pt x="7738687" y="1069521"/>
                  </a:lnTo>
                  <a:lnTo>
                    <a:pt x="8005844" y="802364"/>
                  </a:lnTo>
                  <a:close/>
                  <a:moveTo>
                    <a:pt x="7797820" y="802364"/>
                  </a:moveTo>
                  <a:lnTo>
                    <a:pt x="7626525" y="973658"/>
                  </a:lnTo>
                  <a:lnTo>
                    <a:pt x="7635772" y="969875"/>
                  </a:lnTo>
                  <a:lnTo>
                    <a:pt x="7642613" y="972673"/>
                  </a:lnTo>
                  <a:lnTo>
                    <a:pt x="7811268" y="802364"/>
                  </a:lnTo>
                  <a:close/>
                  <a:moveTo>
                    <a:pt x="5853275" y="758622"/>
                  </a:moveTo>
                  <a:lnTo>
                    <a:pt x="5853275" y="1014825"/>
                  </a:lnTo>
                  <a:lnTo>
                    <a:pt x="6072250" y="1233788"/>
                  </a:lnTo>
                  <a:lnTo>
                    <a:pt x="6072250" y="1196565"/>
                  </a:lnTo>
                  <a:lnTo>
                    <a:pt x="6181349" y="1086687"/>
                  </a:lnTo>
                  <a:close/>
                  <a:moveTo>
                    <a:pt x="6859268" y="731463"/>
                  </a:moveTo>
                  <a:lnTo>
                    <a:pt x="6812194" y="778535"/>
                  </a:lnTo>
                  <a:lnTo>
                    <a:pt x="6813978" y="781166"/>
                  </a:lnTo>
                  <a:cubicBezTo>
                    <a:pt x="6817195" y="788866"/>
                    <a:pt x="6818973" y="797488"/>
                    <a:pt x="6818973" y="806794"/>
                  </a:cubicBezTo>
                  <a:cubicBezTo>
                    <a:pt x="6818973" y="844021"/>
                    <a:pt x="6790506" y="872488"/>
                    <a:pt x="6755469" y="872488"/>
                  </a:cubicBezTo>
                  <a:lnTo>
                    <a:pt x="6729601" y="861131"/>
                  </a:lnTo>
                  <a:lnTo>
                    <a:pt x="6689775" y="900956"/>
                  </a:lnTo>
                  <a:lnTo>
                    <a:pt x="6689775" y="1138690"/>
                  </a:lnTo>
                  <a:lnTo>
                    <a:pt x="6704009" y="1144279"/>
                  </a:lnTo>
                  <a:lnTo>
                    <a:pt x="6705532" y="1147961"/>
                  </a:lnTo>
                  <a:lnTo>
                    <a:pt x="6921894" y="931618"/>
                  </a:lnTo>
                  <a:lnTo>
                    <a:pt x="6921894" y="798889"/>
                  </a:lnTo>
                  <a:lnTo>
                    <a:pt x="6892332" y="811121"/>
                  </a:lnTo>
                  <a:cubicBezTo>
                    <a:pt x="6880836" y="811121"/>
                    <a:pt x="6869339" y="806742"/>
                    <a:pt x="6860580" y="797982"/>
                  </a:cubicBezTo>
                  <a:cubicBezTo>
                    <a:pt x="6843061" y="780464"/>
                    <a:pt x="6843061" y="751997"/>
                    <a:pt x="6860580" y="734478"/>
                  </a:cubicBezTo>
                  <a:lnTo>
                    <a:pt x="6863493" y="733272"/>
                  </a:lnTo>
                  <a:close/>
                  <a:moveTo>
                    <a:pt x="4241584" y="719287"/>
                  </a:moveTo>
                  <a:lnTo>
                    <a:pt x="4241584" y="833053"/>
                  </a:lnTo>
                  <a:lnTo>
                    <a:pt x="4337940" y="833053"/>
                  </a:lnTo>
                  <a:lnTo>
                    <a:pt x="4346786" y="841817"/>
                  </a:lnTo>
                  <a:lnTo>
                    <a:pt x="4363731" y="841817"/>
                  </a:lnTo>
                  <a:close/>
                  <a:moveTo>
                    <a:pt x="5811673" y="717017"/>
                  </a:moveTo>
                  <a:lnTo>
                    <a:pt x="5811673" y="1095829"/>
                  </a:lnTo>
                  <a:lnTo>
                    <a:pt x="5970765" y="1254424"/>
                  </a:lnTo>
                  <a:lnTo>
                    <a:pt x="5981376" y="1258972"/>
                  </a:lnTo>
                  <a:lnTo>
                    <a:pt x="5985887" y="1269496"/>
                  </a:lnTo>
                  <a:lnTo>
                    <a:pt x="6072250" y="1355589"/>
                  </a:lnTo>
                  <a:lnTo>
                    <a:pt x="6072250" y="1281963"/>
                  </a:lnTo>
                  <a:lnTo>
                    <a:pt x="5818240" y="1027964"/>
                  </a:lnTo>
                  <a:lnTo>
                    <a:pt x="5818240" y="723586"/>
                  </a:lnTo>
                  <a:close/>
                  <a:moveTo>
                    <a:pt x="4241584" y="579036"/>
                  </a:moveTo>
                  <a:lnTo>
                    <a:pt x="4241584" y="688533"/>
                  </a:lnTo>
                  <a:lnTo>
                    <a:pt x="4394876" y="841817"/>
                  </a:lnTo>
                  <a:lnTo>
                    <a:pt x="4657659" y="841817"/>
                  </a:lnTo>
                  <a:lnTo>
                    <a:pt x="4672982" y="857145"/>
                  </a:lnTo>
                  <a:lnTo>
                    <a:pt x="4672982" y="697286"/>
                  </a:lnTo>
                  <a:lnTo>
                    <a:pt x="4554736" y="579036"/>
                  </a:lnTo>
                  <a:close/>
                  <a:moveTo>
                    <a:pt x="2772896" y="579035"/>
                  </a:moveTo>
                  <a:lnTo>
                    <a:pt x="3037260" y="841817"/>
                  </a:lnTo>
                  <a:lnTo>
                    <a:pt x="3126989" y="841817"/>
                  </a:lnTo>
                  <a:lnTo>
                    <a:pt x="2887645" y="604404"/>
                  </a:lnTo>
                  <a:lnTo>
                    <a:pt x="2877398" y="608595"/>
                  </a:lnTo>
                  <a:cubicBezTo>
                    <a:pt x="2868637" y="608595"/>
                    <a:pt x="2859880" y="605310"/>
                    <a:pt x="2853311" y="598741"/>
                  </a:cubicBezTo>
                  <a:lnTo>
                    <a:pt x="2845251" y="579035"/>
                  </a:lnTo>
                  <a:close/>
                  <a:moveTo>
                    <a:pt x="2713163" y="579035"/>
                  </a:moveTo>
                  <a:lnTo>
                    <a:pt x="3149498" y="1015369"/>
                  </a:lnTo>
                  <a:lnTo>
                    <a:pt x="3164261" y="1009330"/>
                  </a:lnTo>
                  <a:cubicBezTo>
                    <a:pt x="3173023" y="1009330"/>
                    <a:pt x="3181780" y="1012615"/>
                    <a:pt x="3188351" y="1019185"/>
                  </a:cubicBezTo>
                  <a:cubicBezTo>
                    <a:pt x="3201489" y="1032323"/>
                    <a:pt x="3201489" y="1054219"/>
                    <a:pt x="3188351" y="1067358"/>
                  </a:cubicBezTo>
                  <a:lnTo>
                    <a:pt x="3173024" y="1073630"/>
                  </a:lnTo>
                  <a:lnTo>
                    <a:pt x="3173024" y="1358604"/>
                  </a:lnTo>
                  <a:lnTo>
                    <a:pt x="3341638" y="1527218"/>
                  </a:lnTo>
                  <a:lnTo>
                    <a:pt x="3707321" y="1527218"/>
                  </a:lnTo>
                  <a:lnTo>
                    <a:pt x="3869647" y="1689547"/>
                  </a:lnTo>
                  <a:lnTo>
                    <a:pt x="3889071" y="1681601"/>
                  </a:lnTo>
                  <a:cubicBezTo>
                    <a:pt x="3897831" y="1681601"/>
                    <a:pt x="3906589" y="1684885"/>
                    <a:pt x="3913161" y="1691453"/>
                  </a:cubicBezTo>
                  <a:cubicBezTo>
                    <a:pt x="3926298" y="1704594"/>
                    <a:pt x="3926298" y="1726490"/>
                    <a:pt x="3913161" y="1739631"/>
                  </a:cubicBezTo>
                  <a:cubicBezTo>
                    <a:pt x="3900019" y="1752769"/>
                    <a:pt x="3878124" y="1752769"/>
                    <a:pt x="3864986" y="1739631"/>
                  </a:cubicBezTo>
                  <a:cubicBezTo>
                    <a:pt x="3858418" y="1733061"/>
                    <a:pt x="3855131" y="1724301"/>
                    <a:pt x="3855131" y="1715543"/>
                  </a:cubicBezTo>
                  <a:lnTo>
                    <a:pt x="3859986" y="1703679"/>
                  </a:lnTo>
                  <a:lnTo>
                    <a:pt x="3700752" y="1542548"/>
                  </a:lnTo>
                  <a:lnTo>
                    <a:pt x="3335068" y="1544738"/>
                  </a:lnTo>
                  <a:lnTo>
                    <a:pt x="3173024" y="1381929"/>
                  </a:lnTo>
                  <a:lnTo>
                    <a:pt x="3173024" y="1500943"/>
                  </a:lnTo>
                  <a:lnTo>
                    <a:pt x="3453316" y="1781238"/>
                  </a:lnTo>
                  <a:lnTo>
                    <a:pt x="3805872" y="1781238"/>
                  </a:lnTo>
                  <a:lnTo>
                    <a:pt x="3949146" y="1925765"/>
                  </a:lnTo>
                  <a:lnTo>
                    <a:pt x="4209664" y="1925765"/>
                  </a:lnTo>
                  <a:lnTo>
                    <a:pt x="4217498" y="1906056"/>
                  </a:lnTo>
                  <a:cubicBezTo>
                    <a:pt x="4225707" y="1897843"/>
                    <a:pt x="4237206" y="1892917"/>
                    <a:pt x="4250344" y="1892917"/>
                  </a:cubicBezTo>
                  <a:lnTo>
                    <a:pt x="4274436" y="1902553"/>
                  </a:lnTo>
                  <a:lnTo>
                    <a:pt x="4274436" y="1676126"/>
                  </a:lnTo>
                  <a:lnTo>
                    <a:pt x="3919839" y="1321485"/>
                  </a:lnTo>
                  <a:lnTo>
                    <a:pt x="3898929" y="1330137"/>
                  </a:lnTo>
                  <a:cubicBezTo>
                    <a:pt x="3887433" y="1330137"/>
                    <a:pt x="3875940" y="1325760"/>
                    <a:pt x="3867181" y="1316999"/>
                  </a:cubicBezTo>
                  <a:cubicBezTo>
                    <a:pt x="3858422" y="1308238"/>
                    <a:pt x="3854044" y="1296742"/>
                    <a:pt x="3854044" y="1285246"/>
                  </a:cubicBezTo>
                  <a:lnTo>
                    <a:pt x="3864616" y="1259691"/>
                  </a:lnTo>
                  <a:lnTo>
                    <a:pt x="3792165" y="1187234"/>
                  </a:lnTo>
                  <a:lnTo>
                    <a:pt x="3777398" y="1193272"/>
                  </a:lnTo>
                  <a:cubicBezTo>
                    <a:pt x="3768637" y="1193272"/>
                    <a:pt x="3759878" y="1189989"/>
                    <a:pt x="3753308" y="1183418"/>
                  </a:cubicBezTo>
                  <a:lnTo>
                    <a:pt x="3750620" y="1176852"/>
                  </a:lnTo>
                  <a:lnTo>
                    <a:pt x="3523395" y="1176852"/>
                  </a:lnTo>
                  <a:lnTo>
                    <a:pt x="3212444" y="865906"/>
                  </a:lnTo>
                  <a:lnTo>
                    <a:pt x="3028500" y="865906"/>
                  </a:lnTo>
                  <a:lnTo>
                    <a:pt x="2741632" y="579035"/>
                  </a:lnTo>
                  <a:close/>
                  <a:moveTo>
                    <a:pt x="2537972" y="579035"/>
                  </a:moveTo>
                  <a:lnTo>
                    <a:pt x="3049647" y="1090701"/>
                  </a:lnTo>
                  <a:lnTo>
                    <a:pt x="3069008" y="1082688"/>
                  </a:lnTo>
                  <a:cubicBezTo>
                    <a:pt x="3080503" y="1082688"/>
                    <a:pt x="3092001" y="1087068"/>
                    <a:pt x="3100760" y="1095828"/>
                  </a:cubicBezTo>
                  <a:cubicBezTo>
                    <a:pt x="3118280" y="1113346"/>
                    <a:pt x="3118280" y="1141814"/>
                    <a:pt x="3100760" y="1159332"/>
                  </a:cubicBezTo>
                  <a:lnTo>
                    <a:pt x="3081054" y="1167486"/>
                  </a:lnTo>
                  <a:lnTo>
                    <a:pt x="3081054" y="1266638"/>
                  </a:lnTo>
                  <a:lnTo>
                    <a:pt x="3155505" y="1341086"/>
                  </a:lnTo>
                  <a:lnTo>
                    <a:pt x="3155505" y="1073632"/>
                  </a:lnTo>
                  <a:lnTo>
                    <a:pt x="3140172" y="1067358"/>
                  </a:lnTo>
                  <a:cubicBezTo>
                    <a:pt x="3133602" y="1060790"/>
                    <a:pt x="3130319" y="1052031"/>
                    <a:pt x="3130319" y="1043272"/>
                  </a:cubicBezTo>
                  <a:lnTo>
                    <a:pt x="3136994" y="1026954"/>
                  </a:lnTo>
                  <a:lnTo>
                    <a:pt x="2689075" y="579035"/>
                  </a:lnTo>
                  <a:close/>
                  <a:moveTo>
                    <a:pt x="2904520" y="557977"/>
                  </a:moveTo>
                  <a:lnTo>
                    <a:pt x="2911341" y="574654"/>
                  </a:lnTo>
                  <a:lnTo>
                    <a:pt x="2902758" y="595632"/>
                  </a:lnTo>
                  <a:lnTo>
                    <a:pt x="3140178" y="833053"/>
                  </a:lnTo>
                  <a:lnTo>
                    <a:pt x="3179595" y="833053"/>
                  </a:lnTo>
                  <a:close/>
                  <a:moveTo>
                    <a:pt x="2664602" y="530476"/>
                  </a:moveTo>
                  <a:lnTo>
                    <a:pt x="2695642" y="561516"/>
                  </a:lnTo>
                  <a:lnTo>
                    <a:pt x="2724114" y="561516"/>
                  </a:lnTo>
                  <a:lnTo>
                    <a:pt x="2694581" y="531984"/>
                  </a:lnTo>
                  <a:lnTo>
                    <a:pt x="2681413" y="537432"/>
                  </a:lnTo>
                  <a:close/>
                  <a:moveTo>
                    <a:pt x="9407788" y="517227"/>
                  </a:moveTo>
                  <a:lnTo>
                    <a:pt x="9337887" y="517587"/>
                  </a:lnTo>
                  <a:lnTo>
                    <a:pt x="9330683" y="535196"/>
                  </a:lnTo>
                  <a:cubicBezTo>
                    <a:pt x="9324113" y="541766"/>
                    <a:pt x="9315354" y="545051"/>
                    <a:pt x="9306595" y="545051"/>
                  </a:cubicBezTo>
                  <a:lnTo>
                    <a:pt x="9296496" y="540919"/>
                  </a:lnTo>
                  <a:lnTo>
                    <a:pt x="9056950" y="780465"/>
                  </a:lnTo>
                  <a:lnTo>
                    <a:pt x="9144550" y="780465"/>
                  </a:lnTo>
                  <a:close/>
                  <a:moveTo>
                    <a:pt x="9471613" y="516897"/>
                  </a:moveTo>
                  <a:lnTo>
                    <a:pt x="9440807" y="517057"/>
                  </a:lnTo>
                  <a:lnTo>
                    <a:pt x="9155500" y="802364"/>
                  </a:lnTo>
                  <a:lnTo>
                    <a:pt x="8973746" y="802364"/>
                  </a:lnTo>
                  <a:lnTo>
                    <a:pt x="8660603" y="1115507"/>
                  </a:lnTo>
                  <a:lnTo>
                    <a:pt x="8431166" y="1115507"/>
                  </a:lnTo>
                  <a:lnTo>
                    <a:pt x="8428483" y="1122066"/>
                  </a:lnTo>
                  <a:cubicBezTo>
                    <a:pt x="8421913" y="1128636"/>
                    <a:pt x="8413154" y="1131920"/>
                    <a:pt x="8404395" y="1131920"/>
                  </a:cubicBezTo>
                  <a:lnTo>
                    <a:pt x="8389633" y="1125881"/>
                  </a:lnTo>
                  <a:lnTo>
                    <a:pt x="8317176" y="1198338"/>
                  </a:lnTo>
                  <a:lnTo>
                    <a:pt x="8327752" y="1223899"/>
                  </a:lnTo>
                  <a:cubicBezTo>
                    <a:pt x="8327752" y="1235396"/>
                    <a:pt x="8323372" y="1246891"/>
                    <a:pt x="8314613" y="1255650"/>
                  </a:cubicBezTo>
                  <a:cubicBezTo>
                    <a:pt x="8305854" y="1264411"/>
                    <a:pt x="8294357" y="1268791"/>
                    <a:pt x="8282861" y="1268791"/>
                  </a:cubicBezTo>
                  <a:lnTo>
                    <a:pt x="8261952" y="1260138"/>
                  </a:lnTo>
                  <a:lnTo>
                    <a:pt x="7907308" y="1614783"/>
                  </a:lnTo>
                  <a:lnTo>
                    <a:pt x="7907308" y="1903385"/>
                  </a:lnTo>
                  <a:lnTo>
                    <a:pt x="7933585" y="1892873"/>
                  </a:lnTo>
                  <a:cubicBezTo>
                    <a:pt x="7946724" y="1892873"/>
                    <a:pt x="7958220" y="1897800"/>
                    <a:pt x="7966432" y="1906012"/>
                  </a:cubicBezTo>
                  <a:lnTo>
                    <a:pt x="7974317" y="1925723"/>
                  </a:lnTo>
                  <a:lnTo>
                    <a:pt x="8172289" y="1925723"/>
                  </a:lnTo>
                  <a:lnTo>
                    <a:pt x="8378117" y="1719893"/>
                  </a:lnTo>
                  <a:lnTo>
                    <a:pt x="8478336" y="1719893"/>
                  </a:lnTo>
                  <a:lnTo>
                    <a:pt x="8481037" y="1718789"/>
                  </a:lnTo>
                  <a:lnTo>
                    <a:pt x="8483738" y="1719893"/>
                  </a:lnTo>
                  <a:lnTo>
                    <a:pt x="8729466" y="1719893"/>
                  </a:lnTo>
                  <a:lnTo>
                    <a:pt x="9010971" y="1437401"/>
                  </a:lnTo>
                  <a:lnTo>
                    <a:pt x="9010971" y="1317733"/>
                  </a:lnTo>
                  <a:lnTo>
                    <a:pt x="8846736" y="1481197"/>
                  </a:lnTo>
                  <a:lnTo>
                    <a:pt x="8483228" y="1481197"/>
                  </a:lnTo>
                  <a:lnTo>
                    <a:pt x="8323443" y="1640982"/>
                  </a:lnTo>
                  <a:lnTo>
                    <a:pt x="8328846" y="1654190"/>
                  </a:lnTo>
                  <a:cubicBezTo>
                    <a:pt x="8328846" y="1662950"/>
                    <a:pt x="8325562" y="1671709"/>
                    <a:pt x="8318992" y="1678278"/>
                  </a:cubicBezTo>
                  <a:cubicBezTo>
                    <a:pt x="8305853" y="1691416"/>
                    <a:pt x="8283956" y="1691416"/>
                    <a:pt x="8270817" y="1678278"/>
                  </a:cubicBezTo>
                  <a:cubicBezTo>
                    <a:pt x="8257677" y="1665139"/>
                    <a:pt x="8257677" y="1643240"/>
                    <a:pt x="8270817" y="1630103"/>
                  </a:cubicBezTo>
                  <a:cubicBezTo>
                    <a:pt x="8277386" y="1623533"/>
                    <a:pt x="8286145" y="1620248"/>
                    <a:pt x="8294905" y="1620248"/>
                  </a:cubicBezTo>
                  <a:lnTo>
                    <a:pt x="8312777" y="1627560"/>
                  </a:lnTo>
                  <a:lnTo>
                    <a:pt x="8476657" y="1463679"/>
                  </a:lnTo>
                  <a:lnTo>
                    <a:pt x="8840166" y="1463679"/>
                  </a:lnTo>
                  <a:lnTo>
                    <a:pt x="9010971" y="1292874"/>
                  </a:lnTo>
                  <a:lnTo>
                    <a:pt x="9010971" y="1012275"/>
                  </a:lnTo>
                  <a:lnTo>
                    <a:pt x="8995644" y="1006004"/>
                  </a:lnTo>
                  <a:cubicBezTo>
                    <a:pt x="8982504" y="992865"/>
                    <a:pt x="8982504" y="970968"/>
                    <a:pt x="8995644" y="957829"/>
                  </a:cubicBezTo>
                  <a:cubicBezTo>
                    <a:pt x="9002213" y="951259"/>
                    <a:pt x="9010972" y="947974"/>
                    <a:pt x="9019731" y="947974"/>
                  </a:cubicBezTo>
                  <a:lnTo>
                    <a:pt x="9034497" y="954015"/>
                  </a:lnTo>
                  <a:close/>
                  <a:moveTo>
                    <a:pt x="9645512" y="516002"/>
                  </a:moveTo>
                  <a:lnTo>
                    <a:pt x="9494870" y="516779"/>
                  </a:lnTo>
                  <a:lnTo>
                    <a:pt x="9046378" y="964085"/>
                  </a:lnTo>
                  <a:lnTo>
                    <a:pt x="9053672" y="981917"/>
                  </a:lnTo>
                  <a:cubicBezTo>
                    <a:pt x="9053672" y="990676"/>
                    <a:pt x="9050388" y="999435"/>
                    <a:pt x="9043818" y="1006004"/>
                  </a:cubicBezTo>
                  <a:lnTo>
                    <a:pt x="9026300" y="1013171"/>
                  </a:lnTo>
                  <a:lnTo>
                    <a:pt x="9026300" y="1277546"/>
                  </a:lnTo>
                  <a:lnTo>
                    <a:pt x="9100754" y="1203092"/>
                  </a:lnTo>
                  <a:lnTo>
                    <a:pt x="9100754" y="1106529"/>
                  </a:lnTo>
                  <a:lnTo>
                    <a:pt x="9078855" y="1097982"/>
                  </a:lnTo>
                  <a:cubicBezTo>
                    <a:pt x="9061336" y="1080465"/>
                    <a:pt x="9061336" y="1051997"/>
                    <a:pt x="9078855" y="1034478"/>
                  </a:cubicBezTo>
                  <a:cubicBezTo>
                    <a:pt x="9087615" y="1025719"/>
                    <a:pt x="9099112" y="1021339"/>
                    <a:pt x="9110608" y="1021339"/>
                  </a:cubicBezTo>
                  <a:lnTo>
                    <a:pt x="9131522" y="1029993"/>
                  </a:lnTo>
                  <a:close/>
                  <a:moveTo>
                    <a:pt x="4690499" y="500207"/>
                  </a:moveTo>
                  <a:lnTo>
                    <a:pt x="4690499" y="691840"/>
                  </a:lnTo>
                  <a:lnTo>
                    <a:pt x="4791929" y="794147"/>
                  </a:lnTo>
                  <a:lnTo>
                    <a:pt x="4806559" y="788161"/>
                  </a:lnTo>
                  <a:cubicBezTo>
                    <a:pt x="4815311" y="788161"/>
                    <a:pt x="4824084" y="791445"/>
                    <a:pt x="4830643" y="798014"/>
                  </a:cubicBezTo>
                  <a:cubicBezTo>
                    <a:pt x="4843783" y="811153"/>
                    <a:pt x="4843783" y="833052"/>
                    <a:pt x="4830643" y="846190"/>
                  </a:cubicBezTo>
                  <a:cubicBezTo>
                    <a:pt x="4817500" y="859329"/>
                    <a:pt x="4795614" y="859329"/>
                    <a:pt x="4782472" y="846190"/>
                  </a:cubicBezTo>
                  <a:cubicBezTo>
                    <a:pt x="4775901" y="839621"/>
                    <a:pt x="4772616" y="830861"/>
                    <a:pt x="4772616" y="822102"/>
                  </a:cubicBezTo>
                  <a:lnTo>
                    <a:pt x="4779930" y="804233"/>
                  </a:lnTo>
                  <a:lnTo>
                    <a:pt x="4690499" y="714805"/>
                  </a:lnTo>
                  <a:lnTo>
                    <a:pt x="4690499" y="874665"/>
                  </a:lnTo>
                  <a:lnTo>
                    <a:pt x="4930922" y="1115075"/>
                  </a:lnTo>
                  <a:lnTo>
                    <a:pt x="4940969" y="1111157"/>
                  </a:lnTo>
                  <a:cubicBezTo>
                    <a:pt x="4952739" y="1111157"/>
                    <a:pt x="4964239" y="1115539"/>
                    <a:pt x="4973001" y="1124294"/>
                  </a:cubicBezTo>
                  <a:cubicBezTo>
                    <a:pt x="4990516" y="1141816"/>
                    <a:pt x="4990516" y="1170281"/>
                    <a:pt x="4973001" y="1187800"/>
                  </a:cubicBezTo>
                  <a:lnTo>
                    <a:pt x="4959050" y="1193573"/>
                  </a:lnTo>
                  <a:lnTo>
                    <a:pt x="5029930" y="1264447"/>
                  </a:lnTo>
                  <a:lnTo>
                    <a:pt x="5029930" y="1194374"/>
                  </a:lnTo>
                  <a:lnTo>
                    <a:pt x="5167876" y="1056420"/>
                  </a:lnTo>
                  <a:lnTo>
                    <a:pt x="5167876" y="719189"/>
                  </a:lnTo>
                  <a:lnTo>
                    <a:pt x="4948905" y="500207"/>
                  </a:lnTo>
                  <a:close/>
                  <a:moveTo>
                    <a:pt x="2634331" y="500206"/>
                  </a:moveTo>
                  <a:lnTo>
                    <a:pt x="2643475" y="509352"/>
                  </a:lnTo>
                  <a:lnTo>
                    <a:pt x="2639691" y="500206"/>
                  </a:lnTo>
                  <a:close/>
                  <a:moveTo>
                    <a:pt x="2459140" y="500206"/>
                  </a:moveTo>
                  <a:lnTo>
                    <a:pt x="2520452" y="561516"/>
                  </a:lnTo>
                  <a:lnTo>
                    <a:pt x="2671554" y="561516"/>
                  </a:lnTo>
                  <a:lnTo>
                    <a:pt x="2610243" y="500206"/>
                  </a:lnTo>
                  <a:close/>
                  <a:moveTo>
                    <a:pt x="2384028" y="500206"/>
                  </a:moveTo>
                  <a:lnTo>
                    <a:pt x="2446002" y="561516"/>
                  </a:lnTo>
                  <a:lnTo>
                    <a:pt x="2487605" y="561516"/>
                  </a:lnTo>
                  <a:lnTo>
                    <a:pt x="2426294" y="500206"/>
                  </a:lnTo>
                  <a:close/>
                  <a:moveTo>
                    <a:pt x="9277952" y="498157"/>
                  </a:moveTo>
                  <a:lnTo>
                    <a:pt x="9006600" y="769509"/>
                  </a:lnTo>
                  <a:lnTo>
                    <a:pt x="9043817" y="769509"/>
                  </a:lnTo>
                  <a:lnTo>
                    <a:pt x="9281236" y="532090"/>
                  </a:lnTo>
                  <a:lnTo>
                    <a:pt x="9272653" y="511109"/>
                  </a:lnTo>
                  <a:close/>
                  <a:moveTo>
                    <a:pt x="7180292" y="491409"/>
                  </a:moveTo>
                  <a:lnTo>
                    <a:pt x="6943792" y="727910"/>
                  </a:lnTo>
                  <a:lnTo>
                    <a:pt x="6943792" y="909721"/>
                  </a:lnTo>
                  <a:lnTo>
                    <a:pt x="7155579" y="697933"/>
                  </a:lnTo>
                  <a:lnTo>
                    <a:pt x="7147445" y="677596"/>
                  </a:lnTo>
                  <a:cubicBezTo>
                    <a:pt x="7147445" y="664457"/>
                    <a:pt x="7152372" y="652961"/>
                    <a:pt x="7160584" y="644749"/>
                  </a:cubicBezTo>
                  <a:lnTo>
                    <a:pt x="7180292" y="636866"/>
                  </a:lnTo>
                  <a:close/>
                  <a:moveTo>
                    <a:pt x="9520930" y="467581"/>
                  </a:moveTo>
                  <a:lnTo>
                    <a:pt x="9500393" y="476079"/>
                  </a:lnTo>
                  <a:lnTo>
                    <a:pt x="9487231" y="470632"/>
                  </a:lnTo>
                  <a:lnTo>
                    <a:pt x="9457701" y="500162"/>
                  </a:lnTo>
                  <a:lnTo>
                    <a:pt x="9488349" y="500162"/>
                  </a:lnTo>
                  <a:close/>
                  <a:moveTo>
                    <a:pt x="9755506" y="438856"/>
                  </a:moveTo>
                  <a:lnTo>
                    <a:pt x="9694199" y="500162"/>
                  </a:lnTo>
                  <a:lnTo>
                    <a:pt x="9737988" y="500162"/>
                  </a:lnTo>
                  <a:lnTo>
                    <a:pt x="9799295" y="438856"/>
                  </a:lnTo>
                  <a:close/>
                  <a:moveTo>
                    <a:pt x="9573000" y="438856"/>
                  </a:moveTo>
                  <a:lnTo>
                    <a:pt x="9511531" y="500162"/>
                  </a:lnTo>
                  <a:lnTo>
                    <a:pt x="9661352" y="500162"/>
                  </a:lnTo>
                  <a:lnTo>
                    <a:pt x="9722659" y="438856"/>
                  </a:lnTo>
                  <a:close/>
                  <a:moveTo>
                    <a:pt x="9542112" y="438856"/>
                  </a:moveTo>
                  <a:lnTo>
                    <a:pt x="9536788" y="451723"/>
                  </a:lnTo>
                  <a:lnTo>
                    <a:pt x="9549656" y="438856"/>
                  </a:lnTo>
                  <a:close/>
                  <a:moveTo>
                    <a:pt x="4024839" y="399470"/>
                  </a:moveTo>
                  <a:lnTo>
                    <a:pt x="4024839" y="712614"/>
                  </a:lnTo>
                  <a:lnTo>
                    <a:pt x="4145280" y="833053"/>
                  </a:lnTo>
                  <a:lnTo>
                    <a:pt x="4217498" y="833053"/>
                  </a:lnTo>
                  <a:lnTo>
                    <a:pt x="4217498" y="695122"/>
                  </a:lnTo>
                  <a:lnTo>
                    <a:pt x="4210979" y="688532"/>
                  </a:lnTo>
                  <a:lnTo>
                    <a:pt x="4210979" y="603321"/>
                  </a:lnTo>
                  <a:lnTo>
                    <a:pt x="4208789" y="604216"/>
                  </a:lnTo>
                  <a:cubicBezTo>
                    <a:pt x="4200031" y="604216"/>
                    <a:pt x="4191270" y="600932"/>
                    <a:pt x="4184702" y="594361"/>
                  </a:cubicBezTo>
                  <a:cubicBezTo>
                    <a:pt x="4178130" y="587792"/>
                    <a:pt x="4174846" y="579033"/>
                    <a:pt x="4174846" y="570274"/>
                  </a:cubicBezTo>
                  <a:lnTo>
                    <a:pt x="4180885" y="555512"/>
                  </a:lnTo>
                  <a:close/>
                  <a:moveTo>
                    <a:pt x="2288505" y="362414"/>
                  </a:moveTo>
                  <a:lnTo>
                    <a:pt x="2293808" y="375380"/>
                  </a:lnTo>
                  <a:cubicBezTo>
                    <a:pt x="2293808" y="384139"/>
                    <a:pt x="2290523" y="392898"/>
                    <a:pt x="2283956" y="399468"/>
                  </a:cubicBezTo>
                  <a:lnTo>
                    <a:pt x="2282707" y="399977"/>
                  </a:lnTo>
                  <a:lnTo>
                    <a:pt x="2361890" y="478309"/>
                  </a:lnTo>
                  <a:lnTo>
                    <a:pt x="2404399" y="478309"/>
                  </a:lnTo>
                  <a:close/>
                  <a:moveTo>
                    <a:pt x="8159137" y="335926"/>
                  </a:moveTo>
                  <a:lnTo>
                    <a:pt x="8002459" y="492604"/>
                  </a:lnTo>
                  <a:lnTo>
                    <a:pt x="8009134" y="508919"/>
                  </a:lnTo>
                  <a:cubicBezTo>
                    <a:pt x="8009134" y="517678"/>
                    <a:pt x="8005849" y="526438"/>
                    <a:pt x="7999280" y="533007"/>
                  </a:cubicBezTo>
                  <a:cubicBezTo>
                    <a:pt x="7992711" y="539576"/>
                    <a:pt x="7983952" y="542860"/>
                    <a:pt x="7975192" y="542860"/>
                  </a:cubicBezTo>
                  <a:lnTo>
                    <a:pt x="7973003" y="541965"/>
                  </a:lnTo>
                  <a:lnTo>
                    <a:pt x="7973003" y="627180"/>
                  </a:lnTo>
                  <a:lnTo>
                    <a:pt x="7819719" y="780465"/>
                  </a:lnTo>
                  <a:lnTo>
                    <a:pt x="7832954" y="780465"/>
                  </a:lnTo>
                  <a:lnTo>
                    <a:pt x="7843803" y="769509"/>
                  </a:lnTo>
                  <a:lnTo>
                    <a:pt x="8038699" y="769509"/>
                  </a:lnTo>
                  <a:lnTo>
                    <a:pt x="8159137" y="649071"/>
                  </a:lnTo>
                  <a:close/>
                  <a:moveTo>
                    <a:pt x="9896993" y="297369"/>
                  </a:moveTo>
                  <a:lnTo>
                    <a:pt x="9779594" y="414767"/>
                  </a:lnTo>
                  <a:lnTo>
                    <a:pt x="9823382" y="414767"/>
                  </a:lnTo>
                  <a:lnTo>
                    <a:pt x="9900036" y="338113"/>
                  </a:lnTo>
                  <a:lnTo>
                    <a:pt x="9900033" y="338112"/>
                  </a:lnTo>
                  <a:cubicBezTo>
                    <a:pt x="9893465" y="331543"/>
                    <a:pt x="9890180" y="322782"/>
                    <a:pt x="9890180" y="314023"/>
                  </a:cubicBezTo>
                  <a:close/>
                  <a:moveTo>
                    <a:pt x="3060885" y="292171"/>
                  </a:moveTo>
                  <a:lnTo>
                    <a:pt x="3388247" y="621043"/>
                  </a:lnTo>
                  <a:lnTo>
                    <a:pt x="3387628" y="619550"/>
                  </a:lnTo>
                  <a:lnTo>
                    <a:pt x="3393049" y="606455"/>
                  </a:lnTo>
                  <a:lnTo>
                    <a:pt x="3077696" y="292171"/>
                  </a:lnTo>
                  <a:close/>
                  <a:moveTo>
                    <a:pt x="2759151" y="292171"/>
                  </a:moveTo>
                  <a:lnTo>
                    <a:pt x="3300033" y="833053"/>
                  </a:lnTo>
                  <a:lnTo>
                    <a:pt x="3797108" y="833053"/>
                  </a:lnTo>
                  <a:lnTo>
                    <a:pt x="3797108" y="585606"/>
                  </a:lnTo>
                  <a:lnTo>
                    <a:pt x="3503680" y="292171"/>
                  </a:lnTo>
                  <a:lnTo>
                    <a:pt x="3109518" y="292171"/>
                  </a:lnTo>
                  <a:lnTo>
                    <a:pt x="3403867" y="586515"/>
                  </a:lnTo>
                  <a:lnTo>
                    <a:pt x="3432518" y="574657"/>
                  </a:lnTo>
                  <a:cubicBezTo>
                    <a:pt x="3444015" y="574657"/>
                    <a:pt x="3455513" y="579037"/>
                    <a:pt x="3464271" y="587797"/>
                  </a:cubicBezTo>
                  <a:cubicBezTo>
                    <a:pt x="3481789" y="605316"/>
                    <a:pt x="3481789" y="633783"/>
                    <a:pt x="3464271" y="651301"/>
                  </a:cubicBezTo>
                  <a:lnTo>
                    <a:pt x="3459076" y="653451"/>
                  </a:lnTo>
                  <a:lnTo>
                    <a:pt x="3465358" y="668815"/>
                  </a:lnTo>
                  <a:cubicBezTo>
                    <a:pt x="3465358" y="677574"/>
                    <a:pt x="3462074" y="686333"/>
                    <a:pt x="3455506" y="692903"/>
                  </a:cubicBezTo>
                  <a:cubicBezTo>
                    <a:pt x="3442369" y="706042"/>
                    <a:pt x="3420472" y="706042"/>
                    <a:pt x="3407333" y="692903"/>
                  </a:cubicBezTo>
                  <a:cubicBezTo>
                    <a:pt x="3400766" y="686333"/>
                    <a:pt x="3397479" y="677574"/>
                    <a:pt x="3397479" y="668815"/>
                  </a:cubicBezTo>
                  <a:lnTo>
                    <a:pt x="3402247" y="657161"/>
                  </a:lnTo>
                  <a:lnTo>
                    <a:pt x="3037254" y="292171"/>
                  </a:lnTo>
                  <a:close/>
                  <a:moveTo>
                    <a:pt x="2700429" y="292171"/>
                  </a:moveTo>
                  <a:lnTo>
                    <a:pt x="3242463" y="833053"/>
                  </a:lnTo>
                  <a:lnTo>
                    <a:pt x="3251855" y="833053"/>
                  </a:lnTo>
                  <a:lnTo>
                    <a:pt x="2715352" y="296550"/>
                  </a:lnTo>
                  <a:lnTo>
                    <a:pt x="2715352" y="292171"/>
                  </a:lnTo>
                  <a:close/>
                  <a:moveTo>
                    <a:pt x="4241584" y="264220"/>
                  </a:moveTo>
                  <a:lnTo>
                    <a:pt x="4241584" y="561517"/>
                  </a:lnTo>
                  <a:lnTo>
                    <a:pt x="4561306" y="561517"/>
                  </a:lnTo>
                  <a:lnTo>
                    <a:pt x="4672982" y="674169"/>
                  </a:lnTo>
                  <a:lnTo>
                    <a:pt x="4672982" y="500207"/>
                  </a:lnTo>
                  <a:lnTo>
                    <a:pt x="4521279" y="500207"/>
                  </a:lnTo>
                  <a:lnTo>
                    <a:pt x="4513129" y="519913"/>
                  </a:lnTo>
                  <a:cubicBezTo>
                    <a:pt x="4495615" y="537432"/>
                    <a:pt x="4467148" y="537432"/>
                    <a:pt x="4449629" y="519913"/>
                  </a:cubicBezTo>
                  <a:cubicBezTo>
                    <a:pt x="4440868" y="511154"/>
                    <a:pt x="4436485" y="499658"/>
                    <a:pt x="4436485" y="488160"/>
                  </a:cubicBezTo>
                  <a:lnTo>
                    <a:pt x="4445118" y="467304"/>
                  </a:lnTo>
                  <a:close/>
                  <a:moveTo>
                    <a:pt x="5767879" y="233791"/>
                  </a:moveTo>
                  <a:lnTo>
                    <a:pt x="5760213" y="251675"/>
                  </a:lnTo>
                  <a:lnTo>
                    <a:pt x="5739412" y="260591"/>
                  </a:lnTo>
                  <a:lnTo>
                    <a:pt x="5739412" y="598762"/>
                  </a:lnTo>
                  <a:lnTo>
                    <a:pt x="5767879" y="627156"/>
                  </a:lnTo>
                  <a:close/>
                  <a:moveTo>
                    <a:pt x="9466452" y="230816"/>
                  </a:moveTo>
                  <a:lnTo>
                    <a:pt x="9466452" y="235196"/>
                  </a:lnTo>
                  <a:lnTo>
                    <a:pt x="8932138" y="769509"/>
                  </a:lnTo>
                  <a:lnTo>
                    <a:pt x="8941544" y="769509"/>
                  </a:lnTo>
                  <a:lnTo>
                    <a:pt x="9481383" y="230816"/>
                  </a:lnTo>
                  <a:close/>
                  <a:moveTo>
                    <a:pt x="9103977" y="230816"/>
                  </a:moveTo>
                  <a:lnTo>
                    <a:pt x="8790893" y="544962"/>
                  </a:lnTo>
                  <a:lnTo>
                    <a:pt x="8796049" y="557419"/>
                  </a:lnTo>
                  <a:lnTo>
                    <a:pt x="9122652" y="230816"/>
                  </a:lnTo>
                  <a:close/>
                  <a:moveTo>
                    <a:pt x="8680310" y="230816"/>
                  </a:moveTo>
                  <a:lnTo>
                    <a:pt x="8386875" y="522060"/>
                  </a:lnTo>
                  <a:lnTo>
                    <a:pt x="8386875" y="769509"/>
                  </a:lnTo>
                  <a:lnTo>
                    <a:pt x="8886152" y="769509"/>
                  </a:lnTo>
                  <a:lnTo>
                    <a:pt x="9424846" y="230816"/>
                  </a:lnTo>
                  <a:lnTo>
                    <a:pt x="9146740" y="230816"/>
                  </a:lnTo>
                  <a:lnTo>
                    <a:pt x="8780830" y="596726"/>
                  </a:lnTo>
                  <a:lnTo>
                    <a:pt x="8784325" y="605270"/>
                  </a:lnTo>
                  <a:cubicBezTo>
                    <a:pt x="8784325" y="614029"/>
                    <a:pt x="8781041" y="622789"/>
                    <a:pt x="8774471" y="629358"/>
                  </a:cubicBezTo>
                  <a:cubicBezTo>
                    <a:pt x="8761332" y="642497"/>
                    <a:pt x="8739434" y="642497"/>
                    <a:pt x="8726295" y="629358"/>
                  </a:cubicBezTo>
                  <a:cubicBezTo>
                    <a:pt x="8719727" y="622789"/>
                    <a:pt x="8716442" y="614029"/>
                    <a:pt x="8716442" y="605270"/>
                  </a:cubicBezTo>
                  <a:lnTo>
                    <a:pt x="8722278" y="591004"/>
                  </a:lnTo>
                  <a:lnTo>
                    <a:pt x="8719727" y="589948"/>
                  </a:lnTo>
                  <a:cubicBezTo>
                    <a:pt x="8702208" y="572430"/>
                    <a:pt x="8702208" y="543962"/>
                    <a:pt x="8719727" y="526443"/>
                  </a:cubicBezTo>
                  <a:cubicBezTo>
                    <a:pt x="8728486" y="517684"/>
                    <a:pt x="8739982" y="513304"/>
                    <a:pt x="8751480" y="513304"/>
                  </a:cubicBezTo>
                  <a:lnTo>
                    <a:pt x="8780054" y="525129"/>
                  </a:lnTo>
                  <a:lnTo>
                    <a:pt x="9073361" y="230816"/>
                  </a:lnTo>
                  <a:close/>
                  <a:moveTo>
                    <a:pt x="7948914" y="195259"/>
                  </a:moveTo>
                  <a:lnTo>
                    <a:pt x="7737232" y="407401"/>
                  </a:lnTo>
                  <a:lnTo>
                    <a:pt x="7745263" y="426807"/>
                  </a:lnTo>
                  <a:cubicBezTo>
                    <a:pt x="7745263" y="438305"/>
                    <a:pt x="7740883" y="449801"/>
                    <a:pt x="7732124" y="458560"/>
                  </a:cubicBezTo>
                  <a:cubicBezTo>
                    <a:pt x="7714605" y="476079"/>
                    <a:pt x="7686137" y="476079"/>
                    <a:pt x="7668619" y="458560"/>
                  </a:cubicBezTo>
                  <a:lnTo>
                    <a:pt x="7660465" y="438856"/>
                  </a:lnTo>
                  <a:lnTo>
                    <a:pt x="7232846" y="438856"/>
                  </a:lnTo>
                  <a:lnTo>
                    <a:pt x="7204380" y="467322"/>
                  </a:lnTo>
                  <a:lnTo>
                    <a:pt x="7204380" y="636264"/>
                  </a:lnTo>
                  <a:lnTo>
                    <a:pt x="7226279" y="645571"/>
                  </a:lnTo>
                  <a:cubicBezTo>
                    <a:pt x="7234491" y="654056"/>
                    <a:pt x="7239418" y="665552"/>
                    <a:pt x="7239418" y="677596"/>
                  </a:cubicBezTo>
                  <a:cubicBezTo>
                    <a:pt x="7239418" y="703875"/>
                    <a:pt x="7217519" y="723583"/>
                    <a:pt x="7193430" y="723583"/>
                  </a:cubicBezTo>
                  <a:lnTo>
                    <a:pt x="7171535" y="714824"/>
                  </a:lnTo>
                  <a:lnTo>
                    <a:pt x="6943792" y="942568"/>
                  </a:lnTo>
                  <a:lnTo>
                    <a:pt x="6943792" y="1264447"/>
                  </a:lnTo>
                  <a:lnTo>
                    <a:pt x="6965690" y="1273208"/>
                  </a:lnTo>
                  <a:cubicBezTo>
                    <a:pt x="6973902" y="1281418"/>
                    <a:pt x="6978829" y="1292913"/>
                    <a:pt x="6978829" y="1306051"/>
                  </a:cubicBezTo>
                  <a:lnTo>
                    <a:pt x="6970645" y="1326510"/>
                  </a:lnTo>
                  <a:lnTo>
                    <a:pt x="6985249" y="1341209"/>
                  </a:lnTo>
                  <a:lnTo>
                    <a:pt x="7035765" y="1290692"/>
                  </a:lnTo>
                  <a:lnTo>
                    <a:pt x="7276644" y="1290692"/>
                  </a:lnTo>
                  <a:lnTo>
                    <a:pt x="7764972" y="802364"/>
                  </a:lnTo>
                  <a:lnTo>
                    <a:pt x="7535041" y="802364"/>
                  </a:lnTo>
                  <a:lnTo>
                    <a:pt x="7275070" y="1062335"/>
                  </a:lnTo>
                  <a:lnTo>
                    <a:pt x="7276644" y="1062949"/>
                  </a:lnTo>
                  <a:lnTo>
                    <a:pt x="7274455" y="1062949"/>
                  </a:lnTo>
                  <a:lnTo>
                    <a:pt x="7274454" y="1062949"/>
                  </a:lnTo>
                  <a:lnTo>
                    <a:pt x="7287593" y="1094702"/>
                  </a:lnTo>
                  <a:cubicBezTo>
                    <a:pt x="7287593" y="1106198"/>
                    <a:pt x="7283213" y="1117695"/>
                    <a:pt x="7274454" y="1126453"/>
                  </a:cubicBezTo>
                  <a:cubicBezTo>
                    <a:pt x="7256935" y="1143973"/>
                    <a:pt x="7228467" y="1143973"/>
                    <a:pt x="7210949" y="1126453"/>
                  </a:cubicBezTo>
                  <a:cubicBezTo>
                    <a:pt x="7193430" y="1108936"/>
                    <a:pt x="7193430" y="1080468"/>
                    <a:pt x="7210949" y="1062949"/>
                  </a:cubicBezTo>
                  <a:cubicBezTo>
                    <a:pt x="7219708" y="1054190"/>
                    <a:pt x="7231205" y="1049811"/>
                    <a:pt x="7242976" y="1049811"/>
                  </a:cubicBezTo>
                  <a:lnTo>
                    <a:pt x="7251444" y="1053115"/>
                  </a:lnTo>
                  <a:lnTo>
                    <a:pt x="7524092" y="780465"/>
                  </a:lnTo>
                  <a:lnTo>
                    <a:pt x="7786871" y="780465"/>
                  </a:lnTo>
                  <a:lnTo>
                    <a:pt x="7948914" y="618421"/>
                  </a:lnTo>
                  <a:lnTo>
                    <a:pt x="7948914" y="527653"/>
                  </a:lnTo>
                  <a:lnTo>
                    <a:pt x="7944836" y="517681"/>
                  </a:lnTo>
                  <a:lnTo>
                    <a:pt x="7629202" y="517681"/>
                  </a:lnTo>
                  <a:lnTo>
                    <a:pt x="7404006" y="742878"/>
                  </a:lnTo>
                  <a:lnTo>
                    <a:pt x="7411317" y="760748"/>
                  </a:lnTo>
                  <a:cubicBezTo>
                    <a:pt x="7411317" y="769507"/>
                    <a:pt x="7408031" y="778266"/>
                    <a:pt x="7401462" y="784836"/>
                  </a:cubicBezTo>
                  <a:cubicBezTo>
                    <a:pt x="7388324" y="797975"/>
                    <a:pt x="7366425" y="797975"/>
                    <a:pt x="7353287" y="784836"/>
                  </a:cubicBezTo>
                  <a:cubicBezTo>
                    <a:pt x="7340147" y="771697"/>
                    <a:pt x="7340147" y="749799"/>
                    <a:pt x="7353287" y="736660"/>
                  </a:cubicBezTo>
                  <a:cubicBezTo>
                    <a:pt x="7359856" y="730091"/>
                    <a:pt x="7368615" y="726806"/>
                    <a:pt x="7377374" y="726806"/>
                  </a:cubicBezTo>
                  <a:lnTo>
                    <a:pt x="7389158" y="731626"/>
                  </a:lnTo>
                  <a:lnTo>
                    <a:pt x="7622633" y="500163"/>
                  </a:lnTo>
                  <a:lnTo>
                    <a:pt x="7944833" y="500163"/>
                  </a:lnTo>
                  <a:lnTo>
                    <a:pt x="7948914" y="490186"/>
                  </a:lnTo>
                  <a:close/>
                  <a:moveTo>
                    <a:pt x="2962801" y="177664"/>
                  </a:moveTo>
                  <a:lnTo>
                    <a:pt x="2962801" y="193630"/>
                  </a:lnTo>
                  <a:lnTo>
                    <a:pt x="3028193" y="259325"/>
                  </a:lnTo>
                  <a:lnTo>
                    <a:pt x="3044739" y="259325"/>
                  </a:lnTo>
                  <a:close/>
                  <a:moveTo>
                    <a:pt x="6065681" y="161869"/>
                  </a:moveTo>
                  <a:lnTo>
                    <a:pt x="6065681" y="624165"/>
                  </a:lnTo>
                  <a:lnTo>
                    <a:pt x="6078819" y="618910"/>
                  </a:lnTo>
                  <a:lnTo>
                    <a:pt x="6078819" y="174962"/>
                  </a:lnTo>
                  <a:close/>
                  <a:moveTo>
                    <a:pt x="5660581" y="160800"/>
                  </a:moveTo>
                  <a:lnTo>
                    <a:pt x="5660581" y="535261"/>
                  </a:lnTo>
                  <a:lnTo>
                    <a:pt x="5724083" y="598766"/>
                  </a:lnTo>
                  <a:lnTo>
                    <a:pt x="5724083" y="255899"/>
                  </a:lnTo>
                  <a:lnTo>
                    <a:pt x="5714229" y="251675"/>
                  </a:lnTo>
                  <a:cubicBezTo>
                    <a:pt x="5708209" y="245654"/>
                    <a:pt x="5704375" y="237442"/>
                    <a:pt x="5704375" y="228683"/>
                  </a:cubicBezTo>
                  <a:lnTo>
                    <a:pt x="5711169" y="211390"/>
                  </a:lnTo>
                  <a:close/>
                  <a:moveTo>
                    <a:pt x="5616786" y="117004"/>
                  </a:moveTo>
                  <a:lnTo>
                    <a:pt x="5616786" y="737342"/>
                  </a:lnTo>
                  <a:lnTo>
                    <a:pt x="5633211" y="744381"/>
                  </a:lnTo>
                  <a:cubicBezTo>
                    <a:pt x="5639233" y="750403"/>
                    <a:pt x="5643064" y="758614"/>
                    <a:pt x="5643064" y="767373"/>
                  </a:cubicBezTo>
                  <a:cubicBezTo>
                    <a:pt x="5643064" y="784892"/>
                    <a:pt x="5629926" y="800221"/>
                    <a:pt x="5610217" y="800221"/>
                  </a:cubicBezTo>
                  <a:lnTo>
                    <a:pt x="5593379" y="792818"/>
                  </a:lnTo>
                  <a:lnTo>
                    <a:pt x="5393435" y="991427"/>
                  </a:lnTo>
                  <a:lnTo>
                    <a:pt x="5393435" y="1233786"/>
                  </a:lnTo>
                  <a:lnTo>
                    <a:pt x="5649633" y="1492187"/>
                  </a:lnTo>
                  <a:lnTo>
                    <a:pt x="5649633" y="1721655"/>
                  </a:lnTo>
                  <a:lnTo>
                    <a:pt x="5670161" y="1729776"/>
                  </a:lnTo>
                  <a:cubicBezTo>
                    <a:pt x="5676457" y="1735798"/>
                    <a:pt x="5680291" y="1744011"/>
                    <a:pt x="5680291" y="1752770"/>
                  </a:cubicBezTo>
                  <a:cubicBezTo>
                    <a:pt x="5680291" y="1770288"/>
                    <a:pt x="5664962" y="1785616"/>
                    <a:pt x="5645252" y="1785616"/>
                  </a:cubicBezTo>
                  <a:cubicBezTo>
                    <a:pt x="5627738" y="1785616"/>
                    <a:pt x="5612406" y="1770288"/>
                    <a:pt x="5612406" y="1752770"/>
                  </a:cubicBezTo>
                  <a:cubicBezTo>
                    <a:pt x="5612406" y="1744011"/>
                    <a:pt x="5615693" y="1735798"/>
                    <a:pt x="5621440" y="1729776"/>
                  </a:cubicBezTo>
                  <a:lnTo>
                    <a:pt x="5634305" y="1724453"/>
                  </a:lnTo>
                  <a:lnTo>
                    <a:pt x="5634305" y="1498754"/>
                  </a:lnTo>
                  <a:lnTo>
                    <a:pt x="5375914" y="1240358"/>
                  </a:lnTo>
                  <a:lnTo>
                    <a:pt x="5375914" y="1008829"/>
                  </a:lnTo>
                  <a:lnTo>
                    <a:pt x="5290514" y="1093639"/>
                  </a:lnTo>
                  <a:lnTo>
                    <a:pt x="5290514" y="1492183"/>
                  </a:lnTo>
                  <a:lnTo>
                    <a:pt x="5465437" y="1667109"/>
                  </a:lnTo>
                  <a:lnTo>
                    <a:pt x="5466792" y="1667641"/>
                  </a:lnTo>
                  <a:lnTo>
                    <a:pt x="5467373" y="1669044"/>
                  </a:lnTo>
                  <a:lnTo>
                    <a:pt x="5540148" y="1741821"/>
                  </a:lnTo>
                  <a:lnTo>
                    <a:pt x="5540148" y="1746201"/>
                  </a:lnTo>
                  <a:lnTo>
                    <a:pt x="5612300" y="1818357"/>
                  </a:lnTo>
                  <a:lnTo>
                    <a:pt x="5633211" y="1809704"/>
                  </a:lnTo>
                  <a:cubicBezTo>
                    <a:pt x="5644706" y="1809704"/>
                    <a:pt x="5656203" y="1814084"/>
                    <a:pt x="5664962" y="1822844"/>
                  </a:cubicBezTo>
                  <a:cubicBezTo>
                    <a:pt x="5682480" y="1840362"/>
                    <a:pt x="5682480" y="1868830"/>
                    <a:pt x="5664962" y="1886348"/>
                  </a:cubicBezTo>
                  <a:cubicBezTo>
                    <a:pt x="5647443" y="1903867"/>
                    <a:pt x="5618976" y="1903867"/>
                    <a:pt x="5601460" y="1886348"/>
                  </a:cubicBezTo>
                  <a:cubicBezTo>
                    <a:pt x="5592700" y="1877589"/>
                    <a:pt x="5588321" y="1866092"/>
                    <a:pt x="5588321" y="1854595"/>
                  </a:cubicBezTo>
                  <a:lnTo>
                    <a:pt x="5596379" y="1835124"/>
                  </a:lnTo>
                  <a:lnTo>
                    <a:pt x="5540148" y="1778642"/>
                  </a:lnTo>
                  <a:lnTo>
                    <a:pt x="5540148" y="2054087"/>
                  </a:lnTo>
                  <a:lnTo>
                    <a:pt x="5564233" y="2063723"/>
                  </a:lnTo>
                  <a:cubicBezTo>
                    <a:pt x="5572447" y="2071934"/>
                    <a:pt x="5577372" y="2083431"/>
                    <a:pt x="5577372" y="2096511"/>
                  </a:cubicBezTo>
                  <a:cubicBezTo>
                    <a:pt x="5577372" y="2122790"/>
                    <a:pt x="5557665" y="2142527"/>
                    <a:pt x="5531390" y="2142527"/>
                  </a:cubicBezTo>
                  <a:cubicBezTo>
                    <a:pt x="5505114" y="2142527"/>
                    <a:pt x="5485404" y="2122790"/>
                    <a:pt x="5485404" y="2096511"/>
                  </a:cubicBezTo>
                  <a:cubicBezTo>
                    <a:pt x="5485404" y="2083431"/>
                    <a:pt x="5490333" y="2071934"/>
                    <a:pt x="5498542" y="2063723"/>
                  </a:cubicBezTo>
                  <a:lnTo>
                    <a:pt x="5516060" y="2056715"/>
                  </a:lnTo>
                  <a:lnTo>
                    <a:pt x="5516060" y="1754447"/>
                  </a:lnTo>
                  <a:lnTo>
                    <a:pt x="5470020" y="1708202"/>
                  </a:lnTo>
                  <a:lnTo>
                    <a:pt x="5466792" y="1716364"/>
                  </a:lnTo>
                  <a:lnTo>
                    <a:pt x="5459128" y="1719740"/>
                  </a:lnTo>
                  <a:lnTo>
                    <a:pt x="5459128" y="2744701"/>
                  </a:lnTo>
                  <a:lnTo>
                    <a:pt x="5315477" y="2888386"/>
                  </a:lnTo>
                  <a:lnTo>
                    <a:pt x="5323359" y="2906788"/>
                  </a:lnTo>
                  <a:cubicBezTo>
                    <a:pt x="5325546" y="2924292"/>
                    <a:pt x="5310220" y="2939634"/>
                    <a:pt x="5290514" y="2939634"/>
                  </a:cubicBezTo>
                  <a:lnTo>
                    <a:pt x="5281753" y="2935828"/>
                  </a:lnTo>
                  <a:lnTo>
                    <a:pt x="5281753" y="3279047"/>
                  </a:lnTo>
                  <a:lnTo>
                    <a:pt x="5346938" y="3279047"/>
                  </a:lnTo>
                  <a:lnTo>
                    <a:pt x="5359486" y="3260437"/>
                  </a:lnTo>
                  <a:cubicBezTo>
                    <a:pt x="5370982" y="3248897"/>
                    <a:pt x="5386863" y="3241822"/>
                    <a:pt x="5404386" y="3241822"/>
                  </a:cubicBezTo>
                  <a:cubicBezTo>
                    <a:pt x="5439418" y="3241822"/>
                    <a:pt x="5467886" y="3270284"/>
                    <a:pt x="5467886" y="3305318"/>
                  </a:cubicBezTo>
                  <a:cubicBezTo>
                    <a:pt x="5467886" y="3340314"/>
                    <a:pt x="5439418" y="3368783"/>
                    <a:pt x="5404386" y="3368783"/>
                  </a:cubicBezTo>
                  <a:cubicBezTo>
                    <a:pt x="5378106" y="3368783"/>
                    <a:pt x="5355519" y="3352770"/>
                    <a:pt x="5345873" y="3329981"/>
                  </a:cubicBezTo>
                  <a:lnTo>
                    <a:pt x="5344864" y="3324987"/>
                  </a:lnTo>
                  <a:lnTo>
                    <a:pt x="5281753" y="3324987"/>
                  </a:lnTo>
                  <a:lnTo>
                    <a:pt x="5281753" y="3436665"/>
                  </a:lnTo>
                  <a:lnTo>
                    <a:pt x="5144593" y="3572431"/>
                  </a:lnTo>
                  <a:lnTo>
                    <a:pt x="5347447" y="3572431"/>
                  </a:lnTo>
                  <a:lnTo>
                    <a:pt x="5356204" y="3550533"/>
                  </a:lnTo>
                  <a:cubicBezTo>
                    <a:pt x="5364420" y="3542321"/>
                    <a:pt x="5375914" y="3537395"/>
                    <a:pt x="5389055" y="3537395"/>
                  </a:cubicBezTo>
                  <a:cubicBezTo>
                    <a:pt x="5415331" y="3537395"/>
                    <a:pt x="5435038" y="3557103"/>
                    <a:pt x="5435038" y="3583381"/>
                  </a:cubicBezTo>
                  <a:cubicBezTo>
                    <a:pt x="5435038" y="3609659"/>
                    <a:pt x="5415331" y="3629366"/>
                    <a:pt x="5389055" y="3629366"/>
                  </a:cubicBezTo>
                  <a:cubicBezTo>
                    <a:pt x="5375914" y="3629366"/>
                    <a:pt x="5364420" y="3623891"/>
                    <a:pt x="5356204" y="3615406"/>
                  </a:cubicBezTo>
                  <a:lnTo>
                    <a:pt x="5347560" y="3594330"/>
                  </a:lnTo>
                  <a:lnTo>
                    <a:pt x="5122474" y="3594330"/>
                  </a:lnTo>
                  <a:lnTo>
                    <a:pt x="5088805" y="3627663"/>
                  </a:lnTo>
                  <a:lnTo>
                    <a:pt x="5099996" y="3655645"/>
                  </a:lnTo>
                  <a:cubicBezTo>
                    <a:pt x="5099996" y="3681923"/>
                    <a:pt x="5080290" y="3701630"/>
                    <a:pt x="5054012" y="3701630"/>
                  </a:cubicBezTo>
                  <a:cubicBezTo>
                    <a:pt x="5027742" y="3701630"/>
                    <a:pt x="5008032" y="3681923"/>
                    <a:pt x="5008032" y="3655645"/>
                  </a:cubicBezTo>
                  <a:cubicBezTo>
                    <a:pt x="5008032" y="3629367"/>
                    <a:pt x="5029930" y="3609659"/>
                    <a:pt x="5054012" y="3609659"/>
                  </a:cubicBezTo>
                  <a:lnTo>
                    <a:pt x="5069505" y="3615856"/>
                  </a:lnTo>
                  <a:lnTo>
                    <a:pt x="5090806" y="3594330"/>
                  </a:lnTo>
                  <a:lnTo>
                    <a:pt x="4891962" y="3594330"/>
                  </a:lnTo>
                  <a:lnTo>
                    <a:pt x="4817760" y="3520604"/>
                  </a:lnTo>
                  <a:lnTo>
                    <a:pt x="4814224" y="3522066"/>
                  </a:lnTo>
                  <a:cubicBezTo>
                    <a:pt x="4802724" y="3522066"/>
                    <a:pt x="4791228" y="3517686"/>
                    <a:pt x="4782472" y="3508927"/>
                  </a:cubicBezTo>
                  <a:lnTo>
                    <a:pt x="4777132" y="3496024"/>
                  </a:lnTo>
                  <a:lnTo>
                    <a:pt x="4768235" y="3518508"/>
                  </a:lnTo>
                  <a:cubicBezTo>
                    <a:pt x="4762216" y="3524803"/>
                    <a:pt x="4754004" y="3528636"/>
                    <a:pt x="4745246" y="3528636"/>
                  </a:cubicBezTo>
                  <a:cubicBezTo>
                    <a:pt x="4736486" y="3528636"/>
                    <a:pt x="4728274" y="3524256"/>
                    <a:pt x="4722251" y="3517686"/>
                  </a:cubicBezTo>
                  <a:lnTo>
                    <a:pt x="4715982" y="3502358"/>
                  </a:lnTo>
                  <a:lnTo>
                    <a:pt x="4408016" y="3502358"/>
                  </a:lnTo>
                  <a:lnTo>
                    <a:pt x="4264426" y="3645947"/>
                  </a:lnTo>
                  <a:lnTo>
                    <a:pt x="4274436" y="3670973"/>
                  </a:lnTo>
                  <a:cubicBezTo>
                    <a:pt x="4274436" y="3697251"/>
                    <a:pt x="4254725" y="3716959"/>
                    <a:pt x="4228446" y="3716959"/>
                  </a:cubicBezTo>
                  <a:lnTo>
                    <a:pt x="4203471" y="3706948"/>
                  </a:lnTo>
                  <a:lnTo>
                    <a:pt x="4167181" y="3743237"/>
                  </a:lnTo>
                  <a:lnTo>
                    <a:pt x="4878819" y="3743237"/>
                  </a:lnTo>
                  <a:lnTo>
                    <a:pt x="5021830" y="3886231"/>
                  </a:lnTo>
                  <a:lnTo>
                    <a:pt x="5038689" y="3879005"/>
                  </a:lnTo>
                  <a:cubicBezTo>
                    <a:pt x="5056201" y="3879005"/>
                    <a:pt x="5071530" y="3894335"/>
                    <a:pt x="5071530" y="3911852"/>
                  </a:cubicBezTo>
                  <a:lnTo>
                    <a:pt x="5067777" y="3920611"/>
                  </a:lnTo>
                  <a:lnTo>
                    <a:pt x="5149795" y="3920611"/>
                  </a:lnTo>
                  <a:lnTo>
                    <a:pt x="5151828" y="3910792"/>
                  </a:lnTo>
                  <a:cubicBezTo>
                    <a:pt x="5155008" y="3903093"/>
                    <a:pt x="5159664" y="3895976"/>
                    <a:pt x="5165683" y="3889955"/>
                  </a:cubicBezTo>
                  <a:cubicBezTo>
                    <a:pt x="5191966" y="3865867"/>
                    <a:pt x="5233567" y="3865867"/>
                    <a:pt x="5257668" y="3889955"/>
                  </a:cubicBezTo>
                  <a:cubicBezTo>
                    <a:pt x="5264237" y="3895976"/>
                    <a:pt x="5269165" y="3903093"/>
                    <a:pt x="5272445" y="3910758"/>
                  </a:cubicBezTo>
                  <a:lnTo>
                    <a:pt x="5274462" y="3920611"/>
                  </a:lnTo>
                  <a:lnTo>
                    <a:pt x="5568614" y="3920611"/>
                  </a:lnTo>
                  <a:lnTo>
                    <a:pt x="5760996" y="4113002"/>
                  </a:lnTo>
                  <a:lnTo>
                    <a:pt x="5787584" y="4102366"/>
                  </a:lnTo>
                  <a:cubicBezTo>
                    <a:pt x="5813862" y="4102366"/>
                    <a:pt x="5833567" y="4122075"/>
                    <a:pt x="5833567" y="4148352"/>
                  </a:cubicBezTo>
                  <a:cubicBezTo>
                    <a:pt x="5833567" y="4174630"/>
                    <a:pt x="5813862" y="4194338"/>
                    <a:pt x="5787584" y="4194338"/>
                  </a:cubicBezTo>
                  <a:cubicBezTo>
                    <a:pt x="5761309" y="4194338"/>
                    <a:pt x="5741601" y="4174630"/>
                    <a:pt x="5741601" y="4148352"/>
                  </a:cubicBezTo>
                  <a:lnTo>
                    <a:pt x="5747857" y="4132711"/>
                  </a:lnTo>
                  <a:lnTo>
                    <a:pt x="5559855" y="3944700"/>
                  </a:lnTo>
                  <a:lnTo>
                    <a:pt x="5275358" y="3944700"/>
                  </a:lnTo>
                  <a:lnTo>
                    <a:pt x="5272445" y="3958933"/>
                  </a:lnTo>
                  <a:cubicBezTo>
                    <a:pt x="5269165" y="3966598"/>
                    <a:pt x="5264237" y="3973715"/>
                    <a:pt x="5257668" y="3979737"/>
                  </a:cubicBezTo>
                  <a:cubicBezTo>
                    <a:pt x="5244521" y="3991781"/>
                    <a:pt x="5228091" y="3998350"/>
                    <a:pt x="5211666" y="3998624"/>
                  </a:cubicBezTo>
                  <a:lnTo>
                    <a:pt x="5182762" y="3986749"/>
                  </a:lnTo>
                  <a:lnTo>
                    <a:pt x="5163173" y="4006340"/>
                  </a:lnTo>
                  <a:lnTo>
                    <a:pt x="5165671" y="4012584"/>
                  </a:lnTo>
                  <a:cubicBezTo>
                    <a:pt x="5165671" y="4025723"/>
                    <a:pt x="5160744" y="4037219"/>
                    <a:pt x="5152531" y="4045430"/>
                  </a:cubicBezTo>
                  <a:lnTo>
                    <a:pt x="5130638" y="4054188"/>
                  </a:lnTo>
                  <a:lnTo>
                    <a:pt x="5130638" y="4389245"/>
                  </a:lnTo>
                  <a:lnTo>
                    <a:pt x="5358286" y="4161598"/>
                  </a:lnTo>
                  <a:lnTo>
                    <a:pt x="5349636" y="4140687"/>
                  </a:lnTo>
                  <a:cubicBezTo>
                    <a:pt x="5349639" y="4129191"/>
                    <a:pt x="5354015" y="4117695"/>
                    <a:pt x="5362776" y="4108936"/>
                  </a:cubicBezTo>
                  <a:cubicBezTo>
                    <a:pt x="5372634" y="4100176"/>
                    <a:pt x="5384674" y="4095797"/>
                    <a:pt x="5396446" y="4095797"/>
                  </a:cubicBezTo>
                  <a:cubicBezTo>
                    <a:pt x="5408215" y="4095797"/>
                    <a:pt x="5419715" y="4100176"/>
                    <a:pt x="5428472" y="4108936"/>
                  </a:cubicBezTo>
                  <a:cubicBezTo>
                    <a:pt x="5445989" y="4126454"/>
                    <a:pt x="5445989" y="4154921"/>
                    <a:pt x="5428472" y="4172440"/>
                  </a:cubicBezTo>
                  <a:cubicBezTo>
                    <a:pt x="5419715" y="4181199"/>
                    <a:pt x="5408215" y="4185579"/>
                    <a:pt x="5396719" y="4185579"/>
                  </a:cubicBezTo>
                  <a:lnTo>
                    <a:pt x="5377212" y="4177507"/>
                  </a:lnTo>
                  <a:lnTo>
                    <a:pt x="5130638" y="4422572"/>
                  </a:lnTo>
                  <a:lnTo>
                    <a:pt x="5130638" y="4632264"/>
                  </a:lnTo>
                  <a:lnTo>
                    <a:pt x="5148168" y="4614782"/>
                  </a:lnTo>
                  <a:lnTo>
                    <a:pt x="5297996" y="4614782"/>
                  </a:lnTo>
                  <a:lnTo>
                    <a:pt x="5297057" y="4612592"/>
                  </a:lnTo>
                  <a:cubicBezTo>
                    <a:pt x="5297057" y="4595074"/>
                    <a:pt x="5312386" y="4579745"/>
                    <a:pt x="5329905" y="4579745"/>
                  </a:cubicBezTo>
                  <a:cubicBezTo>
                    <a:pt x="5338664" y="4579745"/>
                    <a:pt x="5346875" y="4583577"/>
                    <a:pt x="5352897" y="4589600"/>
                  </a:cubicBezTo>
                  <a:lnTo>
                    <a:pt x="5356854" y="4598834"/>
                  </a:lnTo>
                  <a:lnTo>
                    <a:pt x="5358392" y="4595073"/>
                  </a:lnTo>
                  <a:cubicBezTo>
                    <a:pt x="5364964" y="4588504"/>
                    <a:pt x="5373724" y="4585219"/>
                    <a:pt x="5382485" y="4585220"/>
                  </a:cubicBezTo>
                  <a:lnTo>
                    <a:pt x="5399984" y="4592377"/>
                  </a:lnTo>
                  <a:lnTo>
                    <a:pt x="5399984" y="4565437"/>
                  </a:lnTo>
                  <a:lnTo>
                    <a:pt x="5397176" y="4564725"/>
                  </a:lnTo>
                  <a:cubicBezTo>
                    <a:pt x="5374388" y="4554152"/>
                    <a:pt x="5358376" y="4531569"/>
                    <a:pt x="5358376" y="4505291"/>
                  </a:cubicBezTo>
                  <a:cubicBezTo>
                    <a:pt x="5358376" y="4470255"/>
                    <a:pt x="5386843" y="4441787"/>
                    <a:pt x="5421880" y="4441787"/>
                  </a:cubicBezTo>
                  <a:cubicBezTo>
                    <a:pt x="5456916" y="4441787"/>
                    <a:pt x="5485384" y="4468065"/>
                    <a:pt x="5485384" y="4505291"/>
                  </a:cubicBezTo>
                  <a:cubicBezTo>
                    <a:pt x="5485384" y="4514598"/>
                    <a:pt x="5483604" y="4523358"/>
                    <a:pt x="5480388" y="4531262"/>
                  </a:cubicBezTo>
                  <a:lnTo>
                    <a:pt x="5478609" y="4533985"/>
                  </a:lnTo>
                  <a:lnTo>
                    <a:pt x="5761309" y="4251273"/>
                  </a:lnTo>
                  <a:lnTo>
                    <a:pt x="5869612" y="4251273"/>
                  </a:lnTo>
                  <a:lnTo>
                    <a:pt x="5975899" y="4143972"/>
                  </a:lnTo>
                  <a:lnTo>
                    <a:pt x="5975899" y="3882420"/>
                  </a:lnTo>
                  <a:lnTo>
                    <a:pt x="5959475" y="3871341"/>
                  </a:lnTo>
                  <a:cubicBezTo>
                    <a:pt x="5947978" y="3859844"/>
                    <a:pt x="5940862" y="3843967"/>
                    <a:pt x="5940862" y="3826449"/>
                  </a:cubicBezTo>
                  <a:cubicBezTo>
                    <a:pt x="5940862" y="3791412"/>
                    <a:pt x="5969329" y="3762945"/>
                    <a:pt x="6004366" y="3762945"/>
                  </a:cubicBezTo>
                  <a:cubicBezTo>
                    <a:pt x="6039403" y="3762945"/>
                    <a:pt x="6067869" y="3791412"/>
                    <a:pt x="6067869" y="3826449"/>
                  </a:cubicBezTo>
                  <a:cubicBezTo>
                    <a:pt x="6067869" y="3852727"/>
                    <a:pt x="6051857" y="3875310"/>
                    <a:pt x="6029069" y="3884958"/>
                  </a:cubicBezTo>
                  <a:lnTo>
                    <a:pt x="6021884" y="3886411"/>
                  </a:lnTo>
                  <a:lnTo>
                    <a:pt x="6021884" y="4161491"/>
                  </a:lnTo>
                  <a:lnTo>
                    <a:pt x="5932949" y="4251273"/>
                  </a:lnTo>
                  <a:lnTo>
                    <a:pt x="5985355" y="4251273"/>
                  </a:lnTo>
                  <a:lnTo>
                    <a:pt x="5995609" y="4224996"/>
                  </a:lnTo>
                  <a:cubicBezTo>
                    <a:pt x="6004367" y="4216236"/>
                    <a:pt x="6015865" y="4211856"/>
                    <a:pt x="6027359" y="4211856"/>
                  </a:cubicBezTo>
                  <a:lnTo>
                    <a:pt x="6052341" y="4222194"/>
                  </a:lnTo>
                  <a:lnTo>
                    <a:pt x="6077724" y="4211035"/>
                  </a:lnTo>
                  <a:cubicBezTo>
                    <a:pt x="6089220" y="4210761"/>
                    <a:pt x="6100716" y="4215141"/>
                    <a:pt x="6109475" y="4224995"/>
                  </a:cubicBezTo>
                  <a:lnTo>
                    <a:pt x="6119731" y="4251273"/>
                  </a:lnTo>
                  <a:lnTo>
                    <a:pt x="6269332" y="4251273"/>
                  </a:lnTo>
                  <a:lnTo>
                    <a:pt x="6269332" y="3883385"/>
                  </a:lnTo>
                  <a:lnTo>
                    <a:pt x="6247433" y="3874625"/>
                  </a:lnTo>
                  <a:cubicBezTo>
                    <a:pt x="6239222" y="3866414"/>
                    <a:pt x="6234295" y="3854918"/>
                    <a:pt x="6234295" y="3841779"/>
                  </a:cubicBezTo>
                  <a:cubicBezTo>
                    <a:pt x="6234295" y="3815501"/>
                    <a:pt x="6254003" y="3795792"/>
                    <a:pt x="6280281" y="3795792"/>
                  </a:cubicBezTo>
                  <a:cubicBezTo>
                    <a:pt x="6306558" y="3795792"/>
                    <a:pt x="6326266" y="3815501"/>
                    <a:pt x="6326266" y="3841779"/>
                  </a:cubicBezTo>
                  <a:cubicBezTo>
                    <a:pt x="6326266" y="3854918"/>
                    <a:pt x="6320792" y="3866414"/>
                    <a:pt x="6312307" y="3874625"/>
                  </a:cubicBezTo>
                  <a:lnTo>
                    <a:pt x="6291230" y="3883272"/>
                  </a:lnTo>
                  <a:lnTo>
                    <a:pt x="6291230" y="4251273"/>
                  </a:lnTo>
                  <a:lnTo>
                    <a:pt x="6343785" y="4251273"/>
                  </a:lnTo>
                  <a:lnTo>
                    <a:pt x="6442341" y="4349830"/>
                  </a:lnTo>
                  <a:lnTo>
                    <a:pt x="6583722" y="4210385"/>
                  </a:lnTo>
                  <a:lnTo>
                    <a:pt x="6575905" y="4192148"/>
                  </a:lnTo>
                  <a:cubicBezTo>
                    <a:pt x="6575905" y="4174629"/>
                    <a:pt x="6589044" y="4159301"/>
                    <a:pt x="6608752" y="4159301"/>
                  </a:cubicBezTo>
                  <a:lnTo>
                    <a:pt x="6617511" y="4163054"/>
                  </a:lnTo>
                  <a:lnTo>
                    <a:pt x="6617511" y="3951269"/>
                  </a:lnTo>
                  <a:lnTo>
                    <a:pt x="6436070" y="4132711"/>
                  </a:lnTo>
                  <a:lnTo>
                    <a:pt x="6442326" y="4148352"/>
                  </a:lnTo>
                  <a:cubicBezTo>
                    <a:pt x="6442326" y="4174630"/>
                    <a:pt x="6422618" y="4194338"/>
                    <a:pt x="6396340" y="4194338"/>
                  </a:cubicBezTo>
                  <a:cubicBezTo>
                    <a:pt x="6370063" y="4194338"/>
                    <a:pt x="6350354" y="4174630"/>
                    <a:pt x="6350354" y="4148352"/>
                  </a:cubicBezTo>
                  <a:cubicBezTo>
                    <a:pt x="6350354" y="4122075"/>
                    <a:pt x="6370063" y="4102366"/>
                    <a:pt x="6396340" y="4102366"/>
                  </a:cubicBezTo>
                  <a:lnTo>
                    <a:pt x="6422931" y="4113002"/>
                  </a:lnTo>
                  <a:lnTo>
                    <a:pt x="6615321" y="3920611"/>
                  </a:lnTo>
                  <a:lnTo>
                    <a:pt x="6617511" y="3920611"/>
                  </a:lnTo>
                  <a:lnTo>
                    <a:pt x="6617511" y="3662214"/>
                  </a:lnTo>
                  <a:lnTo>
                    <a:pt x="6809901" y="3469824"/>
                  </a:lnTo>
                  <a:lnTo>
                    <a:pt x="6799265" y="3443233"/>
                  </a:lnTo>
                  <a:cubicBezTo>
                    <a:pt x="6799265" y="3416956"/>
                    <a:pt x="6818973" y="3397249"/>
                    <a:pt x="6845251" y="3397249"/>
                  </a:cubicBezTo>
                  <a:cubicBezTo>
                    <a:pt x="6871528" y="3397249"/>
                    <a:pt x="6891236" y="3416956"/>
                    <a:pt x="6891236" y="3443233"/>
                  </a:cubicBezTo>
                  <a:cubicBezTo>
                    <a:pt x="6891236" y="3469511"/>
                    <a:pt x="6871528" y="3489219"/>
                    <a:pt x="6845251" y="3489219"/>
                  </a:cubicBezTo>
                  <a:lnTo>
                    <a:pt x="6829611" y="3482962"/>
                  </a:lnTo>
                  <a:lnTo>
                    <a:pt x="6762041" y="3550532"/>
                  </a:lnTo>
                  <a:lnTo>
                    <a:pt x="6794886" y="3537395"/>
                  </a:lnTo>
                  <a:cubicBezTo>
                    <a:pt x="6808025" y="3537395"/>
                    <a:pt x="6819521" y="3542321"/>
                    <a:pt x="6827732" y="3550533"/>
                  </a:cubicBezTo>
                  <a:lnTo>
                    <a:pt x="6836491" y="3572431"/>
                  </a:lnTo>
                  <a:lnTo>
                    <a:pt x="7283212" y="3572431"/>
                  </a:lnTo>
                  <a:lnTo>
                    <a:pt x="7552997" y="3300899"/>
                  </a:lnTo>
                  <a:lnTo>
                    <a:pt x="7471022" y="3300899"/>
                  </a:lnTo>
                  <a:lnTo>
                    <a:pt x="7469895" y="3306372"/>
                  </a:lnTo>
                  <a:cubicBezTo>
                    <a:pt x="7462505" y="3323616"/>
                    <a:pt x="7445259" y="3335933"/>
                    <a:pt x="7425550" y="3335933"/>
                  </a:cubicBezTo>
                  <a:cubicBezTo>
                    <a:pt x="7412412" y="3335933"/>
                    <a:pt x="7400368" y="3330460"/>
                    <a:pt x="7391609" y="3321701"/>
                  </a:cubicBezTo>
                  <a:lnTo>
                    <a:pt x="7386134" y="3313636"/>
                  </a:lnTo>
                  <a:lnTo>
                    <a:pt x="7386134" y="3377769"/>
                  </a:lnTo>
                  <a:lnTo>
                    <a:pt x="7401462" y="3384112"/>
                  </a:lnTo>
                  <a:cubicBezTo>
                    <a:pt x="7418981" y="3401628"/>
                    <a:pt x="7418981" y="3430094"/>
                    <a:pt x="7401462" y="3447612"/>
                  </a:cubicBezTo>
                  <a:cubicBezTo>
                    <a:pt x="7383944" y="3465131"/>
                    <a:pt x="7355477" y="3465131"/>
                    <a:pt x="7337958" y="3447612"/>
                  </a:cubicBezTo>
                  <a:cubicBezTo>
                    <a:pt x="7320439" y="3430094"/>
                    <a:pt x="7320439" y="3401628"/>
                    <a:pt x="7337958" y="3384112"/>
                  </a:cubicBezTo>
                  <a:lnTo>
                    <a:pt x="7362046" y="3374144"/>
                  </a:lnTo>
                  <a:lnTo>
                    <a:pt x="7362046" y="3101634"/>
                  </a:lnTo>
                  <a:lnTo>
                    <a:pt x="7370813" y="3092868"/>
                  </a:lnTo>
                  <a:lnTo>
                    <a:pt x="7346717" y="3092868"/>
                  </a:lnTo>
                  <a:lnTo>
                    <a:pt x="7114598" y="3324987"/>
                  </a:lnTo>
                  <a:lnTo>
                    <a:pt x="6839076" y="3324987"/>
                  </a:lnTo>
                  <a:lnTo>
                    <a:pt x="6838065" y="3329981"/>
                  </a:lnTo>
                  <a:cubicBezTo>
                    <a:pt x="6828417" y="3352770"/>
                    <a:pt x="6805834" y="3368783"/>
                    <a:pt x="6779556" y="3368783"/>
                  </a:cubicBezTo>
                  <a:cubicBezTo>
                    <a:pt x="6744520" y="3368783"/>
                    <a:pt x="6716052" y="3340314"/>
                    <a:pt x="6716052" y="3305278"/>
                  </a:cubicBezTo>
                  <a:cubicBezTo>
                    <a:pt x="6716052" y="3270242"/>
                    <a:pt x="6744520" y="3241772"/>
                    <a:pt x="6779556" y="3241772"/>
                  </a:cubicBezTo>
                  <a:cubicBezTo>
                    <a:pt x="6797075" y="3241772"/>
                    <a:pt x="6812951" y="3248897"/>
                    <a:pt x="6824448" y="3260388"/>
                  </a:cubicBezTo>
                  <a:lnTo>
                    <a:pt x="6837004" y="3279002"/>
                  </a:lnTo>
                  <a:lnTo>
                    <a:pt x="7097079" y="3279002"/>
                  </a:lnTo>
                  <a:lnTo>
                    <a:pt x="7327008" y="3049073"/>
                  </a:lnTo>
                  <a:lnTo>
                    <a:pt x="7414610" y="3049073"/>
                  </a:lnTo>
                  <a:lnTo>
                    <a:pt x="7714539" y="2749141"/>
                  </a:lnTo>
                  <a:lnTo>
                    <a:pt x="7714352" y="2749065"/>
                  </a:lnTo>
                  <a:lnTo>
                    <a:pt x="7519459" y="2749065"/>
                  </a:lnTo>
                  <a:lnTo>
                    <a:pt x="7519097" y="2750946"/>
                  </a:lnTo>
                  <a:cubicBezTo>
                    <a:pt x="7509448" y="2774660"/>
                    <a:pt x="7486865" y="2790672"/>
                    <a:pt x="7460587" y="2790672"/>
                  </a:cubicBezTo>
                  <a:cubicBezTo>
                    <a:pt x="7425550" y="2790672"/>
                    <a:pt x="7397083" y="2762204"/>
                    <a:pt x="7397083" y="2724978"/>
                  </a:cubicBezTo>
                  <a:cubicBezTo>
                    <a:pt x="7397083" y="2687754"/>
                    <a:pt x="7425550" y="2661476"/>
                    <a:pt x="7460587" y="2661476"/>
                  </a:cubicBezTo>
                  <a:cubicBezTo>
                    <a:pt x="7486865" y="2661476"/>
                    <a:pt x="7509448" y="2677488"/>
                    <a:pt x="7519097" y="2700274"/>
                  </a:cubicBezTo>
                  <a:lnTo>
                    <a:pt x="7519665" y="2703082"/>
                  </a:lnTo>
                  <a:lnTo>
                    <a:pt x="7700970" y="2703082"/>
                  </a:lnTo>
                  <a:lnTo>
                    <a:pt x="7703657" y="2696511"/>
                  </a:lnTo>
                  <a:lnTo>
                    <a:pt x="7725319" y="2687648"/>
                  </a:lnTo>
                  <a:lnTo>
                    <a:pt x="7724874" y="2641769"/>
                  </a:lnTo>
                  <a:lnTo>
                    <a:pt x="7594919" y="2641769"/>
                  </a:lnTo>
                  <a:lnTo>
                    <a:pt x="7588691" y="2656820"/>
                  </a:lnTo>
                  <a:cubicBezTo>
                    <a:pt x="7582669" y="2663117"/>
                    <a:pt x="7574458" y="2666948"/>
                    <a:pt x="7565698" y="2665855"/>
                  </a:cubicBezTo>
                  <a:cubicBezTo>
                    <a:pt x="7548180" y="2665855"/>
                    <a:pt x="7532851" y="2650526"/>
                    <a:pt x="7532851" y="2630816"/>
                  </a:cubicBezTo>
                  <a:cubicBezTo>
                    <a:pt x="7532851" y="2611110"/>
                    <a:pt x="7548180" y="2597970"/>
                    <a:pt x="7565698" y="2597970"/>
                  </a:cubicBezTo>
                  <a:cubicBezTo>
                    <a:pt x="7575552" y="2597970"/>
                    <a:pt x="7583764" y="2601801"/>
                    <a:pt x="7589512" y="2607823"/>
                  </a:cubicBezTo>
                  <a:lnTo>
                    <a:pt x="7596826" y="2626439"/>
                  </a:lnTo>
                  <a:lnTo>
                    <a:pt x="7724725" y="2626439"/>
                  </a:lnTo>
                  <a:lnTo>
                    <a:pt x="7723514" y="2501769"/>
                  </a:lnTo>
                  <a:lnTo>
                    <a:pt x="7655480" y="2433734"/>
                  </a:lnTo>
                  <a:lnTo>
                    <a:pt x="7565969" y="2433734"/>
                  </a:lnTo>
                  <a:lnTo>
                    <a:pt x="7287637" y="2713781"/>
                  </a:lnTo>
                  <a:lnTo>
                    <a:pt x="7296352" y="2734839"/>
                  </a:lnTo>
                  <a:cubicBezTo>
                    <a:pt x="7296351" y="2746332"/>
                    <a:pt x="7291972" y="2757827"/>
                    <a:pt x="7283212" y="2766584"/>
                  </a:cubicBezTo>
                  <a:cubicBezTo>
                    <a:pt x="7265694" y="2784103"/>
                    <a:pt x="7237226" y="2784103"/>
                    <a:pt x="7219708" y="2766584"/>
                  </a:cubicBezTo>
                  <a:cubicBezTo>
                    <a:pt x="7202189" y="2749070"/>
                    <a:pt x="7202189" y="2720598"/>
                    <a:pt x="7219708" y="2700891"/>
                  </a:cubicBezTo>
                  <a:cubicBezTo>
                    <a:pt x="7228467" y="2692131"/>
                    <a:pt x="7239963" y="2687754"/>
                    <a:pt x="7251461" y="2687754"/>
                  </a:cubicBezTo>
                  <a:lnTo>
                    <a:pt x="7272373" y="2696405"/>
                  </a:lnTo>
                  <a:lnTo>
                    <a:pt x="7535042" y="2433734"/>
                  </a:lnTo>
                  <a:lnTo>
                    <a:pt x="7186876" y="2433734"/>
                  </a:lnTo>
                  <a:lnTo>
                    <a:pt x="7099694" y="2520913"/>
                  </a:lnTo>
                  <a:lnTo>
                    <a:pt x="7102794" y="2525573"/>
                  </a:lnTo>
                  <a:cubicBezTo>
                    <a:pt x="7112135" y="2548976"/>
                    <a:pt x="7106386" y="2576076"/>
                    <a:pt x="7088320" y="2595784"/>
                  </a:cubicBezTo>
                  <a:cubicBezTo>
                    <a:pt x="7064232" y="2622059"/>
                    <a:pt x="7022626" y="2622059"/>
                    <a:pt x="6996348" y="2595784"/>
                  </a:cubicBezTo>
                  <a:cubicBezTo>
                    <a:pt x="6970070" y="2571697"/>
                    <a:pt x="6972261" y="2530091"/>
                    <a:pt x="6996348" y="2503807"/>
                  </a:cubicBezTo>
                  <a:cubicBezTo>
                    <a:pt x="7009487" y="2491766"/>
                    <a:pt x="7025911" y="2485196"/>
                    <a:pt x="7042334" y="2484920"/>
                  </a:cubicBezTo>
                  <a:lnTo>
                    <a:pt x="7065725" y="2489187"/>
                  </a:lnTo>
                  <a:lnTo>
                    <a:pt x="7121175" y="2433734"/>
                  </a:lnTo>
                  <a:lnTo>
                    <a:pt x="7007185" y="2433734"/>
                  </a:lnTo>
                  <a:lnTo>
                    <a:pt x="6998538" y="2454809"/>
                  </a:lnTo>
                  <a:cubicBezTo>
                    <a:pt x="6990325" y="2463297"/>
                    <a:pt x="6978829" y="2468770"/>
                    <a:pt x="6965690" y="2468770"/>
                  </a:cubicBezTo>
                  <a:cubicBezTo>
                    <a:pt x="6939413" y="2468770"/>
                    <a:pt x="6919705" y="2449061"/>
                    <a:pt x="6919705" y="2422784"/>
                  </a:cubicBezTo>
                  <a:cubicBezTo>
                    <a:pt x="6919705" y="2396508"/>
                    <a:pt x="6939413" y="2376798"/>
                    <a:pt x="6965690" y="2376798"/>
                  </a:cubicBezTo>
                  <a:cubicBezTo>
                    <a:pt x="6978829" y="2376798"/>
                    <a:pt x="6990325" y="2381724"/>
                    <a:pt x="6998538" y="2389938"/>
                  </a:cubicBezTo>
                  <a:lnTo>
                    <a:pt x="7006420" y="2409645"/>
                  </a:lnTo>
                  <a:lnTo>
                    <a:pt x="7145261" y="2409645"/>
                  </a:lnTo>
                  <a:lnTo>
                    <a:pt x="7248175" y="2306727"/>
                  </a:lnTo>
                  <a:lnTo>
                    <a:pt x="7248175" y="2158274"/>
                  </a:lnTo>
                  <a:lnTo>
                    <a:pt x="7230658" y="2151270"/>
                  </a:lnTo>
                  <a:cubicBezTo>
                    <a:pt x="7222445" y="2143068"/>
                    <a:pt x="7217519" y="2131593"/>
                    <a:pt x="7217519" y="2118444"/>
                  </a:cubicBezTo>
                  <a:cubicBezTo>
                    <a:pt x="7217519" y="2105268"/>
                    <a:pt x="7222446" y="2093777"/>
                    <a:pt x="7230658" y="2085620"/>
                  </a:cubicBezTo>
                  <a:lnTo>
                    <a:pt x="7248175" y="2078613"/>
                  </a:lnTo>
                  <a:lnTo>
                    <a:pt x="7248175" y="1978291"/>
                  </a:lnTo>
                  <a:lnTo>
                    <a:pt x="7254746" y="1971721"/>
                  </a:lnTo>
                  <a:lnTo>
                    <a:pt x="7254746" y="1645469"/>
                  </a:lnTo>
                  <a:lnTo>
                    <a:pt x="7207649" y="1598064"/>
                  </a:lnTo>
                  <a:lnTo>
                    <a:pt x="7172498" y="1633352"/>
                  </a:lnTo>
                  <a:lnTo>
                    <a:pt x="7173175" y="1634348"/>
                  </a:lnTo>
                  <a:cubicBezTo>
                    <a:pt x="7183030" y="1657752"/>
                    <a:pt x="7178103" y="1684852"/>
                    <a:pt x="7158393" y="1704560"/>
                  </a:cubicBezTo>
                  <a:cubicBezTo>
                    <a:pt x="7132116" y="1730838"/>
                    <a:pt x="7092700" y="1730838"/>
                    <a:pt x="7066422" y="1704560"/>
                  </a:cubicBezTo>
                  <a:cubicBezTo>
                    <a:pt x="7042334" y="1678282"/>
                    <a:pt x="7040145" y="1638866"/>
                    <a:pt x="7066422" y="1612588"/>
                  </a:cubicBezTo>
                  <a:cubicBezTo>
                    <a:pt x="7086130" y="1592879"/>
                    <a:pt x="7113230" y="1589184"/>
                    <a:pt x="7136632" y="1598731"/>
                  </a:cubicBezTo>
                  <a:lnTo>
                    <a:pt x="7139668" y="1600663"/>
                  </a:lnTo>
                  <a:lnTo>
                    <a:pt x="7175065" y="1565266"/>
                  </a:lnTo>
                  <a:lnTo>
                    <a:pt x="7148905" y="1538934"/>
                  </a:lnTo>
                  <a:lnTo>
                    <a:pt x="7147444" y="1542506"/>
                  </a:lnTo>
                  <a:cubicBezTo>
                    <a:pt x="7134306" y="1555645"/>
                    <a:pt x="7112407" y="1555645"/>
                    <a:pt x="7099268" y="1542506"/>
                  </a:cubicBezTo>
                  <a:cubicBezTo>
                    <a:pt x="7086130" y="1529367"/>
                    <a:pt x="7086130" y="1507469"/>
                    <a:pt x="7099268" y="1494330"/>
                  </a:cubicBezTo>
                  <a:lnTo>
                    <a:pt x="7103054" y="1492782"/>
                  </a:lnTo>
                  <a:lnTo>
                    <a:pt x="6984216" y="1373165"/>
                  </a:lnTo>
                  <a:lnTo>
                    <a:pt x="6937224" y="1420365"/>
                  </a:lnTo>
                  <a:lnTo>
                    <a:pt x="6937224" y="1743072"/>
                  </a:lnTo>
                  <a:lnTo>
                    <a:pt x="6947079" y="1747295"/>
                  </a:lnTo>
                  <a:cubicBezTo>
                    <a:pt x="6953100" y="1753317"/>
                    <a:pt x="6956932" y="1761528"/>
                    <a:pt x="6956932" y="1770288"/>
                  </a:cubicBezTo>
                  <a:cubicBezTo>
                    <a:pt x="6956932" y="1787805"/>
                    <a:pt x="6941604" y="1803134"/>
                    <a:pt x="6924085" y="1803134"/>
                  </a:cubicBezTo>
                  <a:cubicBezTo>
                    <a:pt x="6906567" y="1803134"/>
                    <a:pt x="6891238" y="1787805"/>
                    <a:pt x="6891238" y="1770288"/>
                  </a:cubicBezTo>
                  <a:cubicBezTo>
                    <a:pt x="6891238" y="1761528"/>
                    <a:pt x="6894523" y="1753317"/>
                    <a:pt x="6900270" y="1747295"/>
                  </a:cubicBezTo>
                  <a:lnTo>
                    <a:pt x="6919705" y="1739253"/>
                  </a:lnTo>
                  <a:lnTo>
                    <a:pt x="6919705" y="1437961"/>
                  </a:lnTo>
                  <a:lnTo>
                    <a:pt x="6741892" y="1616563"/>
                  </a:lnTo>
                  <a:lnTo>
                    <a:pt x="6805834" y="1680507"/>
                  </a:lnTo>
                  <a:lnTo>
                    <a:pt x="6805834" y="2065912"/>
                  </a:lnTo>
                  <a:lnTo>
                    <a:pt x="6816784" y="2070292"/>
                  </a:lnTo>
                  <a:cubicBezTo>
                    <a:pt x="6824996" y="2078503"/>
                    <a:pt x="6829923" y="2089990"/>
                    <a:pt x="6829923" y="2103083"/>
                  </a:cubicBezTo>
                  <a:cubicBezTo>
                    <a:pt x="6829923" y="2129356"/>
                    <a:pt x="6810214" y="2149063"/>
                    <a:pt x="6783936" y="2149063"/>
                  </a:cubicBezTo>
                  <a:cubicBezTo>
                    <a:pt x="6757660" y="2149063"/>
                    <a:pt x="6737951" y="2129356"/>
                    <a:pt x="6737951" y="2103083"/>
                  </a:cubicBezTo>
                  <a:cubicBezTo>
                    <a:pt x="6737951" y="2076862"/>
                    <a:pt x="6759849" y="2057152"/>
                    <a:pt x="6783936" y="2057152"/>
                  </a:cubicBezTo>
                  <a:lnTo>
                    <a:pt x="6783936" y="1689266"/>
                  </a:lnTo>
                  <a:lnTo>
                    <a:pt x="6726596" y="1631925"/>
                  </a:lnTo>
                  <a:lnTo>
                    <a:pt x="6621892" y="1737093"/>
                  </a:lnTo>
                  <a:lnTo>
                    <a:pt x="6621892" y="2214802"/>
                  </a:lnTo>
                  <a:lnTo>
                    <a:pt x="6792696" y="2385602"/>
                  </a:lnTo>
                  <a:lnTo>
                    <a:pt x="6792696" y="3045942"/>
                  </a:lnTo>
                  <a:lnTo>
                    <a:pt x="6812404" y="3054322"/>
                  </a:lnTo>
                  <a:cubicBezTo>
                    <a:pt x="6820616" y="3062800"/>
                    <a:pt x="6825543" y="3074261"/>
                    <a:pt x="6825543" y="3086345"/>
                  </a:cubicBezTo>
                  <a:cubicBezTo>
                    <a:pt x="6825543" y="3112621"/>
                    <a:pt x="6805834" y="3132330"/>
                    <a:pt x="6779556" y="3132330"/>
                  </a:cubicBezTo>
                  <a:cubicBezTo>
                    <a:pt x="6753280" y="3132330"/>
                    <a:pt x="6733571" y="3112621"/>
                    <a:pt x="6733571" y="3086345"/>
                  </a:cubicBezTo>
                  <a:cubicBezTo>
                    <a:pt x="6733571" y="3073160"/>
                    <a:pt x="6739046" y="3061701"/>
                    <a:pt x="6747531" y="3053489"/>
                  </a:cubicBezTo>
                  <a:lnTo>
                    <a:pt x="6768608" y="3044848"/>
                  </a:lnTo>
                  <a:lnTo>
                    <a:pt x="6768608" y="2396555"/>
                  </a:lnTo>
                  <a:lnTo>
                    <a:pt x="6597803" y="2225705"/>
                  </a:lnTo>
                  <a:lnTo>
                    <a:pt x="6597803" y="1774668"/>
                  </a:lnTo>
                  <a:lnTo>
                    <a:pt x="6594519" y="1782331"/>
                  </a:lnTo>
                  <a:lnTo>
                    <a:pt x="6591612" y="1783577"/>
                  </a:lnTo>
                  <a:lnTo>
                    <a:pt x="6595613" y="1793247"/>
                  </a:lnTo>
                  <a:cubicBezTo>
                    <a:pt x="6595613" y="1804744"/>
                    <a:pt x="6591233" y="1816240"/>
                    <a:pt x="6582475" y="1824999"/>
                  </a:cubicBezTo>
                  <a:cubicBezTo>
                    <a:pt x="6564955" y="1842518"/>
                    <a:pt x="6536488" y="1842518"/>
                    <a:pt x="6518970" y="1824999"/>
                  </a:cubicBezTo>
                  <a:cubicBezTo>
                    <a:pt x="6501452" y="1807481"/>
                    <a:pt x="6501452" y="1779013"/>
                    <a:pt x="6518970" y="1761495"/>
                  </a:cubicBezTo>
                  <a:lnTo>
                    <a:pt x="6541804" y="1752046"/>
                  </a:lnTo>
                  <a:lnTo>
                    <a:pt x="6548533" y="1736345"/>
                  </a:lnTo>
                  <a:lnTo>
                    <a:pt x="6571525" y="1726491"/>
                  </a:lnTo>
                  <a:lnTo>
                    <a:pt x="6571525" y="1476856"/>
                  </a:lnTo>
                  <a:lnTo>
                    <a:pt x="6451086" y="1356420"/>
                  </a:lnTo>
                  <a:lnTo>
                    <a:pt x="6451086" y="1733216"/>
                  </a:lnTo>
                  <a:lnTo>
                    <a:pt x="6499262" y="1781238"/>
                  </a:lnTo>
                  <a:lnTo>
                    <a:pt x="6499262" y="1891573"/>
                  </a:lnTo>
                  <a:lnTo>
                    <a:pt x="6575905" y="1969561"/>
                  </a:lnTo>
                  <a:lnTo>
                    <a:pt x="6575905" y="2454109"/>
                  </a:lnTo>
                  <a:lnTo>
                    <a:pt x="6592329" y="2461124"/>
                  </a:lnTo>
                  <a:cubicBezTo>
                    <a:pt x="6598351" y="2467134"/>
                    <a:pt x="6602183" y="2475352"/>
                    <a:pt x="6602183" y="2484109"/>
                  </a:cubicBezTo>
                  <a:cubicBezTo>
                    <a:pt x="6602183" y="2501626"/>
                    <a:pt x="6586853" y="2517000"/>
                    <a:pt x="6569335" y="2517000"/>
                  </a:cubicBezTo>
                  <a:cubicBezTo>
                    <a:pt x="6551816" y="2517000"/>
                    <a:pt x="6536488" y="2501626"/>
                    <a:pt x="6536488" y="2484109"/>
                  </a:cubicBezTo>
                  <a:cubicBezTo>
                    <a:pt x="6535393" y="2475352"/>
                    <a:pt x="6538679" y="2467134"/>
                    <a:pt x="6544700" y="2461124"/>
                  </a:cubicBezTo>
                  <a:lnTo>
                    <a:pt x="6560576" y="2454803"/>
                  </a:lnTo>
                  <a:lnTo>
                    <a:pt x="6560576" y="1976131"/>
                  </a:lnTo>
                  <a:lnTo>
                    <a:pt x="6499262" y="1914816"/>
                  </a:lnTo>
                  <a:lnTo>
                    <a:pt x="6499262" y="2536988"/>
                  </a:lnTo>
                  <a:lnTo>
                    <a:pt x="6522254" y="2546511"/>
                  </a:lnTo>
                  <a:cubicBezTo>
                    <a:pt x="6533752" y="2558052"/>
                    <a:pt x="6540869" y="2573887"/>
                    <a:pt x="6540869" y="2591407"/>
                  </a:cubicBezTo>
                  <a:cubicBezTo>
                    <a:pt x="6540869" y="2626477"/>
                    <a:pt x="6514590" y="2654952"/>
                    <a:pt x="6477363" y="2654952"/>
                  </a:cubicBezTo>
                  <a:cubicBezTo>
                    <a:pt x="6440137" y="2654952"/>
                    <a:pt x="6411669" y="2626477"/>
                    <a:pt x="6411669" y="2591407"/>
                  </a:cubicBezTo>
                  <a:cubicBezTo>
                    <a:pt x="6411669" y="2573887"/>
                    <a:pt x="6418786" y="2558052"/>
                    <a:pt x="6430557" y="2546511"/>
                  </a:cubicBezTo>
                  <a:lnTo>
                    <a:pt x="6453275" y="2537484"/>
                  </a:lnTo>
                  <a:lnTo>
                    <a:pt x="6453275" y="1868830"/>
                  </a:lnTo>
                  <a:lnTo>
                    <a:pt x="6433567" y="1849122"/>
                  </a:lnTo>
                  <a:lnTo>
                    <a:pt x="6433567" y="1781175"/>
                  </a:lnTo>
                  <a:lnTo>
                    <a:pt x="6361304" y="1708681"/>
                  </a:lnTo>
                  <a:lnTo>
                    <a:pt x="6361304" y="2082017"/>
                  </a:lnTo>
                  <a:lnTo>
                    <a:pt x="6377727" y="2088839"/>
                  </a:lnTo>
                  <a:cubicBezTo>
                    <a:pt x="6386487" y="2097599"/>
                    <a:pt x="6391961" y="2109682"/>
                    <a:pt x="6391961" y="2122790"/>
                  </a:cubicBezTo>
                  <a:cubicBezTo>
                    <a:pt x="6391961" y="2149063"/>
                    <a:pt x="6370063" y="2170998"/>
                    <a:pt x="6343785" y="2170998"/>
                  </a:cubicBezTo>
                  <a:cubicBezTo>
                    <a:pt x="6317507" y="2170998"/>
                    <a:pt x="6295609" y="2149063"/>
                    <a:pt x="6295609" y="2122790"/>
                  </a:cubicBezTo>
                  <a:cubicBezTo>
                    <a:pt x="6295609" y="2109682"/>
                    <a:pt x="6301084" y="2097599"/>
                    <a:pt x="6309843" y="2088839"/>
                  </a:cubicBezTo>
                  <a:lnTo>
                    <a:pt x="6326267" y="2082017"/>
                  </a:lnTo>
                  <a:lnTo>
                    <a:pt x="6326267" y="1673532"/>
                  </a:lnTo>
                  <a:lnTo>
                    <a:pt x="6153272" y="1499988"/>
                  </a:lnTo>
                  <a:lnTo>
                    <a:pt x="6153272" y="2722834"/>
                  </a:lnTo>
                  <a:lnTo>
                    <a:pt x="5923347" y="2954915"/>
                  </a:lnTo>
                  <a:lnTo>
                    <a:pt x="5923347" y="3218584"/>
                  </a:lnTo>
                  <a:lnTo>
                    <a:pt x="5939770" y="3225389"/>
                  </a:lnTo>
                  <a:cubicBezTo>
                    <a:pt x="5951266" y="3236862"/>
                    <a:pt x="5958383" y="3252765"/>
                    <a:pt x="5958383" y="3270284"/>
                  </a:cubicBezTo>
                  <a:cubicBezTo>
                    <a:pt x="5958383" y="3305319"/>
                    <a:pt x="5929916" y="3333747"/>
                    <a:pt x="5894880" y="3333747"/>
                  </a:cubicBezTo>
                  <a:cubicBezTo>
                    <a:pt x="5859846" y="3333747"/>
                    <a:pt x="5831380" y="3305319"/>
                    <a:pt x="5831380" y="3270284"/>
                  </a:cubicBezTo>
                  <a:cubicBezTo>
                    <a:pt x="5831380" y="3252765"/>
                    <a:pt x="5838495" y="3236862"/>
                    <a:pt x="5849993" y="3225389"/>
                  </a:cubicBezTo>
                  <a:lnTo>
                    <a:pt x="5877363" y="3214018"/>
                  </a:lnTo>
                  <a:lnTo>
                    <a:pt x="5877363" y="2935209"/>
                  </a:lnTo>
                  <a:lnTo>
                    <a:pt x="6107286" y="2703096"/>
                  </a:lnTo>
                  <a:lnTo>
                    <a:pt x="6107286" y="1453852"/>
                  </a:lnTo>
                  <a:lnTo>
                    <a:pt x="6105096" y="1451658"/>
                  </a:lnTo>
                  <a:lnTo>
                    <a:pt x="6105096" y="2216946"/>
                  </a:lnTo>
                  <a:lnTo>
                    <a:pt x="5967143" y="2356684"/>
                  </a:lnTo>
                  <a:lnTo>
                    <a:pt x="5967143" y="2429398"/>
                  </a:lnTo>
                  <a:lnTo>
                    <a:pt x="5934296" y="2462243"/>
                  </a:lnTo>
                  <a:lnTo>
                    <a:pt x="5934296" y="2584386"/>
                  </a:lnTo>
                  <a:lnTo>
                    <a:pt x="5948530" y="2590307"/>
                  </a:lnTo>
                  <a:cubicBezTo>
                    <a:pt x="5957288" y="2599067"/>
                    <a:pt x="5962763" y="2611150"/>
                    <a:pt x="5962763" y="2624258"/>
                  </a:cubicBezTo>
                  <a:cubicBezTo>
                    <a:pt x="5962763" y="2650529"/>
                    <a:pt x="5940865" y="2672471"/>
                    <a:pt x="5914589" y="2672471"/>
                  </a:cubicBezTo>
                  <a:cubicBezTo>
                    <a:pt x="5888311" y="2672471"/>
                    <a:pt x="5866416" y="2650529"/>
                    <a:pt x="5866416" y="2624258"/>
                  </a:cubicBezTo>
                  <a:cubicBezTo>
                    <a:pt x="5866416" y="2611150"/>
                    <a:pt x="5871890" y="2599067"/>
                    <a:pt x="5880648" y="2590307"/>
                  </a:cubicBezTo>
                  <a:lnTo>
                    <a:pt x="5901451" y="2581590"/>
                  </a:lnTo>
                  <a:lnTo>
                    <a:pt x="5901451" y="2495058"/>
                  </a:lnTo>
                  <a:lnTo>
                    <a:pt x="5629926" y="2766629"/>
                  </a:lnTo>
                  <a:lnTo>
                    <a:pt x="5629926" y="3215539"/>
                  </a:lnTo>
                  <a:lnTo>
                    <a:pt x="5651823" y="3224299"/>
                  </a:lnTo>
                  <a:cubicBezTo>
                    <a:pt x="5660036" y="3232514"/>
                    <a:pt x="5664962" y="3244005"/>
                    <a:pt x="5664962" y="3257105"/>
                  </a:cubicBezTo>
                  <a:cubicBezTo>
                    <a:pt x="5664962" y="3283390"/>
                    <a:pt x="5645252" y="3303130"/>
                    <a:pt x="5618976" y="3303130"/>
                  </a:cubicBezTo>
                  <a:cubicBezTo>
                    <a:pt x="5592701" y="3303130"/>
                    <a:pt x="5572994" y="3283390"/>
                    <a:pt x="5572994" y="3257105"/>
                  </a:cubicBezTo>
                  <a:cubicBezTo>
                    <a:pt x="5572994" y="3244005"/>
                    <a:pt x="5578468" y="3232514"/>
                    <a:pt x="5586952" y="3224299"/>
                  </a:cubicBezTo>
                  <a:lnTo>
                    <a:pt x="5608029" y="3215649"/>
                  </a:lnTo>
                  <a:lnTo>
                    <a:pt x="5608029" y="2757872"/>
                  </a:lnTo>
                  <a:lnTo>
                    <a:pt x="5731169" y="2634686"/>
                  </a:lnTo>
                  <a:lnTo>
                    <a:pt x="5708756" y="2643996"/>
                  </a:lnTo>
                  <a:cubicBezTo>
                    <a:pt x="5691237" y="2643996"/>
                    <a:pt x="5675908" y="2628675"/>
                    <a:pt x="5675908" y="2611150"/>
                  </a:cubicBezTo>
                  <a:cubicBezTo>
                    <a:pt x="5675908" y="2602387"/>
                    <a:pt x="5679740" y="2594184"/>
                    <a:pt x="5685764" y="2588119"/>
                  </a:cubicBezTo>
                  <a:lnTo>
                    <a:pt x="5699999" y="2582024"/>
                  </a:lnTo>
                  <a:lnTo>
                    <a:pt x="5699999" y="2243230"/>
                  </a:lnTo>
                  <a:lnTo>
                    <a:pt x="5945246" y="2000160"/>
                  </a:lnTo>
                  <a:lnTo>
                    <a:pt x="5945246" y="1498754"/>
                  </a:lnTo>
                  <a:lnTo>
                    <a:pt x="5923347" y="1489996"/>
                  </a:lnTo>
                  <a:cubicBezTo>
                    <a:pt x="5915136" y="1481784"/>
                    <a:pt x="5910209" y="1470286"/>
                    <a:pt x="5910209" y="1457146"/>
                  </a:cubicBezTo>
                  <a:cubicBezTo>
                    <a:pt x="5910209" y="1444011"/>
                    <a:pt x="5915136" y="1432512"/>
                    <a:pt x="5923347" y="1424300"/>
                  </a:cubicBezTo>
                  <a:lnTo>
                    <a:pt x="5951814" y="1412913"/>
                  </a:lnTo>
                  <a:lnTo>
                    <a:pt x="5951814" y="1312426"/>
                  </a:lnTo>
                  <a:lnTo>
                    <a:pt x="5933474" y="1305782"/>
                  </a:lnTo>
                  <a:cubicBezTo>
                    <a:pt x="5927180" y="1300029"/>
                    <a:pt x="5923347" y="1291820"/>
                    <a:pt x="5923347" y="1281963"/>
                  </a:cubicBezTo>
                  <a:lnTo>
                    <a:pt x="5927420" y="1273410"/>
                  </a:lnTo>
                  <a:lnTo>
                    <a:pt x="5767879" y="1113352"/>
                  </a:lnTo>
                  <a:lnTo>
                    <a:pt x="5767879" y="673220"/>
                  </a:lnTo>
                  <a:lnTo>
                    <a:pt x="5638685" y="544021"/>
                  </a:lnTo>
                  <a:lnTo>
                    <a:pt x="5638685" y="138902"/>
                  </a:lnTo>
                  <a:close/>
                  <a:moveTo>
                    <a:pt x="9221193" y="113203"/>
                  </a:moveTo>
                  <a:lnTo>
                    <a:pt x="9138897" y="195778"/>
                  </a:lnTo>
                  <a:lnTo>
                    <a:pt x="9157690" y="195778"/>
                  </a:lnTo>
                  <a:lnTo>
                    <a:pt x="9221193" y="132276"/>
                  </a:lnTo>
                  <a:close/>
                  <a:moveTo>
                    <a:pt x="2962801" y="112612"/>
                  </a:moveTo>
                  <a:lnTo>
                    <a:pt x="2962801" y="145453"/>
                  </a:lnTo>
                  <a:lnTo>
                    <a:pt x="3076671" y="259325"/>
                  </a:lnTo>
                  <a:lnTo>
                    <a:pt x="3516819" y="259325"/>
                  </a:lnTo>
                  <a:lnTo>
                    <a:pt x="3829955" y="572467"/>
                  </a:lnTo>
                  <a:lnTo>
                    <a:pt x="3829955" y="833053"/>
                  </a:lnTo>
                  <a:lnTo>
                    <a:pt x="3925090" y="833053"/>
                  </a:lnTo>
                  <a:lnTo>
                    <a:pt x="3926298" y="508966"/>
                  </a:lnTo>
                  <a:lnTo>
                    <a:pt x="3866171" y="448836"/>
                  </a:lnTo>
                  <a:lnTo>
                    <a:pt x="3855954" y="450654"/>
                  </a:lnTo>
                  <a:cubicBezTo>
                    <a:pt x="3843635" y="450380"/>
                    <a:pt x="3831046" y="445452"/>
                    <a:pt x="3821192" y="436693"/>
                  </a:cubicBezTo>
                  <a:cubicBezTo>
                    <a:pt x="3812432" y="426839"/>
                    <a:pt x="3808054" y="414247"/>
                    <a:pt x="3808054" y="401930"/>
                  </a:cubicBezTo>
                  <a:lnTo>
                    <a:pt x="3811238" y="393899"/>
                  </a:lnTo>
                  <a:lnTo>
                    <a:pt x="3529963" y="112612"/>
                  </a:lnTo>
                  <a:close/>
                  <a:moveTo>
                    <a:pt x="2929960" y="112612"/>
                  </a:moveTo>
                  <a:lnTo>
                    <a:pt x="2945279" y="127935"/>
                  </a:lnTo>
                  <a:lnTo>
                    <a:pt x="2945279" y="112612"/>
                  </a:lnTo>
                  <a:close/>
                  <a:moveTo>
                    <a:pt x="2750390" y="112612"/>
                  </a:moveTo>
                  <a:lnTo>
                    <a:pt x="2750390" y="259325"/>
                  </a:lnTo>
                  <a:lnTo>
                    <a:pt x="3004408" y="259325"/>
                  </a:lnTo>
                  <a:lnTo>
                    <a:pt x="2945279" y="200199"/>
                  </a:lnTo>
                  <a:lnTo>
                    <a:pt x="2945279" y="160205"/>
                  </a:lnTo>
                  <a:lnTo>
                    <a:pt x="2897529" y="112612"/>
                  </a:lnTo>
                  <a:close/>
                  <a:moveTo>
                    <a:pt x="2520483" y="112612"/>
                  </a:moveTo>
                  <a:lnTo>
                    <a:pt x="2667512" y="259325"/>
                  </a:lnTo>
                  <a:lnTo>
                    <a:pt x="2715352" y="259325"/>
                  </a:lnTo>
                  <a:lnTo>
                    <a:pt x="2715352" y="112612"/>
                  </a:lnTo>
                  <a:close/>
                  <a:moveTo>
                    <a:pt x="2465191" y="112612"/>
                  </a:moveTo>
                  <a:lnTo>
                    <a:pt x="2465713" y="113139"/>
                  </a:lnTo>
                  <a:lnTo>
                    <a:pt x="2465713" y="112612"/>
                  </a:lnTo>
                  <a:close/>
                  <a:moveTo>
                    <a:pt x="2347460" y="112612"/>
                  </a:moveTo>
                  <a:lnTo>
                    <a:pt x="2347460" y="213337"/>
                  </a:lnTo>
                  <a:lnTo>
                    <a:pt x="2612434" y="478309"/>
                  </a:lnTo>
                  <a:lnTo>
                    <a:pt x="2642409" y="478309"/>
                  </a:lnTo>
                  <a:lnTo>
                    <a:pt x="2649660" y="460789"/>
                  </a:lnTo>
                  <a:cubicBezTo>
                    <a:pt x="2667179" y="443270"/>
                    <a:pt x="2695647" y="443270"/>
                    <a:pt x="2713166" y="460789"/>
                  </a:cubicBezTo>
                  <a:cubicBezTo>
                    <a:pt x="2721928" y="469549"/>
                    <a:pt x="2726306" y="481045"/>
                    <a:pt x="2726306" y="492541"/>
                  </a:cubicBezTo>
                  <a:lnTo>
                    <a:pt x="2714524" y="521014"/>
                  </a:lnTo>
                  <a:lnTo>
                    <a:pt x="2755272" y="561516"/>
                  </a:lnTo>
                  <a:lnTo>
                    <a:pt x="2848832" y="561516"/>
                  </a:lnTo>
                  <a:lnTo>
                    <a:pt x="2853311" y="550566"/>
                  </a:lnTo>
                  <a:cubicBezTo>
                    <a:pt x="2859880" y="543996"/>
                    <a:pt x="2868637" y="540711"/>
                    <a:pt x="2877398" y="540711"/>
                  </a:cubicBezTo>
                  <a:lnTo>
                    <a:pt x="2894073" y="547533"/>
                  </a:lnTo>
                  <a:lnTo>
                    <a:pt x="2638706" y="292171"/>
                  </a:lnTo>
                  <a:lnTo>
                    <a:pt x="2597101" y="292171"/>
                  </a:lnTo>
                  <a:lnTo>
                    <a:pt x="2417541" y="112612"/>
                  </a:lnTo>
                  <a:close/>
                  <a:moveTo>
                    <a:pt x="6733571" y="79462"/>
                  </a:moveTo>
                  <a:lnTo>
                    <a:pt x="6707913" y="105306"/>
                  </a:lnTo>
                  <a:lnTo>
                    <a:pt x="6713863" y="119190"/>
                  </a:lnTo>
                  <a:cubicBezTo>
                    <a:pt x="6713863" y="127949"/>
                    <a:pt x="6710031" y="136161"/>
                    <a:pt x="6704009" y="142183"/>
                  </a:cubicBezTo>
                  <a:lnTo>
                    <a:pt x="6689775" y="148283"/>
                  </a:lnTo>
                  <a:lnTo>
                    <a:pt x="6689775" y="876867"/>
                  </a:lnTo>
                  <a:lnTo>
                    <a:pt x="6712861" y="853782"/>
                  </a:lnTo>
                  <a:lnTo>
                    <a:pt x="6710579" y="852781"/>
                  </a:lnTo>
                  <a:cubicBezTo>
                    <a:pt x="6699082" y="840737"/>
                    <a:pt x="6691965" y="824312"/>
                    <a:pt x="6691965" y="806794"/>
                  </a:cubicBezTo>
                  <a:cubicBezTo>
                    <a:pt x="6691965" y="789275"/>
                    <a:pt x="6699082" y="773399"/>
                    <a:pt x="6710579" y="761903"/>
                  </a:cubicBezTo>
                  <a:lnTo>
                    <a:pt x="6733571" y="752369"/>
                  </a:lnTo>
                  <a:close/>
                  <a:moveTo>
                    <a:pt x="5616786" y="52405"/>
                  </a:moveTo>
                  <a:lnTo>
                    <a:pt x="5616786" y="95106"/>
                  </a:lnTo>
                  <a:lnTo>
                    <a:pt x="5638685" y="117005"/>
                  </a:lnTo>
                  <a:lnTo>
                    <a:pt x="5638685" y="74961"/>
                  </a:lnTo>
                  <a:lnTo>
                    <a:pt x="5623355" y="68830"/>
                  </a:lnTo>
                  <a:close/>
                  <a:moveTo>
                    <a:pt x="9764597" y="51258"/>
                  </a:moveTo>
                  <a:lnTo>
                    <a:pt x="9586890" y="230816"/>
                  </a:lnTo>
                  <a:lnTo>
                    <a:pt x="9545292" y="230816"/>
                  </a:lnTo>
                  <a:lnTo>
                    <a:pt x="9293644" y="482465"/>
                  </a:lnTo>
                  <a:lnTo>
                    <a:pt x="9306595" y="477166"/>
                  </a:lnTo>
                  <a:cubicBezTo>
                    <a:pt x="9315354" y="477166"/>
                    <a:pt x="9324113" y="480452"/>
                    <a:pt x="9330683" y="487021"/>
                  </a:cubicBezTo>
                  <a:lnTo>
                    <a:pt x="9336059" y="500162"/>
                  </a:lnTo>
                  <a:lnTo>
                    <a:pt x="9424853" y="500162"/>
                  </a:lnTo>
                  <a:lnTo>
                    <a:pt x="9466720" y="458295"/>
                  </a:lnTo>
                  <a:lnTo>
                    <a:pt x="9455503" y="431188"/>
                  </a:lnTo>
                  <a:cubicBezTo>
                    <a:pt x="9455503" y="419691"/>
                    <a:pt x="9459883" y="408195"/>
                    <a:pt x="9468642" y="399436"/>
                  </a:cubicBezTo>
                  <a:cubicBezTo>
                    <a:pt x="9486160" y="381917"/>
                    <a:pt x="9514628" y="381917"/>
                    <a:pt x="9532146" y="399436"/>
                  </a:cubicBezTo>
                  <a:lnTo>
                    <a:pt x="9538490" y="414767"/>
                  </a:lnTo>
                  <a:lnTo>
                    <a:pt x="9573744" y="414767"/>
                  </a:lnTo>
                  <a:lnTo>
                    <a:pt x="9836528" y="151983"/>
                  </a:lnTo>
                  <a:lnTo>
                    <a:pt x="9836528" y="51258"/>
                  </a:lnTo>
                  <a:close/>
                  <a:moveTo>
                    <a:pt x="9466452" y="51258"/>
                  </a:moveTo>
                  <a:lnTo>
                    <a:pt x="9466452" y="195778"/>
                  </a:lnTo>
                  <a:lnTo>
                    <a:pt x="9516495" y="195778"/>
                  </a:lnTo>
                  <a:lnTo>
                    <a:pt x="9661323" y="51258"/>
                  </a:lnTo>
                  <a:close/>
                  <a:moveTo>
                    <a:pt x="9282929" y="51258"/>
                  </a:moveTo>
                  <a:lnTo>
                    <a:pt x="9238711" y="95625"/>
                  </a:lnTo>
                  <a:lnTo>
                    <a:pt x="9238711" y="138844"/>
                  </a:lnTo>
                  <a:lnTo>
                    <a:pt x="9181777" y="195778"/>
                  </a:lnTo>
                  <a:lnTo>
                    <a:pt x="9433605" y="195778"/>
                  </a:lnTo>
                  <a:lnTo>
                    <a:pt x="9433605" y="51258"/>
                  </a:lnTo>
                  <a:close/>
                  <a:moveTo>
                    <a:pt x="9238711" y="51258"/>
                  </a:moveTo>
                  <a:lnTo>
                    <a:pt x="9238711" y="64900"/>
                  </a:lnTo>
                  <a:lnTo>
                    <a:pt x="9252306" y="51258"/>
                  </a:lnTo>
                  <a:close/>
                  <a:moveTo>
                    <a:pt x="8654032" y="51258"/>
                  </a:moveTo>
                  <a:lnTo>
                    <a:pt x="8372766" y="332525"/>
                  </a:lnTo>
                  <a:lnTo>
                    <a:pt x="8375380" y="338384"/>
                  </a:lnTo>
                  <a:cubicBezTo>
                    <a:pt x="8375380" y="350702"/>
                    <a:pt x="8370453" y="363293"/>
                    <a:pt x="8360599" y="373148"/>
                  </a:cubicBezTo>
                  <a:cubicBezTo>
                    <a:pt x="8351840" y="381907"/>
                    <a:pt x="8339796" y="386834"/>
                    <a:pt x="8327477" y="387107"/>
                  </a:cubicBezTo>
                  <a:lnTo>
                    <a:pt x="8319559" y="385731"/>
                  </a:lnTo>
                  <a:lnTo>
                    <a:pt x="8257677" y="447613"/>
                  </a:lnTo>
                  <a:lnTo>
                    <a:pt x="8257677" y="769509"/>
                  </a:lnTo>
                  <a:lnTo>
                    <a:pt x="8353149" y="769509"/>
                  </a:lnTo>
                  <a:lnTo>
                    <a:pt x="8351839" y="508921"/>
                  </a:lnTo>
                  <a:lnTo>
                    <a:pt x="8664982" y="195778"/>
                  </a:lnTo>
                  <a:lnTo>
                    <a:pt x="9108279" y="195778"/>
                  </a:lnTo>
                  <a:lnTo>
                    <a:pt x="9221193" y="82477"/>
                  </a:lnTo>
                  <a:lnTo>
                    <a:pt x="9221193" y="51258"/>
                  </a:lnTo>
                  <a:close/>
                  <a:moveTo>
                    <a:pt x="6921894" y="9991"/>
                  </a:moveTo>
                  <a:lnTo>
                    <a:pt x="6882478" y="49119"/>
                  </a:lnTo>
                  <a:lnTo>
                    <a:pt x="6882478" y="674046"/>
                  </a:lnTo>
                  <a:lnTo>
                    <a:pt x="6894522" y="679782"/>
                  </a:lnTo>
                  <a:cubicBezTo>
                    <a:pt x="6900544" y="686351"/>
                    <a:pt x="6904376" y="695110"/>
                    <a:pt x="6904376" y="703869"/>
                  </a:cubicBezTo>
                  <a:lnTo>
                    <a:pt x="6896204" y="722940"/>
                  </a:lnTo>
                  <a:lnTo>
                    <a:pt x="6910146" y="728710"/>
                  </a:lnTo>
                  <a:lnTo>
                    <a:pt x="6921894" y="716962"/>
                  </a:lnTo>
                  <a:close/>
                  <a:moveTo>
                    <a:pt x="6078819" y="9567"/>
                  </a:moveTo>
                  <a:lnTo>
                    <a:pt x="6065681" y="22842"/>
                  </a:lnTo>
                  <a:lnTo>
                    <a:pt x="6065681" y="112625"/>
                  </a:lnTo>
                  <a:lnTo>
                    <a:pt x="6078819" y="125763"/>
                  </a:lnTo>
                  <a:close/>
                  <a:moveTo>
                    <a:pt x="5616786" y="5327"/>
                  </a:moveTo>
                  <a:lnTo>
                    <a:pt x="5616786" y="19561"/>
                  </a:lnTo>
                  <a:lnTo>
                    <a:pt x="5620852" y="9393"/>
                  </a:lnTo>
                  <a:close/>
                  <a:moveTo>
                    <a:pt x="7368615" y="0"/>
                  </a:moveTo>
                  <a:lnTo>
                    <a:pt x="7390513" y="0"/>
                  </a:lnTo>
                  <a:lnTo>
                    <a:pt x="7390513" y="307520"/>
                  </a:lnTo>
                  <a:lnTo>
                    <a:pt x="7412411" y="316279"/>
                  </a:lnTo>
                  <a:cubicBezTo>
                    <a:pt x="7420623" y="324491"/>
                    <a:pt x="7425550" y="335988"/>
                    <a:pt x="7425550" y="349127"/>
                  </a:cubicBezTo>
                  <a:cubicBezTo>
                    <a:pt x="7425550" y="375405"/>
                    <a:pt x="7405842" y="395112"/>
                    <a:pt x="7379564" y="395112"/>
                  </a:cubicBezTo>
                  <a:cubicBezTo>
                    <a:pt x="7353287" y="395112"/>
                    <a:pt x="7333579" y="375405"/>
                    <a:pt x="7333579" y="349127"/>
                  </a:cubicBezTo>
                  <a:cubicBezTo>
                    <a:pt x="7333579" y="335988"/>
                    <a:pt x="7338506" y="324491"/>
                    <a:pt x="7346718" y="316279"/>
                  </a:cubicBezTo>
                  <a:lnTo>
                    <a:pt x="7368615" y="307520"/>
                  </a:lnTo>
                  <a:close/>
                  <a:moveTo>
                    <a:pt x="798334" y="0"/>
                  </a:moveTo>
                  <a:lnTo>
                    <a:pt x="831295" y="0"/>
                  </a:lnTo>
                  <a:lnTo>
                    <a:pt x="1957653" y="1124333"/>
                  </a:lnTo>
                  <a:lnTo>
                    <a:pt x="1957669" y="1124294"/>
                  </a:lnTo>
                  <a:lnTo>
                    <a:pt x="1959858" y="1124294"/>
                  </a:lnTo>
                  <a:cubicBezTo>
                    <a:pt x="1977378" y="1106778"/>
                    <a:pt x="2005845" y="1106778"/>
                    <a:pt x="2023363" y="1124294"/>
                  </a:cubicBezTo>
                  <a:lnTo>
                    <a:pt x="2035143" y="1152764"/>
                  </a:lnTo>
                  <a:lnTo>
                    <a:pt x="2633122" y="1152764"/>
                  </a:lnTo>
                  <a:lnTo>
                    <a:pt x="2643089" y="1128674"/>
                  </a:lnTo>
                  <a:cubicBezTo>
                    <a:pt x="2660608" y="1111155"/>
                    <a:pt x="2689080" y="1111155"/>
                    <a:pt x="2706597" y="1128674"/>
                  </a:cubicBezTo>
                  <a:cubicBezTo>
                    <a:pt x="2715358" y="1137433"/>
                    <a:pt x="2719738" y="1148930"/>
                    <a:pt x="2719738" y="1160426"/>
                  </a:cubicBezTo>
                  <a:lnTo>
                    <a:pt x="2711082" y="1181336"/>
                  </a:lnTo>
                  <a:lnTo>
                    <a:pt x="3059154" y="1529410"/>
                  </a:lnTo>
                  <a:lnTo>
                    <a:pt x="3059154" y="1267527"/>
                  </a:lnTo>
                  <a:lnTo>
                    <a:pt x="2887723" y="1095284"/>
                  </a:lnTo>
                  <a:lnTo>
                    <a:pt x="2873018" y="1101302"/>
                  </a:lnTo>
                  <a:cubicBezTo>
                    <a:pt x="2864260" y="1101302"/>
                    <a:pt x="2855499" y="1098015"/>
                    <a:pt x="2848931" y="1091447"/>
                  </a:cubicBezTo>
                  <a:lnTo>
                    <a:pt x="2843555" y="1078310"/>
                  </a:lnTo>
                  <a:lnTo>
                    <a:pt x="2393544" y="1078310"/>
                  </a:lnTo>
                  <a:lnTo>
                    <a:pt x="2389065" y="1089258"/>
                  </a:lnTo>
                  <a:cubicBezTo>
                    <a:pt x="2375929" y="1102396"/>
                    <a:pt x="2354029" y="1102396"/>
                    <a:pt x="2340889" y="1089258"/>
                  </a:cubicBezTo>
                  <a:cubicBezTo>
                    <a:pt x="2334319" y="1082688"/>
                    <a:pt x="2331036" y="1073930"/>
                    <a:pt x="2331036" y="1065171"/>
                  </a:cubicBezTo>
                  <a:lnTo>
                    <a:pt x="2333896" y="1058178"/>
                  </a:lnTo>
                  <a:lnTo>
                    <a:pt x="1445251" y="169542"/>
                  </a:lnTo>
                  <a:lnTo>
                    <a:pt x="1445251" y="0"/>
                  </a:lnTo>
                  <a:lnTo>
                    <a:pt x="1460578" y="0"/>
                  </a:lnTo>
                  <a:lnTo>
                    <a:pt x="1460578" y="162972"/>
                  </a:lnTo>
                  <a:lnTo>
                    <a:pt x="2340875" y="1041119"/>
                  </a:lnTo>
                  <a:lnTo>
                    <a:pt x="2340889" y="1041082"/>
                  </a:lnTo>
                  <a:cubicBezTo>
                    <a:pt x="2354029" y="1027944"/>
                    <a:pt x="2375929" y="1027944"/>
                    <a:pt x="2389065" y="1041082"/>
                  </a:cubicBezTo>
                  <a:lnTo>
                    <a:pt x="2398026" y="1062980"/>
                  </a:lnTo>
                  <a:lnTo>
                    <a:pt x="2840869" y="1062980"/>
                  </a:lnTo>
                  <a:lnTo>
                    <a:pt x="2848931" y="1043272"/>
                  </a:lnTo>
                  <a:cubicBezTo>
                    <a:pt x="2862070" y="1030133"/>
                    <a:pt x="2883968" y="1030133"/>
                    <a:pt x="2897106" y="1043272"/>
                  </a:cubicBezTo>
                  <a:cubicBezTo>
                    <a:pt x="2903676" y="1049841"/>
                    <a:pt x="2906962" y="1058599"/>
                    <a:pt x="2906962" y="1067358"/>
                  </a:cubicBezTo>
                  <a:lnTo>
                    <a:pt x="2899649" y="1085232"/>
                  </a:lnTo>
                  <a:lnTo>
                    <a:pt x="3059154" y="1244740"/>
                  </a:lnTo>
                  <a:lnTo>
                    <a:pt x="3059154" y="1168394"/>
                  </a:lnTo>
                  <a:lnTo>
                    <a:pt x="3037256" y="1159332"/>
                  </a:lnTo>
                  <a:cubicBezTo>
                    <a:pt x="3028496" y="1150573"/>
                    <a:pt x="3024119" y="1139077"/>
                    <a:pt x="3024119" y="1127579"/>
                  </a:cubicBezTo>
                  <a:lnTo>
                    <a:pt x="3032769" y="1106670"/>
                  </a:lnTo>
                  <a:lnTo>
                    <a:pt x="2505124" y="579035"/>
                  </a:lnTo>
                  <a:lnTo>
                    <a:pt x="2437243" y="579035"/>
                  </a:lnTo>
                  <a:lnTo>
                    <a:pt x="2359245" y="500206"/>
                  </a:lnTo>
                  <a:lnTo>
                    <a:pt x="2089063" y="500206"/>
                  </a:lnTo>
                  <a:lnTo>
                    <a:pt x="1855604" y="266749"/>
                  </a:lnTo>
                  <a:lnTo>
                    <a:pt x="1847082" y="270275"/>
                  </a:lnTo>
                  <a:cubicBezTo>
                    <a:pt x="1835586" y="270275"/>
                    <a:pt x="1824090" y="265895"/>
                    <a:pt x="1815331" y="257135"/>
                  </a:cubicBezTo>
                  <a:cubicBezTo>
                    <a:pt x="1797812" y="239618"/>
                    <a:pt x="1797812" y="211149"/>
                    <a:pt x="1815331" y="193631"/>
                  </a:cubicBezTo>
                  <a:cubicBezTo>
                    <a:pt x="1832850" y="176112"/>
                    <a:pt x="1861317" y="176112"/>
                    <a:pt x="1878835" y="193631"/>
                  </a:cubicBezTo>
                  <a:cubicBezTo>
                    <a:pt x="1896354" y="211149"/>
                    <a:pt x="1896354" y="239618"/>
                    <a:pt x="1878835" y="257135"/>
                  </a:cubicBezTo>
                  <a:lnTo>
                    <a:pt x="1877286" y="257776"/>
                  </a:lnTo>
                  <a:lnTo>
                    <a:pt x="2097822" y="478309"/>
                  </a:lnTo>
                  <a:lnTo>
                    <a:pt x="2337576" y="478309"/>
                  </a:lnTo>
                  <a:lnTo>
                    <a:pt x="2266592" y="406570"/>
                  </a:lnTo>
                  <a:lnTo>
                    <a:pt x="2259864" y="409321"/>
                  </a:lnTo>
                  <a:cubicBezTo>
                    <a:pt x="2251106" y="409321"/>
                    <a:pt x="2242345" y="406036"/>
                    <a:pt x="2235776" y="399468"/>
                  </a:cubicBezTo>
                  <a:cubicBezTo>
                    <a:pt x="2222635" y="386330"/>
                    <a:pt x="2222635" y="364430"/>
                    <a:pt x="2235776" y="351292"/>
                  </a:cubicBezTo>
                  <a:cubicBezTo>
                    <a:pt x="2242345" y="344723"/>
                    <a:pt x="2251106" y="341438"/>
                    <a:pt x="2259864" y="341438"/>
                  </a:cubicBezTo>
                  <a:lnTo>
                    <a:pt x="2272833" y="346742"/>
                  </a:lnTo>
                  <a:lnTo>
                    <a:pt x="1942342" y="16259"/>
                  </a:lnTo>
                  <a:lnTo>
                    <a:pt x="1942342" y="0"/>
                  </a:lnTo>
                  <a:lnTo>
                    <a:pt x="1964240" y="0"/>
                  </a:lnTo>
                  <a:lnTo>
                    <a:pt x="1964240" y="5310"/>
                  </a:lnTo>
                  <a:lnTo>
                    <a:pt x="2437245" y="478309"/>
                  </a:lnTo>
                  <a:lnTo>
                    <a:pt x="2588344" y="478309"/>
                  </a:lnTo>
                  <a:lnTo>
                    <a:pt x="2329940" y="219906"/>
                  </a:lnTo>
                  <a:lnTo>
                    <a:pt x="2329940" y="112612"/>
                  </a:lnTo>
                  <a:lnTo>
                    <a:pt x="2303668" y="112612"/>
                  </a:lnTo>
                  <a:lnTo>
                    <a:pt x="2191054" y="0"/>
                  </a:lnTo>
                  <a:lnTo>
                    <a:pt x="2254560" y="0"/>
                  </a:lnTo>
                  <a:lnTo>
                    <a:pt x="2323376" y="68815"/>
                  </a:lnTo>
                  <a:lnTo>
                    <a:pt x="2329940" y="68803"/>
                  </a:lnTo>
                  <a:lnTo>
                    <a:pt x="2329940" y="0"/>
                  </a:lnTo>
                  <a:lnTo>
                    <a:pt x="2347460" y="0"/>
                  </a:lnTo>
                  <a:lnTo>
                    <a:pt x="2347460" y="68771"/>
                  </a:lnTo>
                  <a:lnTo>
                    <a:pt x="2384688" y="68704"/>
                  </a:lnTo>
                  <a:lnTo>
                    <a:pt x="2384688" y="0"/>
                  </a:lnTo>
                  <a:lnTo>
                    <a:pt x="2419723" y="0"/>
                  </a:lnTo>
                  <a:lnTo>
                    <a:pt x="2419723" y="66620"/>
                  </a:lnTo>
                  <a:lnTo>
                    <a:pt x="2421716" y="68639"/>
                  </a:lnTo>
                  <a:lnTo>
                    <a:pt x="2465713" y="68560"/>
                  </a:lnTo>
                  <a:lnTo>
                    <a:pt x="2465713" y="0"/>
                  </a:lnTo>
                  <a:lnTo>
                    <a:pt x="2509509" y="0"/>
                  </a:lnTo>
                  <a:lnTo>
                    <a:pt x="2509509" y="68481"/>
                  </a:lnTo>
                  <a:lnTo>
                    <a:pt x="2715352" y="68114"/>
                  </a:lnTo>
                  <a:lnTo>
                    <a:pt x="2715352" y="0"/>
                  </a:lnTo>
                  <a:lnTo>
                    <a:pt x="2750390" y="0"/>
                  </a:lnTo>
                  <a:lnTo>
                    <a:pt x="2750390" y="68050"/>
                  </a:lnTo>
                  <a:lnTo>
                    <a:pt x="2852635" y="67868"/>
                  </a:lnTo>
                  <a:lnTo>
                    <a:pt x="2784536" y="0"/>
                  </a:lnTo>
                  <a:lnTo>
                    <a:pt x="2817349" y="0"/>
                  </a:lnTo>
                  <a:lnTo>
                    <a:pt x="2885159" y="67810"/>
                  </a:lnTo>
                  <a:lnTo>
                    <a:pt x="2945279" y="67702"/>
                  </a:lnTo>
                  <a:lnTo>
                    <a:pt x="2945279" y="0"/>
                  </a:lnTo>
                  <a:lnTo>
                    <a:pt x="2962801" y="0"/>
                  </a:lnTo>
                  <a:lnTo>
                    <a:pt x="2962801" y="67671"/>
                  </a:lnTo>
                  <a:lnTo>
                    <a:pt x="3498242" y="66713"/>
                  </a:lnTo>
                  <a:lnTo>
                    <a:pt x="3431309" y="0"/>
                  </a:lnTo>
                  <a:lnTo>
                    <a:pt x="3478667" y="0"/>
                  </a:lnTo>
                  <a:lnTo>
                    <a:pt x="3545295" y="66628"/>
                  </a:lnTo>
                  <a:lnTo>
                    <a:pt x="3547483" y="66624"/>
                  </a:lnTo>
                  <a:lnTo>
                    <a:pt x="3841845" y="361003"/>
                  </a:lnTo>
                  <a:lnTo>
                    <a:pt x="3855954" y="355670"/>
                  </a:lnTo>
                  <a:cubicBezTo>
                    <a:pt x="3868271" y="355670"/>
                    <a:pt x="3880314" y="360050"/>
                    <a:pt x="3889071" y="368809"/>
                  </a:cubicBezTo>
                  <a:cubicBezTo>
                    <a:pt x="3897831" y="378664"/>
                    <a:pt x="3902210" y="391255"/>
                    <a:pt x="3902210" y="403572"/>
                  </a:cubicBezTo>
                  <a:lnTo>
                    <a:pt x="3897153" y="416318"/>
                  </a:lnTo>
                  <a:lnTo>
                    <a:pt x="3970092" y="489259"/>
                  </a:lnTo>
                  <a:lnTo>
                    <a:pt x="3970092" y="833053"/>
                  </a:lnTo>
                  <a:lnTo>
                    <a:pt x="4121683" y="833053"/>
                  </a:lnTo>
                  <a:lnTo>
                    <a:pt x="4007319" y="719183"/>
                  </a:lnTo>
                  <a:lnTo>
                    <a:pt x="4007319" y="381952"/>
                  </a:lnTo>
                  <a:lnTo>
                    <a:pt x="3625382" y="0"/>
                  </a:lnTo>
                  <a:lnTo>
                    <a:pt x="3651136" y="0"/>
                  </a:lnTo>
                  <a:lnTo>
                    <a:pt x="4007319" y="357258"/>
                  </a:lnTo>
                  <a:lnTo>
                    <a:pt x="4007319" y="326762"/>
                  </a:lnTo>
                  <a:lnTo>
                    <a:pt x="4005130" y="327208"/>
                  </a:lnTo>
                  <a:cubicBezTo>
                    <a:pt x="3988707" y="327208"/>
                    <a:pt x="3972281" y="320638"/>
                    <a:pt x="3959143" y="307499"/>
                  </a:cubicBezTo>
                  <a:cubicBezTo>
                    <a:pt x="3939434" y="287792"/>
                    <a:pt x="3934507" y="259460"/>
                    <a:pt x="3944361" y="236365"/>
                  </a:cubicBezTo>
                  <a:lnTo>
                    <a:pt x="3947327" y="232184"/>
                  </a:lnTo>
                  <a:lnTo>
                    <a:pt x="3715154" y="0"/>
                  </a:lnTo>
                  <a:lnTo>
                    <a:pt x="3777067" y="0"/>
                  </a:lnTo>
                  <a:lnTo>
                    <a:pt x="3979319" y="202749"/>
                  </a:lnTo>
                  <a:lnTo>
                    <a:pt x="3982137" y="200746"/>
                  </a:lnTo>
                  <a:lnTo>
                    <a:pt x="4007319" y="198185"/>
                  </a:lnTo>
                  <a:lnTo>
                    <a:pt x="4007319" y="136392"/>
                  </a:lnTo>
                  <a:lnTo>
                    <a:pt x="3991989" y="130122"/>
                  </a:lnTo>
                  <a:cubicBezTo>
                    <a:pt x="3985421" y="123553"/>
                    <a:pt x="3982137" y="114793"/>
                    <a:pt x="3982137" y="106034"/>
                  </a:cubicBezTo>
                  <a:lnTo>
                    <a:pt x="3988177" y="91273"/>
                  </a:lnTo>
                  <a:lnTo>
                    <a:pt x="3896907" y="0"/>
                  </a:lnTo>
                  <a:lnTo>
                    <a:pt x="3922706" y="0"/>
                  </a:lnTo>
                  <a:lnTo>
                    <a:pt x="4001236" y="78164"/>
                  </a:lnTo>
                  <a:lnTo>
                    <a:pt x="4016079" y="72091"/>
                  </a:lnTo>
                  <a:cubicBezTo>
                    <a:pt x="4024840" y="72091"/>
                    <a:pt x="4033598" y="75376"/>
                    <a:pt x="4040167" y="81947"/>
                  </a:cubicBezTo>
                  <a:cubicBezTo>
                    <a:pt x="4053308" y="95085"/>
                    <a:pt x="4053308" y="116982"/>
                    <a:pt x="4040167" y="130122"/>
                  </a:cubicBezTo>
                  <a:lnTo>
                    <a:pt x="4024839" y="136393"/>
                  </a:lnTo>
                  <a:lnTo>
                    <a:pt x="4024839" y="200652"/>
                  </a:lnTo>
                  <a:lnTo>
                    <a:pt x="4051117" y="215528"/>
                  </a:lnTo>
                  <a:cubicBezTo>
                    <a:pt x="4075205" y="241805"/>
                    <a:pt x="4075205" y="283412"/>
                    <a:pt x="4051117" y="307499"/>
                  </a:cubicBezTo>
                  <a:cubicBezTo>
                    <a:pt x="4044546" y="314069"/>
                    <a:pt x="4037157" y="318996"/>
                    <a:pt x="4029356" y="322281"/>
                  </a:cubicBezTo>
                  <a:lnTo>
                    <a:pt x="4024839" y="323199"/>
                  </a:lnTo>
                  <a:lnTo>
                    <a:pt x="4024839" y="374830"/>
                  </a:lnTo>
                  <a:lnTo>
                    <a:pt x="4192509" y="542992"/>
                  </a:lnTo>
                  <a:lnTo>
                    <a:pt x="4208789" y="536333"/>
                  </a:lnTo>
                  <a:lnTo>
                    <a:pt x="4210979" y="537228"/>
                  </a:lnTo>
                  <a:lnTo>
                    <a:pt x="4210979" y="233629"/>
                  </a:lnTo>
                  <a:lnTo>
                    <a:pt x="3976847" y="0"/>
                  </a:lnTo>
                  <a:lnTo>
                    <a:pt x="4009637" y="0"/>
                  </a:lnTo>
                  <a:lnTo>
                    <a:pt x="4210979" y="201788"/>
                  </a:lnTo>
                  <a:lnTo>
                    <a:pt x="4210979" y="180417"/>
                  </a:lnTo>
                  <a:lnTo>
                    <a:pt x="4066444" y="33795"/>
                  </a:lnTo>
                  <a:lnTo>
                    <a:pt x="4066444" y="0"/>
                  </a:lnTo>
                  <a:lnTo>
                    <a:pt x="4088385" y="0"/>
                  </a:lnTo>
                  <a:lnTo>
                    <a:pt x="4088347" y="25036"/>
                  </a:lnTo>
                  <a:lnTo>
                    <a:pt x="4210979" y="145912"/>
                  </a:lnTo>
                  <a:lnTo>
                    <a:pt x="4210979" y="0"/>
                  </a:lnTo>
                  <a:lnTo>
                    <a:pt x="4232829" y="0"/>
                  </a:lnTo>
                  <a:lnTo>
                    <a:pt x="4232829" y="167498"/>
                  </a:lnTo>
                  <a:lnTo>
                    <a:pt x="4241584" y="176132"/>
                  </a:lnTo>
                  <a:lnTo>
                    <a:pt x="4241584" y="232513"/>
                  </a:lnTo>
                  <a:lnTo>
                    <a:pt x="4460508" y="451906"/>
                  </a:lnTo>
                  <a:lnTo>
                    <a:pt x="4481384" y="443270"/>
                  </a:lnTo>
                  <a:cubicBezTo>
                    <a:pt x="4492881" y="443270"/>
                    <a:pt x="4504374" y="447650"/>
                    <a:pt x="4513129" y="456409"/>
                  </a:cubicBezTo>
                  <a:lnTo>
                    <a:pt x="4522190" y="478310"/>
                  </a:lnTo>
                  <a:lnTo>
                    <a:pt x="4672982" y="478310"/>
                  </a:lnTo>
                  <a:lnTo>
                    <a:pt x="4672982" y="342553"/>
                  </a:lnTo>
                  <a:lnTo>
                    <a:pt x="4561306" y="230873"/>
                  </a:lnTo>
                  <a:lnTo>
                    <a:pt x="4561306" y="0"/>
                  </a:lnTo>
                  <a:lnTo>
                    <a:pt x="4578826" y="0"/>
                  </a:lnTo>
                  <a:lnTo>
                    <a:pt x="4578826" y="222114"/>
                  </a:lnTo>
                  <a:lnTo>
                    <a:pt x="4690499" y="335984"/>
                  </a:lnTo>
                  <a:lnTo>
                    <a:pt x="4690499" y="478310"/>
                  </a:lnTo>
                  <a:lnTo>
                    <a:pt x="4959857" y="478310"/>
                  </a:lnTo>
                  <a:lnTo>
                    <a:pt x="5167876" y="686342"/>
                  </a:lnTo>
                  <a:lnTo>
                    <a:pt x="5167876" y="543142"/>
                  </a:lnTo>
                  <a:lnTo>
                    <a:pt x="5148168" y="535259"/>
                  </a:lnTo>
                  <a:cubicBezTo>
                    <a:pt x="5139957" y="527048"/>
                    <a:pt x="5135030" y="515551"/>
                    <a:pt x="5135030" y="502412"/>
                  </a:cubicBezTo>
                  <a:lnTo>
                    <a:pt x="5141285" y="486771"/>
                  </a:lnTo>
                  <a:lnTo>
                    <a:pt x="4711144" y="56631"/>
                  </a:lnTo>
                  <a:lnTo>
                    <a:pt x="4697069" y="62260"/>
                  </a:lnTo>
                  <a:cubicBezTo>
                    <a:pt x="4670799" y="62260"/>
                    <a:pt x="4651088" y="42553"/>
                    <a:pt x="4651088" y="16275"/>
                  </a:cubicBezTo>
                  <a:lnTo>
                    <a:pt x="4657598" y="0"/>
                  </a:lnTo>
                  <a:lnTo>
                    <a:pt x="4736544" y="0"/>
                  </a:lnTo>
                  <a:lnTo>
                    <a:pt x="4743054" y="16275"/>
                  </a:lnTo>
                  <a:lnTo>
                    <a:pt x="4731749" y="44540"/>
                  </a:lnTo>
                  <a:lnTo>
                    <a:pt x="5152970" y="467642"/>
                  </a:lnTo>
                  <a:lnTo>
                    <a:pt x="5181020" y="456426"/>
                  </a:lnTo>
                  <a:cubicBezTo>
                    <a:pt x="5207287" y="456426"/>
                    <a:pt x="5226997" y="476134"/>
                    <a:pt x="5226997" y="502412"/>
                  </a:cubicBezTo>
                  <a:cubicBezTo>
                    <a:pt x="5226997" y="515551"/>
                    <a:pt x="5221518" y="527048"/>
                    <a:pt x="5213037" y="535259"/>
                  </a:cubicBezTo>
                  <a:lnTo>
                    <a:pt x="5189778" y="544804"/>
                  </a:lnTo>
                  <a:lnTo>
                    <a:pt x="5189778" y="708240"/>
                  </a:lnTo>
                  <a:lnTo>
                    <a:pt x="5273152" y="791611"/>
                  </a:lnTo>
                  <a:lnTo>
                    <a:pt x="5289417" y="784881"/>
                  </a:lnTo>
                  <a:cubicBezTo>
                    <a:pt x="5300909" y="784881"/>
                    <a:pt x="5312411" y="789260"/>
                    <a:pt x="5321171" y="798020"/>
                  </a:cubicBezTo>
                  <a:cubicBezTo>
                    <a:pt x="5338683" y="815539"/>
                    <a:pt x="5338683" y="844006"/>
                    <a:pt x="5321171" y="861524"/>
                  </a:cubicBezTo>
                  <a:cubicBezTo>
                    <a:pt x="5303646" y="879043"/>
                    <a:pt x="5275187" y="879043"/>
                    <a:pt x="5257668" y="861524"/>
                  </a:cubicBezTo>
                  <a:cubicBezTo>
                    <a:pt x="5248907" y="852765"/>
                    <a:pt x="5244521" y="841269"/>
                    <a:pt x="5244521" y="829773"/>
                  </a:cubicBezTo>
                  <a:lnTo>
                    <a:pt x="5254463" y="805766"/>
                  </a:lnTo>
                  <a:lnTo>
                    <a:pt x="5189778" y="741087"/>
                  </a:lnTo>
                  <a:lnTo>
                    <a:pt x="5189778" y="1034516"/>
                  </a:lnTo>
                  <a:lnTo>
                    <a:pt x="5375914" y="848404"/>
                  </a:lnTo>
                  <a:lnTo>
                    <a:pt x="5375914" y="603764"/>
                  </a:lnTo>
                  <a:lnTo>
                    <a:pt x="5361680" y="597665"/>
                  </a:lnTo>
                  <a:cubicBezTo>
                    <a:pt x="5355658" y="591642"/>
                    <a:pt x="5351823" y="583431"/>
                    <a:pt x="5351823" y="574672"/>
                  </a:cubicBezTo>
                  <a:lnTo>
                    <a:pt x="5356419" y="563943"/>
                  </a:lnTo>
                  <a:lnTo>
                    <a:pt x="5036861" y="244373"/>
                  </a:lnTo>
                  <a:lnTo>
                    <a:pt x="5027742" y="248390"/>
                  </a:lnTo>
                  <a:cubicBezTo>
                    <a:pt x="5010222" y="248390"/>
                    <a:pt x="4994898" y="230871"/>
                    <a:pt x="4994898" y="213353"/>
                  </a:cubicBezTo>
                  <a:cubicBezTo>
                    <a:pt x="4993799" y="204594"/>
                    <a:pt x="4997083" y="196382"/>
                    <a:pt x="5003102" y="190360"/>
                  </a:cubicBezTo>
                  <a:lnTo>
                    <a:pt x="5010222" y="187513"/>
                  </a:lnTo>
                  <a:lnTo>
                    <a:pt x="5010222" y="0"/>
                  </a:lnTo>
                  <a:lnTo>
                    <a:pt x="5027744" y="0"/>
                  </a:lnTo>
                  <a:lnTo>
                    <a:pt x="5027744" y="180506"/>
                  </a:lnTo>
                  <a:lnTo>
                    <a:pt x="5050731" y="190360"/>
                  </a:lnTo>
                  <a:cubicBezTo>
                    <a:pt x="5056747" y="196382"/>
                    <a:pt x="5060581" y="204594"/>
                    <a:pt x="5060581" y="213353"/>
                  </a:cubicBezTo>
                  <a:lnTo>
                    <a:pt x="5051895" y="235321"/>
                  </a:lnTo>
                  <a:lnTo>
                    <a:pt x="5366280" y="549709"/>
                  </a:lnTo>
                  <a:lnTo>
                    <a:pt x="5384675" y="541825"/>
                  </a:lnTo>
                  <a:cubicBezTo>
                    <a:pt x="5402195" y="541825"/>
                    <a:pt x="5417522" y="557153"/>
                    <a:pt x="5417522" y="574672"/>
                  </a:cubicBezTo>
                  <a:cubicBezTo>
                    <a:pt x="5417522" y="583431"/>
                    <a:pt x="5413690" y="591642"/>
                    <a:pt x="5407669" y="597665"/>
                  </a:cubicBezTo>
                  <a:lnTo>
                    <a:pt x="5393435" y="603765"/>
                  </a:lnTo>
                  <a:lnTo>
                    <a:pt x="5393435" y="830885"/>
                  </a:lnTo>
                  <a:lnTo>
                    <a:pt x="5443800" y="780520"/>
                  </a:lnTo>
                  <a:lnTo>
                    <a:pt x="5435038" y="758618"/>
                  </a:lnTo>
                  <a:cubicBezTo>
                    <a:pt x="5435038" y="745479"/>
                    <a:pt x="5439966" y="733984"/>
                    <a:pt x="5448179" y="725772"/>
                  </a:cubicBezTo>
                  <a:lnTo>
                    <a:pt x="5470075" y="717012"/>
                  </a:lnTo>
                  <a:lnTo>
                    <a:pt x="5470075" y="0"/>
                  </a:lnTo>
                  <a:lnTo>
                    <a:pt x="5494165" y="0"/>
                  </a:lnTo>
                  <a:lnTo>
                    <a:pt x="5494165" y="718218"/>
                  </a:lnTo>
                  <a:lnTo>
                    <a:pt x="5513870" y="726593"/>
                  </a:lnTo>
                  <a:cubicBezTo>
                    <a:pt x="5522082" y="735078"/>
                    <a:pt x="5527008" y="746574"/>
                    <a:pt x="5527008" y="758618"/>
                  </a:cubicBezTo>
                  <a:cubicBezTo>
                    <a:pt x="5527008" y="784896"/>
                    <a:pt x="5507300" y="804604"/>
                    <a:pt x="5481022" y="804604"/>
                  </a:cubicBezTo>
                  <a:lnTo>
                    <a:pt x="5460693" y="796472"/>
                  </a:lnTo>
                  <a:lnTo>
                    <a:pt x="5393435" y="863732"/>
                  </a:lnTo>
                  <a:lnTo>
                    <a:pt x="5393435" y="968039"/>
                  </a:lnTo>
                  <a:lnTo>
                    <a:pt x="5581054" y="779147"/>
                  </a:lnTo>
                  <a:lnTo>
                    <a:pt x="5575184" y="765184"/>
                  </a:lnTo>
                  <a:cubicBezTo>
                    <a:pt x="5575184" y="756425"/>
                    <a:pt x="5579016" y="748213"/>
                    <a:pt x="5585035" y="742191"/>
                  </a:cubicBezTo>
                  <a:lnTo>
                    <a:pt x="5599269" y="736091"/>
                  </a:lnTo>
                  <a:lnTo>
                    <a:pt x="5599269" y="99486"/>
                  </a:lnTo>
                  <a:lnTo>
                    <a:pt x="5499790" y="0"/>
                  </a:lnTo>
                  <a:lnTo>
                    <a:pt x="5521686" y="0"/>
                  </a:lnTo>
                  <a:lnTo>
                    <a:pt x="5599269" y="77588"/>
                  </a:lnTo>
                  <a:lnTo>
                    <a:pt x="5599269" y="0"/>
                  </a:lnTo>
                  <a:lnTo>
                    <a:pt x="5681208" y="0"/>
                  </a:lnTo>
                  <a:lnTo>
                    <a:pt x="5689047" y="3136"/>
                  </a:lnTo>
                  <a:cubicBezTo>
                    <a:pt x="5697259" y="11348"/>
                    <a:pt x="5702185" y="22844"/>
                    <a:pt x="5702185" y="35984"/>
                  </a:cubicBezTo>
                  <a:cubicBezTo>
                    <a:pt x="5702185" y="49122"/>
                    <a:pt x="5697260" y="60619"/>
                    <a:pt x="5689048" y="68830"/>
                  </a:cubicBezTo>
                  <a:lnTo>
                    <a:pt x="5660581" y="80216"/>
                  </a:lnTo>
                  <a:lnTo>
                    <a:pt x="5660581" y="138902"/>
                  </a:lnTo>
                  <a:lnTo>
                    <a:pt x="5723280" y="201604"/>
                  </a:lnTo>
                  <a:lnTo>
                    <a:pt x="5737221" y="195835"/>
                  </a:lnTo>
                  <a:lnTo>
                    <a:pt x="5737221" y="193645"/>
                  </a:lnTo>
                  <a:cubicBezTo>
                    <a:pt x="5745978" y="193645"/>
                    <a:pt x="5754192" y="197477"/>
                    <a:pt x="5760213" y="203773"/>
                  </a:cubicBezTo>
                  <a:lnTo>
                    <a:pt x="5767879" y="223148"/>
                  </a:lnTo>
                  <a:lnTo>
                    <a:pt x="5767879" y="0"/>
                  </a:lnTo>
                  <a:lnTo>
                    <a:pt x="5811673" y="0"/>
                  </a:lnTo>
                  <a:lnTo>
                    <a:pt x="5811673" y="670841"/>
                  </a:lnTo>
                  <a:lnTo>
                    <a:pt x="5818240" y="677393"/>
                  </a:lnTo>
                  <a:lnTo>
                    <a:pt x="5818240" y="0"/>
                  </a:lnTo>
                  <a:lnTo>
                    <a:pt x="5853275" y="0"/>
                  </a:lnTo>
                  <a:lnTo>
                    <a:pt x="5853275" y="712339"/>
                  </a:lnTo>
                  <a:lnTo>
                    <a:pt x="6204859" y="1063008"/>
                  </a:lnTo>
                  <a:lnTo>
                    <a:pt x="6378823" y="887817"/>
                  </a:lnTo>
                  <a:lnTo>
                    <a:pt x="6378823" y="473943"/>
                  </a:lnTo>
                  <a:lnTo>
                    <a:pt x="6100716" y="196785"/>
                  </a:lnTo>
                  <a:lnTo>
                    <a:pt x="6100716" y="613764"/>
                  </a:lnTo>
                  <a:lnTo>
                    <a:pt x="6129184" y="625863"/>
                  </a:lnTo>
                  <a:cubicBezTo>
                    <a:pt x="6137396" y="634349"/>
                    <a:pt x="6142323" y="645845"/>
                    <a:pt x="6142323" y="657889"/>
                  </a:cubicBezTo>
                  <a:cubicBezTo>
                    <a:pt x="6142323" y="684167"/>
                    <a:pt x="6120426" y="703874"/>
                    <a:pt x="6096338" y="703874"/>
                  </a:cubicBezTo>
                  <a:lnTo>
                    <a:pt x="6093024" y="702549"/>
                  </a:lnTo>
                  <a:lnTo>
                    <a:pt x="6089494" y="711534"/>
                  </a:lnTo>
                  <a:cubicBezTo>
                    <a:pt x="6083747" y="717557"/>
                    <a:pt x="6075534" y="721389"/>
                    <a:pt x="6065680" y="721389"/>
                  </a:cubicBezTo>
                  <a:cubicBezTo>
                    <a:pt x="6045972" y="721389"/>
                    <a:pt x="6030645" y="706060"/>
                    <a:pt x="6030645" y="688542"/>
                  </a:cubicBezTo>
                  <a:cubicBezTo>
                    <a:pt x="6030645" y="679783"/>
                    <a:pt x="6034477" y="671571"/>
                    <a:pt x="6040498" y="665548"/>
                  </a:cubicBezTo>
                  <a:lnTo>
                    <a:pt x="6048165" y="662264"/>
                  </a:lnTo>
                  <a:lnTo>
                    <a:pt x="6048165" y="144410"/>
                  </a:lnTo>
                  <a:lnTo>
                    <a:pt x="5903264" y="0"/>
                  </a:lnTo>
                  <a:lnTo>
                    <a:pt x="5953062" y="0"/>
                  </a:lnTo>
                  <a:lnTo>
                    <a:pt x="6048165" y="95106"/>
                  </a:lnTo>
                  <a:lnTo>
                    <a:pt x="6048165" y="14083"/>
                  </a:lnTo>
                  <a:lnTo>
                    <a:pt x="6062393" y="0"/>
                  </a:lnTo>
                  <a:lnTo>
                    <a:pt x="6100716" y="0"/>
                  </a:lnTo>
                  <a:lnTo>
                    <a:pt x="6100716" y="147661"/>
                  </a:lnTo>
                  <a:lnTo>
                    <a:pt x="6413860" y="460804"/>
                  </a:lnTo>
                  <a:lnTo>
                    <a:pt x="6413860" y="903146"/>
                  </a:lnTo>
                  <a:lnTo>
                    <a:pt x="6228795" y="1086885"/>
                  </a:lnTo>
                  <a:lnTo>
                    <a:pt x="6295728" y="1153642"/>
                  </a:lnTo>
                  <a:lnTo>
                    <a:pt x="6523351" y="927236"/>
                  </a:lnTo>
                  <a:lnTo>
                    <a:pt x="6523351" y="839566"/>
                  </a:lnTo>
                  <a:lnTo>
                    <a:pt x="6515685" y="836351"/>
                  </a:lnTo>
                  <a:cubicBezTo>
                    <a:pt x="6506926" y="827592"/>
                    <a:pt x="6501452" y="815549"/>
                    <a:pt x="6501452" y="802409"/>
                  </a:cubicBezTo>
                  <a:cubicBezTo>
                    <a:pt x="6501452" y="789270"/>
                    <a:pt x="6506926" y="777227"/>
                    <a:pt x="6515685" y="768467"/>
                  </a:cubicBezTo>
                  <a:lnTo>
                    <a:pt x="6523351" y="765253"/>
                  </a:lnTo>
                  <a:lnTo>
                    <a:pt x="6523351" y="366647"/>
                  </a:lnTo>
                  <a:lnTo>
                    <a:pt x="6157631" y="0"/>
                  </a:lnTo>
                  <a:lnTo>
                    <a:pt x="6222398" y="0"/>
                  </a:lnTo>
                  <a:lnTo>
                    <a:pt x="6534299" y="311901"/>
                  </a:lnTo>
                  <a:lnTo>
                    <a:pt x="6534299" y="0"/>
                  </a:lnTo>
                  <a:lnTo>
                    <a:pt x="6569335" y="0"/>
                  </a:lnTo>
                  <a:lnTo>
                    <a:pt x="6569335" y="346938"/>
                  </a:lnTo>
                  <a:lnTo>
                    <a:pt x="6569335" y="762499"/>
                  </a:lnTo>
                  <a:lnTo>
                    <a:pt x="6583569" y="768467"/>
                  </a:lnTo>
                  <a:cubicBezTo>
                    <a:pt x="6592330" y="777227"/>
                    <a:pt x="6597803" y="789270"/>
                    <a:pt x="6597803" y="802409"/>
                  </a:cubicBezTo>
                  <a:cubicBezTo>
                    <a:pt x="6596708" y="815549"/>
                    <a:pt x="6591234" y="827592"/>
                    <a:pt x="6582749" y="836351"/>
                  </a:cubicBezTo>
                  <a:lnTo>
                    <a:pt x="6569335" y="842115"/>
                  </a:lnTo>
                  <a:lnTo>
                    <a:pt x="6569335" y="944756"/>
                  </a:lnTo>
                  <a:lnTo>
                    <a:pt x="6328121" y="1185949"/>
                  </a:lnTo>
                  <a:lnTo>
                    <a:pt x="6433567" y="1291124"/>
                  </a:lnTo>
                  <a:lnTo>
                    <a:pt x="6433567" y="1133058"/>
                  </a:lnTo>
                  <a:lnTo>
                    <a:pt x="6672256" y="894386"/>
                  </a:lnTo>
                  <a:lnTo>
                    <a:pt x="6672256" y="148283"/>
                  </a:lnTo>
                  <a:lnTo>
                    <a:pt x="6658024" y="142183"/>
                  </a:lnTo>
                  <a:cubicBezTo>
                    <a:pt x="6652001" y="136161"/>
                    <a:pt x="6648170" y="127949"/>
                    <a:pt x="6648170" y="119190"/>
                  </a:cubicBezTo>
                  <a:cubicBezTo>
                    <a:pt x="6648170" y="101671"/>
                    <a:pt x="6661308" y="86343"/>
                    <a:pt x="6681016" y="86343"/>
                  </a:cubicBezTo>
                  <a:lnTo>
                    <a:pt x="6696348" y="92913"/>
                  </a:lnTo>
                  <a:lnTo>
                    <a:pt x="6733571" y="55690"/>
                  </a:lnTo>
                  <a:lnTo>
                    <a:pt x="6733571" y="0"/>
                  </a:lnTo>
                  <a:lnTo>
                    <a:pt x="6779557" y="0"/>
                  </a:lnTo>
                  <a:lnTo>
                    <a:pt x="6779557" y="9704"/>
                  </a:lnTo>
                  <a:lnTo>
                    <a:pt x="6789261" y="0"/>
                  </a:lnTo>
                  <a:lnTo>
                    <a:pt x="6812466" y="0"/>
                  </a:lnTo>
                  <a:lnTo>
                    <a:pt x="6779557" y="33145"/>
                  </a:lnTo>
                  <a:lnTo>
                    <a:pt x="6779557" y="752837"/>
                  </a:lnTo>
                  <a:lnTo>
                    <a:pt x="6800361" y="761082"/>
                  </a:lnTo>
                  <a:lnTo>
                    <a:pt x="6802462" y="764181"/>
                  </a:lnTo>
                  <a:lnTo>
                    <a:pt x="6845909" y="720733"/>
                  </a:lnTo>
                  <a:lnTo>
                    <a:pt x="6838682" y="703869"/>
                  </a:lnTo>
                  <a:cubicBezTo>
                    <a:pt x="6838682" y="695110"/>
                    <a:pt x="6843062" y="686898"/>
                    <a:pt x="6849631" y="680877"/>
                  </a:cubicBezTo>
                  <a:lnTo>
                    <a:pt x="6864960" y="674606"/>
                  </a:lnTo>
                  <a:lnTo>
                    <a:pt x="6864960" y="42550"/>
                  </a:lnTo>
                  <a:lnTo>
                    <a:pt x="6907509" y="0"/>
                  </a:lnTo>
                  <a:lnTo>
                    <a:pt x="6943792" y="0"/>
                  </a:lnTo>
                  <a:lnTo>
                    <a:pt x="6943792" y="695064"/>
                  </a:lnTo>
                  <a:lnTo>
                    <a:pt x="7180292" y="458564"/>
                  </a:lnTo>
                  <a:lnTo>
                    <a:pt x="7180292" y="40548"/>
                  </a:lnTo>
                  <a:lnTo>
                    <a:pt x="7020436" y="195836"/>
                  </a:lnTo>
                  <a:lnTo>
                    <a:pt x="7020436" y="431710"/>
                  </a:lnTo>
                  <a:lnTo>
                    <a:pt x="7034670" y="437809"/>
                  </a:lnTo>
                  <a:cubicBezTo>
                    <a:pt x="7040692" y="443832"/>
                    <a:pt x="7044524" y="452043"/>
                    <a:pt x="7044524" y="460803"/>
                  </a:cubicBezTo>
                  <a:cubicBezTo>
                    <a:pt x="7044524" y="478321"/>
                    <a:pt x="7031385" y="493650"/>
                    <a:pt x="7011676" y="493650"/>
                  </a:cubicBezTo>
                  <a:cubicBezTo>
                    <a:pt x="6994159" y="495840"/>
                    <a:pt x="6978830" y="478321"/>
                    <a:pt x="6978830" y="460803"/>
                  </a:cubicBezTo>
                  <a:cubicBezTo>
                    <a:pt x="6977735" y="452043"/>
                    <a:pt x="6981567" y="443832"/>
                    <a:pt x="6987863" y="437809"/>
                  </a:cubicBezTo>
                  <a:lnTo>
                    <a:pt x="7002918" y="431580"/>
                  </a:lnTo>
                  <a:lnTo>
                    <a:pt x="7002918" y="189268"/>
                  </a:lnTo>
                  <a:lnTo>
                    <a:pt x="7180292" y="15272"/>
                  </a:lnTo>
                  <a:lnTo>
                    <a:pt x="7180292" y="0"/>
                  </a:lnTo>
                  <a:lnTo>
                    <a:pt x="7222034" y="0"/>
                  </a:lnTo>
                  <a:lnTo>
                    <a:pt x="7204380" y="17149"/>
                  </a:lnTo>
                  <a:lnTo>
                    <a:pt x="7204380" y="434476"/>
                  </a:lnTo>
                  <a:lnTo>
                    <a:pt x="7224088" y="414768"/>
                  </a:lnTo>
                  <a:lnTo>
                    <a:pt x="7660462" y="414768"/>
                  </a:lnTo>
                  <a:lnTo>
                    <a:pt x="7668619" y="395056"/>
                  </a:lnTo>
                  <a:cubicBezTo>
                    <a:pt x="7677378" y="386296"/>
                    <a:pt x="7688875" y="381917"/>
                    <a:pt x="7700371" y="381917"/>
                  </a:cubicBezTo>
                  <a:lnTo>
                    <a:pt x="7721284" y="390570"/>
                  </a:lnTo>
                  <a:lnTo>
                    <a:pt x="7948914" y="162940"/>
                  </a:lnTo>
                  <a:lnTo>
                    <a:pt x="7948914" y="0"/>
                  </a:lnTo>
                  <a:lnTo>
                    <a:pt x="7973003" y="0"/>
                  </a:lnTo>
                  <a:lnTo>
                    <a:pt x="7973003" y="138851"/>
                  </a:lnTo>
                  <a:lnTo>
                    <a:pt x="8111853" y="0"/>
                  </a:lnTo>
                  <a:lnTo>
                    <a:pt x="8143751" y="0"/>
                  </a:lnTo>
                  <a:lnTo>
                    <a:pt x="7973003" y="171118"/>
                  </a:lnTo>
                  <a:lnTo>
                    <a:pt x="7973003" y="475770"/>
                  </a:lnTo>
                  <a:lnTo>
                    <a:pt x="7974919" y="474976"/>
                  </a:lnTo>
                  <a:lnTo>
                    <a:pt x="7989513" y="481463"/>
                  </a:lnTo>
                  <a:lnTo>
                    <a:pt x="8159137" y="311839"/>
                  </a:lnTo>
                  <a:lnTo>
                    <a:pt x="8159137" y="262201"/>
                  </a:lnTo>
                  <a:lnTo>
                    <a:pt x="8152737" y="260927"/>
                  </a:lnTo>
                  <a:cubicBezTo>
                    <a:pt x="8144766" y="257642"/>
                    <a:pt x="8137238" y="252715"/>
                    <a:pt x="8130668" y="246145"/>
                  </a:cubicBezTo>
                  <a:cubicBezTo>
                    <a:pt x="8106581" y="222058"/>
                    <a:pt x="8106581" y="180452"/>
                    <a:pt x="8130668" y="154174"/>
                  </a:cubicBezTo>
                  <a:lnTo>
                    <a:pt x="8159137" y="138574"/>
                  </a:lnTo>
                  <a:lnTo>
                    <a:pt x="8159137" y="75036"/>
                  </a:lnTo>
                  <a:lnTo>
                    <a:pt x="8143807" y="68764"/>
                  </a:lnTo>
                  <a:cubicBezTo>
                    <a:pt x="8130669" y="55627"/>
                    <a:pt x="8130669" y="33728"/>
                    <a:pt x="8143807" y="20590"/>
                  </a:cubicBezTo>
                  <a:cubicBezTo>
                    <a:pt x="8150377" y="14020"/>
                    <a:pt x="8159137" y="10735"/>
                    <a:pt x="8167896" y="10735"/>
                  </a:cubicBezTo>
                  <a:lnTo>
                    <a:pt x="8182584" y="16744"/>
                  </a:lnTo>
                  <a:lnTo>
                    <a:pt x="8199250" y="0"/>
                  </a:lnTo>
                  <a:lnTo>
                    <a:pt x="8223528" y="0"/>
                  </a:lnTo>
                  <a:lnTo>
                    <a:pt x="8195163" y="28365"/>
                  </a:lnTo>
                  <a:lnTo>
                    <a:pt x="8201838" y="44677"/>
                  </a:lnTo>
                  <a:cubicBezTo>
                    <a:pt x="8201838" y="53437"/>
                    <a:pt x="8198552" y="62196"/>
                    <a:pt x="8191983" y="68764"/>
                  </a:cubicBezTo>
                  <a:lnTo>
                    <a:pt x="8176655" y="75035"/>
                  </a:lnTo>
                  <a:lnTo>
                    <a:pt x="8176655" y="136939"/>
                  </a:lnTo>
                  <a:lnTo>
                    <a:pt x="8200879" y="139392"/>
                  </a:lnTo>
                  <a:lnTo>
                    <a:pt x="8201780" y="140005"/>
                  </a:lnTo>
                  <a:lnTo>
                    <a:pt x="8341784" y="0"/>
                  </a:lnTo>
                  <a:lnTo>
                    <a:pt x="8407478" y="0"/>
                  </a:lnTo>
                  <a:lnTo>
                    <a:pt x="8234723" y="172755"/>
                  </a:lnTo>
                  <a:lnTo>
                    <a:pt x="8236190" y="175011"/>
                  </a:lnTo>
                  <a:cubicBezTo>
                    <a:pt x="8245223" y="198106"/>
                    <a:pt x="8240707" y="226438"/>
                    <a:pt x="8222640" y="246145"/>
                  </a:cubicBezTo>
                  <a:cubicBezTo>
                    <a:pt x="8210597" y="259284"/>
                    <a:pt x="8194172" y="265854"/>
                    <a:pt x="8177475" y="265854"/>
                  </a:cubicBezTo>
                  <a:lnTo>
                    <a:pt x="8176655" y="265690"/>
                  </a:lnTo>
                  <a:lnTo>
                    <a:pt x="8176655" y="294320"/>
                  </a:lnTo>
                  <a:lnTo>
                    <a:pt x="8470974" y="0"/>
                  </a:lnTo>
                  <a:lnTo>
                    <a:pt x="8495062" y="0"/>
                  </a:lnTo>
                  <a:lnTo>
                    <a:pt x="8176655" y="318407"/>
                  </a:lnTo>
                  <a:lnTo>
                    <a:pt x="8176655" y="657830"/>
                  </a:lnTo>
                  <a:lnTo>
                    <a:pt x="8064492" y="769509"/>
                  </a:lnTo>
                  <a:lnTo>
                    <a:pt x="8211691" y="769509"/>
                  </a:lnTo>
                  <a:lnTo>
                    <a:pt x="8211691" y="427905"/>
                  </a:lnTo>
                  <a:lnTo>
                    <a:pt x="8285255" y="354343"/>
                  </a:lnTo>
                  <a:lnTo>
                    <a:pt x="8279576" y="340027"/>
                  </a:lnTo>
                  <a:cubicBezTo>
                    <a:pt x="8279576" y="327708"/>
                    <a:pt x="8283956" y="315117"/>
                    <a:pt x="8292714" y="305264"/>
                  </a:cubicBezTo>
                  <a:cubicBezTo>
                    <a:pt x="8302568" y="296503"/>
                    <a:pt x="8314612" y="292123"/>
                    <a:pt x="8326657" y="292123"/>
                  </a:cubicBezTo>
                  <a:lnTo>
                    <a:pt x="8341664" y="297934"/>
                  </a:lnTo>
                  <a:lnTo>
                    <a:pt x="8634324" y="5273"/>
                  </a:lnTo>
                  <a:lnTo>
                    <a:pt x="8636507" y="5273"/>
                  </a:lnTo>
                  <a:lnTo>
                    <a:pt x="8641780" y="0"/>
                  </a:lnTo>
                  <a:lnTo>
                    <a:pt x="8689957" y="0"/>
                  </a:lnTo>
                  <a:lnTo>
                    <a:pt x="8684684" y="5273"/>
                  </a:lnTo>
                  <a:lnTo>
                    <a:pt x="9221193" y="5273"/>
                  </a:lnTo>
                  <a:lnTo>
                    <a:pt x="9221193" y="0"/>
                  </a:lnTo>
                  <a:lnTo>
                    <a:pt x="9238711" y="0"/>
                  </a:lnTo>
                  <a:lnTo>
                    <a:pt x="9238711" y="5273"/>
                  </a:lnTo>
                  <a:lnTo>
                    <a:pt x="9298135" y="5273"/>
                  </a:lnTo>
                  <a:lnTo>
                    <a:pt x="9303390" y="0"/>
                  </a:lnTo>
                  <a:lnTo>
                    <a:pt x="9334014" y="0"/>
                  </a:lnTo>
                  <a:lnTo>
                    <a:pt x="9328759" y="5273"/>
                  </a:lnTo>
                  <a:lnTo>
                    <a:pt x="9433605" y="5273"/>
                  </a:lnTo>
                  <a:lnTo>
                    <a:pt x="9433605" y="0"/>
                  </a:lnTo>
                  <a:lnTo>
                    <a:pt x="9466452" y="0"/>
                  </a:lnTo>
                  <a:lnTo>
                    <a:pt x="9466452" y="5273"/>
                  </a:lnTo>
                  <a:lnTo>
                    <a:pt x="9672293" y="5273"/>
                  </a:lnTo>
                  <a:lnTo>
                    <a:pt x="9672293" y="0"/>
                  </a:lnTo>
                  <a:lnTo>
                    <a:pt x="9718280" y="0"/>
                  </a:lnTo>
                  <a:lnTo>
                    <a:pt x="9718280" y="5273"/>
                  </a:lnTo>
                  <a:lnTo>
                    <a:pt x="9764258" y="5273"/>
                  </a:lnTo>
                  <a:lnTo>
                    <a:pt x="9764265" y="5265"/>
                  </a:lnTo>
                  <a:lnTo>
                    <a:pt x="9764265" y="0"/>
                  </a:lnTo>
                  <a:lnTo>
                    <a:pt x="9797112" y="0"/>
                  </a:lnTo>
                  <a:lnTo>
                    <a:pt x="9797112" y="5273"/>
                  </a:lnTo>
                  <a:lnTo>
                    <a:pt x="9836528" y="5273"/>
                  </a:lnTo>
                  <a:lnTo>
                    <a:pt x="9836528" y="0"/>
                  </a:lnTo>
                  <a:lnTo>
                    <a:pt x="9854047" y="0"/>
                  </a:lnTo>
                  <a:lnTo>
                    <a:pt x="9854047" y="5273"/>
                  </a:lnTo>
                  <a:lnTo>
                    <a:pt x="9860616" y="5273"/>
                  </a:lnTo>
                  <a:lnTo>
                    <a:pt x="9865889" y="0"/>
                  </a:lnTo>
                  <a:lnTo>
                    <a:pt x="9929392" y="0"/>
                  </a:lnTo>
                  <a:lnTo>
                    <a:pt x="9878135" y="51258"/>
                  </a:lnTo>
                  <a:lnTo>
                    <a:pt x="9854047" y="51258"/>
                  </a:lnTo>
                  <a:lnTo>
                    <a:pt x="9854047" y="158552"/>
                  </a:lnTo>
                  <a:lnTo>
                    <a:pt x="9597153" y="414767"/>
                  </a:lnTo>
                  <a:lnTo>
                    <a:pt x="9746747" y="414767"/>
                  </a:lnTo>
                  <a:lnTo>
                    <a:pt x="10161512" y="0"/>
                  </a:lnTo>
                  <a:lnTo>
                    <a:pt x="10194360" y="0"/>
                  </a:lnTo>
                  <a:lnTo>
                    <a:pt x="9907466" y="286895"/>
                  </a:lnTo>
                  <a:lnTo>
                    <a:pt x="9924122" y="280082"/>
                  </a:lnTo>
                  <a:cubicBezTo>
                    <a:pt x="9932881" y="280082"/>
                    <a:pt x="9941640" y="283366"/>
                    <a:pt x="9948209" y="289936"/>
                  </a:cubicBezTo>
                  <a:cubicBezTo>
                    <a:pt x="9961348" y="303075"/>
                    <a:pt x="9961348" y="324973"/>
                    <a:pt x="9948209" y="338112"/>
                  </a:cubicBezTo>
                  <a:cubicBezTo>
                    <a:pt x="9941640" y="344681"/>
                    <a:pt x="9932881" y="347965"/>
                    <a:pt x="9924122" y="347965"/>
                  </a:cubicBezTo>
                  <a:lnTo>
                    <a:pt x="9916864" y="344997"/>
                  </a:lnTo>
                  <a:lnTo>
                    <a:pt x="9846353" y="414767"/>
                  </a:lnTo>
                  <a:lnTo>
                    <a:pt x="10083978" y="414767"/>
                  </a:lnTo>
                  <a:lnTo>
                    <a:pt x="10305152" y="193592"/>
                  </a:lnTo>
                  <a:lnTo>
                    <a:pt x="10305148" y="193591"/>
                  </a:lnTo>
                  <a:cubicBezTo>
                    <a:pt x="10287629" y="176074"/>
                    <a:pt x="10287629" y="147605"/>
                    <a:pt x="10305148" y="130087"/>
                  </a:cubicBezTo>
                  <a:cubicBezTo>
                    <a:pt x="10322666" y="112569"/>
                    <a:pt x="10351134" y="112569"/>
                    <a:pt x="10368652" y="130087"/>
                  </a:cubicBezTo>
                  <a:cubicBezTo>
                    <a:pt x="10386171" y="147605"/>
                    <a:pt x="10386171" y="176074"/>
                    <a:pt x="10368652" y="193591"/>
                  </a:cubicBezTo>
                  <a:cubicBezTo>
                    <a:pt x="10359893" y="202350"/>
                    <a:pt x="10348397" y="206730"/>
                    <a:pt x="10336900" y="206730"/>
                  </a:cubicBezTo>
                  <a:lnTo>
                    <a:pt x="10329934" y="203848"/>
                  </a:lnTo>
                  <a:lnTo>
                    <a:pt x="10094926" y="438856"/>
                  </a:lnTo>
                  <a:lnTo>
                    <a:pt x="9822008" y="438856"/>
                  </a:lnTo>
                  <a:lnTo>
                    <a:pt x="9744556" y="515492"/>
                  </a:lnTo>
                  <a:lnTo>
                    <a:pt x="9678529" y="515832"/>
                  </a:lnTo>
                  <a:lnTo>
                    <a:pt x="9149037" y="1045325"/>
                  </a:lnTo>
                  <a:lnTo>
                    <a:pt x="9157688" y="1066230"/>
                  </a:lnTo>
                  <a:cubicBezTo>
                    <a:pt x="9157688" y="1077727"/>
                    <a:pt x="9153308" y="1089223"/>
                    <a:pt x="9144549" y="1097982"/>
                  </a:cubicBezTo>
                  <a:lnTo>
                    <a:pt x="9124842" y="1106069"/>
                  </a:lnTo>
                  <a:lnTo>
                    <a:pt x="9124842" y="1179004"/>
                  </a:lnTo>
                  <a:lnTo>
                    <a:pt x="9283074" y="1020772"/>
                  </a:lnTo>
                  <a:lnTo>
                    <a:pt x="9277032" y="1006004"/>
                  </a:lnTo>
                  <a:cubicBezTo>
                    <a:pt x="9277032" y="997246"/>
                    <a:pt x="9280317" y="988485"/>
                    <a:pt x="9286887" y="981916"/>
                  </a:cubicBezTo>
                  <a:cubicBezTo>
                    <a:pt x="9300026" y="968778"/>
                    <a:pt x="9321924" y="968778"/>
                    <a:pt x="9335063" y="981916"/>
                  </a:cubicBezTo>
                  <a:lnTo>
                    <a:pt x="9342230" y="999440"/>
                  </a:lnTo>
                  <a:lnTo>
                    <a:pt x="9786858" y="999440"/>
                  </a:lnTo>
                  <a:lnTo>
                    <a:pt x="9794923" y="979728"/>
                  </a:lnTo>
                  <a:cubicBezTo>
                    <a:pt x="9801492" y="973158"/>
                    <a:pt x="9810251" y="969873"/>
                    <a:pt x="9819010" y="969873"/>
                  </a:cubicBezTo>
                  <a:lnTo>
                    <a:pt x="9841547" y="979093"/>
                  </a:lnTo>
                  <a:lnTo>
                    <a:pt x="10721211" y="99427"/>
                  </a:lnTo>
                  <a:lnTo>
                    <a:pt x="10721211" y="0"/>
                  </a:lnTo>
                  <a:lnTo>
                    <a:pt x="10738730" y="0"/>
                  </a:lnTo>
                  <a:lnTo>
                    <a:pt x="10738730" y="105997"/>
                  </a:lnTo>
                  <a:lnTo>
                    <a:pt x="9849457" y="995270"/>
                  </a:lnTo>
                  <a:lnTo>
                    <a:pt x="9852952" y="1003815"/>
                  </a:lnTo>
                  <a:cubicBezTo>
                    <a:pt x="9852952" y="1012574"/>
                    <a:pt x="9849668" y="1021334"/>
                    <a:pt x="9843099" y="1027903"/>
                  </a:cubicBezTo>
                  <a:cubicBezTo>
                    <a:pt x="9829960" y="1041042"/>
                    <a:pt x="9808062" y="1041042"/>
                    <a:pt x="9794923" y="1027903"/>
                  </a:cubicBezTo>
                  <a:lnTo>
                    <a:pt x="9790445" y="1016958"/>
                  </a:lnTo>
                  <a:lnTo>
                    <a:pt x="9340436" y="1016958"/>
                  </a:lnTo>
                  <a:lnTo>
                    <a:pt x="9335063" y="1030092"/>
                  </a:lnTo>
                  <a:cubicBezTo>
                    <a:pt x="9328493" y="1036661"/>
                    <a:pt x="9319734" y="1039947"/>
                    <a:pt x="9310975" y="1039947"/>
                  </a:cubicBezTo>
                  <a:lnTo>
                    <a:pt x="9296158" y="1033885"/>
                  </a:lnTo>
                  <a:lnTo>
                    <a:pt x="9124842" y="1204397"/>
                  </a:lnTo>
                  <a:lnTo>
                    <a:pt x="9124842" y="1465876"/>
                  </a:lnTo>
                  <a:lnTo>
                    <a:pt x="9471366" y="1119351"/>
                  </a:lnTo>
                  <a:lnTo>
                    <a:pt x="9462071" y="1096889"/>
                  </a:lnTo>
                  <a:cubicBezTo>
                    <a:pt x="9462071" y="1085392"/>
                    <a:pt x="9466450" y="1073896"/>
                    <a:pt x="9475210" y="1065137"/>
                  </a:cubicBezTo>
                  <a:cubicBezTo>
                    <a:pt x="9492728" y="1047618"/>
                    <a:pt x="9521196" y="1047618"/>
                    <a:pt x="9538715" y="1065137"/>
                  </a:cubicBezTo>
                  <a:lnTo>
                    <a:pt x="9549590" y="1091419"/>
                  </a:lnTo>
                  <a:lnTo>
                    <a:pt x="10151029" y="1091419"/>
                  </a:lnTo>
                  <a:lnTo>
                    <a:pt x="10162810" y="1062947"/>
                  </a:lnTo>
                  <a:cubicBezTo>
                    <a:pt x="10180329" y="1045429"/>
                    <a:pt x="10208795" y="1045429"/>
                    <a:pt x="10226314" y="1062947"/>
                  </a:cubicBezTo>
                  <a:lnTo>
                    <a:pt x="10226315" y="1062949"/>
                  </a:lnTo>
                  <a:lnTo>
                    <a:pt x="11289265" y="0"/>
                  </a:lnTo>
                  <a:lnTo>
                    <a:pt x="11321907" y="0"/>
                  </a:lnTo>
                  <a:lnTo>
                    <a:pt x="10235303" y="1084671"/>
                  </a:lnTo>
                  <a:lnTo>
                    <a:pt x="10239453" y="1094700"/>
                  </a:lnTo>
                  <a:cubicBezTo>
                    <a:pt x="10239453" y="1106196"/>
                    <a:pt x="10235073" y="1117692"/>
                    <a:pt x="10226314" y="1126451"/>
                  </a:cubicBezTo>
                  <a:cubicBezTo>
                    <a:pt x="10208795" y="1143971"/>
                    <a:pt x="10180329" y="1143971"/>
                    <a:pt x="10162810" y="1126451"/>
                  </a:cubicBezTo>
                  <a:lnTo>
                    <a:pt x="10157375" y="1113317"/>
                  </a:lnTo>
                  <a:lnTo>
                    <a:pt x="9545056" y="1113317"/>
                  </a:lnTo>
                  <a:lnTo>
                    <a:pt x="9538715" y="1128641"/>
                  </a:lnTo>
                  <a:cubicBezTo>
                    <a:pt x="9529956" y="1137401"/>
                    <a:pt x="9518459" y="1141781"/>
                    <a:pt x="9506963" y="1141781"/>
                  </a:cubicBezTo>
                  <a:lnTo>
                    <a:pt x="9489153" y="1134411"/>
                  </a:lnTo>
                  <a:lnTo>
                    <a:pt x="9124842" y="1498723"/>
                  </a:lnTo>
                  <a:lnTo>
                    <a:pt x="9124842" y="1693616"/>
                  </a:lnTo>
                  <a:lnTo>
                    <a:pt x="9076674" y="1741783"/>
                  </a:lnTo>
                  <a:lnTo>
                    <a:pt x="9556233" y="1741783"/>
                  </a:lnTo>
                  <a:lnTo>
                    <a:pt x="9972297" y="1325719"/>
                  </a:lnTo>
                  <a:lnTo>
                    <a:pt x="10129963" y="1325719"/>
                  </a:lnTo>
                  <a:lnTo>
                    <a:pt x="10887637" y="568045"/>
                  </a:lnTo>
                  <a:lnTo>
                    <a:pt x="10887637" y="449795"/>
                  </a:lnTo>
                  <a:lnTo>
                    <a:pt x="11187640" y="149792"/>
                  </a:lnTo>
                  <a:lnTo>
                    <a:pt x="11200780" y="160740"/>
                  </a:lnTo>
                  <a:lnTo>
                    <a:pt x="10905154" y="456365"/>
                  </a:lnTo>
                  <a:lnTo>
                    <a:pt x="10905154" y="574615"/>
                  </a:lnTo>
                  <a:lnTo>
                    <a:pt x="10138722" y="1343237"/>
                  </a:lnTo>
                  <a:lnTo>
                    <a:pt x="9978866" y="1343237"/>
                  </a:lnTo>
                  <a:lnTo>
                    <a:pt x="9562802" y="1759301"/>
                  </a:lnTo>
                  <a:lnTo>
                    <a:pt x="9059156" y="1759301"/>
                  </a:lnTo>
                  <a:lnTo>
                    <a:pt x="8722445" y="2095982"/>
                  </a:lnTo>
                  <a:lnTo>
                    <a:pt x="9270703" y="2095167"/>
                  </a:lnTo>
                  <a:lnTo>
                    <a:pt x="9335064" y="2030830"/>
                  </a:lnTo>
                  <a:lnTo>
                    <a:pt x="9326304" y="2008930"/>
                  </a:lnTo>
                  <a:cubicBezTo>
                    <a:pt x="9326304" y="1984842"/>
                    <a:pt x="9346012" y="1962944"/>
                    <a:pt x="9372289" y="1962944"/>
                  </a:cubicBezTo>
                  <a:cubicBezTo>
                    <a:pt x="9390356" y="1962944"/>
                    <a:pt x="9407190" y="1974029"/>
                    <a:pt x="9414478" y="1990659"/>
                  </a:cubicBezTo>
                  <a:lnTo>
                    <a:pt x="9416000" y="1997986"/>
                  </a:lnTo>
                  <a:lnTo>
                    <a:pt x="9935081" y="1997986"/>
                  </a:lnTo>
                  <a:lnTo>
                    <a:pt x="10373671" y="1559398"/>
                  </a:lnTo>
                  <a:lnTo>
                    <a:pt x="10349039" y="1549546"/>
                  </a:lnTo>
                  <a:lnTo>
                    <a:pt x="10070839" y="1833750"/>
                  </a:lnTo>
                  <a:lnTo>
                    <a:pt x="9742366" y="1833750"/>
                  </a:lnTo>
                  <a:lnTo>
                    <a:pt x="9733607" y="1855647"/>
                  </a:lnTo>
                  <a:cubicBezTo>
                    <a:pt x="9725395" y="1863858"/>
                    <a:pt x="9713899" y="1868785"/>
                    <a:pt x="9700760" y="1868785"/>
                  </a:cubicBezTo>
                  <a:cubicBezTo>
                    <a:pt x="9674483" y="1868785"/>
                    <a:pt x="9654774" y="1849077"/>
                    <a:pt x="9654774" y="1822800"/>
                  </a:cubicBezTo>
                  <a:cubicBezTo>
                    <a:pt x="9654774" y="1796522"/>
                    <a:pt x="9674483" y="1776813"/>
                    <a:pt x="9700760" y="1776813"/>
                  </a:cubicBezTo>
                  <a:cubicBezTo>
                    <a:pt x="9713899" y="1776813"/>
                    <a:pt x="9725395" y="1781740"/>
                    <a:pt x="9733607" y="1789952"/>
                  </a:cubicBezTo>
                  <a:lnTo>
                    <a:pt x="9742367" y="1811852"/>
                  </a:lnTo>
                  <a:lnTo>
                    <a:pt x="10062080" y="1811852"/>
                  </a:lnTo>
                  <a:lnTo>
                    <a:pt x="10335169" y="1528868"/>
                  </a:lnTo>
                  <a:lnTo>
                    <a:pt x="10329235" y="1514033"/>
                  </a:lnTo>
                  <a:cubicBezTo>
                    <a:pt x="10329235" y="1487755"/>
                    <a:pt x="10348944" y="1468047"/>
                    <a:pt x="10375222" y="1468047"/>
                  </a:cubicBezTo>
                  <a:cubicBezTo>
                    <a:pt x="10388361" y="1468047"/>
                    <a:pt x="10399857" y="1472974"/>
                    <a:pt x="10408069" y="1481186"/>
                  </a:cubicBezTo>
                  <a:lnTo>
                    <a:pt x="10415079" y="1498710"/>
                  </a:lnTo>
                  <a:lnTo>
                    <a:pt x="10648960" y="1498710"/>
                  </a:lnTo>
                  <a:lnTo>
                    <a:pt x="11640931" y="506740"/>
                  </a:lnTo>
                  <a:lnTo>
                    <a:pt x="11640931" y="346882"/>
                  </a:lnTo>
                  <a:lnTo>
                    <a:pt x="11987813" y="0"/>
                  </a:lnTo>
                  <a:lnTo>
                    <a:pt x="12018471" y="0"/>
                  </a:lnTo>
                  <a:lnTo>
                    <a:pt x="11662829" y="355643"/>
                  </a:lnTo>
                  <a:lnTo>
                    <a:pt x="11662829" y="517688"/>
                  </a:lnTo>
                  <a:lnTo>
                    <a:pt x="10681809" y="1498710"/>
                  </a:lnTo>
                  <a:lnTo>
                    <a:pt x="11040923" y="1498710"/>
                  </a:lnTo>
                  <a:lnTo>
                    <a:pt x="11136509" y="1404743"/>
                  </a:lnTo>
                  <a:lnTo>
                    <a:pt x="11132313" y="1398726"/>
                  </a:lnTo>
                  <a:cubicBezTo>
                    <a:pt x="11129884" y="1393182"/>
                    <a:pt x="11128516" y="1387024"/>
                    <a:pt x="11128516" y="1380454"/>
                  </a:cubicBezTo>
                  <a:cubicBezTo>
                    <a:pt x="11128516" y="1354177"/>
                    <a:pt x="11148224" y="1334468"/>
                    <a:pt x="11174501" y="1334468"/>
                  </a:cubicBezTo>
                  <a:cubicBezTo>
                    <a:pt x="11187641" y="1334468"/>
                    <a:pt x="11199137" y="1339395"/>
                    <a:pt x="11207349" y="1347607"/>
                  </a:cubicBezTo>
                  <a:lnTo>
                    <a:pt x="11216986" y="1371701"/>
                  </a:lnTo>
                  <a:lnTo>
                    <a:pt x="11707936" y="1371701"/>
                  </a:lnTo>
                  <a:lnTo>
                    <a:pt x="11717575" y="1347606"/>
                  </a:lnTo>
                  <a:cubicBezTo>
                    <a:pt x="11725786" y="1339395"/>
                    <a:pt x="11737283" y="1334467"/>
                    <a:pt x="11750421" y="1334467"/>
                  </a:cubicBezTo>
                  <a:cubicBezTo>
                    <a:pt x="11776699" y="1334467"/>
                    <a:pt x="11796407" y="1354177"/>
                    <a:pt x="11796407" y="1380454"/>
                  </a:cubicBezTo>
                  <a:lnTo>
                    <a:pt x="11787487" y="1402197"/>
                  </a:lnTo>
                  <a:lnTo>
                    <a:pt x="12100790" y="1715500"/>
                  </a:lnTo>
                  <a:lnTo>
                    <a:pt x="12085462" y="1730829"/>
                  </a:lnTo>
                  <a:lnTo>
                    <a:pt x="11772559" y="1419945"/>
                  </a:lnTo>
                  <a:lnTo>
                    <a:pt x="11768692" y="1422642"/>
                  </a:lnTo>
                  <a:cubicBezTo>
                    <a:pt x="11763149" y="1425071"/>
                    <a:pt x="11756990" y="1426439"/>
                    <a:pt x="11750421" y="1426439"/>
                  </a:cubicBezTo>
                  <a:cubicBezTo>
                    <a:pt x="11737283" y="1426439"/>
                    <a:pt x="11725786" y="1421512"/>
                    <a:pt x="11717575" y="1413301"/>
                  </a:cubicBezTo>
                  <a:lnTo>
                    <a:pt x="11709694" y="1393600"/>
                  </a:lnTo>
                  <a:lnTo>
                    <a:pt x="11215095" y="1393600"/>
                  </a:lnTo>
                  <a:lnTo>
                    <a:pt x="11207349" y="1412480"/>
                  </a:lnTo>
                  <a:cubicBezTo>
                    <a:pt x="11199137" y="1420965"/>
                    <a:pt x="11187641" y="1426440"/>
                    <a:pt x="11174501" y="1426440"/>
                  </a:cubicBezTo>
                  <a:lnTo>
                    <a:pt x="11154320" y="1418160"/>
                  </a:lnTo>
                  <a:lnTo>
                    <a:pt x="11049683" y="1522797"/>
                  </a:lnTo>
                  <a:lnTo>
                    <a:pt x="10657721" y="1522797"/>
                  </a:lnTo>
                  <a:lnTo>
                    <a:pt x="10627049" y="1553468"/>
                  </a:lnTo>
                  <a:lnTo>
                    <a:pt x="10412448" y="1553468"/>
                  </a:lnTo>
                  <a:lnTo>
                    <a:pt x="9967928" y="1997986"/>
                  </a:lnTo>
                  <a:lnTo>
                    <a:pt x="10034480" y="1997986"/>
                  </a:lnTo>
                  <a:lnTo>
                    <a:pt x="10059569" y="1972410"/>
                  </a:lnTo>
                  <a:lnTo>
                    <a:pt x="10055509" y="1962937"/>
                  </a:lnTo>
                  <a:cubicBezTo>
                    <a:pt x="10055509" y="1945419"/>
                    <a:pt x="10070839" y="1927900"/>
                    <a:pt x="10088357" y="1930090"/>
                  </a:cubicBezTo>
                  <a:cubicBezTo>
                    <a:pt x="10097116" y="1930090"/>
                    <a:pt x="10105328" y="1933923"/>
                    <a:pt x="10111350" y="1939944"/>
                  </a:cubicBezTo>
                  <a:lnTo>
                    <a:pt x="10116514" y="1951992"/>
                  </a:lnTo>
                  <a:lnTo>
                    <a:pt x="10305155" y="1951992"/>
                  </a:lnTo>
                  <a:lnTo>
                    <a:pt x="10664277" y="1592871"/>
                  </a:lnTo>
                  <a:lnTo>
                    <a:pt x="11695235" y="1592871"/>
                  </a:lnTo>
                  <a:lnTo>
                    <a:pt x="11706625" y="1564397"/>
                  </a:lnTo>
                  <a:cubicBezTo>
                    <a:pt x="11714836" y="1556187"/>
                    <a:pt x="11726333" y="1551259"/>
                    <a:pt x="11739471" y="1551259"/>
                  </a:cubicBezTo>
                  <a:cubicBezTo>
                    <a:pt x="11765749" y="1551259"/>
                    <a:pt x="11785458" y="1570967"/>
                    <a:pt x="11785458" y="1597245"/>
                  </a:cubicBezTo>
                  <a:lnTo>
                    <a:pt x="11774081" y="1625686"/>
                  </a:lnTo>
                  <a:lnTo>
                    <a:pt x="11921226" y="1774626"/>
                  </a:lnTo>
                  <a:lnTo>
                    <a:pt x="12100790" y="1774626"/>
                  </a:lnTo>
                  <a:lnTo>
                    <a:pt x="12100790" y="1796524"/>
                  </a:lnTo>
                  <a:lnTo>
                    <a:pt x="11912467" y="1796524"/>
                  </a:lnTo>
                  <a:lnTo>
                    <a:pt x="11752166" y="1638152"/>
                  </a:lnTo>
                  <a:lnTo>
                    <a:pt x="11739471" y="1643230"/>
                  </a:lnTo>
                  <a:cubicBezTo>
                    <a:pt x="11726333" y="1643230"/>
                    <a:pt x="11714836" y="1638304"/>
                    <a:pt x="11706625" y="1630092"/>
                  </a:cubicBezTo>
                  <a:lnTo>
                    <a:pt x="11701371" y="1616958"/>
                  </a:lnTo>
                  <a:lnTo>
                    <a:pt x="10673037" y="1616958"/>
                  </a:lnTo>
                  <a:lnTo>
                    <a:pt x="10338002" y="1951992"/>
                  </a:lnTo>
                  <a:lnTo>
                    <a:pt x="10467200" y="1951992"/>
                  </a:lnTo>
                  <a:lnTo>
                    <a:pt x="10574494" y="1844699"/>
                  </a:lnTo>
                  <a:lnTo>
                    <a:pt x="10655198" y="1844699"/>
                  </a:lnTo>
                  <a:lnTo>
                    <a:pt x="10656611" y="1841402"/>
                  </a:lnTo>
                  <a:cubicBezTo>
                    <a:pt x="10662634" y="1835381"/>
                    <a:pt x="10670845" y="1831547"/>
                    <a:pt x="10679605" y="1831547"/>
                  </a:cubicBezTo>
                  <a:cubicBezTo>
                    <a:pt x="10688364" y="1831547"/>
                    <a:pt x="10696575" y="1835381"/>
                    <a:pt x="10702598" y="1841402"/>
                  </a:cubicBezTo>
                  <a:lnTo>
                    <a:pt x="10704011" y="1844699"/>
                  </a:lnTo>
                  <a:lnTo>
                    <a:pt x="10985738" y="1844699"/>
                  </a:lnTo>
                  <a:lnTo>
                    <a:pt x="10992747" y="1827175"/>
                  </a:lnTo>
                  <a:cubicBezTo>
                    <a:pt x="11000958" y="1818963"/>
                    <a:pt x="11012455" y="1814036"/>
                    <a:pt x="11025593" y="1814036"/>
                  </a:cubicBezTo>
                  <a:cubicBezTo>
                    <a:pt x="11038733" y="1814036"/>
                    <a:pt x="11050230" y="1818963"/>
                    <a:pt x="11058442" y="1827175"/>
                  </a:cubicBezTo>
                  <a:lnTo>
                    <a:pt x="11069828" y="1855641"/>
                  </a:lnTo>
                  <a:lnTo>
                    <a:pt x="11075332" y="1855641"/>
                  </a:lnTo>
                  <a:lnTo>
                    <a:pt x="11081434" y="1841402"/>
                  </a:lnTo>
                  <a:cubicBezTo>
                    <a:pt x="11087457" y="1835380"/>
                    <a:pt x="11095668" y="1831547"/>
                    <a:pt x="11104427" y="1831547"/>
                  </a:cubicBezTo>
                  <a:cubicBezTo>
                    <a:pt x="11121946" y="1831547"/>
                    <a:pt x="11137274" y="1846876"/>
                    <a:pt x="11137274" y="1864396"/>
                  </a:cubicBezTo>
                  <a:lnTo>
                    <a:pt x="11131302" y="1878329"/>
                  </a:lnTo>
                  <a:lnTo>
                    <a:pt x="11362825" y="2111829"/>
                  </a:lnTo>
                  <a:lnTo>
                    <a:pt x="11351876" y="2122779"/>
                  </a:lnTo>
                  <a:lnTo>
                    <a:pt x="11119753" y="1890674"/>
                  </a:lnTo>
                  <a:lnTo>
                    <a:pt x="11104427" y="1897241"/>
                  </a:lnTo>
                  <a:cubicBezTo>
                    <a:pt x="11095668" y="1897241"/>
                    <a:pt x="11087457" y="1893409"/>
                    <a:pt x="11081434" y="1887387"/>
                  </a:cubicBezTo>
                  <a:lnTo>
                    <a:pt x="11075337" y="1873160"/>
                  </a:lnTo>
                  <a:lnTo>
                    <a:pt x="11066326" y="1873160"/>
                  </a:lnTo>
                  <a:lnTo>
                    <a:pt x="11065323" y="1875668"/>
                  </a:lnTo>
                  <a:lnTo>
                    <a:pt x="11345303" y="2155633"/>
                  </a:lnTo>
                  <a:lnTo>
                    <a:pt x="11362825" y="2155633"/>
                  </a:lnTo>
                  <a:lnTo>
                    <a:pt x="11362825" y="2170962"/>
                  </a:lnTo>
                  <a:lnTo>
                    <a:pt x="11360632" y="2170962"/>
                  </a:lnTo>
                  <a:lnTo>
                    <a:pt x="11470126" y="2280447"/>
                  </a:lnTo>
                  <a:lnTo>
                    <a:pt x="12078892" y="2280447"/>
                  </a:lnTo>
                  <a:lnTo>
                    <a:pt x="12078892" y="2302345"/>
                  </a:lnTo>
                  <a:lnTo>
                    <a:pt x="11459178" y="2302345"/>
                  </a:lnTo>
                  <a:lnTo>
                    <a:pt x="11327785" y="2170962"/>
                  </a:lnTo>
                  <a:lnTo>
                    <a:pt x="11222678" y="2170962"/>
                  </a:lnTo>
                  <a:lnTo>
                    <a:pt x="11105518" y="2053815"/>
                  </a:lnTo>
                  <a:lnTo>
                    <a:pt x="11097859" y="2057097"/>
                  </a:lnTo>
                  <a:cubicBezTo>
                    <a:pt x="11089100" y="2057097"/>
                    <a:pt x="11080888" y="2053265"/>
                    <a:pt x="11074866" y="2047243"/>
                  </a:cubicBezTo>
                  <a:lnTo>
                    <a:pt x="11070645" y="2037395"/>
                  </a:lnTo>
                  <a:lnTo>
                    <a:pt x="10413748" y="2037395"/>
                  </a:lnTo>
                  <a:lnTo>
                    <a:pt x="10242032" y="2208188"/>
                  </a:lnTo>
                  <a:lnTo>
                    <a:pt x="10538829" y="2208188"/>
                  </a:lnTo>
                  <a:lnTo>
                    <a:pt x="10544931" y="2193949"/>
                  </a:lnTo>
                  <a:cubicBezTo>
                    <a:pt x="10550954" y="2187925"/>
                    <a:pt x="10559165" y="2184096"/>
                    <a:pt x="10567924" y="2184096"/>
                  </a:cubicBezTo>
                  <a:cubicBezTo>
                    <a:pt x="10585443" y="2184096"/>
                    <a:pt x="10600771" y="2199426"/>
                    <a:pt x="10600771" y="2216942"/>
                  </a:cubicBezTo>
                  <a:lnTo>
                    <a:pt x="10595557" y="2229107"/>
                  </a:lnTo>
                  <a:lnTo>
                    <a:pt x="10896396" y="2527901"/>
                  </a:lnTo>
                  <a:lnTo>
                    <a:pt x="11345307" y="2527901"/>
                  </a:lnTo>
                  <a:lnTo>
                    <a:pt x="11345307" y="2545420"/>
                  </a:lnTo>
                  <a:lnTo>
                    <a:pt x="10889826" y="2545420"/>
                  </a:lnTo>
                  <a:lnTo>
                    <a:pt x="10586315" y="2241906"/>
                  </a:lnTo>
                  <a:lnTo>
                    <a:pt x="10567924" y="2249791"/>
                  </a:lnTo>
                  <a:cubicBezTo>
                    <a:pt x="10559165" y="2249791"/>
                    <a:pt x="10550954" y="2245957"/>
                    <a:pt x="10544931" y="2239935"/>
                  </a:cubicBezTo>
                  <a:lnTo>
                    <a:pt x="10537895" y="2223515"/>
                  </a:lnTo>
                  <a:lnTo>
                    <a:pt x="10241643" y="2223515"/>
                  </a:lnTo>
                  <a:lnTo>
                    <a:pt x="10206606" y="2258551"/>
                  </a:lnTo>
                  <a:lnTo>
                    <a:pt x="10210986" y="2269500"/>
                  </a:lnTo>
                  <a:cubicBezTo>
                    <a:pt x="10210986" y="2295777"/>
                    <a:pt x="10191278" y="2315484"/>
                    <a:pt x="10164999" y="2315484"/>
                  </a:cubicBezTo>
                  <a:lnTo>
                    <a:pt x="10154050" y="2311104"/>
                  </a:lnTo>
                  <a:lnTo>
                    <a:pt x="10042371" y="2422784"/>
                  </a:lnTo>
                  <a:lnTo>
                    <a:pt x="10462303" y="2422784"/>
                  </a:lnTo>
                  <a:lnTo>
                    <a:pt x="10474859" y="2404174"/>
                  </a:lnTo>
                  <a:cubicBezTo>
                    <a:pt x="10486355" y="2392674"/>
                    <a:pt x="10502231" y="2385558"/>
                    <a:pt x="10519749" y="2385558"/>
                  </a:cubicBezTo>
                  <a:cubicBezTo>
                    <a:pt x="10554786" y="2385558"/>
                    <a:pt x="10583254" y="2414025"/>
                    <a:pt x="10583254" y="2449061"/>
                  </a:cubicBezTo>
                  <a:cubicBezTo>
                    <a:pt x="10583254" y="2457821"/>
                    <a:pt x="10581475" y="2466171"/>
                    <a:pt x="10578259" y="2473764"/>
                  </a:cubicBezTo>
                  <a:lnTo>
                    <a:pt x="10577193" y="2475349"/>
                  </a:lnTo>
                  <a:lnTo>
                    <a:pt x="10756248" y="2652716"/>
                  </a:lnTo>
                  <a:lnTo>
                    <a:pt x="10918947" y="2652716"/>
                  </a:lnTo>
                  <a:lnTo>
                    <a:pt x="10983988" y="2587025"/>
                  </a:lnTo>
                  <a:lnTo>
                    <a:pt x="11360639" y="2587025"/>
                  </a:lnTo>
                  <a:lnTo>
                    <a:pt x="11588376" y="2359279"/>
                  </a:lnTo>
                  <a:lnTo>
                    <a:pt x="12100790" y="2359279"/>
                  </a:lnTo>
                  <a:lnTo>
                    <a:pt x="12100790" y="2405265"/>
                  </a:lnTo>
                  <a:lnTo>
                    <a:pt x="11608084" y="2405265"/>
                  </a:lnTo>
                  <a:lnTo>
                    <a:pt x="11312460" y="2698702"/>
                  </a:lnTo>
                  <a:lnTo>
                    <a:pt x="10921898" y="2698702"/>
                  </a:lnTo>
                  <a:lnTo>
                    <a:pt x="10802455" y="2816949"/>
                  </a:lnTo>
                  <a:lnTo>
                    <a:pt x="11080792" y="2816949"/>
                  </a:lnTo>
                  <a:lnTo>
                    <a:pt x="11087568" y="2810066"/>
                  </a:lnTo>
                  <a:lnTo>
                    <a:pt x="11082530" y="2797242"/>
                  </a:lnTo>
                  <a:cubicBezTo>
                    <a:pt x="11082530" y="2779723"/>
                    <a:pt x="11097859" y="2764393"/>
                    <a:pt x="11115377" y="2764393"/>
                  </a:cubicBezTo>
                  <a:cubicBezTo>
                    <a:pt x="11124136" y="2764393"/>
                    <a:pt x="11132348" y="2768228"/>
                    <a:pt x="11138369" y="2774252"/>
                  </a:cubicBezTo>
                  <a:lnTo>
                    <a:pt x="11144470" y="2788483"/>
                  </a:lnTo>
                  <a:lnTo>
                    <a:pt x="11391292" y="2788483"/>
                  </a:lnTo>
                  <a:lnTo>
                    <a:pt x="11391292" y="2806002"/>
                  </a:lnTo>
                  <a:lnTo>
                    <a:pt x="11144469" y="2806002"/>
                  </a:lnTo>
                  <a:lnTo>
                    <a:pt x="11139777" y="2816949"/>
                  </a:lnTo>
                  <a:lnTo>
                    <a:pt x="11573046" y="2816949"/>
                  </a:lnTo>
                  <a:lnTo>
                    <a:pt x="11726333" y="2663665"/>
                  </a:lnTo>
                  <a:lnTo>
                    <a:pt x="11717574" y="2641769"/>
                  </a:lnTo>
                  <a:cubicBezTo>
                    <a:pt x="11717574" y="2617679"/>
                    <a:pt x="11737282" y="2595784"/>
                    <a:pt x="11763560" y="2595784"/>
                  </a:cubicBezTo>
                  <a:cubicBezTo>
                    <a:pt x="11776699" y="2595784"/>
                    <a:pt x="11788195" y="2600705"/>
                    <a:pt x="11796407" y="2608923"/>
                  </a:cubicBezTo>
                  <a:lnTo>
                    <a:pt x="11806043" y="2633009"/>
                  </a:lnTo>
                  <a:lnTo>
                    <a:pt x="12138017" y="2633009"/>
                  </a:lnTo>
                  <a:lnTo>
                    <a:pt x="12138017" y="2654906"/>
                  </a:lnTo>
                  <a:lnTo>
                    <a:pt x="11804290" y="2654906"/>
                  </a:lnTo>
                  <a:lnTo>
                    <a:pt x="11796407" y="2674615"/>
                  </a:lnTo>
                  <a:cubicBezTo>
                    <a:pt x="11788195" y="2682829"/>
                    <a:pt x="11776699" y="2687754"/>
                    <a:pt x="11763560" y="2687754"/>
                  </a:cubicBezTo>
                  <a:lnTo>
                    <a:pt x="11741663" y="2678995"/>
                  </a:lnTo>
                  <a:lnTo>
                    <a:pt x="11581806" y="2838848"/>
                  </a:lnTo>
                  <a:lnTo>
                    <a:pt x="11082530" y="2838848"/>
                  </a:lnTo>
                  <a:lnTo>
                    <a:pt x="10979609" y="2941777"/>
                  </a:lnTo>
                  <a:lnTo>
                    <a:pt x="10488304" y="2941777"/>
                  </a:lnTo>
                  <a:lnTo>
                    <a:pt x="10305148" y="3123525"/>
                  </a:lnTo>
                  <a:lnTo>
                    <a:pt x="10194710" y="3123525"/>
                  </a:lnTo>
                  <a:lnTo>
                    <a:pt x="10268244" y="3196872"/>
                  </a:lnTo>
                  <a:lnTo>
                    <a:pt x="10353323" y="3112575"/>
                  </a:lnTo>
                  <a:lnTo>
                    <a:pt x="10690556" y="3112575"/>
                  </a:lnTo>
                  <a:lnTo>
                    <a:pt x="10734350" y="3068780"/>
                  </a:lnTo>
                  <a:lnTo>
                    <a:pt x="12100789" y="3068780"/>
                  </a:lnTo>
                  <a:lnTo>
                    <a:pt x="12100789" y="3114765"/>
                  </a:lnTo>
                  <a:lnTo>
                    <a:pt x="11362825" y="3114765"/>
                  </a:lnTo>
                  <a:lnTo>
                    <a:pt x="11362825" y="3145422"/>
                  </a:lnTo>
                  <a:lnTo>
                    <a:pt x="10723192" y="3145422"/>
                  </a:lnTo>
                  <a:lnTo>
                    <a:pt x="10469383" y="3397501"/>
                  </a:lnTo>
                  <a:lnTo>
                    <a:pt x="10502059" y="3430094"/>
                  </a:lnTo>
                  <a:lnTo>
                    <a:pt x="10502230" y="3430094"/>
                  </a:lnTo>
                  <a:lnTo>
                    <a:pt x="10640189" y="3292141"/>
                  </a:lnTo>
                  <a:lnTo>
                    <a:pt x="10743108" y="3292141"/>
                  </a:lnTo>
                  <a:lnTo>
                    <a:pt x="10819752" y="3215496"/>
                  </a:lnTo>
                  <a:lnTo>
                    <a:pt x="11358445" y="3215496"/>
                  </a:lnTo>
                  <a:lnTo>
                    <a:pt x="11367204" y="3206736"/>
                  </a:lnTo>
                  <a:lnTo>
                    <a:pt x="12138017" y="3206736"/>
                  </a:lnTo>
                  <a:lnTo>
                    <a:pt x="12138017" y="3230826"/>
                  </a:lnTo>
                  <a:lnTo>
                    <a:pt x="11375964" y="3230826"/>
                  </a:lnTo>
                  <a:lnTo>
                    <a:pt x="11314917" y="3292141"/>
                  </a:lnTo>
                  <a:lnTo>
                    <a:pt x="11384724" y="3292141"/>
                  </a:lnTo>
                  <a:lnTo>
                    <a:pt x="11384724" y="3314038"/>
                  </a:lnTo>
                  <a:lnTo>
                    <a:pt x="12131448" y="3314038"/>
                  </a:lnTo>
                  <a:lnTo>
                    <a:pt x="12131448" y="3360023"/>
                  </a:lnTo>
                  <a:lnTo>
                    <a:pt x="11247330" y="3360023"/>
                  </a:lnTo>
                  <a:lnTo>
                    <a:pt x="10876687" y="3732288"/>
                  </a:lnTo>
                  <a:lnTo>
                    <a:pt x="10402229" y="3732288"/>
                  </a:lnTo>
                  <a:lnTo>
                    <a:pt x="10420113" y="3739952"/>
                  </a:lnTo>
                  <a:cubicBezTo>
                    <a:pt x="10426135" y="3745975"/>
                    <a:pt x="10429967" y="3754186"/>
                    <a:pt x="10429967" y="3762946"/>
                  </a:cubicBezTo>
                  <a:cubicBezTo>
                    <a:pt x="10429967" y="3782654"/>
                    <a:pt x="10414639" y="3795792"/>
                    <a:pt x="10397120" y="3795792"/>
                  </a:cubicBezTo>
                  <a:cubicBezTo>
                    <a:pt x="10388361" y="3795792"/>
                    <a:pt x="10380150" y="3791960"/>
                    <a:pt x="10374127" y="3785939"/>
                  </a:cubicBezTo>
                  <a:lnTo>
                    <a:pt x="10370842" y="3778273"/>
                  </a:lnTo>
                  <a:lnTo>
                    <a:pt x="10270110" y="3778273"/>
                  </a:lnTo>
                  <a:lnTo>
                    <a:pt x="10438725" y="3946889"/>
                  </a:lnTo>
                  <a:lnTo>
                    <a:pt x="10749679" y="3946889"/>
                  </a:lnTo>
                  <a:cubicBezTo>
                    <a:pt x="10749679" y="3920611"/>
                    <a:pt x="10769387" y="3900903"/>
                    <a:pt x="10795664" y="3900903"/>
                  </a:cubicBezTo>
                  <a:cubicBezTo>
                    <a:pt x="10821942" y="3900903"/>
                    <a:pt x="10841650" y="3920611"/>
                    <a:pt x="10841650" y="3946889"/>
                  </a:cubicBezTo>
                  <a:cubicBezTo>
                    <a:pt x="10841650" y="3973167"/>
                    <a:pt x="10821942" y="3992875"/>
                    <a:pt x="10795664" y="3992875"/>
                  </a:cubicBezTo>
                  <a:cubicBezTo>
                    <a:pt x="10782525" y="3992875"/>
                    <a:pt x="10771029" y="3987948"/>
                    <a:pt x="10762818" y="3979736"/>
                  </a:cubicBezTo>
                  <a:lnTo>
                    <a:pt x="10759314" y="3970977"/>
                  </a:lnTo>
                  <a:lnTo>
                    <a:pt x="10429967" y="3970977"/>
                  </a:lnTo>
                  <a:lnTo>
                    <a:pt x="10238299" y="3778273"/>
                  </a:lnTo>
                  <a:lnTo>
                    <a:pt x="10127773" y="3778273"/>
                  </a:lnTo>
                  <a:lnTo>
                    <a:pt x="10081788" y="3732288"/>
                  </a:lnTo>
                  <a:lnTo>
                    <a:pt x="9332872" y="3732288"/>
                  </a:lnTo>
                  <a:lnTo>
                    <a:pt x="9324113" y="3754186"/>
                  </a:lnTo>
                  <a:cubicBezTo>
                    <a:pt x="9315901" y="3762398"/>
                    <a:pt x="9304405" y="3767325"/>
                    <a:pt x="9291266" y="3767325"/>
                  </a:cubicBezTo>
                  <a:lnTo>
                    <a:pt x="9270836" y="3759153"/>
                  </a:lnTo>
                  <a:lnTo>
                    <a:pt x="9220813" y="3808930"/>
                  </a:lnTo>
                  <a:lnTo>
                    <a:pt x="9446117" y="3808930"/>
                  </a:lnTo>
                  <a:lnTo>
                    <a:pt x="9452216" y="3794698"/>
                  </a:lnTo>
                  <a:cubicBezTo>
                    <a:pt x="9458239" y="3788676"/>
                    <a:pt x="9466450" y="3784844"/>
                    <a:pt x="9475210" y="3784844"/>
                  </a:cubicBezTo>
                  <a:cubicBezTo>
                    <a:pt x="9492728" y="3784844"/>
                    <a:pt x="9508056" y="3800172"/>
                    <a:pt x="9508056" y="3817691"/>
                  </a:cubicBezTo>
                  <a:lnTo>
                    <a:pt x="9500962" y="3834837"/>
                  </a:lnTo>
                  <a:lnTo>
                    <a:pt x="9814666" y="4150432"/>
                  </a:lnTo>
                  <a:lnTo>
                    <a:pt x="9836528" y="4141783"/>
                  </a:lnTo>
                  <a:cubicBezTo>
                    <a:pt x="9846382" y="4141783"/>
                    <a:pt x="9854594" y="4145615"/>
                    <a:pt x="9860343" y="4151637"/>
                  </a:cubicBezTo>
                  <a:lnTo>
                    <a:pt x="9869375" y="4174629"/>
                  </a:lnTo>
                  <a:lnTo>
                    <a:pt x="11113187" y="4174629"/>
                  </a:lnTo>
                  <a:lnTo>
                    <a:pt x="11343117" y="3944699"/>
                  </a:lnTo>
                  <a:lnTo>
                    <a:pt x="11424140" y="3944699"/>
                  </a:lnTo>
                  <a:lnTo>
                    <a:pt x="11424140" y="3962218"/>
                  </a:lnTo>
                  <a:lnTo>
                    <a:pt x="11349687" y="3962218"/>
                  </a:lnTo>
                  <a:lnTo>
                    <a:pt x="11119757" y="4192147"/>
                  </a:lnTo>
                  <a:lnTo>
                    <a:pt x="9862369" y="4192147"/>
                  </a:lnTo>
                  <a:lnTo>
                    <a:pt x="9859521" y="4199266"/>
                  </a:lnTo>
                  <a:cubicBezTo>
                    <a:pt x="9853499" y="4205287"/>
                    <a:pt x="9845287" y="4208571"/>
                    <a:pt x="9836528" y="4207477"/>
                  </a:cubicBezTo>
                  <a:cubicBezTo>
                    <a:pt x="9819010" y="4207477"/>
                    <a:pt x="9801491" y="4192148"/>
                    <a:pt x="9801491" y="4174630"/>
                  </a:cubicBezTo>
                  <a:lnTo>
                    <a:pt x="9805510" y="4165507"/>
                  </a:lnTo>
                  <a:lnTo>
                    <a:pt x="9486216" y="3846214"/>
                  </a:lnTo>
                  <a:lnTo>
                    <a:pt x="9475210" y="3850538"/>
                  </a:lnTo>
                  <a:cubicBezTo>
                    <a:pt x="9466450" y="3850538"/>
                    <a:pt x="9458239" y="3846706"/>
                    <a:pt x="9452216" y="3840684"/>
                  </a:cubicBezTo>
                  <a:lnTo>
                    <a:pt x="9446116" y="3826449"/>
                  </a:lnTo>
                  <a:lnTo>
                    <a:pt x="9203206" y="3826449"/>
                  </a:lnTo>
                  <a:lnTo>
                    <a:pt x="9016147" y="4012583"/>
                  </a:lnTo>
                  <a:lnTo>
                    <a:pt x="9505081" y="4012583"/>
                  </a:lnTo>
                  <a:lnTo>
                    <a:pt x="9514627" y="3989316"/>
                  </a:lnTo>
                  <a:cubicBezTo>
                    <a:pt x="9522839" y="3980831"/>
                    <a:pt x="9534335" y="3975357"/>
                    <a:pt x="9547473" y="3975357"/>
                  </a:cubicBezTo>
                  <a:cubicBezTo>
                    <a:pt x="9573752" y="3975357"/>
                    <a:pt x="9593461" y="3995065"/>
                    <a:pt x="9593461" y="4021343"/>
                  </a:cubicBezTo>
                  <a:lnTo>
                    <a:pt x="9582824" y="4047933"/>
                  </a:lnTo>
                  <a:lnTo>
                    <a:pt x="10006084" y="4471193"/>
                  </a:lnTo>
                  <a:lnTo>
                    <a:pt x="10035802" y="4459305"/>
                  </a:lnTo>
                  <a:cubicBezTo>
                    <a:pt x="10048941" y="4459305"/>
                    <a:pt x="10060437" y="4464233"/>
                    <a:pt x="10068649" y="4472444"/>
                  </a:cubicBezTo>
                  <a:lnTo>
                    <a:pt x="10081788" y="4505290"/>
                  </a:lnTo>
                  <a:lnTo>
                    <a:pt x="11761370" y="4505290"/>
                  </a:lnTo>
                  <a:lnTo>
                    <a:pt x="12072323" y="4194338"/>
                  </a:lnTo>
                  <a:lnTo>
                    <a:pt x="12184003" y="4194338"/>
                  </a:lnTo>
                  <a:lnTo>
                    <a:pt x="12184003" y="4216236"/>
                  </a:lnTo>
                  <a:lnTo>
                    <a:pt x="12083272" y="4216236"/>
                  </a:lnTo>
                  <a:lnTo>
                    <a:pt x="11772319" y="4529379"/>
                  </a:lnTo>
                  <a:lnTo>
                    <a:pt x="10072153" y="4529379"/>
                  </a:lnTo>
                  <a:lnTo>
                    <a:pt x="10068649" y="4538139"/>
                  </a:lnTo>
                  <a:cubicBezTo>
                    <a:pt x="10060437" y="4546350"/>
                    <a:pt x="10048941" y="4551277"/>
                    <a:pt x="10035802" y="4551277"/>
                  </a:cubicBezTo>
                  <a:cubicBezTo>
                    <a:pt x="10009524" y="4551277"/>
                    <a:pt x="9989815" y="4531569"/>
                    <a:pt x="9989815" y="4505291"/>
                  </a:cubicBezTo>
                  <a:lnTo>
                    <a:pt x="9994867" y="4492662"/>
                  </a:lnTo>
                  <a:lnTo>
                    <a:pt x="9564597" y="4060479"/>
                  </a:lnTo>
                  <a:lnTo>
                    <a:pt x="9547473" y="4067328"/>
                  </a:lnTo>
                  <a:cubicBezTo>
                    <a:pt x="9534335" y="4067328"/>
                    <a:pt x="9522839" y="4062401"/>
                    <a:pt x="9514627" y="4054189"/>
                  </a:cubicBezTo>
                  <a:lnTo>
                    <a:pt x="9506743" y="4034482"/>
                  </a:lnTo>
                  <a:lnTo>
                    <a:pt x="8994139" y="4034482"/>
                  </a:lnTo>
                  <a:lnTo>
                    <a:pt x="8971842" y="4056668"/>
                  </a:lnTo>
                  <a:lnTo>
                    <a:pt x="9028489" y="4113315"/>
                  </a:lnTo>
                  <a:lnTo>
                    <a:pt x="9028489" y="4413598"/>
                  </a:lnTo>
                  <a:lnTo>
                    <a:pt x="9127031" y="4511860"/>
                  </a:lnTo>
                  <a:lnTo>
                    <a:pt x="9716089" y="4511860"/>
                  </a:lnTo>
                  <a:lnTo>
                    <a:pt x="9827770" y="4623541"/>
                  </a:lnTo>
                  <a:lnTo>
                    <a:pt x="10898586" y="4623541"/>
                  </a:lnTo>
                  <a:lnTo>
                    <a:pt x="10983988" y="4540327"/>
                  </a:lnTo>
                  <a:lnTo>
                    <a:pt x="11408811" y="4540327"/>
                  </a:lnTo>
                  <a:lnTo>
                    <a:pt x="11408811" y="4555657"/>
                  </a:lnTo>
                  <a:lnTo>
                    <a:pt x="10990558" y="4555657"/>
                  </a:lnTo>
                  <a:lnTo>
                    <a:pt x="10905155" y="4641059"/>
                  </a:lnTo>
                  <a:lnTo>
                    <a:pt x="9821201" y="4641059"/>
                  </a:lnTo>
                  <a:lnTo>
                    <a:pt x="9709521" y="4529379"/>
                  </a:lnTo>
                  <a:lnTo>
                    <a:pt x="9118272" y="4529379"/>
                  </a:lnTo>
                  <a:lnTo>
                    <a:pt x="9028489" y="4439340"/>
                  </a:lnTo>
                  <a:lnTo>
                    <a:pt x="9028489" y="4551881"/>
                  </a:lnTo>
                  <a:lnTo>
                    <a:pt x="9048197" y="4560037"/>
                  </a:lnTo>
                  <a:cubicBezTo>
                    <a:pt x="9056956" y="4568796"/>
                    <a:pt x="9061336" y="4580293"/>
                    <a:pt x="9061336" y="4591789"/>
                  </a:cubicBezTo>
                  <a:lnTo>
                    <a:pt x="9053341" y="4611111"/>
                  </a:lnTo>
                  <a:lnTo>
                    <a:pt x="9283065" y="4840331"/>
                  </a:lnTo>
                  <a:lnTo>
                    <a:pt x="9606813" y="4840331"/>
                  </a:lnTo>
                  <a:lnTo>
                    <a:pt x="9615359" y="4818434"/>
                  </a:lnTo>
                  <a:cubicBezTo>
                    <a:pt x="9632877" y="4800915"/>
                    <a:pt x="9661344" y="4800915"/>
                    <a:pt x="9678863" y="4818434"/>
                  </a:cubicBezTo>
                  <a:cubicBezTo>
                    <a:pt x="9687622" y="4827193"/>
                    <a:pt x="9692002" y="4838690"/>
                    <a:pt x="9692002" y="4850186"/>
                  </a:cubicBezTo>
                  <a:lnTo>
                    <a:pt x="9682708" y="4872645"/>
                  </a:lnTo>
                  <a:lnTo>
                    <a:pt x="9770834" y="4960771"/>
                  </a:lnTo>
                  <a:lnTo>
                    <a:pt x="9873755" y="4960771"/>
                  </a:lnTo>
                  <a:lnTo>
                    <a:pt x="10024852" y="5111868"/>
                  </a:lnTo>
                  <a:lnTo>
                    <a:pt x="10156241" y="5111868"/>
                  </a:lnTo>
                  <a:lnTo>
                    <a:pt x="10031529" y="4987156"/>
                  </a:lnTo>
                  <a:lnTo>
                    <a:pt x="10010620" y="4995808"/>
                  </a:lnTo>
                  <a:cubicBezTo>
                    <a:pt x="9999122" y="4995808"/>
                    <a:pt x="9987626" y="4991428"/>
                    <a:pt x="9978867" y="4982669"/>
                  </a:cubicBezTo>
                  <a:cubicBezTo>
                    <a:pt x="9961348" y="4965150"/>
                    <a:pt x="9961348" y="4936684"/>
                    <a:pt x="9978867" y="4919165"/>
                  </a:cubicBezTo>
                  <a:cubicBezTo>
                    <a:pt x="9987626" y="4910406"/>
                    <a:pt x="9999122" y="4906026"/>
                    <a:pt x="10010620" y="4906026"/>
                  </a:cubicBezTo>
                  <a:cubicBezTo>
                    <a:pt x="10022115" y="4906026"/>
                    <a:pt x="10033611" y="4910406"/>
                    <a:pt x="10042371" y="4919165"/>
                  </a:cubicBezTo>
                  <a:cubicBezTo>
                    <a:pt x="10051130" y="4927925"/>
                    <a:pt x="10055510" y="4939421"/>
                    <a:pt x="10055510" y="4950918"/>
                  </a:cubicBezTo>
                  <a:lnTo>
                    <a:pt x="10046857" y="4971829"/>
                  </a:lnTo>
                  <a:lnTo>
                    <a:pt x="10186898" y="5111868"/>
                  </a:lnTo>
                  <a:lnTo>
                    <a:pt x="11474506" y="5111868"/>
                  </a:lnTo>
                  <a:lnTo>
                    <a:pt x="11588375" y="4997999"/>
                  </a:lnTo>
                  <a:lnTo>
                    <a:pt x="12162105" y="4997999"/>
                  </a:lnTo>
                  <a:lnTo>
                    <a:pt x="12162105" y="5022086"/>
                  </a:lnTo>
                  <a:lnTo>
                    <a:pt x="11597135" y="5022086"/>
                  </a:lnTo>
                  <a:lnTo>
                    <a:pt x="11483264" y="5135957"/>
                  </a:lnTo>
                  <a:lnTo>
                    <a:pt x="10210986" y="5135957"/>
                  </a:lnTo>
                  <a:lnTo>
                    <a:pt x="10272301" y="5197271"/>
                  </a:lnTo>
                  <a:lnTo>
                    <a:pt x="10667344" y="5191316"/>
                  </a:lnTo>
                  <a:lnTo>
                    <a:pt x="10673035" y="5177563"/>
                  </a:lnTo>
                  <a:cubicBezTo>
                    <a:pt x="10690553" y="5160044"/>
                    <a:pt x="10719022" y="5160044"/>
                    <a:pt x="10736540" y="5177563"/>
                  </a:cubicBezTo>
                  <a:cubicBezTo>
                    <a:pt x="10745299" y="5186323"/>
                    <a:pt x="10749679" y="5197819"/>
                    <a:pt x="10749679" y="5209590"/>
                  </a:cubicBezTo>
                  <a:lnTo>
                    <a:pt x="10743302" y="5225930"/>
                  </a:lnTo>
                  <a:lnTo>
                    <a:pt x="11185451" y="5668081"/>
                  </a:lnTo>
                  <a:lnTo>
                    <a:pt x="11326405" y="5669779"/>
                  </a:lnTo>
                  <a:lnTo>
                    <a:pt x="11334358" y="5650562"/>
                  </a:lnTo>
                  <a:cubicBezTo>
                    <a:pt x="11351877" y="5633043"/>
                    <a:pt x="11380344" y="5633043"/>
                    <a:pt x="11397862" y="5650562"/>
                  </a:cubicBezTo>
                  <a:cubicBezTo>
                    <a:pt x="11406621" y="5659322"/>
                    <a:pt x="11411001" y="5670818"/>
                    <a:pt x="11411001" y="5682588"/>
                  </a:cubicBezTo>
                  <a:lnTo>
                    <a:pt x="11402217" y="5705098"/>
                  </a:lnTo>
                  <a:lnTo>
                    <a:pt x="11750190" y="6051241"/>
                  </a:lnTo>
                  <a:lnTo>
                    <a:pt x="11771225" y="6042538"/>
                  </a:lnTo>
                  <a:cubicBezTo>
                    <a:pt x="11782721" y="6042538"/>
                    <a:pt x="11794219" y="6046918"/>
                    <a:pt x="11802978" y="6055677"/>
                  </a:cubicBezTo>
                  <a:cubicBezTo>
                    <a:pt x="11820496" y="6073194"/>
                    <a:pt x="11820496" y="6101663"/>
                    <a:pt x="11802978" y="6121371"/>
                  </a:cubicBezTo>
                  <a:lnTo>
                    <a:pt x="11802978" y="6119181"/>
                  </a:lnTo>
                  <a:lnTo>
                    <a:pt x="11783268" y="6127336"/>
                  </a:lnTo>
                  <a:lnTo>
                    <a:pt x="11783268" y="6572472"/>
                  </a:lnTo>
                  <a:lnTo>
                    <a:pt x="11761370" y="6572472"/>
                  </a:lnTo>
                  <a:lnTo>
                    <a:pt x="11759338" y="6127402"/>
                  </a:lnTo>
                  <a:lnTo>
                    <a:pt x="11739472" y="6119181"/>
                  </a:lnTo>
                  <a:cubicBezTo>
                    <a:pt x="11730713" y="6110422"/>
                    <a:pt x="11726333" y="6098925"/>
                    <a:pt x="11726333" y="6087429"/>
                  </a:cubicBezTo>
                  <a:lnTo>
                    <a:pt x="11734345" y="6068068"/>
                  </a:lnTo>
                  <a:lnTo>
                    <a:pt x="11385470" y="5719195"/>
                  </a:lnTo>
                  <a:lnTo>
                    <a:pt x="11366110" y="5727205"/>
                  </a:lnTo>
                  <a:cubicBezTo>
                    <a:pt x="11354614" y="5727205"/>
                    <a:pt x="11343118" y="5722825"/>
                    <a:pt x="11334358" y="5714066"/>
                  </a:cubicBezTo>
                  <a:lnTo>
                    <a:pt x="11325297" y="5692169"/>
                  </a:lnTo>
                  <a:lnTo>
                    <a:pt x="11176691" y="5692169"/>
                  </a:lnTo>
                  <a:lnTo>
                    <a:pt x="10728795" y="5244272"/>
                  </a:lnTo>
                  <a:lnTo>
                    <a:pt x="10704788" y="5254206"/>
                  </a:lnTo>
                  <a:cubicBezTo>
                    <a:pt x="10693291" y="5254206"/>
                    <a:pt x="10681794" y="5249826"/>
                    <a:pt x="10673035" y="5241067"/>
                  </a:cubicBezTo>
                  <a:lnTo>
                    <a:pt x="10662316" y="5215162"/>
                  </a:lnTo>
                  <a:lnTo>
                    <a:pt x="10263541" y="5219169"/>
                  </a:lnTo>
                  <a:lnTo>
                    <a:pt x="10180328" y="5135957"/>
                  </a:lnTo>
                  <a:lnTo>
                    <a:pt x="10016093" y="5135957"/>
                  </a:lnTo>
                  <a:lnTo>
                    <a:pt x="9864996" y="4984859"/>
                  </a:lnTo>
                  <a:lnTo>
                    <a:pt x="9794922" y="4984859"/>
                  </a:lnTo>
                  <a:lnTo>
                    <a:pt x="10119926" y="5309864"/>
                  </a:lnTo>
                  <a:lnTo>
                    <a:pt x="10153766" y="5309404"/>
                  </a:lnTo>
                  <a:lnTo>
                    <a:pt x="10158430" y="5298002"/>
                  </a:lnTo>
                  <a:cubicBezTo>
                    <a:pt x="10171569" y="5284864"/>
                    <a:pt x="10193467" y="5284864"/>
                    <a:pt x="10206606" y="5298002"/>
                  </a:cubicBezTo>
                  <a:cubicBezTo>
                    <a:pt x="10213175" y="5304571"/>
                    <a:pt x="10216460" y="5313330"/>
                    <a:pt x="10216461" y="5322090"/>
                  </a:cubicBezTo>
                  <a:lnTo>
                    <a:pt x="10211692" y="5333746"/>
                  </a:lnTo>
                  <a:lnTo>
                    <a:pt x="10346753" y="5468807"/>
                  </a:lnTo>
                  <a:lnTo>
                    <a:pt x="10852600" y="5468807"/>
                  </a:lnTo>
                  <a:lnTo>
                    <a:pt x="11583637" y="6199846"/>
                  </a:lnTo>
                  <a:lnTo>
                    <a:pt x="11609453" y="6189255"/>
                  </a:lnTo>
                  <a:cubicBezTo>
                    <a:pt x="11621222" y="6189255"/>
                    <a:pt x="11633266" y="6193635"/>
                    <a:pt x="11643120" y="6202394"/>
                  </a:cubicBezTo>
                  <a:cubicBezTo>
                    <a:pt x="11660639" y="6219913"/>
                    <a:pt x="11660639" y="6248380"/>
                    <a:pt x="11643120" y="6265899"/>
                  </a:cubicBezTo>
                  <a:lnTo>
                    <a:pt x="11614652" y="6277577"/>
                  </a:lnTo>
                  <a:lnTo>
                    <a:pt x="11614652" y="6487069"/>
                  </a:lnTo>
                  <a:lnTo>
                    <a:pt x="11741661" y="6611888"/>
                  </a:lnTo>
                  <a:lnTo>
                    <a:pt x="11724143" y="6629407"/>
                  </a:lnTo>
                  <a:lnTo>
                    <a:pt x="11590565" y="6495828"/>
                  </a:lnTo>
                  <a:lnTo>
                    <a:pt x="11590565" y="6271026"/>
                  </a:lnTo>
                  <a:lnTo>
                    <a:pt x="11577426" y="6265899"/>
                  </a:lnTo>
                  <a:cubicBezTo>
                    <a:pt x="11567572" y="6257140"/>
                    <a:pt x="11563192" y="6245643"/>
                    <a:pt x="11563466" y="6234147"/>
                  </a:cubicBezTo>
                  <a:lnTo>
                    <a:pt x="11570070" y="6219126"/>
                  </a:lnTo>
                  <a:lnTo>
                    <a:pt x="10843841" y="5492895"/>
                  </a:lnTo>
                  <a:lnTo>
                    <a:pt x="10370841" y="5492895"/>
                  </a:lnTo>
                  <a:lnTo>
                    <a:pt x="10460624" y="5582678"/>
                  </a:lnTo>
                  <a:lnTo>
                    <a:pt x="10611721" y="5582678"/>
                  </a:lnTo>
                  <a:lnTo>
                    <a:pt x="10666961" y="5637919"/>
                  </a:lnTo>
                  <a:lnTo>
                    <a:pt x="10670845" y="5636329"/>
                  </a:lnTo>
                  <a:cubicBezTo>
                    <a:pt x="10679605" y="5636329"/>
                    <a:pt x="10688364" y="5639614"/>
                    <a:pt x="10694933" y="5646182"/>
                  </a:cubicBezTo>
                  <a:cubicBezTo>
                    <a:pt x="10701503" y="5652752"/>
                    <a:pt x="10704788" y="5661510"/>
                    <a:pt x="10704788" y="5670270"/>
                  </a:cubicBezTo>
                  <a:lnTo>
                    <a:pt x="10703198" y="5674156"/>
                  </a:lnTo>
                  <a:lnTo>
                    <a:pt x="10903767" y="5874725"/>
                  </a:lnTo>
                  <a:lnTo>
                    <a:pt x="10921580" y="5867354"/>
                  </a:lnTo>
                  <a:cubicBezTo>
                    <a:pt x="10933075" y="5867354"/>
                    <a:pt x="10944571" y="5871734"/>
                    <a:pt x="10953331" y="5880493"/>
                  </a:cubicBezTo>
                  <a:cubicBezTo>
                    <a:pt x="10962090" y="5889253"/>
                    <a:pt x="10966469" y="5900749"/>
                    <a:pt x="10966469" y="5912245"/>
                  </a:cubicBezTo>
                  <a:lnTo>
                    <a:pt x="10954613" y="5940900"/>
                  </a:lnTo>
                  <a:lnTo>
                    <a:pt x="10958276" y="5944562"/>
                  </a:lnTo>
                  <a:lnTo>
                    <a:pt x="10973040" y="5938522"/>
                  </a:lnTo>
                  <a:cubicBezTo>
                    <a:pt x="10981799" y="5938522"/>
                    <a:pt x="10990558" y="5941807"/>
                    <a:pt x="10997127" y="5948377"/>
                  </a:cubicBezTo>
                  <a:cubicBezTo>
                    <a:pt x="11010265" y="5961516"/>
                    <a:pt x="11010265" y="5983414"/>
                    <a:pt x="10997127" y="5996553"/>
                  </a:cubicBezTo>
                  <a:lnTo>
                    <a:pt x="10981799" y="6002823"/>
                  </a:lnTo>
                  <a:lnTo>
                    <a:pt x="10981799" y="6329404"/>
                  </a:lnTo>
                  <a:lnTo>
                    <a:pt x="10964280" y="6329404"/>
                  </a:lnTo>
                  <a:lnTo>
                    <a:pt x="10964280" y="6002823"/>
                  </a:lnTo>
                  <a:lnTo>
                    <a:pt x="10948951" y="5996553"/>
                  </a:lnTo>
                  <a:cubicBezTo>
                    <a:pt x="10942382" y="5989983"/>
                    <a:pt x="10939097" y="5981224"/>
                    <a:pt x="10939097" y="5972465"/>
                  </a:cubicBezTo>
                  <a:lnTo>
                    <a:pt x="10945136" y="5957702"/>
                  </a:lnTo>
                  <a:lnTo>
                    <a:pt x="10938002" y="5950566"/>
                  </a:lnTo>
                  <a:lnTo>
                    <a:pt x="10938002" y="6346922"/>
                  </a:lnTo>
                  <a:lnTo>
                    <a:pt x="10951141" y="6360061"/>
                  </a:lnTo>
                  <a:lnTo>
                    <a:pt x="10938003" y="6371009"/>
                  </a:lnTo>
                  <a:lnTo>
                    <a:pt x="10938002" y="6371008"/>
                  </a:lnTo>
                  <a:lnTo>
                    <a:pt x="10938002" y="6524297"/>
                  </a:lnTo>
                  <a:lnTo>
                    <a:pt x="11271506" y="6857801"/>
                  </a:lnTo>
                  <a:lnTo>
                    <a:pt x="11238660" y="6857801"/>
                  </a:lnTo>
                  <a:lnTo>
                    <a:pt x="10913914" y="6533054"/>
                  </a:lnTo>
                  <a:lnTo>
                    <a:pt x="10913914" y="6346921"/>
                  </a:lnTo>
                  <a:lnTo>
                    <a:pt x="10839461" y="6272468"/>
                  </a:lnTo>
                  <a:lnTo>
                    <a:pt x="10839461" y="6108332"/>
                  </a:lnTo>
                  <a:lnTo>
                    <a:pt x="10828512" y="6103852"/>
                  </a:lnTo>
                  <a:cubicBezTo>
                    <a:pt x="10821943" y="6097284"/>
                    <a:pt x="10818658" y="6088525"/>
                    <a:pt x="10818658" y="6079765"/>
                  </a:cubicBezTo>
                  <a:lnTo>
                    <a:pt x="10823426" y="6068109"/>
                  </a:lnTo>
                  <a:lnTo>
                    <a:pt x="10362083" y="5606765"/>
                  </a:lnTo>
                  <a:lnTo>
                    <a:pt x="10123392" y="5606765"/>
                  </a:lnTo>
                  <a:lnTo>
                    <a:pt x="10329165" y="5812538"/>
                  </a:lnTo>
                  <a:lnTo>
                    <a:pt x="10342373" y="5807134"/>
                  </a:lnTo>
                  <a:cubicBezTo>
                    <a:pt x="10351133" y="5807134"/>
                    <a:pt x="10359892" y="5810419"/>
                    <a:pt x="10366462" y="5816988"/>
                  </a:cubicBezTo>
                  <a:cubicBezTo>
                    <a:pt x="10379601" y="5830126"/>
                    <a:pt x="10379601" y="5852025"/>
                    <a:pt x="10366462" y="5865163"/>
                  </a:cubicBezTo>
                  <a:lnTo>
                    <a:pt x="10355513" y="5869643"/>
                  </a:lnTo>
                  <a:lnTo>
                    <a:pt x="10355513" y="6294367"/>
                  </a:lnTo>
                  <a:lnTo>
                    <a:pt x="10673035" y="6611888"/>
                  </a:lnTo>
                  <a:lnTo>
                    <a:pt x="10662086" y="6625028"/>
                  </a:lnTo>
                  <a:lnTo>
                    <a:pt x="10337994" y="6300935"/>
                  </a:lnTo>
                  <a:lnTo>
                    <a:pt x="10337994" y="5873226"/>
                  </a:lnTo>
                  <a:lnTo>
                    <a:pt x="10318286" y="5865163"/>
                  </a:lnTo>
                  <a:cubicBezTo>
                    <a:pt x="10311717" y="5858595"/>
                    <a:pt x="10308432" y="5849835"/>
                    <a:pt x="10308432" y="5841076"/>
                  </a:cubicBezTo>
                  <a:lnTo>
                    <a:pt x="10315171" y="5824604"/>
                  </a:lnTo>
                  <a:lnTo>
                    <a:pt x="10108065" y="5615525"/>
                  </a:lnTo>
                  <a:lnTo>
                    <a:pt x="10057851" y="5615525"/>
                  </a:lnTo>
                  <a:lnTo>
                    <a:pt x="10053320" y="5626474"/>
                  </a:lnTo>
                  <a:cubicBezTo>
                    <a:pt x="10035802" y="5643993"/>
                    <a:pt x="10007334" y="5643993"/>
                    <a:pt x="9989815" y="5626474"/>
                  </a:cubicBezTo>
                  <a:lnTo>
                    <a:pt x="9985285" y="5615525"/>
                  </a:lnTo>
                  <a:lnTo>
                    <a:pt x="9826949" y="5615525"/>
                  </a:lnTo>
                  <a:lnTo>
                    <a:pt x="10121544" y="5909410"/>
                  </a:lnTo>
                  <a:lnTo>
                    <a:pt x="10145291" y="5904580"/>
                  </a:lnTo>
                  <a:cubicBezTo>
                    <a:pt x="10161715" y="5904580"/>
                    <a:pt x="10178139" y="5911149"/>
                    <a:pt x="10191278" y="5924288"/>
                  </a:cubicBezTo>
                  <a:cubicBezTo>
                    <a:pt x="10217555" y="5950565"/>
                    <a:pt x="10217555" y="5989982"/>
                    <a:pt x="10191278" y="6016261"/>
                  </a:cubicBezTo>
                  <a:cubicBezTo>
                    <a:pt x="10184708" y="6022830"/>
                    <a:pt x="10177318" y="6027757"/>
                    <a:pt x="10169517" y="6031041"/>
                  </a:cubicBezTo>
                  <a:lnTo>
                    <a:pt x="10167189" y="6031515"/>
                  </a:lnTo>
                  <a:lnTo>
                    <a:pt x="10167189" y="6283417"/>
                  </a:lnTo>
                  <a:lnTo>
                    <a:pt x="10281060" y="6397287"/>
                  </a:lnTo>
                  <a:lnTo>
                    <a:pt x="10375222" y="6397287"/>
                  </a:lnTo>
                  <a:lnTo>
                    <a:pt x="10642379" y="6664444"/>
                  </a:lnTo>
                  <a:lnTo>
                    <a:pt x="10964280" y="6664444"/>
                  </a:lnTo>
                  <a:lnTo>
                    <a:pt x="11158808" y="6857801"/>
                  </a:lnTo>
                  <a:lnTo>
                    <a:pt x="11094132" y="6857801"/>
                  </a:lnTo>
                  <a:lnTo>
                    <a:pt x="10946762" y="6710430"/>
                  </a:lnTo>
                  <a:lnTo>
                    <a:pt x="10528508" y="6710430"/>
                  </a:lnTo>
                  <a:lnTo>
                    <a:pt x="10250403" y="6432324"/>
                  </a:lnTo>
                  <a:lnTo>
                    <a:pt x="10086166" y="6432324"/>
                  </a:lnTo>
                  <a:lnTo>
                    <a:pt x="10283249" y="6629407"/>
                  </a:lnTo>
                  <a:lnTo>
                    <a:pt x="10290118" y="6629407"/>
                  </a:lnTo>
                  <a:lnTo>
                    <a:pt x="10296389" y="6614079"/>
                  </a:lnTo>
                  <a:cubicBezTo>
                    <a:pt x="10309528" y="6600939"/>
                    <a:pt x="10331426" y="6600939"/>
                    <a:pt x="10344565" y="6614079"/>
                  </a:cubicBezTo>
                  <a:cubicBezTo>
                    <a:pt x="10351134" y="6620648"/>
                    <a:pt x="10354419" y="6629407"/>
                    <a:pt x="10354419" y="6638166"/>
                  </a:cubicBezTo>
                  <a:lnTo>
                    <a:pt x="10347192" y="6655832"/>
                  </a:lnTo>
                  <a:lnTo>
                    <a:pt x="10521939" y="6828680"/>
                  </a:lnTo>
                  <a:lnTo>
                    <a:pt x="10508801" y="6841819"/>
                  </a:lnTo>
                  <a:lnTo>
                    <a:pt x="10335071" y="6666138"/>
                  </a:lnTo>
                  <a:lnTo>
                    <a:pt x="10324361" y="6670519"/>
                  </a:lnTo>
                  <a:lnTo>
                    <a:pt x="10511643" y="6857801"/>
                  </a:lnTo>
                  <a:lnTo>
                    <a:pt x="10478795" y="6857801"/>
                  </a:lnTo>
                  <a:lnTo>
                    <a:pt x="10265730" y="6644736"/>
                  </a:lnTo>
                  <a:lnTo>
                    <a:pt x="10121205" y="6644736"/>
                  </a:lnTo>
                  <a:lnTo>
                    <a:pt x="9775216" y="6298746"/>
                  </a:lnTo>
                  <a:lnTo>
                    <a:pt x="9516816" y="6298746"/>
                  </a:lnTo>
                  <a:lnTo>
                    <a:pt x="9438931" y="6220596"/>
                  </a:lnTo>
                  <a:lnTo>
                    <a:pt x="9438747" y="6322834"/>
                  </a:lnTo>
                  <a:lnTo>
                    <a:pt x="9558423" y="6322834"/>
                  </a:lnTo>
                  <a:lnTo>
                    <a:pt x="9797111" y="6561523"/>
                  </a:lnTo>
                  <a:lnTo>
                    <a:pt x="9858427" y="6561523"/>
                  </a:lnTo>
                  <a:lnTo>
                    <a:pt x="10155376" y="6857801"/>
                  </a:lnTo>
                  <a:lnTo>
                    <a:pt x="10045843" y="6857801"/>
                  </a:lnTo>
                  <a:lnTo>
                    <a:pt x="9796329" y="6607509"/>
                  </a:lnTo>
                  <a:lnTo>
                    <a:pt x="9438239" y="6607509"/>
                  </a:lnTo>
                  <a:lnTo>
                    <a:pt x="9438160" y="6651481"/>
                  </a:lnTo>
                  <a:lnTo>
                    <a:pt x="9440174" y="6653495"/>
                  </a:lnTo>
                  <a:lnTo>
                    <a:pt x="9632877" y="6653495"/>
                  </a:lnTo>
                  <a:lnTo>
                    <a:pt x="9705141" y="6725759"/>
                  </a:lnTo>
                  <a:lnTo>
                    <a:pt x="9816821" y="6725759"/>
                  </a:lnTo>
                  <a:lnTo>
                    <a:pt x="9948863" y="6857801"/>
                  </a:lnTo>
                  <a:lnTo>
                    <a:pt x="9924774" y="6857801"/>
                  </a:lnTo>
                  <a:lnTo>
                    <a:pt x="9810251" y="6743278"/>
                  </a:lnTo>
                  <a:lnTo>
                    <a:pt x="9722660" y="6743278"/>
                  </a:lnTo>
                  <a:lnTo>
                    <a:pt x="9837183" y="6857801"/>
                  </a:lnTo>
                  <a:lnTo>
                    <a:pt x="9789007" y="6857801"/>
                  </a:lnTo>
                  <a:lnTo>
                    <a:pt x="9674484" y="6743278"/>
                  </a:lnTo>
                  <a:lnTo>
                    <a:pt x="9437996" y="6743278"/>
                  </a:lnTo>
                  <a:lnTo>
                    <a:pt x="9437984" y="6749847"/>
                  </a:lnTo>
                  <a:lnTo>
                    <a:pt x="9545938" y="6857801"/>
                  </a:lnTo>
                  <a:lnTo>
                    <a:pt x="9481761" y="6857801"/>
                  </a:lnTo>
                  <a:lnTo>
                    <a:pt x="9394188" y="6769554"/>
                  </a:lnTo>
                  <a:lnTo>
                    <a:pt x="9394188" y="6743278"/>
                  </a:lnTo>
                  <a:lnTo>
                    <a:pt x="9286887" y="6743278"/>
                  </a:lnTo>
                  <a:lnTo>
                    <a:pt x="9028490" y="6485565"/>
                  </a:lnTo>
                  <a:lnTo>
                    <a:pt x="9028490" y="6635977"/>
                  </a:lnTo>
                  <a:lnTo>
                    <a:pt x="9250314" y="6857801"/>
                  </a:lnTo>
                  <a:lnTo>
                    <a:pt x="9217467" y="6857801"/>
                  </a:lnTo>
                  <a:lnTo>
                    <a:pt x="9156338" y="6796672"/>
                  </a:lnTo>
                  <a:lnTo>
                    <a:pt x="9163163" y="6813352"/>
                  </a:lnTo>
                  <a:cubicBezTo>
                    <a:pt x="9163163" y="6822111"/>
                    <a:pt x="9159877" y="6830870"/>
                    <a:pt x="9153308" y="6837440"/>
                  </a:cubicBezTo>
                  <a:cubicBezTo>
                    <a:pt x="9140170" y="6850578"/>
                    <a:pt x="9118271" y="6850578"/>
                    <a:pt x="9105133" y="6837440"/>
                  </a:cubicBezTo>
                  <a:cubicBezTo>
                    <a:pt x="9098563" y="6830870"/>
                    <a:pt x="9095279" y="6822111"/>
                    <a:pt x="9095279" y="6813352"/>
                  </a:cubicBezTo>
                  <a:lnTo>
                    <a:pt x="9098249" y="6806091"/>
                  </a:lnTo>
                  <a:lnTo>
                    <a:pt x="9028490" y="6735590"/>
                  </a:lnTo>
                  <a:lnTo>
                    <a:pt x="9028490" y="6857801"/>
                  </a:lnTo>
                  <a:lnTo>
                    <a:pt x="9006592" y="6857801"/>
                  </a:lnTo>
                  <a:lnTo>
                    <a:pt x="9006592" y="6713459"/>
                  </a:lnTo>
                  <a:lnTo>
                    <a:pt x="8927760" y="6633787"/>
                  </a:lnTo>
                  <a:lnTo>
                    <a:pt x="8927760" y="6568093"/>
                  </a:lnTo>
                  <a:lnTo>
                    <a:pt x="8400123" y="6040456"/>
                  </a:lnTo>
                  <a:lnTo>
                    <a:pt x="8379212" y="6049108"/>
                  </a:lnTo>
                  <a:cubicBezTo>
                    <a:pt x="8367716" y="6049108"/>
                    <a:pt x="8356220" y="6044728"/>
                    <a:pt x="8347460" y="6035969"/>
                  </a:cubicBezTo>
                  <a:lnTo>
                    <a:pt x="8338476" y="6014070"/>
                  </a:lnTo>
                  <a:lnTo>
                    <a:pt x="8262057" y="6014070"/>
                  </a:lnTo>
                  <a:lnTo>
                    <a:pt x="8421560" y="6173574"/>
                  </a:lnTo>
                  <a:lnTo>
                    <a:pt x="8439432" y="6166262"/>
                  </a:lnTo>
                  <a:cubicBezTo>
                    <a:pt x="8448191" y="6166262"/>
                    <a:pt x="8456950" y="6169547"/>
                    <a:pt x="8463519" y="6176117"/>
                  </a:cubicBezTo>
                  <a:cubicBezTo>
                    <a:pt x="8476657" y="6189254"/>
                    <a:pt x="8476657" y="6211153"/>
                    <a:pt x="8463519" y="6224291"/>
                  </a:cubicBezTo>
                  <a:lnTo>
                    <a:pt x="8443811" y="6232354"/>
                  </a:lnTo>
                  <a:lnTo>
                    <a:pt x="8443811" y="6675194"/>
                  </a:lnTo>
                  <a:lnTo>
                    <a:pt x="8465709" y="6684152"/>
                  </a:lnTo>
                  <a:cubicBezTo>
                    <a:pt x="8478848" y="6697290"/>
                    <a:pt x="8478848" y="6719189"/>
                    <a:pt x="8465709" y="6732328"/>
                  </a:cubicBezTo>
                  <a:lnTo>
                    <a:pt x="8591182" y="6857801"/>
                  </a:lnTo>
                  <a:lnTo>
                    <a:pt x="8567093" y="6857801"/>
                  </a:lnTo>
                  <a:lnTo>
                    <a:pt x="8448614" y="6739322"/>
                  </a:lnTo>
                  <a:lnTo>
                    <a:pt x="8441622" y="6742182"/>
                  </a:lnTo>
                  <a:cubicBezTo>
                    <a:pt x="8432862" y="6742182"/>
                    <a:pt x="8424103" y="6738898"/>
                    <a:pt x="8417533" y="6732328"/>
                  </a:cubicBezTo>
                  <a:cubicBezTo>
                    <a:pt x="8404395" y="6719189"/>
                    <a:pt x="8404395" y="6697290"/>
                    <a:pt x="8417533" y="6684152"/>
                  </a:cubicBezTo>
                  <a:lnTo>
                    <a:pt x="8428315" y="6679741"/>
                  </a:lnTo>
                  <a:lnTo>
                    <a:pt x="8426405" y="6228816"/>
                  </a:lnTo>
                  <a:lnTo>
                    <a:pt x="8415344" y="6224291"/>
                  </a:lnTo>
                  <a:cubicBezTo>
                    <a:pt x="8408774" y="6217723"/>
                    <a:pt x="8405489" y="6208964"/>
                    <a:pt x="8405489" y="6200204"/>
                  </a:cubicBezTo>
                  <a:lnTo>
                    <a:pt x="8410893" y="6186995"/>
                  </a:lnTo>
                  <a:lnTo>
                    <a:pt x="8237969" y="6014070"/>
                  </a:lnTo>
                  <a:lnTo>
                    <a:pt x="7976505" y="6014070"/>
                  </a:lnTo>
                  <a:lnTo>
                    <a:pt x="8322430" y="6361205"/>
                  </a:lnTo>
                  <a:lnTo>
                    <a:pt x="8346365" y="6351301"/>
                  </a:lnTo>
                  <a:cubicBezTo>
                    <a:pt x="8357861" y="6351301"/>
                    <a:pt x="8369358" y="6355681"/>
                    <a:pt x="8378117" y="6364440"/>
                  </a:cubicBezTo>
                  <a:cubicBezTo>
                    <a:pt x="8395635" y="6381958"/>
                    <a:pt x="8395635" y="6410426"/>
                    <a:pt x="8378117" y="6427944"/>
                  </a:cubicBezTo>
                  <a:lnTo>
                    <a:pt x="8351840" y="6438818"/>
                  </a:lnTo>
                  <a:lnTo>
                    <a:pt x="8351840" y="6857801"/>
                  </a:lnTo>
                  <a:lnTo>
                    <a:pt x="8329942" y="6857801"/>
                  </a:lnTo>
                  <a:lnTo>
                    <a:pt x="8329942" y="6434288"/>
                  </a:lnTo>
                  <a:lnTo>
                    <a:pt x="8314612" y="6427944"/>
                  </a:lnTo>
                  <a:cubicBezTo>
                    <a:pt x="8305853" y="6419185"/>
                    <a:pt x="8301473" y="6407689"/>
                    <a:pt x="8301473" y="6396192"/>
                  </a:cubicBezTo>
                  <a:lnTo>
                    <a:pt x="8308845" y="6378380"/>
                  </a:lnTo>
                  <a:lnTo>
                    <a:pt x="7944534" y="6014070"/>
                  </a:lnTo>
                  <a:lnTo>
                    <a:pt x="7751832" y="6014070"/>
                  </a:lnTo>
                  <a:lnTo>
                    <a:pt x="7701466" y="5963704"/>
                  </a:lnTo>
                  <a:lnTo>
                    <a:pt x="7701466" y="6445464"/>
                  </a:lnTo>
                  <a:lnTo>
                    <a:pt x="8115975" y="6857801"/>
                  </a:lnTo>
                  <a:lnTo>
                    <a:pt x="8089716" y="6857801"/>
                  </a:lnTo>
                  <a:lnTo>
                    <a:pt x="7683948" y="6452032"/>
                  </a:lnTo>
                  <a:lnTo>
                    <a:pt x="7683948" y="5946186"/>
                  </a:lnTo>
                  <a:lnTo>
                    <a:pt x="7348907" y="5611145"/>
                  </a:lnTo>
                  <a:lnTo>
                    <a:pt x="7348907" y="5781950"/>
                  </a:lnTo>
                  <a:lnTo>
                    <a:pt x="7681759" y="6114802"/>
                  </a:lnTo>
                  <a:lnTo>
                    <a:pt x="7681759" y="6857801"/>
                  </a:lnTo>
                  <a:lnTo>
                    <a:pt x="7657670" y="6857801"/>
                  </a:lnTo>
                  <a:lnTo>
                    <a:pt x="7657670" y="6123561"/>
                  </a:lnTo>
                  <a:lnTo>
                    <a:pt x="7348907" y="5814798"/>
                  </a:lnTo>
                  <a:lnTo>
                    <a:pt x="7348907" y="6727949"/>
                  </a:lnTo>
                  <a:lnTo>
                    <a:pt x="7478759" y="6857801"/>
                  </a:lnTo>
                  <a:lnTo>
                    <a:pt x="7447632" y="6857801"/>
                  </a:lnTo>
                  <a:lnTo>
                    <a:pt x="7327009" y="6736708"/>
                  </a:lnTo>
                  <a:lnTo>
                    <a:pt x="7327009" y="5792900"/>
                  </a:lnTo>
                  <a:lnTo>
                    <a:pt x="6869339" y="5335229"/>
                  </a:lnTo>
                  <a:lnTo>
                    <a:pt x="6869339" y="5810418"/>
                  </a:lnTo>
                  <a:lnTo>
                    <a:pt x="7226278" y="6167357"/>
                  </a:lnTo>
                  <a:lnTo>
                    <a:pt x="7226278" y="6756416"/>
                  </a:lnTo>
                  <a:lnTo>
                    <a:pt x="7327662" y="6857801"/>
                  </a:lnTo>
                  <a:lnTo>
                    <a:pt x="7303575" y="6857801"/>
                  </a:lnTo>
                  <a:lnTo>
                    <a:pt x="7208759" y="6762986"/>
                  </a:lnTo>
                  <a:lnTo>
                    <a:pt x="7208759" y="6173926"/>
                  </a:lnTo>
                  <a:lnTo>
                    <a:pt x="6869339" y="5834506"/>
                  </a:lnTo>
                  <a:lnTo>
                    <a:pt x="6869339" y="5902390"/>
                  </a:lnTo>
                  <a:lnTo>
                    <a:pt x="6731382" y="6041034"/>
                  </a:lnTo>
                  <a:lnTo>
                    <a:pt x="6731382" y="6553641"/>
                  </a:lnTo>
                  <a:lnTo>
                    <a:pt x="6751089" y="6561524"/>
                  </a:lnTo>
                  <a:cubicBezTo>
                    <a:pt x="6759302" y="6569736"/>
                    <a:pt x="6764229" y="6581232"/>
                    <a:pt x="6764229" y="6594371"/>
                  </a:cubicBezTo>
                  <a:lnTo>
                    <a:pt x="6757380" y="6611493"/>
                  </a:lnTo>
                  <a:lnTo>
                    <a:pt x="7004782" y="6857801"/>
                  </a:lnTo>
                  <a:lnTo>
                    <a:pt x="6972915" y="6857801"/>
                  </a:lnTo>
                  <a:lnTo>
                    <a:pt x="6744834" y="6629720"/>
                  </a:lnTo>
                  <a:lnTo>
                    <a:pt x="6718243" y="6640357"/>
                  </a:lnTo>
                  <a:cubicBezTo>
                    <a:pt x="6691965" y="6640357"/>
                    <a:pt x="6672256" y="6620648"/>
                    <a:pt x="6672256" y="6594371"/>
                  </a:cubicBezTo>
                  <a:cubicBezTo>
                    <a:pt x="6672256" y="6581232"/>
                    <a:pt x="6677731" y="6569736"/>
                    <a:pt x="6686217" y="6561524"/>
                  </a:cubicBezTo>
                  <a:lnTo>
                    <a:pt x="6709484" y="6551978"/>
                  </a:lnTo>
                  <a:lnTo>
                    <a:pt x="6709484" y="6063042"/>
                  </a:lnTo>
                  <a:lnTo>
                    <a:pt x="6523351" y="6250102"/>
                  </a:lnTo>
                  <a:lnTo>
                    <a:pt x="6523351" y="6493014"/>
                  </a:lnTo>
                  <a:lnTo>
                    <a:pt x="6537583" y="6499113"/>
                  </a:lnTo>
                  <a:cubicBezTo>
                    <a:pt x="6543605" y="6505136"/>
                    <a:pt x="6547436" y="6513347"/>
                    <a:pt x="6547436" y="6522106"/>
                  </a:cubicBezTo>
                  <a:lnTo>
                    <a:pt x="6542216" y="6534290"/>
                  </a:lnTo>
                  <a:lnTo>
                    <a:pt x="6862296" y="6852455"/>
                  </a:lnTo>
                  <a:lnTo>
                    <a:pt x="6871529" y="6848388"/>
                  </a:lnTo>
                  <a:lnTo>
                    <a:pt x="6891297" y="6857801"/>
                  </a:lnTo>
                  <a:lnTo>
                    <a:pt x="6843549" y="6857801"/>
                  </a:lnTo>
                  <a:lnTo>
                    <a:pt x="6531561" y="6547681"/>
                  </a:lnTo>
                  <a:lnTo>
                    <a:pt x="6514590" y="6554953"/>
                  </a:lnTo>
                  <a:cubicBezTo>
                    <a:pt x="6497072" y="6554953"/>
                    <a:pt x="6481743" y="6539625"/>
                    <a:pt x="6481743" y="6522106"/>
                  </a:cubicBezTo>
                  <a:cubicBezTo>
                    <a:pt x="6481743" y="6513347"/>
                    <a:pt x="6485575" y="6505136"/>
                    <a:pt x="6491598" y="6499113"/>
                  </a:cubicBezTo>
                  <a:lnTo>
                    <a:pt x="6505831" y="6493013"/>
                  </a:lnTo>
                  <a:lnTo>
                    <a:pt x="6505831" y="6267707"/>
                  </a:lnTo>
                  <a:lnTo>
                    <a:pt x="6456053" y="6317733"/>
                  </a:lnTo>
                  <a:lnTo>
                    <a:pt x="6464225" y="6338163"/>
                  </a:lnTo>
                  <a:cubicBezTo>
                    <a:pt x="6464225" y="6351302"/>
                    <a:pt x="6459298" y="6362799"/>
                    <a:pt x="6451086" y="6371010"/>
                  </a:cubicBezTo>
                  <a:lnTo>
                    <a:pt x="6429188" y="6379769"/>
                  </a:lnTo>
                  <a:lnTo>
                    <a:pt x="6429188" y="6857801"/>
                  </a:lnTo>
                  <a:lnTo>
                    <a:pt x="6405100" y="6857801"/>
                  </a:lnTo>
                  <a:lnTo>
                    <a:pt x="6405100" y="6378894"/>
                  </a:lnTo>
                  <a:lnTo>
                    <a:pt x="6385393" y="6371010"/>
                  </a:lnTo>
                  <a:cubicBezTo>
                    <a:pt x="6377181" y="6362799"/>
                    <a:pt x="6372253" y="6351302"/>
                    <a:pt x="6372253" y="6338163"/>
                  </a:cubicBezTo>
                  <a:cubicBezTo>
                    <a:pt x="6372253" y="6311885"/>
                    <a:pt x="6391962" y="6292177"/>
                    <a:pt x="6418239" y="6292177"/>
                  </a:cubicBezTo>
                  <a:lnTo>
                    <a:pt x="6438572" y="6300310"/>
                  </a:lnTo>
                  <a:lnTo>
                    <a:pt x="6505831" y="6233051"/>
                  </a:lnTo>
                  <a:lnTo>
                    <a:pt x="6505831" y="6128739"/>
                  </a:lnTo>
                  <a:lnTo>
                    <a:pt x="6317560" y="6318282"/>
                  </a:lnTo>
                  <a:lnTo>
                    <a:pt x="6324077" y="6333782"/>
                  </a:lnTo>
                  <a:cubicBezTo>
                    <a:pt x="6324077" y="6342542"/>
                    <a:pt x="6320245" y="6350754"/>
                    <a:pt x="6314224" y="6356776"/>
                  </a:cubicBezTo>
                  <a:lnTo>
                    <a:pt x="6299990" y="6362876"/>
                  </a:lnTo>
                  <a:lnTo>
                    <a:pt x="6299990" y="6857801"/>
                  </a:lnTo>
                  <a:lnTo>
                    <a:pt x="6282472" y="6857801"/>
                  </a:lnTo>
                  <a:lnTo>
                    <a:pt x="6282472" y="6361625"/>
                  </a:lnTo>
                  <a:lnTo>
                    <a:pt x="6266048" y="6354586"/>
                  </a:lnTo>
                  <a:cubicBezTo>
                    <a:pt x="6260025" y="6348564"/>
                    <a:pt x="6256193" y="6340352"/>
                    <a:pt x="6256193" y="6331592"/>
                  </a:cubicBezTo>
                  <a:cubicBezTo>
                    <a:pt x="6256193" y="6314073"/>
                    <a:pt x="6269332" y="6298745"/>
                    <a:pt x="6289041" y="6298745"/>
                  </a:cubicBezTo>
                  <a:lnTo>
                    <a:pt x="6305775" y="6306101"/>
                  </a:lnTo>
                  <a:lnTo>
                    <a:pt x="6505831" y="6106044"/>
                  </a:lnTo>
                  <a:lnTo>
                    <a:pt x="6505831" y="5865163"/>
                  </a:lnTo>
                  <a:lnTo>
                    <a:pt x="6249624" y="5606765"/>
                  </a:lnTo>
                  <a:lnTo>
                    <a:pt x="6249624" y="5377149"/>
                  </a:lnTo>
                  <a:lnTo>
                    <a:pt x="6231011" y="5369171"/>
                  </a:lnTo>
                  <a:cubicBezTo>
                    <a:pt x="6224987" y="5363150"/>
                    <a:pt x="6221155" y="5354938"/>
                    <a:pt x="6221155" y="5346178"/>
                  </a:cubicBezTo>
                  <a:cubicBezTo>
                    <a:pt x="6221155" y="5328659"/>
                    <a:pt x="6234295" y="5313330"/>
                    <a:pt x="6254003" y="5313330"/>
                  </a:cubicBezTo>
                  <a:cubicBezTo>
                    <a:pt x="6271521" y="5313330"/>
                    <a:pt x="6286849" y="5328659"/>
                    <a:pt x="6286849" y="5346178"/>
                  </a:cubicBezTo>
                  <a:cubicBezTo>
                    <a:pt x="6286849" y="5354938"/>
                    <a:pt x="6283565" y="5363150"/>
                    <a:pt x="6277818" y="5369171"/>
                  </a:cubicBezTo>
                  <a:lnTo>
                    <a:pt x="6264952" y="5374494"/>
                  </a:lnTo>
                  <a:lnTo>
                    <a:pt x="6264952" y="5600197"/>
                  </a:lnTo>
                  <a:lnTo>
                    <a:pt x="6523351" y="5856405"/>
                  </a:lnTo>
                  <a:lnTo>
                    <a:pt x="6523351" y="6088525"/>
                  </a:lnTo>
                  <a:lnTo>
                    <a:pt x="6608752" y="6003122"/>
                  </a:lnTo>
                  <a:lnTo>
                    <a:pt x="6608752" y="5604576"/>
                  </a:lnTo>
                  <a:lnTo>
                    <a:pt x="6437432" y="5433255"/>
                  </a:lnTo>
                  <a:lnTo>
                    <a:pt x="6432474" y="5431307"/>
                  </a:lnTo>
                  <a:lnTo>
                    <a:pt x="6430348" y="5426172"/>
                  </a:lnTo>
                  <a:lnTo>
                    <a:pt x="6361304" y="5357127"/>
                  </a:lnTo>
                  <a:lnTo>
                    <a:pt x="6361304" y="5045738"/>
                  </a:lnTo>
                  <a:lnTo>
                    <a:pt x="6335026" y="5035226"/>
                  </a:lnTo>
                  <a:cubicBezTo>
                    <a:pt x="6326814" y="5027014"/>
                    <a:pt x="6321887" y="5015518"/>
                    <a:pt x="6321887" y="5002379"/>
                  </a:cubicBezTo>
                  <a:cubicBezTo>
                    <a:pt x="6321887" y="4976101"/>
                    <a:pt x="6341594" y="4956392"/>
                    <a:pt x="6367872" y="4956392"/>
                  </a:cubicBezTo>
                  <a:cubicBezTo>
                    <a:pt x="6394150" y="4956392"/>
                    <a:pt x="6413859" y="4976101"/>
                    <a:pt x="6413859" y="5002379"/>
                  </a:cubicBezTo>
                  <a:cubicBezTo>
                    <a:pt x="6413859" y="5015518"/>
                    <a:pt x="6408932" y="5027014"/>
                    <a:pt x="6400720" y="5035226"/>
                  </a:cubicBezTo>
                  <a:lnTo>
                    <a:pt x="6383202" y="5042233"/>
                  </a:lnTo>
                  <a:lnTo>
                    <a:pt x="6383202" y="5348368"/>
                  </a:lnTo>
                  <a:lnTo>
                    <a:pt x="6428206" y="5393372"/>
                  </a:lnTo>
                  <a:lnTo>
                    <a:pt x="6432474" y="5382583"/>
                  </a:lnTo>
                  <a:lnTo>
                    <a:pt x="6440137" y="5379208"/>
                  </a:lnTo>
                  <a:lnTo>
                    <a:pt x="6440137" y="4380472"/>
                  </a:lnTo>
                  <a:lnTo>
                    <a:pt x="6335026" y="4275362"/>
                  </a:lnTo>
                  <a:lnTo>
                    <a:pt x="6291230" y="4275362"/>
                  </a:lnTo>
                  <a:lnTo>
                    <a:pt x="6291230" y="4338865"/>
                  </a:lnTo>
                  <a:lnTo>
                    <a:pt x="6169436" y="4461451"/>
                  </a:lnTo>
                  <a:lnTo>
                    <a:pt x="6190499" y="4452736"/>
                  </a:lnTo>
                  <a:cubicBezTo>
                    <a:pt x="6208016" y="4452736"/>
                    <a:pt x="6223345" y="4468064"/>
                    <a:pt x="6223345" y="4485583"/>
                  </a:cubicBezTo>
                  <a:cubicBezTo>
                    <a:pt x="6223345" y="4494342"/>
                    <a:pt x="6219513" y="4502554"/>
                    <a:pt x="6213491" y="4508576"/>
                  </a:cubicBezTo>
                  <a:lnTo>
                    <a:pt x="6199259" y="4514676"/>
                  </a:lnTo>
                  <a:lnTo>
                    <a:pt x="6199259" y="4853471"/>
                  </a:lnTo>
                  <a:lnTo>
                    <a:pt x="5954002" y="5096596"/>
                  </a:lnTo>
                  <a:lnTo>
                    <a:pt x="5954002" y="5598007"/>
                  </a:lnTo>
                  <a:lnTo>
                    <a:pt x="5975898" y="5606766"/>
                  </a:lnTo>
                  <a:cubicBezTo>
                    <a:pt x="5984111" y="5614978"/>
                    <a:pt x="5989038" y="5626475"/>
                    <a:pt x="5989038" y="5639614"/>
                  </a:cubicBezTo>
                  <a:cubicBezTo>
                    <a:pt x="5989038" y="5652753"/>
                    <a:pt x="5984111" y="5664249"/>
                    <a:pt x="5975899" y="5672460"/>
                  </a:cubicBezTo>
                  <a:lnTo>
                    <a:pt x="5947431" y="5683847"/>
                  </a:lnTo>
                  <a:lnTo>
                    <a:pt x="5947431" y="5787317"/>
                  </a:lnTo>
                  <a:lnTo>
                    <a:pt x="5963581" y="5793174"/>
                  </a:lnTo>
                  <a:cubicBezTo>
                    <a:pt x="5969876" y="5798923"/>
                    <a:pt x="5973709" y="5807135"/>
                    <a:pt x="5973709" y="5816988"/>
                  </a:cubicBezTo>
                  <a:lnTo>
                    <a:pt x="5970884" y="5822921"/>
                  </a:lnTo>
                  <a:lnTo>
                    <a:pt x="6131373" y="5983414"/>
                  </a:lnTo>
                  <a:lnTo>
                    <a:pt x="6131373" y="6425754"/>
                  </a:lnTo>
                  <a:lnTo>
                    <a:pt x="6260573" y="6554953"/>
                  </a:lnTo>
                  <a:lnTo>
                    <a:pt x="6260573" y="6857801"/>
                  </a:lnTo>
                  <a:lnTo>
                    <a:pt x="6238675" y="6857801"/>
                  </a:lnTo>
                  <a:lnTo>
                    <a:pt x="6238675" y="6563713"/>
                  </a:lnTo>
                  <a:lnTo>
                    <a:pt x="6175170" y="6500209"/>
                  </a:lnTo>
                  <a:lnTo>
                    <a:pt x="6175170" y="6840880"/>
                  </a:lnTo>
                  <a:lnTo>
                    <a:pt x="6185024" y="6845104"/>
                  </a:lnTo>
                  <a:lnTo>
                    <a:pt x="6190466" y="6857801"/>
                  </a:lnTo>
                  <a:lnTo>
                    <a:pt x="6133596" y="6857801"/>
                  </a:lnTo>
                  <a:lnTo>
                    <a:pt x="6139038" y="6845104"/>
                  </a:lnTo>
                  <a:lnTo>
                    <a:pt x="6157652" y="6837126"/>
                  </a:lnTo>
                  <a:lnTo>
                    <a:pt x="6157652" y="6498018"/>
                  </a:lnTo>
                  <a:lnTo>
                    <a:pt x="6131373" y="6471740"/>
                  </a:lnTo>
                  <a:lnTo>
                    <a:pt x="6131373" y="6857801"/>
                  </a:lnTo>
                  <a:lnTo>
                    <a:pt x="6087577" y="6857801"/>
                  </a:lnTo>
                  <a:lnTo>
                    <a:pt x="6087577" y="6427945"/>
                  </a:lnTo>
                  <a:lnTo>
                    <a:pt x="6081009" y="6421376"/>
                  </a:lnTo>
                  <a:lnTo>
                    <a:pt x="6081009" y="6857801"/>
                  </a:lnTo>
                  <a:lnTo>
                    <a:pt x="6045972" y="6857801"/>
                  </a:lnTo>
                  <a:lnTo>
                    <a:pt x="6045972" y="6386340"/>
                  </a:lnTo>
                  <a:lnTo>
                    <a:pt x="5694509" y="6034874"/>
                  </a:lnTo>
                  <a:lnTo>
                    <a:pt x="5520420" y="6208963"/>
                  </a:lnTo>
                  <a:lnTo>
                    <a:pt x="5520420" y="6622839"/>
                  </a:lnTo>
                  <a:lnTo>
                    <a:pt x="5755381" y="6857801"/>
                  </a:lnTo>
                  <a:lnTo>
                    <a:pt x="5705768" y="6857801"/>
                  </a:lnTo>
                  <a:lnTo>
                    <a:pt x="5485384" y="6638167"/>
                  </a:lnTo>
                  <a:lnTo>
                    <a:pt x="5485384" y="6195825"/>
                  </a:lnTo>
                  <a:lnTo>
                    <a:pt x="5670422" y="6010786"/>
                  </a:lnTo>
                  <a:lnTo>
                    <a:pt x="5603634" y="5943999"/>
                  </a:lnTo>
                  <a:lnTo>
                    <a:pt x="5375897" y="6171738"/>
                  </a:lnTo>
                  <a:lnTo>
                    <a:pt x="5375897" y="6257419"/>
                  </a:lnTo>
                  <a:lnTo>
                    <a:pt x="5383555" y="6262614"/>
                  </a:lnTo>
                  <a:cubicBezTo>
                    <a:pt x="5392313" y="6271373"/>
                    <a:pt x="5397788" y="6283418"/>
                    <a:pt x="5397788" y="6296556"/>
                  </a:cubicBezTo>
                  <a:cubicBezTo>
                    <a:pt x="5397788" y="6309694"/>
                    <a:pt x="5392313" y="6321739"/>
                    <a:pt x="5383555" y="6330499"/>
                  </a:cubicBezTo>
                  <a:lnTo>
                    <a:pt x="5375897" y="6335694"/>
                  </a:lnTo>
                  <a:lnTo>
                    <a:pt x="5375897" y="6732329"/>
                  </a:lnTo>
                  <a:lnTo>
                    <a:pt x="5501368" y="6857801"/>
                  </a:lnTo>
                  <a:lnTo>
                    <a:pt x="5435942" y="6857801"/>
                  </a:lnTo>
                  <a:lnTo>
                    <a:pt x="5364944" y="6786982"/>
                  </a:lnTo>
                  <a:lnTo>
                    <a:pt x="5364944" y="6857801"/>
                  </a:lnTo>
                  <a:lnTo>
                    <a:pt x="5329908" y="6857801"/>
                  </a:lnTo>
                  <a:lnTo>
                    <a:pt x="5329908" y="6338674"/>
                  </a:lnTo>
                  <a:lnTo>
                    <a:pt x="5317860" y="6330499"/>
                  </a:lnTo>
                  <a:cubicBezTo>
                    <a:pt x="5309101" y="6321739"/>
                    <a:pt x="5303626" y="6309694"/>
                    <a:pt x="5303626" y="6296556"/>
                  </a:cubicBezTo>
                  <a:cubicBezTo>
                    <a:pt x="5303626" y="6283418"/>
                    <a:pt x="5308554" y="6271373"/>
                    <a:pt x="5316765" y="6262614"/>
                  </a:cubicBezTo>
                  <a:lnTo>
                    <a:pt x="5329910" y="6253233"/>
                  </a:lnTo>
                  <a:lnTo>
                    <a:pt x="5329910" y="6152029"/>
                  </a:lnTo>
                  <a:lnTo>
                    <a:pt x="5571422" y="5911787"/>
                  </a:lnTo>
                  <a:lnTo>
                    <a:pt x="5465677" y="5806040"/>
                  </a:lnTo>
                  <a:lnTo>
                    <a:pt x="5465677" y="5965895"/>
                  </a:lnTo>
                  <a:lnTo>
                    <a:pt x="5226985" y="6204584"/>
                  </a:lnTo>
                  <a:lnTo>
                    <a:pt x="5226985" y="6857801"/>
                  </a:lnTo>
                  <a:lnTo>
                    <a:pt x="5209466" y="6857801"/>
                  </a:lnTo>
                  <a:lnTo>
                    <a:pt x="5209466" y="6222103"/>
                  </a:lnTo>
                  <a:lnTo>
                    <a:pt x="5186745" y="6244825"/>
                  </a:lnTo>
                  <a:lnTo>
                    <a:pt x="5188665" y="6246190"/>
                  </a:lnTo>
                  <a:cubicBezTo>
                    <a:pt x="5200159" y="6258234"/>
                    <a:pt x="5207275" y="6274658"/>
                    <a:pt x="5207275" y="6292176"/>
                  </a:cubicBezTo>
                  <a:cubicBezTo>
                    <a:pt x="5207275" y="6318454"/>
                    <a:pt x="5191265" y="6341037"/>
                    <a:pt x="5168476" y="6350685"/>
                  </a:cubicBezTo>
                  <a:lnTo>
                    <a:pt x="5165676" y="6351252"/>
                  </a:lnTo>
                  <a:lnTo>
                    <a:pt x="5165676" y="6857801"/>
                  </a:lnTo>
                  <a:lnTo>
                    <a:pt x="5119687" y="6857801"/>
                  </a:lnTo>
                  <a:lnTo>
                    <a:pt x="5119687" y="6351110"/>
                  </a:lnTo>
                  <a:lnTo>
                    <a:pt x="5119068" y="6350994"/>
                  </a:lnTo>
                  <a:lnTo>
                    <a:pt x="5097689" y="6333883"/>
                  </a:lnTo>
                  <a:lnTo>
                    <a:pt x="5052457" y="6379115"/>
                  </a:lnTo>
                  <a:lnTo>
                    <a:pt x="5058369" y="6392907"/>
                  </a:lnTo>
                  <a:cubicBezTo>
                    <a:pt x="5058369" y="6401667"/>
                    <a:pt x="5054536" y="6409879"/>
                    <a:pt x="5048515" y="6415901"/>
                  </a:cubicBezTo>
                  <a:lnTo>
                    <a:pt x="5034286" y="6421999"/>
                  </a:lnTo>
                  <a:lnTo>
                    <a:pt x="5034286" y="6857801"/>
                  </a:lnTo>
                  <a:lnTo>
                    <a:pt x="5016767" y="6857801"/>
                  </a:lnTo>
                  <a:lnTo>
                    <a:pt x="5016767" y="6423775"/>
                  </a:lnTo>
                  <a:lnTo>
                    <a:pt x="5002529" y="6416995"/>
                  </a:lnTo>
                  <a:cubicBezTo>
                    <a:pt x="4996507" y="6410426"/>
                    <a:pt x="4992676" y="6401667"/>
                    <a:pt x="4992676" y="6392907"/>
                  </a:cubicBezTo>
                  <a:cubicBezTo>
                    <a:pt x="4992676" y="6375389"/>
                    <a:pt x="5008004" y="6360061"/>
                    <a:pt x="5025522" y="6360061"/>
                  </a:cubicBezTo>
                  <a:lnTo>
                    <a:pt x="5040853" y="6366631"/>
                  </a:lnTo>
                  <a:lnTo>
                    <a:pt x="5088309" y="6319174"/>
                  </a:lnTo>
                  <a:lnTo>
                    <a:pt x="5080269" y="6292176"/>
                  </a:lnTo>
                  <a:cubicBezTo>
                    <a:pt x="5080269" y="6254949"/>
                    <a:pt x="5108737" y="6226482"/>
                    <a:pt x="5143772" y="6226482"/>
                  </a:cubicBezTo>
                  <a:cubicBezTo>
                    <a:pt x="5152533" y="6226482"/>
                    <a:pt x="5160882" y="6228398"/>
                    <a:pt x="5168476" y="6231820"/>
                  </a:cubicBezTo>
                  <a:lnTo>
                    <a:pt x="5172672" y="6234808"/>
                  </a:lnTo>
                  <a:lnTo>
                    <a:pt x="5209466" y="6198014"/>
                  </a:lnTo>
                  <a:lnTo>
                    <a:pt x="5209466" y="5958075"/>
                  </a:lnTo>
                  <a:lnTo>
                    <a:pt x="5195231" y="5952483"/>
                  </a:lnTo>
                  <a:lnTo>
                    <a:pt x="5194352" y="5950356"/>
                  </a:lnTo>
                  <a:lnTo>
                    <a:pt x="4977359" y="6167358"/>
                  </a:lnTo>
                  <a:lnTo>
                    <a:pt x="4977359" y="6857801"/>
                  </a:lnTo>
                  <a:lnTo>
                    <a:pt x="4955458" y="6857801"/>
                  </a:lnTo>
                  <a:lnTo>
                    <a:pt x="4955458" y="6189255"/>
                  </a:lnTo>
                  <a:lnTo>
                    <a:pt x="4780284" y="6364425"/>
                  </a:lnTo>
                  <a:lnTo>
                    <a:pt x="4780284" y="6736708"/>
                  </a:lnTo>
                  <a:lnTo>
                    <a:pt x="4718953" y="6798042"/>
                  </a:lnTo>
                  <a:lnTo>
                    <a:pt x="4718953" y="6857801"/>
                  </a:lnTo>
                  <a:lnTo>
                    <a:pt x="4694866" y="6857801"/>
                  </a:lnTo>
                  <a:lnTo>
                    <a:pt x="4694866" y="6822131"/>
                  </a:lnTo>
                  <a:lnTo>
                    <a:pt x="4659199" y="6857801"/>
                  </a:lnTo>
                  <a:lnTo>
                    <a:pt x="4626351" y="6857801"/>
                  </a:lnTo>
                  <a:lnTo>
                    <a:pt x="4694866" y="6789280"/>
                  </a:lnTo>
                  <a:lnTo>
                    <a:pt x="4694866" y="6465086"/>
                  </a:lnTo>
                  <a:lnTo>
                    <a:pt x="4687541" y="6463563"/>
                  </a:lnTo>
                  <a:cubicBezTo>
                    <a:pt x="4670913" y="6456275"/>
                    <a:pt x="4659826" y="6439441"/>
                    <a:pt x="4659826" y="6421375"/>
                  </a:cubicBezTo>
                  <a:cubicBezTo>
                    <a:pt x="4659826" y="6395098"/>
                    <a:pt x="4681725" y="6375389"/>
                    <a:pt x="4705812" y="6375389"/>
                  </a:cubicBezTo>
                  <a:lnTo>
                    <a:pt x="4727625" y="6384115"/>
                  </a:lnTo>
                  <a:lnTo>
                    <a:pt x="4756193" y="6355439"/>
                  </a:lnTo>
                  <a:lnTo>
                    <a:pt x="4756193" y="5612302"/>
                  </a:lnTo>
                  <a:lnTo>
                    <a:pt x="4421155" y="5948207"/>
                  </a:lnTo>
                  <a:lnTo>
                    <a:pt x="4421155" y="6452032"/>
                  </a:lnTo>
                  <a:lnTo>
                    <a:pt x="4017550" y="6857801"/>
                  </a:lnTo>
                  <a:lnTo>
                    <a:pt x="3991338" y="6857801"/>
                  </a:lnTo>
                  <a:lnTo>
                    <a:pt x="4403638" y="6445464"/>
                  </a:lnTo>
                  <a:lnTo>
                    <a:pt x="4403638" y="5965771"/>
                  </a:lnTo>
                  <a:lnTo>
                    <a:pt x="4355458" y="6014070"/>
                  </a:lnTo>
                  <a:lnTo>
                    <a:pt x="4160611" y="6014070"/>
                  </a:lnTo>
                  <a:lnTo>
                    <a:pt x="3796301" y="6378382"/>
                  </a:lnTo>
                  <a:lnTo>
                    <a:pt x="3803669" y="6396192"/>
                  </a:lnTo>
                  <a:cubicBezTo>
                    <a:pt x="3803669" y="6407689"/>
                    <a:pt x="3799290" y="6419185"/>
                    <a:pt x="3790532" y="6427944"/>
                  </a:cubicBezTo>
                  <a:lnTo>
                    <a:pt x="3775207" y="6434287"/>
                  </a:lnTo>
                  <a:lnTo>
                    <a:pt x="3775207" y="6857801"/>
                  </a:lnTo>
                  <a:lnTo>
                    <a:pt x="3753304" y="6857801"/>
                  </a:lnTo>
                  <a:lnTo>
                    <a:pt x="3753304" y="6438819"/>
                  </a:lnTo>
                  <a:lnTo>
                    <a:pt x="3727024" y="6427944"/>
                  </a:lnTo>
                  <a:cubicBezTo>
                    <a:pt x="3709504" y="6410426"/>
                    <a:pt x="3709504" y="6381958"/>
                    <a:pt x="3727024" y="6364440"/>
                  </a:cubicBezTo>
                  <a:cubicBezTo>
                    <a:pt x="3735781" y="6355681"/>
                    <a:pt x="3747278" y="6351301"/>
                    <a:pt x="3758777" y="6351301"/>
                  </a:cubicBezTo>
                  <a:lnTo>
                    <a:pt x="3782790" y="6361236"/>
                  </a:lnTo>
                  <a:lnTo>
                    <a:pt x="4129948" y="6014070"/>
                  </a:lnTo>
                  <a:lnTo>
                    <a:pt x="3867170" y="6014070"/>
                  </a:lnTo>
                  <a:lnTo>
                    <a:pt x="3694244" y="6186996"/>
                  </a:lnTo>
                  <a:lnTo>
                    <a:pt x="3699645" y="6200204"/>
                  </a:lnTo>
                  <a:cubicBezTo>
                    <a:pt x="3699645" y="6208964"/>
                    <a:pt x="3696360" y="6217723"/>
                    <a:pt x="3689794" y="6224291"/>
                  </a:cubicBezTo>
                  <a:lnTo>
                    <a:pt x="3678846" y="6228770"/>
                  </a:lnTo>
                  <a:lnTo>
                    <a:pt x="3678846" y="6680570"/>
                  </a:lnTo>
                  <a:lnTo>
                    <a:pt x="3687602" y="6684152"/>
                  </a:lnTo>
                  <a:cubicBezTo>
                    <a:pt x="3700738" y="6697290"/>
                    <a:pt x="3700738" y="6719189"/>
                    <a:pt x="3687602" y="6732328"/>
                  </a:cubicBezTo>
                  <a:cubicBezTo>
                    <a:pt x="3681033" y="6738898"/>
                    <a:pt x="3672277" y="6742182"/>
                    <a:pt x="3663516" y="6742182"/>
                  </a:cubicBezTo>
                  <a:lnTo>
                    <a:pt x="3658045" y="6739943"/>
                  </a:lnTo>
                  <a:lnTo>
                    <a:pt x="3539905" y="6857801"/>
                  </a:lnTo>
                  <a:lnTo>
                    <a:pt x="3513960" y="6857801"/>
                  </a:lnTo>
                  <a:lnTo>
                    <a:pt x="3639431" y="6732328"/>
                  </a:lnTo>
                  <a:cubicBezTo>
                    <a:pt x="3626289" y="6719189"/>
                    <a:pt x="3626289" y="6697290"/>
                    <a:pt x="3639431" y="6684152"/>
                  </a:cubicBezTo>
                  <a:lnTo>
                    <a:pt x="3661327" y="6675193"/>
                  </a:lnTo>
                  <a:lnTo>
                    <a:pt x="3661327" y="6232354"/>
                  </a:lnTo>
                  <a:lnTo>
                    <a:pt x="3641620" y="6224291"/>
                  </a:lnTo>
                  <a:cubicBezTo>
                    <a:pt x="3628481" y="6211153"/>
                    <a:pt x="3628481" y="6189254"/>
                    <a:pt x="3641620" y="6176117"/>
                  </a:cubicBezTo>
                  <a:cubicBezTo>
                    <a:pt x="3648188" y="6169547"/>
                    <a:pt x="3656947" y="6166262"/>
                    <a:pt x="3665705" y="6166262"/>
                  </a:cubicBezTo>
                  <a:lnTo>
                    <a:pt x="3683578" y="6173574"/>
                  </a:lnTo>
                  <a:lnTo>
                    <a:pt x="3843082" y="6014070"/>
                  </a:lnTo>
                  <a:lnTo>
                    <a:pt x="3768856" y="6014070"/>
                  </a:lnTo>
                  <a:lnTo>
                    <a:pt x="3759873" y="6035969"/>
                  </a:lnTo>
                  <a:cubicBezTo>
                    <a:pt x="3751111" y="6044728"/>
                    <a:pt x="3739613" y="6049108"/>
                    <a:pt x="3728119" y="6049108"/>
                  </a:cubicBezTo>
                  <a:lnTo>
                    <a:pt x="3705663" y="6039815"/>
                  </a:lnTo>
                  <a:lnTo>
                    <a:pt x="3177735" y="6567755"/>
                  </a:lnTo>
                  <a:lnTo>
                    <a:pt x="3177396" y="6633787"/>
                  </a:lnTo>
                  <a:lnTo>
                    <a:pt x="3098564" y="6713454"/>
                  </a:lnTo>
                  <a:lnTo>
                    <a:pt x="3098564" y="6857801"/>
                  </a:lnTo>
                  <a:lnTo>
                    <a:pt x="3076666" y="6857801"/>
                  </a:lnTo>
                  <a:lnTo>
                    <a:pt x="3076666" y="6735584"/>
                  </a:lnTo>
                  <a:lnTo>
                    <a:pt x="3006901" y="6806094"/>
                  </a:lnTo>
                  <a:lnTo>
                    <a:pt x="3009868" y="6813352"/>
                  </a:lnTo>
                  <a:cubicBezTo>
                    <a:pt x="3009868" y="6822111"/>
                    <a:pt x="3006586" y="6830870"/>
                    <a:pt x="3000015" y="6837440"/>
                  </a:cubicBezTo>
                  <a:cubicBezTo>
                    <a:pt x="2986877" y="6850578"/>
                    <a:pt x="2964979" y="6850578"/>
                    <a:pt x="2951839" y="6837440"/>
                  </a:cubicBezTo>
                  <a:cubicBezTo>
                    <a:pt x="2945268" y="6830870"/>
                    <a:pt x="2941984" y="6822111"/>
                    <a:pt x="2941984" y="6813352"/>
                  </a:cubicBezTo>
                  <a:lnTo>
                    <a:pt x="2948802" y="6796684"/>
                  </a:lnTo>
                  <a:lnTo>
                    <a:pt x="2887686" y="6857801"/>
                  </a:lnTo>
                  <a:lnTo>
                    <a:pt x="2854840" y="6857801"/>
                  </a:lnTo>
                  <a:lnTo>
                    <a:pt x="3076666" y="6635975"/>
                  </a:lnTo>
                  <a:lnTo>
                    <a:pt x="3076666" y="6487064"/>
                  </a:lnTo>
                  <a:lnTo>
                    <a:pt x="2820455" y="6743278"/>
                  </a:lnTo>
                  <a:lnTo>
                    <a:pt x="2713158" y="6743278"/>
                  </a:lnTo>
                  <a:lnTo>
                    <a:pt x="2713158" y="6769554"/>
                  </a:lnTo>
                  <a:lnTo>
                    <a:pt x="2624911" y="6857801"/>
                  </a:lnTo>
                  <a:lnTo>
                    <a:pt x="2559215" y="6857801"/>
                  </a:lnTo>
                  <a:lnTo>
                    <a:pt x="2667171" y="6749847"/>
                  </a:lnTo>
                  <a:lnTo>
                    <a:pt x="2667171" y="6743278"/>
                  </a:lnTo>
                  <a:lnTo>
                    <a:pt x="2430666" y="6743278"/>
                  </a:lnTo>
                  <a:lnTo>
                    <a:pt x="2316144" y="6857801"/>
                  </a:lnTo>
                  <a:lnTo>
                    <a:pt x="2267963" y="6857801"/>
                  </a:lnTo>
                  <a:lnTo>
                    <a:pt x="2382490" y="6743278"/>
                  </a:lnTo>
                  <a:lnTo>
                    <a:pt x="2297088" y="6743278"/>
                  </a:lnTo>
                  <a:lnTo>
                    <a:pt x="2182561" y="6857801"/>
                  </a:lnTo>
                  <a:lnTo>
                    <a:pt x="2157755" y="6857801"/>
                  </a:lnTo>
                  <a:lnTo>
                    <a:pt x="2290519" y="6725759"/>
                  </a:lnTo>
                  <a:lnTo>
                    <a:pt x="2400011" y="6725759"/>
                  </a:lnTo>
                  <a:lnTo>
                    <a:pt x="2472270" y="6653495"/>
                  </a:lnTo>
                  <a:lnTo>
                    <a:pt x="2667168" y="6653495"/>
                  </a:lnTo>
                  <a:lnTo>
                    <a:pt x="2667171" y="6653491"/>
                  </a:lnTo>
                  <a:lnTo>
                    <a:pt x="2667171" y="6607509"/>
                  </a:lnTo>
                  <a:lnTo>
                    <a:pt x="2310227" y="6607509"/>
                  </a:lnTo>
                  <a:lnTo>
                    <a:pt x="2059929" y="6857801"/>
                  </a:lnTo>
                  <a:lnTo>
                    <a:pt x="1950445" y="6857801"/>
                  </a:lnTo>
                  <a:lnTo>
                    <a:pt x="2246724" y="6561523"/>
                  </a:lnTo>
                  <a:lnTo>
                    <a:pt x="2308037" y="6561523"/>
                  </a:lnTo>
                  <a:lnTo>
                    <a:pt x="2546725" y="6322834"/>
                  </a:lnTo>
                  <a:lnTo>
                    <a:pt x="2667171" y="6322834"/>
                  </a:lnTo>
                  <a:lnTo>
                    <a:pt x="2667171" y="6219913"/>
                  </a:lnTo>
                  <a:lnTo>
                    <a:pt x="2588338" y="6298746"/>
                  </a:lnTo>
                  <a:lnTo>
                    <a:pt x="2331401" y="6298746"/>
                  </a:lnTo>
                  <a:lnTo>
                    <a:pt x="1983935" y="6644736"/>
                  </a:lnTo>
                  <a:lnTo>
                    <a:pt x="1839411" y="6644736"/>
                  </a:lnTo>
                  <a:lnTo>
                    <a:pt x="1626347" y="6857801"/>
                  </a:lnTo>
                  <a:lnTo>
                    <a:pt x="1593501" y="6857801"/>
                  </a:lnTo>
                  <a:lnTo>
                    <a:pt x="1781415" y="6669885"/>
                  </a:lnTo>
                  <a:lnTo>
                    <a:pt x="1770696" y="6665500"/>
                  </a:lnTo>
                  <a:lnTo>
                    <a:pt x="1596338" y="6841819"/>
                  </a:lnTo>
                  <a:lnTo>
                    <a:pt x="1585388" y="6828680"/>
                  </a:lnTo>
                  <a:lnTo>
                    <a:pt x="1759582" y="6654485"/>
                  </a:lnTo>
                  <a:lnTo>
                    <a:pt x="1752906" y="6638166"/>
                  </a:lnTo>
                  <a:cubicBezTo>
                    <a:pt x="1752906" y="6629407"/>
                    <a:pt x="1756191" y="6620648"/>
                    <a:pt x="1762760" y="6614079"/>
                  </a:cubicBezTo>
                  <a:cubicBezTo>
                    <a:pt x="1775899" y="6600939"/>
                    <a:pt x="1797798" y="6600939"/>
                    <a:pt x="1810937" y="6614079"/>
                  </a:cubicBezTo>
                  <a:lnTo>
                    <a:pt x="1817207" y="6629407"/>
                  </a:lnTo>
                  <a:lnTo>
                    <a:pt x="1821893" y="6629407"/>
                  </a:lnTo>
                  <a:lnTo>
                    <a:pt x="2018976" y="6432324"/>
                  </a:lnTo>
                  <a:lnTo>
                    <a:pt x="1854742" y="6432324"/>
                  </a:lnTo>
                  <a:lnTo>
                    <a:pt x="1576635" y="6710430"/>
                  </a:lnTo>
                  <a:lnTo>
                    <a:pt x="1160574" y="6710430"/>
                  </a:lnTo>
                  <a:lnTo>
                    <a:pt x="1012277" y="6857801"/>
                  </a:lnTo>
                  <a:lnTo>
                    <a:pt x="947509" y="6857801"/>
                  </a:lnTo>
                  <a:lnTo>
                    <a:pt x="1140865" y="6664444"/>
                  </a:lnTo>
                  <a:lnTo>
                    <a:pt x="1464932" y="6664444"/>
                  </a:lnTo>
                  <a:lnTo>
                    <a:pt x="1729917" y="6397287"/>
                  </a:lnTo>
                  <a:lnTo>
                    <a:pt x="1824083" y="6397287"/>
                  </a:lnTo>
                  <a:lnTo>
                    <a:pt x="1937953" y="6283417"/>
                  </a:lnTo>
                  <a:lnTo>
                    <a:pt x="1937953" y="6025648"/>
                  </a:lnTo>
                  <a:lnTo>
                    <a:pt x="1916050" y="6016261"/>
                  </a:lnTo>
                  <a:cubicBezTo>
                    <a:pt x="1889772" y="5989982"/>
                    <a:pt x="1889772" y="5950565"/>
                    <a:pt x="1916050" y="5924288"/>
                  </a:cubicBezTo>
                  <a:cubicBezTo>
                    <a:pt x="1929188" y="5911149"/>
                    <a:pt x="1945612" y="5904580"/>
                    <a:pt x="1962037" y="5904580"/>
                  </a:cubicBezTo>
                  <a:lnTo>
                    <a:pt x="1980505" y="5912496"/>
                  </a:lnTo>
                  <a:lnTo>
                    <a:pt x="2278206" y="5615525"/>
                  </a:lnTo>
                  <a:lnTo>
                    <a:pt x="2119863" y="5615525"/>
                  </a:lnTo>
                  <a:lnTo>
                    <a:pt x="2115333" y="5626474"/>
                  </a:lnTo>
                  <a:cubicBezTo>
                    <a:pt x="2097809" y="5643993"/>
                    <a:pt x="2069340" y="5643993"/>
                    <a:pt x="2051820" y="5626474"/>
                  </a:cubicBezTo>
                  <a:lnTo>
                    <a:pt x="2047290" y="5615525"/>
                  </a:lnTo>
                  <a:lnTo>
                    <a:pt x="1999265" y="5615525"/>
                  </a:lnTo>
                  <a:lnTo>
                    <a:pt x="1790027" y="5824762"/>
                  </a:lnTo>
                  <a:lnTo>
                    <a:pt x="1796700" y="5841076"/>
                  </a:lnTo>
                  <a:cubicBezTo>
                    <a:pt x="1796700" y="5849835"/>
                    <a:pt x="1793416" y="5858595"/>
                    <a:pt x="1786846" y="5865163"/>
                  </a:cubicBezTo>
                  <a:lnTo>
                    <a:pt x="1767144" y="5873224"/>
                  </a:lnTo>
                  <a:lnTo>
                    <a:pt x="1767144" y="6300935"/>
                  </a:lnTo>
                  <a:lnTo>
                    <a:pt x="1445242" y="6625028"/>
                  </a:lnTo>
                  <a:lnTo>
                    <a:pt x="1432103" y="6611888"/>
                  </a:lnTo>
                  <a:lnTo>
                    <a:pt x="1749625" y="6294367"/>
                  </a:lnTo>
                  <a:lnTo>
                    <a:pt x="1749625" y="5869645"/>
                  </a:lnTo>
                  <a:lnTo>
                    <a:pt x="1738671" y="5865163"/>
                  </a:lnTo>
                  <a:cubicBezTo>
                    <a:pt x="1725533" y="5852025"/>
                    <a:pt x="1725533" y="5830126"/>
                    <a:pt x="1738671" y="5816988"/>
                  </a:cubicBezTo>
                  <a:cubicBezTo>
                    <a:pt x="1745240" y="5810419"/>
                    <a:pt x="1753999" y="5807134"/>
                    <a:pt x="1762759" y="5807134"/>
                  </a:cubicBezTo>
                  <a:lnTo>
                    <a:pt x="1775971" y="5812540"/>
                  </a:lnTo>
                  <a:lnTo>
                    <a:pt x="1981745" y="5606765"/>
                  </a:lnTo>
                  <a:lnTo>
                    <a:pt x="1743054" y="5606765"/>
                  </a:lnTo>
                  <a:lnTo>
                    <a:pt x="1281711" y="6068113"/>
                  </a:lnTo>
                  <a:lnTo>
                    <a:pt x="1286478" y="6079765"/>
                  </a:lnTo>
                  <a:cubicBezTo>
                    <a:pt x="1286478" y="6088525"/>
                    <a:pt x="1283193" y="6097284"/>
                    <a:pt x="1276623" y="6103852"/>
                  </a:cubicBezTo>
                  <a:lnTo>
                    <a:pt x="1265959" y="6108215"/>
                  </a:lnTo>
                  <a:lnTo>
                    <a:pt x="1267868" y="6272468"/>
                  </a:lnTo>
                  <a:lnTo>
                    <a:pt x="1191231" y="6347440"/>
                  </a:lnTo>
                  <a:lnTo>
                    <a:pt x="1191231" y="6533054"/>
                  </a:lnTo>
                  <a:lnTo>
                    <a:pt x="868110" y="6857801"/>
                  </a:lnTo>
                  <a:lnTo>
                    <a:pt x="834128" y="6857801"/>
                  </a:lnTo>
                  <a:lnTo>
                    <a:pt x="1169333" y="6524297"/>
                  </a:lnTo>
                  <a:lnTo>
                    <a:pt x="1169333" y="6368862"/>
                  </a:lnTo>
                  <a:lnTo>
                    <a:pt x="1167139" y="6371009"/>
                  </a:lnTo>
                  <a:lnTo>
                    <a:pt x="1156189" y="6360061"/>
                  </a:lnTo>
                  <a:lnTo>
                    <a:pt x="1169333" y="6346917"/>
                  </a:lnTo>
                  <a:lnTo>
                    <a:pt x="1169333" y="5950342"/>
                  </a:lnTo>
                  <a:lnTo>
                    <a:pt x="1167940" y="5949766"/>
                  </a:lnTo>
                  <a:lnTo>
                    <a:pt x="1161554" y="5956151"/>
                  </a:lnTo>
                  <a:lnTo>
                    <a:pt x="1168228" y="5972465"/>
                  </a:lnTo>
                  <a:cubicBezTo>
                    <a:pt x="1168228" y="5981224"/>
                    <a:pt x="1164944" y="5989983"/>
                    <a:pt x="1158374" y="5996553"/>
                  </a:cubicBezTo>
                  <a:lnTo>
                    <a:pt x="1140861" y="6003717"/>
                  </a:lnTo>
                  <a:lnTo>
                    <a:pt x="1140861" y="6329404"/>
                  </a:lnTo>
                  <a:lnTo>
                    <a:pt x="1125532" y="6329404"/>
                  </a:lnTo>
                  <a:lnTo>
                    <a:pt x="1125532" y="6002825"/>
                  </a:lnTo>
                  <a:lnTo>
                    <a:pt x="1110199" y="5996553"/>
                  </a:lnTo>
                  <a:cubicBezTo>
                    <a:pt x="1097061" y="5983414"/>
                    <a:pt x="1097061" y="5961516"/>
                    <a:pt x="1110199" y="5948377"/>
                  </a:cubicBezTo>
                  <a:cubicBezTo>
                    <a:pt x="1116768" y="5941807"/>
                    <a:pt x="1125527" y="5938522"/>
                    <a:pt x="1134287" y="5938522"/>
                  </a:cubicBezTo>
                  <a:lnTo>
                    <a:pt x="1149055" y="5944564"/>
                  </a:lnTo>
                  <a:lnTo>
                    <a:pt x="1152719" y="5940899"/>
                  </a:lnTo>
                  <a:lnTo>
                    <a:pt x="1140861" y="5912245"/>
                  </a:lnTo>
                  <a:cubicBezTo>
                    <a:pt x="1140861" y="5900749"/>
                    <a:pt x="1145241" y="5889253"/>
                    <a:pt x="1154001" y="5880493"/>
                  </a:cubicBezTo>
                  <a:cubicBezTo>
                    <a:pt x="1162760" y="5871734"/>
                    <a:pt x="1174256" y="5867354"/>
                    <a:pt x="1185752" y="5867354"/>
                  </a:cubicBezTo>
                  <a:lnTo>
                    <a:pt x="1203566" y="5874726"/>
                  </a:lnTo>
                  <a:lnTo>
                    <a:pt x="1402576" y="5675715"/>
                  </a:lnTo>
                  <a:lnTo>
                    <a:pt x="1400348" y="5670270"/>
                  </a:lnTo>
                  <a:cubicBezTo>
                    <a:pt x="1400348" y="5661510"/>
                    <a:pt x="1403633" y="5652752"/>
                    <a:pt x="1410202" y="5646182"/>
                  </a:cubicBezTo>
                  <a:cubicBezTo>
                    <a:pt x="1416771" y="5639614"/>
                    <a:pt x="1425531" y="5636329"/>
                    <a:pt x="1434289" y="5636329"/>
                  </a:cubicBezTo>
                  <a:lnTo>
                    <a:pt x="1439735" y="5638556"/>
                  </a:lnTo>
                  <a:lnTo>
                    <a:pt x="1495612" y="5582678"/>
                  </a:lnTo>
                  <a:lnTo>
                    <a:pt x="1645005" y="5582678"/>
                  </a:lnTo>
                  <a:lnTo>
                    <a:pt x="1735345" y="5492895"/>
                  </a:lnTo>
                  <a:lnTo>
                    <a:pt x="1263495" y="5492895"/>
                  </a:lnTo>
                  <a:lnTo>
                    <a:pt x="534786" y="6219477"/>
                  </a:lnTo>
                  <a:lnTo>
                    <a:pt x="540857" y="6234147"/>
                  </a:lnTo>
                  <a:cubicBezTo>
                    <a:pt x="540857" y="6245643"/>
                    <a:pt x="536477" y="6257140"/>
                    <a:pt x="527717" y="6265899"/>
                  </a:cubicBezTo>
                  <a:lnTo>
                    <a:pt x="514583" y="6271024"/>
                  </a:lnTo>
                  <a:lnTo>
                    <a:pt x="514583" y="6495828"/>
                  </a:lnTo>
                  <a:lnTo>
                    <a:pt x="381005" y="6629407"/>
                  </a:lnTo>
                  <a:lnTo>
                    <a:pt x="365677" y="6611888"/>
                  </a:lnTo>
                  <a:lnTo>
                    <a:pt x="492684" y="6487069"/>
                  </a:lnTo>
                  <a:lnTo>
                    <a:pt x="492684" y="6278478"/>
                  </a:lnTo>
                  <a:lnTo>
                    <a:pt x="462025" y="6265899"/>
                  </a:lnTo>
                  <a:lnTo>
                    <a:pt x="464214" y="6265899"/>
                  </a:lnTo>
                  <a:cubicBezTo>
                    <a:pt x="446695" y="6248380"/>
                    <a:pt x="446695" y="6219913"/>
                    <a:pt x="464214" y="6202394"/>
                  </a:cubicBezTo>
                  <a:cubicBezTo>
                    <a:pt x="472973" y="6193635"/>
                    <a:pt x="484469" y="6189255"/>
                    <a:pt x="495966" y="6189255"/>
                  </a:cubicBezTo>
                  <a:lnTo>
                    <a:pt x="523012" y="6200448"/>
                  </a:lnTo>
                  <a:lnTo>
                    <a:pt x="1252546" y="5468807"/>
                  </a:lnTo>
                  <a:lnTo>
                    <a:pt x="1759582" y="5468807"/>
                  </a:lnTo>
                  <a:lnTo>
                    <a:pt x="1894032" y="5335188"/>
                  </a:lnTo>
                  <a:lnTo>
                    <a:pt x="1888674" y="5322090"/>
                  </a:lnTo>
                  <a:cubicBezTo>
                    <a:pt x="1888674" y="5313330"/>
                    <a:pt x="1891958" y="5304571"/>
                    <a:pt x="1898526" y="5298002"/>
                  </a:cubicBezTo>
                  <a:cubicBezTo>
                    <a:pt x="1911665" y="5284864"/>
                    <a:pt x="1933564" y="5284864"/>
                    <a:pt x="1946705" y="5298002"/>
                  </a:cubicBezTo>
                  <a:lnTo>
                    <a:pt x="1951355" y="5309373"/>
                  </a:lnTo>
                  <a:lnTo>
                    <a:pt x="1985247" y="5309835"/>
                  </a:lnTo>
                  <a:lnTo>
                    <a:pt x="2159136" y="5135957"/>
                  </a:lnTo>
                  <a:lnTo>
                    <a:pt x="1924813" y="5135957"/>
                  </a:lnTo>
                  <a:lnTo>
                    <a:pt x="1841601" y="5219169"/>
                  </a:lnTo>
                  <a:lnTo>
                    <a:pt x="1442833" y="5215142"/>
                  </a:lnTo>
                  <a:lnTo>
                    <a:pt x="1432105" y="5241067"/>
                  </a:lnTo>
                  <a:cubicBezTo>
                    <a:pt x="1423346" y="5249826"/>
                    <a:pt x="1411850" y="5254206"/>
                    <a:pt x="1400353" y="5254206"/>
                  </a:cubicBezTo>
                  <a:lnTo>
                    <a:pt x="1377897" y="5244914"/>
                  </a:lnTo>
                  <a:lnTo>
                    <a:pt x="930644" y="5692169"/>
                  </a:lnTo>
                  <a:lnTo>
                    <a:pt x="782036" y="5692169"/>
                  </a:lnTo>
                  <a:lnTo>
                    <a:pt x="772974" y="5714066"/>
                  </a:lnTo>
                  <a:cubicBezTo>
                    <a:pt x="764215" y="5722825"/>
                    <a:pt x="752719" y="5727205"/>
                    <a:pt x="741223" y="5727205"/>
                  </a:cubicBezTo>
                  <a:lnTo>
                    <a:pt x="720316" y="5718554"/>
                  </a:lnTo>
                  <a:lnTo>
                    <a:pt x="370801" y="6068070"/>
                  </a:lnTo>
                  <a:lnTo>
                    <a:pt x="378812" y="6087429"/>
                  </a:lnTo>
                  <a:cubicBezTo>
                    <a:pt x="378812" y="6098925"/>
                    <a:pt x="374432" y="6110422"/>
                    <a:pt x="365673" y="6119181"/>
                  </a:cubicBezTo>
                  <a:lnTo>
                    <a:pt x="345968" y="6127335"/>
                  </a:lnTo>
                  <a:lnTo>
                    <a:pt x="345968" y="6572472"/>
                  </a:lnTo>
                  <a:lnTo>
                    <a:pt x="324071" y="6572472"/>
                  </a:lnTo>
                  <a:lnTo>
                    <a:pt x="324071" y="6128244"/>
                  </a:lnTo>
                  <a:lnTo>
                    <a:pt x="302169" y="6119181"/>
                  </a:lnTo>
                  <a:lnTo>
                    <a:pt x="302169" y="6121371"/>
                  </a:lnTo>
                  <a:cubicBezTo>
                    <a:pt x="284650" y="6101663"/>
                    <a:pt x="284650" y="6073194"/>
                    <a:pt x="302169" y="6055677"/>
                  </a:cubicBezTo>
                  <a:cubicBezTo>
                    <a:pt x="310928" y="6046918"/>
                    <a:pt x="322424" y="6042538"/>
                    <a:pt x="333920" y="6042538"/>
                  </a:cubicBezTo>
                  <a:lnTo>
                    <a:pt x="356382" y="6051832"/>
                  </a:lnTo>
                  <a:lnTo>
                    <a:pt x="704554" y="5703658"/>
                  </a:lnTo>
                  <a:lnTo>
                    <a:pt x="696332" y="5682588"/>
                  </a:lnTo>
                  <a:cubicBezTo>
                    <a:pt x="696332" y="5670818"/>
                    <a:pt x="700712" y="5659322"/>
                    <a:pt x="709471" y="5650562"/>
                  </a:cubicBezTo>
                  <a:cubicBezTo>
                    <a:pt x="726989" y="5633043"/>
                    <a:pt x="755456" y="5633043"/>
                    <a:pt x="772974" y="5650562"/>
                  </a:cubicBezTo>
                  <a:lnTo>
                    <a:pt x="780915" y="5669753"/>
                  </a:lnTo>
                  <a:lnTo>
                    <a:pt x="919694" y="5668081"/>
                  </a:lnTo>
                  <a:lnTo>
                    <a:pt x="1362408" y="5227387"/>
                  </a:lnTo>
                  <a:lnTo>
                    <a:pt x="1355462" y="5209590"/>
                  </a:lnTo>
                  <a:cubicBezTo>
                    <a:pt x="1355462" y="5197819"/>
                    <a:pt x="1359842" y="5186323"/>
                    <a:pt x="1368602" y="5177563"/>
                  </a:cubicBezTo>
                  <a:cubicBezTo>
                    <a:pt x="1386120" y="5160044"/>
                    <a:pt x="1414587" y="5160044"/>
                    <a:pt x="1432105" y="5177563"/>
                  </a:cubicBezTo>
                  <a:lnTo>
                    <a:pt x="1437783" y="5191286"/>
                  </a:lnTo>
                  <a:lnTo>
                    <a:pt x="1832842" y="5197271"/>
                  </a:lnTo>
                  <a:lnTo>
                    <a:pt x="1894155" y="5135957"/>
                  </a:lnTo>
                  <a:lnTo>
                    <a:pt x="700732" y="5135957"/>
                  </a:lnTo>
                  <a:lnTo>
                    <a:pt x="586864" y="5022086"/>
                  </a:lnTo>
                  <a:lnTo>
                    <a:pt x="21898" y="5022086"/>
                  </a:lnTo>
                  <a:lnTo>
                    <a:pt x="21898" y="4997999"/>
                  </a:lnTo>
                  <a:lnTo>
                    <a:pt x="595623" y="4997999"/>
                  </a:lnTo>
                  <a:lnTo>
                    <a:pt x="711682" y="5111868"/>
                  </a:lnTo>
                  <a:lnTo>
                    <a:pt x="1918245" y="5111868"/>
                  </a:lnTo>
                  <a:lnTo>
                    <a:pt x="2058288" y="4971829"/>
                  </a:lnTo>
                  <a:lnTo>
                    <a:pt x="2049633" y="4950918"/>
                  </a:lnTo>
                  <a:cubicBezTo>
                    <a:pt x="2049633" y="4939421"/>
                    <a:pt x="2054014" y="4927925"/>
                    <a:pt x="2062773" y="4919165"/>
                  </a:cubicBezTo>
                  <a:cubicBezTo>
                    <a:pt x="2080292" y="4901646"/>
                    <a:pt x="2108769" y="4901646"/>
                    <a:pt x="2126284" y="4919165"/>
                  </a:cubicBezTo>
                  <a:cubicBezTo>
                    <a:pt x="2143805" y="4936684"/>
                    <a:pt x="2143805" y="4965150"/>
                    <a:pt x="2126284" y="4982669"/>
                  </a:cubicBezTo>
                  <a:cubicBezTo>
                    <a:pt x="2117527" y="4991428"/>
                    <a:pt x="2106030" y="4995808"/>
                    <a:pt x="2094526" y="4995808"/>
                  </a:cubicBezTo>
                  <a:lnTo>
                    <a:pt x="2073618" y="4987156"/>
                  </a:lnTo>
                  <a:lnTo>
                    <a:pt x="1948902" y="5111868"/>
                  </a:lnTo>
                  <a:lnTo>
                    <a:pt x="2159149" y="5111868"/>
                  </a:lnTo>
                  <a:lnTo>
                    <a:pt x="2310246" y="4960771"/>
                  </a:lnTo>
                  <a:lnTo>
                    <a:pt x="2334319" y="4960771"/>
                  </a:lnTo>
                  <a:lnTo>
                    <a:pt x="2423990" y="4871098"/>
                  </a:lnTo>
                  <a:lnTo>
                    <a:pt x="2415338" y="4850186"/>
                  </a:lnTo>
                  <a:cubicBezTo>
                    <a:pt x="2415338" y="4838690"/>
                    <a:pt x="2419716" y="4827193"/>
                    <a:pt x="2428479" y="4818434"/>
                  </a:cubicBezTo>
                  <a:cubicBezTo>
                    <a:pt x="2445995" y="4800915"/>
                    <a:pt x="2474462" y="4800915"/>
                    <a:pt x="2491982" y="4818434"/>
                  </a:cubicBezTo>
                  <a:lnTo>
                    <a:pt x="2500525" y="4840331"/>
                  </a:lnTo>
                  <a:lnTo>
                    <a:pt x="2822650" y="4840331"/>
                  </a:lnTo>
                  <a:lnTo>
                    <a:pt x="3051828" y="4611150"/>
                  </a:lnTo>
                  <a:lnTo>
                    <a:pt x="3043817" y="4591789"/>
                  </a:lnTo>
                  <a:cubicBezTo>
                    <a:pt x="3043817" y="4580293"/>
                    <a:pt x="3048197" y="4568796"/>
                    <a:pt x="3056953" y="4560037"/>
                  </a:cubicBezTo>
                  <a:lnTo>
                    <a:pt x="3076666" y="4551881"/>
                  </a:lnTo>
                  <a:lnTo>
                    <a:pt x="3076666" y="4518413"/>
                  </a:lnTo>
                  <a:lnTo>
                    <a:pt x="3065729" y="4529379"/>
                  </a:lnTo>
                  <a:lnTo>
                    <a:pt x="2474477" y="4529379"/>
                  </a:lnTo>
                  <a:lnTo>
                    <a:pt x="2362798" y="4641059"/>
                  </a:lnTo>
                  <a:lnTo>
                    <a:pt x="1278837" y="4641059"/>
                  </a:lnTo>
                  <a:lnTo>
                    <a:pt x="1193434" y="4555657"/>
                  </a:lnTo>
                  <a:lnTo>
                    <a:pt x="777370" y="4555657"/>
                  </a:lnTo>
                  <a:lnTo>
                    <a:pt x="777370" y="4540327"/>
                  </a:lnTo>
                  <a:lnTo>
                    <a:pt x="1200003" y="4540327"/>
                  </a:lnTo>
                  <a:lnTo>
                    <a:pt x="1285407" y="4623541"/>
                  </a:lnTo>
                  <a:lnTo>
                    <a:pt x="2356228" y="4623541"/>
                  </a:lnTo>
                  <a:lnTo>
                    <a:pt x="2467906" y="4511860"/>
                  </a:lnTo>
                  <a:lnTo>
                    <a:pt x="3056970" y="4511860"/>
                  </a:lnTo>
                  <a:lnTo>
                    <a:pt x="3076666" y="4492222"/>
                  </a:lnTo>
                  <a:lnTo>
                    <a:pt x="3076666" y="4113315"/>
                  </a:lnTo>
                  <a:lnTo>
                    <a:pt x="3155500" y="4034482"/>
                  </a:lnTo>
                  <a:lnTo>
                    <a:pt x="2677261" y="4034482"/>
                  </a:lnTo>
                  <a:lnTo>
                    <a:pt x="2669376" y="4054189"/>
                  </a:lnTo>
                  <a:cubicBezTo>
                    <a:pt x="2661164" y="4062401"/>
                    <a:pt x="2649669" y="4067328"/>
                    <a:pt x="2636527" y="4067328"/>
                  </a:cubicBezTo>
                  <a:lnTo>
                    <a:pt x="2619408" y="4060480"/>
                  </a:lnTo>
                  <a:lnTo>
                    <a:pt x="2189129" y="4492664"/>
                  </a:lnTo>
                  <a:lnTo>
                    <a:pt x="2194181" y="4505291"/>
                  </a:lnTo>
                  <a:cubicBezTo>
                    <a:pt x="2194181" y="4531569"/>
                    <a:pt x="2174474" y="4551277"/>
                    <a:pt x="2148200" y="4551277"/>
                  </a:cubicBezTo>
                  <a:cubicBezTo>
                    <a:pt x="2135056" y="4551277"/>
                    <a:pt x="2123561" y="4546350"/>
                    <a:pt x="2115346" y="4538139"/>
                  </a:cubicBezTo>
                  <a:lnTo>
                    <a:pt x="2111844" y="4529379"/>
                  </a:lnTo>
                  <a:lnTo>
                    <a:pt x="411681" y="4529379"/>
                  </a:lnTo>
                  <a:lnTo>
                    <a:pt x="100731" y="4216236"/>
                  </a:lnTo>
                  <a:lnTo>
                    <a:pt x="0" y="4216236"/>
                  </a:lnTo>
                  <a:lnTo>
                    <a:pt x="0" y="4194338"/>
                  </a:lnTo>
                  <a:lnTo>
                    <a:pt x="111679" y="4194338"/>
                  </a:lnTo>
                  <a:lnTo>
                    <a:pt x="422629" y="4505290"/>
                  </a:lnTo>
                  <a:lnTo>
                    <a:pt x="2102207" y="4505290"/>
                  </a:lnTo>
                  <a:lnTo>
                    <a:pt x="2115346" y="4472444"/>
                  </a:lnTo>
                  <a:cubicBezTo>
                    <a:pt x="2123561" y="4464232"/>
                    <a:pt x="2135056" y="4459305"/>
                    <a:pt x="2148200" y="4459305"/>
                  </a:cubicBezTo>
                  <a:lnTo>
                    <a:pt x="2177917" y="4471193"/>
                  </a:lnTo>
                  <a:lnTo>
                    <a:pt x="2601178" y="4047934"/>
                  </a:lnTo>
                  <a:lnTo>
                    <a:pt x="2590543" y="4021343"/>
                  </a:lnTo>
                  <a:cubicBezTo>
                    <a:pt x="2590543" y="3995065"/>
                    <a:pt x="2610252" y="3975357"/>
                    <a:pt x="2636527" y="3975357"/>
                  </a:cubicBezTo>
                  <a:cubicBezTo>
                    <a:pt x="2649669" y="3975357"/>
                    <a:pt x="2661164" y="3980831"/>
                    <a:pt x="2669376" y="3989316"/>
                  </a:cubicBezTo>
                  <a:lnTo>
                    <a:pt x="2678922" y="4012583"/>
                  </a:lnTo>
                  <a:lnTo>
                    <a:pt x="3168658" y="4012583"/>
                  </a:lnTo>
                  <a:lnTo>
                    <a:pt x="2982522" y="3826449"/>
                  </a:lnTo>
                  <a:lnTo>
                    <a:pt x="2737887" y="3826449"/>
                  </a:lnTo>
                  <a:lnTo>
                    <a:pt x="2731786" y="3840684"/>
                  </a:lnTo>
                  <a:cubicBezTo>
                    <a:pt x="2725763" y="3846706"/>
                    <a:pt x="2717551" y="3850538"/>
                    <a:pt x="2708792" y="3850538"/>
                  </a:cubicBezTo>
                  <a:lnTo>
                    <a:pt x="2697785" y="3846214"/>
                  </a:lnTo>
                  <a:lnTo>
                    <a:pt x="2378487" y="4165509"/>
                  </a:lnTo>
                  <a:lnTo>
                    <a:pt x="2382504" y="4174630"/>
                  </a:lnTo>
                  <a:cubicBezTo>
                    <a:pt x="2382504" y="4192148"/>
                    <a:pt x="2364985" y="4207477"/>
                    <a:pt x="2347467" y="4207477"/>
                  </a:cubicBezTo>
                  <a:cubicBezTo>
                    <a:pt x="2338708" y="4208571"/>
                    <a:pt x="2330496" y="4205287"/>
                    <a:pt x="2324473" y="4199266"/>
                  </a:cubicBezTo>
                  <a:lnTo>
                    <a:pt x="2321625" y="4192147"/>
                  </a:lnTo>
                  <a:lnTo>
                    <a:pt x="1064236" y="4192147"/>
                  </a:lnTo>
                  <a:lnTo>
                    <a:pt x="834305" y="3962218"/>
                  </a:lnTo>
                  <a:lnTo>
                    <a:pt x="759852" y="3962218"/>
                  </a:lnTo>
                  <a:lnTo>
                    <a:pt x="759852" y="3944699"/>
                  </a:lnTo>
                  <a:lnTo>
                    <a:pt x="840875" y="3944699"/>
                  </a:lnTo>
                  <a:lnTo>
                    <a:pt x="1070806" y="4174629"/>
                  </a:lnTo>
                  <a:lnTo>
                    <a:pt x="2314619" y="4174629"/>
                  </a:lnTo>
                  <a:lnTo>
                    <a:pt x="2323652" y="4151637"/>
                  </a:lnTo>
                  <a:cubicBezTo>
                    <a:pt x="2329399" y="4145615"/>
                    <a:pt x="2337613" y="4141783"/>
                    <a:pt x="2347467" y="4141783"/>
                  </a:cubicBezTo>
                  <a:lnTo>
                    <a:pt x="2369435" y="4150473"/>
                  </a:lnTo>
                  <a:lnTo>
                    <a:pt x="2683634" y="3836278"/>
                  </a:lnTo>
                  <a:lnTo>
                    <a:pt x="2675943" y="3817691"/>
                  </a:lnTo>
                  <a:cubicBezTo>
                    <a:pt x="2675943" y="3800172"/>
                    <a:pt x="2691271" y="3784844"/>
                    <a:pt x="2708792" y="3784844"/>
                  </a:cubicBezTo>
                  <a:cubicBezTo>
                    <a:pt x="2717551" y="3784844"/>
                    <a:pt x="2725763" y="3788676"/>
                    <a:pt x="2731786" y="3794698"/>
                  </a:cubicBezTo>
                  <a:lnTo>
                    <a:pt x="2737887" y="3808930"/>
                  </a:lnTo>
                  <a:lnTo>
                    <a:pt x="2965002" y="3808930"/>
                  </a:lnTo>
                  <a:lnTo>
                    <a:pt x="2914640" y="3758565"/>
                  </a:lnTo>
                  <a:lnTo>
                    <a:pt x="2892740" y="3767325"/>
                  </a:lnTo>
                  <a:cubicBezTo>
                    <a:pt x="2879601" y="3767325"/>
                    <a:pt x="2868103" y="3762398"/>
                    <a:pt x="2859891" y="3754186"/>
                  </a:cubicBezTo>
                  <a:lnTo>
                    <a:pt x="2851131" y="3732288"/>
                  </a:lnTo>
                  <a:lnTo>
                    <a:pt x="2102539" y="3732288"/>
                  </a:lnTo>
                  <a:lnTo>
                    <a:pt x="2056219" y="3778273"/>
                  </a:lnTo>
                  <a:lnTo>
                    <a:pt x="1946732" y="3778273"/>
                  </a:lnTo>
                  <a:lnTo>
                    <a:pt x="1754028" y="3970977"/>
                  </a:lnTo>
                  <a:lnTo>
                    <a:pt x="1424679" y="3970977"/>
                  </a:lnTo>
                  <a:lnTo>
                    <a:pt x="1421176" y="3979736"/>
                  </a:lnTo>
                  <a:cubicBezTo>
                    <a:pt x="1412965" y="3987948"/>
                    <a:pt x="1401469" y="3992875"/>
                    <a:pt x="1388331" y="3992875"/>
                  </a:cubicBezTo>
                  <a:cubicBezTo>
                    <a:pt x="1362053" y="3992875"/>
                    <a:pt x="1342345" y="3973167"/>
                    <a:pt x="1342345" y="3946889"/>
                  </a:cubicBezTo>
                  <a:cubicBezTo>
                    <a:pt x="1342345" y="3920611"/>
                    <a:pt x="1362053" y="3900903"/>
                    <a:pt x="1388331" y="3900903"/>
                  </a:cubicBezTo>
                  <a:cubicBezTo>
                    <a:pt x="1414606" y="3900903"/>
                    <a:pt x="1434314" y="3920611"/>
                    <a:pt x="1434314" y="3946889"/>
                  </a:cubicBezTo>
                  <a:lnTo>
                    <a:pt x="1745268" y="3946889"/>
                  </a:lnTo>
                  <a:lnTo>
                    <a:pt x="1913886" y="3778273"/>
                  </a:lnTo>
                  <a:lnTo>
                    <a:pt x="1813146" y="3778273"/>
                  </a:lnTo>
                  <a:lnTo>
                    <a:pt x="1809862" y="3785939"/>
                  </a:lnTo>
                  <a:cubicBezTo>
                    <a:pt x="1803840" y="3791960"/>
                    <a:pt x="1795627" y="3795792"/>
                    <a:pt x="1786870" y="3795792"/>
                  </a:cubicBezTo>
                  <a:cubicBezTo>
                    <a:pt x="1769351" y="3795792"/>
                    <a:pt x="1754020" y="3782654"/>
                    <a:pt x="1754020" y="3762946"/>
                  </a:cubicBezTo>
                  <a:cubicBezTo>
                    <a:pt x="1754020" y="3754186"/>
                    <a:pt x="1757853" y="3745975"/>
                    <a:pt x="1763876" y="3739952"/>
                  </a:cubicBezTo>
                  <a:lnTo>
                    <a:pt x="1781760" y="3732288"/>
                  </a:lnTo>
                  <a:lnTo>
                    <a:pt x="1307309" y="3732288"/>
                  </a:lnTo>
                  <a:lnTo>
                    <a:pt x="936665" y="3360023"/>
                  </a:lnTo>
                  <a:lnTo>
                    <a:pt x="52555" y="3360023"/>
                  </a:lnTo>
                  <a:lnTo>
                    <a:pt x="52555" y="3314077"/>
                  </a:lnTo>
                  <a:lnTo>
                    <a:pt x="799268" y="3314077"/>
                  </a:lnTo>
                  <a:lnTo>
                    <a:pt x="799268" y="3292148"/>
                  </a:lnTo>
                  <a:lnTo>
                    <a:pt x="869079" y="3292148"/>
                  </a:lnTo>
                  <a:lnTo>
                    <a:pt x="808032" y="3230826"/>
                  </a:lnTo>
                  <a:lnTo>
                    <a:pt x="45984" y="3230826"/>
                  </a:lnTo>
                  <a:lnTo>
                    <a:pt x="45984" y="3206780"/>
                  </a:lnTo>
                  <a:lnTo>
                    <a:pt x="816791" y="3206780"/>
                  </a:lnTo>
                  <a:lnTo>
                    <a:pt x="825550" y="3215539"/>
                  </a:lnTo>
                  <a:lnTo>
                    <a:pt x="1364240" y="3215539"/>
                  </a:lnTo>
                  <a:lnTo>
                    <a:pt x="1440881" y="3292148"/>
                  </a:lnTo>
                  <a:lnTo>
                    <a:pt x="1543801" y="3292148"/>
                  </a:lnTo>
                  <a:lnTo>
                    <a:pt x="1681760" y="3430094"/>
                  </a:lnTo>
                  <a:lnTo>
                    <a:pt x="1681935" y="3430094"/>
                  </a:lnTo>
                  <a:lnTo>
                    <a:pt x="1714612" y="3397501"/>
                  </a:lnTo>
                  <a:lnTo>
                    <a:pt x="1460805" y="3145425"/>
                  </a:lnTo>
                  <a:lnTo>
                    <a:pt x="821167" y="3145425"/>
                  </a:lnTo>
                  <a:lnTo>
                    <a:pt x="821167" y="3114811"/>
                  </a:lnTo>
                  <a:lnTo>
                    <a:pt x="83212" y="3114811"/>
                  </a:lnTo>
                  <a:lnTo>
                    <a:pt x="83212" y="3068828"/>
                  </a:lnTo>
                  <a:lnTo>
                    <a:pt x="1449645" y="3068828"/>
                  </a:lnTo>
                  <a:lnTo>
                    <a:pt x="1493443" y="3112621"/>
                  </a:lnTo>
                  <a:lnTo>
                    <a:pt x="1832856" y="3112621"/>
                  </a:lnTo>
                  <a:lnTo>
                    <a:pt x="1916454" y="3196175"/>
                  </a:lnTo>
                  <a:lnTo>
                    <a:pt x="1989285" y="3123571"/>
                  </a:lnTo>
                  <a:lnTo>
                    <a:pt x="1878847" y="3123571"/>
                  </a:lnTo>
                  <a:lnTo>
                    <a:pt x="1697094" y="2941812"/>
                  </a:lnTo>
                  <a:lnTo>
                    <a:pt x="1204384" y="2941812"/>
                  </a:lnTo>
                  <a:lnTo>
                    <a:pt x="1101461" y="2838859"/>
                  </a:lnTo>
                  <a:lnTo>
                    <a:pt x="602192" y="2838859"/>
                  </a:lnTo>
                  <a:lnTo>
                    <a:pt x="442337" y="2679041"/>
                  </a:lnTo>
                  <a:lnTo>
                    <a:pt x="420437" y="2687801"/>
                  </a:lnTo>
                  <a:cubicBezTo>
                    <a:pt x="407299" y="2687801"/>
                    <a:pt x="395802" y="2682829"/>
                    <a:pt x="387591" y="2674629"/>
                  </a:cubicBezTo>
                  <a:lnTo>
                    <a:pt x="379707" y="2654952"/>
                  </a:lnTo>
                  <a:lnTo>
                    <a:pt x="45986" y="2654952"/>
                  </a:lnTo>
                  <a:lnTo>
                    <a:pt x="45986" y="2633015"/>
                  </a:lnTo>
                  <a:lnTo>
                    <a:pt x="377956" y="2633015"/>
                  </a:lnTo>
                  <a:lnTo>
                    <a:pt x="387591" y="2608969"/>
                  </a:lnTo>
                  <a:cubicBezTo>
                    <a:pt x="395802" y="2600755"/>
                    <a:pt x="407299" y="2595801"/>
                    <a:pt x="420437" y="2595801"/>
                  </a:cubicBezTo>
                  <a:cubicBezTo>
                    <a:pt x="446714" y="2595801"/>
                    <a:pt x="466423" y="2617720"/>
                    <a:pt x="466423" y="2641775"/>
                  </a:cubicBezTo>
                  <a:lnTo>
                    <a:pt x="457664" y="2663703"/>
                  </a:lnTo>
                  <a:lnTo>
                    <a:pt x="610951" y="2816994"/>
                  </a:lnTo>
                  <a:lnTo>
                    <a:pt x="1044211" y="2816994"/>
                  </a:lnTo>
                  <a:lnTo>
                    <a:pt x="1039519" y="2806014"/>
                  </a:lnTo>
                  <a:lnTo>
                    <a:pt x="792699" y="2806014"/>
                  </a:lnTo>
                  <a:lnTo>
                    <a:pt x="792699" y="2788486"/>
                  </a:lnTo>
                  <a:lnTo>
                    <a:pt x="1039519" y="2788486"/>
                  </a:lnTo>
                  <a:lnTo>
                    <a:pt x="1045618" y="2774289"/>
                  </a:lnTo>
                  <a:cubicBezTo>
                    <a:pt x="1051644" y="2768277"/>
                    <a:pt x="1059856" y="2764399"/>
                    <a:pt x="1068616" y="2764399"/>
                  </a:cubicBezTo>
                  <a:cubicBezTo>
                    <a:pt x="1086132" y="2764399"/>
                    <a:pt x="1101461" y="2779726"/>
                    <a:pt x="1101461" y="2797246"/>
                  </a:cubicBezTo>
                  <a:lnTo>
                    <a:pt x="1096521" y="2809865"/>
                  </a:lnTo>
                  <a:lnTo>
                    <a:pt x="1103650" y="2816994"/>
                  </a:lnTo>
                  <a:lnTo>
                    <a:pt x="1381760" y="2816994"/>
                  </a:lnTo>
                  <a:lnTo>
                    <a:pt x="1263510" y="2698747"/>
                  </a:lnTo>
                  <a:lnTo>
                    <a:pt x="871536" y="2698747"/>
                  </a:lnTo>
                  <a:lnTo>
                    <a:pt x="575915" y="2405314"/>
                  </a:lnTo>
                  <a:lnTo>
                    <a:pt x="83213" y="2405314"/>
                  </a:lnTo>
                  <a:lnTo>
                    <a:pt x="83213" y="2359329"/>
                  </a:lnTo>
                  <a:lnTo>
                    <a:pt x="595623" y="2359329"/>
                  </a:lnTo>
                  <a:lnTo>
                    <a:pt x="823362" y="2587072"/>
                  </a:lnTo>
                  <a:lnTo>
                    <a:pt x="1200005" y="2587072"/>
                  </a:lnTo>
                  <a:lnTo>
                    <a:pt x="1265043" y="2652764"/>
                  </a:lnTo>
                  <a:lnTo>
                    <a:pt x="1429938" y="2652764"/>
                  </a:lnTo>
                  <a:lnTo>
                    <a:pt x="1607004" y="2475651"/>
                  </a:lnTo>
                  <a:lnTo>
                    <a:pt x="1605734" y="2473813"/>
                  </a:lnTo>
                  <a:cubicBezTo>
                    <a:pt x="1602518" y="2466173"/>
                    <a:pt x="1600740" y="2457832"/>
                    <a:pt x="1600740" y="2449072"/>
                  </a:cubicBezTo>
                  <a:cubicBezTo>
                    <a:pt x="1600740" y="2414028"/>
                    <a:pt x="1629206" y="2385602"/>
                    <a:pt x="1664244" y="2385602"/>
                  </a:cubicBezTo>
                  <a:cubicBezTo>
                    <a:pt x="1681762" y="2385602"/>
                    <a:pt x="1697637" y="2392716"/>
                    <a:pt x="1709134" y="2404211"/>
                  </a:cubicBezTo>
                  <a:lnTo>
                    <a:pt x="1721689" y="2422785"/>
                  </a:lnTo>
                  <a:lnTo>
                    <a:pt x="2141628" y="2422785"/>
                  </a:lnTo>
                  <a:lnTo>
                    <a:pt x="2029942" y="2311106"/>
                  </a:lnTo>
                  <a:lnTo>
                    <a:pt x="2018994" y="2315532"/>
                  </a:lnTo>
                  <a:cubicBezTo>
                    <a:pt x="1992717" y="2315532"/>
                    <a:pt x="1973007" y="2295777"/>
                    <a:pt x="1973007" y="2269500"/>
                  </a:cubicBezTo>
                  <a:lnTo>
                    <a:pt x="1977387" y="2258551"/>
                  </a:lnTo>
                  <a:lnTo>
                    <a:pt x="1942349" y="2223515"/>
                  </a:lnTo>
                  <a:lnTo>
                    <a:pt x="1646095" y="2223515"/>
                  </a:lnTo>
                  <a:lnTo>
                    <a:pt x="1639056" y="2239977"/>
                  </a:lnTo>
                  <a:cubicBezTo>
                    <a:pt x="1633033" y="2246002"/>
                    <a:pt x="1624821" y="2249792"/>
                    <a:pt x="1616062" y="2249792"/>
                  </a:cubicBezTo>
                  <a:lnTo>
                    <a:pt x="1597672" y="2241910"/>
                  </a:lnTo>
                  <a:lnTo>
                    <a:pt x="1294166" y="2545423"/>
                  </a:lnTo>
                  <a:lnTo>
                    <a:pt x="838685" y="2545423"/>
                  </a:lnTo>
                  <a:lnTo>
                    <a:pt x="838685" y="2527901"/>
                  </a:lnTo>
                  <a:lnTo>
                    <a:pt x="1287597" y="2527901"/>
                  </a:lnTo>
                  <a:lnTo>
                    <a:pt x="1588429" y="2229152"/>
                  </a:lnTo>
                  <a:lnTo>
                    <a:pt x="1583216" y="2216946"/>
                  </a:lnTo>
                  <a:cubicBezTo>
                    <a:pt x="1583216" y="2199429"/>
                    <a:pt x="1598545" y="2184099"/>
                    <a:pt x="1616062" y="2184099"/>
                  </a:cubicBezTo>
                  <a:cubicBezTo>
                    <a:pt x="1624821" y="2184099"/>
                    <a:pt x="1633033" y="2187974"/>
                    <a:pt x="1639056" y="2193992"/>
                  </a:cubicBezTo>
                  <a:lnTo>
                    <a:pt x="1645157" y="2208188"/>
                  </a:lnTo>
                  <a:lnTo>
                    <a:pt x="1941969" y="2208188"/>
                  </a:lnTo>
                  <a:lnTo>
                    <a:pt x="1770255" y="2037445"/>
                  </a:lnTo>
                  <a:lnTo>
                    <a:pt x="1113347" y="2037445"/>
                  </a:lnTo>
                  <a:lnTo>
                    <a:pt x="1109124" y="2047298"/>
                  </a:lnTo>
                  <a:cubicBezTo>
                    <a:pt x="1103102" y="2053319"/>
                    <a:pt x="1094892" y="2057151"/>
                    <a:pt x="1086131" y="2057151"/>
                  </a:cubicBezTo>
                  <a:lnTo>
                    <a:pt x="1078470" y="2053869"/>
                  </a:lnTo>
                  <a:lnTo>
                    <a:pt x="961313" y="2170998"/>
                  </a:lnTo>
                  <a:lnTo>
                    <a:pt x="856210" y="2170998"/>
                  </a:lnTo>
                  <a:lnTo>
                    <a:pt x="724821" y="2302347"/>
                  </a:lnTo>
                  <a:lnTo>
                    <a:pt x="105111" y="2302347"/>
                  </a:lnTo>
                  <a:lnTo>
                    <a:pt x="105111" y="2280494"/>
                  </a:lnTo>
                  <a:lnTo>
                    <a:pt x="713872" y="2280494"/>
                  </a:lnTo>
                  <a:lnTo>
                    <a:pt x="823363" y="2170998"/>
                  </a:lnTo>
                  <a:lnTo>
                    <a:pt x="821167" y="2170998"/>
                  </a:lnTo>
                  <a:lnTo>
                    <a:pt x="821167" y="2155636"/>
                  </a:lnTo>
                  <a:lnTo>
                    <a:pt x="838691" y="2155636"/>
                  </a:lnTo>
                  <a:lnTo>
                    <a:pt x="1118672" y="1875714"/>
                  </a:lnTo>
                  <a:lnTo>
                    <a:pt x="1117670" y="1873209"/>
                  </a:lnTo>
                  <a:lnTo>
                    <a:pt x="1108654" y="1873209"/>
                  </a:lnTo>
                  <a:lnTo>
                    <a:pt x="1102552" y="1887443"/>
                  </a:lnTo>
                  <a:cubicBezTo>
                    <a:pt x="1096533" y="1893464"/>
                    <a:pt x="1088321" y="1897297"/>
                    <a:pt x="1079562" y="1897297"/>
                  </a:cubicBezTo>
                  <a:lnTo>
                    <a:pt x="1065658" y="1891337"/>
                  </a:lnTo>
                  <a:lnTo>
                    <a:pt x="832118" y="2122790"/>
                  </a:lnTo>
                  <a:lnTo>
                    <a:pt x="821168" y="2111838"/>
                  </a:lnTo>
                  <a:lnTo>
                    <a:pt x="1052687" y="1878384"/>
                  </a:lnTo>
                  <a:lnTo>
                    <a:pt x="1046712" y="1864450"/>
                  </a:lnTo>
                  <a:cubicBezTo>
                    <a:pt x="1046712" y="1846931"/>
                    <a:pt x="1062043" y="1831603"/>
                    <a:pt x="1079562" y="1831603"/>
                  </a:cubicBezTo>
                  <a:cubicBezTo>
                    <a:pt x="1088321" y="1831603"/>
                    <a:pt x="1096533" y="1835435"/>
                    <a:pt x="1102552" y="1841458"/>
                  </a:cubicBezTo>
                  <a:lnTo>
                    <a:pt x="1108654" y="1855690"/>
                  </a:lnTo>
                  <a:lnTo>
                    <a:pt x="1114166" y="1855690"/>
                  </a:lnTo>
                  <a:lnTo>
                    <a:pt x="1125552" y="1827224"/>
                  </a:lnTo>
                  <a:cubicBezTo>
                    <a:pt x="1133764" y="1819011"/>
                    <a:pt x="1145262" y="1814084"/>
                    <a:pt x="1158402" y="1814084"/>
                  </a:cubicBezTo>
                  <a:cubicBezTo>
                    <a:pt x="1171540" y="1814084"/>
                    <a:pt x="1183036" y="1819011"/>
                    <a:pt x="1191247" y="1827224"/>
                  </a:cubicBezTo>
                  <a:lnTo>
                    <a:pt x="1198254" y="1844742"/>
                  </a:lnTo>
                  <a:lnTo>
                    <a:pt x="1479982" y="1844742"/>
                  </a:lnTo>
                  <a:lnTo>
                    <a:pt x="1481390" y="1841458"/>
                  </a:lnTo>
                  <a:cubicBezTo>
                    <a:pt x="1487413" y="1835435"/>
                    <a:pt x="1495624" y="1831603"/>
                    <a:pt x="1504383" y="1831603"/>
                  </a:cubicBezTo>
                  <a:cubicBezTo>
                    <a:pt x="1513142" y="1831603"/>
                    <a:pt x="1521351" y="1835435"/>
                    <a:pt x="1527373" y="1841458"/>
                  </a:cubicBezTo>
                  <a:lnTo>
                    <a:pt x="1528783" y="1844742"/>
                  </a:lnTo>
                  <a:lnTo>
                    <a:pt x="1609501" y="1844742"/>
                  </a:lnTo>
                  <a:lnTo>
                    <a:pt x="1716802" y="1952042"/>
                  </a:lnTo>
                  <a:lnTo>
                    <a:pt x="1846001" y="1952042"/>
                  </a:lnTo>
                  <a:lnTo>
                    <a:pt x="1510964" y="1617001"/>
                  </a:lnTo>
                  <a:lnTo>
                    <a:pt x="482626" y="1617001"/>
                  </a:lnTo>
                  <a:lnTo>
                    <a:pt x="477370" y="1630140"/>
                  </a:lnTo>
                  <a:cubicBezTo>
                    <a:pt x="469159" y="1638352"/>
                    <a:pt x="457663" y="1643278"/>
                    <a:pt x="444524" y="1643278"/>
                  </a:cubicBezTo>
                  <a:lnTo>
                    <a:pt x="431829" y="1638201"/>
                  </a:lnTo>
                  <a:lnTo>
                    <a:pt x="271534" y="1796566"/>
                  </a:lnTo>
                  <a:lnTo>
                    <a:pt x="83213" y="1796566"/>
                  </a:lnTo>
                  <a:lnTo>
                    <a:pt x="83213" y="1774668"/>
                  </a:lnTo>
                  <a:lnTo>
                    <a:pt x="262775" y="1774668"/>
                  </a:lnTo>
                  <a:lnTo>
                    <a:pt x="409915" y="1625733"/>
                  </a:lnTo>
                  <a:lnTo>
                    <a:pt x="398538" y="1597293"/>
                  </a:lnTo>
                  <a:cubicBezTo>
                    <a:pt x="398538" y="1571015"/>
                    <a:pt x="418247" y="1551307"/>
                    <a:pt x="444524" y="1551307"/>
                  </a:cubicBezTo>
                  <a:cubicBezTo>
                    <a:pt x="457663" y="1551307"/>
                    <a:pt x="469159" y="1556234"/>
                    <a:pt x="477370" y="1564446"/>
                  </a:cubicBezTo>
                  <a:lnTo>
                    <a:pt x="488758" y="1592913"/>
                  </a:lnTo>
                  <a:lnTo>
                    <a:pt x="1519718" y="1592913"/>
                  </a:lnTo>
                  <a:lnTo>
                    <a:pt x="1878847" y="1952042"/>
                  </a:lnTo>
                  <a:lnTo>
                    <a:pt x="2067478" y="1952042"/>
                  </a:lnTo>
                  <a:lnTo>
                    <a:pt x="2072640" y="1939999"/>
                  </a:lnTo>
                  <a:lnTo>
                    <a:pt x="2088827" y="1933062"/>
                  </a:lnTo>
                  <a:lnTo>
                    <a:pt x="1771537" y="1617002"/>
                  </a:lnTo>
                  <a:lnTo>
                    <a:pt x="1556937" y="1617002"/>
                  </a:lnTo>
                  <a:lnTo>
                    <a:pt x="1462773" y="1522840"/>
                  </a:lnTo>
                  <a:lnTo>
                    <a:pt x="1134315" y="1522840"/>
                  </a:lnTo>
                  <a:lnTo>
                    <a:pt x="1029677" y="1418207"/>
                  </a:lnTo>
                  <a:lnTo>
                    <a:pt x="1009490" y="1426490"/>
                  </a:lnTo>
                  <a:cubicBezTo>
                    <a:pt x="996351" y="1426490"/>
                    <a:pt x="984855" y="1421016"/>
                    <a:pt x="976643" y="1412531"/>
                  </a:cubicBezTo>
                  <a:lnTo>
                    <a:pt x="968896" y="1393646"/>
                  </a:lnTo>
                  <a:lnTo>
                    <a:pt x="474304" y="1393646"/>
                  </a:lnTo>
                  <a:lnTo>
                    <a:pt x="466422" y="1413352"/>
                  </a:lnTo>
                  <a:cubicBezTo>
                    <a:pt x="458211" y="1421564"/>
                    <a:pt x="446714" y="1426490"/>
                    <a:pt x="433576" y="1426490"/>
                  </a:cubicBezTo>
                  <a:cubicBezTo>
                    <a:pt x="427007" y="1426490"/>
                    <a:pt x="420847" y="1425119"/>
                    <a:pt x="415305" y="1422692"/>
                  </a:cubicBezTo>
                  <a:lnTo>
                    <a:pt x="411438" y="1419998"/>
                  </a:lnTo>
                  <a:lnTo>
                    <a:pt x="98541" y="1730871"/>
                  </a:lnTo>
                  <a:lnTo>
                    <a:pt x="83213" y="1715543"/>
                  </a:lnTo>
                  <a:lnTo>
                    <a:pt x="396510" y="1402251"/>
                  </a:lnTo>
                  <a:lnTo>
                    <a:pt x="387590" y="1380509"/>
                  </a:lnTo>
                  <a:cubicBezTo>
                    <a:pt x="387590" y="1354231"/>
                    <a:pt x="407299" y="1334523"/>
                    <a:pt x="433576" y="1334523"/>
                  </a:cubicBezTo>
                  <a:cubicBezTo>
                    <a:pt x="446714" y="1334523"/>
                    <a:pt x="458211" y="1339445"/>
                    <a:pt x="466422" y="1347658"/>
                  </a:cubicBezTo>
                  <a:lnTo>
                    <a:pt x="476058" y="1371747"/>
                  </a:lnTo>
                  <a:lnTo>
                    <a:pt x="967008" y="1371747"/>
                  </a:lnTo>
                  <a:lnTo>
                    <a:pt x="976643" y="1347658"/>
                  </a:lnTo>
                  <a:cubicBezTo>
                    <a:pt x="984855" y="1339445"/>
                    <a:pt x="996351" y="1334523"/>
                    <a:pt x="1009490" y="1334523"/>
                  </a:cubicBezTo>
                  <a:cubicBezTo>
                    <a:pt x="1035767" y="1334523"/>
                    <a:pt x="1055479" y="1354231"/>
                    <a:pt x="1055479" y="1380509"/>
                  </a:cubicBezTo>
                  <a:cubicBezTo>
                    <a:pt x="1055479" y="1387073"/>
                    <a:pt x="1054110" y="1393231"/>
                    <a:pt x="1051681" y="1398777"/>
                  </a:cubicBezTo>
                  <a:lnTo>
                    <a:pt x="1047485" y="1404788"/>
                  </a:lnTo>
                  <a:lnTo>
                    <a:pt x="1143076" y="1498754"/>
                  </a:lnTo>
                  <a:lnTo>
                    <a:pt x="1438689" y="1498754"/>
                  </a:lnTo>
                  <a:lnTo>
                    <a:pt x="518970" y="579039"/>
                  </a:lnTo>
                  <a:lnTo>
                    <a:pt x="518970" y="419183"/>
                  </a:lnTo>
                  <a:lnTo>
                    <a:pt x="120428" y="18447"/>
                  </a:lnTo>
                  <a:lnTo>
                    <a:pt x="135757" y="3119"/>
                  </a:lnTo>
                  <a:lnTo>
                    <a:pt x="543058" y="408234"/>
                  </a:lnTo>
                  <a:lnTo>
                    <a:pt x="543058" y="570280"/>
                  </a:lnTo>
                  <a:lnTo>
                    <a:pt x="1471536" y="1498754"/>
                  </a:lnTo>
                  <a:lnTo>
                    <a:pt x="1768915" y="1498754"/>
                  </a:lnTo>
                  <a:lnTo>
                    <a:pt x="1775925" y="1481232"/>
                  </a:lnTo>
                  <a:cubicBezTo>
                    <a:pt x="1784136" y="1473021"/>
                    <a:pt x="1795632" y="1468094"/>
                    <a:pt x="1808770" y="1468094"/>
                  </a:cubicBezTo>
                  <a:cubicBezTo>
                    <a:pt x="1835048" y="1468094"/>
                    <a:pt x="1854757" y="1487802"/>
                    <a:pt x="1854757" y="1514081"/>
                  </a:cubicBezTo>
                  <a:lnTo>
                    <a:pt x="1848826" y="1528908"/>
                  </a:lnTo>
                  <a:lnTo>
                    <a:pt x="2121919" y="1811893"/>
                  </a:lnTo>
                  <a:lnTo>
                    <a:pt x="2441632" y="1811893"/>
                  </a:lnTo>
                  <a:lnTo>
                    <a:pt x="2450392" y="1789997"/>
                  </a:lnTo>
                  <a:cubicBezTo>
                    <a:pt x="2458603" y="1781785"/>
                    <a:pt x="2470100" y="1776857"/>
                    <a:pt x="2483240" y="1776857"/>
                  </a:cubicBezTo>
                  <a:cubicBezTo>
                    <a:pt x="2509516" y="1776857"/>
                    <a:pt x="2529224" y="1796566"/>
                    <a:pt x="2529224" y="1822844"/>
                  </a:cubicBezTo>
                  <a:cubicBezTo>
                    <a:pt x="2529224" y="1849122"/>
                    <a:pt x="2509516" y="1868829"/>
                    <a:pt x="2483240" y="1868829"/>
                  </a:cubicBezTo>
                  <a:cubicBezTo>
                    <a:pt x="2470100" y="1868829"/>
                    <a:pt x="2458603" y="1863902"/>
                    <a:pt x="2450392" y="1855690"/>
                  </a:cubicBezTo>
                  <a:lnTo>
                    <a:pt x="2441632" y="1833791"/>
                  </a:lnTo>
                  <a:lnTo>
                    <a:pt x="2113162" y="1833791"/>
                  </a:lnTo>
                  <a:lnTo>
                    <a:pt x="1834962" y="1549590"/>
                  </a:lnTo>
                  <a:lnTo>
                    <a:pt x="1808770" y="1560065"/>
                  </a:lnTo>
                  <a:cubicBezTo>
                    <a:pt x="1795632" y="1560065"/>
                    <a:pt x="1784136" y="1554591"/>
                    <a:pt x="1775925" y="1546106"/>
                  </a:cubicBezTo>
                  <a:lnTo>
                    <a:pt x="1766379" y="1522840"/>
                  </a:lnTo>
                  <a:lnTo>
                    <a:pt x="1495622" y="1522840"/>
                  </a:lnTo>
                  <a:lnTo>
                    <a:pt x="1565696" y="1592913"/>
                  </a:lnTo>
                  <a:lnTo>
                    <a:pt x="1780297" y="1592913"/>
                  </a:lnTo>
                  <a:lnTo>
                    <a:pt x="2185418" y="1998028"/>
                  </a:lnTo>
                  <a:lnTo>
                    <a:pt x="2768005" y="1998028"/>
                  </a:lnTo>
                  <a:lnTo>
                    <a:pt x="2769527" y="1990706"/>
                  </a:lnTo>
                  <a:cubicBezTo>
                    <a:pt x="2776817" y="1974077"/>
                    <a:pt x="2793648" y="1962991"/>
                    <a:pt x="2811715" y="1962991"/>
                  </a:cubicBezTo>
                  <a:cubicBezTo>
                    <a:pt x="2837993" y="1962991"/>
                    <a:pt x="2857702" y="1984888"/>
                    <a:pt x="2857702" y="2008978"/>
                  </a:cubicBezTo>
                  <a:lnTo>
                    <a:pt x="2848945" y="2030873"/>
                  </a:lnTo>
                  <a:lnTo>
                    <a:pt x="2975956" y="2157822"/>
                  </a:lnTo>
                  <a:lnTo>
                    <a:pt x="3462080" y="2157822"/>
                  </a:lnTo>
                  <a:lnTo>
                    <a:pt x="3124849" y="1820653"/>
                  </a:lnTo>
                  <a:lnTo>
                    <a:pt x="2621189" y="1820653"/>
                  </a:lnTo>
                  <a:lnTo>
                    <a:pt x="2202932" y="1404589"/>
                  </a:lnTo>
                  <a:lnTo>
                    <a:pt x="2045258" y="1404589"/>
                  </a:lnTo>
                  <a:lnTo>
                    <a:pt x="1276637" y="638159"/>
                  </a:lnTo>
                  <a:lnTo>
                    <a:pt x="1276637" y="517721"/>
                  </a:lnTo>
                  <a:lnTo>
                    <a:pt x="983202" y="222096"/>
                  </a:lnTo>
                  <a:lnTo>
                    <a:pt x="994151" y="211146"/>
                  </a:lnTo>
                  <a:lnTo>
                    <a:pt x="1294155" y="511150"/>
                  </a:lnTo>
                  <a:lnTo>
                    <a:pt x="1294155" y="631590"/>
                  </a:lnTo>
                  <a:lnTo>
                    <a:pt x="2051829" y="1387071"/>
                  </a:lnTo>
                  <a:lnTo>
                    <a:pt x="2211688" y="1387071"/>
                  </a:lnTo>
                  <a:lnTo>
                    <a:pt x="2627758" y="1805325"/>
                  </a:lnTo>
                  <a:lnTo>
                    <a:pt x="3109520" y="1805325"/>
                  </a:lnTo>
                  <a:lnTo>
                    <a:pt x="3059154" y="1754960"/>
                  </a:lnTo>
                  <a:lnTo>
                    <a:pt x="3059154" y="1562258"/>
                  </a:lnTo>
                  <a:lnTo>
                    <a:pt x="2694204" y="1197307"/>
                  </a:lnTo>
                  <a:lnTo>
                    <a:pt x="2674843" y="1205320"/>
                  </a:lnTo>
                  <a:cubicBezTo>
                    <a:pt x="2663346" y="1205320"/>
                    <a:pt x="2651848" y="1200938"/>
                    <a:pt x="2643089" y="1192179"/>
                  </a:cubicBezTo>
                  <a:lnTo>
                    <a:pt x="2636748" y="1176852"/>
                  </a:lnTo>
                  <a:lnTo>
                    <a:pt x="2027893" y="1176852"/>
                  </a:lnTo>
                  <a:lnTo>
                    <a:pt x="2023363" y="1187800"/>
                  </a:lnTo>
                  <a:cubicBezTo>
                    <a:pt x="2003656" y="1205320"/>
                    <a:pt x="1975188" y="1205320"/>
                    <a:pt x="1957669" y="1187800"/>
                  </a:cubicBezTo>
                  <a:cubicBezTo>
                    <a:pt x="1948909" y="1179041"/>
                    <a:pt x="1944529" y="1167545"/>
                    <a:pt x="1944529" y="1156047"/>
                  </a:cubicBezTo>
                  <a:lnTo>
                    <a:pt x="1947414" y="1149078"/>
                  </a:lnTo>
                  <a:close/>
                </a:path>
              </a:pathLst>
            </a:custGeom>
            <a:gradFill>
              <a:gsLst>
                <a:gs pos="100000">
                  <a:schemeClr val="accent5">
                    <a:alpha val="18000"/>
                  </a:schemeClr>
                </a:gs>
                <a:gs pos="0">
                  <a:schemeClr val="accent6">
                    <a:alpha val="18000"/>
                  </a:schemeClr>
                </a:gs>
              </a:gsLst>
              <a:path path="circle">
                <a:fillToRect l="50000" t="50000" r="50000" b="50000"/>
              </a:path>
            </a:gradFill>
            <a:ln w="217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13D68D5-7CB9-6BFF-875D-8E7F436239F5}"/>
                </a:ext>
              </a:extLst>
            </p:cNvPr>
            <p:cNvSpPr/>
            <p:nvPr userDrawn="1"/>
          </p:nvSpPr>
          <p:spPr>
            <a:xfrm>
              <a:off x="270767" y="3286934"/>
              <a:ext cx="485039" cy="485039"/>
            </a:xfrm>
            <a:custGeom>
              <a:avLst/>
              <a:gdLst>
                <a:gd name="connsiteX0" fmla="*/ 242520 w 485039"/>
                <a:gd name="connsiteY0" fmla="*/ 485039 h 485039"/>
                <a:gd name="connsiteX1" fmla="*/ 0 w 485039"/>
                <a:gd name="connsiteY1" fmla="*/ 242520 h 485039"/>
                <a:gd name="connsiteX2" fmla="*/ 242520 w 485039"/>
                <a:gd name="connsiteY2" fmla="*/ 0 h 485039"/>
                <a:gd name="connsiteX3" fmla="*/ 485039 w 485039"/>
                <a:gd name="connsiteY3" fmla="*/ 242520 h 485039"/>
                <a:gd name="connsiteX4" fmla="*/ 242520 w 485039"/>
                <a:gd name="connsiteY4" fmla="*/ 485039 h 485039"/>
                <a:gd name="connsiteX5" fmla="*/ 242520 w 485039"/>
                <a:gd name="connsiteY5" fmla="*/ 24869 h 485039"/>
                <a:gd name="connsiteX6" fmla="*/ 24834 w 485039"/>
                <a:gd name="connsiteY6" fmla="*/ 242555 h 485039"/>
                <a:gd name="connsiteX7" fmla="*/ 242520 w 485039"/>
                <a:gd name="connsiteY7" fmla="*/ 460241 h 485039"/>
                <a:gd name="connsiteX8" fmla="*/ 460205 w 485039"/>
                <a:gd name="connsiteY8" fmla="*/ 242555 h 485039"/>
                <a:gd name="connsiteX9" fmla="*/ 242520 w 485039"/>
                <a:gd name="connsiteY9" fmla="*/ 24869 h 485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85039" h="485039">
                  <a:moveTo>
                    <a:pt x="242520" y="485039"/>
                  </a:moveTo>
                  <a:cubicBezTo>
                    <a:pt x="108807" y="485039"/>
                    <a:pt x="0" y="376232"/>
                    <a:pt x="0" y="242520"/>
                  </a:cubicBezTo>
                  <a:cubicBezTo>
                    <a:pt x="0" y="108807"/>
                    <a:pt x="108807" y="0"/>
                    <a:pt x="242520" y="0"/>
                  </a:cubicBezTo>
                  <a:cubicBezTo>
                    <a:pt x="376232" y="0"/>
                    <a:pt x="485039" y="108807"/>
                    <a:pt x="485039" y="242520"/>
                  </a:cubicBezTo>
                  <a:cubicBezTo>
                    <a:pt x="485039" y="376232"/>
                    <a:pt x="376232" y="485039"/>
                    <a:pt x="242520" y="485039"/>
                  </a:cubicBezTo>
                  <a:close/>
                  <a:moveTo>
                    <a:pt x="242520" y="24869"/>
                  </a:moveTo>
                  <a:cubicBezTo>
                    <a:pt x="122501" y="24869"/>
                    <a:pt x="24834" y="122501"/>
                    <a:pt x="24834" y="242555"/>
                  </a:cubicBezTo>
                  <a:cubicBezTo>
                    <a:pt x="24834" y="362609"/>
                    <a:pt x="122466" y="460241"/>
                    <a:pt x="242520" y="460241"/>
                  </a:cubicBezTo>
                  <a:cubicBezTo>
                    <a:pt x="362573" y="460241"/>
                    <a:pt x="460205" y="362609"/>
                    <a:pt x="460205" y="242555"/>
                  </a:cubicBezTo>
                  <a:cubicBezTo>
                    <a:pt x="460205" y="122501"/>
                    <a:pt x="362573" y="24869"/>
                    <a:pt x="242520" y="2486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24DAFE1-DE35-BB36-C801-A57A68EDF00C}"/>
                </a:ext>
              </a:extLst>
            </p:cNvPr>
            <p:cNvSpPr/>
            <p:nvPr userDrawn="1"/>
          </p:nvSpPr>
          <p:spPr>
            <a:xfrm>
              <a:off x="821544" y="2965301"/>
              <a:ext cx="238688" cy="238688"/>
            </a:xfrm>
            <a:custGeom>
              <a:avLst/>
              <a:gdLst>
                <a:gd name="connsiteX0" fmla="*/ 119344 w 238688"/>
                <a:gd name="connsiteY0" fmla="*/ 238688 h 238688"/>
                <a:gd name="connsiteX1" fmla="*/ 0 w 238688"/>
                <a:gd name="connsiteY1" fmla="*/ 119344 h 238688"/>
                <a:gd name="connsiteX2" fmla="*/ 119344 w 238688"/>
                <a:gd name="connsiteY2" fmla="*/ 0 h 238688"/>
                <a:gd name="connsiteX3" fmla="*/ 238688 w 238688"/>
                <a:gd name="connsiteY3" fmla="*/ 119344 h 238688"/>
                <a:gd name="connsiteX4" fmla="*/ 119344 w 238688"/>
                <a:gd name="connsiteY4" fmla="*/ 238688 h 238688"/>
                <a:gd name="connsiteX5" fmla="*/ 119344 w 238688"/>
                <a:gd name="connsiteY5" fmla="*/ 24798 h 238688"/>
                <a:gd name="connsiteX6" fmla="*/ 24834 w 238688"/>
                <a:gd name="connsiteY6" fmla="*/ 119309 h 238688"/>
                <a:gd name="connsiteX7" fmla="*/ 119344 w 238688"/>
                <a:gd name="connsiteY7" fmla="*/ 213819 h 238688"/>
                <a:gd name="connsiteX8" fmla="*/ 213854 w 238688"/>
                <a:gd name="connsiteY8" fmla="*/ 119309 h 238688"/>
                <a:gd name="connsiteX9" fmla="*/ 119344 w 238688"/>
                <a:gd name="connsiteY9" fmla="*/ 24798 h 238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8688" h="238688">
                  <a:moveTo>
                    <a:pt x="119344" y="238688"/>
                  </a:moveTo>
                  <a:cubicBezTo>
                    <a:pt x="53535" y="238688"/>
                    <a:pt x="0" y="185154"/>
                    <a:pt x="0" y="119344"/>
                  </a:cubicBezTo>
                  <a:cubicBezTo>
                    <a:pt x="0" y="53535"/>
                    <a:pt x="53535" y="0"/>
                    <a:pt x="119344" y="0"/>
                  </a:cubicBezTo>
                  <a:cubicBezTo>
                    <a:pt x="185154" y="0"/>
                    <a:pt x="238688" y="53535"/>
                    <a:pt x="238688" y="119344"/>
                  </a:cubicBezTo>
                  <a:cubicBezTo>
                    <a:pt x="238688" y="185154"/>
                    <a:pt x="185154" y="238688"/>
                    <a:pt x="119344" y="238688"/>
                  </a:cubicBezTo>
                  <a:close/>
                  <a:moveTo>
                    <a:pt x="119344" y="24798"/>
                  </a:moveTo>
                  <a:cubicBezTo>
                    <a:pt x="67229" y="24798"/>
                    <a:pt x="24834" y="67193"/>
                    <a:pt x="24834" y="119309"/>
                  </a:cubicBezTo>
                  <a:cubicBezTo>
                    <a:pt x="24834" y="171424"/>
                    <a:pt x="67229" y="213819"/>
                    <a:pt x="119344" y="213819"/>
                  </a:cubicBezTo>
                  <a:cubicBezTo>
                    <a:pt x="171460" y="213819"/>
                    <a:pt x="213854" y="171424"/>
                    <a:pt x="213854" y="119309"/>
                  </a:cubicBezTo>
                  <a:cubicBezTo>
                    <a:pt x="213854" y="67193"/>
                    <a:pt x="171460" y="24798"/>
                    <a:pt x="119344" y="24798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DEAF0B3-99EF-1003-927E-9716A57E866D}"/>
                </a:ext>
              </a:extLst>
            </p:cNvPr>
            <p:cNvSpPr/>
            <p:nvPr userDrawn="1"/>
          </p:nvSpPr>
          <p:spPr>
            <a:xfrm>
              <a:off x="11475291" y="3446757"/>
              <a:ext cx="445943" cy="445943"/>
            </a:xfrm>
            <a:custGeom>
              <a:avLst/>
              <a:gdLst>
                <a:gd name="connsiteX0" fmla="*/ 222971 w 445943"/>
                <a:gd name="connsiteY0" fmla="*/ 445944 h 445943"/>
                <a:gd name="connsiteX1" fmla="*/ 0 w 445943"/>
                <a:gd name="connsiteY1" fmla="*/ 222972 h 445943"/>
                <a:gd name="connsiteX2" fmla="*/ 222971 w 445943"/>
                <a:gd name="connsiteY2" fmla="*/ 0 h 445943"/>
                <a:gd name="connsiteX3" fmla="*/ 445944 w 445943"/>
                <a:gd name="connsiteY3" fmla="*/ 222972 h 445943"/>
                <a:gd name="connsiteX4" fmla="*/ 222971 w 445943"/>
                <a:gd name="connsiteY4" fmla="*/ 445944 h 445943"/>
                <a:gd name="connsiteX5" fmla="*/ 222971 w 445943"/>
                <a:gd name="connsiteY5" fmla="*/ 24834 h 445943"/>
                <a:gd name="connsiteX6" fmla="*/ 24834 w 445943"/>
                <a:gd name="connsiteY6" fmla="*/ 222972 h 445943"/>
                <a:gd name="connsiteX7" fmla="*/ 222971 w 445943"/>
                <a:gd name="connsiteY7" fmla="*/ 421110 h 445943"/>
                <a:gd name="connsiteX8" fmla="*/ 421110 w 445943"/>
                <a:gd name="connsiteY8" fmla="*/ 222972 h 445943"/>
                <a:gd name="connsiteX9" fmla="*/ 222971 w 445943"/>
                <a:gd name="connsiteY9" fmla="*/ 24834 h 445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45943" h="445943">
                  <a:moveTo>
                    <a:pt x="222971" y="445944"/>
                  </a:moveTo>
                  <a:cubicBezTo>
                    <a:pt x="100009" y="445944"/>
                    <a:pt x="0" y="345899"/>
                    <a:pt x="0" y="222972"/>
                  </a:cubicBezTo>
                  <a:cubicBezTo>
                    <a:pt x="0" y="100045"/>
                    <a:pt x="100044" y="0"/>
                    <a:pt x="222971" y="0"/>
                  </a:cubicBezTo>
                  <a:cubicBezTo>
                    <a:pt x="345899" y="0"/>
                    <a:pt x="445944" y="100045"/>
                    <a:pt x="445944" y="222972"/>
                  </a:cubicBezTo>
                  <a:cubicBezTo>
                    <a:pt x="445944" y="345899"/>
                    <a:pt x="345899" y="445944"/>
                    <a:pt x="222971" y="445944"/>
                  </a:cubicBezTo>
                  <a:close/>
                  <a:moveTo>
                    <a:pt x="222971" y="24834"/>
                  </a:moveTo>
                  <a:cubicBezTo>
                    <a:pt x="113703" y="24834"/>
                    <a:pt x="24834" y="113739"/>
                    <a:pt x="24834" y="222972"/>
                  </a:cubicBezTo>
                  <a:cubicBezTo>
                    <a:pt x="24834" y="332205"/>
                    <a:pt x="113703" y="421110"/>
                    <a:pt x="222971" y="421110"/>
                  </a:cubicBezTo>
                  <a:cubicBezTo>
                    <a:pt x="332240" y="421110"/>
                    <a:pt x="421110" y="332240"/>
                    <a:pt x="421110" y="222972"/>
                  </a:cubicBezTo>
                  <a:cubicBezTo>
                    <a:pt x="421110" y="113703"/>
                    <a:pt x="332205" y="24834"/>
                    <a:pt x="222971" y="2483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2476C91-2319-9003-8AF3-02176705A592}"/>
                </a:ext>
              </a:extLst>
            </p:cNvPr>
            <p:cNvSpPr/>
            <p:nvPr userDrawn="1"/>
          </p:nvSpPr>
          <p:spPr>
            <a:xfrm>
              <a:off x="11155893" y="3217542"/>
              <a:ext cx="238687" cy="238688"/>
            </a:xfrm>
            <a:custGeom>
              <a:avLst/>
              <a:gdLst>
                <a:gd name="connsiteX0" fmla="*/ 119344 w 238687"/>
                <a:gd name="connsiteY0" fmla="*/ 238688 h 238688"/>
                <a:gd name="connsiteX1" fmla="*/ 0 w 238687"/>
                <a:gd name="connsiteY1" fmla="*/ 119344 h 238688"/>
                <a:gd name="connsiteX2" fmla="*/ 119344 w 238687"/>
                <a:gd name="connsiteY2" fmla="*/ 0 h 238688"/>
                <a:gd name="connsiteX3" fmla="*/ 238688 w 238687"/>
                <a:gd name="connsiteY3" fmla="*/ 119344 h 238688"/>
                <a:gd name="connsiteX4" fmla="*/ 119344 w 238687"/>
                <a:gd name="connsiteY4" fmla="*/ 238688 h 238688"/>
                <a:gd name="connsiteX5" fmla="*/ 119344 w 238687"/>
                <a:gd name="connsiteY5" fmla="*/ 24798 h 238688"/>
                <a:gd name="connsiteX6" fmla="*/ 24834 w 238687"/>
                <a:gd name="connsiteY6" fmla="*/ 119309 h 238688"/>
                <a:gd name="connsiteX7" fmla="*/ 119344 w 238687"/>
                <a:gd name="connsiteY7" fmla="*/ 213819 h 238688"/>
                <a:gd name="connsiteX8" fmla="*/ 213854 w 238687"/>
                <a:gd name="connsiteY8" fmla="*/ 119309 h 238688"/>
                <a:gd name="connsiteX9" fmla="*/ 119344 w 238687"/>
                <a:gd name="connsiteY9" fmla="*/ 24798 h 238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8687" h="238688">
                  <a:moveTo>
                    <a:pt x="119344" y="238688"/>
                  </a:moveTo>
                  <a:cubicBezTo>
                    <a:pt x="53534" y="238688"/>
                    <a:pt x="0" y="185154"/>
                    <a:pt x="0" y="119344"/>
                  </a:cubicBezTo>
                  <a:cubicBezTo>
                    <a:pt x="0" y="53535"/>
                    <a:pt x="53534" y="0"/>
                    <a:pt x="119344" y="0"/>
                  </a:cubicBezTo>
                  <a:cubicBezTo>
                    <a:pt x="185153" y="0"/>
                    <a:pt x="238688" y="53535"/>
                    <a:pt x="238688" y="119344"/>
                  </a:cubicBezTo>
                  <a:cubicBezTo>
                    <a:pt x="238688" y="185154"/>
                    <a:pt x="185153" y="238688"/>
                    <a:pt x="119344" y="238688"/>
                  </a:cubicBezTo>
                  <a:close/>
                  <a:moveTo>
                    <a:pt x="119344" y="24798"/>
                  </a:moveTo>
                  <a:cubicBezTo>
                    <a:pt x="67228" y="24798"/>
                    <a:pt x="24834" y="67193"/>
                    <a:pt x="24834" y="119309"/>
                  </a:cubicBezTo>
                  <a:cubicBezTo>
                    <a:pt x="24834" y="171424"/>
                    <a:pt x="67228" y="213819"/>
                    <a:pt x="119344" y="213819"/>
                  </a:cubicBezTo>
                  <a:cubicBezTo>
                    <a:pt x="171459" y="213819"/>
                    <a:pt x="213854" y="171424"/>
                    <a:pt x="213854" y="119309"/>
                  </a:cubicBezTo>
                  <a:cubicBezTo>
                    <a:pt x="213854" y="67193"/>
                    <a:pt x="171459" y="24798"/>
                    <a:pt x="119344" y="24798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681C85EA-48B0-D112-4D38-811CC8EAFBDD}"/>
                </a:ext>
              </a:extLst>
            </p:cNvPr>
            <p:cNvGrpSpPr/>
            <p:nvPr userDrawn="1"/>
          </p:nvGrpSpPr>
          <p:grpSpPr>
            <a:xfrm flipV="1">
              <a:off x="1" y="5551658"/>
              <a:ext cx="1390650" cy="1306341"/>
              <a:chOff x="0" y="0"/>
              <a:chExt cx="2620521" cy="2461650"/>
            </a:xfrm>
          </p:grpSpPr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7E7FF1AF-1871-B08D-7726-59D5114D17CA}"/>
                  </a:ext>
                </a:extLst>
              </p:cNvPr>
              <p:cNvSpPr/>
              <p:nvPr/>
            </p:nvSpPr>
            <p:spPr>
              <a:xfrm flipH="1">
                <a:off x="1" y="1420008"/>
                <a:ext cx="550337" cy="379814"/>
              </a:xfrm>
              <a:custGeom>
                <a:avLst/>
                <a:gdLst>
                  <a:gd name="connsiteX0" fmla="*/ 641002 w 641002"/>
                  <a:gd name="connsiteY0" fmla="*/ 0 h 442386"/>
                  <a:gd name="connsiteX1" fmla="*/ 641002 w 641002"/>
                  <a:gd name="connsiteY1" fmla="*/ 37469 h 442386"/>
                  <a:gd name="connsiteX2" fmla="*/ 226860 w 641002"/>
                  <a:gd name="connsiteY2" fmla="*/ 442386 h 442386"/>
                  <a:gd name="connsiteX3" fmla="*/ 0 w 641002"/>
                  <a:gd name="connsiteY3" fmla="*/ 442386 h 442386"/>
                  <a:gd name="connsiteX4" fmla="*/ 0 w 641002"/>
                  <a:gd name="connsiteY4" fmla="*/ 415598 h 442386"/>
                  <a:gd name="connsiteX5" fmla="*/ 215953 w 641002"/>
                  <a:gd name="connsiteY5" fmla="*/ 415598 h 442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1002" h="442386">
                    <a:moveTo>
                      <a:pt x="641002" y="0"/>
                    </a:moveTo>
                    <a:lnTo>
                      <a:pt x="641002" y="37469"/>
                    </a:lnTo>
                    <a:lnTo>
                      <a:pt x="226860" y="442386"/>
                    </a:lnTo>
                    <a:lnTo>
                      <a:pt x="0" y="442386"/>
                    </a:lnTo>
                    <a:lnTo>
                      <a:pt x="0" y="415598"/>
                    </a:lnTo>
                    <a:lnTo>
                      <a:pt x="215953" y="41559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F2CD501F-C8EF-78C1-55EA-0AFC4746BF85}"/>
                  </a:ext>
                </a:extLst>
              </p:cNvPr>
              <p:cNvSpPr/>
              <p:nvPr/>
            </p:nvSpPr>
            <p:spPr>
              <a:xfrm flipH="1">
                <a:off x="1" y="1213277"/>
                <a:ext cx="1222019" cy="704828"/>
              </a:xfrm>
              <a:custGeom>
                <a:avLst/>
                <a:gdLst>
                  <a:gd name="connsiteX0" fmla="*/ 1423340 w 1423340"/>
                  <a:gd name="connsiteY0" fmla="*/ 0 h 820944"/>
                  <a:gd name="connsiteX1" fmla="*/ 1423340 w 1423340"/>
                  <a:gd name="connsiteY1" fmla="*/ 37887 h 820944"/>
                  <a:gd name="connsiteX2" fmla="*/ 1048654 w 1423340"/>
                  <a:gd name="connsiteY2" fmla="*/ 412573 h 820944"/>
                  <a:gd name="connsiteX3" fmla="*/ 559535 w 1423340"/>
                  <a:gd name="connsiteY3" fmla="*/ 412573 h 820944"/>
                  <a:gd name="connsiteX4" fmla="*/ 559535 w 1423340"/>
                  <a:gd name="connsiteY4" fmla="*/ 820944 h 820944"/>
                  <a:gd name="connsiteX5" fmla="*/ 0 w 1423340"/>
                  <a:gd name="connsiteY5" fmla="*/ 820944 h 820944"/>
                  <a:gd name="connsiteX6" fmla="*/ 0 w 1423340"/>
                  <a:gd name="connsiteY6" fmla="*/ 794155 h 820944"/>
                  <a:gd name="connsiteX7" fmla="*/ 532746 w 1423340"/>
                  <a:gd name="connsiteY7" fmla="*/ 794155 h 820944"/>
                  <a:gd name="connsiteX8" fmla="*/ 532746 w 1423340"/>
                  <a:gd name="connsiteY8" fmla="*/ 385785 h 820944"/>
                  <a:gd name="connsiteX9" fmla="*/ 1037556 w 1423340"/>
                  <a:gd name="connsiteY9" fmla="*/ 385785 h 820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23340" h="820944">
                    <a:moveTo>
                      <a:pt x="1423340" y="0"/>
                    </a:moveTo>
                    <a:lnTo>
                      <a:pt x="1423340" y="37887"/>
                    </a:lnTo>
                    <a:lnTo>
                      <a:pt x="1048654" y="412573"/>
                    </a:lnTo>
                    <a:lnTo>
                      <a:pt x="559535" y="412573"/>
                    </a:lnTo>
                    <a:lnTo>
                      <a:pt x="559535" y="820944"/>
                    </a:lnTo>
                    <a:lnTo>
                      <a:pt x="0" y="820944"/>
                    </a:lnTo>
                    <a:lnTo>
                      <a:pt x="0" y="794155"/>
                    </a:lnTo>
                    <a:lnTo>
                      <a:pt x="532746" y="794155"/>
                    </a:lnTo>
                    <a:lnTo>
                      <a:pt x="532746" y="385785"/>
                    </a:lnTo>
                    <a:lnTo>
                      <a:pt x="1037556" y="38578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C8B13397-F9F4-7B9F-6A4D-01F28E03FCE1}"/>
                  </a:ext>
                </a:extLst>
              </p:cNvPr>
              <p:cNvSpPr/>
              <p:nvPr/>
            </p:nvSpPr>
            <p:spPr>
              <a:xfrm flipH="1">
                <a:off x="0" y="1044329"/>
                <a:ext cx="689747" cy="383756"/>
              </a:xfrm>
              <a:custGeom>
                <a:avLst/>
                <a:gdLst>
                  <a:gd name="connsiteX0" fmla="*/ 803379 w 803379"/>
                  <a:gd name="connsiteY0" fmla="*/ 0 h 446978"/>
                  <a:gd name="connsiteX1" fmla="*/ 803379 w 803379"/>
                  <a:gd name="connsiteY1" fmla="*/ 37812 h 446978"/>
                  <a:gd name="connsiteX2" fmla="*/ 394250 w 803379"/>
                  <a:gd name="connsiteY2" fmla="*/ 446978 h 446978"/>
                  <a:gd name="connsiteX3" fmla="*/ 0 w 803379"/>
                  <a:gd name="connsiteY3" fmla="*/ 446978 h 446978"/>
                  <a:gd name="connsiteX4" fmla="*/ 0 w 803379"/>
                  <a:gd name="connsiteY4" fmla="*/ 420189 h 446978"/>
                  <a:gd name="connsiteX5" fmla="*/ 383152 w 803379"/>
                  <a:gd name="connsiteY5" fmla="*/ 420189 h 446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03379" h="446978">
                    <a:moveTo>
                      <a:pt x="803379" y="0"/>
                    </a:moveTo>
                    <a:lnTo>
                      <a:pt x="803379" y="37812"/>
                    </a:lnTo>
                    <a:lnTo>
                      <a:pt x="394250" y="446978"/>
                    </a:lnTo>
                    <a:lnTo>
                      <a:pt x="0" y="446978"/>
                    </a:lnTo>
                    <a:lnTo>
                      <a:pt x="0" y="420189"/>
                    </a:lnTo>
                    <a:lnTo>
                      <a:pt x="383152" y="420189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C368497B-681E-8F07-755D-F82251CAB8AB}"/>
                  </a:ext>
                </a:extLst>
              </p:cNvPr>
              <p:cNvSpPr/>
              <p:nvPr/>
            </p:nvSpPr>
            <p:spPr>
              <a:xfrm flipH="1">
                <a:off x="0" y="822024"/>
                <a:ext cx="1230168" cy="849888"/>
              </a:xfrm>
              <a:custGeom>
                <a:avLst/>
                <a:gdLst>
                  <a:gd name="connsiteX0" fmla="*/ 1432831 w 1432831"/>
                  <a:gd name="connsiteY0" fmla="*/ 0 h 989902"/>
                  <a:gd name="connsiteX1" fmla="*/ 1432831 w 1432831"/>
                  <a:gd name="connsiteY1" fmla="*/ 37886 h 989902"/>
                  <a:gd name="connsiteX2" fmla="*/ 991709 w 1432831"/>
                  <a:gd name="connsiteY2" fmla="*/ 479008 h 989902"/>
                  <a:gd name="connsiteX3" fmla="*/ 529876 w 1432831"/>
                  <a:gd name="connsiteY3" fmla="*/ 479008 h 989902"/>
                  <a:gd name="connsiteX4" fmla="*/ 18943 w 1432831"/>
                  <a:gd name="connsiteY4" fmla="*/ 989902 h 989902"/>
                  <a:gd name="connsiteX5" fmla="*/ 0 w 1432831"/>
                  <a:gd name="connsiteY5" fmla="*/ 970959 h 989902"/>
                  <a:gd name="connsiteX6" fmla="*/ 518778 w 1432831"/>
                  <a:gd name="connsiteY6" fmla="*/ 452220 h 989902"/>
                  <a:gd name="connsiteX7" fmla="*/ 980611 w 1432831"/>
                  <a:gd name="connsiteY7" fmla="*/ 452220 h 989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32831" h="989902">
                    <a:moveTo>
                      <a:pt x="1432831" y="0"/>
                    </a:moveTo>
                    <a:lnTo>
                      <a:pt x="1432831" y="37886"/>
                    </a:lnTo>
                    <a:lnTo>
                      <a:pt x="991709" y="479008"/>
                    </a:lnTo>
                    <a:lnTo>
                      <a:pt x="529876" y="479008"/>
                    </a:lnTo>
                    <a:lnTo>
                      <a:pt x="18943" y="989902"/>
                    </a:lnTo>
                    <a:lnTo>
                      <a:pt x="0" y="970959"/>
                    </a:lnTo>
                    <a:lnTo>
                      <a:pt x="518778" y="452220"/>
                    </a:lnTo>
                    <a:lnTo>
                      <a:pt x="980611" y="45222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611834B0-6EAD-3205-0CDE-475A04445E1C}"/>
                  </a:ext>
                </a:extLst>
              </p:cNvPr>
              <p:cNvSpPr/>
              <p:nvPr/>
            </p:nvSpPr>
            <p:spPr>
              <a:xfrm flipH="1">
                <a:off x="1" y="611285"/>
                <a:ext cx="604846" cy="447169"/>
              </a:xfrm>
              <a:custGeom>
                <a:avLst/>
                <a:gdLst>
                  <a:gd name="connsiteX0" fmla="*/ 704491 w 704491"/>
                  <a:gd name="connsiteY0" fmla="*/ 0 h 520837"/>
                  <a:gd name="connsiteX1" fmla="*/ 704491 w 704491"/>
                  <a:gd name="connsiteY1" fmla="*/ 37887 h 520837"/>
                  <a:gd name="connsiteX2" fmla="*/ 221540 w 704491"/>
                  <a:gd name="connsiteY2" fmla="*/ 520837 h 520837"/>
                  <a:gd name="connsiteX3" fmla="*/ 0 w 704491"/>
                  <a:gd name="connsiteY3" fmla="*/ 520837 h 520837"/>
                  <a:gd name="connsiteX4" fmla="*/ 0 w 704491"/>
                  <a:gd name="connsiteY4" fmla="*/ 494049 h 520837"/>
                  <a:gd name="connsiteX5" fmla="*/ 210443 w 704491"/>
                  <a:gd name="connsiteY5" fmla="*/ 494049 h 520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4491" h="520837">
                    <a:moveTo>
                      <a:pt x="704491" y="0"/>
                    </a:moveTo>
                    <a:lnTo>
                      <a:pt x="704491" y="37887"/>
                    </a:lnTo>
                    <a:lnTo>
                      <a:pt x="221540" y="520837"/>
                    </a:lnTo>
                    <a:lnTo>
                      <a:pt x="0" y="520837"/>
                    </a:lnTo>
                    <a:lnTo>
                      <a:pt x="0" y="494049"/>
                    </a:lnTo>
                    <a:lnTo>
                      <a:pt x="210443" y="494049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76674841-AF11-C816-7AEC-A92A8DF56B6D}"/>
                  </a:ext>
                </a:extLst>
              </p:cNvPr>
              <p:cNvSpPr/>
              <p:nvPr/>
            </p:nvSpPr>
            <p:spPr>
              <a:xfrm flipH="1">
                <a:off x="1" y="359012"/>
                <a:ext cx="1230168" cy="938042"/>
              </a:xfrm>
              <a:custGeom>
                <a:avLst/>
                <a:gdLst>
                  <a:gd name="connsiteX0" fmla="*/ 1432831 w 1432831"/>
                  <a:gd name="connsiteY0" fmla="*/ 0 h 1092579"/>
                  <a:gd name="connsiteX1" fmla="*/ 1432831 w 1432831"/>
                  <a:gd name="connsiteY1" fmla="*/ 37886 h 1092579"/>
                  <a:gd name="connsiteX2" fmla="*/ 886469 w 1432831"/>
                  <a:gd name="connsiteY2" fmla="*/ 584249 h 1092579"/>
                  <a:gd name="connsiteX3" fmla="*/ 527312 w 1432831"/>
                  <a:gd name="connsiteY3" fmla="*/ 584249 h 1092579"/>
                  <a:gd name="connsiteX4" fmla="*/ 18943 w 1432831"/>
                  <a:gd name="connsiteY4" fmla="*/ 1092579 h 1092579"/>
                  <a:gd name="connsiteX5" fmla="*/ 0 w 1432831"/>
                  <a:gd name="connsiteY5" fmla="*/ 1073636 h 1092579"/>
                  <a:gd name="connsiteX6" fmla="*/ 516214 w 1432831"/>
                  <a:gd name="connsiteY6" fmla="*/ 557460 h 1092579"/>
                  <a:gd name="connsiteX7" fmla="*/ 875371 w 1432831"/>
                  <a:gd name="connsiteY7" fmla="*/ 557460 h 1092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32831" h="1092579">
                    <a:moveTo>
                      <a:pt x="1432831" y="0"/>
                    </a:moveTo>
                    <a:lnTo>
                      <a:pt x="1432831" y="37886"/>
                    </a:lnTo>
                    <a:lnTo>
                      <a:pt x="886469" y="584249"/>
                    </a:lnTo>
                    <a:lnTo>
                      <a:pt x="527312" y="584249"/>
                    </a:lnTo>
                    <a:lnTo>
                      <a:pt x="18943" y="1092579"/>
                    </a:lnTo>
                    <a:lnTo>
                      <a:pt x="0" y="1073636"/>
                    </a:lnTo>
                    <a:lnTo>
                      <a:pt x="516214" y="557460"/>
                    </a:lnTo>
                    <a:lnTo>
                      <a:pt x="875371" y="55746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D015D838-6858-034C-8D26-0CB286D9EBAD}"/>
                  </a:ext>
                </a:extLst>
              </p:cNvPr>
              <p:cNvSpPr/>
              <p:nvPr/>
            </p:nvSpPr>
            <p:spPr>
              <a:xfrm flipH="1">
                <a:off x="0" y="63798"/>
                <a:ext cx="900652" cy="752602"/>
              </a:xfrm>
              <a:custGeom>
                <a:avLst/>
                <a:gdLst>
                  <a:gd name="connsiteX0" fmla="*/ 1049029 w 1049029"/>
                  <a:gd name="connsiteY0" fmla="*/ 0 h 876589"/>
                  <a:gd name="connsiteX1" fmla="*/ 1049029 w 1049029"/>
                  <a:gd name="connsiteY1" fmla="*/ 37849 h 876589"/>
                  <a:gd name="connsiteX2" fmla="*/ 612002 w 1049029"/>
                  <a:gd name="connsiteY2" fmla="*/ 474876 h 876589"/>
                  <a:gd name="connsiteX3" fmla="*/ 420655 w 1049029"/>
                  <a:gd name="connsiteY3" fmla="*/ 474876 h 876589"/>
                  <a:gd name="connsiteX4" fmla="*/ 18943 w 1049029"/>
                  <a:gd name="connsiteY4" fmla="*/ 876589 h 876589"/>
                  <a:gd name="connsiteX5" fmla="*/ 0 w 1049029"/>
                  <a:gd name="connsiteY5" fmla="*/ 857645 h 876589"/>
                  <a:gd name="connsiteX6" fmla="*/ 409558 w 1049029"/>
                  <a:gd name="connsiteY6" fmla="*/ 448088 h 876589"/>
                  <a:gd name="connsiteX7" fmla="*/ 600904 w 1049029"/>
                  <a:gd name="connsiteY7" fmla="*/ 448088 h 876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49029" h="876589">
                    <a:moveTo>
                      <a:pt x="1049029" y="0"/>
                    </a:moveTo>
                    <a:lnTo>
                      <a:pt x="1049029" y="37849"/>
                    </a:lnTo>
                    <a:lnTo>
                      <a:pt x="612002" y="474876"/>
                    </a:lnTo>
                    <a:lnTo>
                      <a:pt x="420655" y="474876"/>
                    </a:lnTo>
                    <a:lnTo>
                      <a:pt x="18943" y="876589"/>
                    </a:lnTo>
                    <a:lnTo>
                      <a:pt x="0" y="857645"/>
                    </a:lnTo>
                    <a:lnTo>
                      <a:pt x="409558" y="448088"/>
                    </a:lnTo>
                    <a:lnTo>
                      <a:pt x="600904" y="44808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C288C811-0B81-0992-3018-389446CF27A5}"/>
                  </a:ext>
                </a:extLst>
              </p:cNvPr>
              <p:cNvSpPr/>
              <p:nvPr/>
            </p:nvSpPr>
            <p:spPr>
              <a:xfrm flipH="1">
                <a:off x="484805" y="0"/>
                <a:ext cx="935931" cy="1150614"/>
              </a:xfrm>
              <a:custGeom>
                <a:avLst/>
                <a:gdLst>
                  <a:gd name="connsiteX0" fmla="*/ 1052237 w 1090121"/>
                  <a:gd name="connsiteY0" fmla="*/ 0 h 1340171"/>
                  <a:gd name="connsiteX1" fmla="*/ 1090121 w 1090121"/>
                  <a:gd name="connsiteY1" fmla="*/ 0 h 1340171"/>
                  <a:gd name="connsiteX2" fmla="*/ 567380 w 1090121"/>
                  <a:gd name="connsiteY2" fmla="*/ 522741 h 1340171"/>
                  <a:gd name="connsiteX3" fmla="*/ 567380 w 1090121"/>
                  <a:gd name="connsiteY3" fmla="*/ 791735 h 1340171"/>
                  <a:gd name="connsiteX4" fmla="*/ 563476 w 1090121"/>
                  <a:gd name="connsiteY4" fmla="*/ 795639 h 1340171"/>
                  <a:gd name="connsiteX5" fmla="*/ 18943 w 1090121"/>
                  <a:gd name="connsiteY5" fmla="*/ 1340171 h 1340171"/>
                  <a:gd name="connsiteX6" fmla="*/ 0 w 1090121"/>
                  <a:gd name="connsiteY6" fmla="*/ 1321228 h 1340171"/>
                  <a:gd name="connsiteX7" fmla="*/ 540591 w 1090121"/>
                  <a:gd name="connsiteY7" fmla="*/ 780637 h 1340171"/>
                  <a:gd name="connsiteX8" fmla="*/ 540591 w 1090121"/>
                  <a:gd name="connsiteY8" fmla="*/ 511643 h 1340171"/>
                  <a:gd name="connsiteX9" fmla="*/ 544533 w 1090121"/>
                  <a:gd name="connsiteY9" fmla="*/ 507739 h 13401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90121" h="1340171">
                    <a:moveTo>
                      <a:pt x="1052237" y="0"/>
                    </a:moveTo>
                    <a:lnTo>
                      <a:pt x="1090121" y="0"/>
                    </a:lnTo>
                    <a:lnTo>
                      <a:pt x="567380" y="522741"/>
                    </a:lnTo>
                    <a:lnTo>
                      <a:pt x="567380" y="791735"/>
                    </a:lnTo>
                    <a:lnTo>
                      <a:pt x="563476" y="795639"/>
                    </a:lnTo>
                    <a:lnTo>
                      <a:pt x="18943" y="1340171"/>
                    </a:lnTo>
                    <a:lnTo>
                      <a:pt x="0" y="1321228"/>
                    </a:lnTo>
                    <a:lnTo>
                      <a:pt x="540591" y="780637"/>
                    </a:lnTo>
                    <a:lnTo>
                      <a:pt x="540591" y="511643"/>
                    </a:lnTo>
                    <a:lnTo>
                      <a:pt x="544533" y="507739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96383AF5-5334-54CF-5FA5-3B988C9139EB}"/>
                  </a:ext>
                </a:extLst>
              </p:cNvPr>
              <p:cNvSpPr/>
              <p:nvPr/>
            </p:nvSpPr>
            <p:spPr>
              <a:xfrm flipH="1">
                <a:off x="728862" y="1"/>
                <a:ext cx="419232" cy="629907"/>
              </a:xfrm>
              <a:custGeom>
                <a:avLst/>
                <a:gdLst>
                  <a:gd name="connsiteX0" fmla="*/ 450412 w 488298"/>
                  <a:gd name="connsiteY0" fmla="*/ 0 h 733681"/>
                  <a:gd name="connsiteX1" fmla="*/ 488298 w 488298"/>
                  <a:gd name="connsiteY1" fmla="*/ 0 h 733681"/>
                  <a:gd name="connsiteX2" fmla="*/ 26788 w 488298"/>
                  <a:gd name="connsiteY2" fmla="*/ 461510 h 733681"/>
                  <a:gd name="connsiteX3" fmla="*/ 26788 w 488298"/>
                  <a:gd name="connsiteY3" fmla="*/ 733681 h 733681"/>
                  <a:gd name="connsiteX4" fmla="*/ 0 w 488298"/>
                  <a:gd name="connsiteY4" fmla="*/ 733681 h 733681"/>
                  <a:gd name="connsiteX5" fmla="*/ 0 w 488298"/>
                  <a:gd name="connsiteY5" fmla="*/ 450412 h 733681"/>
                  <a:gd name="connsiteX6" fmla="*/ 3904 w 488298"/>
                  <a:gd name="connsiteY6" fmla="*/ 446509 h 733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8298" h="733681">
                    <a:moveTo>
                      <a:pt x="450412" y="0"/>
                    </a:moveTo>
                    <a:lnTo>
                      <a:pt x="488298" y="0"/>
                    </a:lnTo>
                    <a:lnTo>
                      <a:pt x="26788" y="461510"/>
                    </a:lnTo>
                    <a:lnTo>
                      <a:pt x="26788" y="733681"/>
                    </a:lnTo>
                    <a:lnTo>
                      <a:pt x="0" y="733681"/>
                    </a:lnTo>
                    <a:lnTo>
                      <a:pt x="0" y="450412"/>
                    </a:lnTo>
                    <a:lnTo>
                      <a:pt x="3904" y="446509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7B2E347F-07DC-7198-7C8F-286B9FF5B114}"/>
                  </a:ext>
                </a:extLst>
              </p:cNvPr>
              <p:cNvSpPr/>
              <p:nvPr/>
            </p:nvSpPr>
            <p:spPr>
              <a:xfrm flipH="1">
                <a:off x="973904" y="0"/>
                <a:ext cx="777268" cy="1150614"/>
              </a:xfrm>
              <a:custGeom>
                <a:avLst/>
                <a:gdLst>
                  <a:gd name="connsiteX0" fmla="*/ 867435 w 905318"/>
                  <a:gd name="connsiteY0" fmla="*/ 0 h 1340171"/>
                  <a:gd name="connsiteX1" fmla="*/ 905318 w 905318"/>
                  <a:gd name="connsiteY1" fmla="*/ 0 h 1340171"/>
                  <a:gd name="connsiteX2" fmla="*/ 500676 w 905318"/>
                  <a:gd name="connsiteY2" fmla="*/ 404641 h 1340171"/>
                  <a:gd name="connsiteX3" fmla="*/ 500676 w 905318"/>
                  <a:gd name="connsiteY3" fmla="*/ 858399 h 1340171"/>
                  <a:gd name="connsiteX4" fmla="*/ 496773 w 905318"/>
                  <a:gd name="connsiteY4" fmla="*/ 862341 h 1340171"/>
                  <a:gd name="connsiteX5" fmla="*/ 18943 w 905318"/>
                  <a:gd name="connsiteY5" fmla="*/ 1340171 h 1340171"/>
                  <a:gd name="connsiteX6" fmla="*/ 0 w 905318"/>
                  <a:gd name="connsiteY6" fmla="*/ 1321227 h 1340171"/>
                  <a:gd name="connsiteX7" fmla="*/ 473888 w 905318"/>
                  <a:gd name="connsiteY7" fmla="*/ 847301 h 1340171"/>
                  <a:gd name="connsiteX8" fmla="*/ 473888 w 905318"/>
                  <a:gd name="connsiteY8" fmla="*/ 393543 h 1340171"/>
                  <a:gd name="connsiteX9" fmla="*/ 477830 w 905318"/>
                  <a:gd name="connsiteY9" fmla="*/ 389640 h 13401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05318" h="1340171">
                    <a:moveTo>
                      <a:pt x="867435" y="0"/>
                    </a:moveTo>
                    <a:lnTo>
                      <a:pt x="905318" y="0"/>
                    </a:lnTo>
                    <a:lnTo>
                      <a:pt x="500676" y="404641"/>
                    </a:lnTo>
                    <a:lnTo>
                      <a:pt x="500676" y="858399"/>
                    </a:lnTo>
                    <a:lnTo>
                      <a:pt x="496773" y="862341"/>
                    </a:lnTo>
                    <a:lnTo>
                      <a:pt x="18943" y="1340171"/>
                    </a:lnTo>
                    <a:lnTo>
                      <a:pt x="0" y="1321227"/>
                    </a:lnTo>
                    <a:lnTo>
                      <a:pt x="473888" y="847301"/>
                    </a:lnTo>
                    <a:lnTo>
                      <a:pt x="473888" y="393543"/>
                    </a:lnTo>
                    <a:lnTo>
                      <a:pt x="477830" y="38964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D65A2E5-B33C-099C-4B34-3874CE6F42D2}"/>
                  </a:ext>
                </a:extLst>
              </p:cNvPr>
              <p:cNvSpPr/>
              <p:nvPr/>
            </p:nvSpPr>
            <p:spPr>
              <a:xfrm flipH="1">
                <a:off x="1333418" y="0"/>
                <a:ext cx="697098" cy="1142465"/>
              </a:xfrm>
              <a:custGeom>
                <a:avLst/>
                <a:gdLst>
                  <a:gd name="connsiteX0" fmla="*/ 774054 w 811941"/>
                  <a:gd name="connsiteY0" fmla="*/ 0 h 1330680"/>
                  <a:gd name="connsiteX1" fmla="*/ 811941 w 811941"/>
                  <a:gd name="connsiteY1" fmla="*/ 0 h 1330680"/>
                  <a:gd name="connsiteX2" fmla="*/ 437915 w 811941"/>
                  <a:gd name="connsiteY2" fmla="*/ 374026 h 1330680"/>
                  <a:gd name="connsiteX3" fmla="*/ 437915 w 811941"/>
                  <a:gd name="connsiteY3" fmla="*/ 869536 h 1330680"/>
                  <a:gd name="connsiteX4" fmla="*/ 26788 w 811941"/>
                  <a:gd name="connsiteY4" fmla="*/ 869536 h 1330680"/>
                  <a:gd name="connsiteX5" fmla="*/ 26788 w 811941"/>
                  <a:gd name="connsiteY5" fmla="*/ 1330680 h 1330680"/>
                  <a:gd name="connsiteX6" fmla="*/ 0 w 811941"/>
                  <a:gd name="connsiteY6" fmla="*/ 1330680 h 1330680"/>
                  <a:gd name="connsiteX7" fmla="*/ 0 w 811941"/>
                  <a:gd name="connsiteY7" fmla="*/ 842747 h 1330680"/>
                  <a:gd name="connsiteX8" fmla="*/ 411127 w 811941"/>
                  <a:gd name="connsiteY8" fmla="*/ 842747 h 1330680"/>
                  <a:gd name="connsiteX9" fmla="*/ 411127 w 811941"/>
                  <a:gd name="connsiteY9" fmla="*/ 362928 h 1330680"/>
                  <a:gd name="connsiteX10" fmla="*/ 415030 w 811941"/>
                  <a:gd name="connsiteY10" fmla="*/ 359024 h 1330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11941" h="1330680">
                    <a:moveTo>
                      <a:pt x="774054" y="0"/>
                    </a:moveTo>
                    <a:lnTo>
                      <a:pt x="811941" y="0"/>
                    </a:lnTo>
                    <a:lnTo>
                      <a:pt x="437915" y="374026"/>
                    </a:lnTo>
                    <a:lnTo>
                      <a:pt x="437915" y="869536"/>
                    </a:lnTo>
                    <a:lnTo>
                      <a:pt x="26788" y="869536"/>
                    </a:lnTo>
                    <a:lnTo>
                      <a:pt x="26788" y="1330680"/>
                    </a:lnTo>
                    <a:lnTo>
                      <a:pt x="0" y="1330680"/>
                    </a:lnTo>
                    <a:lnTo>
                      <a:pt x="0" y="842747"/>
                    </a:lnTo>
                    <a:lnTo>
                      <a:pt x="411127" y="842747"/>
                    </a:lnTo>
                    <a:lnTo>
                      <a:pt x="411127" y="362928"/>
                    </a:lnTo>
                    <a:lnTo>
                      <a:pt x="415030" y="359024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9F7860C-459E-5601-E3F3-0AC8627C68C9}"/>
                  </a:ext>
                </a:extLst>
              </p:cNvPr>
              <p:cNvSpPr/>
              <p:nvPr/>
            </p:nvSpPr>
            <p:spPr>
              <a:xfrm flipH="1">
                <a:off x="2168913" y="0"/>
                <a:ext cx="325741" cy="309478"/>
              </a:xfrm>
              <a:custGeom>
                <a:avLst/>
                <a:gdLst>
                  <a:gd name="connsiteX0" fmla="*/ 341521 w 379405"/>
                  <a:gd name="connsiteY0" fmla="*/ 0 h 360463"/>
                  <a:gd name="connsiteX1" fmla="*/ 379405 w 379405"/>
                  <a:gd name="connsiteY1" fmla="*/ 0 h 360463"/>
                  <a:gd name="connsiteX2" fmla="*/ 18942 w 379405"/>
                  <a:gd name="connsiteY2" fmla="*/ 360463 h 360463"/>
                  <a:gd name="connsiteX3" fmla="*/ 0 w 379405"/>
                  <a:gd name="connsiteY3" fmla="*/ 341521 h 3604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9405" h="360463">
                    <a:moveTo>
                      <a:pt x="341521" y="0"/>
                    </a:moveTo>
                    <a:lnTo>
                      <a:pt x="379405" y="0"/>
                    </a:lnTo>
                    <a:lnTo>
                      <a:pt x="18942" y="360463"/>
                    </a:lnTo>
                    <a:lnTo>
                      <a:pt x="0" y="341521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861501EA-67A5-4E07-C3BF-2236A83C843C}"/>
                  </a:ext>
                </a:extLst>
              </p:cNvPr>
              <p:cNvSpPr/>
              <p:nvPr/>
            </p:nvSpPr>
            <p:spPr>
              <a:xfrm flipH="1">
                <a:off x="1776507" y="1"/>
                <a:ext cx="791382" cy="775120"/>
              </a:xfrm>
              <a:custGeom>
                <a:avLst/>
                <a:gdLst>
                  <a:gd name="connsiteX0" fmla="*/ 883874 w 921758"/>
                  <a:gd name="connsiteY0" fmla="*/ 0 h 902817"/>
                  <a:gd name="connsiteX1" fmla="*/ 921758 w 921758"/>
                  <a:gd name="connsiteY1" fmla="*/ 0 h 902817"/>
                  <a:gd name="connsiteX2" fmla="*/ 18942 w 921758"/>
                  <a:gd name="connsiteY2" fmla="*/ 902817 h 902817"/>
                  <a:gd name="connsiteX3" fmla="*/ 0 w 921758"/>
                  <a:gd name="connsiteY3" fmla="*/ 883875 h 9028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21758" h="902817">
                    <a:moveTo>
                      <a:pt x="883874" y="0"/>
                    </a:moveTo>
                    <a:lnTo>
                      <a:pt x="921758" y="0"/>
                    </a:lnTo>
                    <a:lnTo>
                      <a:pt x="18942" y="902817"/>
                    </a:lnTo>
                    <a:lnTo>
                      <a:pt x="0" y="88387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C565A533-D4D1-A32B-B11F-C35A649F3A0B}"/>
                  </a:ext>
                </a:extLst>
              </p:cNvPr>
              <p:cNvSpPr/>
              <p:nvPr/>
            </p:nvSpPr>
            <p:spPr>
              <a:xfrm flipH="1">
                <a:off x="1543700" y="0"/>
                <a:ext cx="467826" cy="551281"/>
              </a:xfrm>
              <a:custGeom>
                <a:avLst/>
                <a:gdLst>
                  <a:gd name="connsiteX0" fmla="*/ 507012 w 544898"/>
                  <a:gd name="connsiteY0" fmla="*/ 0 h 642102"/>
                  <a:gd name="connsiteX1" fmla="*/ 544898 w 544898"/>
                  <a:gd name="connsiteY1" fmla="*/ 0 h 642102"/>
                  <a:gd name="connsiteX2" fmla="*/ 177416 w 544898"/>
                  <a:gd name="connsiteY2" fmla="*/ 367482 h 642102"/>
                  <a:gd name="connsiteX3" fmla="*/ 177416 w 544898"/>
                  <a:gd name="connsiteY3" fmla="*/ 642102 h 642102"/>
                  <a:gd name="connsiteX4" fmla="*/ 0 w 544898"/>
                  <a:gd name="connsiteY4" fmla="*/ 642102 h 642102"/>
                  <a:gd name="connsiteX5" fmla="*/ 0 w 544898"/>
                  <a:gd name="connsiteY5" fmla="*/ 615314 h 642102"/>
                  <a:gd name="connsiteX6" fmla="*/ 150628 w 544898"/>
                  <a:gd name="connsiteY6" fmla="*/ 615314 h 642102"/>
                  <a:gd name="connsiteX7" fmla="*/ 150628 w 544898"/>
                  <a:gd name="connsiteY7" fmla="*/ 356384 h 642102"/>
                  <a:gd name="connsiteX8" fmla="*/ 154569 w 544898"/>
                  <a:gd name="connsiteY8" fmla="*/ 352442 h 642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44898" h="642102">
                    <a:moveTo>
                      <a:pt x="507012" y="0"/>
                    </a:moveTo>
                    <a:lnTo>
                      <a:pt x="544898" y="0"/>
                    </a:lnTo>
                    <a:lnTo>
                      <a:pt x="177416" y="367482"/>
                    </a:lnTo>
                    <a:lnTo>
                      <a:pt x="177416" y="642102"/>
                    </a:lnTo>
                    <a:lnTo>
                      <a:pt x="0" y="642102"/>
                    </a:lnTo>
                    <a:lnTo>
                      <a:pt x="0" y="615314"/>
                    </a:lnTo>
                    <a:lnTo>
                      <a:pt x="150628" y="615314"/>
                    </a:lnTo>
                    <a:lnTo>
                      <a:pt x="150628" y="356384"/>
                    </a:lnTo>
                    <a:lnTo>
                      <a:pt x="154569" y="352442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39E57A44-38E3-AF44-D3EE-4BCE48CE0C72}"/>
                  </a:ext>
                </a:extLst>
              </p:cNvPr>
              <p:cNvSpPr/>
              <p:nvPr/>
            </p:nvSpPr>
            <p:spPr>
              <a:xfrm flipH="1">
                <a:off x="0" y="1598168"/>
                <a:ext cx="795037" cy="810748"/>
              </a:xfrm>
              <a:custGeom>
                <a:avLst/>
                <a:gdLst>
                  <a:gd name="connsiteX0" fmla="*/ 926014 w 926014"/>
                  <a:gd name="connsiteY0" fmla="*/ 0 h 944315"/>
                  <a:gd name="connsiteX1" fmla="*/ 926014 w 926014"/>
                  <a:gd name="connsiteY1" fmla="*/ 37870 h 944315"/>
                  <a:gd name="connsiteX2" fmla="*/ 18935 w 926014"/>
                  <a:gd name="connsiteY2" fmla="*/ 944315 h 944315"/>
                  <a:gd name="connsiteX3" fmla="*/ 0 w 926014"/>
                  <a:gd name="connsiteY3" fmla="*/ 925367 h 944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26014" h="944315">
                    <a:moveTo>
                      <a:pt x="926014" y="0"/>
                    </a:moveTo>
                    <a:lnTo>
                      <a:pt x="926014" y="37870"/>
                    </a:lnTo>
                    <a:lnTo>
                      <a:pt x="18935" y="944315"/>
                    </a:lnTo>
                    <a:lnTo>
                      <a:pt x="0" y="925367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F71B2F2E-9D3E-63E4-3379-286FDBFA759B}"/>
                  </a:ext>
                </a:extLst>
              </p:cNvPr>
              <p:cNvSpPr/>
              <p:nvPr/>
            </p:nvSpPr>
            <p:spPr>
              <a:xfrm flipH="1">
                <a:off x="0" y="1994158"/>
                <a:ext cx="334409" cy="338820"/>
              </a:xfrm>
              <a:custGeom>
                <a:avLst/>
                <a:gdLst>
                  <a:gd name="connsiteX0" fmla="*/ 389501 w 389501"/>
                  <a:gd name="connsiteY0" fmla="*/ 0 h 394639"/>
                  <a:gd name="connsiteX1" fmla="*/ 389501 w 389501"/>
                  <a:gd name="connsiteY1" fmla="*/ 37202 h 394639"/>
                  <a:gd name="connsiteX2" fmla="*/ 18588 w 389501"/>
                  <a:gd name="connsiteY2" fmla="*/ 394639 h 394639"/>
                  <a:gd name="connsiteX3" fmla="*/ 0 w 389501"/>
                  <a:gd name="connsiteY3" fmla="*/ 375350 h 3946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9501" h="394639">
                    <a:moveTo>
                      <a:pt x="389501" y="0"/>
                    </a:moveTo>
                    <a:lnTo>
                      <a:pt x="389501" y="37202"/>
                    </a:lnTo>
                    <a:lnTo>
                      <a:pt x="18588" y="394639"/>
                    </a:lnTo>
                    <a:lnTo>
                      <a:pt x="0" y="37535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E81DB814-ED69-251F-A62F-B8D64377C74E}"/>
                  </a:ext>
                </a:extLst>
              </p:cNvPr>
              <p:cNvSpPr/>
              <p:nvPr/>
            </p:nvSpPr>
            <p:spPr>
              <a:xfrm>
                <a:off x="2420584" y="245715"/>
                <a:ext cx="121575" cy="121575"/>
              </a:xfrm>
              <a:custGeom>
                <a:avLst/>
                <a:gdLst>
                  <a:gd name="connsiteX0" fmla="*/ 117027 w 117027"/>
                  <a:gd name="connsiteY0" fmla="*/ 58514 h 117027"/>
                  <a:gd name="connsiteX1" fmla="*/ 58514 w 117027"/>
                  <a:gd name="connsiteY1" fmla="*/ 117027 h 117027"/>
                  <a:gd name="connsiteX2" fmla="*/ 0 w 117027"/>
                  <a:gd name="connsiteY2" fmla="*/ 58514 h 117027"/>
                  <a:gd name="connsiteX3" fmla="*/ 58514 w 117027"/>
                  <a:gd name="connsiteY3" fmla="*/ 0 h 117027"/>
                  <a:gd name="connsiteX4" fmla="*/ 117027 w 117027"/>
                  <a:gd name="connsiteY4" fmla="*/ 58514 h 1170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027" h="117027">
                    <a:moveTo>
                      <a:pt x="117027" y="58514"/>
                    </a:moveTo>
                    <a:cubicBezTo>
                      <a:pt x="117027" y="90830"/>
                      <a:pt x="90830" y="117027"/>
                      <a:pt x="58514" y="117027"/>
                    </a:cubicBezTo>
                    <a:cubicBezTo>
                      <a:pt x="26197" y="117027"/>
                      <a:pt x="0" y="90830"/>
                      <a:pt x="0" y="58514"/>
                    </a:cubicBezTo>
                    <a:cubicBezTo>
                      <a:pt x="0" y="26197"/>
                      <a:pt x="26197" y="0"/>
                      <a:pt x="58514" y="0"/>
                    </a:cubicBezTo>
                    <a:cubicBezTo>
                      <a:pt x="90830" y="0"/>
                      <a:pt x="117027" y="26197"/>
                      <a:pt x="117027" y="5851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82690078-8484-3DAA-DF57-83BE59D588D7}"/>
                  </a:ext>
                </a:extLst>
              </p:cNvPr>
              <p:cNvSpPr/>
              <p:nvPr/>
            </p:nvSpPr>
            <p:spPr>
              <a:xfrm>
                <a:off x="2498946" y="706196"/>
                <a:ext cx="121575" cy="121575"/>
              </a:xfrm>
              <a:custGeom>
                <a:avLst/>
                <a:gdLst>
                  <a:gd name="connsiteX0" fmla="*/ 117027 w 117027"/>
                  <a:gd name="connsiteY0" fmla="*/ 58514 h 117027"/>
                  <a:gd name="connsiteX1" fmla="*/ 58514 w 117027"/>
                  <a:gd name="connsiteY1" fmla="*/ 117027 h 117027"/>
                  <a:gd name="connsiteX2" fmla="*/ 0 w 117027"/>
                  <a:gd name="connsiteY2" fmla="*/ 58514 h 117027"/>
                  <a:gd name="connsiteX3" fmla="*/ 58514 w 117027"/>
                  <a:gd name="connsiteY3" fmla="*/ 0 h 117027"/>
                  <a:gd name="connsiteX4" fmla="*/ 117027 w 117027"/>
                  <a:gd name="connsiteY4" fmla="*/ 58514 h 1170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027" h="117027">
                    <a:moveTo>
                      <a:pt x="117027" y="58514"/>
                    </a:moveTo>
                    <a:cubicBezTo>
                      <a:pt x="117027" y="90830"/>
                      <a:pt x="90830" y="117027"/>
                      <a:pt x="58514" y="117027"/>
                    </a:cubicBezTo>
                    <a:cubicBezTo>
                      <a:pt x="26197" y="117027"/>
                      <a:pt x="0" y="90830"/>
                      <a:pt x="0" y="58514"/>
                    </a:cubicBezTo>
                    <a:cubicBezTo>
                      <a:pt x="0" y="26198"/>
                      <a:pt x="26197" y="0"/>
                      <a:pt x="58514" y="0"/>
                    </a:cubicBezTo>
                    <a:cubicBezTo>
                      <a:pt x="90830" y="0"/>
                      <a:pt x="117027" y="26198"/>
                      <a:pt x="117027" y="5851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DBFB964B-77B0-406F-A147-3BFAD05F8FC0}"/>
                  </a:ext>
                </a:extLst>
              </p:cNvPr>
              <p:cNvSpPr/>
              <p:nvPr/>
            </p:nvSpPr>
            <p:spPr>
              <a:xfrm>
                <a:off x="1958229" y="1081678"/>
                <a:ext cx="121575" cy="121575"/>
              </a:xfrm>
              <a:custGeom>
                <a:avLst/>
                <a:gdLst>
                  <a:gd name="connsiteX0" fmla="*/ 117027 w 117027"/>
                  <a:gd name="connsiteY0" fmla="*/ 58514 h 117027"/>
                  <a:gd name="connsiteX1" fmla="*/ 58514 w 117027"/>
                  <a:gd name="connsiteY1" fmla="*/ 117027 h 117027"/>
                  <a:gd name="connsiteX2" fmla="*/ 0 w 117027"/>
                  <a:gd name="connsiteY2" fmla="*/ 58514 h 117027"/>
                  <a:gd name="connsiteX3" fmla="*/ 58514 w 117027"/>
                  <a:gd name="connsiteY3" fmla="*/ 0 h 117027"/>
                  <a:gd name="connsiteX4" fmla="*/ 117027 w 117027"/>
                  <a:gd name="connsiteY4" fmla="*/ 58514 h 1170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027" h="117027">
                    <a:moveTo>
                      <a:pt x="117027" y="58514"/>
                    </a:moveTo>
                    <a:cubicBezTo>
                      <a:pt x="117027" y="90830"/>
                      <a:pt x="90830" y="117027"/>
                      <a:pt x="58514" y="117027"/>
                    </a:cubicBezTo>
                    <a:cubicBezTo>
                      <a:pt x="26197" y="117027"/>
                      <a:pt x="0" y="90830"/>
                      <a:pt x="0" y="58514"/>
                    </a:cubicBezTo>
                    <a:cubicBezTo>
                      <a:pt x="0" y="26197"/>
                      <a:pt x="26197" y="0"/>
                      <a:pt x="58514" y="0"/>
                    </a:cubicBezTo>
                    <a:cubicBezTo>
                      <a:pt x="90830" y="0"/>
                      <a:pt x="117027" y="26197"/>
                      <a:pt x="117027" y="5851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AAAF3C36-0AEC-B92F-E220-CBF5F3413FD0}"/>
                  </a:ext>
                </a:extLst>
              </p:cNvPr>
              <p:cNvSpPr/>
              <p:nvPr/>
            </p:nvSpPr>
            <p:spPr>
              <a:xfrm>
                <a:off x="1678951" y="1081678"/>
                <a:ext cx="121575" cy="121575"/>
              </a:xfrm>
              <a:custGeom>
                <a:avLst/>
                <a:gdLst>
                  <a:gd name="connsiteX0" fmla="*/ 117027 w 117027"/>
                  <a:gd name="connsiteY0" fmla="*/ 58514 h 117027"/>
                  <a:gd name="connsiteX1" fmla="*/ 58514 w 117027"/>
                  <a:gd name="connsiteY1" fmla="*/ 117027 h 117027"/>
                  <a:gd name="connsiteX2" fmla="*/ 0 w 117027"/>
                  <a:gd name="connsiteY2" fmla="*/ 58514 h 117027"/>
                  <a:gd name="connsiteX3" fmla="*/ 58514 w 117027"/>
                  <a:gd name="connsiteY3" fmla="*/ 0 h 117027"/>
                  <a:gd name="connsiteX4" fmla="*/ 117027 w 117027"/>
                  <a:gd name="connsiteY4" fmla="*/ 58514 h 1170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027" h="117027">
                    <a:moveTo>
                      <a:pt x="117027" y="58514"/>
                    </a:moveTo>
                    <a:cubicBezTo>
                      <a:pt x="117027" y="90830"/>
                      <a:pt x="90830" y="117027"/>
                      <a:pt x="58514" y="117027"/>
                    </a:cubicBezTo>
                    <a:cubicBezTo>
                      <a:pt x="26197" y="117027"/>
                      <a:pt x="0" y="90830"/>
                      <a:pt x="0" y="58514"/>
                    </a:cubicBezTo>
                    <a:cubicBezTo>
                      <a:pt x="0" y="26197"/>
                      <a:pt x="26197" y="0"/>
                      <a:pt x="58514" y="0"/>
                    </a:cubicBezTo>
                    <a:cubicBezTo>
                      <a:pt x="90830" y="0"/>
                      <a:pt x="117027" y="26197"/>
                      <a:pt x="117027" y="5851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45611A25-2BAC-FE16-824C-D2C279A8EF62}"/>
                  </a:ext>
                </a:extLst>
              </p:cNvPr>
              <p:cNvSpPr/>
              <p:nvPr/>
            </p:nvSpPr>
            <p:spPr>
              <a:xfrm>
                <a:off x="1345097" y="1081678"/>
                <a:ext cx="121575" cy="121575"/>
              </a:xfrm>
              <a:custGeom>
                <a:avLst/>
                <a:gdLst>
                  <a:gd name="connsiteX0" fmla="*/ 117027 w 117027"/>
                  <a:gd name="connsiteY0" fmla="*/ 58514 h 117027"/>
                  <a:gd name="connsiteX1" fmla="*/ 58514 w 117027"/>
                  <a:gd name="connsiteY1" fmla="*/ 117027 h 117027"/>
                  <a:gd name="connsiteX2" fmla="*/ 0 w 117027"/>
                  <a:gd name="connsiteY2" fmla="*/ 58514 h 117027"/>
                  <a:gd name="connsiteX3" fmla="*/ 58514 w 117027"/>
                  <a:gd name="connsiteY3" fmla="*/ 0 h 117027"/>
                  <a:gd name="connsiteX4" fmla="*/ 117027 w 117027"/>
                  <a:gd name="connsiteY4" fmla="*/ 58514 h 1170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027" h="117027">
                    <a:moveTo>
                      <a:pt x="117027" y="58514"/>
                    </a:moveTo>
                    <a:cubicBezTo>
                      <a:pt x="117027" y="90830"/>
                      <a:pt x="90830" y="117027"/>
                      <a:pt x="58514" y="117027"/>
                    </a:cubicBezTo>
                    <a:cubicBezTo>
                      <a:pt x="26197" y="117027"/>
                      <a:pt x="0" y="90830"/>
                      <a:pt x="0" y="58514"/>
                    </a:cubicBezTo>
                    <a:cubicBezTo>
                      <a:pt x="0" y="26197"/>
                      <a:pt x="26197" y="0"/>
                      <a:pt x="58514" y="0"/>
                    </a:cubicBezTo>
                    <a:cubicBezTo>
                      <a:pt x="90830" y="0"/>
                      <a:pt x="117027" y="26197"/>
                      <a:pt x="117027" y="5851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B4BBB3DE-A58B-80B8-10DE-BA83E6F1E729}"/>
                  </a:ext>
                </a:extLst>
              </p:cNvPr>
              <p:cNvSpPr/>
              <p:nvPr/>
            </p:nvSpPr>
            <p:spPr>
              <a:xfrm>
                <a:off x="1150751" y="1228118"/>
                <a:ext cx="121575" cy="121575"/>
              </a:xfrm>
              <a:custGeom>
                <a:avLst/>
                <a:gdLst>
                  <a:gd name="connsiteX0" fmla="*/ 117027 w 117027"/>
                  <a:gd name="connsiteY0" fmla="*/ 58514 h 117027"/>
                  <a:gd name="connsiteX1" fmla="*/ 58514 w 117027"/>
                  <a:gd name="connsiteY1" fmla="*/ 117027 h 117027"/>
                  <a:gd name="connsiteX2" fmla="*/ 0 w 117027"/>
                  <a:gd name="connsiteY2" fmla="*/ 58514 h 117027"/>
                  <a:gd name="connsiteX3" fmla="*/ 58514 w 117027"/>
                  <a:gd name="connsiteY3" fmla="*/ 0 h 117027"/>
                  <a:gd name="connsiteX4" fmla="*/ 117027 w 117027"/>
                  <a:gd name="connsiteY4" fmla="*/ 58514 h 1170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027" h="117027">
                    <a:moveTo>
                      <a:pt x="117027" y="58514"/>
                    </a:moveTo>
                    <a:cubicBezTo>
                      <a:pt x="117027" y="90830"/>
                      <a:pt x="90830" y="117027"/>
                      <a:pt x="58514" y="117027"/>
                    </a:cubicBezTo>
                    <a:cubicBezTo>
                      <a:pt x="26197" y="117027"/>
                      <a:pt x="0" y="90830"/>
                      <a:pt x="0" y="58514"/>
                    </a:cubicBezTo>
                    <a:cubicBezTo>
                      <a:pt x="0" y="26197"/>
                      <a:pt x="26197" y="0"/>
                      <a:pt x="58514" y="0"/>
                    </a:cubicBezTo>
                    <a:cubicBezTo>
                      <a:pt x="90830" y="0"/>
                      <a:pt x="117027" y="26197"/>
                      <a:pt x="117027" y="5851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1844A248-13B8-3EF4-700C-162CDE3C0E3E}"/>
                  </a:ext>
                </a:extLst>
              </p:cNvPr>
              <p:cNvSpPr/>
              <p:nvPr/>
            </p:nvSpPr>
            <p:spPr>
              <a:xfrm>
                <a:off x="1150751" y="1602976"/>
                <a:ext cx="121575" cy="121575"/>
              </a:xfrm>
              <a:custGeom>
                <a:avLst/>
                <a:gdLst>
                  <a:gd name="connsiteX0" fmla="*/ 117027 w 117027"/>
                  <a:gd name="connsiteY0" fmla="*/ 58514 h 117027"/>
                  <a:gd name="connsiteX1" fmla="*/ 58514 w 117027"/>
                  <a:gd name="connsiteY1" fmla="*/ 117027 h 117027"/>
                  <a:gd name="connsiteX2" fmla="*/ 0 w 117027"/>
                  <a:gd name="connsiteY2" fmla="*/ 58514 h 117027"/>
                  <a:gd name="connsiteX3" fmla="*/ 58514 w 117027"/>
                  <a:gd name="connsiteY3" fmla="*/ 0 h 117027"/>
                  <a:gd name="connsiteX4" fmla="*/ 117027 w 117027"/>
                  <a:gd name="connsiteY4" fmla="*/ 58514 h 1170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027" h="117027">
                    <a:moveTo>
                      <a:pt x="117027" y="58514"/>
                    </a:moveTo>
                    <a:cubicBezTo>
                      <a:pt x="117027" y="90830"/>
                      <a:pt x="90830" y="117027"/>
                      <a:pt x="58514" y="117027"/>
                    </a:cubicBezTo>
                    <a:cubicBezTo>
                      <a:pt x="26197" y="117027"/>
                      <a:pt x="0" y="90830"/>
                      <a:pt x="0" y="58514"/>
                    </a:cubicBezTo>
                    <a:cubicBezTo>
                      <a:pt x="0" y="26198"/>
                      <a:pt x="26197" y="0"/>
                      <a:pt x="58514" y="0"/>
                    </a:cubicBezTo>
                    <a:cubicBezTo>
                      <a:pt x="90830" y="0"/>
                      <a:pt x="117027" y="26198"/>
                      <a:pt x="117027" y="5851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35224850-B557-F0B5-32BD-E57B2B094996}"/>
                  </a:ext>
                </a:extLst>
              </p:cNvPr>
              <p:cNvSpPr/>
              <p:nvPr/>
            </p:nvSpPr>
            <p:spPr>
              <a:xfrm>
                <a:off x="1150751" y="1845818"/>
                <a:ext cx="121575" cy="121575"/>
              </a:xfrm>
              <a:custGeom>
                <a:avLst/>
                <a:gdLst>
                  <a:gd name="connsiteX0" fmla="*/ 117027 w 117027"/>
                  <a:gd name="connsiteY0" fmla="*/ 58514 h 117027"/>
                  <a:gd name="connsiteX1" fmla="*/ 58514 w 117027"/>
                  <a:gd name="connsiteY1" fmla="*/ 117027 h 117027"/>
                  <a:gd name="connsiteX2" fmla="*/ 0 w 117027"/>
                  <a:gd name="connsiteY2" fmla="*/ 58514 h 117027"/>
                  <a:gd name="connsiteX3" fmla="*/ 58514 w 117027"/>
                  <a:gd name="connsiteY3" fmla="*/ 0 h 117027"/>
                  <a:gd name="connsiteX4" fmla="*/ 117027 w 117027"/>
                  <a:gd name="connsiteY4" fmla="*/ 58514 h 1170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027" h="117027">
                    <a:moveTo>
                      <a:pt x="117027" y="58514"/>
                    </a:moveTo>
                    <a:cubicBezTo>
                      <a:pt x="117027" y="90830"/>
                      <a:pt x="90830" y="117027"/>
                      <a:pt x="58514" y="117027"/>
                    </a:cubicBezTo>
                    <a:cubicBezTo>
                      <a:pt x="26197" y="117027"/>
                      <a:pt x="0" y="90830"/>
                      <a:pt x="0" y="58514"/>
                    </a:cubicBezTo>
                    <a:cubicBezTo>
                      <a:pt x="0" y="26197"/>
                      <a:pt x="26197" y="0"/>
                      <a:pt x="58514" y="0"/>
                    </a:cubicBezTo>
                    <a:cubicBezTo>
                      <a:pt x="90830" y="0"/>
                      <a:pt x="117027" y="26198"/>
                      <a:pt x="117027" y="5851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FA578845-4424-DFA7-BF0C-E81A66CF8B95}"/>
                  </a:ext>
                </a:extLst>
              </p:cNvPr>
              <p:cNvSpPr/>
              <p:nvPr/>
            </p:nvSpPr>
            <p:spPr>
              <a:xfrm>
                <a:off x="726117" y="2340075"/>
                <a:ext cx="121575" cy="121575"/>
              </a:xfrm>
              <a:custGeom>
                <a:avLst/>
                <a:gdLst>
                  <a:gd name="connsiteX0" fmla="*/ 117027 w 117027"/>
                  <a:gd name="connsiteY0" fmla="*/ 58514 h 117027"/>
                  <a:gd name="connsiteX1" fmla="*/ 58514 w 117027"/>
                  <a:gd name="connsiteY1" fmla="*/ 117027 h 117027"/>
                  <a:gd name="connsiteX2" fmla="*/ 0 w 117027"/>
                  <a:gd name="connsiteY2" fmla="*/ 58514 h 117027"/>
                  <a:gd name="connsiteX3" fmla="*/ 58514 w 117027"/>
                  <a:gd name="connsiteY3" fmla="*/ 0 h 117027"/>
                  <a:gd name="connsiteX4" fmla="*/ 117027 w 117027"/>
                  <a:gd name="connsiteY4" fmla="*/ 58514 h 1170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027" h="117027">
                    <a:moveTo>
                      <a:pt x="117027" y="58514"/>
                    </a:moveTo>
                    <a:cubicBezTo>
                      <a:pt x="117027" y="90830"/>
                      <a:pt x="90830" y="117027"/>
                      <a:pt x="58514" y="117027"/>
                    </a:cubicBezTo>
                    <a:cubicBezTo>
                      <a:pt x="26198" y="117027"/>
                      <a:pt x="0" y="90830"/>
                      <a:pt x="0" y="58514"/>
                    </a:cubicBezTo>
                    <a:cubicBezTo>
                      <a:pt x="0" y="26197"/>
                      <a:pt x="26198" y="0"/>
                      <a:pt x="58514" y="0"/>
                    </a:cubicBezTo>
                    <a:cubicBezTo>
                      <a:pt x="90830" y="0"/>
                      <a:pt x="117027" y="26198"/>
                      <a:pt x="117027" y="5851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478ADA13-FE2E-649F-1A63-A7EFFBD68123}"/>
                  </a:ext>
                </a:extLst>
              </p:cNvPr>
              <p:cNvSpPr/>
              <p:nvPr/>
            </p:nvSpPr>
            <p:spPr>
              <a:xfrm>
                <a:off x="259096" y="2267923"/>
                <a:ext cx="121575" cy="121575"/>
              </a:xfrm>
              <a:custGeom>
                <a:avLst/>
                <a:gdLst>
                  <a:gd name="connsiteX0" fmla="*/ 117027 w 117027"/>
                  <a:gd name="connsiteY0" fmla="*/ 58514 h 117027"/>
                  <a:gd name="connsiteX1" fmla="*/ 58514 w 117027"/>
                  <a:gd name="connsiteY1" fmla="*/ 117027 h 117027"/>
                  <a:gd name="connsiteX2" fmla="*/ 0 w 117027"/>
                  <a:gd name="connsiteY2" fmla="*/ 58514 h 117027"/>
                  <a:gd name="connsiteX3" fmla="*/ 58514 w 117027"/>
                  <a:gd name="connsiteY3" fmla="*/ 0 h 117027"/>
                  <a:gd name="connsiteX4" fmla="*/ 117027 w 117027"/>
                  <a:gd name="connsiteY4" fmla="*/ 58514 h 1170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027" h="117027">
                    <a:moveTo>
                      <a:pt x="117027" y="58514"/>
                    </a:moveTo>
                    <a:cubicBezTo>
                      <a:pt x="117027" y="90830"/>
                      <a:pt x="90830" y="117027"/>
                      <a:pt x="58514" y="117027"/>
                    </a:cubicBezTo>
                    <a:cubicBezTo>
                      <a:pt x="26197" y="117027"/>
                      <a:pt x="0" y="90830"/>
                      <a:pt x="0" y="58514"/>
                    </a:cubicBezTo>
                    <a:cubicBezTo>
                      <a:pt x="0" y="26197"/>
                      <a:pt x="26198" y="0"/>
                      <a:pt x="58514" y="0"/>
                    </a:cubicBezTo>
                    <a:cubicBezTo>
                      <a:pt x="90830" y="0"/>
                      <a:pt x="117027" y="26198"/>
                      <a:pt x="117027" y="5851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C3B2BA10-7935-7B88-B1D6-9F031263E0E6}"/>
                  </a:ext>
                </a:extLst>
              </p:cNvPr>
              <p:cNvSpPr/>
              <p:nvPr/>
            </p:nvSpPr>
            <p:spPr>
              <a:xfrm>
                <a:off x="510535" y="1752264"/>
                <a:ext cx="72117" cy="72117"/>
              </a:xfrm>
              <a:custGeom>
                <a:avLst/>
                <a:gdLst>
                  <a:gd name="connsiteX0" fmla="*/ 69420 w 69420"/>
                  <a:gd name="connsiteY0" fmla="*/ 34710 h 69420"/>
                  <a:gd name="connsiteX1" fmla="*/ 34710 w 69420"/>
                  <a:gd name="connsiteY1" fmla="*/ 69420 h 69420"/>
                  <a:gd name="connsiteX2" fmla="*/ 0 w 69420"/>
                  <a:gd name="connsiteY2" fmla="*/ 34710 h 69420"/>
                  <a:gd name="connsiteX3" fmla="*/ 34710 w 69420"/>
                  <a:gd name="connsiteY3" fmla="*/ 0 h 69420"/>
                  <a:gd name="connsiteX4" fmla="*/ 69420 w 69420"/>
                  <a:gd name="connsiteY4" fmla="*/ 34710 h 69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420" h="69420">
                    <a:moveTo>
                      <a:pt x="69420" y="34710"/>
                    </a:moveTo>
                    <a:cubicBezTo>
                      <a:pt x="69420" y="53880"/>
                      <a:pt x="53880" y="69420"/>
                      <a:pt x="34710" y="69420"/>
                    </a:cubicBezTo>
                    <a:cubicBezTo>
                      <a:pt x="15540" y="69420"/>
                      <a:pt x="0" y="53880"/>
                      <a:pt x="0" y="34710"/>
                    </a:cubicBezTo>
                    <a:cubicBezTo>
                      <a:pt x="0" y="15540"/>
                      <a:pt x="15540" y="0"/>
                      <a:pt x="34710" y="0"/>
                    </a:cubicBezTo>
                    <a:cubicBezTo>
                      <a:pt x="53880" y="0"/>
                      <a:pt x="69420" y="15540"/>
                      <a:pt x="69420" y="3471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23447FE3-DF97-B4DA-0F6C-45DE0AE1278D}"/>
                  </a:ext>
                </a:extLst>
              </p:cNvPr>
              <p:cNvSpPr/>
              <p:nvPr/>
            </p:nvSpPr>
            <p:spPr>
              <a:xfrm>
                <a:off x="653690" y="1380527"/>
                <a:ext cx="72117" cy="72117"/>
              </a:xfrm>
              <a:custGeom>
                <a:avLst/>
                <a:gdLst>
                  <a:gd name="connsiteX0" fmla="*/ 69420 w 69420"/>
                  <a:gd name="connsiteY0" fmla="*/ 34710 h 69420"/>
                  <a:gd name="connsiteX1" fmla="*/ 34710 w 69420"/>
                  <a:gd name="connsiteY1" fmla="*/ 69420 h 69420"/>
                  <a:gd name="connsiteX2" fmla="*/ 0 w 69420"/>
                  <a:gd name="connsiteY2" fmla="*/ 34710 h 69420"/>
                  <a:gd name="connsiteX3" fmla="*/ 34710 w 69420"/>
                  <a:gd name="connsiteY3" fmla="*/ 0 h 69420"/>
                  <a:gd name="connsiteX4" fmla="*/ 69420 w 69420"/>
                  <a:gd name="connsiteY4" fmla="*/ 34710 h 69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420" h="69420">
                    <a:moveTo>
                      <a:pt x="69420" y="34710"/>
                    </a:moveTo>
                    <a:cubicBezTo>
                      <a:pt x="69420" y="53880"/>
                      <a:pt x="53880" y="69420"/>
                      <a:pt x="34710" y="69420"/>
                    </a:cubicBezTo>
                    <a:cubicBezTo>
                      <a:pt x="15540" y="69420"/>
                      <a:pt x="0" y="53880"/>
                      <a:pt x="0" y="34710"/>
                    </a:cubicBezTo>
                    <a:cubicBezTo>
                      <a:pt x="0" y="15540"/>
                      <a:pt x="15540" y="0"/>
                      <a:pt x="34710" y="0"/>
                    </a:cubicBezTo>
                    <a:cubicBezTo>
                      <a:pt x="53880" y="0"/>
                      <a:pt x="69420" y="15540"/>
                      <a:pt x="69420" y="3471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CE6C790A-7D8E-9A5D-ED1B-562107DFED8D}"/>
                  </a:ext>
                </a:extLst>
              </p:cNvPr>
              <p:cNvSpPr/>
              <p:nvPr/>
            </p:nvSpPr>
            <p:spPr>
              <a:xfrm>
                <a:off x="578580" y="1010893"/>
                <a:ext cx="72117" cy="72117"/>
              </a:xfrm>
              <a:custGeom>
                <a:avLst/>
                <a:gdLst>
                  <a:gd name="connsiteX0" fmla="*/ 69420 w 69420"/>
                  <a:gd name="connsiteY0" fmla="*/ 34710 h 69420"/>
                  <a:gd name="connsiteX1" fmla="*/ 34710 w 69420"/>
                  <a:gd name="connsiteY1" fmla="*/ 69420 h 69420"/>
                  <a:gd name="connsiteX2" fmla="*/ 0 w 69420"/>
                  <a:gd name="connsiteY2" fmla="*/ 34710 h 69420"/>
                  <a:gd name="connsiteX3" fmla="*/ 34710 w 69420"/>
                  <a:gd name="connsiteY3" fmla="*/ 0 h 69420"/>
                  <a:gd name="connsiteX4" fmla="*/ 69420 w 69420"/>
                  <a:gd name="connsiteY4" fmla="*/ 34710 h 69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420" h="69420">
                    <a:moveTo>
                      <a:pt x="69420" y="34710"/>
                    </a:moveTo>
                    <a:cubicBezTo>
                      <a:pt x="69420" y="53880"/>
                      <a:pt x="53880" y="69420"/>
                      <a:pt x="34710" y="69420"/>
                    </a:cubicBezTo>
                    <a:cubicBezTo>
                      <a:pt x="15540" y="69420"/>
                      <a:pt x="0" y="53880"/>
                      <a:pt x="0" y="34710"/>
                    </a:cubicBezTo>
                    <a:cubicBezTo>
                      <a:pt x="0" y="15540"/>
                      <a:pt x="15540" y="0"/>
                      <a:pt x="34710" y="0"/>
                    </a:cubicBezTo>
                    <a:cubicBezTo>
                      <a:pt x="53880" y="0"/>
                      <a:pt x="69420" y="15540"/>
                      <a:pt x="69420" y="3471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39B22654-EC97-9898-2164-63FA2A79FC8E}"/>
                  </a:ext>
                </a:extLst>
              </p:cNvPr>
              <p:cNvSpPr/>
              <p:nvPr/>
            </p:nvSpPr>
            <p:spPr>
              <a:xfrm>
                <a:off x="856479" y="772225"/>
                <a:ext cx="72117" cy="72117"/>
              </a:xfrm>
              <a:custGeom>
                <a:avLst/>
                <a:gdLst>
                  <a:gd name="connsiteX0" fmla="*/ 69421 w 69420"/>
                  <a:gd name="connsiteY0" fmla="*/ 34710 h 69420"/>
                  <a:gd name="connsiteX1" fmla="*/ 34710 w 69420"/>
                  <a:gd name="connsiteY1" fmla="*/ 69420 h 69420"/>
                  <a:gd name="connsiteX2" fmla="*/ 0 w 69420"/>
                  <a:gd name="connsiteY2" fmla="*/ 34710 h 69420"/>
                  <a:gd name="connsiteX3" fmla="*/ 34710 w 69420"/>
                  <a:gd name="connsiteY3" fmla="*/ 0 h 69420"/>
                  <a:gd name="connsiteX4" fmla="*/ 69421 w 69420"/>
                  <a:gd name="connsiteY4" fmla="*/ 34710 h 69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420" h="69420">
                    <a:moveTo>
                      <a:pt x="69421" y="34710"/>
                    </a:moveTo>
                    <a:cubicBezTo>
                      <a:pt x="69421" y="53880"/>
                      <a:pt x="53880" y="69420"/>
                      <a:pt x="34710" y="69420"/>
                    </a:cubicBezTo>
                    <a:cubicBezTo>
                      <a:pt x="15540" y="69420"/>
                      <a:pt x="0" y="53880"/>
                      <a:pt x="0" y="34710"/>
                    </a:cubicBezTo>
                    <a:cubicBezTo>
                      <a:pt x="0" y="15540"/>
                      <a:pt x="15540" y="0"/>
                      <a:pt x="34710" y="0"/>
                    </a:cubicBezTo>
                    <a:cubicBezTo>
                      <a:pt x="53880" y="0"/>
                      <a:pt x="69421" y="15540"/>
                      <a:pt x="69421" y="3471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11545973-AFDA-D88E-3FAD-12B731BC9F1A}"/>
                  </a:ext>
                </a:extLst>
              </p:cNvPr>
              <p:cNvSpPr/>
              <p:nvPr/>
            </p:nvSpPr>
            <p:spPr>
              <a:xfrm>
                <a:off x="1100536" y="596082"/>
                <a:ext cx="72117" cy="72117"/>
              </a:xfrm>
              <a:custGeom>
                <a:avLst/>
                <a:gdLst>
                  <a:gd name="connsiteX0" fmla="*/ 69420 w 69420"/>
                  <a:gd name="connsiteY0" fmla="*/ 34710 h 69420"/>
                  <a:gd name="connsiteX1" fmla="*/ 34710 w 69420"/>
                  <a:gd name="connsiteY1" fmla="*/ 69420 h 69420"/>
                  <a:gd name="connsiteX2" fmla="*/ 0 w 69420"/>
                  <a:gd name="connsiteY2" fmla="*/ 34710 h 69420"/>
                  <a:gd name="connsiteX3" fmla="*/ 34710 w 69420"/>
                  <a:gd name="connsiteY3" fmla="*/ 0 h 69420"/>
                  <a:gd name="connsiteX4" fmla="*/ 69420 w 69420"/>
                  <a:gd name="connsiteY4" fmla="*/ 34710 h 69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420" h="69420">
                    <a:moveTo>
                      <a:pt x="69420" y="34710"/>
                    </a:moveTo>
                    <a:cubicBezTo>
                      <a:pt x="69420" y="53880"/>
                      <a:pt x="53880" y="69420"/>
                      <a:pt x="34710" y="69420"/>
                    </a:cubicBezTo>
                    <a:cubicBezTo>
                      <a:pt x="15540" y="69420"/>
                      <a:pt x="0" y="53880"/>
                      <a:pt x="0" y="34710"/>
                    </a:cubicBezTo>
                    <a:cubicBezTo>
                      <a:pt x="0" y="15540"/>
                      <a:pt x="15540" y="0"/>
                      <a:pt x="34710" y="0"/>
                    </a:cubicBezTo>
                    <a:cubicBezTo>
                      <a:pt x="53880" y="0"/>
                      <a:pt x="69420" y="15540"/>
                      <a:pt x="69420" y="3471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FF9AB58C-0A77-F093-0BFE-D995E9051A84}"/>
                  </a:ext>
                </a:extLst>
              </p:cNvPr>
              <p:cNvSpPr/>
              <p:nvPr/>
            </p:nvSpPr>
            <p:spPr>
              <a:xfrm>
                <a:off x="1975467" y="503723"/>
                <a:ext cx="72117" cy="72117"/>
              </a:xfrm>
              <a:custGeom>
                <a:avLst/>
                <a:gdLst>
                  <a:gd name="connsiteX0" fmla="*/ 69420 w 69420"/>
                  <a:gd name="connsiteY0" fmla="*/ 34710 h 69420"/>
                  <a:gd name="connsiteX1" fmla="*/ 34710 w 69420"/>
                  <a:gd name="connsiteY1" fmla="*/ 69420 h 69420"/>
                  <a:gd name="connsiteX2" fmla="*/ 0 w 69420"/>
                  <a:gd name="connsiteY2" fmla="*/ 34710 h 69420"/>
                  <a:gd name="connsiteX3" fmla="*/ 34710 w 69420"/>
                  <a:gd name="connsiteY3" fmla="*/ 0 h 69420"/>
                  <a:gd name="connsiteX4" fmla="*/ 69420 w 69420"/>
                  <a:gd name="connsiteY4" fmla="*/ 34710 h 69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420" h="69420">
                    <a:moveTo>
                      <a:pt x="69420" y="34710"/>
                    </a:moveTo>
                    <a:cubicBezTo>
                      <a:pt x="69420" y="53880"/>
                      <a:pt x="53880" y="69420"/>
                      <a:pt x="34710" y="69420"/>
                    </a:cubicBezTo>
                    <a:cubicBezTo>
                      <a:pt x="15540" y="69420"/>
                      <a:pt x="0" y="53880"/>
                      <a:pt x="0" y="34710"/>
                    </a:cubicBezTo>
                    <a:cubicBezTo>
                      <a:pt x="0" y="15540"/>
                      <a:pt x="15540" y="0"/>
                      <a:pt x="34710" y="0"/>
                    </a:cubicBezTo>
                    <a:cubicBezTo>
                      <a:pt x="53880" y="0"/>
                      <a:pt x="69420" y="15540"/>
                      <a:pt x="69420" y="3471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</p:grpSp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3703D0BC-43F2-FB1A-DD08-3863DF474E48}"/>
                </a:ext>
              </a:extLst>
            </p:cNvPr>
            <p:cNvGrpSpPr/>
            <p:nvPr userDrawn="1"/>
          </p:nvGrpSpPr>
          <p:grpSpPr>
            <a:xfrm>
              <a:off x="1" y="0"/>
              <a:ext cx="12191999" cy="1306341"/>
              <a:chOff x="1" y="1155308"/>
              <a:chExt cx="12191999" cy="1306341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8E62D1A9-6390-73BA-E23C-27743CF613A9}"/>
                  </a:ext>
                </a:extLst>
              </p:cNvPr>
              <p:cNvGrpSpPr/>
              <p:nvPr userDrawn="1"/>
            </p:nvGrpSpPr>
            <p:grpSpPr>
              <a:xfrm>
                <a:off x="1" y="1155308"/>
                <a:ext cx="1390650" cy="1306341"/>
                <a:chOff x="0" y="0"/>
                <a:chExt cx="2620521" cy="2461650"/>
              </a:xfrm>
            </p:grpSpPr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D9D1D3E9-E4C5-AEC0-685D-CE38C7A9F62A}"/>
                    </a:ext>
                  </a:extLst>
                </p:cNvPr>
                <p:cNvSpPr/>
                <p:nvPr/>
              </p:nvSpPr>
              <p:spPr>
                <a:xfrm flipH="1">
                  <a:off x="1" y="1420008"/>
                  <a:ext cx="550337" cy="379814"/>
                </a:xfrm>
                <a:custGeom>
                  <a:avLst/>
                  <a:gdLst>
                    <a:gd name="connsiteX0" fmla="*/ 641002 w 641002"/>
                    <a:gd name="connsiteY0" fmla="*/ 0 h 442386"/>
                    <a:gd name="connsiteX1" fmla="*/ 641002 w 641002"/>
                    <a:gd name="connsiteY1" fmla="*/ 37469 h 442386"/>
                    <a:gd name="connsiteX2" fmla="*/ 226860 w 641002"/>
                    <a:gd name="connsiteY2" fmla="*/ 442386 h 442386"/>
                    <a:gd name="connsiteX3" fmla="*/ 0 w 641002"/>
                    <a:gd name="connsiteY3" fmla="*/ 442386 h 442386"/>
                    <a:gd name="connsiteX4" fmla="*/ 0 w 641002"/>
                    <a:gd name="connsiteY4" fmla="*/ 415598 h 442386"/>
                    <a:gd name="connsiteX5" fmla="*/ 215953 w 641002"/>
                    <a:gd name="connsiteY5" fmla="*/ 415598 h 4423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41002" h="442386">
                      <a:moveTo>
                        <a:pt x="641002" y="0"/>
                      </a:moveTo>
                      <a:lnTo>
                        <a:pt x="641002" y="37469"/>
                      </a:lnTo>
                      <a:lnTo>
                        <a:pt x="226860" y="442386"/>
                      </a:lnTo>
                      <a:lnTo>
                        <a:pt x="0" y="442386"/>
                      </a:lnTo>
                      <a:lnTo>
                        <a:pt x="0" y="415598"/>
                      </a:lnTo>
                      <a:lnTo>
                        <a:pt x="215953" y="415598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>
                        <a:alpha val="0"/>
                      </a:schemeClr>
                    </a:gs>
                  </a:gsLst>
                  <a:lin ang="10800000" scaled="1"/>
                  <a:tileRect/>
                </a:gradFill>
                <a:ln w="3546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1B2BABB0-8B86-5A8B-5FB0-A2BAE53827E0}"/>
                    </a:ext>
                  </a:extLst>
                </p:cNvPr>
                <p:cNvSpPr/>
                <p:nvPr/>
              </p:nvSpPr>
              <p:spPr>
                <a:xfrm flipH="1">
                  <a:off x="1" y="1213277"/>
                  <a:ext cx="1222019" cy="704828"/>
                </a:xfrm>
                <a:custGeom>
                  <a:avLst/>
                  <a:gdLst>
                    <a:gd name="connsiteX0" fmla="*/ 1423340 w 1423340"/>
                    <a:gd name="connsiteY0" fmla="*/ 0 h 820944"/>
                    <a:gd name="connsiteX1" fmla="*/ 1423340 w 1423340"/>
                    <a:gd name="connsiteY1" fmla="*/ 37887 h 820944"/>
                    <a:gd name="connsiteX2" fmla="*/ 1048654 w 1423340"/>
                    <a:gd name="connsiteY2" fmla="*/ 412573 h 820944"/>
                    <a:gd name="connsiteX3" fmla="*/ 559535 w 1423340"/>
                    <a:gd name="connsiteY3" fmla="*/ 412573 h 820944"/>
                    <a:gd name="connsiteX4" fmla="*/ 559535 w 1423340"/>
                    <a:gd name="connsiteY4" fmla="*/ 820944 h 820944"/>
                    <a:gd name="connsiteX5" fmla="*/ 0 w 1423340"/>
                    <a:gd name="connsiteY5" fmla="*/ 820944 h 820944"/>
                    <a:gd name="connsiteX6" fmla="*/ 0 w 1423340"/>
                    <a:gd name="connsiteY6" fmla="*/ 794155 h 820944"/>
                    <a:gd name="connsiteX7" fmla="*/ 532746 w 1423340"/>
                    <a:gd name="connsiteY7" fmla="*/ 794155 h 820944"/>
                    <a:gd name="connsiteX8" fmla="*/ 532746 w 1423340"/>
                    <a:gd name="connsiteY8" fmla="*/ 385785 h 820944"/>
                    <a:gd name="connsiteX9" fmla="*/ 1037556 w 1423340"/>
                    <a:gd name="connsiteY9" fmla="*/ 385785 h 8209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423340" h="820944">
                      <a:moveTo>
                        <a:pt x="1423340" y="0"/>
                      </a:moveTo>
                      <a:lnTo>
                        <a:pt x="1423340" y="37887"/>
                      </a:lnTo>
                      <a:lnTo>
                        <a:pt x="1048654" y="412573"/>
                      </a:lnTo>
                      <a:lnTo>
                        <a:pt x="559535" y="412573"/>
                      </a:lnTo>
                      <a:lnTo>
                        <a:pt x="559535" y="820944"/>
                      </a:lnTo>
                      <a:lnTo>
                        <a:pt x="0" y="820944"/>
                      </a:lnTo>
                      <a:lnTo>
                        <a:pt x="0" y="794155"/>
                      </a:lnTo>
                      <a:lnTo>
                        <a:pt x="532746" y="794155"/>
                      </a:lnTo>
                      <a:lnTo>
                        <a:pt x="532746" y="385785"/>
                      </a:lnTo>
                      <a:lnTo>
                        <a:pt x="1037556" y="385785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>
                        <a:alpha val="0"/>
                      </a:schemeClr>
                    </a:gs>
                  </a:gsLst>
                  <a:lin ang="10800000" scaled="1"/>
                  <a:tileRect/>
                </a:gradFill>
                <a:ln w="3546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FBA088D8-EE09-9534-7B3C-27AA2FD3F0C2}"/>
                    </a:ext>
                  </a:extLst>
                </p:cNvPr>
                <p:cNvSpPr/>
                <p:nvPr/>
              </p:nvSpPr>
              <p:spPr>
                <a:xfrm flipH="1">
                  <a:off x="0" y="1044329"/>
                  <a:ext cx="689747" cy="383756"/>
                </a:xfrm>
                <a:custGeom>
                  <a:avLst/>
                  <a:gdLst>
                    <a:gd name="connsiteX0" fmla="*/ 803379 w 803379"/>
                    <a:gd name="connsiteY0" fmla="*/ 0 h 446978"/>
                    <a:gd name="connsiteX1" fmla="*/ 803379 w 803379"/>
                    <a:gd name="connsiteY1" fmla="*/ 37812 h 446978"/>
                    <a:gd name="connsiteX2" fmla="*/ 394250 w 803379"/>
                    <a:gd name="connsiteY2" fmla="*/ 446978 h 446978"/>
                    <a:gd name="connsiteX3" fmla="*/ 0 w 803379"/>
                    <a:gd name="connsiteY3" fmla="*/ 446978 h 446978"/>
                    <a:gd name="connsiteX4" fmla="*/ 0 w 803379"/>
                    <a:gd name="connsiteY4" fmla="*/ 420189 h 446978"/>
                    <a:gd name="connsiteX5" fmla="*/ 383152 w 803379"/>
                    <a:gd name="connsiteY5" fmla="*/ 420189 h 4469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03379" h="446978">
                      <a:moveTo>
                        <a:pt x="803379" y="0"/>
                      </a:moveTo>
                      <a:lnTo>
                        <a:pt x="803379" y="37812"/>
                      </a:lnTo>
                      <a:lnTo>
                        <a:pt x="394250" y="446978"/>
                      </a:lnTo>
                      <a:lnTo>
                        <a:pt x="0" y="446978"/>
                      </a:lnTo>
                      <a:lnTo>
                        <a:pt x="0" y="420189"/>
                      </a:lnTo>
                      <a:lnTo>
                        <a:pt x="383152" y="42018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>
                        <a:alpha val="0"/>
                      </a:schemeClr>
                    </a:gs>
                  </a:gsLst>
                  <a:lin ang="10800000" scaled="1"/>
                  <a:tileRect/>
                </a:gradFill>
                <a:ln w="3546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E37AEB4B-F059-320A-6790-1BB176B381CB}"/>
                    </a:ext>
                  </a:extLst>
                </p:cNvPr>
                <p:cNvSpPr/>
                <p:nvPr/>
              </p:nvSpPr>
              <p:spPr>
                <a:xfrm flipH="1">
                  <a:off x="0" y="822024"/>
                  <a:ext cx="1230168" cy="849888"/>
                </a:xfrm>
                <a:custGeom>
                  <a:avLst/>
                  <a:gdLst>
                    <a:gd name="connsiteX0" fmla="*/ 1432831 w 1432831"/>
                    <a:gd name="connsiteY0" fmla="*/ 0 h 989902"/>
                    <a:gd name="connsiteX1" fmla="*/ 1432831 w 1432831"/>
                    <a:gd name="connsiteY1" fmla="*/ 37886 h 989902"/>
                    <a:gd name="connsiteX2" fmla="*/ 991709 w 1432831"/>
                    <a:gd name="connsiteY2" fmla="*/ 479008 h 989902"/>
                    <a:gd name="connsiteX3" fmla="*/ 529876 w 1432831"/>
                    <a:gd name="connsiteY3" fmla="*/ 479008 h 989902"/>
                    <a:gd name="connsiteX4" fmla="*/ 18943 w 1432831"/>
                    <a:gd name="connsiteY4" fmla="*/ 989902 h 989902"/>
                    <a:gd name="connsiteX5" fmla="*/ 0 w 1432831"/>
                    <a:gd name="connsiteY5" fmla="*/ 970959 h 989902"/>
                    <a:gd name="connsiteX6" fmla="*/ 518778 w 1432831"/>
                    <a:gd name="connsiteY6" fmla="*/ 452220 h 989902"/>
                    <a:gd name="connsiteX7" fmla="*/ 980611 w 1432831"/>
                    <a:gd name="connsiteY7" fmla="*/ 452220 h 9899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432831" h="989902">
                      <a:moveTo>
                        <a:pt x="1432831" y="0"/>
                      </a:moveTo>
                      <a:lnTo>
                        <a:pt x="1432831" y="37886"/>
                      </a:lnTo>
                      <a:lnTo>
                        <a:pt x="991709" y="479008"/>
                      </a:lnTo>
                      <a:lnTo>
                        <a:pt x="529876" y="479008"/>
                      </a:lnTo>
                      <a:lnTo>
                        <a:pt x="18943" y="989902"/>
                      </a:lnTo>
                      <a:lnTo>
                        <a:pt x="0" y="970959"/>
                      </a:lnTo>
                      <a:lnTo>
                        <a:pt x="518778" y="452220"/>
                      </a:lnTo>
                      <a:lnTo>
                        <a:pt x="980611" y="45222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>
                        <a:alpha val="0"/>
                      </a:schemeClr>
                    </a:gs>
                  </a:gsLst>
                  <a:lin ang="10800000" scaled="1"/>
                  <a:tileRect/>
                </a:gradFill>
                <a:ln w="3546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55BC6FC7-7711-0059-EC4F-87C08470D453}"/>
                    </a:ext>
                  </a:extLst>
                </p:cNvPr>
                <p:cNvSpPr/>
                <p:nvPr/>
              </p:nvSpPr>
              <p:spPr>
                <a:xfrm flipH="1">
                  <a:off x="1" y="611285"/>
                  <a:ext cx="604846" cy="447169"/>
                </a:xfrm>
                <a:custGeom>
                  <a:avLst/>
                  <a:gdLst>
                    <a:gd name="connsiteX0" fmla="*/ 704491 w 704491"/>
                    <a:gd name="connsiteY0" fmla="*/ 0 h 520837"/>
                    <a:gd name="connsiteX1" fmla="*/ 704491 w 704491"/>
                    <a:gd name="connsiteY1" fmla="*/ 37887 h 520837"/>
                    <a:gd name="connsiteX2" fmla="*/ 221540 w 704491"/>
                    <a:gd name="connsiteY2" fmla="*/ 520837 h 520837"/>
                    <a:gd name="connsiteX3" fmla="*/ 0 w 704491"/>
                    <a:gd name="connsiteY3" fmla="*/ 520837 h 520837"/>
                    <a:gd name="connsiteX4" fmla="*/ 0 w 704491"/>
                    <a:gd name="connsiteY4" fmla="*/ 494049 h 520837"/>
                    <a:gd name="connsiteX5" fmla="*/ 210443 w 704491"/>
                    <a:gd name="connsiteY5" fmla="*/ 494049 h 520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04491" h="520837">
                      <a:moveTo>
                        <a:pt x="704491" y="0"/>
                      </a:moveTo>
                      <a:lnTo>
                        <a:pt x="704491" y="37887"/>
                      </a:lnTo>
                      <a:lnTo>
                        <a:pt x="221540" y="520837"/>
                      </a:lnTo>
                      <a:lnTo>
                        <a:pt x="0" y="520837"/>
                      </a:lnTo>
                      <a:lnTo>
                        <a:pt x="0" y="494049"/>
                      </a:lnTo>
                      <a:lnTo>
                        <a:pt x="210443" y="49404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>
                        <a:alpha val="0"/>
                      </a:schemeClr>
                    </a:gs>
                  </a:gsLst>
                  <a:lin ang="10800000" scaled="1"/>
                  <a:tileRect/>
                </a:gradFill>
                <a:ln w="3546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2218D888-0889-36FA-33E4-639BCCBFBF00}"/>
                    </a:ext>
                  </a:extLst>
                </p:cNvPr>
                <p:cNvSpPr/>
                <p:nvPr/>
              </p:nvSpPr>
              <p:spPr>
                <a:xfrm flipH="1">
                  <a:off x="1" y="359012"/>
                  <a:ext cx="1230168" cy="938042"/>
                </a:xfrm>
                <a:custGeom>
                  <a:avLst/>
                  <a:gdLst>
                    <a:gd name="connsiteX0" fmla="*/ 1432831 w 1432831"/>
                    <a:gd name="connsiteY0" fmla="*/ 0 h 1092579"/>
                    <a:gd name="connsiteX1" fmla="*/ 1432831 w 1432831"/>
                    <a:gd name="connsiteY1" fmla="*/ 37886 h 1092579"/>
                    <a:gd name="connsiteX2" fmla="*/ 886469 w 1432831"/>
                    <a:gd name="connsiteY2" fmla="*/ 584249 h 1092579"/>
                    <a:gd name="connsiteX3" fmla="*/ 527312 w 1432831"/>
                    <a:gd name="connsiteY3" fmla="*/ 584249 h 1092579"/>
                    <a:gd name="connsiteX4" fmla="*/ 18943 w 1432831"/>
                    <a:gd name="connsiteY4" fmla="*/ 1092579 h 1092579"/>
                    <a:gd name="connsiteX5" fmla="*/ 0 w 1432831"/>
                    <a:gd name="connsiteY5" fmla="*/ 1073636 h 1092579"/>
                    <a:gd name="connsiteX6" fmla="*/ 516214 w 1432831"/>
                    <a:gd name="connsiteY6" fmla="*/ 557460 h 1092579"/>
                    <a:gd name="connsiteX7" fmla="*/ 875371 w 1432831"/>
                    <a:gd name="connsiteY7" fmla="*/ 557460 h 10925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432831" h="1092579">
                      <a:moveTo>
                        <a:pt x="1432831" y="0"/>
                      </a:moveTo>
                      <a:lnTo>
                        <a:pt x="1432831" y="37886"/>
                      </a:lnTo>
                      <a:lnTo>
                        <a:pt x="886469" y="584249"/>
                      </a:lnTo>
                      <a:lnTo>
                        <a:pt x="527312" y="584249"/>
                      </a:lnTo>
                      <a:lnTo>
                        <a:pt x="18943" y="1092579"/>
                      </a:lnTo>
                      <a:lnTo>
                        <a:pt x="0" y="1073636"/>
                      </a:lnTo>
                      <a:lnTo>
                        <a:pt x="516214" y="557460"/>
                      </a:lnTo>
                      <a:lnTo>
                        <a:pt x="875371" y="55746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>
                        <a:alpha val="0"/>
                      </a:schemeClr>
                    </a:gs>
                  </a:gsLst>
                  <a:lin ang="10800000" scaled="1"/>
                  <a:tileRect/>
                </a:gradFill>
                <a:ln w="3546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BE108BAF-8326-EBC0-D23B-B8165D10CC9F}"/>
                    </a:ext>
                  </a:extLst>
                </p:cNvPr>
                <p:cNvSpPr/>
                <p:nvPr/>
              </p:nvSpPr>
              <p:spPr>
                <a:xfrm flipH="1">
                  <a:off x="0" y="63798"/>
                  <a:ext cx="900652" cy="752602"/>
                </a:xfrm>
                <a:custGeom>
                  <a:avLst/>
                  <a:gdLst>
                    <a:gd name="connsiteX0" fmla="*/ 1049029 w 1049029"/>
                    <a:gd name="connsiteY0" fmla="*/ 0 h 876589"/>
                    <a:gd name="connsiteX1" fmla="*/ 1049029 w 1049029"/>
                    <a:gd name="connsiteY1" fmla="*/ 37849 h 876589"/>
                    <a:gd name="connsiteX2" fmla="*/ 612002 w 1049029"/>
                    <a:gd name="connsiteY2" fmla="*/ 474876 h 876589"/>
                    <a:gd name="connsiteX3" fmla="*/ 420655 w 1049029"/>
                    <a:gd name="connsiteY3" fmla="*/ 474876 h 876589"/>
                    <a:gd name="connsiteX4" fmla="*/ 18943 w 1049029"/>
                    <a:gd name="connsiteY4" fmla="*/ 876589 h 876589"/>
                    <a:gd name="connsiteX5" fmla="*/ 0 w 1049029"/>
                    <a:gd name="connsiteY5" fmla="*/ 857645 h 876589"/>
                    <a:gd name="connsiteX6" fmla="*/ 409558 w 1049029"/>
                    <a:gd name="connsiteY6" fmla="*/ 448088 h 876589"/>
                    <a:gd name="connsiteX7" fmla="*/ 600904 w 1049029"/>
                    <a:gd name="connsiteY7" fmla="*/ 448088 h 8765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049029" h="876589">
                      <a:moveTo>
                        <a:pt x="1049029" y="0"/>
                      </a:moveTo>
                      <a:lnTo>
                        <a:pt x="1049029" y="37849"/>
                      </a:lnTo>
                      <a:lnTo>
                        <a:pt x="612002" y="474876"/>
                      </a:lnTo>
                      <a:lnTo>
                        <a:pt x="420655" y="474876"/>
                      </a:lnTo>
                      <a:lnTo>
                        <a:pt x="18943" y="876589"/>
                      </a:lnTo>
                      <a:lnTo>
                        <a:pt x="0" y="857645"/>
                      </a:lnTo>
                      <a:lnTo>
                        <a:pt x="409558" y="448088"/>
                      </a:lnTo>
                      <a:lnTo>
                        <a:pt x="600904" y="448088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>
                        <a:alpha val="0"/>
                      </a:schemeClr>
                    </a:gs>
                  </a:gsLst>
                  <a:lin ang="10800000" scaled="1"/>
                  <a:tileRect/>
                </a:gradFill>
                <a:ln w="3546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0C93E92D-59D2-383C-F494-1C9B33FBA03E}"/>
                    </a:ext>
                  </a:extLst>
                </p:cNvPr>
                <p:cNvSpPr/>
                <p:nvPr/>
              </p:nvSpPr>
              <p:spPr>
                <a:xfrm flipH="1">
                  <a:off x="484805" y="0"/>
                  <a:ext cx="935931" cy="1150614"/>
                </a:xfrm>
                <a:custGeom>
                  <a:avLst/>
                  <a:gdLst>
                    <a:gd name="connsiteX0" fmla="*/ 1052237 w 1090121"/>
                    <a:gd name="connsiteY0" fmla="*/ 0 h 1340171"/>
                    <a:gd name="connsiteX1" fmla="*/ 1090121 w 1090121"/>
                    <a:gd name="connsiteY1" fmla="*/ 0 h 1340171"/>
                    <a:gd name="connsiteX2" fmla="*/ 567380 w 1090121"/>
                    <a:gd name="connsiteY2" fmla="*/ 522741 h 1340171"/>
                    <a:gd name="connsiteX3" fmla="*/ 567380 w 1090121"/>
                    <a:gd name="connsiteY3" fmla="*/ 791735 h 1340171"/>
                    <a:gd name="connsiteX4" fmla="*/ 563476 w 1090121"/>
                    <a:gd name="connsiteY4" fmla="*/ 795639 h 1340171"/>
                    <a:gd name="connsiteX5" fmla="*/ 18943 w 1090121"/>
                    <a:gd name="connsiteY5" fmla="*/ 1340171 h 1340171"/>
                    <a:gd name="connsiteX6" fmla="*/ 0 w 1090121"/>
                    <a:gd name="connsiteY6" fmla="*/ 1321228 h 1340171"/>
                    <a:gd name="connsiteX7" fmla="*/ 540591 w 1090121"/>
                    <a:gd name="connsiteY7" fmla="*/ 780637 h 1340171"/>
                    <a:gd name="connsiteX8" fmla="*/ 540591 w 1090121"/>
                    <a:gd name="connsiteY8" fmla="*/ 511643 h 1340171"/>
                    <a:gd name="connsiteX9" fmla="*/ 544533 w 1090121"/>
                    <a:gd name="connsiteY9" fmla="*/ 507739 h 13401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90121" h="1340171">
                      <a:moveTo>
                        <a:pt x="1052237" y="0"/>
                      </a:moveTo>
                      <a:lnTo>
                        <a:pt x="1090121" y="0"/>
                      </a:lnTo>
                      <a:lnTo>
                        <a:pt x="567380" y="522741"/>
                      </a:lnTo>
                      <a:lnTo>
                        <a:pt x="567380" y="791735"/>
                      </a:lnTo>
                      <a:lnTo>
                        <a:pt x="563476" y="795639"/>
                      </a:lnTo>
                      <a:lnTo>
                        <a:pt x="18943" y="1340171"/>
                      </a:lnTo>
                      <a:lnTo>
                        <a:pt x="0" y="1321228"/>
                      </a:lnTo>
                      <a:lnTo>
                        <a:pt x="540591" y="780637"/>
                      </a:lnTo>
                      <a:lnTo>
                        <a:pt x="540591" y="511643"/>
                      </a:lnTo>
                      <a:lnTo>
                        <a:pt x="544533" y="50773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>
                        <a:alpha val="0"/>
                      </a:schemeClr>
                    </a:gs>
                  </a:gsLst>
                  <a:lin ang="10800000" scaled="1"/>
                  <a:tileRect/>
                </a:gradFill>
                <a:ln w="3546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A58A936E-869B-7058-1640-8B0F4F6167C0}"/>
                    </a:ext>
                  </a:extLst>
                </p:cNvPr>
                <p:cNvSpPr/>
                <p:nvPr/>
              </p:nvSpPr>
              <p:spPr>
                <a:xfrm flipH="1">
                  <a:off x="728862" y="1"/>
                  <a:ext cx="419232" cy="629907"/>
                </a:xfrm>
                <a:custGeom>
                  <a:avLst/>
                  <a:gdLst>
                    <a:gd name="connsiteX0" fmla="*/ 450412 w 488298"/>
                    <a:gd name="connsiteY0" fmla="*/ 0 h 733681"/>
                    <a:gd name="connsiteX1" fmla="*/ 488298 w 488298"/>
                    <a:gd name="connsiteY1" fmla="*/ 0 h 733681"/>
                    <a:gd name="connsiteX2" fmla="*/ 26788 w 488298"/>
                    <a:gd name="connsiteY2" fmla="*/ 461510 h 733681"/>
                    <a:gd name="connsiteX3" fmla="*/ 26788 w 488298"/>
                    <a:gd name="connsiteY3" fmla="*/ 733681 h 733681"/>
                    <a:gd name="connsiteX4" fmla="*/ 0 w 488298"/>
                    <a:gd name="connsiteY4" fmla="*/ 733681 h 733681"/>
                    <a:gd name="connsiteX5" fmla="*/ 0 w 488298"/>
                    <a:gd name="connsiteY5" fmla="*/ 450412 h 733681"/>
                    <a:gd name="connsiteX6" fmla="*/ 3904 w 488298"/>
                    <a:gd name="connsiteY6" fmla="*/ 446509 h 7336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88298" h="733681">
                      <a:moveTo>
                        <a:pt x="450412" y="0"/>
                      </a:moveTo>
                      <a:lnTo>
                        <a:pt x="488298" y="0"/>
                      </a:lnTo>
                      <a:lnTo>
                        <a:pt x="26788" y="461510"/>
                      </a:lnTo>
                      <a:lnTo>
                        <a:pt x="26788" y="733681"/>
                      </a:lnTo>
                      <a:lnTo>
                        <a:pt x="0" y="733681"/>
                      </a:lnTo>
                      <a:lnTo>
                        <a:pt x="0" y="450412"/>
                      </a:lnTo>
                      <a:lnTo>
                        <a:pt x="3904" y="44650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>
                        <a:alpha val="0"/>
                      </a:schemeClr>
                    </a:gs>
                  </a:gsLst>
                  <a:lin ang="10800000" scaled="1"/>
                  <a:tileRect/>
                </a:gradFill>
                <a:ln w="3546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91F665FB-F769-230D-F781-1D93FE833C41}"/>
                    </a:ext>
                  </a:extLst>
                </p:cNvPr>
                <p:cNvSpPr/>
                <p:nvPr/>
              </p:nvSpPr>
              <p:spPr>
                <a:xfrm flipH="1">
                  <a:off x="973904" y="0"/>
                  <a:ext cx="777268" cy="1150614"/>
                </a:xfrm>
                <a:custGeom>
                  <a:avLst/>
                  <a:gdLst>
                    <a:gd name="connsiteX0" fmla="*/ 867435 w 905318"/>
                    <a:gd name="connsiteY0" fmla="*/ 0 h 1340171"/>
                    <a:gd name="connsiteX1" fmla="*/ 905318 w 905318"/>
                    <a:gd name="connsiteY1" fmla="*/ 0 h 1340171"/>
                    <a:gd name="connsiteX2" fmla="*/ 500676 w 905318"/>
                    <a:gd name="connsiteY2" fmla="*/ 404641 h 1340171"/>
                    <a:gd name="connsiteX3" fmla="*/ 500676 w 905318"/>
                    <a:gd name="connsiteY3" fmla="*/ 858399 h 1340171"/>
                    <a:gd name="connsiteX4" fmla="*/ 496773 w 905318"/>
                    <a:gd name="connsiteY4" fmla="*/ 862341 h 1340171"/>
                    <a:gd name="connsiteX5" fmla="*/ 18943 w 905318"/>
                    <a:gd name="connsiteY5" fmla="*/ 1340171 h 1340171"/>
                    <a:gd name="connsiteX6" fmla="*/ 0 w 905318"/>
                    <a:gd name="connsiteY6" fmla="*/ 1321227 h 1340171"/>
                    <a:gd name="connsiteX7" fmla="*/ 473888 w 905318"/>
                    <a:gd name="connsiteY7" fmla="*/ 847301 h 1340171"/>
                    <a:gd name="connsiteX8" fmla="*/ 473888 w 905318"/>
                    <a:gd name="connsiteY8" fmla="*/ 393543 h 1340171"/>
                    <a:gd name="connsiteX9" fmla="*/ 477830 w 905318"/>
                    <a:gd name="connsiteY9" fmla="*/ 389640 h 13401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905318" h="1340171">
                      <a:moveTo>
                        <a:pt x="867435" y="0"/>
                      </a:moveTo>
                      <a:lnTo>
                        <a:pt x="905318" y="0"/>
                      </a:lnTo>
                      <a:lnTo>
                        <a:pt x="500676" y="404641"/>
                      </a:lnTo>
                      <a:lnTo>
                        <a:pt x="500676" y="858399"/>
                      </a:lnTo>
                      <a:lnTo>
                        <a:pt x="496773" y="862341"/>
                      </a:lnTo>
                      <a:lnTo>
                        <a:pt x="18943" y="1340171"/>
                      </a:lnTo>
                      <a:lnTo>
                        <a:pt x="0" y="1321227"/>
                      </a:lnTo>
                      <a:lnTo>
                        <a:pt x="473888" y="847301"/>
                      </a:lnTo>
                      <a:lnTo>
                        <a:pt x="473888" y="393543"/>
                      </a:lnTo>
                      <a:lnTo>
                        <a:pt x="477830" y="38964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>
                        <a:alpha val="0"/>
                      </a:schemeClr>
                    </a:gs>
                  </a:gsLst>
                  <a:lin ang="10800000" scaled="1"/>
                  <a:tileRect/>
                </a:gradFill>
                <a:ln w="3546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91C50751-797F-C3E0-4DC8-21320434E452}"/>
                    </a:ext>
                  </a:extLst>
                </p:cNvPr>
                <p:cNvSpPr/>
                <p:nvPr/>
              </p:nvSpPr>
              <p:spPr>
                <a:xfrm flipH="1">
                  <a:off x="1333418" y="0"/>
                  <a:ext cx="697098" cy="1142465"/>
                </a:xfrm>
                <a:custGeom>
                  <a:avLst/>
                  <a:gdLst>
                    <a:gd name="connsiteX0" fmla="*/ 774054 w 811941"/>
                    <a:gd name="connsiteY0" fmla="*/ 0 h 1330680"/>
                    <a:gd name="connsiteX1" fmla="*/ 811941 w 811941"/>
                    <a:gd name="connsiteY1" fmla="*/ 0 h 1330680"/>
                    <a:gd name="connsiteX2" fmla="*/ 437915 w 811941"/>
                    <a:gd name="connsiteY2" fmla="*/ 374026 h 1330680"/>
                    <a:gd name="connsiteX3" fmla="*/ 437915 w 811941"/>
                    <a:gd name="connsiteY3" fmla="*/ 869536 h 1330680"/>
                    <a:gd name="connsiteX4" fmla="*/ 26788 w 811941"/>
                    <a:gd name="connsiteY4" fmla="*/ 869536 h 1330680"/>
                    <a:gd name="connsiteX5" fmla="*/ 26788 w 811941"/>
                    <a:gd name="connsiteY5" fmla="*/ 1330680 h 1330680"/>
                    <a:gd name="connsiteX6" fmla="*/ 0 w 811941"/>
                    <a:gd name="connsiteY6" fmla="*/ 1330680 h 1330680"/>
                    <a:gd name="connsiteX7" fmla="*/ 0 w 811941"/>
                    <a:gd name="connsiteY7" fmla="*/ 842747 h 1330680"/>
                    <a:gd name="connsiteX8" fmla="*/ 411127 w 811941"/>
                    <a:gd name="connsiteY8" fmla="*/ 842747 h 1330680"/>
                    <a:gd name="connsiteX9" fmla="*/ 411127 w 811941"/>
                    <a:gd name="connsiteY9" fmla="*/ 362928 h 1330680"/>
                    <a:gd name="connsiteX10" fmla="*/ 415030 w 811941"/>
                    <a:gd name="connsiteY10" fmla="*/ 359024 h 1330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11941" h="1330680">
                      <a:moveTo>
                        <a:pt x="774054" y="0"/>
                      </a:moveTo>
                      <a:lnTo>
                        <a:pt x="811941" y="0"/>
                      </a:lnTo>
                      <a:lnTo>
                        <a:pt x="437915" y="374026"/>
                      </a:lnTo>
                      <a:lnTo>
                        <a:pt x="437915" y="869536"/>
                      </a:lnTo>
                      <a:lnTo>
                        <a:pt x="26788" y="869536"/>
                      </a:lnTo>
                      <a:lnTo>
                        <a:pt x="26788" y="1330680"/>
                      </a:lnTo>
                      <a:lnTo>
                        <a:pt x="0" y="1330680"/>
                      </a:lnTo>
                      <a:lnTo>
                        <a:pt x="0" y="842747"/>
                      </a:lnTo>
                      <a:lnTo>
                        <a:pt x="411127" y="842747"/>
                      </a:lnTo>
                      <a:lnTo>
                        <a:pt x="411127" y="362928"/>
                      </a:lnTo>
                      <a:lnTo>
                        <a:pt x="415030" y="359024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>
                        <a:alpha val="0"/>
                      </a:schemeClr>
                    </a:gs>
                  </a:gsLst>
                  <a:lin ang="10800000" scaled="1"/>
                  <a:tileRect/>
                </a:gradFill>
                <a:ln w="3546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65E3BEEA-A328-74D9-AB73-C9DBDA96E7DA}"/>
                    </a:ext>
                  </a:extLst>
                </p:cNvPr>
                <p:cNvSpPr/>
                <p:nvPr/>
              </p:nvSpPr>
              <p:spPr>
                <a:xfrm flipH="1">
                  <a:off x="2168913" y="0"/>
                  <a:ext cx="325741" cy="309478"/>
                </a:xfrm>
                <a:custGeom>
                  <a:avLst/>
                  <a:gdLst>
                    <a:gd name="connsiteX0" fmla="*/ 341521 w 379405"/>
                    <a:gd name="connsiteY0" fmla="*/ 0 h 360463"/>
                    <a:gd name="connsiteX1" fmla="*/ 379405 w 379405"/>
                    <a:gd name="connsiteY1" fmla="*/ 0 h 360463"/>
                    <a:gd name="connsiteX2" fmla="*/ 18942 w 379405"/>
                    <a:gd name="connsiteY2" fmla="*/ 360463 h 360463"/>
                    <a:gd name="connsiteX3" fmla="*/ 0 w 379405"/>
                    <a:gd name="connsiteY3" fmla="*/ 341521 h 3604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79405" h="360463">
                      <a:moveTo>
                        <a:pt x="341521" y="0"/>
                      </a:moveTo>
                      <a:lnTo>
                        <a:pt x="379405" y="0"/>
                      </a:lnTo>
                      <a:lnTo>
                        <a:pt x="18942" y="360463"/>
                      </a:lnTo>
                      <a:lnTo>
                        <a:pt x="0" y="34152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>
                        <a:alpha val="0"/>
                      </a:schemeClr>
                    </a:gs>
                  </a:gsLst>
                  <a:lin ang="10800000" scaled="1"/>
                  <a:tileRect/>
                </a:gradFill>
                <a:ln w="3546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53659572-8776-351E-3007-E39E3005B610}"/>
                    </a:ext>
                  </a:extLst>
                </p:cNvPr>
                <p:cNvSpPr/>
                <p:nvPr/>
              </p:nvSpPr>
              <p:spPr>
                <a:xfrm flipH="1">
                  <a:off x="1776507" y="1"/>
                  <a:ext cx="791382" cy="775120"/>
                </a:xfrm>
                <a:custGeom>
                  <a:avLst/>
                  <a:gdLst>
                    <a:gd name="connsiteX0" fmla="*/ 883874 w 921758"/>
                    <a:gd name="connsiteY0" fmla="*/ 0 h 902817"/>
                    <a:gd name="connsiteX1" fmla="*/ 921758 w 921758"/>
                    <a:gd name="connsiteY1" fmla="*/ 0 h 902817"/>
                    <a:gd name="connsiteX2" fmla="*/ 18942 w 921758"/>
                    <a:gd name="connsiteY2" fmla="*/ 902817 h 902817"/>
                    <a:gd name="connsiteX3" fmla="*/ 0 w 921758"/>
                    <a:gd name="connsiteY3" fmla="*/ 883875 h 9028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21758" h="902817">
                      <a:moveTo>
                        <a:pt x="883874" y="0"/>
                      </a:moveTo>
                      <a:lnTo>
                        <a:pt x="921758" y="0"/>
                      </a:lnTo>
                      <a:lnTo>
                        <a:pt x="18942" y="902817"/>
                      </a:lnTo>
                      <a:lnTo>
                        <a:pt x="0" y="883875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>
                        <a:alpha val="0"/>
                      </a:schemeClr>
                    </a:gs>
                  </a:gsLst>
                  <a:lin ang="10800000" scaled="1"/>
                  <a:tileRect/>
                </a:gradFill>
                <a:ln w="3546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E56FDF03-2A0D-7337-1DBD-6F29CEE814AA}"/>
                    </a:ext>
                  </a:extLst>
                </p:cNvPr>
                <p:cNvSpPr/>
                <p:nvPr/>
              </p:nvSpPr>
              <p:spPr>
                <a:xfrm flipH="1">
                  <a:off x="1543700" y="0"/>
                  <a:ext cx="467826" cy="551281"/>
                </a:xfrm>
                <a:custGeom>
                  <a:avLst/>
                  <a:gdLst>
                    <a:gd name="connsiteX0" fmla="*/ 507012 w 544898"/>
                    <a:gd name="connsiteY0" fmla="*/ 0 h 642102"/>
                    <a:gd name="connsiteX1" fmla="*/ 544898 w 544898"/>
                    <a:gd name="connsiteY1" fmla="*/ 0 h 642102"/>
                    <a:gd name="connsiteX2" fmla="*/ 177416 w 544898"/>
                    <a:gd name="connsiteY2" fmla="*/ 367482 h 642102"/>
                    <a:gd name="connsiteX3" fmla="*/ 177416 w 544898"/>
                    <a:gd name="connsiteY3" fmla="*/ 642102 h 642102"/>
                    <a:gd name="connsiteX4" fmla="*/ 0 w 544898"/>
                    <a:gd name="connsiteY4" fmla="*/ 642102 h 642102"/>
                    <a:gd name="connsiteX5" fmla="*/ 0 w 544898"/>
                    <a:gd name="connsiteY5" fmla="*/ 615314 h 642102"/>
                    <a:gd name="connsiteX6" fmla="*/ 150628 w 544898"/>
                    <a:gd name="connsiteY6" fmla="*/ 615314 h 642102"/>
                    <a:gd name="connsiteX7" fmla="*/ 150628 w 544898"/>
                    <a:gd name="connsiteY7" fmla="*/ 356384 h 642102"/>
                    <a:gd name="connsiteX8" fmla="*/ 154569 w 544898"/>
                    <a:gd name="connsiteY8" fmla="*/ 352442 h 6421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544898" h="642102">
                      <a:moveTo>
                        <a:pt x="507012" y="0"/>
                      </a:moveTo>
                      <a:lnTo>
                        <a:pt x="544898" y="0"/>
                      </a:lnTo>
                      <a:lnTo>
                        <a:pt x="177416" y="367482"/>
                      </a:lnTo>
                      <a:lnTo>
                        <a:pt x="177416" y="642102"/>
                      </a:lnTo>
                      <a:lnTo>
                        <a:pt x="0" y="642102"/>
                      </a:lnTo>
                      <a:lnTo>
                        <a:pt x="0" y="615314"/>
                      </a:lnTo>
                      <a:lnTo>
                        <a:pt x="150628" y="615314"/>
                      </a:lnTo>
                      <a:lnTo>
                        <a:pt x="150628" y="356384"/>
                      </a:lnTo>
                      <a:lnTo>
                        <a:pt x="154569" y="352442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>
                        <a:alpha val="0"/>
                      </a:schemeClr>
                    </a:gs>
                  </a:gsLst>
                  <a:lin ang="10800000" scaled="1"/>
                  <a:tileRect/>
                </a:gradFill>
                <a:ln w="3546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593F4C42-C74D-2FB8-7922-7BB5CBB8DA0D}"/>
                    </a:ext>
                  </a:extLst>
                </p:cNvPr>
                <p:cNvSpPr/>
                <p:nvPr/>
              </p:nvSpPr>
              <p:spPr>
                <a:xfrm flipH="1">
                  <a:off x="0" y="1598168"/>
                  <a:ext cx="795037" cy="810748"/>
                </a:xfrm>
                <a:custGeom>
                  <a:avLst/>
                  <a:gdLst>
                    <a:gd name="connsiteX0" fmla="*/ 926014 w 926014"/>
                    <a:gd name="connsiteY0" fmla="*/ 0 h 944315"/>
                    <a:gd name="connsiteX1" fmla="*/ 926014 w 926014"/>
                    <a:gd name="connsiteY1" fmla="*/ 37870 h 944315"/>
                    <a:gd name="connsiteX2" fmla="*/ 18935 w 926014"/>
                    <a:gd name="connsiteY2" fmla="*/ 944315 h 944315"/>
                    <a:gd name="connsiteX3" fmla="*/ 0 w 926014"/>
                    <a:gd name="connsiteY3" fmla="*/ 925367 h 9443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26014" h="944315">
                      <a:moveTo>
                        <a:pt x="926014" y="0"/>
                      </a:moveTo>
                      <a:lnTo>
                        <a:pt x="926014" y="37870"/>
                      </a:lnTo>
                      <a:lnTo>
                        <a:pt x="18935" y="944315"/>
                      </a:lnTo>
                      <a:lnTo>
                        <a:pt x="0" y="92536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>
                        <a:alpha val="0"/>
                      </a:schemeClr>
                    </a:gs>
                  </a:gsLst>
                  <a:lin ang="10800000" scaled="1"/>
                  <a:tileRect/>
                </a:gradFill>
                <a:ln w="3546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27675E9B-A85D-1DCF-8D5D-95CA6115056E}"/>
                    </a:ext>
                  </a:extLst>
                </p:cNvPr>
                <p:cNvSpPr/>
                <p:nvPr/>
              </p:nvSpPr>
              <p:spPr>
                <a:xfrm flipH="1">
                  <a:off x="0" y="1994158"/>
                  <a:ext cx="334409" cy="338820"/>
                </a:xfrm>
                <a:custGeom>
                  <a:avLst/>
                  <a:gdLst>
                    <a:gd name="connsiteX0" fmla="*/ 389501 w 389501"/>
                    <a:gd name="connsiteY0" fmla="*/ 0 h 394639"/>
                    <a:gd name="connsiteX1" fmla="*/ 389501 w 389501"/>
                    <a:gd name="connsiteY1" fmla="*/ 37202 h 394639"/>
                    <a:gd name="connsiteX2" fmla="*/ 18588 w 389501"/>
                    <a:gd name="connsiteY2" fmla="*/ 394639 h 394639"/>
                    <a:gd name="connsiteX3" fmla="*/ 0 w 389501"/>
                    <a:gd name="connsiteY3" fmla="*/ 375350 h 3946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9501" h="394639">
                      <a:moveTo>
                        <a:pt x="389501" y="0"/>
                      </a:moveTo>
                      <a:lnTo>
                        <a:pt x="389501" y="37202"/>
                      </a:lnTo>
                      <a:lnTo>
                        <a:pt x="18588" y="394639"/>
                      </a:lnTo>
                      <a:lnTo>
                        <a:pt x="0" y="37535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>
                        <a:alpha val="0"/>
                      </a:schemeClr>
                    </a:gs>
                  </a:gsLst>
                  <a:lin ang="10800000" scaled="1"/>
                  <a:tileRect/>
                </a:gradFill>
                <a:ln w="3546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67D0C6B3-E763-B7BA-AF16-7E14A0756CD7}"/>
                    </a:ext>
                  </a:extLst>
                </p:cNvPr>
                <p:cNvSpPr/>
                <p:nvPr/>
              </p:nvSpPr>
              <p:spPr>
                <a:xfrm>
                  <a:off x="2420584" y="245715"/>
                  <a:ext cx="121575" cy="121575"/>
                </a:xfrm>
                <a:custGeom>
                  <a:avLst/>
                  <a:gdLst>
                    <a:gd name="connsiteX0" fmla="*/ 117027 w 117027"/>
                    <a:gd name="connsiteY0" fmla="*/ 58514 h 117027"/>
                    <a:gd name="connsiteX1" fmla="*/ 58514 w 117027"/>
                    <a:gd name="connsiteY1" fmla="*/ 117027 h 117027"/>
                    <a:gd name="connsiteX2" fmla="*/ 0 w 117027"/>
                    <a:gd name="connsiteY2" fmla="*/ 58514 h 117027"/>
                    <a:gd name="connsiteX3" fmla="*/ 58514 w 117027"/>
                    <a:gd name="connsiteY3" fmla="*/ 0 h 117027"/>
                    <a:gd name="connsiteX4" fmla="*/ 117027 w 117027"/>
                    <a:gd name="connsiteY4" fmla="*/ 58514 h 1170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7027" h="117027">
                      <a:moveTo>
                        <a:pt x="117027" y="58514"/>
                      </a:moveTo>
                      <a:cubicBezTo>
                        <a:pt x="117027" y="90830"/>
                        <a:pt x="90830" y="117027"/>
                        <a:pt x="58514" y="117027"/>
                      </a:cubicBezTo>
                      <a:cubicBezTo>
                        <a:pt x="26197" y="117027"/>
                        <a:pt x="0" y="90830"/>
                        <a:pt x="0" y="58514"/>
                      </a:cubicBezTo>
                      <a:cubicBezTo>
                        <a:pt x="0" y="26197"/>
                        <a:pt x="26197" y="0"/>
                        <a:pt x="58514" y="0"/>
                      </a:cubicBezTo>
                      <a:cubicBezTo>
                        <a:pt x="90830" y="0"/>
                        <a:pt x="117027" y="26197"/>
                        <a:pt x="117027" y="58514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/>
                    </a:gs>
                    <a:gs pos="82000">
                      <a:schemeClr val="accent6">
                        <a:alpha val="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3822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3821FF56-14B7-7D24-8C26-97B74F9669E2}"/>
                    </a:ext>
                  </a:extLst>
                </p:cNvPr>
                <p:cNvSpPr/>
                <p:nvPr/>
              </p:nvSpPr>
              <p:spPr>
                <a:xfrm>
                  <a:off x="2498946" y="706196"/>
                  <a:ext cx="121575" cy="121575"/>
                </a:xfrm>
                <a:custGeom>
                  <a:avLst/>
                  <a:gdLst>
                    <a:gd name="connsiteX0" fmla="*/ 117027 w 117027"/>
                    <a:gd name="connsiteY0" fmla="*/ 58514 h 117027"/>
                    <a:gd name="connsiteX1" fmla="*/ 58514 w 117027"/>
                    <a:gd name="connsiteY1" fmla="*/ 117027 h 117027"/>
                    <a:gd name="connsiteX2" fmla="*/ 0 w 117027"/>
                    <a:gd name="connsiteY2" fmla="*/ 58514 h 117027"/>
                    <a:gd name="connsiteX3" fmla="*/ 58514 w 117027"/>
                    <a:gd name="connsiteY3" fmla="*/ 0 h 117027"/>
                    <a:gd name="connsiteX4" fmla="*/ 117027 w 117027"/>
                    <a:gd name="connsiteY4" fmla="*/ 58514 h 1170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7027" h="117027">
                      <a:moveTo>
                        <a:pt x="117027" y="58514"/>
                      </a:moveTo>
                      <a:cubicBezTo>
                        <a:pt x="117027" y="90830"/>
                        <a:pt x="90830" y="117027"/>
                        <a:pt x="58514" y="117027"/>
                      </a:cubicBezTo>
                      <a:cubicBezTo>
                        <a:pt x="26197" y="117027"/>
                        <a:pt x="0" y="90830"/>
                        <a:pt x="0" y="58514"/>
                      </a:cubicBezTo>
                      <a:cubicBezTo>
                        <a:pt x="0" y="26198"/>
                        <a:pt x="26197" y="0"/>
                        <a:pt x="58514" y="0"/>
                      </a:cubicBezTo>
                      <a:cubicBezTo>
                        <a:pt x="90830" y="0"/>
                        <a:pt x="117027" y="26198"/>
                        <a:pt x="117027" y="58514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/>
                    </a:gs>
                    <a:gs pos="82000">
                      <a:schemeClr val="accent6">
                        <a:alpha val="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3822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5BA70078-930D-E64F-2C14-7ED0243BA11E}"/>
                    </a:ext>
                  </a:extLst>
                </p:cNvPr>
                <p:cNvSpPr/>
                <p:nvPr/>
              </p:nvSpPr>
              <p:spPr>
                <a:xfrm>
                  <a:off x="1958229" y="1081678"/>
                  <a:ext cx="121575" cy="121575"/>
                </a:xfrm>
                <a:custGeom>
                  <a:avLst/>
                  <a:gdLst>
                    <a:gd name="connsiteX0" fmla="*/ 117027 w 117027"/>
                    <a:gd name="connsiteY0" fmla="*/ 58514 h 117027"/>
                    <a:gd name="connsiteX1" fmla="*/ 58514 w 117027"/>
                    <a:gd name="connsiteY1" fmla="*/ 117027 h 117027"/>
                    <a:gd name="connsiteX2" fmla="*/ 0 w 117027"/>
                    <a:gd name="connsiteY2" fmla="*/ 58514 h 117027"/>
                    <a:gd name="connsiteX3" fmla="*/ 58514 w 117027"/>
                    <a:gd name="connsiteY3" fmla="*/ 0 h 117027"/>
                    <a:gd name="connsiteX4" fmla="*/ 117027 w 117027"/>
                    <a:gd name="connsiteY4" fmla="*/ 58514 h 1170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7027" h="117027">
                      <a:moveTo>
                        <a:pt x="117027" y="58514"/>
                      </a:moveTo>
                      <a:cubicBezTo>
                        <a:pt x="117027" y="90830"/>
                        <a:pt x="90830" y="117027"/>
                        <a:pt x="58514" y="117027"/>
                      </a:cubicBezTo>
                      <a:cubicBezTo>
                        <a:pt x="26197" y="117027"/>
                        <a:pt x="0" y="90830"/>
                        <a:pt x="0" y="58514"/>
                      </a:cubicBezTo>
                      <a:cubicBezTo>
                        <a:pt x="0" y="26197"/>
                        <a:pt x="26197" y="0"/>
                        <a:pt x="58514" y="0"/>
                      </a:cubicBezTo>
                      <a:cubicBezTo>
                        <a:pt x="90830" y="0"/>
                        <a:pt x="117027" y="26197"/>
                        <a:pt x="117027" y="58514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/>
                    </a:gs>
                    <a:gs pos="82000">
                      <a:schemeClr val="accent6">
                        <a:alpha val="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3822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2F89EBE1-8D47-049D-C167-F030ED257181}"/>
                    </a:ext>
                  </a:extLst>
                </p:cNvPr>
                <p:cNvSpPr/>
                <p:nvPr/>
              </p:nvSpPr>
              <p:spPr>
                <a:xfrm>
                  <a:off x="1678951" y="1081678"/>
                  <a:ext cx="121575" cy="121575"/>
                </a:xfrm>
                <a:custGeom>
                  <a:avLst/>
                  <a:gdLst>
                    <a:gd name="connsiteX0" fmla="*/ 117027 w 117027"/>
                    <a:gd name="connsiteY0" fmla="*/ 58514 h 117027"/>
                    <a:gd name="connsiteX1" fmla="*/ 58514 w 117027"/>
                    <a:gd name="connsiteY1" fmla="*/ 117027 h 117027"/>
                    <a:gd name="connsiteX2" fmla="*/ 0 w 117027"/>
                    <a:gd name="connsiteY2" fmla="*/ 58514 h 117027"/>
                    <a:gd name="connsiteX3" fmla="*/ 58514 w 117027"/>
                    <a:gd name="connsiteY3" fmla="*/ 0 h 117027"/>
                    <a:gd name="connsiteX4" fmla="*/ 117027 w 117027"/>
                    <a:gd name="connsiteY4" fmla="*/ 58514 h 1170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7027" h="117027">
                      <a:moveTo>
                        <a:pt x="117027" y="58514"/>
                      </a:moveTo>
                      <a:cubicBezTo>
                        <a:pt x="117027" y="90830"/>
                        <a:pt x="90830" y="117027"/>
                        <a:pt x="58514" y="117027"/>
                      </a:cubicBezTo>
                      <a:cubicBezTo>
                        <a:pt x="26197" y="117027"/>
                        <a:pt x="0" y="90830"/>
                        <a:pt x="0" y="58514"/>
                      </a:cubicBezTo>
                      <a:cubicBezTo>
                        <a:pt x="0" y="26197"/>
                        <a:pt x="26197" y="0"/>
                        <a:pt x="58514" y="0"/>
                      </a:cubicBezTo>
                      <a:cubicBezTo>
                        <a:pt x="90830" y="0"/>
                        <a:pt x="117027" y="26197"/>
                        <a:pt x="117027" y="58514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/>
                    </a:gs>
                    <a:gs pos="82000">
                      <a:schemeClr val="accent6">
                        <a:alpha val="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3822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BF85C3CB-5218-B4B7-92A8-86ECDD2E3B5C}"/>
                    </a:ext>
                  </a:extLst>
                </p:cNvPr>
                <p:cNvSpPr/>
                <p:nvPr/>
              </p:nvSpPr>
              <p:spPr>
                <a:xfrm>
                  <a:off x="1345097" y="1081678"/>
                  <a:ext cx="121575" cy="121575"/>
                </a:xfrm>
                <a:custGeom>
                  <a:avLst/>
                  <a:gdLst>
                    <a:gd name="connsiteX0" fmla="*/ 117027 w 117027"/>
                    <a:gd name="connsiteY0" fmla="*/ 58514 h 117027"/>
                    <a:gd name="connsiteX1" fmla="*/ 58514 w 117027"/>
                    <a:gd name="connsiteY1" fmla="*/ 117027 h 117027"/>
                    <a:gd name="connsiteX2" fmla="*/ 0 w 117027"/>
                    <a:gd name="connsiteY2" fmla="*/ 58514 h 117027"/>
                    <a:gd name="connsiteX3" fmla="*/ 58514 w 117027"/>
                    <a:gd name="connsiteY3" fmla="*/ 0 h 117027"/>
                    <a:gd name="connsiteX4" fmla="*/ 117027 w 117027"/>
                    <a:gd name="connsiteY4" fmla="*/ 58514 h 1170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7027" h="117027">
                      <a:moveTo>
                        <a:pt x="117027" y="58514"/>
                      </a:moveTo>
                      <a:cubicBezTo>
                        <a:pt x="117027" y="90830"/>
                        <a:pt x="90830" y="117027"/>
                        <a:pt x="58514" y="117027"/>
                      </a:cubicBezTo>
                      <a:cubicBezTo>
                        <a:pt x="26197" y="117027"/>
                        <a:pt x="0" y="90830"/>
                        <a:pt x="0" y="58514"/>
                      </a:cubicBezTo>
                      <a:cubicBezTo>
                        <a:pt x="0" y="26197"/>
                        <a:pt x="26197" y="0"/>
                        <a:pt x="58514" y="0"/>
                      </a:cubicBezTo>
                      <a:cubicBezTo>
                        <a:pt x="90830" y="0"/>
                        <a:pt x="117027" y="26197"/>
                        <a:pt x="117027" y="58514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/>
                    </a:gs>
                    <a:gs pos="82000">
                      <a:schemeClr val="accent6">
                        <a:alpha val="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3822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12FAE5A1-7342-F579-3F01-DA2F679BB10E}"/>
                    </a:ext>
                  </a:extLst>
                </p:cNvPr>
                <p:cNvSpPr/>
                <p:nvPr/>
              </p:nvSpPr>
              <p:spPr>
                <a:xfrm>
                  <a:off x="1150751" y="1228118"/>
                  <a:ext cx="121575" cy="121575"/>
                </a:xfrm>
                <a:custGeom>
                  <a:avLst/>
                  <a:gdLst>
                    <a:gd name="connsiteX0" fmla="*/ 117027 w 117027"/>
                    <a:gd name="connsiteY0" fmla="*/ 58514 h 117027"/>
                    <a:gd name="connsiteX1" fmla="*/ 58514 w 117027"/>
                    <a:gd name="connsiteY1" fmla="*/ 117027 h 117027"/>
                    <a:gd name="connsiteX2" fmla="*/ 0 w 117027"/>
                    <a:gd name="connsiteY2" fmla="*/ 58514 h 117027"/>
                    <a:gd name="connsiteX3" fmla="*/ 58514 w 117027"/>
                    <a:gd name="connsiteY3" fmla="*/ 0 h 117027"/>
                    <a:gd name="connsiteX4" fmla="*/ 117027 w 117027"/>
                    <a:gd name="connsiteY4" fmla="*/ 58514 h 1170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7027" h="117027">
                      <a:moveTo>
                        <a:pt x="117027" y="58514"/>
                      </a:moveTo>
                      <a:cubicBezTo>
                        <a:pt x="117027" y="90830"/>
                        <a:pt x="90830" y="117027"/>
                        <a:pt x="58514" y="117027"/>
                      </a:cubicBezTo>
                      <a:cubicBezTo>
                        <a:pt x="26197" y="117027"/>
                        <a:pt x="0" y="90830"/>
                        <a:pt x="0" y="58514"/>
                      </a:cubicBezTo>
                      <a:cubicBezTo>
                        <a:pt x="0" y="26197"/>
                        <a:pt x="26197" y="0"/>
                        <a:pt x="58514" y="0"/>
                      </a:cubicBezTo>
                      <a:cubicBezTo>
                        <a:pt x="90830" y="0"/>
                        <a:pt x="117027" y="26197"/>
                        <a:pt x="117027" y="58514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/>
                    </a:gs>
                    <a:gs pos="82000">
                      <a:schemeClr val="accent6">
                        <a:alpha val="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3822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B9F24B13-6CF7-12F2-31AE-47239B203A64}"/>
                    </a:ext>
                  </a:extLst>
                </p:cNvPr>
                <p:cNvSpPr/>
                <p:nvPr/>
              </p:nvSpPr>
              <p:spPr>
                <a:xfrm>
                  <a:off x="1150751" y="1602976"/>
                  <a:ext cx="121575" cy="121575"/>
                </a:xfrm>
                <a:custGeom>
                  <a:avLst/>
                  <a:gdLst>
                    <a:gd name="connsiteX0" fmla="*/ 117027 w 117027"/>
                    <a:gd name="connsiteY0" fmla="*/ 58514 h 117027"/>
                    <a:gd name="connsiteX1" fmla="*/ 58514 w 117027"/>
                    <a:gd name="connsiteY1" fmla="*/ 117027 h 117027"/>
                    <a:gd name="connsiteX2" fmla="*/ 0 w 117027"/>
                    <a:gd name="connsiteY2" fmla="*/ 58514 h 117027"/>
                    <a:gd name="connsiteX3" fmla="*/ 58514 w 117027"/>
                    <a:gd name="connsiteY3" fmla="*/ 0 h 117027"/>
                    <a:gd name="connsiteX4" fmla="*/ 117027 w 117027"/>
                    <a:gd name="connsiteY4" fmla="*/ 58514 h 1170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7027" h="117027">
                      <a:moveTo>
                        <a:pt x="117027" y="58514"/>
                      </a:moveTo>
                      <a:cubicBezTo>
                        <a:pt x="117027" y="90830"/>
                        <a:pt x="90830" y="117027"/>
                        <a:pt x="58514" y="117027"/>
                      </a:cubicBezTo>
                      <a:cubicBezTo>
                        <a:pt x="26197" y="117027"/>
                        <a:pt x="0" y="90830"/>
                        <a:pt x="0" y="58514"/>
                      </a:cubicBezTo>
                      <a:cubicBezTo>
                        <a:pt x="0" y="26198"/>
                        <a:pt x="26197" y="0"/>
                        <a:pt x="58514" y="0"/>
                      </a:cubicBezTo>
                      <a:cubicBezTo>
                        <a:pt x="90830" y="0"/>
                        <a:pt x="117027" y="26198"/>
                        <a:pt x="117027" y="58514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/>
                    </a:gs>
                    <a:gs pos="82000">
                      <a:schemeClr val="accent6">
                        <a:alpha val="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3822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5E161C4F-AAE2-6926-D706-053F3B025A9C}"/>
                    </a:ext>
                  </a:extLst>
                </p:cNvPr>
                <p:cNvSpPr/>
                <p:nvPr/>
              </p:nvSpPr>
              <p:spPr>
                <a:xfrm>
                  <a:off x="1150751" y="1845818"/>
                  <a:ext cx="121575" cy="121575"/>
                </a:xfrm>
                <a:custGeom>
                  <a:avLst/>
                  <a:gdLst>
                    <a:gd name="connsiteX0" fmla="*/ 117027 w 117027"/>
                    <a:gd name="connsiteY0" fmla="*/ 58514 h 117027"/>
                    <a:gd name="connsiteX1" fmla="*/ 58514 w 117027"/>
                    <a:gd name="connsiteY1" fmla="*/ 117027 h 117027"/>
                    <a:gd name="connsiteX2" fmla="*/ 0 w 117027"/>
                    <a:gd name="connsiteY2" fmla="*/ 58514 h 117027"/>
                    <a:gd name="connsiteX3" fmla="*/ 58514 w 117027"/>
                    <a:gd name="connsiteY3" fmla="*/ 0 h 117027"/>
                    <a:gd name="connsiteX4" fmla="*/ 117027 w 117027"/>
                    <a:gd name="connsiteY4" fmla="*/ 58514 h 1170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7027" h="117027">
                      <a:moveTo>
                        <a:pt x="117027" y="58514"/>
                      </a:moveTo>
                      <a:cubicBezTo>
                        <a:pt x="117027" y="90830"/>
                        <a:pt x="90830" y="117027"/>
                        <a:pt x="58514" y="117027"/>
                      </a:cubicBezTo>
                      <a:cubicBezTo>
                        <a:pt x="26197" y="117027"/>
                        <a:pt x="0" y="90830"/>
                        <a:pt x="0" y="58514"/>
                      </a:cubicBezTo>
                      <a:cubicBezTo>
                        <a:pt x="0" y="26197"/>
                        <a:pt x="26197" y="0"/>
                        <a:pt x="58514" y="0"/>
                      </a:cubicBezTo>
                      <a:cubicBezTo>
                        <a:pt x="90830" y="0"/>
                        <a:pt x="117027" y="26198"/>
                        <a:pt x="117027" y="58514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/>
                    </a:gs>
                    <a:gs pos="82000">
                      <a:schemeClr val="accent6">
                        <a:alpha val="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3822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940E60A1-46DF-FBD9-BB41-8024592C056F}"/>
                    </a:ext>
                  </a:extLst>
                </p:cNvPr>
                <p:cNvSpPr/>
                <p:nvPr/>
              </p:nvSpPr>
              <p:spPr>
                <a:xfrm>
                  <a:off x="726117" y="2340075"/>
                  <a:ext cx="121575" cy="121575"/>
                </a:xfrm>
                <a:custGeom>
                  <a:avLst/>
                  <a:gdLst>
                    <a:gd name="connsiteX0" fmla="*/ 117027 w 117027"/>
                    <a:gd name="connsiteY0" fmla="*/ 58514 h 117027"/>
                    <a:gd name="connsiteX1" fmla="*/ 58514 w 117027"/>
                    <a:gd name="connsiteY1" fmla="*/ 117027 h 117027"/>
                    <a:gd name="connsiteX2" fmla="*/ 0 w 117027"/>
                    <a:gd name="connsiteY2" fmla="*/ 58514 h 117027"/>
                    <a:gd name="connsiteX3" fmla="*/ 58514 w 117027"/>
                    <a:gd name="connsiteY3" fmla="*/ 0 h 117027"/>
                    <a:gd name="connsiteX4" fmla="*/ 117027 w 117027"/>
                    <a:gd name="connsiteY4" fmla="*/ 58514 h 1170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7027" h="117027">
                      <a:moveTo>
                        <a:pt x="117027" y="58514"/>
                      </a:moveTo>
                      <a:cubicBezTo>
                        <a:pt x="117027" y="90830"/>
                        <a:pt x="90830" y="117027"/>
                        <a:pt x="58514" y="117027"/>
                      </a:cubicBezTo>
                      <a:cubicBezTo>
                        <a:pt x="26198" y="117027"/>
                        <a:pt x="0" y="90830"/>
                        <a:pt x="0" y="58514"/>
                      </a:cubicBezTo>
                      <a:cubicBezTo>
                        <a:pt x="0" y="26197"/>
                        <a:pt x="26198" y="0"/>
                        <a:pt x="58514" y="0"/>
                      </a:cubicBezTo>
                      <a:cubicBezTo>
                        <a:pt x="90830" y="0"/>
                        <a:pt x="117027" y="26198"/>
                        <a:pt x="117027" y="58514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/>
                    </a:gs>
                    <a:gs pos="82000">
                      <a:schemeClr val="accent6">
                        <a:alpha val="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3822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33751E27-9D4A-A658-F0E4-DF09D522A437}"/>
                    </a:ext>
                  </a:extLst>
                </p:cNvPr>
                <p:cNvSpPr/>
                <p:nvPr/>
              </p:nvSpPr>
              <p:spPr>
                <a:xfrm>
                  <a:off x="259096" y="2267923"/>
                  <a:ext cx="121575" cy="121575"/>
                </a:xfrm>
                <a:custGeom>
                  <a:avLst/>
                  <a:gdLst>
                    <a:gd name="connsiteX0" fmla="*/ 117027 w 117027"/>
                    <a:gd name="connsiteY0" fmla="*/ 58514 h 117027"/>
                    <a:gd name="connsiteX1" fmla="*/ 58514 w 117027"/>
                    <a:gd name="connsiteY1" fmla="*/ 117027 h 117027"/>
                    <a:gd name="connsiteX2" fmla="*/ 0 w 117027"/>
                    <a:gd name="connsiteY2" fmla="*/ 58514 h 117027"/>
                    <a:gd name="connsiteX3" fmla="*/ 58514 w 117027"/>
                    <a:gd name="connsiteY3" fmla="*/ 0 h 117027"/>
                    <a:gd name="connsiteX4" fmla="*/ 117027 w 117027"/>
                    <a:gd name="connsiteY4" fmla="*/ 58514 h 1170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7027" h="117027">
                      <a:moveTo>
                        <a:pt x="117027" y="58514"/>
                      </a:moveTo>
                      <a:cubicBezTo>
                        <a:pt x="117027" y="90830"/>
                        <a:pt x="90830" y="117027"/>
                        <a:pt x="58514" y="117027"/>
                      </a:cubicBezTo>
                      <a:cubicBezTo>
                        <a:pt x="26197" y="117027"/>
                        <a:pt x="0" y="90830"/>
                        <a:pt x="0" y="58514"/>
                      </a:cubicBezTo>
                      <a:cubicBezTo>
                        <a:pt x="0" y="26197"/>
                        <a:pt x="26198" y="0"/>
                        <a:pt x="58514" y="0"/>
                      </a:cubicBezTo>
                      <a:cubicBezTo>
                        <a:pt x="90830" y="0"/>
                        <a:pt x="117027" y="26198"/>
                        <a:pt x="117027" y="58514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/>
                    </a:gs>
                    <a:gs pos="82000">
                      <a:schemeClr val="accent6">
                        <a:alpha val="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3822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29BABA6B-153B-A005-19FC-37C8AF2D28E5}"/>
                    </a:ext>
                  </a:extLst>
                </p:cNvPr>
                <p:cNvSpPr/>
                <p:nvPr/>
              </p:nvSpPr>
              <p:spPr>
                <a:xfrm>
                  <a:off x="510535" y="1752264"/>
                  <a:ext cx="72117" cy="72117"/>
                </a:xfrm>
                <a:custGeom>
                  <a:avLst/>
                  <a:gdLst>
                    <a:gd name="connsiteX0" fmla="*/ 69420 w 69420"/>
                    <a:gd name="connsiteY0" fmla="*/ 34710 h 69420"/>
                    <a:gd name="connsiteX1" fmla="*/ 34710 w 69420"/>
                    <a:gd name="connsiteY1" fmla="*/ 69420 h 69420"/>
                    <a:gd name="connsiteX2" fmla="*/ 0 w 69420"/>
                    <a:gd name="connsiteY2" fmla="*/ 34710 h 69420"/>
                    <a:gd name="connsiteX3" fmla="*/ 34710 w 69420"/>
                    <a:gd name="connsiteY3" fmla="*/ 0 h 69420"/>
                    <a:gd name="connsiteX4" fmla="*/ 69420 w 69420"/>
                    <a:gd name="connsiteY4" fmla="*/ 34710 h 69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9420" h="69420">
                      <a:moveTo>
                        <a:pt x="69420" y="34710"/>
                      </a:moveTo>
                      <a:cubicBezTo>
                        <a:pt x="69420" y="53880"/>
                        <a:pt x="53880" y="69420"/>
                        <a:pt x="34710" y="69420"/>
                      </a:cubicBezTo>
                      <a:cubicBezTo>
                        <a:pt x="15540" y="69420"/>
                        <a:pt x="0" y="53880"/>
                        <a:pt x="0" y="34710"/>
                      </a:cubicBezTo>
                      <a:cubicBezTo>
                        <a:pt x="0" y="15540"/>
                        <a:pt x="15540" y="0"/>
                        <a:pt x="34710" y="0"/>
                      </a:cubicBezTo>
                      <a:cubicBezTo>
                        <a:pt x="53880" y="0"/>
                        <a:pt x="69420" y="15540"/>
                        <a:pt x="69420" y="3471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/>
                    </a:gs>
                    <a:gs pos="82000">
                      <a:schemeClr val="accent6">
                        <a:alpha val="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3822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700433CF-0E79-1A79-0C10-D762A4A81D00}"/>
                    </a:ext>
                  </a:extLst>
                </p:cNvPr>
                <p:cNvSpPr/>
                <p:nvPr/>
              </p:nvSpPr>
              <p:spPr>
                <a:xfrm>
                  <a:off x="653690" y="1380527"/>
                  <a:ext cx="72117" cy="72117"/>
                </a:xfrm>
                <a:custGeom>
                  <a:avLst/>
                  <a:gdLst>
                    <a:gd name="connsiteX0" fmla="*/ 69420 w 69420"/>
                    <a:gd name="connsiteY0" fmla="*/ 34710 h 69420"/>
                    <a:gd name="connsiteX1" fmla="*/ 34710 w 69420"/>
                    <a:gd name="connsiteY1" fmla="*/ 69420 h 69420"/>
                    <a:gd name="connsiteX2" fmla="*/ 0 w 69420"/>
                    <a:gd name="connsiteY2" fmla="*/ 34710 h 69420"/>
                    <a:gd name="connsiteX3" fmla="*/ 34710 w 69420"/>
                    <a:gd name="connsiteY3" fmla="*/ 0 h 69420"/>
                    <a:gd name="connsiteX4" fmla="*/ 69420 w 69420"/>
                    <a:gd name="connsiteY4" fmla="*/ 34710 h 69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9420" h="69420">
                      <a:moveTo>
                        <a:pt x="69420" y="34710"/>
                      </a:moveTo>
                      <a:cubicBezTo>
                        <a:pt x="69420" y="53880"/>
                        <a:pt x="53880" y="69420"/>
                        <a:pt x="34710" y="69420"/>
                      </a:cubicBezTo>
                      <a:cubicBezTo>
                        <a:pt x="15540" y="69420"/>
                        <a:pt x="0" y="53880"/>
                        <a:pt x="0" y="34710"/>
                      </a:cubicBezTo>
                      <a:cubicBezTo>
                        <a:pt x="0" y="15540"/>
                        <a:pt x="15540" y="0"/>
                        <a:pt x="34710" y="0"/>
                      </a:cubicBezTo>
                      <a:cubicBezTo>
                        <a:pt x="53880" y="0"/>
                        <a:pt x="69420" y="15540"/>
                        <a:pt x="69420" y="3471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/>
                    </a:gs>
                    <a:gs pos="82000">
                      <a:schemeClr val="accent6">
                        <a:alpha val="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3822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C7547AEA-A369-2F8A-80C6-A3CE2393E962}"/>
                    </a:ext>
                  </a:extLst>
                </p:cNvPr>
                <p:cNvSpPr/>
                <p:nvPr/>
              </p:nvSpPr>
              <p:spPr>
                <a:xfrm>
                  <a:off x="578580" y="1010893"/>
                  <a:ext cx="72117" cy="72117"/>
                </a:xfrm>
                <a:custGeom>
                  <a:avLst/>
                  <a:gdLst>
                    <a:gd name="connsiteX0" fmla="*/ 69420 w 69420"/>
                    <a:gd name="connsiteY0" fmla="*/ 34710 h 69420"/>
                    <a:gd name="connsiteX1" fmla="*/ 34710 w 69420"/>
                    <a:gd name="connsiteY1" fmla="*/ 69420 h 69420"/>
                    <a:gd name="connsiteX2" fmla="*/ 0 w 69420"/>
                    <a:gd name="connsiteY2" fmla="*/ 34710 h 69420"/>
                    <a:gd name="connsiteX3" fmla="*/ 34710 w 69420"/>
                    <a:gd name="connsiteY3" fmla="*/ 0 h 69420"/>
                    <a:gd name="connsiteX4" fmla="*/ 69420 w 69420"/>
                    <a:gd name="connsiteY4" fmla="*/ 34710 h 69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9420" h="69420">
                      <a:moveTo>
                        <a:pt x="69420" y="34710"/>
                      </a:moveTo>
                      <a:cubicBezTo>
                        <a:pt x="69420" y="53880"/>
                        <a:pt x="53880" y="69420"/>
                        <a:pt x="34710" y="69420"/>
                      </a:cubicBezTo>
                      <a:cubicBezTo>
                        <a:pt x="15540" y="69420"/>
                        <a:pt x="0" y="53880"/>
                        <a:pt x="0" y="34710"/>
                      </a:cubicBezTo>
                      <a:cubicBezTo>
                        <a:pt x="0" y="15540"/>
                        <a:pt x="15540" y="0"/>
                        <a:pt x="34710" y="0"/>
                      </a:cubicBezTo>
                      <a:cubicBezTo>
                        <a:pt x="53880" y="0"/>
                        <a:pt x="69420" y="15540"/>
                        <a:pt x="69420" y="3471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/>
                    </a:gs>
                    <a:gs pos="82000">
                      <a:schemeClr val="accent6">
                        <a:alpha val="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3822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E8F9EDD8-C8D9-66C5-B8A5-38E63B7D826C}"/>
                    </a:ext>
                  </a:extLst>
                </p:cNvPr>
                <p:cNvSpPr/>
                <p:nvPr/>
              </p:nvSpPr>
              <p:spPr>
                <a:xfrm>
                  <a:off x="856479" y="772225"/>
                  <a:ext cx="72117" cy="72117"/>
                </a:xfrm>
                <a:custGeom>
                  <a:avLst/>
                  <a:gdLst>
                    <a:gd name="connsiteX0" fmla="*/ 69421 w 69420"/>
                    <a:gd name="connsiteY0" fmla="*/ 34710 h 69420"/>
                    <a:gd name="connsiteX1" fmla="*/ 34710 w 69420"/>
                    <a:gd name="connsiteY1" fmla="*/ 69420 h 69420"/>
                    <a:gd name="connsiteX2" fmla="*/ 0 w 69420"/>
                    <a:gd name="connsiteY2" fmla="*/ 34710 h 69420"/>
                    <a:gd name="connsiteX3" fmla="*/ 34710 w 69420"/>
                    <a:gd name="connsiteY3" fmla="*/ 0 h 69420"/>
                    <a:gd name="connsiteX4" fmla="*/ 69421 w 69420"/>
                    <a:gd name="connsiteY4" fmla="*/ 34710 h 69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9420" h="69420">
                      <a:moveTo>
                        <a:pt x="69421" y="34710"/>
                      </a:moveTo>
                      <a:cubicBezTo>
                        <a:pt x="69421" y="53880"/>
                        <a:pt x="53880" y="69420"/>
                        <a:pt x="34710" y="69420"/>
                      </a:cubicBezTo>
                      <a:cubicBezTo>
                        <a:pt x="15540" y="69420"/>
                        <a:pt x="0" y="53880"/>
                        <a:pt x="0" y="34710"/>
                      </a:cubicBezTo>
                      <a:cubicBezTo>
                        <a:pt x="0" y="15540"/>
                        <a:pt x="15540" y="0"/>
                        <a:pt x="34710" y="0"/>
                      </a:cubicBezTo>
                      <a:cubicBezTo>
                        <a:pt x="53880" y="0"/>
                        <a:pt x="69421" y="15540"/>
                        <a:pt x="69421" y="3471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/>
                    </a:gs>
                    <a:gs pos="82000">
                      <a:schemeClr val="accent6">
                        <a:alpha val="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3822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5872BA85-C941-22EF-3E8A-FFA7BA895D7F}"/>
                    </a:ext>
                  </a:extLst>
                </p:cNvPr>
                <p:cNvSpPr/>
                <p:nvPr/>
              </p:nvSpPr>
              <p:spPr>
                <a:xfrm>
                  <a:off x="1100536" y="596082"/>
                  <a:ext cx="72117" cy="72117"/>
                </a:xfrm>
                <a:custGeom>
                  <a:avLst/>
                  <a:gdLst>
                    <a:gd name="connsiteX0" fmla="*/ 69420 w 69420"/>
                    <a:gd name="connsiteY0" fmla="*/ 34710 h 69420"/>
                    <a:gd name="connsiteX1" fmla="*/ 34710 w 69420"/>
                    <a:gd name="connsiteY1" fmla="*/ 69420 h 69420"/>
                    <a:gd name="connsiteX2" fmla="*/ 0 w 69420"/>
                    <a:gd name="connsiteY2" fmla="*/ 34710 h 69420"/>
                    <a:gd name="connsiteX3" fmla="*/ 34710 w 69420"/>
                    <a:gd name="connsiteY3" fmla="*/ 0 h 69420"/>
                    <a:gd name="connsiteX4" fmla="*/ 69420 w 69420"/>
                    <a:gd name="connsiteY4" fmla="*/ 34710 h 69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9420" h="69420">
                      <a:moveTo>
                        <a:pt x="69420" y="34710"/>
                      </a:moveTo>
                      <a:cubicBezTo>
                        <a:pt x="69420" y="53880"/>
                        <a:pt x="53880" y="69420"/>
                        <a:pt x="34710" y="69420"/>
                      </a:cubicBezTo>
                      <a:cubicBezTo>
                        <a:pt x="15540" y="69420"/>
                        <a:pt x="0" y="53880"/>
                        <a:pt x="0" y="34710"/>
                      </a:cubicBezTo>
                      <a:cubicBezTo>
                        <a:pt x="0" y="15540"/>
                        <a:pt x="15540" y="0"/>
                        <a:pt x="34710" y="0"/>
                      </a:cubicBezTo>
                      <a:cubicBezTo>
                        <a:pt x="53880" y="0"/>
                        <a:pt x="69420" y="15540"/>
                        <a:pt x="69420" y="3471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/>
                    </a:gs>
                    <a:gs pos="82000">
                      <a:schemeClr val="accent6">
                        <a:alpha val="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3822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65EB8B8F-E08E-CB22-4747-7FCFC08BCFA0}"/>
                    </a:ext>
                  </a:extLst>
                </p:cNvPr>
                <p:cNvSpPr/>
                <p:nvPr/>
              </p:nvSpPr>
              <p:spPr>
                <a:xfrm>
                  <a:off x="1975467" y="503723"/>
                  <a:ext cx="72117" cy="72117"/>
                </a:xfrm>
                <a:custGeom>
                  <a:avLst/>
                  <a:gdLst>
                    <a:gd name="connsiteX0" fmla="*/ 69420 w 69420"/>
                    <a:gd name="connsiteY0" fmla="*/ 34710 h 69420"/>
                    <a:gd name="connsiteX1" fmla="*/ 34710 w 69420"/>
                    <a:gd name="connsiteY1" fmla="*/ 69420 h 69420"/>
                    <a:gd name="connsiteX2" fmla="*/ 0 w 69420"/>
                    <a:gd name="connsiteY2" fmla="*/ 34710 h 69420"/>
                    <a:gd name="connsiteX3" fmla="*/ 34710 w 69420"/>
                    <a:gd name="connsiteY3" fmla="*/ 0 h 69420"/>
                    <a:gd name="connsiteX4" fmla="*/ 69420 w 69420"/>
                    <a:gd name="connsiteY4" fmla="*/ 34710 h 69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9420" h="69420">
                      <a:moveTo>
                        <a:pt x="69420" y="34710"/>
                      </a:moveTo>
                      <a:cubicBezTo>
                        <a:pt x="69420" y="53880"/>
                        <a:pt x="53880" y="69420"/>
                        <a:pt x="34710" y="69420"/>
                      </a:cubicBezTo>
                      <a:cubicBezTo>
                        <a:pt x="15540" y="69420"/>
                        <a:pt x="0" y="53880"/>
                        <a:pt x="0" y="34710"/>
                      </a:cubicBezTo>
                      <a:cubicBezTo>
                        <a:pt x="0" y="15540"/>
                        <a:pt x="15540" y="0"/>
                        <a:pt x="34710" y="0"/>
                      </a:cubicBezTo>
                      <a:cubicBezTo>
                        <a:pt x="53880" y="0"/>
                        <a:pt x="69420" y="15540"/>
                        <a:pt x="69420" y="3471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/>
                    </a:gs>
                    <a:gs pos="82000">
                      <a:schemeClr val="accent6">
                        <a:alpha val="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3822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078E430C-6F5D-B993-D0E4-834E27A4F378}"/>
                  </a:ext>
                </a:extLst>
              </p:cNvPr>
              <p:cNvGrpSpPr/>
              <p:nvPr userDrawn="1"/>
            </p:nvGrpSpPr>
            <p:grpSpPr>
              <a:xfrm flipH="1">
                <a:off x="10801350" y="1155308"/>
                <a:ext cx="1390650" cy="1306341"/>
                <a:chOff x="0" y="0"/>
                <a:chExt cx="2620521" cy="2461650"/>
              </a:xfrm>
            </p:grpSpPr>
            <p:sp>
              <p:nvSpPr>
                <p:cNvPr id="51" name="Freeform: Shape 50">
                  <a:extLst>
                    <a:ext uri="{FF2B5EF4-FFF2-40B4-BE49-F238E27FC236}">
                      <a16:creationId xmlns:a16="http://schemas.microsoft.com/office/drawing/2014/main" id="{85A27FCF-102C-BEEE-E1EB-76765E376971}"/>
                    </a:ext>
                  </a:extLst>
                </p:cNvPr>
                <p:cNvSpPr/>
                <p:nvPr/>
              </p:nvSpPr>
              <p:spPr>
                <a:xfrm flipH="1">
                  <a:off x="1" y="1420008"/>
                  <a:ext cx="550337" cy="379814"/>
                </a:xfrm>
                <a:custGeom>
                  <a:avLst/>
                  <a:gdLst>
                    <a:gd name="connsiteX0" fmla="*/ 641002 w 641002"/>
                    <a:gd name="connsiteY0" fmla="*/ 0 h 442386"/>
                    <a:gd name="connsiteX1" fmla="*/ 641002 w 641002"/>
                    <a:gd name="connsiteY1" fmla="*/ 37469 h 442386"/>
                    <a:gd name="connsiteX2" fmla="*/ 226860 w 641002"/>
                    <a:gd name="connsiteY2" fmla="*/ 442386 h 442386"/>
                    <a:gd name="connsiteX3" fmla="*/ 0 w 641002"/>
                    <a:gd name="connsiteY3" fmla="*/ 442386 h 442386"/>
                    <a:gd name="connsiteX4" fmla="*/ 0 w 641002"/>
                    <a:gd name="connsiteY4" fmla="*/ 415598 h 442386"/>
                    <a:gd name="connsiteX5" fmla="*/ 215953 w 641002"/>
                    <a:gd name="connsiteY5" fmla="*/ 415598 h 4423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41002" h="442386">
                      <a:moveTo>
                        <a:pt x="641002" y="0"/>
                      </a:moveTo>
                      <a:lnTo>
                        <a:pt x="641002" y="37469"/>
                      </a:lnTo>
                      <a:lnTo>
                        <a:pt x="226860" y="442386"/>
                      </a:lnTo>
                      <a:lnTo>
                        <a:pt x="0" y="442386"/>
                      </a:lnTo>
                      <a:lnTo>
                        <a:pt x="0" y="415598"/>
                      </a:lnTo>
                      <a:lnTo>
                        <a:pt x="215953" y="415598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>
                        <a:alpha val="0"/>
                      </a:schemeClr>
                    </a:gs>
                  </a:gsLst>
                  <a:lin ang="10800000" scaled="1"/>
                  <a:tileRect/>
                </a:gradFill>
                <a:ln w="3546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52" name="Freeform: Shape 51">
                  <a:extLst>
                    <a:ext uri="{FF2B5EF4-FFF2-40B4-BE49-F238E27FC236}">
                      <a16:creationId xmlns:a16="http://schemas.microsoft.com/office/drawing/2014/main" id="{1532735B-C1E6-4C82-3FA0-228B71F7D3D7}"/>
                    </a:ext>
                  </a:extLst>
                </p:cNvPr>
                <p:cNvSpPr/>
                <p:nvPr/>
              </p:nvSpPr>
              <p:spPr>
                <a:xfrm flipH="1">
                  <a:off x="1" y="1213277"/>
                  <a:ext cx="1222019" cy="704828"/>
                </a:xfrm>
                <a:custGeom>
                  <a:avLst/>
                  <a:gdLst>
                    <a:gd name="connsiteX0" fmla="*/ 1423340 w 1423340"/>
                    <a:gd name="connsiteY0" fmla="*/ 0 h 820944"/>
                    <a:gd name="connsiteX1" fmla="*/ 1423340 w 1423340"/>
                    <a:gd name="connsiteY1" fmla="*/ 37887 h 820944"/>
                    <a:gd name="connsiteX2" fmla="*/ 1048654 w 1423340"/>
                    <a:gd name="connsiteY2" fmla="*/ 412573 h 820944"/>
                    <a:gd name="connsiteX3" fmla="*/ 559535 w 1423340"/>
                    <a:gd name="connsiteY3" fmla="*/ 412573 h 820944"/>
                    <a:gd name="connsiteX4" fmla="*/ 559535 w 1423340"/>
                    <a:gd name="connsiteY4" fmla="*/ 820944 h 820944"/>
                    <a:gd name="connsiteX5" fmla="*/ 0 w 1423340"/>
                    <a:gd name="connsiteY5" fmla="*/ 820944 h 820944"/>
                    <a:gd name="connsiteX6" fmla="*/ 0 w 1423340"/>
                    <a:gd name="connsiteY6" fmla="*/ 794155 h 820944"/>
                    <a:gd name="connsiteX7" fmla="*/ 532746 w 1423340"/>
                    <a:gd name="connsiteY7" fmla="*/ 794155 h 820944"/>
                    <a:gd name="connsiteX8" fmla="*/ 532746 w 1423340"/>
                    <a:gd name="connsiteY8" fmla="*/ 385785 h 820944"/>
                    <a:gd name="connsiteX9" fmla="*/ 1037556 w 1423340"/>
                    <a:gd name="connsiteY9" fmla="*/ 385785 h 8209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423340" h="820944">
                      <a:moveTo>
                        <a:pt x="1423340" y="0"/>
                      </a:moveTo>
                      <a:lnTo>
                        <a:pt x="1423340" y="37887"/>
                      </a:lnTo>
                      <a:lnTo>
                        <a:pt x="1048654" y="412573"/>
                      </a:lnTo>
                      <a:lnTo>
                        <a:pt x="559535" y="412573"/>
                      </a:lnTo>
                      <a:lnTo>
                        <a:pt x="559535" y="820944"/>
                      </a:lnTo>
                      <a:lnTo>
                        <a:pt x="0" y="820944"/>
                      </a:lnTo>
                      <a:lnTo>
                        <a:pt x="0" y="794155"/>
                      </a:lnTo>
                      <a:lnTo>
                        <a:pt x="532746" y="794155"/>
                      </a:lnTo>
                      <a:lnTo>
                        <a:pt x="532746" y="385785"/>
                      </a:lnTo>
                      <a:lnTo>
                        <a:pt x="1037556" y="385785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>
                        <a:alpha val="0"/>
                      </a:schemeClr>
                    </a:gs>
                  </a:gsLst>
                  <a:lin ang="10800000" scaled="1"/>
                  <a:tileRect/>
                </a:gradFill>
                <a:ln w="3546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53" name="Freeform: Shape 52">
                  <a:extLst>
                    <a:ext uri="{FF2B5EF4-FFF2-40B4-BE49-F238E27FC236}">
                      <a16:creationId xmlns:a16="http://schemas.microsoft.com/office/drawing/2014/main" id="{7BBE8E45-77A6-B9AE-58E2-70748508E37B}"/>
                    </a:ext>
                  </a:extLst>
                </p:cNvPr>
                <p:cNvSpPr/>
                <p:nvPr/>
              </p:nvSpPr>
              <p:spPr>
                <a:xfrm flipH="1">
                  <a:off x="0" y="1044329"/>
                  <a:ext cx="689747" cy="383756"/>
                </a:xfrm>
                <a:custGeom>
                  <a:avLst/>
                  <a:gdLst>
                    <a:gd name="connsiteX0" fmla="*/ 803379 w 803379"/>
                    <a:gd name="connsiteY0" fmla="*/ 0 h 446978"/>
                    <a:gd name="connsiteX1" fmla="*/ 803379 w 803379"/>
                    <a:gd name="connsiteY1" fmla="*/ 37812 h 446978"/>
                    <a:gd name="connsiteX2" fmla="*/ 394250 w 803379"/>
                    <a:gd name="connsiteY2" fmla="*/ 446978 h 446978"/>
                    <a:gd name="connsiteX3" fmla="*/ 0 w 803379"/>
                    <a:gd name="connsiteY3" fmla="*/ 446978 h 446978"/>
                    <a:gd name="connsiteX4" fmla="*/ 0 w 803379"/>
                    <a:gd name="connsiteY4" fmla="*/ 420189 h 446978"/>
                    <a:gd name="connsiteX5" fmla="*/ 383152 w 803379"/>
                    <a:gd name="connsiteY5" fmla="*/ 420189 h 4469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03379" h="446978">
                      <a:moveTo>
                        <a:pt x="803379" y="0"/>
                      </a:moveTo>
                      <a:lnTo>
                        <a:pt x="803379" y="37812"/>
                      </a:lnTo>
                      <a:lnTo>
                        <a:pt x="394250" y="446978"/>
                      </a:lnTo>
                      <a:lnTo>
                        <a:pt x="0" y="446978"/>
                      </a:lnTo>
                      <a:lnTo>
                        <a:pt x="0" y="420189"/>
                      </a:lnTo>
                      <a:lnTo>
                        <a:pt x="383152" y="42018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>
                        <a:alpha val="0"/>
                      </a:schemeClr>
                    </a:gs>
                  </a:gsLst>
                  <a:lin ang="10800000" scaled="1"/>
                  <a:tileRect/>
                </a:gradFill>
                <a:ln w="3546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54" name="Freeform: Shape 53">
                  <a:extLst>
                    <a:ext uri="{FF2B5EF4-FFF2-40B4-BE49-F238E27FC236}">
                      <a16:creationId xmlns:a16="http://schemas.microsoft.com/office/drawing/2014/main" id="{3BBED9EB-CD24-61C0-528E-921F6153CED0}"/>
                    </a:ext>
                  </a:extLst>
                </p:cNvPr>
                <p:cNvSpPr/>
                <p:nvPr/>
              </p:nvSpPr>
              <p:spPr>
                <a:xfrm flipH="1">
                  <a:off x="0" y="822024"/>
                  <a:ext cx="1230168" cy="849888"/>
                </a:xfrm>
                <a:custGeom>
                  <a:avLst/>
                  <a:gdLst>
                    <a:gd name="connsiteX0" fmla="*/ 1432831 w 1432831"/>
                    <a:gd name="connsiteY0" fmla="*/ 0 h 989902"/>
                    <a:gd name="connsiteX1" fmla="*/ 1432831 w 1432831"/>
                    <a:gd name="connsiteY1" fmla="*/ 37886 h 989902"/>
                    <a:gd name="connsiteX2" fmla="*/ 991709 w 1432831"/>
                    <a:gd name="connsiteY2" fmla="*/ 479008 h 989902"/>
                    <a:gd name="connsiteX3" fmla="*/ 529876 w 1432831"/>
                    <a:gd name="connsiteY3" fmla="*/ 479008 h 989902"/>
                    <a:gd name="connsiteX4" fmla="*/ 18943 w 1432831"/>
                    <a:gd name="connsiteY4" fmla="*/ 989902 h 989902"/>
                    <a:gd name="connsiteX5" fmla="*/ 0 w 1432831"/>
                    <a:gd name="connsiteY5" fmla="*/ 970959 h 989902"/>
                    <a:gd name="connsiteX6" fmla="*/ 518778 w 1432831"/>
                    <a:gd name="connsiteY6" fmla="*/ 452220 h 989902"/>
                    <a:gd name="connsiteX7" fmla="*/ 980611 w 1432831"/>
                    <a:gd name="connsiteY7" fmla="*/ 452220 h 9899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432831" h="989902">
                      <a:moveTo>
                        <a:pt x="1432831" y="0"/>
                      </a:moveTo>
                      <a:lnTo>
                        <a:pt x="1432831" y="37886"/>
                      </a:lnTo>
                      <a:lnTo>
                        <a:pt x="991709" y="479008"/>
                      </a:lnTo>
                      <a:lnTo>
                        <a:pt x="529876" y="479008"/>
                      </a:lnTo>
                      <a:lnTo>
                        <a:pt x="18943" y="989902"/>
                      </a:lnTo>
                      <a:lnTo>
                        <a:pt x="0" y="970959"/>
                      </a:lnTo>
                      <a:lnTo>
                        <a:pt x="518778" y="452220"/>
                      </a:lnTo>
                      <a:lnTo>
                        <a:pt x="980611" y="45222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>
                        <a:alpha val="0"/>
                      </a:schemeClr>
                    </a:gs>
                  </a:gsLst>
                  <a:lin ang="10800000" scaled="1"/>
                  <a:tileRect/>
                </a:gradFill>
                <a:ln w="3546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55" name="Freeform: Shape 54">
                  <a:extLst>
                    <a:ext uri="{FF2B5EF4-FFF2-40B4-BE49-F238E27FC236}">
                      <a16:creationId xmlns:a16="http://schemas.microsoft.com/office/drawing/2014/main" id="{E33209AA-90DA-4351-384A-6F39F49AF22C}"/>
                    </a:ext>
                  </a:extLst>
                </p:cNvPr>
                <p:cNvSpPr/>
                <p:nvPr/>
              </p:nvSpPr>
              <p:spPr>
                <a:xfrm flipH="1">
                  <a:off x="1" y="611285"/>
                  <a:ext cx="604846" cy="447169"/>
                </a:xfrm>
                <a:custGeom>
                  <a:avLst/>
                  <a:gdLst>
                    <a:gd name="connsiteX0" fmla="*/ 704491 w 704491"/>
                    <a:gd name="connsiteY0" fmla="*/ 0 h 520837"/>
                    <a:gd name="connsiteX1" fmla="*/ 704491 w 704491"/>
                    <a:gd name="connsiteY1" fmla="*/ 37887 h 520837"/>
                    <a:gd name="connsiteX2" fmla="*/ 221540 w 704491"/>
                    <a:gd name="connsiteY2" fmla="*/ 520837 h 520837"/>
                    <a:gd name="connsiteX3" fmla="*/ 0 w 704491"/>
                    <a:gd name="connsiteY3" fmla="*/ 520837 h 520837"/>
                    <a:gd name="connsiteX4" fmla="*/ 0 w 704491"/>
                    <a:gd name="connsiteY4" fmla="*/ 494049 h 520837"/>
                    <a:gd name="connsiteX5" fmla="*/ 210443 w 704491"/>
                    <a:gd name="connsiteY5" fmla="*/ 494049 h 520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04491" h="520837">
                      <a:moveTo>
                        <a:pt x="704491" y="0"/>
                      </a:moveTo>
                      <a:lnTo>
                        <a:pt x="704491" y="37887"/>
                      </a:lnTo>
                      <a:lnTo>
                        <a:pt x="221540" y="520837"/>
                      </a:lnTo>
                      <a:lnTo>
                        <a:pt x="0" y="520837"/>
                      </a:lnTo>
                      <a:lnTo>
                        <a:pt x="0" y="494049"/>
                      </a:lnTo>
                      <a:lnTo>
                        <a:pt x="210443" y="49404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>
                        <a:alpha val="0"/>
                      </a:schemeClr>
                    </a:gs>
                  </a:gsLst>
                  <a:lin ang="10800000" scaled="1"/>
                  <a:tileRect/>
                </a:gradFill>
                <a:ln w="3546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56" name="Freeform: Shape 55">
                  <a:extLst>
                    <a:ext uri="{FF2B5EF4-FFF2-40B4-BE49-F238E27FC236}">
                      <a16:creationId xmlns:a16="http://schemas.microsoft.com/office/drawing/2014/main" id="{ECA3A111-9203-09F4-B193-20F2DF0E8A97}"/>
                    </a:ext>
                  </a:extLst>
                </p:cNvPr>
                <p:cNvSpPr/>
                <p:nvPr/>
              </p:nvSpPr>
              <p:spPr>
                <a:xfrm flipH="1">
                  <a:off x="1" y="359012"/>
                  <a:ext cx="1230168" cy="938042"/>
                </a:xfrm>
                <a:custGeom>
                  <a:avLst/>
                  <a:gdLst>
                    <a:gd name="connsiteX0" fmla="*/ 1432831 w 1432831"/>
                    <a:gd name="connsiteY0" fmla="*/ 0 h 1092579"/>
                    <a:gd name="connsiteX1" fmla="*/ 1432831 w 1432831"/>
                    <a:gd name="connsiteY1" fmla="*/ 37886 h 1092579"/>
                    <a:gd name="connsiteX2" fmla="*/ 886469 w 1432831"/>
                    <a:gd name="connsiteY2" fmla="*/ 584249 h 1092579"/>
                    <a:gd name="connsiteX3" fmla="*/ 527312 w 1432831"/>
                    <a:gd name="connsiteY3" fmla="*/ 584249 h 1092579"/>
                    <a:gd name="connsiteX4" fmla="*/ 18943 w 1432831"/>
                    <a:gd name="connsiteY4" fmla="*/ 1092579 h 1092579"/>
                    <a:gd name="connsiteX5" fmla="*/ 0 w 1432831"/>
                    <a:gd name="connsiteY5" fmla="*/ 1073636 h 1092579"/>
                    <a:gd name="connsiteX6" fmla="*/ 516214 w 1432831"/>
                    <a:gd name="connsiteY6" fmla="*/ 557460 h 1092579"/>
                    <a:gd name="connsiteX7" fmla="*/ 875371 w 1432831"/>
                    <a:gd name="connsiteY7" fmla="*/ 557460 h 10925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432831" h="1092579">
                      <a:moveTo>
                        <a:pt x="1432831" y="0"/>
                      </a:moveTo>
                      <a:lnTo>
                        <a:pt x="1432831" y="37886"/>
                      </a:lnTo>
                      <a:lnTo>
                        <a:pt x="886469" y="584249"/>
                      </a:lnTo>
                      <a:lnTo>
                        <a:pt x="527312" y="584249"/>
                      </a:lnTo>
                      <a:lnTo>
                        <a:pt x="18943" y="1092579"/>
                      </a:lnTo>
                      <a:lnTo>
                        <a:pt x="0" y="1073636"/>
                      </a:lnTo>
                      <a:lnTo>
                        <a:pt x="516214" y="557460"/>
                      </a:lnTo>
                      <a:lnTo>
                        <a:pt x="875371" y="55746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>
                        <a:alpha val="0"/>
                      </a:schemeClr>
                    </a:gs>
                  </a:gsLst>
                  <a:lin ang="10800000" scaled="1"/>
                  <a:tileRect/>
                </a:gradFill>
                <a:ln w="3546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57" name="Freeform: Shape 56">
                  <a:extLst>
                    <a:ext uri="{FF2B5EF4-FFF2-40B4-BE49-F238E27FC236}">
                      <a16:creationId xmlns:a16="http://schemas.microsoft.com/office/drawing/2014/main" id="{82EAFD3E-0C30-689D-FEDC-997570F6DBAC}"/>
                    </a:ext>
                  </a:extLst>
                </p:cNvPr>
                <p:cNvSpPr/>
                <p:nvPr/>
              </p:nvSpPr>
              <p:spPr>
                <a:xfrm flipH="1">
                  <a:off x="0" y="63798"/>
                  <a:ext cx="900652" cy="752602"/>
                </a:xfrm>
                <a:custGeom>
                  <a:avLst/>
                  <a:gdLst>
                    <a:gd name="connsiteX0" fmla="*/ 1049029 w 1049029"/>
                    <a:gd name="connsiteY0" fmla="*/ 0 h 876589"/>
                    <a:gd name="connsiteX1" fmla="*/ 1049029 w 1049029"/>
                    <a:gd name="connsiteY1" fmla="*/ 37849 h 876589"/>
                    <a:gd name="connsiteX2" fmla="*/ 612002 w 1049029"/>
                    <a:gd name="connsiteY2" fmla="*/ 474876 h 876589"/>
                    <a:gd name="connsiteX3" fmla="*/ 420655 w 1049029"/>
                    <a:gd name="connsiteY3" fmla="*/ 474876 h 876589"/>
                    <a:gd name="connsiteX4" fmla="*/ 18943 w 1049029"/>
                    <a:gd name="connsiteY4" fmla="*/ 876589 h 876589"/>
                    <a:gd name="connsiteX5" fmla="*/ 0 w 1049029"/>
                    <a:gd name="connsiteY5" fmla="*/ 857645 h 876589"/>
                    <a:gd name="connsiteX6" fmla="*/ 409558 w 1049029"/>
                    <a:gd name="connsiteY6" fmla="*/ 448088 h 876589"/>
                    <a:gd name="connsiteX7" fmla="*/ 600904 w 1049029"/>
                    <a:gd name="connsiteY7" fmla="*/ 448088 h 8765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049029" h="876589">
                      <a:moveTo>
                        <a:pt x="1049029" y="0"/>
                      </a:moveTo>
                      <a:lnTo>
                        <a:pt x="1049029" y="37849"/>
                      </a:lnTo>
                      <a:lnTo>
                        <a:pt x="612002" y="474876"/>
                      </a:lnTo>
                      <a:lnTo>
                        <a:pt x="420655" y="474876"/>
                      </a:lnTo>
                      <a:lnTo>
                        <a:pt x="18943" y="876589"/>
                      </a:lnTo>
                      <a:lnTo>
                        <a:pt x="0" y="857645"/>
                      </a:lnTo>
                      <a:lnTo>
                        <a:pt x="409558" y="448088"/>
                      </a:lnTo>
                      <a:lnTo>
                        <a:pt x="600904" y="448088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>
                        <a:alpha val="0"/>
                      </a:schemeClr>
                    </a:gs>
                  </a:gsLst>
                  <a:lin ang="10800000" scaled="1"/>
                  <a:tileRect/>
                </a:gradFill>
                <a:ln w="3546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58" name="Freeform: Shape 57">
                  <a:extLst>
                    <a:ext uri="{FF2B5EF4-FFF2-40B4-BE49-F238E27FC236}">
                      <a16:creationId xmlns:a16="http://schemas.microsoft.com/office/drawing/2014/main" id="{DD68B8CC-20E1-4AC8-3547-DCB2FB5690BE}"/>
                    </a:ext>
                  </a:extLst>
                </p:cNvPr>
                <p:cNvSpPr/>
                <p:nvPr/>
              </p:nvSpPr>
              <p:spPr>
                <a:xfrm flipH="1">
                  <a:off x="484805" y="0"/>
                  <a:ext cx="935931" cy="1150614"/>
                </a:xfrm>
                <a:custGeom>
                  <a:avLst/>
                  <a:gdLst>
                    <a:gd name="connsiteX0" fmla="*/ 1052237 w 1090121"/>
                    <a:gd name="connsiteY0" fmla="*/ 0 h 1340171"/>
                    <a:gd name="connsiteX1" fmla="*/ 1090121 w 1090121"/>
                    <a:gd name="connsiteY1" fmla="*/ 0 h 1340171"/>
                    <a:gd name="connsiteX2" fmla="*/ 567380 w 1090121"/>
                    <a:gd name="connsiteY2" fmla="*/ 522741 h 1340171"/>
                    <a:gd name="connsiteX3" fmla="*/ 567380 w 1090121"/>
                    <a:gd name="connsiteY3" fmla="*/ 791735 h 1340171"/>
                    <a:gd name="connsiteX4" fmla="*/ 563476 w 1090121"/>
                    <a:gd name="connsiteY4" fmla="*/ 795639 h 1340171"/>
                    <a:gd name="connsiteX5" fmla="*/ 18943 w 1090121"/>
                    <a:gd name="connsiteY5" fmla="*/ 1340171 h 1340171"/>
                    <a:gd name="connsiteX6" fmla="*/ 0 w 1090121"/>
                    <a:gd name="connsiteY6" fmla="*/ 1321228 h 1340171"/>
                    <a:gd name="connsiteX7" fmla="*/ 540591 w 1090121"/>
                    <a:gd name="connsiteY7" fmla="*/ 780637 h 1340171"/>
                    <a:gd name="connsiteX8" fmla="*/ 540591 w 1090121"/>
                    <a:gd name="connsiteY8" fmla="*/ 511643 h 1340171"/>
                    <a:gd name="connsiteX9" fmla="*/ 544533 w 1090121"/>
                    <a:gd name="connsiteY9" fmla="*/ 507739 h 13401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90121" h="1340171">
                      <a:moveTo>
                        <a:pt x="1052237" y="0"/>
                      </a:moveTo>
                      <a:lnTo>
                        <a:pt x="1090121" y="0"/>
                      </a:lnTo>
                      <a:lnTo>
                        <a:pt x="567380" y="522741"/>
                      </a:lnTo>
                      <a:lnTo>
                        <a:pt x="567380" y="791735"/>
                      </a:lnTo>
                      <a:lnTo>
                        <a:pt x="563476" y="795639"/>
                      </a:lnTo>
                      <a:lnTo>
                        <a:pt x="18943" y="1340171"/>
                      </a:lnTo>
                      <a:lnTo>
                        <a:pt x="0" y="1321228"/>
                      </a:lnTo>
                      <a:lnTo>
                        <a:pt x="540591" y="780637"/>
                      </a:lnTo>
                      <a:lnTo>
                        <a:pt x="540591" y="511643"/>
                      </a:lnTo>
                      <a:lnTo>
                        <a:pt x="544533" y="50773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>
                        <a:alpha val="0"/>
                      </a:schemeClr>
                    </a:gs>
                  </a:gsLst>
                  <a:lin ang="10800000" scaled="1"/>
                  <a:tileRect/>
                </a:gradFill>
                <a:ln w="3546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59" name="Freeform: Shape 58">
                  <a:extLst>
                    <a:ext uri="{FF2B5EF4-FFF2-40B4-BE49-F238E27FC236}">
                      <a16:creationId xmlns:a16="http://schemas.microsoft.com/office/drawing/2014/main" id="{465F00D1-DCD3-8DE6-C4FB-3259FD0F6D05}"/>
                    </a:ext>
                  </a:extLst>
                </p:cNvPr>
                <p:cNvSpPr/>
                <p:nvPr/>
              </p:nvSpPr>
              <p:spPr>
                <a:xfrm flipH="1">
                  <a:off x="728862" y="1"/>
                  <a:ext cx="419232" cy="629907"/>
                </a:xfrm>
                <a:custGeom>
                  <a:avLst/>
                  <a:gdLst>
                    <a:gd name="connsiteX0" fmla="*/ 450412 w 488298"/>
                    <a:gd name="connsiteY0" fmla="*/ 0 h 733681"/>
                    <a:gd name="connsiteX1" fmla="*/ 488298 w 488298"/>
                    <a:gd name="connsiteY1" fmla="*/ 0 h 733681"/>
                    <a:gd name="connsiteX2" fmla="*/ 26788 w 488298"/>
                    <a:gd name="connsiteY2" fmla="*/ 461510 h 733681"/>
                    <a:gd name="connsiteX3" fmla="*/ 26788 w 488298"/>
                    <a:gd name="connsiteY3" fmla="*/ 733681 h 733681"/>
                    <a:gd name="connsiteX4" fmla="*/ 0 w 488298"/>
                    <a:gd name="connsiteY4" fmla="*/ 733681 h 733681"/>
                    <a:gd name="connsiteX5" fmla="*/ 0 w 488298"/>
                    <a:gd name="connsiteY5" fmla="*/ 450412 h 733681"/>
                    <a:gd name="connsiteX6" fmla="*/ 3904 w 488298"/>
                    <a:gd name="connsiteY6" fmla="*/ 446509 h 7336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88298" h="733681">
                      <a:moveTo>
                        <a:pt x="450412" y="0"/>
                      </a:moveTo>
                      <a:lnTo>
                        <a:pt x="488298" y="0"/>
                      </a:lnTo>
                      <a:lnTo>
                        <a:pt x="26788" y="461510"/>
                      </a:lnTo>
                      <a:lnTo>
                        <a:pt x="26788" y="733681"/>
                      </a:lnTo>
                      <a:lnTo>
                        <a:pt x="0" y="733681"/>
                      </a:lnTo>
                      <a:lnTo>
                        <a:pt x="0" y="450412"/>
                      </a:lnTo>
                      <a:lnTo>
                        <a:pt x="3904" y="446509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>
                        <a:alpha val="0"/>
                      </a:schemeClr>
                    </a:gs>
                  </a:gsLst>
                  <a:lin ang="10800000" scaled="1"/>
                  <a:tileRect/>
                </a:gradFill>
                <a:ln w="3546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60" name="Freeform: Shape 59">
                  <a:extLst>
                    <a:ext uri="{FF2B5EF4-FFF2-40B4-BE49-F238E27FC236}">
                      <a16:creationId xmlns:a16="http://schemas.microsoft.com/office/drawing/2014/main" id="{BA800F61-749E-11E9-EAA3-F7B43DA1112A}"/>
                    </a:ext>
                  </a:extLst>
                </p:cNvPr>
                <p:cNvSpPr/>
                <p:nvPr/>
              </p:nvSpPr>
              <p:spPr>
                <a:xfrm flipH="1">
                  <a:off x="973904" y="0"/>
                  <a:ext cx="777268" cy="1150614"/>
                </a:xfrm>
                <a:custGeom>
                  <a:avLst/>
                  <a:gdLst>
                    <a:gd name="connsiteX0" fmla="*/ 867435 w 905318"/>
                    <a:gd name="connsiteY0" fmla="*/ 0 h 1340171"/>
                    <a:gd name="connsiteX1" fmla="*/ 905318 w 905318"/>
                    <a:gd name="connsiteY1" fmla="*/ 0 h 1340171"/>
                    <a:gd name="connsiteX2" fmla="*/ 500676 w 905318"/>
                    <a:gd name="connsiteY2" fmla="*/ 404641 h 1340171"/>
                    <a:gd name="connsiteX3" fmla="*/ 500676 w 905318"/>
                    <a:gd name="connsiteY3" fmla="*/ 858399 h 1340171"/>
                    <a:gd name="connsiteX4" fmla="*/ 496773 w 905318"/>
                    <a:gd name="connsiteY4" fmla="*/ 862341 h 1340171"/>
                    <a:gd name="connsiteX5" fmla="*/ 18943 w 905318"/>
                    <a:gd name="connsiteY5" fmla="*/ 1340171 h 1340171"/>
                    <a:gd name="connsiteX6" fmla="*/ 0 w 905318"/>
                    <a:gd name="connsiteY6" fmla="*/ 1321227 h 1340171"/>
                    <a:gd name="connsiteX7" fmla="*/ 473888 w 905318"/>
                    <a:gd name="connsiteY7" fmla="*/ 847301 h 1340171"/>
                    <a:gd name="connsiteX8" fmla="*/ 473888 w 905318"/>
                    <a:gd name="connsiteY8" fmla="*/ 393543 h 1340171"/>
                    <a:gd name="connsiteX9" fmla="*/ 477830 w 905318"/>
                    <a:gd name="connsiteY9" fmla="*/ 389640 h 13401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905318" h="1340171">
                      <a:moveTo>
                        <a:pt x="867435" y="0"/>
                      </a:moveTo>
                      <a:lnTo>
                        <a:pt x="905318" y="0"/>
                      </a:lnTo>
                      <a:lnTo>
                        <a:pt x="500676" y="404641"/>
                      </a:lnTo>
                      <a:lnTo>
                        <a:pt x="500676" y="858399"/>
                      </a:lnTo>
                      <a:lnTo>
                        <a:pt x="496773" y="862341"/>
                      </a:lnTo>
                      <a:lnTo>
                        <a:pt x="18943" y="1340171"/>
                      </a:lnTo>
                      <a:lnTo>
                        <a:pt x="0" y="1321227"/>
                      </a:lnTo>
                      <a:lnTo>
                        <a:pt x="473888" y="847301"/>
                      </a:lnTo>
                      <a:lnTo>
                        <a:pt x="473888" y="393543"/>
                      </a:lnTo>
                      <a:lnTo>
                        <a:pt x="477830" y="38964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>
                        <a:alpha val="0"/>
                      </a:schemeClr>
                    </a:gs>
                  </a:gsLst>
                  <a:lin ang="10800000" scaled="1"/>
                  <a:tileRect/>
                </a:gradFill>
                <a:ln w="3546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61" name="Freeform: Shape 60">
                  <a:extLst>
                    <a:ext uri="{FF2B5EF4-FFF2-40B4-BE49-F238E27FC236}">
                      <a16:creationId xmlns:a16="http://schemas.microsoft.com/office/drawing/2014/main" id="{B4C9817F-5F84-7600-5172-5BD17E965367}"/>
                    </a:ext>
                  </a:extLst>
                </p:cNvPr>
                <p:cNvSpPr/>
                <p:nvPr/>
              </p:nvSpPr>
              <p:spPr>
                <a:xfrm flipH="1">
                  <a:off x="1333418" y="0"/>
                  <a:ext cx="697098" cy="1142465"/>
                </a:xfrm>
                <a:custGeom>
                  <a:avLst/>
                  <a:gdLst>
                    <a:gd name="connsiteX0" fmla="*/ 774054 w 811941"/>
                    <a:gd name="connsiteY0" fmla="*/ 0 h 1330680"/>
                    <a:gd name="connsiteX1" fmla="*/ 811941 w 811941"/>
                    <a:gd name="connsiteY1" fmla="*/ 0 h 1330680"/>
                    <a:gd name="connsiteX2" fmla="*/ 437915 w 811941"/>
                    <a:gd name="connsiteY2" fmla="*/ 374026 h 1330680"/>
                    <a:gd name="connsiteX3" fmla="*/ 437915 w 811941"/>
                    <a:gd name="connsiteY3" fmla="*/ 869536 h 1330680"/>
                    <a:gd name="connsiteX4" fmla="*/ 26788 w 811941"/>
                    <a:gd name="connsiteY4" fmla="*/ 869536 h 1330680"/>
                    <a:gd name="connsiteX5" fmla="*/ 26788 w 811941"/>
                    <a:gd name="connsiteY5" fmla="*/ 1330680 h 1330680"/>
                    <a:gd name="connsiteX6" fmla="*/ 0 w 811941"/>
                    <a:gd name="connsiteY6" fmla="*/ 1330680 h 1330680"/>
                    <a:gd name="connsiteX7" fmla="*/ 0 w 811941"/>
                    <a:gd name="connsiteY7" fmla="*/ 842747 h 1330680"/>
                    <a:gd name="connsiteX8" fmla="*/ 411127 w 811941"/>
                    <a:gd name="connsiteY8" fmla="*/ 842747 h 1330680"/>
                    <a:gd name="connsiteX9" fmla="*/ 411127 w 811941"/>
                    <a:gd name="connsiteY9" fmla="*/ 362928 h 1330680"/>
                    <a:gd name="connsiteX10" fmla="*/ 415030 w 811941"/>
                    <a:gd name="connsiteY10" fmla="*/ 359024 h 1330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11941" h="1330680">
                      <a:moveTo>
                        <a:pt x="774054" y="0"/>
                      </a:moveTo>
                      <a:lnTo>
                        <a:pt x="811941" y="0"/>
                      </a:lnTo>
                      <a:lnTo>
                        <a:pt x="437915" y="374026"/>
                      </a:lnTo>
                      <a:lnTo>
                        <a:pt x="437915" y="869536"/>
                      </a:lnTo>
                      <a:lnTo>
                        <a:pt x="26788" y="869536"/>
                      </a:lnTo>
                      <a:lnTo>
                        <a:pt x="26788" y="1330680"/>
                      </a:lnTo>
                      <a:lnTo>
                        <a:pt x="0" y="1330680"/>
                      </a:lnTo>
                      <a:lnTo>
                        <a:pt x="0" y="842747"/>
                      </a:lnTo>
                      <a:lnTo>
                        <a:pt x="411127" y="842747"/>
                      </a:lnTo>
                      <a:lnTo>
                        <a:pt x="411127" y="362928"/>
                      </a:lnTo>
                      <a:lnTo>
                        <a:pt x="415030" y="359024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>
                        <a:alpha val="0"/>
                      </a:schemeClr>
                    </a:gs>
                  </a:gsLst>
                  <a:lin ang="10800000" scaled="1"/>
                  <a:tileRect/>
                </a:gradFill>
                <a:ln w="3546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62" name="Freeform: Shape 61">
                  <a:extLst>
                    <a:ext uri="{FF2B5EF4-FFF2-40B4-BE49-F238E27FC236}">
                      <a16:creationId xmlns:a16="http://schemas.microsoft.com/office/drawing/2014/main" id="{B4FAEF4D-F50F-00D9-47B9-7B3FDC8129E9}"/>
                    </a:ext>
                  </a:extLst>
                </p:cNvPr>
                <p:cNvSpPr/>
                <p:nvPr/>
              </p:nvSpPr>
              <p:spPr>
                <a:xfrm flipH="1">
                  <a:off x="2168913" y="0"/>
                  <a:ext cx="325741" cy="309478"/>
                </a:xfrm>
                <a:custGeom>
                  <a:avLst/>
                  <a:gdLst>
                    <a:gd name="connsiteX0" fmla="*/ 341521 w 379405"/>
                    <a:gd name="connsiteY0" fmla="*/ 0 h 360463"/>
                    <a:gd name="connsiteX1" fmla="*/ 379405 w 379405"/>
                    <a:gd name="connsiteY1" fmla="*/ 0 h 360463"/>
                    <a:gd name="connsiteX2" fmla="*/ 18942 w 379405"/>
                    <a:gd name="connsiteY2" fmla="*/ 360463 h 360463"/>
                    <a:gd name="connsiteX3" fmla="*/ 0 w 379405"/>
                    <a:gd name="connsiteY3" fmla="*/ 341521 h 3604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79405" h="360463">
                      <a:moveTo>
                        <a:pt x="341521" y="0"/>
                      </a:moveTo>
                      <a:lnTo>
                        <a:pt x="379405" y="0"/>
                      </a:lnTo>
                      <a:lnTo>
                        <a:pt x="18942" y="360463"/>
                      </a:lnTo>
                      <a:lnTo>
                        <a:pt x="0" y="341521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>
                        <a:alpha val="0"/>
                      </a:schemeClr>
                    </a:gs>
                  </a:gsLst>
                  <a:lin ang="10800000" scaled="1"/>
                  <a:tileRect/>
                </a:gradFill>
                <a:ln w="3546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63" name="Freeform: Shape 62">
                  <a:extLst>
                    <a:ext uri="{FF2B5EF4-FFF2-40B4-BE49-F238E27FC236}">
                      <a16:creationId xmlns:a16="http://schemas.microsoft.com/office/drawing/2014/main" id="{EB0F55C3-13A4-EDDB-665E-5686E4EC1573}"/>
                    </a:ext>
                  </a:extLst>
                </p:cNvPr>
                <p:cNvSpPr/>
                <p:nvPr/>
              </p:nvSpPr>
              <p:spPr>
                <a:xfrm flipH="1">
                  <a:off x="1776507" y="1"/>
                  <a:ext cx="791382" cy="775120"/>
                </a:xfrm>
                <a:custGeom>
                  <a:avLst/>
                  <a:gdLst>
                    <a:gd name="connsiteX0" fmla="*/ 883874 w 921758"/>
                    <a:gd name="connsiteY0" fmla="*/ 0 h 902817"/>
                    <a:gd name="connsiteX1" fmla="*/ 921758 w 921758"/>
                    <a:gd name="connsiteY1" fmla="*/ 0 h 902817"/>
                    <a:gd name="connsiteX2" fmla="*/ 18942 w 921758"/>
                    <a:gd name="connsiteY2" fmla="*/ 902817 h 902817"/>
                    <a:gd name="connsiteX3" fmla="*/ 0 w 921758"/>
                    <a:gd name="connsiteY3" fmla="*/ 883875 h 9028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21758" h="902817">
                      <a:moveTo>
                        <a:pt x="883874" y="0"/>
                      </a:moveTo>
                      <a:lnTo>
                        <a:pt x="921758" y="0"/>
                      </a:lnTo>
                      <a:lnTo>
                        <a:pt x="18942" y="902817"/>
                      </a:lnTo>
                      <a:lnTo>
                        <a:pt x="0" y="883875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>
                        <a:alpha val="0"/>
                      </a:schemeClr>
                    </a:gs>
                  </a:gsLst>
                  <a:lin ang="10800000" scaled="1"/>
                  <a:tileRect/>
                </a:gradFill>
                <a:ln w="3546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64" name="Freeform: Shape 63">
                  <a:extLst>
                    <a:ext uri="{FF2B5EF4-FFF2-40B4-BE49-F238E27FC236}">
                      <a16:creationId xmlns:a16="http://schemas.microsoft.com/office/drawing/2014/main" id="{79801670-3550-124E-6A33-540F4141EDBB}"/>
                    </a:ext>
                  </a:extLst>
                </p:cNvPr>
                <p:cNvSpPr/>
                <p:nvPr/>
              </p:nvSpPr>
              <p:spPr>
                <a:xfrm flipH="1">
                  <a:off x="1543700" y="0"/>
                  <a:ext cx="467826" cy="551281"/>
                </a:xfrm>
                <a:custGeom>
                  <a:avLst/>
                  <a:gdLst>
                    <a:gd name="connsiteX0" fmla="*/ 507012 w 544898"/>
                    <a:gd name="connsiteY0" fmla="*/ 0 h 642102"/>
                    <a:gd name="connsiteX1" fmla="*/ 544898 w 544898"/>
                    <a:gd name="connsiteY1" fmla="*/ 0 h 642102"/>
                    <a:gd name="connsiteX2" fmla="*/ 177416 w 544898"/>
                    <a:gd name="connsiteY2" fmla="*/ 367482 h 642102"/>
                    <a:gd name="connsiteX3" fmla="*/ 177416 w 544898"/>
                    <a:gd name="connsiteY3" fmla="*/ 642102 h 642102"/>
                    <a:gd name="connsiteX4" fmla="*/ 0 w 544898"/>
                    <a:gd name="connsiteY4" fmla="*/ 642102 h 642102"/>
                    <a:gd name="connsiteX5" fmla="*/ 0 w 544898"/>
                    <a:gd name="connsiteY5" fmla="*/ 615314 h 642102"/>
                    <a:gd name="connsiteX6" fmla="*/ 150628 w 544898"/>
                    <a:gd name="connsiteY6" fmla="*/ 615314 h 642102"/>
                    <a:gd name="connsiteX7" fmla="*/ 150628 w 544898"/>
                    <a:gd name="connsiteY7" fmla="*/ 356384 h 642102"/>
                    <a:gd name="connsiteX8" fmla="*/ 154569 w 544898"/>
                    <a:gd name="connsiteY8" fmla="*/ 352442 h 6421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544898" h="642102">
                      <a:moveTo>
                        <a:pt x="507012" y="0"/>
                      </a:moveTo>
                      <a:lnTo>
                        <a:pt x="544898" y="0"/>
                      </a:lnTo>
                      <a:lnTo>
                        <a:pt x="177416" y="367482"/>
                      </a:lnTo>
                      <a:lnTo>
                        <a:pt x="177416" y="642102"/>
                      </a:lnTo>
                      <a:lnTo>
                        <a:pt x="0" y="642102"/>
                      </a:lnTo>
                      <a:lnTo>
                        <a:pt x="0" y="615314"/>
                      </a:lnTo>
                      <a:lnTo>
                        <a:pt x="150628" y="615314"/>
                      </a:lnTo>
                      <a:lnTo>
                        <a:pt x="150628" y="356384"/>
                      </a:lnTo>
                      <a:lnTo>
                        <a:pt x="154569" y="352442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>
                        <a:alpha val="0"/>
                      </a:schemeClr>
                    </a:gs>
                  </a:gsLst>
                  <a:lin ang="10800000" scaled="1"/>
                  <a:tileRect/>
                </a:gradFill>
                <a:ln w="3546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65" name="Freeform: Shape 64">
                  <a:extLst>
                    <a:ext uri="{FF2B5EF4-FFF2-40B4-BE49-F238E27FC236}">
                      <a16:creationId xmlns:a16="http://schemas.microsoft.com/office/drawing/2014/main" id="{352A7924-49F4-E188-06FE-72528DC25DF6}"/>
                    </a:ext>
                  </a:extLst>
                </p:cNvPr>
                <p:cNvSpPr/>
                <p:nvPr/>
              </p:nvSpPr>
              <p:spPr>
                <a:xfrm flipH="1">
                  <a:off x="0" y="1598168"/>
                  <a:ext cx="795037" cy="810748"/>
                </a:xfrm>
                <a:custGeom>
                  <a:avLst/>
                  <a:gdLst>
                    <a:gd name="connsiteX0" fmla="*/ 926014 w 926014"/>
                    <a:gd name="connsiteY0" fmla="*/ 0 h 944315"/>
                    <a:gd name="connsiteX1" fmla="*/ 926014 w 926014"/>
                    <a:gd name="connsiteY1" fmla="*/ 37870 h 944315"/>
                    <a:gd name="connsiteX2" fmla="*/ 18935 w 926014"/>
                    <a:gd name="connsiteY2" fmla="*/ 944315 h 944315"/>
                    <a:gd name="connsiteX3" fmla="*/ 0 w 926014"/>
                    <a:gd name="connsiteY3" fmla="*/ 925367 h 9443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26014" h="944315">
                      <a:moveTo>
                        <a:pt x="926014" y="0"/>
                      </a:moveTo>
                      <a:lnTo>
                        <a:pt x="926014" y="37870"/>
                      </a:lnTo>
                      <a:lnTo>
                        <a:pt x="18935" y="944315"/>
                      </a:lnTo>
                      <a:lnTo>
                        <a:pt x="0" y="925367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>
                        <a:alpha val="0"/>
                      </a:schemeClr>
                    </a:gs>
                  </a:gsLst>
                  <a:lin ang="10800000" scaled="1"/>
                  <a:tileRect/>
                </a:gradFill>
                <a:ln w="3546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66" name="Freeform: Shape 65">
                  <a:extLst>
                    <a:ext uri="{FF2B5EF4-FFF2-40B4-BE49-F238E27FC236}">
                      <a16:creationId xmlns:a16="http://schemas.microsoft.com/office/drawing/2014/main" id="{67E3C8EF-317C-7512-0FA4-1916FA0AF735}"/>
                    </a:ext>
                  </a:extLst>
                </p:cNvPr>
                <p:cNvSpPr/>
                <p:nvPr/>
              </p:nvSpPr>
              <p:spPr>
                <a:xfrm flipH="1">
                  <a:off x="0" y="1994158"/>
                  <a:ext cx="334409" cy="338820"/>
                </a:xfrm>
                <a:custGeom>
                  <a:avLst/>
                  <a:gdLst>
                    <a:gd name="connsiteX0" fmla="*/ 389501 w 389501"/>
                    <a:gd name="connsiteY0" fmla="*/ 0 h 394639"/>
                    <a:gd name="connsiteX1" fmla="*/ 389501 w 389501"/>
                    <a:gd name="connsiteY1" fmla="*/ 37202 h 394639"/>
                    <a:gd name="connsiteX2" fmla="*/ 18588 w 389501"/>
                    <a:gd name="connsiteY2" fmla="*/ 394639 h 394639"/>
                    <a:gd name="connsiteX3" fmla="*/ 0 w 389501"/>
                    <a:gd name="connsiteY3" fmla="*/ 375350 h 3946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9501" h="394639">
                      <a:moveTo>
                        <a:pt x="389501" y="0"/>
                      </a:moveTo>
                      <a:lnTo>
                        <a:pt x="389501" y="37202"/>
                      </a:lnTo>
                      <a:lnTo>
                        <a:pt x="18588" y="394639"/>
                      </a:lnTo>
                      <a:lnTo>
                        <a:pt x="0" y="37535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>
                        <a:alpha val="0"/>
                      </a:schemeClr>
                    </a:gs>
                  </a:gsLst>
                  <a:lin ang="10800000" scaled="1"/>
                  <a:tileRect/>
                </a:gradFill>
                <a:ln w="3546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67" name="Freeform: Shape 66">
                  <a:extLst>
                    <a:ext uri="{FF2B5EF4-FFF2-40B4-BE49-F238E27FC236}">
                      <a16:creationId xmlns:a16="http://schemas.microsoft.com/office/drawing/2014/main" id="{C0A80751-F4E7-C9AA-0552-0696F554A516}"/>
                    </a:ext>
                  </a:extLst>
                </p:cNvPr>
                <p:cNvSpPr/>
                <p:nvPr/>
              </p:nvSpPr>
              <p:spPr>
                <a:xfrm>
                  <a:off x="2420584" y="245715"/>
                  <a:ext cx="121575" cy="121575"/>
                </a:xfrm>
                <a:custGeom>
                  <a:avLst/>
                  <a:gdLst>
                    <a:gd name="connsiteX0" fmla="*/ 117027 w 117027"/>
                    <a:gd name="connsiteY0" fmla="*/ 58514 h 117027"/>
                    <a:gd name="connsiteX1" fmla="*/ 58514 w 117027"/>
                    <a:gd name="connsiteY1" fmla="*/ 117027 h 117027"/>
                    <a:gd name="connsiteX2" fmla="*/ 0 w 117027"/>
                    <a:gd name="connsiteY2" fmla="*/ 58514 h 117027"/>
                    <a:gd name="connsiteX3" fmla="*/ 58514 w 117027"/>
                    <a:gd name="connsiteY3" fmla="*/ 0 h 117027"/>
                    <a:gd name="connsiteX4" fmla="*/ 117027 w 117027"/>
                    <a:gd name="connsiteY4" fmla="*/ 58514 h 1170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7027" h="117027">
                      <a:moveTo>
                        <a:pt x="117027" y="58514"/>
                      </a:moveTo>
                      <a:cubicBezTo>
                        <a:pt x="117027" y="90830"/>
                        <a:pt x="90830" y="117027"/>
                        <a:pt x="58514" y="117027"/>
                      </a:cubicBezTo>
                      <a:cubicBezTo>
                        <a:pt x="26197" y="117027"/>
                        <a:pt x="0" y="90830"/>
                        <a:pt x="0" y="58514"/>
                      </a:cubicBezTo>
                      <a:cubicBezTo>
                        <a:pt x="0" y="26197"/>
                        <a:pt x="26197" y="0"/>
                        <a:pt x="58514" y="0"/>
                      </a:cubicBezTo>
                      <a:cubicBezTo>
                        <a:pt x="90830" y="0"/>
                        <a:pt x="117027" y="26197"/>
                        <a:pt x="117027" y="58514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/>
                    </a:gs>
                    <a:gs pos="82000">
                      <a:schemeClr val="accent6">
                        <a:alpha val="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3822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68" name="Freeform: Shape 67">
                  <a:extLst>
                    <a:ext uri="{FF2B5EF4-FFF2-40B4-BE49-F238E27FC236}">
                      <a16:creationId xmlns:a16="http://schemas.microsoft.com/office/drawing/2014/main" id="{5ABE7584-BEDF-9E09-1A64-72264DA8D8BD}"/>
                    </a:ext>
                  </a:extLst>
                </p:cNvPr>
                <p:cNvSpPr/>
                <p:nvPr/>
              </p:nvSpPr>
              <p:spPr>
                <a:xfrm>
                  <a:off x="2498946" y="706196"/>
                  <a:ext cx="121575" cy="121575"/>
                </a:xfrm>
                <a:custGeom>
                  <a:avLst/>
                  <a:gdLst>
                    <a:gd name="connsiteX0" fmla="*/ 117027 w 117027"/>
                    <a:gd name="connsiteY0" fmla="*/ 58514 h 117027"/>
                    <a:gd name="connsiteX1" fmla="*/ 58514 w 117027"/>
                    <a:gd name="connsiteY1" fmla="*/ 117027 h 117027"/>
                    <a:gd name="connsiteX2" fmla="*/ 0 w 117027"/>
                    <a:gd name="connsiteY2" fmla="*/ 58514 h 117027"/>
                    <a:gd name="connsiteX3" fmla="*/ 58514 w 117027"/>
                    <a:gd name="connsiteY3" fmla="*/ 0 h 117027"/>
                    <a:gd name="connsiteX4" fmla="*/ 117027 w 117027"/>
                    <a:gd name="connsiteY4" fmla="*/ 58514 h 1170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7027" h="117027">
                      <a:moveTo>
                        <a:pt x="117027" y="58514"/>
                      </a:moveTo>
                      <a:cubicBezTo>
                        <a:pt x="117027" y="90830"/>
                        <a:pt x="90830" y="117027"/>
                        <a:pt x="58514" y="117027"/>
                      </a:cubicBezTo>
                      <a:cubicBezTo>
                        <a:pt x="26197" y="117027"/>
                        <a:pt x="0" y="90830"/>
                        <a:pt x="0" y="58514"/>
                      </a:cubicBezTo>
                      <a:cubicBezTo>
                        <a:pt x="0" y="26198"/>
                        <a:pt x="26197" y="0"/>
                        <a:pt x="58514" y="0"/>
                      </a:cubicBezTo>
                      <a:cubicBezTo>
                        <a:pt x="90830" y="0"/>
                        <a:pt x="117027" y="26198"/>
                        <a:pt x="117027" y="58514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/>
                    </a:gs>
                    <a:gs pos="82000">
                      <a:schemeClr val="accent6">
                        <a:alpha val="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3822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69" name="Freeform: Shape 68">
                  <a:extLst>
                    <a:ext uri="{FF2B5EF4-FFF2-40B4-BE49-F238E27FC236}">
                      <a16:creationId xmlns:a16="http://schemas.microsoft.com/office/drawing/2014/main" id="{6EFE178F-B087-89BD-8606-A180FEE21A12}"/>
                    </a:ext>
                  </a:extLst>
                </p:cNvPr>
                <p:cNvSpPr/>
                <p:nvPr/>
              </p:nvSpPr>
              <p:spPr>
                <a:xfrm>
                  <a:off x="1958229" y="1081678"/>
                  <a:ext cx="121575" cy="121575"/>
                </a:xfrm>
                <a:custGeom>
                  <a:avLst/>
                  <a:gdLst>
                    <a:gd name="connsiteX0" fmla="*/ 117027 w 117027"/>
                    <a:gd name="connsiteY0" fmla="*/ 58514 h 117027"/>
                    <a:gd name="connsiteX1" fmla="*/ 58514 w 117027"/>
                    <a:gd name="connsiteY1" fmla="*/ 117027 h 117027"/>
                    <a:gd name="connsiteX2" fmla="*/ 0 w 117027"/>
                    <a:gd name="connsiteY2" fmla="*/ 58514 h 117027"/>
                    <a:gd name="connsiteX3" fmla="*/ 58514 w 117027"/>
                    <a:gd name="connsiteY3" fmla="*/ 0 h 117027"/>
                    <a:gd name="connsiteX4" fmla="*/ 117027 w 117027"/>
                    <a:gd name="connsiteY4" fmla="*/ 58514 h 1170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7027" h="117027">
                      <a:moveTo>
                        <a:pt x="117027" y="58514"/>
                      </a:moveTo>
                      <a:cubicBezTo>
                        <a:pt x="117027" y="90830"/>
                        <a:pt x="90830" y="117027"/>
                        <a:pt x="58514" y="117027"/>
                      </a:cubicBezTo>
                      <a:cubicBezTo>
                        <a:pt x="26197" y="117027"/>
                        <a:pt x="0" y="90830"/>
                        <a:pt x="0" y="58514"/>
                      </a:cubicBezTo>
                      <a:cubicBezTo>
                        <a:pt x="0" y="26197"/>
                        <a:pt x="26197" y="0"/>
                        <a:pt x="58514" y="0"/>
                      </a:cubicBezTo>
                      <a:cubicBezTo>
                        <a:pt x="90830" y="0"/>
                        <a:pt x="117027" y="26197"/>
                        <a:pt x="117027" y="58514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/>
                    </a:gs>
                    <a:gs pos="82000">
                      <a:schemeClr val="accent6">
                        <a:alpha val="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3822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70" name="Freeform: Shape 69">
                  <a:extLst>
                    <a:ext uri="{FF2B5EF4-FFF2-40B4-BE49-F238E27FC236}">
                      <a16:creationId xmlns:a16="http://schemas.microsoft.com/office/drawing/2014/main" id="{C2DEBA27-C3D2-6315-1094-7F4F645056A9}"/>
                    </a:ext>
                  </a:extLst>
                </p:cNvPr>
                <p:cNvSpPr/>
                <p:nvPr/>
              </p:nvSpPr>
              <p:spPr>
                <a:xfrm>
                  <a:off x="1678951" y="1081678"/>
                  <a:ext cx="121575" cy="121575"/>
                </a:xfrm>
                <a:custGeom>
                  <a:avLst/>
                  <a:gdLst>
                    <a:gd name="connsiteX0" fmla="*/ 117027 w 117027"/>
                    <a:gd name="connsiteY0" fmla="*/ 58514 h 117027"/>
                    <a:gd name="connsiteX1" fmla="*/ 58514 w 117027"/>
                    <a:gd name="connsiteY1" fmla="*/ 117027 h 117027"/>
                    <a:gd name="connsiteX2" fmla="*/ 0 w 117027"/>
                    <a:gd name="connsiteY2" fmla="*/ 58514 h 117027"/>
                    <a:gd name="connsiteX3" fmla="*/ 58514 w 117027"/>
                    <a:gd name="connsiteY3" fmla="*/ 0 h 117027"/>
                    <a:gd name="connsiteX4" fmla="*/ 117027 w 117027"/>
                    <a:gd name="connsiteY4" fmla="*/ 58514 h 1170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7027" h="117027">
                      <a:moveTo>
                        <a:pt x="117027" y="58514"/>
                      </a:moveTo>
                      <a:cubicBezTo>
                        <a:pt x="117027" y="90830"/>
                        <a:pt x="90830" y="117027"/>
                        <a:pt x="58514" y="117027"/>
                      </a:cubicBezTo>
                      <a:cubicBezTo>
                        <a:pt x="26197" y="117027"/>
                        <a:pt x="0" y="90830"/>
                        <a:pt x="0" y="58514"/>
                      </a:cubicBezTo>
                      <a:cubicBezTo>
                        <a:pt x="0" y="26197"/>
                        <a:pt x="26197" y="0"/>
                        <a:pt x="58514" y="0"/>
                      </a:cubicBezTo>
                      <a:cubicBezTo>
                        <a:pt x="90830" y="0"/>
                        <a:pt x="117027" y="26197"/>
                        <a:pt x="117027" y="58514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/>
                    </a:gs>
                    <a:gs pos="82000">
                      <a:schemeClr val="accent6">
                        <a:alpha val="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3822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71" name="Freeform: Shape 70">
                  <a:extLst>
                    <a:ext uri="{FF2B5EF4-FFF2-40B4-BE49-F238E27FC236}">
                      <a16:creationId xmlns:a16="http://schemas.microsoft.com/office/drawing/2014/main" id="{DBFEFFF6-51B8-EF9F-978E-313468852D0C}"/>
                    </a:ext>
                  </a:extLst>
                </p:cNvPr>
                <p:cNvSpPr/>
                <p:nvPr/>
              </p:nvSpPr>
              <p:spPr>
                <a:xfrm>
                  <a:off x="1345097" y="1081678"/>
                  <a:ext cx="121575" cy="121575"/>
                </a:xfrm>
                <a:custGeom>
                  <a:avLst/>
                  <a:gdLst>
                    <a:gd name="connsiteX0" fmla="*/ 117027 w 117027"/>
                    <a:gd name="connsiteY0" fmla="*/ 58514 h 117027"/>
                    <a:gd name="connsiteX1" fmla="*/ 58514 w 117027"/>
                    <a:gd name="connsiteY1" fmla="*/ 117027 h 117027"/>
                    <a:gd name="connsiteX2" fmla="*/ 0 w 117027"/>
                    <a:gd name="connsiteY2" fmla="*/ 58514 h 117027"/>
                    <a:gd name="connsiteX3" fmla="*/ 58514 w 117027"/>
                    <a:gd name="connsiteY3" fmla="*/ 0 h 117027"/>
                    <a:gd name="connsiteX4" fmla="*/ 117027 w 117027"/>
                    <a:gd name="connsiteY4" fmla="*/ 58514 h 1170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7027" h="117027">
                      <a:moveTo>
                        <a:pt x="117027" y="58514"/>
                      </a:moveTo>
                      <a:cubicBezTo>
                        <a:pt x="117027" y="90830"/>
                        <a:pt x="90830" y="117027"/>
                        <a:pt x="58514" y="117027"/>
                      </a:cubicBezTo>
                      <a:cubicBezTo>
                        <a:pt x="26197" y="117027"/>
                        <a:pt x="0" y="90830"/>
                        <a:pt x="0" y="58514"/>
                      </a:cubicBezTo>
                      <a:cubicBezTo>
                        <a:pt x="0" y="26197"/>
                        <a:pt x="26197" y="0"/>
                        <a:pt x="58514" y="0"/>
                      </a:cubicBezTo>
                      <a:cubicBezTo>
                        <a:pt x="90830" y="0"/>
                        <a:pt x="117027" y="26197"/>
                        <a:pt x="117027" y="58514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/>
                    </a:gs>
                    <a:gs pos="82000">
                      <a:schemeClr val="accent6">
                        <a:alpha val="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3822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72" name="Freeform: Shape 71">
                  <a:extLst>
                    <a:ext uri="{FF2B5EF4-FFF2-40B4-BE49-F238E27FC236}">
                      <a16:creationId xmlns:a16="http://schemas.microsoft.com/office/drawing/2014/main" id="{F08DB12F-B834-1CA4-FF10-3A45336BCE6B}"/>
                    </a:ext>
                  </a:extLst>
                </p:cNvPr>
                <p:cNvSpPr/>
                <p:nvPr/>
              </p:nvSpPr>
              <p:spPr>
                <a:xfrm>
                  <a:off x="1150751" y="1228118"/>
                  <a:ext cx="121575" cy="121575"/>
                </a:xfrm>
                <a:custGeom>
                  <a:avLst/>
                  <a:gdLst>
                    <a:gd name="connsiteX0" fmla="*/ 117027 w 117027"/>
                    <a:gd name="connsiteY0" fmla="*/ 58514 h 117027"/>
                    <a:gd name="connsiteX1" fmla="*/ 58514 w 117027"/>
                    <a:gd name="connsiteY1" fmla="*/ 117027 h 117027"/>
                    <a:gd name="connsiteX2" fmla="*/ 0 w 117027"/>
                    <a:gd name="connsiteY2" fmla="*/ 58514 h 117027"/>
                    <a:gd name="connsiteX3" fmla="*/ 58514 w 117027"/>
                    <a:gd name="connsiteY3" fmla="*/ 0 h 117027"/>
                    <a:gd name="connsiteX4" fmla="*/ 117027 w 117027"/>
                    <a:gd name="connsiteY4" fmla="*/ 58514 h 1170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7027" h="117027">
                      <a:moveTo>
                        <a:pt x="117027" y="58514"/>
                      </a:moveTo>
                      <a:cubicBezTo>
                        <a:pt x="117027" y="90830"/>
                        <a:pt x="90830" y="117027"/>
                        <a:pt x="58514" y="117027"/>
                      </a:cubicBezTo>
                      <a:cubicBezTo>
                        <a:pt x="26197" y="117027"/>
                        <a:pt x="0" y="90830"/>
                        <a:pt x="0" y="58514"/>
                      </a:cubicBezTo>
                      <a:cubicBezTo>
                        <a:pt x="0" y="26197"/>
                        <a:pt x="26197" y="0"/>
                        <a:pt x="58514" y="0"/>
                      </a:cubicBezTo>
                      <a:cubicBezTo>
                        <a:pt x="90830" y="0"/>
                        <a:pt x="117027" y="26197"/>
                        <a:pt x="117027" y="58514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/>
                    </a:gs>
                    <a:gs pos="82000">
                      <a:schemeClr val="accent6">
                        <a:alpha val="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3822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73" name="Freeform: Shape 72">
                  <a:extLst>
                    <a:ext uri="{FF2B5EF4-FFF2-40B4-BE49-F238E27FC236}">
                      <a16:creationId xmlns:a16="http://schemas.microsoft.com/office/drawing/2014/main" id="{BA042BA9-94FE-2A40-A2D5-4A8F53F2832F}"/>
                    </a:ext>
                  </a:extLst>
                </p:cNvPr>
                <p:cNvSpPr/>
                <p:nvPr/>
              </p:nvSpPr>
              <p:spPr>
                <a:xfrm>
                  <a:off x="1150751" y="1602976"/>
                  <a:ext cx="121575" cy="121575"/>
                </a:xfrm>
                <a:custGeom>
                  <a:avLst/>
                  <a:gdLst>
                    <a:gd name="connsiteX0" fmla="*/ 117027 w 117027"/>
                    <a:gd name="connsiteY0" fmla="*/ 58514 h 117027"/>
                    <a:gd name="connsiteX1" fmla="*/ 58514 w 117027"/>
                    <a:gd name="connsiteY1" fmla="*/ 117027 h 117027"/>
                    <a:gd name="connsiteX2" fmla="*/ 0 w 117027"/>
                    <a:gd name="connsiteY2" fmla="*/ 58514 h 117027"/>
                    <a:gd name="connsiteX3" fmla="*/ 58514 w 117027"/>
                    <a:gd name="connsiteY3" fmla="*/ 0 h 117027"/>
                    <a:gd name="connsiteX4" fmla="*/ 117027 w 117027"/>
                    <a:gd name="connsiteY4" fmla="*/ 58514 h 1170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7027" h="117027">
                      <a:moveTo>
                        <a:pt x="117027" y="58514"/>
                      </a:moveTo>
                      <a:cubicBezTo>
                        <a:pt x="117027" y="90830"/>
                        <a:pt x="90830" y="117027"/>
                        <a:pt x="58514" y="117027"/>
                      </a:cubicBezTo>
                      <a:cubicBezTo>
                        <a:pt x="26197" y="117027"/>
                        <a:pt x="0" y="90830"/>
                        <a:pt x="0" y="58514"/>
                      </a:cubicBezTo>
                      <a:cubicBezTo>
                        <a:pt x="0" y="26198"/>
                        <a:pt x="26197" y="0"/>
                        <a:pt x="58514" y="0"/>
                      </a:cubicBezTo>
                      <a:cubicBezTo>
                        <a:pt x="90830" y="0"/>
                        <a:pt x="117027" y="26198"/>
                        <a:pt x="117027" y="58514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/>
                    </a:gs>
                    <a:gs pos="82000">
                      <a:schemeClr val="accent6">
                        <a:alpha val="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3822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74" name="Freeform: Shape 73">
                  <a:extLst>
                    <a:ext uri="{FF2B5EF4-FFF2-40B4-BE49-F238E27FC236}">
                      <a16:creationId xmlns:a16="http://schemas.microsoft.com/office/drawing/2014/main" id="{4C352159-7390-A841-7A6C-5E7CDE36B67E}"/>
                    </a:ext>
                  </a:extLst>
                </p:cNvPr>
                <p:cNvSpPr/>
                <p:nvPr/>
              </p:nvSpPr>
              <p:spPr>
                <a:xfrm>
                  <a:off x="1150751" y="1845818"/>
                  <a:ext cx="121575" cy="121575"/>
                </a:xfrm>
                <a:custGeom>
                  <a:avLst/>
                  <a:gdLst>
                    <a:gd name="connsiteX0" fmla="*/ 117027 w 117027"/>
                    <a:gd name="connsiteY0" fmla="*/ 58514 h 117027"/>
                    <a:gd name="connsiteX1" fmla="*/ 58514 w 117027"/>
                    <a:gd name="connsiteY1" fmla="*/ 117027 h 117027"/>
                    <a:gd name="connsiteX2" fmla="*/ 0 w 117027"/>
                    <a:gd name="connsiteY2" fmla="*/ 58514 h 117027"/>
                    <a:gd name="connsiteX3" fmla="*/ 58514 w 117027"/>
                    <a:gd name="connsiteY3" fmla="*/ 0 h 117027"/>
                    <a:gd name="connsiteX4" fmla="*/ 117027 w 117027"/>
                    <a:gd name="connsiteY4" fmla="*/ 58514 h 1170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7027" h="117027">
                      <a:moveTo>
                        <a:pt x="117027" y="58514"/>
                      </a:moveTo>
                      <a:cubicBezTo>
                        <a:pt x="117027" y="90830"/>
                        <a:pt x="90830" y="117027"/>
                        <a:pt x="58514" y="117027"/>
                      </a:cubicBezTo>
                      <a:cubicBezTo>
                        <a:pt x="26197" y="117027"/>
                        <a:pt x="0" y="90830"/>
                        <a:pt x="0" y="58514"/>
                      </a:cubicBezTo>
                      <a:cubicBezTo>
                        <a:pt x="0" y="26197"/>
                        <a:pt x="26197" y="0"/>
                        <a:pt x="58514" y="0"/>
                      </a:cubicBezTo>
                      <a:cubicBezTo>
                        <a:pt x="90830" y="0"/>
                        <a:pt x="117027" y="26198"/>
                        <a:pt x="117027" y="58514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/>
                    </a:gs>
                    <a:gs pos="82000">
                      <a:schemeClr val="accent6">
                        <a:alpha val="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3822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75" name="Freeform: Shape 74">
                  <a:extLst>
                    <a:ext uri="{FF2B5EF4-FFF2-40B4-BE49-F238E27FC236}">
                      <a16:creationId xmlns:a16="http://schemas.microsoft.com/office/drawing/2014/main" id="{C577AC7F-67F1-C4B2-F05A-5621B7368525}"/>
                    </a:ext>
                  </a:extLst>
                </p:cNvPr>
                <p:cNvSpPr/>
                <p:nvPr/>
              </p:nvSpPr>
              <p:spPr>
                <a:xfrm>
                  <a:off x="726117" y="2340075"/>
                  <a:ext cx="121575" cy="121575"/>
                </a:xfrm>
                <a:custGeom>
                  <a:avLst/>
                  <a:gdLst>
                    <a:gd name="connsiteX0" fmla="*/ 117027 w 117027"/>
                    <a:gd name="connsiteY0" fmla="*/ 58514 h 117027"/>
                    <a:gd name="connsiteX1" fmla="*/ 58514 w 117027"/>
                    <a:gd name="connsiteY1" fmla="*/ 117027 h 117027"/>
                    <a:gd name="connsiteX2" fmla="*/ 0 w 117027"/>
                    <a:gd name="connsiteY2" fmla="*/ 58514 h 117027"/>
                    <a:gd name="connsiteX3" fmla="*/ 58514 w 117027"/>
                    <a:gd name="connsiteY3" fmla="*/ 0 h 117027"/>
                    <a:gd name="connsiteX4" fmla="*/ 117027 w 117027"/>
                    <a:gd name="connsiteY4" fmla="*/ 58514 h 1170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7027" h="117027">
                      <a:moveTo>
                        <a:pt x="117027" y="58514"/>
                      </a:moveTo>
                      <a:cubicBezTo>
                        <a:pt x="117027" y="90830"/>
                        <a:pt x="90830" y="117027"/>
                        <a:pt x="58514" y="117027"/>
                      </a:cubicBezTo>
                      <a:cubicBezTo>
                        <a:pt x="26198" y="117027"/>
                        <a:pt x="0" y="90830"/>
                        <a:pt x="0" y="58514"/>
                      </a:cubicBezTo>
                      <a:cubicBezTo>
                        <a:pt x="0" y="26197"/>
                        <a:pt x="26198" y="0"/>
                        <a:pt x="58514" y="0"/>
                      </a:cubicBezTo>
                      <a:cubicBezTo>
                        <a:pt x="90830" y="0"/>
                        <a:pt x="117027" y="26198"/>
                        <a:pt x="117027" y="58514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/>
                    </a:gs>
                    <a:gs pos="82000">
                      <a:schemeClr val="accent6">
                        <a:alpha val="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3822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76" name="Freeform: Shape 75">
                  <a:extLst>
                    <a:ext uri="{FF2B5EF4-FFF2-40B4-BE49-F238E27FC236}">
                      <a16:creationId xmlns:a16="http://schemas.microsoft.com/office/drawing/2014/main" id="{EACC1D90-FABA-241F-3E0F-116BC44F7348}"/>
                    </a:ext>
                  </a:extLst>
                </p:cNvPr>
                <p:cNvSpPr/>
                <p:nvPr/>
              </p:nvSpPr>
              <p:spPr>
                <a:xfrm>
                  <a:off x="259096" y="2267923"/>
                  <a:ext cx="121575" cy="121575"/>
                </a:xfrm>
                <a:custGeom>
                  <a:avLst/>
                  <a:gdLst>
                    <a:gd name="connsiteX0" fmla="*/ 117027 w 117027"/>
                    <a:gd name="connsiteY0" fmla="*/ 58514 h 117027"/>
                    <a:gd name="connsiteX1" fmla="*/ 58514 w 117027"/>
                    <a:gd name="connsiteY1" fmla="*/ 117027 h 117027"/>
                    <a:gd name="connsiteX2" fmla="*/ 0 w 117027"/>
                    <a:gd name="connsiteY2" fmla="*/ 58514 h 117027"/>
                    <a:gd name="connsiteX3" fmla="*/ 58514 w 117027"/>
                    <a:gd name="connsiteY3" fmla="*/ 0 h 117027"/>
                    <a:gd name="connsiteX4" fmla="*/ 117027 w 117027"/>
                    <a:gd name="connsiteY4" fmla="*/ 58514 h 1170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7027" h="117027">
                      <a:moveTo>
                        <a:pt x="117027" y="58514"/>
                      </a:moveTo>
                      <a:cubicBezTo>
                        <a:pt x="117027" y="90830"/>
                        <a:pt x="90830" y="117027"/>
                        <a:pt x="58514" y="117027"/>
                      </a:cubicBezTo>
                      <a:cubicBezTo>
                        <a:pt x="26197" y="117027"/>
                        <a:pt x="0" y="90830"/>
                        <a:pt x="0" y="58514"/>
                      </a:cubicBezTo>
                      <a:cubicBezTo>
                        <a:pt x="0" y="26197"/>
                        <a:pt x="26198" y="0"/>
                        <a:pt x="58514" y="0"/>
                      </a:cubicBezTo>
                      <a:cubicBezTo>
                        <a:pt x="90830" y="0"/>
                        <a:pt x="117027" y="26198"/>
                        <a:pt x="117027" y="58514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/>
                    </a:gs>
                    <a:gs pos="82000">
                      <a:schemeClr val="accent6">
                        <a:alpha val="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3822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77" name="Freeform: Shape 76">
                  <a:extLst>
                    <a:ext uri="{FF2B5EF4-FFF2-40B4-BE49-F238E27FC236}">
                      <a16:creationId xmlns:a16="http://schemas.microsoft.com/office/drawing/2014/main" id="{E787A47A-B72B-71FF-08FB-441BBAD3F7B8}"/>
                    </a:ext>
                  </a:extLst>
                </p:cNvPr>
                <p:cNvSpPr/>
                <p:nvPr/>
              </p:nvSpPr>
              <p:spPr>
                <a:xfrm>
                  <a:off x="510535" y="1752264"/>
                  <a:ext cx="72117" cy="72117"/>
                </a:xfrm>
                <a:custGeom>
                  <a:avLst/>
                  <a:gdLst>
                    <a:gd name="connsiteX0" fmla="*/ 69420 w 69420"/>
                    <a:gd name="connsiteY0" fmla="*/ 34710 h 69420"/>
                    <a:gd name="connsiteX1" fmla="*/ 34710 w 69420"/>
                    <a:gd name="connsiteY1" fmla="*/ 69420 h 69420"/>
                    <a:gd name="connsiteX2" fmla="*/ 0 w 69420"/>
                    <a:gd name="connsiteY2" fmla="*/ 34710 h 69420"/>
                    <a:gd name="connsiteX3" fmla="*/ 34710 w 69420"/>
                    <a:gd name="connsiteY3" fmla="*/ 0 h 69420"/>
                    <a:gd name="connsiteX4" fmla="*/ 69420 w 69420"/>
                    <a:gd name="connsiteY4" fmla="*/ 34710 h 69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9420" h="69420">
                      <a:moveTo>
                        <a:pt x="69420" y="34710"/>
                      </a:moveTo>
                      <a:cubicBezTo>
                        <a:pt x="69420" y="53880"/>
                        <a:pt x="53880" y="69420"/>
                        <a:pt x="34710" y="69420"/>
                      </a:cubicBezTo>
                      <a:cubicBezTo>
                        <a:pt x="15540" y="69420"/>
                        <a:pt x="0" y="53880"/>
                        <a:pt x="0" y="34710"/>
                      </a:cubicBezTo>
                      <a:cubicBezTo>
                        <a:pt x="0" y="15540"/>
                        <a:pt x="15540" y="0"/>
                        <a:pt x="34710" y="0"/>
                      </a:cubicBezTo>
                      <a:cubicBezTo>
                        <a:pt x="53880" y="0"/>
                        <a:pt x="69420" y="15540"/>
                        <a:pt x="69420" y="3471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/>
                    </a:gs>
                    <a:gs pos="82000">
                      <a:schemeClr val="accent6">
                        <a:alpha val="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3822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78" name="Freeform: Shape 77">
                  <a:extLst>
                    <a:ext uri="{FF2B5EF4-FFF2-40B4-BE49-F238E27FC236}">
                      <a16:creationId xmlns:a16="http://schemas.microsoft.com/office/drawing/2014/main" id="{0644BF59-60F8-F362-60A9-A45D7A3A5218}"/>
                    </a:ext>
                  </a:extLst>
                </p:cNvPr>
                <p:cNvSpPr/>
                <p:nvPr/>
              </p:nvSpPr>
              <p:spPr>
                <a:xfrm>
                  <a:off x="653690" y="1380527"/>
                  <a:ext cx="72117" cy="72117"/>
                </a:xfrm>
                <a:custGeom>
                  <a:avLst/>
                  <a:gdLst>
                    <a:gd name="connsiteX0" fmla="*/ 69420 w 69420"/>
                    <a:gd name="connsiteY0" fmla="*/ 34710 h 69420"/>
                    <a:gd name="connsiteX1" fmla="*/ 34710 w 69420"/>
                    <a:gd name="connsiteY1" fmla="*/ 69420 h 69420"/>
                    <a:gd name="connsiteX2" fmla="*/ 0 w 69420"/>
                    <a:gd name="connsiteY2" fmla="*/ 34710 h 69420"/>
                    <a:gd name="connsiteX3" fmla="*/ 34710 w 69420"/>
                    <a:gd name="connsiteY3" fmla="*/ 0 h 69420"/>
                    <a:gd name="connsiteX4" fmla="*/ 69420 w 69420"/>
                    <a:gd name="connsiteY4" fmla="*/ 34710 h 69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9420" h="69420">
                      <a:moveTo>
                        <a:pt x="69420" y="34710"/>
                      </a:moveTo>
                      <a:cubicBezTo>
                        <a:pt x="69420" y="53880"/>
                        <a:pt x="53880" y="69420"/>
                        <a:pt x="34710" y="69420"/>
                      </a:cubicBezTo>
                      <a:cubicBezTo>
                        <a:pt x="15540" y="69420"/>
                        <a:pt x="0" y="53880"/>
                        <a:pt x="0" y="34710"/>
                      </a:cubicBezTo>
                      <a:cubicBezTo>
                        <a:pt x="0" y="15540"/>
                        <a:pt x="15540" y="0"/>
                        <a:pt x="34710" y="0"/>
                      </a:cubicBezTo>
                      <a:cubicBezTo>
                        <a:pt x="53880" y="0"/>
                        <a:pt x="69420" y="15540"/>
                        <a:pt x="69420" y="3471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/>
                    </a:gs>
                    <a:gs pos="82000">
                      <a:schemeClr val="accent6">
                        <a:alpha val="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3822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79" name="Freeform: Shape 78">
                  <a:extLst>
                    <a:ext uri="{FF2B5EF4-FFF2-40B4-BE49-F238E27FC236}">
                      <a16:creationId xmlns:a16="http://schemas.microsoft.com/office/drawing/2014/main" id="{098D8A85-0EC8-CE79-9F41-C16324366508}"/>
                    </a:ext>
                  </a:extLst>
                </p:cNvPr>
                <p:cNvSpPr/>
                <p:nvPr/>
              </p:nvSpPr>
              <p:spPr>
                <a:xfrm>
                  <a:off x="578580" y="1010893"/>
                  <a:ext cx="72117" cy="72117"/>
                </a:xfrm>
                <a:custGeom>
                  <a:avLst/>
                  <a:gdLst>
                    <a:gd name="connsiteX0" fmla="*/ 69420 w 69420"/>
                    <a:gd name="connsiteY0" fmla="*/ 34710 h 69420"/>
                    <a:gd name="connsiteX1" fmla="*/ 34710 w 69420"/>
                    <a:gd name="connsiteY1" fmla="*/ 69420 h 69420"/>
                    <a:gd name="connsiteX2" fmla="*/ 0 w 69420"/>
                    <a:gd name="connsiteY2" fmla="*/ 34710 h 69420"/>
                    <a:gd name="connsiteX3" fmla="*/ 34710 w 69420"/>
                    <a:gd name="connsiteY3" fmla="*/ 0 h 69420"/>
                    <a:gd name="connsiteX4" fmla="*/ 69420 w 69420"/>
                    <a:gd name="connsiteY4" fmla="*/ 34710 h 69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9420" h="69420">
                      <a:moveTo>
                        <a:pt x="69420" y="34710"/>
                      </a:moveTo>
                      <a:cubicBezTo>
                        <a:pt x="69420" y="53880"/>
                        <a:pt x="53880" y="69420"/>
                        <a:pt x="34710" y="69420"/>
                      </a:cubicBezTo>
                      <a:cubicBezTo>
                        <a:pt x="15540" y="69420"/>
                        <a:pt x="0" y="53880"/>
                        <a:pt x="0" y="34710"/>
                      </a:cubicBezTo>
                      <a:cubicBezTo>
                        <a:pt x="0" y="15540"/>
                        <a:pt x="15540" y="0"/>
                        <a:pt x="34710" y="0"/>
                      </a:cubicBezTo>
                      <a:cubicBezTo>
                        <a:pt x="53880" y="0"/>
                        <a:pt x="69420" y="15540"/>
                        <a:pt x="69420" y="3471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/>
                    </a:gs>
                    <a:gs pos="82000">
                      <a:schemeClr val="accent6">
                        <a:alpha val="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3822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80" name="Freeform: Shape 79">
                  <a:extLst>
                    <a:ext uri="{FF2B5EF4-FFF2-40B4-BE49-F238E27FC236}">
                      <a16:creationId xmlns:a16="http://schemas.microsoft.com/office/drawing/2014/main" id="{D9AD5578-D785-3800-E1DE-F61C2A7589D7}"/>
                    </a:ext>
                  </a:extLst>
                </p:cNvPr>
                <p:cNvSpPr/>
                <p:nvPr/>
              </p:nvSpPr>
              <p:spPr>
                <a:xfrm>
                  <a:off x="856479" y="772225"/>
                  <a:ext cx="72117" cy="72117"/>
                </a:xfrm>
                <a:custGeom>
                  <a:avLst/>
                  <a:gdLst>
                    <a:gd name="connsiteX0" fmla="*/ 69421 w 69420"/>
                    <a:gd name="connsiteY0" fmla="*/ 34710 h 69420"/>
                    <a:gd name="connsiteX1" fmla="*/ 34710 w 69420"/>
                    <a:gd name="connsiteY1" fmla="*/ 69420 h 69420"/>
                    <a:gd name="connsiteX2" fmla="*/ 0 w 69420"/>
                    <a:gd name="connsiteY2" fmla="*/ 34710 h 69420"/>
                    <a:gd name="connsiteX3" fmla="*/ 34710 w 69420"/>
                    <a:gd name="connsiteY3" fmla="*/ 0 h 69420"/>
                    <a:gd name="connsiteX4" fmla="*/ 69421 w 69420"/>
                    <a:gd name="connsiteY4" fmla="*/ 34710 h 69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9420" h="69420">
                      <a:moveTo>
                        <a:pt x="69421" y="34710"/>
                      </a:moveTo>
                      <a:cubicBezTo>
                        <a:pt x="69421" y="53880"/>
                        <a:pt x="53880" y="69420"/>
                        <a:pt x="34710" y="69420"/>
                      </a:cubicBezTo>
                      <a:cubicBezTo>
                        <a:pt x="15540" y="69420"/>
                        <a:pt x="0" y="53880"/>
                        <a:pt x="0" y="34710"/>
                      </a:cubicBezTo>
                      <a:cubicBezTo>
                        <a:pt x="0" y="15540"/>
                        <a:pt x="15540" y="0"/>
                        <a:pt x="34710" y="0"/>
                      </a:cubicBezTo>
                      <a:cubicBezTo>
                        <a:pt x="53880" y="0"/>
                        <a:pt x="69421" y="15540"/>
                        <a:pt x="69421" y="3471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/>
                    </a:gs>
                    <a:gs pos="82000">
                      <a:schemeClr val="accent6">
                        <a:alpha val="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3822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81" name="Freeform: Shape 80">
                  <a:extLst>
                    <a:ext uri="{FF2B5EF4-FFF2-40B4-BE49-F238E27FC236}">
                      <a16:creationId xmlns:a16="http://schemas.microsoft.com/office/drawing/2014/main" id="{47A9CAFD-86D1-853B-C2D3-C27545542422}"/>
                    </a:ext>
                  </a:extLst>
                </p:cNvPr>
                <p:cNvSpPr/>
                <p:nvPr/>
              </p:nvSpPr>
              <p:spPr>
                <a:xfrm>
                  <a:off x="1100536" y="596082"/>
                  <a:ext cx="72117" cy="72117"/>
                </a:xfrm>
                <a:custGeom>
                  <a:avLst/>
                  <a:gdLst>
                    <a:gd name="connsiteX0" fmla="*/ 69420 w 69420"/>
                    <a:gd name="connsiteY0" fmla="*/ 34710 h 69420"/>
                    <a:gd name="connsiteX1" fmla="*/ 34710 w 69420"/>
                    <a:gd name="connsiteY1" fmla="*/ 69420 h 69420"/>
                    <a:gd name="connsiteX2" fmla="*/ 0 w 69420"/>
                    <a:gd name="connsiteY2" fmla="*/ 34710 h 69420"/>
                    <a:gd name="connsiteX3" fmla="*/ 34710 w 69420"/>
                    <a:gd name="connsiteY3" fmla="*/ 0 h 69420"/>
                    <a:gd name="connsiteX4" fmla="*/ 69420 w 69420"/>
                    <a:gd name="connsiteY4" fmla="*/ 34710 h 69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9420" h="69420">
                      <a:moveTo>
                        <a:pt x="69420" y="34710"/>
                      </a:moveTo>
                      <a:cubicBezTo>
                        <a:pt x="69420" y="53880"/>
                        <a:pt x="53880" y="69420"/>
                        <a:pt x="34710" y="69420"/>
                      </a:cubicBezTo>
                      <a:cubicBezTo>
                        <a:pt x="15540" y="69420"/>
                        <a:pt x="0" y="53880"/>
                        <a:pt x="0" y="34710"/>
                      </a:cubicBezTo>
                      <a:cubicBezTo>
                        <a:pt x="0" y="15540"/>
                        <a:pt x="15540" y="0"/>
                        <a:pt x="34710" y="0"/>
                      </a:cubicBezTo>
                      <a:cubicBezTo>
                        <a:pt x="53880" y="0"/>
                        <a:pt x="69420" y="15540"/>
                        <a:pt x="69420" y="3471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/>
                    </a:gs>
                    <a:gs pos="82000">
                      <a:schemeClr val="accent6">
                        <a:alpha val="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3822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  <p:sp>
              <p:nvSpPr>
                <p:cNvPr id="82" name="Freeform: Shape 81">
                  <a:extLst>
                    <a:ext uri="{FF2B5EF4-FFF2-40B4-BE49-F238E27FC236}">
                      <a16:creationId xmlns:a16="http://schemas.microsoft.com/office/drawing/2014/main" id="{B4936DF6-3CB5-B6B4-39B1-0B85CBEE1493}"/>
                    </a:ext>
                  </a:extLst>
                </p:cNvPr>
                <p:cNvSpPr/>
                <p:nvPr/>
              </p:nvSpPr>
              <p:spPr>
                <a:xfrm>
                  <a:off x="1975467" y="503723"/>
                  <a:ext cx="72117" cy="72117"/>
                </a:xfrm>
                <a:custGeom>
                  <a:avLst/>
                  <a:gdLst>
                    <a:gd name="connsiteX0" fmla="*/ 69420 w 69420"/>
                    <a:gd name="connsiteY0" fmla="*/ 34710 h 69420"/>
                    <a:gd name="connsiteX1" fmla="*/ 34710 w 69420"/>
                    <a:gd name="connsiteY1" fmla="*/ 69420 h 69420"/>
                    <a:gd name="connsiteX2" fmla="*/ 0 w 69420"/>
                    <a:gd name="connsiteY2" fmla="*/ 34710 h 69420"/>
                    <a:gd name="connsiteX3" fmla="*/ 34710 w 69420"/>
                    <a:gd name="connsiteY3" fmla="*/ 0 h 69420"/>
                    <a:gd name="connsiteX4" fmla="*/ 69420 w 69420"/>
                    <a:gd name="connsiteY4" fmla="*/ 34710 h 69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9420" h="69420">
                      <a:moveTo>
                        <a:pt x="69420" y="34710"/>
                      </a:moveTo>
                      <a:cubicBezTo>
                        <a:pt x="69420" y="53880"/>
                        <a:pt x="53880" y="69420"/>
                        <a:pt x="34710" y="69420"/>
                      </a:cubicBezTo>
                      <a:cubicBezTo>
                        <a:pt x="15540" y="69420"/>
                        <a:pt x="0" y="53880"/>
                        <a:pt x="0" y="34710"/>
                      </a:cubicBezTo>
                      <a:cubicBezTo>
                        <a:pt x="0" y="15540"/>
                        <a:pt x="15540" y="0"/>
                        <a:pt x="34710" y="0"/>
                      </a:cubicBezTo>
                      <a:cubicBezTo>
                        <a:pt x="53880" y="0"/>
                        <a:pt x="69420" y="15540"/>
                        <a:pt x="69420" y="3471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/>
                    </a:gs>
                    <a:gs pos="82000">
                      <a:schemeClr val="accent6">
                        <a:alpha val="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3822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/>
                <a:p>
                  <a:endParaRPr lang="en-US">
                    <a:latin typeface="Share Tech" panose="00000500000000000000" pitchFamily="2" charset="0"/>
                  </a:endParaRPr>
                </a:p>
              </p:txBody>
            </p:sp>
          </p:grpSp>
        </p:grp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D452627-788E-41BE-3A9D-6C40A20D5D4C}"/>
                </a:ext>
              </a:extLst>
            </p:cNvPr>
            <p:cNvGrpSpPr/>
            <p:nvPr userDrawn="1"/>
          </p:nvGrpSpPr>
          <p:grpSpPr>
            <a:xfrm flipH="1" flipV="1">
              <a:off x="10801350" y="5551658"/>
              <a:ext cx="1390650" cy="1306341"/>
              <a:chOff x="0" y="0"/>
              <a:chExt cx="2620521" cy="2461650"/>
            </a:xfrm>
          </p:grpSpPr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396948F5-DFE1-47DC-9C6E-ECB3387EF3C7}"/>
                  </a:ext>
                </a:extLst>
              </p:cNvPr>
              <p:cNvSpPr/>
              <p:nvPr/>
            </p:nvSpPr>
            <p:spPr>
              <a:xfrm flipH="1">
                <a:off x="1" y="1420008"/>
                <a:ext cx="550337" cy="379814"/>
              </a:xfrm>
              <a:custGeom>
                <a:avLst/>
                <a:gdLst>
                  <a:gd name="connsiteX0" fmla="*/ 641002 w 641002"/>
                  <a:gd name="connsiteY0" fmla="*/ 0 h 442386"/>
                  <a:gd name="connsiteX1" fmla="*/ 641002 w 641002"/>
                  <a:gd name="connsiteY1" fmla="*/ 37469 h 442386"/>
                  <a:gd name="connsiteX2" fmla="*/ 226860 w 641002"/>
                  <a:gd name="connsiteY2" fmla="*/ 442386 h 442386"/>
                  <a:gd name="connsiteX3" fmla="*/ 0 w 641002"/>
                  <a:gd name="connsiteY3" fmla="*/ 442386 h 442386"/>
                  <a:gd name="connsiteX4" fmla="*/ 0 w 641002"/>
                  <a:gd name="connsiteY4" fmla="*/ 415598 h 442386"/>
                  <a:gd name="connsiteX5" fmla="*/ 215953 w 641002"/>
                  <a:gd name="connsiteY5" fmla="*/ 415598 h 442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41002" h="442386">
                    <a:moveTo>
                      <a:pt x="641002" y="0"/>
                    </a:moveTo>
                    <a:lnTo>
                      <a:pt x="641002" y="37469"/>
                    </a:lnTo>
                    <a:lnTo>
                      <a:pt x="226860" y="442386"/>
                    </a:lnTo>
                    <a:lnTo>
                      <a:pt x="0" y="442386"/>
                    </a:lnTo>
                    <a:lnTo>
                      <a:pt x="0" y="415598"/>
                    </a:lnTo>
                    <a:lnTo>
                      <a:pt x="215953" y="41559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9057C385-5DC1-22DF-2137-24CF8517FA44}"/>
                  </a:ext>
                </a:extLst>
              </p:cNvPr>
              <p:cNvSpPr/>
              <p:nvPr/>
            </p:nvSpPr>
            <p:spPr>
              <a:xfrm flipH="1">
                <a:off x="1" y="1213277"/>
                <a:ext cx="1222019" cy="704828"/>
              </a:xfrm>
              <a:custGeom>
                <a:avLst/>
                <a:gdLst>
                  <a:gd name="connsiteX0" fmla="*/ 1423340 w 1423340"/>
                  <a:gd name="connsiteY0" fmla="*/ 0 h 820944"/>
                  <a:gd name="connsiteX1" fmla="*/ 1423340 w 1423340"/>
                  <a:gd name="connsiteY1" fmla="*/ 37887 h 820944"/>
                  <a:gd name="connsiteX2" fmla="*/ 1048654 w 1423340"/>
                  <a:gd name="connsiteY2" fmla="*/ 412573 h 820944"/>
                  <a:gd name="connsiteX3" fmla="*/ 559535 w 1423340"/>
                  <a:gd name="connsiteY3" fmla="*/ 412573 h 820944"/>
                  <a:gd name="connsiteX4" fmla="*/ 559535 w 1423340"/>
                  <a:gd name="connsiteY4" fmla="*/ 820944 h 820944"/>
                  <a:gd name="connsiteX5" fmla="*/ 0 w 1423340"/>
                  <a:gd name="connsiteY5" fmla="*/ 820944 h 820944"/>
                  <a:gd name="connsiteX6" fmla="*/ 0 w 1423340"/>
                  <a:gd name="connsiteY6" fmla="*/ 794155 h 820944"/>
                  <a:gd name="connsiteX7" fmla="*/ 532746 w 1423340"/>
                  <a:gd name="connsiteY7" fmla="*/ 794155 h 820944"/>
                  <a:gd name="connsiteX8" fmla="*/ 532746 w 1423340"/>
                  <a:gd name="connsiteY8" fmla="*/ 385785 h 820944"/>
                  <a:gd name="connsiteX9" fmla="*/ 1037556 w 1423340"/>
                  <a:gd name="connsiteY9" fmla="*/ 385785 h 820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23340" h="820944">
                    <a:moveTo>
                      <a:pt x="1423340" y="0"/>
                    </a:moveTo>
                    <a:lnTo>
                      <a:pt x="1423340" y="37887"/>
                    </a:lnTo>
                    <a:lnTo>
                      <a:pt x="1048654" y="412573"/>
                    </a:lnTo>
                    <a:lnTo>
                      <a:pt x="559535" y="412573"/>
                    </a:lnTo>
                    <a:lnTo>
                      <a:pt x="559535" y="820944"/>
                    </a:lnTo>
                    <a:lnTo>
                      <a:pt x="0" y="820944"/>
                    </a:lnTo>
                    <a:lnTo>
                      <a:pt x="0" y="794155"/>
                    </a:lnTo>
                    <a:lnTo>
                      <a:pt x="532746" y="794155"/>
                    </a:lnTo>
                    <a:lnTo>
                      <a:pt x="532746" y="385785"/>
                    </a:lnTo>
                    <a:lnTo>
                      <a:pt x="1037556" y="38578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4420D86-DFB6-8F1D-B6AA-A4ABDE8AEBDB}"/>
                  </a:ext>
                </a:extLst>
              </p:cNvPr>
              <p:cNvSpPr/>
              <p:nvPr/>
            </p:nvSpPr>
            <p:spPr>
              <a:xfrm flipH="1">
                <a:off x="0" y="1044329"/>
                <a:ext cx="689747" cy="383756"/>
              </a:xfrm>
              <a:custGeom>
                <a:avLst/>
                <a:gdLst>
                  <a:gd name="connsiteX0" fmla="*/ 803379 w 803379"/>
                  <a:gd name="connsiteY0" fmla="*/ 0 h 446978"/>
                  <a:gd name="connsiteX1" fmla="*/ 803379 w 803379"/>
                  <a:gd name="connsiteY1" fmla="*/ 37812 h 446978"/>
                  <a:gd name="connsiteX2" fmla="*/ 394250 w 803379"/>
                  <a:gd name="connsiteY2" fmla="*/ 446978 h 446978"/>
                  <a:gd name="connsiteX3" fmla="*/ 0 w 803379"/>
                  <a:gd name="connsiteY3" fmla="*/ 446978 h 446978"/>
                  <a:gd name="connsiteX4" fmla="*/ 0 w 803379"/>
                  <a:gd name="connsiteY4" fmla="*/ 420189 h 446978"/>
                  <a:gd name="connsiteX5" fmla="*/ 383152 w 803379"/>
                  <a:gd name="connsiteY5" fmla="*/ 420189 h 446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03379" h="446978">
                    <a:moveTo>
                      <a:pt x="803379" y="0"/>
                    </a:moveTo>
                    <a:lnTo>
                      <a:pt x="803379" y="37812"/>
                    </a:lnTo>
                    <a:lnTo>
                      <a:pt x="394250" y="446978"/>
                    </a:lnTo>
                    <a:lnTo>
                      <a:pt x="0" y="446978"/>
                    </a:lnTo>
                    <a:lnTo>
                      <a:pt x="0" y="420189"/>
                    </a:lnTo>
                    <a:lnTo>
                      <a:pt x="383152" y="420189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F0BCC106-9BF7-0AF2-271B-3D4C4B2108DB}"/>
                  </a:ext>
                </a:extLst>
              </p:cNvPr>
              <p:cNvSpPr/>
              <p:nvPr/>
            </p:nvSpPr>
            <p:spPr>
              <a:xfrm flipH="1">
                <a:off x="0" y="822024"/>
                <a:ext cx="1230168" cy="849888"/>
              </a:xfrm>
              <a:custGeom>
                <a:avLst/>
                <a:gdLst>
                  <a:gd name="connsiteX0" fmla="*/ 1432831 w 1432831"/>
                  <a:gd name="connsiteY0" fmla="*/ 0 h 989902"/>
                  <a:gd name="connsiteX1" fmla="*/ 1432831 w 1432831"/>
                  <a:gd name="connsiteY1" fmla="*/ 37886 h 989902"/>
                  <a:gd name="connsiteX2" fmla="*/ 991709 w 1432831"/>
                  <a:gd name="connsiteY2" fmla="*/ 479008 h 989902"/>
                  <a:gd name="connsiteX3" fmla="*/ 529876 w 1432831"/>
                  <a:gd name="connsiteY3" fmla="*/ 479008 h 989902"/>
                  <a:gd name="connsiteX4" fmla="*/ 18943 w 1432831"/>
                  <a:gd name="connsiteY4" fmla="*/ 989902 h 989902"/>
                  <a:gd name="connsiteX5" fmla="*/ 0 w 1432831"/>
                  <a:gd name="connsiteY5" fmla="*/ 970959 h 989902"/>
                  <a:gd name="connsiteX6" fmla="*/ 518778 w 1432831"/>
                  <a:gd name="connsiteY6" fmla="*/ 452220 h 989902"/>
                  <a:gd name="connsiteX7" fmla="*/ 980611 w 1432831"/>
                  <a:gd name="connsiteY7" fmla="*/ 452220 h 989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32831" h="989902">
                    <a:moveTo>
                      <a:pt x="1432831" y="0"/>
                    </a:moveTo>
                    <a:lnTo>
                      <a:pt x="1432831" y="37886"/>
                    </a:lnTo>
                    <a:lnTo>
                      <a:pt x="991709" y="479008"/>
                    </a:lnTo>
                    <a:lnTo>
                      <a:pt x="529876" y="479008"/>
                    </a:lnTo>
                    <a:lnTo>
                      <a:pt x="18943" y="989902"/>
                    </a:lnTo>
                    <a:lnTo>
                      <a:pt x="0" y="970959"/>
                    </a:lnTo>
                    <a:lnTo>
                      <a:pt x="518778" y="452220"/>
                    </a:lnTo>
                    <a:lnTo>
                      <a:pt x="980611" y="45222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5FCDFE25-E852-93E3-E26B-6DDF629888A2}"/>
                  </a:ext>
                </a:extLst>
              </p:cNvPr>
              <p:cNvSpPr/>
              <p:nvPr/>
            </p:nvSpPr>
            <p:spPr>
              <a:xfrm flipH="1">
                <a:off x="1" y="611285"/>
                <a:ext cx="604846" cy="447169"/>
              </a:xfrm>
              <a:custGeom>
                <a:avLst/>
                <a:gdLst>
                  <a:gd name="connsiteX0" fmla="*/ 704491 w 704491"/>
                  <a:gd name="connsiteY0" fmla="*/ 0 h 520837"/>
                  <a:gd name="connsiteX1" fmla="*/ 704491 w 704491"/>
                  <a:gd name="connsiteY1" fmla="*/ 37887 h 520837"/>
                  <a:gd name="connsiteX2" fmla="*/ 221540 w 704491"/>
                  <a:gd name="connsiteY2" fmla="*/ 520837 h 520837"/>
                  <a:gd name="connsiteX3" fmla="*/ 0 w 704491"/>
                  <a:gd name="connsiteY3" fmla="*/ 520837 h 520837"/>
                  <a:gd name="connsiteX4" fmla="*/ 0 w 704491"/>
                  <a:gd name="connsiteY4" fmla="*/ 494049 h 520837"/>
                  <a:gd name="connsiteX5" fmla="*/ 210443 w 704491"/>
                  <a:gd name="connsiteY5" fmla="*/ 494049 h 520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4491" h="520837">
                    <a:moveTo>
                      <a:pt x="704491" y="0"/>
                    </a:moveTo>
                    <a:lnTo>
                      <a:pt x="704491" y="37887"/>
                    </a:lnTo>
                    <a:lnTo>
                      <a:pt x="221540" y="520837"/>
                    </a:lnTo>
                    <a:lnTo>
                      <a:pt x="0" y="520837"/>
                    </a:lnTo>
                    <a:lnTo>
                      <a:pt x="0" y="494049"/>
                    </a:lnTo>
                    <a:lnTo>
                      <a:pt x="210443" y="494049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7819E880-7C0C-FD98-401B-E7D56C7DF77B}"/>
                  </a:ext>
                </a:extLst>
              </p:cNvPr>
              <p:cNvSpPr/>
              <p:nvPr/>
            </p:nvSpPr>
            <p:spPr>
              <a:xfrm flipH="1">
                <a:off x="1" y="359012"/>
                <a:ext cx="1230168" cy="938042"/>
              </a:xfrm>
              <a:custGeom>
                <a:avLst/>
                <a:gdLst>
                  <a:gd name="connsiteX0" fmla="*/ 1432831 w 1432831"/>
                  <a:gd name="connsiteY0" fmla="*/ 0 h 1092579"/>
                  <a:gd name="connsiteX1" fmla="*/ 1432831 w 1432831"/>
                  <a:gd name="connsiteY1" fmla="*/ 37886 h 1092579"/>
                  <a:gd name="connsiteX2" fmla="*/ 886469 w 1432831"/>
                  <a:gd name="connsiteY2" fmla="*/ 584249 h 1092579"/>
                  <a:gd name="connsiteX3" fmla="*/ 527312 w 1432831"/>
                  <a:gd name="connsiteY3" fmla="*/ 584249 h 1092579"/>
                  <a:gd name="connsiteX4" fmla="*/ 18943 w 1432831"/>
                  <a:gd name="connsiteY4" fmla="*/ 1092579 h 1092579"/>
                  <a:gd name="connsiteX5" fmla="*/ 0 w 1432831"/>
                  <a:gd name="connsiteY5" fmla="*/ 1073636 h 1092579"/>
                  <a:gd name="connsiteX6" fmla="*/ 516214 w 1432831"/>
                  <a:gd name="connsiteY6" fmla="*/ 557460 h 1092579"/>
                  <a:gd name="connsiteX7" fmla="*/ 875371 w 1432831"/>
                  <a:gd name="connsiteY7" fmla="*/ 557460 h 1092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32831" h="1092579">
                    <a:moveTo>
                      <a:pt x="1432831" y="0"/>
                    </a:moveTo>
                    <a:lnTo>
                      <a:pt x="1432831" y="37886"/>
                    </a:lnTo>
                    <a:lnTo>
                      <a:pt x="886469" y="584249"/>
                    </a:lnTo>
                    <a:lnTo>
                      <a:pt x="527312" y="584249"/>
                    </a:lnTo>
                    <a:lnTo>
                      <a:pt x="18943" y="1092579"/>
                    </a:lnTo>
                    <a:lnTo>
                      <a:pt x="0" y="1073636"/>
                    </a:lnTo>
                    <a:lnTo>
                      <a:pt x="516214" y="557460"/>
                    </a:lnTo>
                    <a:lnTo>
                      <a:pt x="875371" y="55746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CDDBD209-6D45-2FB9-20F0-FFBDB2C74103}"/>
                  </a:ext>
                </a:extLst>
              </p:cNvPr>
              <p:cNvSpPr/>
              <p:nvPr/>
            </p:nvSpPr>
            <p:spPr>
              <a:xfrm flipH="1">
                <a:off x="0" y="63798"/>
                <a:ext cx="900652" cy="752602"/>
              </a:xfrm>
              <a:custGeom>
                <a:avLst/>
                <a:gdLst>
                  <a:gd name="connsiteX0" fmla="*/ 1049029 w 1049029"/>
                  <a:gd name="connsiteY0" fmla="*/ 0 h 876589"/>
                  <a:gd name="connsiteX1" fmla="*/ 1049029 w 1049029"/>
                  <a:gd name="connsiteY1" fmla="*/ 37849 h 876589"/>
                  <a:gd name="connsiteX2" fmla="*/ 612002 w 1049029"/>
                  <a:gd name="connsiteY2" fmla="*/ 474876 h 876589"/>
                  <a:gd name="connsiteX3" fmla="*/ 420655 w 1049029"/>
                  <a:gd name="connsiteY3" fmla="*/ 474876 h 876589"/>
                  <a:gd name="connsiteX4" fmla="*/ 18943 w 1049029"/>
                  <a:gd name="connsiteY4" fmla="*/ 876589 h 876589"/>
                  <a:gd name="connsiteX5" fmla="*/ 0 w 1049029"/>
                  <a:gd name="connsiteY5" fmla="*/ 857645 h 876589"/>
                  <a:gd name="connsiteX6" fmla="*/ 409558 w 1049029"/>
                  <a:gd name="connsiteY6" fmla="*/ 448088 h 876589"/>
                  <a:gd name="connsiteX7" fmla="*/ 600904 w 1049029"/>
                  <a:gd name="connsiteY7" fmla="*/ 448088 h 876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49029" h="876589">
                    <a:moveTo>
                      <a:pt x="1049029" y="0"/>
                    </a:moveTo>
                    <a:lnTo>
                      <a:pt x="1049029" y="37849"/>
                    </a:lnTo>
                    <a:lnTo>
                      <a:pt x="612002" y="474876"/>
                    </a:lnTo>
                    <a:lnTo>
                      <a:pt x="420655" y="474876"/>
                    </a:lnTo>
                    <a:lnTo>
                      <a:pt x="18943" y="876589"/>
                    </a:lnTo>
                    <a:lnTo>
                      <a:pt x="0" y="857645"/>
                    </a:lnTo>
                    <a:lnTo>
                      <a:pt x="409558" y="448088"/>
                    </a:lnTo>
                    <a:lnTo>
                      <a:pt x="600904" y="448088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0BD325DF-30ED-5009-117D-54E181901F1D}"/>
                  </a:ext>
                </a:extLst>
              </p:cNvPr>
              <p:cNvSpPr/>
              <p:nvPr/>
            </p:nvSpPr>
            <p:spPr>
              <a:xfrm flipH="1">
                <a:off x="484805" y="0"/>
                <a:ext cx="935931" cy="1150614"/>
              </a:xfrm>
              <a:custGeom>
                <a:avLst/>
                <a:gdLst>
                  <a:gd name="connsiteX0" fmla="*/ 1052237 w 1090121"/>
                  <a:gd name="connsiteY0" fmla="*/ 0 h 1340171"/>
                  <a:gd name="connsiteX1" fmla="*/ 1090121 w 1090121"/>
                  <a:gd name="connsiteY1" fmla="*/ 0 h 1340171"/>
                  <a:gd name="connsiteX2" fmla="*/ 567380 w 1090121"/>
                  <a:gd name="connsiteY2" fmla="*/ 522741 h 1340171"/>
                  <a:gd name="connsiteX3" fmla="*/ 567380 w 1090121"/>
                  <a:gd name="connsiteY3" fmla="*/ 791735 h 1340171"/>
                  <a:gd name="connsiteX4" fmla="*/ 563476 w 1090121"/>
                  <a:gd name="connsiteY4" fmla="*/ 795639 h 1340171"/>
                  <a:gd name="connsiteX5" fmla="*/ 18943 w 1090121"/>
                  <a:gd name="connsiteY5" fmla="*/ 1340171 h 1340171"/>
                  <a:gd name="connsiteX6" fmla="*/ 0 w 1090121"/>
                  <a:gd name="connsiteY6" fmla="*/ 1321228 h 1340171"/>
                  <a:gd name="connsiteX7" fmla="*/ 540591 w 1090121"/>
                  <a:gd name="connsiteY7" fmla="*/ 780637 h 1340171"/>
                  <a:gd name="connsiteX8" fmla="*/ 540591 w 1090121"/>
                  <a:gd name="connsiteY8" fmla="*/ 511643 h 1340171"/>
                  <a:gd name="connsiteX9" fmla="*/ 544533 w 1090121"/>
                  <a:gd name="connsiteY9" fmla="*/ 507739 h 13401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90121" h="1340171">
                    <a:moveTo>
                      <a:pt x="1052237" y="0"/>
                    </a:moveTo>
                    <a:lnTo>
                      <a:pt x="1090121" y="0"/>
                    </a:lnTo>
                    <a:lnTo>
                      <a:pt x="567380" y="522741"/>
                    </a:lnTo>
                    <a:lnTo>
                      <a:pt x="567380" y="791735"/>
                    </a:lnTo>
                    <a:lnTo>
                      <a:pt x="563476" y="795639"/>
                    </a:lnTo>
                    <a:lnTo>
                      <a:pt x="18943" y="1340171"/>
                    </a:lnTo>
                    <a:lnTo>
                      <a:pt x="0" y="1321228"/>
                    </a:lnTo>
                    <a:lnTo>
                      <a:pt x="540591" y="780637"/>
                    </a:lnTo>
                    <a:lnTo>
                      <a:pt x="540591" y="511643"/>
                    </a:lnTo>
                    <a:lnTo>
                      <a:pt x="544533" y="507739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B2AAC7D0-0EFB-D473-87C5-887FCE82F48B}"/>
                  </a:ext>
                </a:extLst>
              </p:cNvPr>
              <p:cNvSpPr/>
              <p:nvPr/>
            </p:nvSpPr>
            <p:spPr>
              <a:xfrm flipH="1">
                <a:off x="728862" y="1"/>
                <a:ext cx="419232" cy="629907"/>
              </a:xfrm>
              <a:custGeom>
                <a:avLst/>
                <a:gdLst>
                  <a:gd name="connsiteX0" fmla="*/ 450412 w 488298"/>
                  <a:gd name="connsiteY0" fmla="*/ 0 h 733681"/>
                  <a:gd name="connsiteX1" fmla="*/ 488298 w 488298"/>
                  <a:gd name="connsiteY1" fmla="*/ 0 h 733681"/>
                  <a:gd name="connsiteX2" fmla="*/ 26788 w 488298"/>
                  <a:gd name="connsiteY2" fmla="*/ 461510 h 733681"/>
                  <a:gd name="connsiteX3" fmla="*/ 26788 w 488298"/>
                  <a:gd name="connsiteY3" fmla="*/ 733681 h 733681"/>
                  <a:gd name="connsiteX4" fmla="*/ 0 w 488298"/>
                  <a:gd name="connsiteY4" fmla="*/ 733681 h 733681"/>
                  <a:gd name="connsiteX5" fmla="*/ 0 w 488298"/>
                  <a:gd name="connsiteY5" fmla="*/ 450412 h 733681"/>
                  <a:gd name="connsiteX6" fmla="*/ 3904 w 488298"/>
                  <a:gd name="connsiteY6" fmla="*/ 446509 h 733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8298" h="733681">
                    <a:moveTo>
                      <a:pt x="450412" y="0"/>
                    </a:moveTo>
                    <a:lnTo>
                      <a:pt x="488298" y="0"/>
                    </a:lnTo>
                    <a:lnTo>
                      <a:pt x="26788" y="461510"/>
                    </a:lnTo>
                    <a:lnTo>
                      <a:pt x="26788" y="733681"/>
                    </a:lnTo>
                    <a:lnTo>
                      <a:pt x="0" y="733681"/>
                    </a:lnTo>
                    <a:lnTo>
                      <a:pt x="0" y="450412"/>
                    </a:lnTo>
                    <a:lnTo>
                      <a:pt x="3904" y="446509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B48EF7B2-7BC3-1F58-6397-EB704CB51D90}"/>
                  </a:ext>
                </a:extLst>
              </p:cNvPr>
              <p:cNvSpPr/>
              <p:nvPr/>
            </p:nvSpPr>
            <p:spPr>
              <a:xfrm flipH="1">
                <a:off x="973904" y="0"/>
                <a:ext cx="777268" cy="1150614"/>
              </a:xfrm>
              <a:custGeom>
                <a:avLst/>
                <a:gdLst>
                  <a:gd name="connsiteX0" fmla="*/ 867435 w 905318"/>
                  <a:gd name="connsiteY0" fmla="*/ 0 h 1340171"/>
                  <a:gd name="connsiteX1" fmla="*/ 905318 w 905318"/>
                  <a:gd name="connsiteY1" fmla="*/ 0 h 1340171"/>
                  <a:gd name="connsiteX2" fmla="*/ 500676 w 905318"/>
                  <a:gd name="connsiteY2" fmla="*/ 404641 h 1340171"/>
                  <a:gd name="connsiteX3" fmla="*/ 500676 w 905318"/>
                  <a:gd name="connsiteY3" fmla="*/ 858399 h 1340171"/>
                  <a:gd name="connsiteX4" fmla="*/ 496773 w 905318"/>
                  <a:gd name="connsiteY4" fmla="*/ 862341 h 1340171"/>
                  <a:gd name="connsiteX5" fmla="*/ 18943 w 905318"/>
                  <a:gd name="connsiteY5" fmla="*/ 1340171 h 1340171"/>
                  <a:gd name="connsiteX6" fmla="*/ 0 w 905318"/>
                  <a:gd name="connsiteY6" fmla="*/ 1321227 h 1340171"/>
                  <a:gd name="connsiteX7" fmla="*/ 473888 w 905318"/>
                  <a:gd name="connsiteY7" fmla="*/ 847301 h 1340171"/>
                  <a:gd name="connsiteX8" fmla="*/ 473888 w 905318"/>
                  <a:gd name="connsiteY8" fmla="*/ 393543 h 1340171"/>
                  <a:gd name="connsiteX9" fmla="*/ 477830 w 905318"/>
                  <a:gd name="connsiteY9" fmla="*/ 389640 h 13401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05318" h="1340171">
                    <a:moveTo>
                      <a:pt x="867435" y="0"/>
                    </a:moveTo>
                    <a:lnTo>
                      <a:pt x="905318" y="0"/>
                    </a:lnTo>
                    <a:lnTo>
                      <a:pt x="500676" y="404641"/>
                    </a:lnTo>
                    <a:lnTo>
                      <a:pt x="500676" y="858399"/>
                    </a:lnTo>
                    <a:lnTo>
                      <a:pt x="496773" y="862341"/>
                    </a:lnTo>
                    <a:lnTo>
                      <a:pt x="18943" y="1340171"/>
                    </a:lnTo>
                    <a:lnTo>
                      <a:pt x="0" y="1321227"/>
                    </a:lnTo>
                    <a:lnTo>
                      <a:pt x="473888" y="847301"/>
                    </a:lnTo>
                    <a:lnTo>
                      <a:pt x="473888" y="393543"/>
                    </a:lnTo>
                    <a:lnTo>
                      <a:pt x="477830" y="38964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838C53A0-679C-97FC-F2BD-7A88832B496E}"/>
                  </a:ext>
                </a:extLst>
              </p:cNvPr>
              <p:cNvSpPr/>
              <p:nvPr/>
            </p:nvSpPr>
            <p:spPr>
              <a:xfrm flipH="1">
                <a:off x="1333418" y="0"/>
                <a:ext cx="697098" cy="1142465"/>
              </a:xfrm>
              <a:custGeom>
                <a:avLst/>
                <a:gdLst>
                  <a:gd name="connsiteX0" fmla="*/ 774054 w 811941"/>
                  <a:gd name="connsiteY0" fmla="*/ 0 h 1330680"/>
                  <a:gd name="connsiteX1" fmla="*/ 811941 w 811941"/>
                  <a:gd name="connsiteY1" fmla="*/ 0 h 1330680"/>
                  <a:gd name="connsiteX2" fmla="*/ 437915 w 811941"/>
                  <a:gd name="connsiteY2" fmla="*/ 374026 h 1330680"/>
                  <a:gd name="connsiteX3" fmla="*/ 437915 w 811941"/>
                  <a:gd name="connsiteY3" fmla="*/ 869536 h 1330680"/>
                  <a:gd name="connsiteX4" fmla="*/ 26788 w 811941"/>
                  <a:gd name="connsiteY4" fmla="*/ 869536 h 1330680"/>
                  <a:gd name="connsiteX5" fmla="*/ 26788 w 811941"/>
                  <a:gd name="connsiteY5" fmla="*/ 1330680 h 1330680"/>
                  <a:gd name="connsiteX6" fmla="*/ 0 w 811941"/>
                  <a:gd name="connsiteY6" fmla="*/ 1330680 h 1330680"/>
                  <a:gd name="connsiteX7" fmla="*/ 0 w 811941"/>
                  <a:gd name="connsiteY7" fmla="*/ 842747 h 1330680"/>
                  <a:gd name="connsiteX8" fmla="*/ 411127 w 811941"/>
                  <a:gd name="connsiteY8" fmla="*/ 842747 h 1330680"/>
                  <a:gd name="connsiteX9" fmla="*/ 411127 w 811941"/>
                  <a:gd name="connsiteY9" fmla="*/ 362928 h 1330680"/>
                  <a:gd name="connsiteX10" fmla="*/ 415030 w 811941"/>
                  <a:gd name="connsiteY10" fmla="*/ 359024 h 1330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11941" h="1330680">
                    <a:moveTo>
                      <a:pt x="774054" y="0"/>
                    </a:moveTo>
                    <a:lnTo>
                      <a:pt x="811941" y="0"/>
                    </a:lnTo>
                    <a:lnTo>
                      <a:pt x="437915" y="374026"/>
                    </a:lnTo>
                    <a:lnTo>
                      <a:pt x="437915" y="869536"/>
                    </a:lnTo>
                    <a:lnTo>
                      <a:pt x="26788" y="869536"/>
                    </a:lnTo>
                    <a:lnTo>
                      <a:pt x="26788" y="1330680"/>
                    </a:lnTo>
                    <a:lnTo>
                      <a:pt x="0" y="1330680"/>
                    </a:lnTo>
                    <a:lnTo>
                      <a:pt x="0" y="842747"/>
                    </a:lnTo>
                    <a:lnTo>
                      <a:pt x="411127" y="842747"/>
                    </a:lnTo>
                    <a:lnTo>
                      <a:pt x="411127" y="362928"/>
                    </a:lnTo>
                    <a:lnTo>
                      <a:pt x="415030" y="359024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683AEBC9-F784-76B6-65F8-E51DA5A5EA52}"/>
                  </a:ext>
                </a:extLst>
              </p:cNvPr>
              <p:cNvSpPr/>
              <p:nvPr/>
            </p:nvSpPr>
            <p:spPr>
              <a:xfrm flipH="1">
                <a:off x="2168913" y="0"/>
                <a:ext cx="325741" cy="309478"/>
              </a:xfrm>
              <a:custGeom>
                <a:avLst/>
                <a:gdLst>
                  <a:gd name="connsiteX0" fmla="*/ 341521 w 379405"/>
                  <a:gd name="connsiteY0" fmla="*/ 0 h 360463"/>
                  <a:gd name="connsiteX1" fmla="*/ 379405 w 379405"/>
                  <a:gd name="connsiteY1" fmla="*/ 0 h 360463"/>
                  <a:gd name="connsiteX2" fmla="*/ 18942 w 379405"/>
                  <a:gd name="connsiteY2" fmla="*/ 360463 h 360463"/>
                  <a:gd name="connsiteX3" fmla="*/ 0 w 379405"/>
                  <a:gd name="connsiteY3" fmla="*/ 341521 h 3604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9405" h="360463">
                    <a:moveTo>
                      <a:pt x="341521" y="0"/>
                    </a:moveTo>
                    <a:lnTo>
                      <a:pt x="379405" y="0"/>
                    </a:lnTo>
                    <a:lnTo>
                      <a:pt x="18942" y="360463"/>
                    </a:lnTo>
                    <a:lnTo>
                      <a:pt x="0" y="341521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33254653-929E-211F-E32D-BF3FBE02F335}"/>
                  </a:ext>
                </a:extLst>
              </p:cNvPr>
              <p:cNvSpPr/>
              <p:nvPr/>
            </p:nvSpPr>
            <p:spPr>
              <a:xfrm flipH="1">
                <a:off x="1776507" y="1"/>
                <a:ext cx="791382" cy="775120"/>
              </a:xfrm>
              <a:custGeom>
                <a:avLst/>
                <a:gdLst>
                  <a:gd name="connsiteX0" fmla="*/ 883874 w 921758"/>
                  <a:gd name="connsiteY0" fmla="*/ 0 h 902817"/>
                  <a:gd name="connsiteX1" fmla="*/ 921758 w 921758"/>
                  <a:gd name="connsiteY1" fmla="*/ 0 h 902817"/>
                  <a:gd name="connsiteX2" fmla="*/ 18942 w 921758"/>
                  <a:gd name="connsiteY2" fmla="*/ 902817 h 902817"/>
                  <a:gd name="connsiteX3" fmla="*/ 0 w 921758"/>
                  <a:gd name="connsiteY3" fmla="*/ 883875 h 9028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21758" h="902817">
                    <a:moveTo>
                      <a:pt x="883874" y="0"/>
                    </a:moveTo>
                    <a:lnTo>
                      <a:pt x="921758" y="0"/>
                    </a:lnTo>
                    <a:lnTo>
                      <a:pt x="18942" y="902817"/>
                    </a:lnTo>
                    <a:lnTo>
                      <a:pt x="0" y="883875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520CC797-0E90-6535-6A27-C46E8C9F3E8C}"/>
                  </a:ext>
                </a:extLst>
              </p:cNvPr>
              <p:cNvSpPr/>
              <p:nvPr/>
            </p:nvSpPr>
            <p:spPr>
              <a:xfrm flipH="1">
                <a:off x="1543700" y="0"/>
                <a:ext cx="467826" cy="551281"/>
              </a:xfrm>
              <a:custGeom>
                <a:avLst/>
                <a:gdLst>
                  <a:gd name="connsiteX0" fmla="*/ 507012 w 544898"/>
                  <a:gd name="connsiteY0" fmla="*/ 0 h 642102"/>
                  <a:gd name="connsiteX1" fmla="*/ 544898 w 544898"/>
                  <a:gd name="connsiteY1" fmla="*/ 0 h 642102"/>
                  <a:gd name="connsiteX2" fmla="*/ 177416 w 544898"/>
                  <a:gd name="connsiteY2" fmla="*/ 367482 h 642102"/>
                  <a:gd name="connsiteX3" fmla="*/ 177416 w 544898"/>
                  <a:gd name="connsiteY3" fmla="*/ 642102 h 642102"/>
                  <a:gd name="connsiteX4" fmla="*/ 0 w 544898"/>
                  <a:gd name="connsiteY4" fmla="*/ 642102 h 642102"/>
                  <a:gd name="connsiteX5" fmla="*/ 0 w 544898"/>
                  <a:gd name="connsiteY5" fmla="*/ 615314 h 642102"/>
                  <a:gd name="connsiteX6" fmla="*/ 150628 w 544898"/>
                  <a:gd name="connsiteY6" fmla="*/ 615314 h 642102"/>
                  <a:gd name="connsiteX7" fmla="*/ 150628 w 544898"/>
                  <a:gd name="connsiteY7" fmla="*/ 356384 h 642102"/>
                  <a:gd name="connsiteX8" fmla="*/ 154569 w 544898"/>
                  <a:gd name="connsiteY8" fmla="*/ 352442 h 642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44898" h="642102">
                    <a:moveTo>
                      <a:pt x="507012" y="0"/>
                    </a:moveTo>
                    <a:lnTo>
                      <a:pt x="544898" y="0"/>
                    </a:lnTo>
                    <a:lnTo>
                      <a:pt x="177416" y="367482"/>
                    </a:lnTo>
                    <a:lnTo>
                      <a:pt x="177416" y="642102"/>
                    </a:lnTo>
                    <a:lnTo>
                      <a:pt x="0" y="642102"/>
                    </a:lnTo>
                    <a:lnTo>
                      <a:pt x="0" y="615314"/>
                    </a:lnTo>
                    <a:lnTo>
                      <a:pt x="150628" y="615314"/>
                    </a:lnTo>
                    <a:lnTo>
                      <a:pt x="150628" y="356384"/>
                    </a:lnTo>
                    <a:lnTo>
                      <a:pt x="154569" y="352442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B02D10BF-2A44-9723-D632-FF4F41ADC300}"/>
                  </a:ext>
                </a:extLst>
              </p:cNvPr>
              <p:cNvSpPr/>
              <p:nvPr/>
            </p:nvSpPr>
            <p:spPr>
              <a:xfrm flipH="1">
                <a:off x="0" y="1598168"/>
                <a:ext cx="795037" cy="810748"/>
              </a:xfrm>
              <a:custGeom>
                <a:avLst/>
                <a:gdLst>
                  <a:gd name="connsiteX0" fmla="*/ 926014 w 926014"/>
                  <a:gd name="connsiteY0" fmla="*/ 0 h 944315"/>
                  <a:gd name="connsiteX1" fmla="*/ 926014 w 926014"/>
                  <a:gd name="connsiteY1" fmla="*/ 37870 h 944315"/>
                  <a:gd name="connsiteX2" fmla="*/ 18935 w 926014"/>
                  <a:gd name="connsiteY2" fmla="*/ 944315 h 944315"/>
                  <a:gd name="connsiteX3" fmla="*/ 0 w 926014"/>
                  <a:gd name="connsiteY3" fmla="*/ 925367 h 944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26014" h="944315">
                    <a:moveTo>
                      <a:pt x="926014" y="0"/>
                    </a:moveTo>
                    <a:lnTo>
                      <a:pt x="926014" y="37870"/>
                    </a:lnTo>
                    <a:lnTo>
                      <a:pt x="18935" y="944315"/>
                    </a:lnTo>
                    <a:lnTo>
                      <a:pt x="0" y="925367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A3B94C3B-382E-ACBF-0CB1-11E1D834ED65}"/>
                  </a:ext>
                </a:extLst>
              </p:cNvPr>
              <p:cNvSpPr/>
              <p:nvPr/>
            </p:nvSpPr>
            <p:spPr>
              <a:xfrm flipH="1">
                <a:off x="0" y="1994158"/>
                <a:ext cx="334409" cy="338820"/>
              </a:xfrm>
              <a:custGeom>
                <a:avLst/>
                <a:gdLst>
                  <a:gd name="connsiteX0" fmla="*/ 389501 w 389501"/>
                  <a:gd name="connsiteY0" fmla="*/ 0 h 394639"/>
                  <a:gd name="connsiteX1" fmla="*/ 389501 w 389501"/>
                  <a:gd name="connsiteY1" fmla="*/ 37202 h 394639"/>
                  <a:gd name="connsiteX2" fmla="*/ 18588 w 389501"/>
                  <a:gd name="connsiteY2" fmla="*/ 394639 h 394639"/>
                  <a:gd name="connsiteX3" fmla="*/ 0 w 389501"/>
                  <a:gd name="connsiteY3" fmla="*/ 375350 h 3946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9501" h="394639">
                    <a:moveTo>
                      <a:pt x="389501" y="0"/>
                    </a:moveTo>
                    <a:lnTo>
                      <a:pt x="389501" y="37202"/>
                    </a:lnTo>
                    <a:lnTo>
                      <a:pt x="18588" y="394639"/>
                    </a:lnTo>
                    <a:lnTo>
                      <a:pt x="0" y="37535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10800000" scaled="1"/>
                <a:tileRect/>
              </a:gradFill>
              <a:ln w="354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1AE124F7-E813-091A-9C6B-D9E538701A6F}"/>
                  </a:ext>
                </a:extLst>
              </p:cNvPr>
              <p:cNvSpPr/>
              <p:nvPr/>
            </p:nvSpPr>
            <p:spPr>
              <a:xfrm>
                <a:off x="2420584" y="245715"/>
                <a:ext cx="121575" cy="121575"/>
              </a:xfrm>
              <a:custGeom>
                <a:avLst/>
                <a:gdLst>
                  <a:gd name="connsiteX0" fmla="*/ 117027 w 117027"/>
                  <a:gd name="connsiteY0" fmla="*/ 58514 h 117027"/>
                  <a:gd name="connsiteX1" fmla="*/ 58514 w 117027"/>
                  <a:gd name="connsiteY1" fmla="*/ 117027 h 117027"/>
                  <a:gd name="connsiteX2" fmla="*/ 0 w 117027"/>
                  <a:gd name="connsiteY2" fmla="*/ 58514 h 117027"/>
                  <a:gd name="connsiteX3" fmla="*/ 58514 w 117027"/>
                  <a:gd name="connsiteY3" fmla="*/ 0 h 117027"/>
                  <a:gd name="connsiteX4" fmla="*/ 117027 w 117027"/>
                  <a:gd name="connsiteY4" fmla="*/ 58514 h 1170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027" h="117027">
                    <a:moveTo>
                      <a:pt x="117027" y="58514"/>
                    </a:moveTo>
                    <a:cubicBezTo>
                      <a:pt x="117027" y="90830"/>
                      <a:pt x="90830" y="117027"/>
                      <a:pt x="58514" y="117027"/>
                    </a:cubicBezTo>
                    <a:cubicBezTo>
                      <a:pt x="26197" y="117027"/>
                      <a:pt x="0" y="90830"/>
                      <a:pt x="0" y="58514"/>
                    </a:cubicBezTo>
                    <a:cubicBezTo>
                      <a:pt x="0" y="26197"/>
                      <a:pt x="26197" y="0"/>
                      <a:pt x="58514" y="0"/>
                    </a:cubicBezTo>
                    <a:cubicBezTo>
                      <a:pt x="90830" y="0"/>
                      <a:pt x="117027" y="26197"/>
                      <a:pt x="117027" y="5851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1970A4C2-0A11-DB8B-A1D9-3EC8C25AEABA}"/>
                  </a:ext>
                </a:extLst>
              </p:cNvPr>
              <p:cNvSpPr/>
              <p:nvPr/>
            </p:nvSpPr>
            <p:spPr>
              <a:xfrm>
                <a:off x="2498946" y="706196"/>
                <a:ext cx="121575" cy="121575"/>
              </a:xfrm>
              <a:custGeom>
                <a:avLst/>
                <a:gdLst>
                  <a:gd name="connsiteX0" fmla="*/ 117027 w 117027"/>
                  <a:gd name="connsiteY0" fmla="*/ 58514 h 117027"/>
                  <a:gd name="connsiteX1" fmla="*/ 58514 w 117027"/>
                  <a:gd name="connsiteY1" fmla="*/ 117027 h 117027"/>
                  <a:gd name="connsiteX2" fmla="*/ 0 w 117027"/>
                  <a:gd name="connsiteY2" fmla="*/ 58514 h 117027"/>
                  <a:gd name="connsiteX3" fmla="*/ 58514 w 117027"/>
                  <a:gd name="connsiteY3" fmla="*/ 0 h 117027"/>
                  <a:gd name="connsiteX4" fmla="*/ 117027 w 117027"/>
                  <a:gd name="connsiteY4" fmla="*/ 58514 h 1170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027" h="117027">
                    <a:moveTo>
                      <a:pt x="117027" y="58514"/>
                    </a:moveTo>
                    <a:cubicBezTo>
                      <a:pt x="117027" y="90830"/>
                      <a:pt x="90830" y="117027"/>
                      <a:pt x="58514" y="117027"/>
                    </a:cubicBezTo>
                    <a:cubicBezTo>
                      <a:pt x="26197" y="117027"/>
                      <a:pt x="0" y="90830"/>
                      <a:pt x="0" y="58514"/>
                    </a:cubicBezTo>
                    <a:cubicBezTo>
                      <a:pt x="0" y="26198"/>
                      <a:pt x="26197" y="0"/>
                      <a:pt x="58514" y="0"/>
                    </a:cubicBezTo>
                    <a:cubicBezTo>
                      <a:pt x="90830" y="0"/>
                      <a:pt x="117027" y="26198"/>
                      <a:pt x="117027" y="5851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10A7D0D4-A358-0EF9-311A-16FE3533235F}"/>
                  </a:ext>
                </a:extLst>
              </p:cNvPr>
              <p:cNvSpPr/>
              <p:nvPr/>
            </p:nvSpPr>
            <p:spPr>
              <a:xfrm>
                <a:off x="1958229" y="1081678"/>
                <a:ext cx="121575" cy="121575"/>
              </a:xfrm>
              <a:custGeom>
                <a:avLst/>
                <a:gdLst>
                  <a:gd name="connsiteX0" fmla="*/ 117027 w 117027"/>
                  <a:gd name="connsiteY0" fmla="*/ 58514 h 117027"/>
                  <a:gd name="connsiteX1" fmla="*/ 58514 w 117027"/>
                  <a:gd name="connsiteY1" fmla="*/ 117027 h 117027"/>
                  <a:gd name="connsiteX2" fmla="*/ 0 w 117027"/>
                  <a:gd name="connsiteY2" fmla="*/ 58514 h 117027"/>
                  <a:gd name="connsiteX3" fmla="*/ 58514 w 117027"/>
                  <a:gd name="connsiteY3" fmla="*/ 0 h 117027"/>
                  <a:gd name="connsiteX4" fmla="*/ 117027 w 117027"/>
                  <a:gd name="connsiteY4" fmla="*/ 58514 h 1170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027" h="117027">
                    <a:moveTo>
                      <a:pt x="117027" y="58514"/>
                    </a:moveTo>
                    <a:cubicBezTo>
                      <a:pt x="117027" y="90830"/>
                      <a:pt x="90830" y="117027"/>
                      <a:pt x="58514" y="117027"/>
                    </a:cubicBezTo>
                    <a:cubicBezTo>
                      <a:pt x="26197" y="117027"/>
                      <a:pt x="0" y="90830"/>
                      <a:pt x="0" y="58514"/>
                    </a:cubicBezTo>
                    <a:cubicBezTo>
                      <a:pt x="0" y="26197"/>
                      <a:pt x="26197" y="0"/>
                      <a:pt x="58514" y="0"/>
                    </a:cubicBezTo>
                    <a:cubicBezTo>
                      <a:pt x="90830" y="0"/>
                      <a:pt x="117027" y="26197"/>
                      <a:pt x="117027" y="5851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3D4D5CF4-22F7-67A5-ADB3-5B380E3962CA}"/>
                  </a:ext>
                </a:extLst>
              </p:cNvPr>
              <p:cNvSpPr/>
              <p:nvPr/>
            </p:nvSpPr>
            <p:spPr>
              <a:xfrm>
                <a:off x="1678951" y="1081678"/>
                <a:ext cx="121575" cy="121575"/>
              </a:xfrm>
              <a:custGeom>
                <a:avLst/>
                <a:gdLst>
                  <a:gd name="connsiteX0" fmla="*/ 117027 w 117027"/>
                  <a:gd name="connsiteY0" fmla="*/ 58514 h 117027"/>
                  <a:gd name="connsiteX1" fmla="*/ 58514 w 117027"/>
                  <a:gd name="connsiteY1" fmla="*/ 117027 h 117027"/>
                  <a:gd name="connsiteX2" fmla="*/ 0 w 117027"/>
                  <a:gd name="connsiteY2" fmla="*/ 58514 h 117027"/>
                  <a:gd name="connsiteX3" fmla="*/ 58514 w 117027"/>
                  <a:gd name="connsiteY3" fmla="*/ 0 h 117027"/>
                  <a:gd name="connsiteX4" fmla="*/ 117027 w 117027"/>
                  <a:gd name="connsiteY4" fmla="*/ 58514 h 1170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027" h="117027">
                    <a:moveTo>
                      <a:pt x="117027" y="58514"/>
                    </a:moveTo>
                    <a:cubicBezTo>
                      <a:pt x="117027" y="90830"/>
                      <a:pt x="90830" y="117027"/>
                      <a:pt x="58514" y="117027"/>
                    </a:cubicBezTo>
                    <a:cubicBezTo>
                      <a:pt x="26197" y="117027"/>
                      <a:pt x="0" y="90830"/>
                      <a:pt x="0" y="58514"/>
                    </a:cubicBezTo>
                    <a:cubicBezTo>
                      <a:pt x="0" y="26197"/>
                      <a:pt x="26197" y="0"/>
                      <a:pt x="58514" y="0"/>
                    </a:cubicBezTo>
                    <a:cubicBezTo>
                      <a:pt x="90830" y="0"/>
                      <a:pt x="117027" y="26197"/>
                      <a:pt x="117027" y="5851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8C54751A-CDB8-3C6F-9A31-2993C179CEC1}"/>
                  </a:ext>
                </a:extLst>
              </p:cNvPr>
              <p:cNvSpPr/>
              <p:nvPr/>
            </p:nvSpPr>
            <p:spPr>
              <a:xfrm>
                <a:off x="1345097" y="1081678"/>
                <a:ext cx="121575" cy="121575"/>
              </a:xfrm>
              <a:custGeom>
                <a:avLst/>
                <a:gdLst>
                  <a:gd name="connsiteX0" fmla="*/ 117027 w 117027"/>
                  <a:gd name="connsiteY0" fmla="*/ 58514 h 117027"/>
                  <a:gd name="connsiteX1" fmla="*/ 58514 w 117027"/>
                  <a:gd name="connsiteY1" fmla="*/ 117027 h 117027"/>
                  <a:gd name="connsiteX2" fmla="*/ 0 w 117027"/>
                  <a:gd name="connsiteY2" fmla="*/ 58514 h 117027"/>
                  <a:gd name="connsiteX3" fmla="*/ 58514 w 117027"/>
                  <a:gd name="connsiteY3" fmla="*/ 0 h 117027"/>
                  <a:gd name="connsiteX4" fmla="*/ 117027 w 117027"/>
                  <a:gd name="connsiteY4" fmla="*/ 58514 h 1170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027" h="117027">
                    <a:moveTo>
                      <a:pt x="117027" y="58514"/>
                    </a:moveTo>
                    <a:cubicBezTo>
                      <a:pt x="117027" y="90830"/>
                      <a:pt x="90830" y="117027"/>
                      <a:pt x="58514" y="117027"/>
                    </a:cubicBezTo>
                    <a:cubicBezTo>
                      <a:pt x="26197" y="117027"/>
                      <a:pt x="0" y="90830"/>
                      <a:pt x="0" y="58514"/>
                    </a:cubicBezTo>
                    <a:cubicBezTo>
                      <a:pt x="0" y="26197"/>
                      <a:pt x="26197" y="0"/>
                      <a:pt x="58514" y="0"/>
                    </a:cubicBezTo>
                    <a:cubicBezTo>
                      <a:pt x="90830" y="0"/>
                      <a:pt x="117027" y="26197"/>
                      <a:pt x="117027" y="5851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7115DF14-C836-3F47-DD42-0457EF8DCCE3}"/>
                  </a:ext>
                </a:extLst>
              </p:cNvPr>
              <p:cNvSpPr/>
              <p:nvPr/>
            </p:nvSpPr>
            <p:spPr>
              <a:xfrm>
                <a:off x="1150751" y="1228118"/>
                <a:ext cx="121575" cy="121575"/>
              </a:xfrm>
              <a:custGeom>
                <a:avLst/>
                <a:gdLst>
                  <a:gd name="connsiteX0" fmla="*/ 117027 w 117027"/>
                  <a:gd name="connsiteY0" fmla="*/ 58514 h 117027"/>
                  <a:gd name="connsiteX1" fmla="*/ 58514 w 117027"/>
                  <a:gd name="connsiteY1" fmla="*/ 117027 h 117027"/>
                  <a:gd name="connsiteX2" fmla="*/ 0 w 117027"/>
                  <a:gd name="connsiteY2" fmla="*/ 58514 h 117027"/>
                  <a:gd name="connsiteX3" fmla="*/ 58514 w 117027"/>
                  <a:gd name="connsiteY3" fmla="*/ 0 h 117027"/>
                  <a:gd name="connsiteX4" fmla="*/ 117027 w 117027"/>
                  <a:gd name="connsiteY4" fmla="*/ 58514 h 1170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027" h="117027">
                    <a:moveTo>
                      <a:pt x="117027" y="58514"/>
                    </a:moveTo>
                    <a:cubicBezTo>
                      <a:pt x="117027" y="90830"/>
                      <a:pt x="90830" y="117027"/>
                      <a:pt x="58514" y="117027"/>
                    </a:cubicBezTo>
                    <a:cubicBezTo>
                      <a:pt x="26197" y="117027"/>
                      <a:pt x="0" y="90830"/>
                      <a:pt x="0" y="58514"/>
                    </a:cubicBezTo>
                    <a:cubicBezTo>
                      <a:pt x="0" y="26197"/>
                      <a:pt x="26197" y="0"/>
                      <a:pt x="58514" y="0"/>
                    </a:cubicBezTo>
                    <a:cubicBezTo>
                      <a:pt x="90830" y="0"/>
                      <a:pt x="117027" y="26197"/>
                      <a:pt x="117027" y="5851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B245144E-EFAC-1DA0-07A5-094566581353}"/>
                  </a:ext>
                </a:extLst>
              </p:cNvPr>
              <p:cNvSpPr/>
              <p:nvPr/>
            </p:nvSpPr>
            <p:spPr>
              <a:xfrm>
                <a:off x="1150751" y="1602976"/>
                <a:ext cx="121575" cy="121575"/>
              </a:xfrm>
              <a:custGeom>
                <a:avLst/>
                <a:gdLst>
                  <a:gd name="connsiteX0" fmla="*/ 117027 w 117027"/>
                  <a:gd name="connsiteY0" fmla="*/ 58514 h 117027"/>
                  <a:gd name="connsiteX1" fmla="*/ 58514 w 117027"/>
                  <a:gd name="connsiteY1" fmla="*/ 117027 h 117027"/>
                  <a:gd name="connsiteX2" fmla="*/ 0 w 117027"/>
                  <a:gd name="connsiteY2" fmla="*/ 58514 h 117027"/>
                  <a:gd name="connsiteX3" fmla="*/ 58514 w 117027"/>
                  <a:gd name="connsiteY3" fmla="*/ 0 h 117027"/>
                  <a:gd name="connsiteX4" fmla="*/ 117027 w 117027"/>
                  <a:gd name="connsiteY4" fmla="*/ 58514 h 1170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027" h="117027">
                    <a:moveTo>
                      <a:pt x="117027" y="58514"/>
                    </a:moveTo>
                    <a:cubicBezTo>
                      <a:pt x="117027" y="90830"/>
                      <a:pt x="90830" y="117027"/>
                      <a:pt x="58514" y="117027"/>
                    </a:cubicBezTo>
                    <a:cubicBezTo>
                      <a:pt x="26197" y="117027"/>
                      <a:pt x="0" y="90830"/>
                      <a:pt x="0" y="58514"/>
                    </a:cubicBezTo>
                    <a:cubicBezTo>
                      <a:pt x="0" y="26198"/>
                      <a:pt x="26197" y="0"/>
                      <a:pt x="58514" y="0"/>
                    </a:cubicBezTo>
                    <a:cubicBezTo>
                      <a:pt x="90830" y="0"/>
                      <a:pt x="117027" y="26198"/>
                      <a:pt x="117027" y="5851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55963EE7-15B9-9670-799E-B1A35F5FD4AF}"/>
                  </a:ext>
                </a:extLst>
              </p:cNvPr>
              <p:cNvSpPr/>
              <p:nvPr/>
            </p:nvSpPr>
            <p:spPr>
              <a:xfrm>
                <a:off x="1150751" y="1845818"/>
                <a:ext cx="121575" cy="121575"/>
              </a:xfrm>
              <a:custGeom>
                <a:avLst/>
                <a:gdLst>
                  <a:gd name="connsiteX0" fmla="*/ 117027 w 117027"/>
                  <a:gd name="connsiteY0" fmla="*/ 58514 h 117027"/>
                  <a:gd name="connsiteX1" fmla="*/ 58514 w 117027"/>
                  <a:gd name="connsiteY1" fmla="*/ 117027 h 117027"/>
                  <a:gd name="connsiteX2" fmla="*/ 0 w 117027"/>
                  <a:gd name="connsiteY2" fmla="*/ 58514 h 117027"/>
                  <a:gd name="connsiteX3" fmla="*/ 58514 w 117027"/>
                  <a:gd name="connsiteY3" fmla="*/ 0 h 117027"/>
                  <a:gd name="connsiteX4" fmla="*/ 117027 w 117027"/>
                  <a:gd name="connsiteY4" fmla="*/ 58514 h 1170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027" h="117027">
                    <a:moveTo>
                      <a:pt x="117027" y="58514"/>
                    </a:moveTo>
                    <a:cubicBezTo>
                      <a:pt x="117027" y="90830"/>
                      <a:pt x="90830" y="117027"/>
                      <a:pt x="58514" y="117027"/>
                    </a:cubicBezTo>
                    <a:cubicBezTo>
                      <a:pt x="26197" y="117027"/>
                      <a:pt x="0" y="90830"/>
                      <a:pt x="0" y="58514"/>
                    </a:cubicBezTo>
                    <a:cubicBezTo>
                      <a:pt x="0" y="26197"/>
                      <a:pt x="26197" y="0"/>
                      <a:pt x="58514" y="0"/>
                    </a:cubicBezTo>
                    <a:cubicBezTo>
                      <a:pt x="90830" y="0"/>
                      <a:pt x="117027" y="26198"/>
                      <a:pt x="117027" y="5851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73482F7D-B42A-C724-F852-C28FC51F6865}"/>
                  </a:ext>
                </a:extLst>
              </p:cNvPr>
              <p:cNvSpPr/>
              <p:nvPr/>
            </p:nvSpPr>
            <p:spPr>
              <a:xfrm>
                <a:off x="726117" y="2340075"/>
                <a:ext cx="121575" cy="121575"/>
              </a:xfrm>
              <a:custGeom>
                <a:avLst/>
                <a:gdLst>
                  <a:gd name="connsiteX0" fmla="*/ 117027 w 117027"/>
                  <a:gd name="connsiteY0" fmla="*/ 58514 h 117027"/>
                  <a:gd name="connsiteX1" fmla="*/ 58514 w 117027"/>
                  <a:gd name="connsiteY1" fmla="*/ 117027 h 117027"/>
                  <a:gd name="connsiteX2" fmla="*/ 0 w 117027"/>
                  <a:gd name="connsiteY2" fmla="*/ 58514 h 117027"/>
                  <a:gd name="connsiteX3" fmla="*/ 58514 w 117027"/>
                  <a:gd name="connsiteY3" fmla="*/ 0 h 117027"/>
                  <a:gd name="connsiteX4" fmla="*/ 117027 w 117027"/>
                  <a:gd name="connsiteY4" fmla="*/ 58514 h 1170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027" h="117027">
                    <a:moveTo>
                      <a:pt x="117027" y="58514"/>
                    </a:moveTo>
                    <a:cubicBezTo>
                      <a:pt x="117027" y="90830"/>
                      <a:pt x="90830" y="117027"/>
                      <a:pt x="58514" y="117027"/>
                    </a:cubicBezTo>
                    <a:cubicBezTo>
                      <a:pt x="26198" y="117027"/>
                      <a:pt x="0" y="90830"/>
                      <a:pt x="0" y="58514"/>
                    </a:cubicBezTo>
                    <a:cubicBezTo>
                      <a:pt x="0" y="26197"/>
                      <a:pt x="26198" y="0"/>
                      <a:pt x="58514" y="0"/>
                    </a:cubicBezTo>
                    <a:cubicBezTo>
                      <a:pt x="90830" y="0"/>
                      <a:pt x="117027" y="26198"/>
                      <a:pt x="117027" y="5851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FDDDB17F-E88D-907B-C600-AB8C820B4462}"/>
                  </a:ext>
                </a:extLst>
              </p:cNvPr>
              <p:cNvSpPr/>
              <p:nvPr/>
            </p:nvSpPr>
            <p:spPr>
              <a:xfrm>
                <a:off x="259096" y="2267923"/>
                <a:ext cx="121575" cy="121575"/>
              </a:xfrm>
              <a:custGeom>
                <a:avLst/>
                <a:gdLst>
                  <a:gd name="connsiteX0" fmla="*/ 117027 w 117027"/>
                  <a:gd name="connsiteY0" fmla="*/ 58514 h 117027"/>
                  <a:gd name="connsiteX1" fmla="*/ 58514 w 117027"/>
                  <a:gd name="connsiteY1" fmla="*/ 117027 h 117027"/>
                  <a:gd name="connsiteX2" fmla="*/ 0 w 117027"/>
                  <a:gd name="connsiteY2" fmla="*/ 58514 h 117027"/>
                  <a:gd name="connsiteX3" fmla="*/ 58514 w 117027"/>
                  <a:gd name="connsiteY3" fmla="*/ 0 h 117027"/>
                  <a:gd name="connsiteX4" fmla="*/ 117027 w 117027"/>
                  <a:gd name="connsiteY4" fmla="*/ 58514 h 1170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027" h="117027">
                    <a:moveTo>
                      <a:pt x="117027" y="58514"/>
                    </a:moveTo>
                    <a:cubicBezTo>
                      <a:pt x="117027" y="90830"/>
                      <a:pt x="90830" y="117027"/>
                      <a:pt x="58514" y="117027"/>
                    </a:cubicBezTo>
                    <a:cubicBezTo>
                      <a:pt x="26197" y="117027"/>
                      <a:pt x="0" y="90830"/>
                      <a:pt x="0" y="58514"/>
                    </a:cubicBezTo>
                    <a:cubicBezTo>
                      <a:pt x="0" y="26197"/>
                      <a:pt x="26198" y="0"/>
                      <a:pt x="58514" y="0"/>
                    </a:cubicBezTo>
                    <a:cubicBezTo>
                      <a:pt x="90830" y="0"/>
                      <a:pt x="117027" y="26198"/>
                      <a:pt x="117027" y="5851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FDF2F5B0-7AB6-F4E7-8375-8F873DD27A41}"/>
                  </a:ext>
                </a:extLst>
              </p:cNvPr>
              <p:cNvSpPr/>
              <p:nvPr/>
            </p:nvSpPr>
            <p:spPr>
              <a:xfrm>
                <a:off x="510535" y="1752264"/>
                <a:ext cx="72117" cy="72117"/>
              </a:xfrm>
              <a:custGeom>
                <a:avLst/>
                <a:gdLst>
                  <a:gd name="connsiteX0" fmla="*/ 69420 w 69420"/>
                  <a:gd name="connsiteY0" fmla="*/ 34710 h 69420"/>
                  <a:gd name="connsiteX1" fmla="*/ 34710 w 69420"/>
                  <a:gd name="connsiteY1" fmla="*/ 69420 h 69420"/>
                  <a:gd name="connsiteX2" fmla="*/ 0 w 69420"/>
                  <a:gd name="connsiteY2" fmla="*/ 34710 h 69420"/>
                  <a:gd name="connsiteX3" fmla="*/ 34710 w 69420"/>
                  <a:gd name="connsiteY3" fmla="*/ 0 h 69420"/>
                  <a:gd name="connsiteX4" fmla="*/ 69420 w 69420"/>
                  <a:gd name="connsiteY4" fmla="*/ 34710 h 69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420" h="69420">
                    <a:moveTo>
                      <a:pt x="69420" y="34710"/>
                    </a:moveTo>
                    <a:cubicBezTo>
                      <a:pt x="69420" y="53880"/>
                      <a:pt x="53880" y="69420"/>
                      <a:pt x="34710" y="69420"/>
                    </a:cubicBezTo>
                    <a:cubicBezTo>
                      <a:pt x="15540" y="69420"/>
                      <a:pt x="0" y="53880"/>
                      <a:pt x="0" y="34710"/>
                    </a:cubicBezTo>
                    <a:cubicBezTo>
                      <a:pt x="0" y="15540"/>
                      <a:pt x="15540" y="0"/>
                      <a:pt x="34710" y="0"/>
                    </a:cubicBezTo>
                    <a:cubicBezTo>
                      <a:pt x="53880" y="0"/>
                      <a:pt x="69420" y="15540"/>
                      <a:pt x="69420" y="3471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C7BF411B-B6D9-111D-A57E-42D346920979}"/>
                  </a:ext>
                </a:extLst>
              </p:cNvPr>
              <p:cNvSpPr/>
              <p:nvPr/>
            </p:nvSpPr>
            <p:spPr>
              <a:xfrm>
                <a:off x="653690" y="1380527"/>
                <a:ext cx="72117" cy="72117"/>
              </a:xfrm>
              <a:custGeom>
                <a:avLst/>
                <a:gdLst>
                  <a:gd name="connsiteX0" fmla="*/ 69420 w 69420"/>
                  <a:gd name="connsiteY0" fmla="*/ 34710 h 69420"/>
                  <a:gd name="connsiteX1" fmla="*/ 34710 w 69420"/>
                  <a:gd name="connsiteY1" fmla="*/ 69420 h 69420"/>
                  <a:gd name="connsiteX2" fmla="*/ 0 w 69420"/>
                  <a:gd name="connsiteY2" fmla="*/ 34710 h 69420"/>
                  <a:gd name="connsiteX3" fmla="*/ 34710 w 69420"/>
                  <a:gd name="connsiteY3" fmla="*/ 0 h 69420"/>
                  <a:gd name="connsiteX4" fmla="*/ 69420 w 69420"/>
                  <a:gd name="connsiteY4" fmla="*/ 34710 h 69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420" h="69420">
                    <a:moveTo>
                      <a:pt x="69420" y="34710"/>
                    </a:moveTo>
                    <a:cubicBezTo>
                      <a:pt x="69420" y="53880"/>
                      <a:pt x="53880" y="69420"/>
                      <a:pt x="34710" y="69420"/>
                    </a:cubicBezTo>
                    <a:cubicBezTo>
                      <a:pt x="15540" y="69420"/>
                      <a:pt x="0" y="53880"/>
                      <a:pt x="0" y="34710"/>
                    </a:cubicBezTo>
                    <a:cubicBezTo>
                      <a:pt x="0" y="15540"/>
                      <a:pt x="15540" y="0"/>
                      <a:pt x="34710" y="0"/>
                    </a:cubicBezTo>
                    <a:cubicBezTo>
                      <a:pt x="53880" y="0"/>
                      <a:pt x="69420" y="15540"/>
                      <a:pt x="69420" y="3471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8CBF5675-32FA-EF00-7E5C-DEBC8EC919F1}"/>
                  </a:ext>
                </a:extLst>
              </p:cNvPr>
              <p:cNvSpPr/>
              <p:nvPr/>
            </p:nvSpPr>
            <p:spPr>
              <a:xfrm>
                <a:off x="578580" y="1010893"/>
                <a:ext cx="72117" cy="72117"/>
              </a:xfrm>
              <a:custGeom>
                <a:avLst/>
                <a:gdLst>
                  <a:gd name="connsiteX0" fmla="*/ 69420 w 69420"/>
                  <a:gd name="connsiteY0" fmla="*/ 34710 h 69420"/>
                  <a:gd name="connsiteX1" fmla="*/ 34710 w 69420"/>
                  <a:gd name="connsiteY1" fmla="*/ 69420 h 69420"/>
                  <a:gd name="connsiteX2" fmla="*/ 0 w 69420"/>
                  <a:gd name="connsiteY2" fmla="*/ 34710 h 69420"/>
                  <a:gd name="connsiteX3" fmla="*/ 34710 w 69420"/>
                  <a:gd name="connsiteY3" fmla="*/ 0 h 69420"/>
                  <a:gd name="connsiteX4" fmla="*/ 69420 w 69420"/>
                  <a:gd name="connsiteY4" fmla="*/ 34710 h 69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420" h="69420">
                    <a:moveTo>
                      <a:pt x="69420" y="34710"/>
                    </a:moveTo>
                    <a:cubicBezTo>
                      <a:pt x="69420" y="53880"/>
                      <a:pt x="53880" y="69420"/>
                      <a:pt x="34710" y="69420"/>
                    </a:cubicBezTo>
                    <a:cubicBezTo>
                      <a:pt x="15540" y="69420"/>
                      <a:pt x="0" y="53880"/>
                      <a:pt x="0" y="34710"/>
                    </a:cubicBezTo>
                    <a:cubicBezTo>
                      <a:pt x="0" y="15540"/>
                      <a:pt x="15540" y="0"/>
                      <a:pt x="34710" y="0"/>
                    </a:cubicBezTo>
                    <a:cubicBezTo>
                      <a:pt x="53880" y="0"/>
                      <a:pt x="69420" y="15540"/>
                      <a:pt x="69420" y="3471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E5806D6-BA50-C67A-85E2-F2090A9C07B0}"/>
                  </a:ext>
                </a:extLst>
              </p:cNvPr>
              <p:cNvSpPr/>
              <p:nvPr/>
            </p:nvSpPr>
            <p:spPr>
              <a:xfrm>
                <a:off x="856479" y="772225"/>
                <a:ext cx="72117" cy="72117"/>
              </a:xfrm>
              <a:custGeom>
                <a:avLst/>
                <a:gdLst>
                  <a:gd name="connsiteX0" fmla="*/ 69421 w 69420"/>
                  <a:gd name="connsiteY0" fmla="*/ 34710 h 69420"/>
                  <a:gd name="connsiteX1" fmla="*/ 34710 w 69420"/>
                  <a:gd name="connsiteY1" fmla="*/ 69420 h 69420"/>
                  <a:gd name="connsiteX2" fmla="*/ 0 w 69420"/>
                  <a:gd name="connsiteY2" fmla="*/ 34710 h 69420"/>
                  <a:gd name="connsiteX3" fmla="*/ 34710 w 69420"/>
                  <a:gd name="connsiteY3" fmla="*/ 0 h 69420"/>
                  <a:gd name="connsiteX4" fmla="*/ 69421 w 69420"/>
                  <a:gd name="connsiteY4" fmla="*/ 34710 h 69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420" h="69420">
                    <a:moveTo>
                      <a:pt x="69421" y="34710"/>
                    </a:moveTo>
                    <a:cubicBezTo>
                      <a:pt x="69421" y="53880"/>
                      <a:pt x="53880" y="69420"/>
                      <a:pt x="34710" y="69420"/>
                    </a:cubicBezTo>
                    <a:cubicBezTo>
                      <a:pt x="15540" y="69420"/>
                      <a:pt x="0" y="53880"/>
                      <a:pt x="0" y="34710"/>
                    </a:cubicBezTo>
                    <a:cubicBezTo>
                      <a:pt x="0" y="15540"/>
                      <a:pt x="15540" y="0"/>
                      <a:pt x="34710" y="0"/>
                    </a:cubicBezTo>
                    <a:cubicBezTo>
                      <a:pt x="53880" y="0"/>
                      <a:pt x="69421" y="15540"/>
                      <a:pt x="69421" y="3471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3DA32485-A297-6DA3-E5AD-32C76C0681A2}"/>
                  </a:ext>
                </a:extLst>
              </p:cNvPr>
              <p:cNvSpPr/>
              <p:nvPr/>
            </p:nvSpPr>
            <p:spPr>
              <a:xfrm>
                <a:off x="1100536" y="596082"/>
                <a:ext cx="72117" cy="72117"/>
              </a:xfrm>
              <a:custGeom>
                <a:avLst/>
                <a:gdLst>
                  <a:gd name="connsiteX0" fmla="*/ 69420 w 69420"/>
                  <a:gd name="connsiteY0" fmla="*/ 34710 h 69420"/>
                  <a:gd name="connsiteX1" fmla="*/ 34710 w 69420"/>
                  <a:gd name="connsiteY1" fmla="*/ 69420 h 69420"/>
                  <a:gd name="connsiteX2" fmla="*/ 0 w 69420"/>
                  <a:gd name="connsiteY2" fmla="*/ 34710 h 69420"/>
                  <a:gd name="connsiteX3" fmla="*/ 34710 w 69420"/>
                  <a:gd name="connsiteY3" fmla="*/ 0 h 69420"/>
                  <a:gd name="connsiteX4" fmla="*/ 69420 w 69420"/>
                  <a:gd name="connsiteY4" fmla="*/ 34710 h 69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420" h="69420">
                    <a:moveTo>
                      <a:pt x="69420" y="34710"/>
                    </a:moveTo>
                    <a:cubicBezTo>
                      <a:pt x="69420" y="53880"/>
                      <a:pt x="53880" y="69420"/>
                      <a:pt x="34710" y="69420"/>
                    </a:cubicBezTo>
                    <a:cubicBezTo>
                      <a:pt x="15540" y="69420"/>
                      <a:pt x="0" y="53880"/>
                      <a:pt x="0" y="34710"/>
                    </a:cubicBezTo>
                    <a:cubicBezTo>
                      <a:pt x="0" y="15540"/>
                      <a:pt x="15540" y="0"/>
                      <a:pt x="34710" y="0"/>
                    </a:cubicBezTo>
                    <a:cubicBezTo>
                      <a:pt x="53880" y="0"/>
                      <a:pt x="69420" y="15540"/>
                      <a:pt x="69420" y="3471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09A85D33-B751-0E44-10A2-1C32FDB78E62}"/>
                  </a:ext>
                </a:extLst>
              </p:cNvPr>
              <p:cNvSpPr/>
              <p:nvPr/>
            </p:nvSpPr>
            <p:spPr>
              <a:xfrm>
                <a:off x="1975467" y="503723"/>
                <a:ext cx="72117" cy="72117"/>
              </a:xfrm>
              <a:custGeom>
                <a:avLst/>
                <a:gdLst>
                  <a:gd name="connsiteX0" fmla="*/ 69420 w 69420"/>
                  <a:gd name="connsiteY0" fmla="*/ 34710 h 69420"/>
                  <a:gd name="connsiteX1" fmla="*/ 34710 w 69420"/>
                  <a:gd name="connsiteY1" fmla="*/ 69420 h 69420"/>
                  <a:gd name="connsiteX2" fmla="*/ 0 w 69420"/>
                  <a:gd name="connsiteY2" fmla="*/ 34710 h 69420"/>
                  <a:gd name="connsiteX3" fmla="*/ 34710 w 69420"/>
                  <a:gd name="connsiteY3" fmla="*/ 0 h 69420"/>
                  <a:gd name="connsiteX4" fmla="*/ 69420 w 69420"/>
                  <a:gd name="connsiteY4" fmla="*/ 34710 h 69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420" h="69420">
                    <a:moveTo>
                      <a:pt x="69420" y="34710"/>
                    </a:moveTo>
                    <a:cubicBezTo>
                      <a:pt x="69420" y="53880"/>
                      <a:pt x="53880" y="69420"/>
                      <a:pt x="34710" y="69420"/>
                    </a:cubicBezTo>
                    <a:cubicBezTo>
                      <a:pt x="15540" y="69420"/>
                      <a:pt x="0" y="53880"/>
                      <a:pt x="0" y="34710"/>
                    </a:cubicBezTo>
                    <a:cubicBezTo>
                      <a:pt x="0" y="15540"/>
                      <a:pt x="15540" y="0"/>
                      <a:pt x="34710" y="0"/>
                    </a:cubicBezTo>
                    <a:cubicBezTo>
                      <a:pt x="53880" y="0"/>
                      <a:pt x="69420" y="15540"/>
                      <a:pt x="69420" y="3471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/>
                  </a:gs>
                  <a:gs pos="82000">
                    <a:schemeClr val="accent6">
                      <a:alpha val="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 w="3822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>
                  <a:latin typeface="Share Tech" panose="00000500000000000000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20785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-Slide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565FE87-362E-2B1C-D483-FBB282BBEB89}"/>
              </a:ext>
            </a:extLst>
          </p:cNvPr>
          <p:cNvGrpSpPr/>
          <p:nvPr userDrawn="1"/>
        </p:nvGrpSpPr>
        <p:grpSpPr>
          <a:xfrm flipV="1">
            <a:off x="0" y="5104282"/>
            <a:ext cx="1866900" cy="1753718"/>
            <a:chOff x="0" y="0"/>
            <a:chExt cx="2620521" cy="2461650"/>
          </a:xfrm>
        </p:grpSpPr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CF353D6-EEDE-3C9F-8DE0-409B710A3B65}"/>
                </a:ext>
              </a:extLst>
            </p:cNvPr>
            <p:cNvSpPr/>
            <p:nvPr/>
          </p:nvSpPr>
          <p:spPr>
            <a:xfrm flipH="1">
              <a:off x="1" y="1420008"/>
              <a:ext cx="550337" cy="379814"/>
            </a:xfrm>
            <a:custGeom>
              <a:avLst/>
              <a:gdLst>
                <a:gd name="connsiteX0" fmla="*/ 641002 w 641002"/>
                <a:gd name="connsiteY0" fmla="*/ 0 h 442386"/>
                <a:gd name="connsiteX1" fmla="*/ 641002 w 641002"/>
                <a:gd name="connsiteY1" fmla="*/ 37469 h 442386"/>
                <a:gd name="connsiteX2" fmla="*/ 226860 w 641002"/>
                <a:gd name="connsiteY2" fmla="*/ 442386 h 442386"/>
                <a:gd name="connsiteX3" fmla="*/ 0 w 641002"/>
                <a:gd name="connsiteY3" fmla="*/ 442386 h 442386"/>
                <a:gd name="connsiteX4" fmla="*/ 0 w 641002"/>
                <a:gd name="connsiteY4" fmla="*/ 415598 h 442386"/>
                <a:gd name="connsiteX5" fmla="*/ 215953 w 641002"/>
                <a:gd name="connsiteY5" fmla="*/ 415598 h 442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41002" h="442386">
                  <a:moveTo>
                    <a:pt x="641002" y="0"/>
                  </a:moveTo>
                  <a:lnTo>
                    <a:pt x="641002" y="37469"/>
                  </a:lnTo>
                  <a:lnTo>
                    <a:pt x="226860" y="442386"/>
                  </a:lnTo>
                  <a:lnTo>
                    <a:pt x="0" y="442386"/>
                  </a:lnTo>
                  <a:lnTo>
                    <a:pt x="0" y="415598"/>
                  </a:lnTo>
                  <a:lnTo>
                    <a:pt x="215953" y="41559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51A4501-1C9B-E467-AC8C-38324F4F82E4}"/>
                </a:ext>
              </a:extLst>
            </p:cNvPr>
            <p:cNvSpPr/>
            <p:nvPr/>
          </p:nvSpPr>
          <p:spPr>
            <a:xfrm flipH="1">
              <a:off x="1" y="1213277"/>
              <a:ext cx="1222019" cy="704828"/>
            </a:xfrm>
            <a:custGeom>
              <a:avLst/>
              <a:gdLst>
                <a:gd name="connsiteX0" fmla="*/ 1423340 w 1423340"/>
                <a:gd name="connsiteY0" fmla="*/ 0 h 820944"/>
                <a:gd name="connsiteX1" fmla="*/ 1423340 w 1423340"/>
                <a:gd name="connsiteY1" fmla="*/ 37887 h 820944"/>
                <a:gd name="connsiteX2" fmla="*/ 1048654 w 1423340"/>
                <a:gd name="connsiteY2" fmla="*/ 412573 h 820944"/>
                <a:gd name="connsiteX3" fmla="*/ 559535 w 1423340"/>
                <a:gd name="connsiteY3" fmla="*/ 412573 h 820944"/>
                <a:gd name="connsiteX4" fmla="*/ 559535 w 1423340"/>
                <a:gd name="connsiteY4" fmla="*/ 820944 h 820944"/>
                <a:gd name="connsiteX5" fmla="*/ 0 w 1423340"/>
                <a:gd name="connsiteY5" fmla="*/ 820944 h 820944"/>
                <a:gd name="connsiteX6" fmla="*/ 0 w 1423340"/>
                <a:gd name="connsiteY6" fmla="*/ 794155 h 820944"/>
                <a:gd name="connsiteX7" fmla="*/ 532746 w 1423340"/>
                <a:gd name="connsiteY7" fmla="*/ 794155 h 820944"/>
                <a:gd name="connsiteX8" fmla="*/ 532746 w 1423340"/>
                <a:gd name="connsiteY8" fmla="*/ 385785 h 820944"/>
                <a:gd name="connsiteX9" fmla="*/ 1037556 w 1423340"/>
                <a:gd name="connsiteY9" fmla="*/ 385785 h 82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3340" h="820944">
                  <a:moveTo>
                    <a:pt x="1423340" y="0"/>
                  </a:moveTo>
                  <a:lnTo>
                    <a:pt x="1423340" y="37887"/>
                  </a:lnTo>
                  <a:lnTo>
                    <a:pt x="1048654" y="412573"/>
                  </a:lnTo>
                  <a:lnTo>
                    <a:pt x="559535" y="412573"/>
                  </a:lnTo>
                  <a:lnTo>
                    <a:pt x="559535" y="820944"/>
                  </a:lnTo>
                  <a:lnTo>
                    <a:pt x="0" y="820944"/>
                  </a:lnTo>
                  <a:lnTo>
                    <a:pt x="0" y="794155"/>
                  </a:lnTo>
                  <a:lnTo>
                    <a:pt x="532746" y="794155"/>
                  </a:lnTo>
                  <a:lnTo>
                    <a:pt x="532746" y="385785"/>
                  </a:lnTo>
                  <a:lnTo>
                    <a:pt x="1037556" y="38578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40733011-B60F-4671-A580-80289F87C251}"/>
                </a:ext>
              </a:extLst>
            </p:cNvPr>
            <p:cNvSpPr/>
            <p:nvPr/>
          </p:nvSpPr>
          <p:spPr>
            <a:xfrm flipH="1">
              <a:off x="0" y="1044329"/>
              <a:ext cx="689747" cy="383756"/>
            </a:xfrm>
            <a:custGeom>
              <a:avLst/>
              <a:gdLst>
                <a:gd name="connsiteX0" fmla="*/ 803379 w 803379"/>
                <a:gd name="connsiteY0" fmla="*/ 0 h 446978"/>
                <a:gd name="connsiteX1" fmla="*/ 803379 w 803379"/>
                <a:gd name="connsiteY1" fmla="*/ 37812 h 446978"/>
                <a:gd name="connsiteX2" fmla="*/ 394250 w 803379"/>
                <a:gd name="connsiteY2" fmla="*/ 446978 h 446978"/>
                <a:gd name="connsiteX3" fmla="*/ 0 w 803379"/>
                <a:gd name="connsiteY3" fmla="*/ 446978 h 446978"/>
                <a:gd name="connsiteX4" fmla="*/ 0 w 803379"/>
                <a:gd name="connsiteY4" fmla="*/ 420189 h 446978"/>
                <a:gd name="connsiteX5" fmla="*/ 383152 w 803379"/>
                <a:gd name="connsiteY5" fmla="*/ 420189 h 446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3379" h="446978">
                  <a:moveTo>
                    <a:pt x="803379" y="0"/>
                  </a:moveTo>
                  <a:lnTo>
                    <a:pt x="803379" y="37812"/>
                  </a:lnTo>
                  <a:lnTo>
                    <a:pt x="394250" y="446978"/>
                  </a:lnTo>
                  <a:lnTo>
                    <a:pt x="0" y="446978"/>
                  </a:lnTo>
                  <a:lnTo>
                    <a:pt x="0" y="420189"/>
                  </a:lnTo>
                  <a:lnTo>
                    <a:pt x="383152" y="42018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5DDD7A22-846F-BA78-760A-021DBA4C119B}"/>
                </a:ext>
              </a:extLst>
            </p:cNvPr>
            <p:cNvSpPr/>
            <p:nvPr/>
          </p:nvSpPr>
          <p:spPr>
            <a:xfrm flipH="1">
              <a:off x="0" y="822024"/>
              <a:ext cx="1230168" cy="849888"/>
            </a:xfrm>
            <a:custGeom>
              <a:avLst/>
              <a:gdLst>
                <a:gd name="connsiteX0" fmla="*/ 1432831 w 1432831"/>
                <a:gd name="connsiteY0" fmla="*/ 0 h 989902"/>
                <a:gd name="connsiteX1" fmla="*/ 1432831 w 1432831"/>
                <a:gd name="connsiteY1" fmla="*/ 37886 h 989902"/>
                <a:gd name="connsiteX2" fmla="*/ 991709 w 1432831"/>
                <a:gd name="connsiteY2" fmla="*/ 479008 h 989902"/>
                <a:gd name="connsiteX3" fmla="*/ 529876 w 1432831"/>
                <a:gd name="connsiteY3" fmla="*/ 479008 h 989902"/>
                <a:gd name="connsiteX4" fmla="*/ 18943 w 1432831"/>
                <a:gd name="connsiteY4" fmla="*/ 989902 h 989902"/>
                <a:gd name="connsiteX5" fmla="*/ 0 w 1432831"/>
                <a:gd name="connsiteY5" fmla="*/ 970959 h 989902"/>
                <a:gd name="connsiteX6" fmla="*/ 518778 w 1432831"/>
                <a:gd name="connsiteY6" fmla="*/ 452220 h 989902"/>
                <a:gd name="connsiteX7" fmla="*/ 980611 w 1432831"/>
                <a:gd name="connsiteY7" fmla="*/ 452220 h 989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32831" h="989902">
                  <a:moveTo>
                    <a:pt x="1432831" y="0"/>
                  </a:moveTo>
                  <a:lnTo>
                    <a:pt x="1432831" y="37886"/>
                  </a:lnTo>
                  <a:lnTo>
                    <a:pt x="991709" y="479008"/>
                  </a:lnTo>
                  <a:lnTo>
                    <a:pt x="529876" y="479008"/>
                  </a:lnTo>
                  <a:lnTo>
                    <a:pt x="18943" y="989902"/>
                  </a:lnTo>
                  <a:lnTo>
                    <a:pt x="0" y="970959"/>
                  </a:lnTo>
                  <a:lnTo>
                    <a:pt x="518778" y="452220"/>
                  </a:lnTo>
                  <a:lnTo>
                    <a:pt x="980611" y="45222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77E8F7-BA33-6FB6-BB2C-51F1DD3498D4}"/>
                </a:ext>
              </a:extLst>
            </p:cNvPr>
            <p:cNvSpPr/>
            <p:nvPr/>
          </p:nvSpPr>
          <p:spPr>
            <a:xfrm flipH="1">
              <a:off x="1" y="611285"/>
              <a:ext cx="604846" cy="447169"/>
            </a:xfrm>
            <a:custGeom>
              <a:avLst/>
              <a:gdLst>
                <a:gd name="connsiteX0" fmla="*/ 704491 w 704491"/>
                <a:gd name="connsiteY0" fmla="*/ 0 h 520837"/>
                <a:gd name="connsiteX1" fmla="*/ 704491 w 704491"/>
                <a:gd name="connsiteY1" fmla="*/ 37887 h 520837"/>
                <a:gd name="connsiteX2" fmla="*/ 221540 w 704491"/>
                <a:gd name="connsiteY2" fmla="*/ 520837 h 520837"/>
                <a:gd name="connsiteX3" fmla="*/ 0 w 704491"/>
                <a:gd name="connsiteY3" fmla="*/ 520837 h 520837"/>
                <a:gd name="connsiteX4" fmla="*/ 0 w 704491"/>
                <a:gd name="connsiteY4" fmla="*/ 494049 h 520837"/>
                <a:gd name="connsiteX5" fmla="*/ 210443 w 704491"/>
                <a:gd name="connsiteY5" fmla="*/ 494049 h 52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4491" h="520837">
                  <a:moveTo>
                    <a:pt x="704491" y="0"/>
                  </a:moveTo>
                  <a:lnTo>
                    <a:pt x="704491" y="37887"/>
                  </a:lnTo>
                  <a:lnTo>
                    <a:pt x="221540" y="520837"/>
                  </a:lnTo>
                  <a:lnTo>
                    <a:pt x="0" y="520837"/>
                  </a:lnTo>
                  <a:lnTo>
                    <a:pt x="0" y="494049"/>
                  </a:lnTo>
                  <a:lnTo>
                    <a:pt x="210443" y="49404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470C3885-98CC-15FE-F107-3270C3EB648A}"/>
                </a:ext>
              </a:extLst>
            </p:cNvPr>
            <p:cNvSpPr/>
            <p:nvPr/>
          </p:nvSpPr>
          <p:spPr>
            <a:xfrm flipH="1">
              <a:off x="1" y="359012"/>
              <a:ext cx="1230168" cy="938042"/>
            </a:xfrm>
            <a:custGeom>
              <a:avLst/>
              <a:gdLst>
                <a:gd name="connsiteX0" fmla="*/ 1432831 w 1432831"/>
                <a:gd name="connsiteY0" fmla="*/ 0 h 1092579"/>
                <a:gd name="connsiteX1" fmla="*/ 1432831 w 1432831"/>
                <a:gd name="connsiteY1" fmla="*/ 37886 h 1092579"/>
                <a:gd name="connsiteX2" fmla="*/ 886469 w 1432831"/>
                <a:gd name="connsiteY2" fmla="*/ 584249 h 1092579"/>
                <a:gd name="connsiteX3" fmla="*/ 527312 w 1432831"/>
                <a:gd name="connsiteY3" fmla="*/ 584249 h 1092579"/>
                <a:gd name="connsiteX4" fmla="*/ 18943 w 1432831"/>
                <a:gd name="connsiteY4" fmla="*/ 1092579 h 1092579"/>
                <a:gd name="connsiteX5" fmla="*/ 0 w 1432831"/>
                <a:gd name="connsiteY5" fmla="*/ 1073636 h 1092579"/>
                <a:gd name="connsiteX6" fmla="*/ 516214 w 1432831"/>
                <a:gd name="connsiteY6" fmla="*/ 557460 h 1092579"/>
                <a:gd name="connsiteX7" fmla="*/ 875371 w 1432831"/>
                <a:gd name="connsiteY7" fmla="*/ 557460 h 1092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32831" h="1092579">
                  <a:moveTo>
                    <a:pt x="1432831" y="0"/>
                  </a:moveTo>
                  <a:lnTo>
                    <a:pt x="1432831" y="37886"/>
                  </a:lnTo>
                  <a:lnTo>
                    <a:pt x="886469" y="584249"/>
                  </a:lnTo>
                  <a:lnTo>
                    <a:pt x="527312" y="584249"/>
                  </a:lnTo>
                  <a:lnTo>
                    <a:pt x="18943" y="1092579"/>
                  </a:lnTo>
                  <a:lnTo>
                    <a:pt x="0" y="1073636"/>
                  </a:lnTo>
                  <a:lnTo>
                    <a:pt x="516214" y="557460"/>
                  </a:lnTo>
                  <a:lnTo>
                    <a:pt x="875371" y="55746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011EF67-F952-B856-E933-DAEBBF8DFB24}"/>
                </a:ext>
              </a:extLst>
            </p:cNvPr>
            <p:cNvSpPr/>
            <p:nvPr/>
          </p:nvSpPr>
          <p:spPr>
            <a:xfrm flipH="1">
              <a:off x="0" y="63798"/>
              <a:ext cx="900652" cy="752602"/>
            </a:xfrm>
            <a:custGeom>
              <a:avLst/>
              <a:gdLst>
                <a:gd name="connsiteX0" fmla="*/ 1049029 w 1049029"/>
                <a:gd name="connsiteY0" fmla="*/ 0 h 876589"/>
                <a:gd name="connsiteX1" fmla="*/ 1049029 w 1049029"/>
                <a:gd name="connsiteY1" fmla="*/ 37849 h 876589"/>
                <a:gd name="connsiteX2" fmla="*/ 612002 w 1049029"/>
                <a:gd name="connsiteY2" fmla="*/ 474876 h 876589"/>
                <a:gd name="connsiteX3" fmla="*/ 420655 w 1049029"/>
                <a:gd name="connsiteY3" fmla="*/ 474876 h 876589"/>
                <a:gd name="connsiteX4" fmla="*/ 18943 w 1049029"/>
                <a:gd name="connsiteY4" fmla="*/ 876589 h 876589"/>
                <a:gd name="connsiteX5" fmla="*/ 0 w 1049029"/>
                <a:gd name="connsiteY5" fmla="*/ 857645 h 876589"/>
                <a:gd name="connsiteX6" fmla="*/ 409558 w 1049029"/>
                <a:gd name="connsiteY6" fmla="*/ 448088 h 876589"/>
                <a:gd name="connsiteX7" fmla="*/ 600904 w 1049029"/>
                <a:gd name="connsiteY7" fmla="*/ 448088 h 876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9029" h="876589">
                  <a:moveTo>
                    <a:pt x="1049029" y="0"/>
                  </a:moveTo>
                  <a:lnTo>
                    <a:pt x="1049029" y="37849"/>
                  </a:lnTo>
                  <a:lnTo>
                    <a:pt x="612002" y="474876"/>
                  </a:lnTo>
                  <a:lnTo>
                    <a:pt x="420655" y="474876"/>
                  </a:lnTo>
                  <a:lnTo>
                    <a:pt x="18943" y="876589"/>
                  </a:lnTo>
                  <a:lnTo>
                    <a:pt x="0" y="857645"/>
                  </a:lnTo>
                  <a:lnTo>
                    <a:pt x="409558" y="448088"/>
                  </a:lnTo>
                  <a:lnTo>
                    <a:pt x="600904" y="44808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BCCB69A-BA6E-B1A1-6DF0-92787D3CCA01}"/>
                </a:ext>
              </a:extLst>
            </p:cNvPr>
            <p:cNvSpPr/>
            <p:nvPr/>
          </p:nvSpPr>
          <p:spPr>
            <a:xfrm flipH="1">
              <a:off x="484805" y="0"/>
              <a:ext cx="935931" cy="1150614"/>
            </a:xfrm>
            <a:custGeom>
              <a:avLst/>
              <a:gdLst>
                <a:gd name="connsiteX0" fmla="*/ 1052237 w 1090121"/>
                <a:gd name="connsiteY0" fmla="*/ 0 h 1340171"/>
                <a:gd name="connsiteX1" fmla="*/ 1090121 w 1090121"/>
                <a:gd name="connsiteY1" fmla="*/ 0 h 1340171"/>
                <a:gd name="connsiteX2" fmla="*/ 567380 w 1090121"/>
                <a:gd name="connsiteY2" fmla="*/ 522741 h 1340171"/>
                <a:gd name="connsiteX3" fmla="*/ 567380 w 1090121"/>
                <a:gd name="connsiteY3" fmla="*/ 791735 h 1340171"/>
                <a:gd name="connsiteX4" fmla="*/ 563476 w 1090121"/>
                <a:gd name="connsiteY4" fmla="*/ 795639 h 1340171"/>
                <a:gd name="connsiteX5" fmla="*/ 18943 w 1090121"/>
                <a:gd name="connsiteY5" fmla="*/ 1340171 h 1340171"/>
                <a:gd name="connsiteX6" fmla="*/ 0 w 1090121"/>
                <a:gd name="connsiteY6" fmla="*/ 1321228 h 1340171"/>
                <a:gd name="connsiteX7" fmla="*/ 540591 w 1090121"/>
                <a:gd name="connsiteY7" fmla="*/ 780637 h 1340171"/>
                <a:gd name="connsiteX8" fmla="*/ 540591 w 1090121"/>
                <a:gd name="connsiteY8" fmla="*/ 511643 h 1340171"/>
                <a:gd name="connsiteX9" fmla="*/ 544533 w 1090121"/>
                <a:gd name="connsiteY9" fmla="*/ 507739 h 1340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90121" h="1340171">
                  <a:moveTo>
                    <a:pt x="1052237" y="0"/>
                  </a:moveTo>
                  <a:lnTo>
                    <a:pt x="1090121" y="0"/>
                  </a:lnTo>
                  <a:lnTo>
                    <a:pt x="567380" y="522741"/>
                  </a:lnTo>
                  <a:lnTo>
                    <a:pt x="567380" y="791735"/>
                  </a:lnTo>
                  <a:lnTo>
                    <a:pt x="563476" y="795639"/>
                  </a:lnTo>
                  <a:lnTo>
                    <a:pt x="18943" y="1340171"/>
                  </a:lnTo>
                  <a:lnTo>
                    <a:pt x="0" y="1321228"/>
                  </a:lnTo>
                  <a:lnTo>
                    <a:pt x="540591" y="780637"/>
                  </a:lnTo>
                  <a:lnTo>
                    <a:pt x="540591" y="511643"/>
                  </a:lnTo>
                  <a:lnTo>
                    <a:pt x="544533" y="50773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82EBB074-CEF3-4406-442B-647211344430}"/>
                </a:ext>
              </a:extLst>
            </p:cNvPr>
            <p:cNvSpPr/>
            <p:nvPr/>
          </p:nvSpPr>
          <p:spPr>
            <a:xfrm flipH="1">
              <a:off x="728862" y="1"/>
              <a:ext cx="419232" cy="629907"/>
            </a:xfrm>
            <a:custGeom>
              <a:avLst/>
              <a:gdLst>
                <a:gd name="connsiteX0" fmla="*/ 450412 w 488298"/>
                <a:gd name="connsiteY0" fmla="*/ 0 h 733681"/>
                <a:gd name="connsiteX1" fmla="*/ 488298 w 488298"/>
                <a:gd name="connsiteY1" fmla="*/ 0 h 733681"/>
                <a:gd name="connsiteX2" fmla="*/ 26788 w 488298"/>
                <a:gd name="connsiteY2" fmla="*/ 461510 h 733681"/>
                <a:gd name="connsiteX3" fmla="*/ 26788 w 488298"/>
                <a:gd name="connsiteY3" fmla="*/ 733681 h 733681"/>
                <a:gd name="connsiteX4" fmla="*/ 0 w 488298"/>
                <a:gd name="connsiteY4" fmla="*/ 733681 h 733681"/>
                <a:gd name="connsiteX5" fmla="*/ 0 w 488298"/>
                <a:gd name="connsiteY5" fmla="*/ 450412 h 733681"/>
                <a:gd name="connsiteX6" fmla="*/ 3904 w 488298"/>
                <a:gd name="connsiteY6" fmla="*/ 446509 h 7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8298" h="733681">
                  <a:moveTo>
                    <a:pt x="450412" y="0"/>
                  </a:moveTo>
                  <a:lnTo>
                    <a:pt x="488298" y="0"/>
                  </a:lnTo>
                  <a:lnTo>
                    <a:pt x="26788" y="461510"/>
                  </a:lnTo>
                  <a:lnTo>
                    <a:pt x="26788" y="733681"/>
                  </a:lnTo>
                  <a:lnTo>
                    <a:pt x="0" y="733681"/>
                  </a:lnTo>
                  <a:lnTo>
                    <a:pt x="0" y="450412"/>
                  </a:lnTo>
                  <a:lnTo>
                    <a:pt x="3904" y="44650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E969442C-95DE-8223-052F-9BDA5F56BFDD}"/>
                </a:ext>
              </a:extLst>
            </p:cNvPr>
            <p:cNvSpPr/>
            <p:nvPr/>
          </p:nvSpPr>
          <p:spPr>
            <a:xfrm flipH="1">
              <a:off x="973904" y="0"/>
              <a:ext cx="777268" cy="1150614"/>
            </a:xfrm>
            <a:custGeom>
              <a:avLst/>
              <a:gdLst>
                <a:gd name="connsiteX0" fmla="*/ 867435 w 905318"/>
                <a:gd name="connsiteY0" fmla="*/ 0 h 1340171"/>
                <a:gd name="connsiteX1" fmla="*/ 905318 w 905318"/>
                <a:gd name="connsiteY1" fmla="*/ 0 h 1340171"/>
                <a:gd name="connsiteX2" fmla="*/ 500676 w 905318"/>
                <a:gd name="connsiteY2" fmla="*/ 404641 h 1340171"/>
                <a:gd name="connsiteX3" fmla="*/ 500676 w 905318"/>
                <a:gd name="connsiteY3" fmla="*/ 858399 h 1340171"/>
                <a:gd name="connsiteX4" fmla="*/ 496773 w 905318"/>
                <a:gd name="connsiteY4" fmla="*/ 862341 h 1340171"/>
                <a:gd name="connsiteX5" fmla="*/ 18943 w 905318"/>
                <a:gd name="connsiteY5" fmla="*/ 1340171 h 1340171"/>
                <a:gd name="connsiteX6" fmla="*/ 0 w 905318"/>
                <a:gd name="connsiteY6" fmla="*/ 1321227 h 1340171"/>
                <a:gd name="connsiteX7" fmla="*/ 473888 w 905318"/>
                <a:gd name="connsiteY7" fmla="*/ 847301 h 1340171"/>
                <a:gd name="connsiteX8" fmla="*/ 473888 w 905318"/>
                <a:gd name="connsiteY8" fmla="*/ 393543 h 1340171"/>
                <a:gd name="connsiteX9" fmla="*/ 477830 w 905318"/>
                <a:gd name="connsiteY9" fmla="*/ 389640 h 1340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318" h="1340171">
                  <a:moveTo>
                    <a:pt x="867435" y="0"/>
                  </a:moveTo>
                  <a:lnTo>
                    <a:pt x="905318" y="0"/>
                  </a:lnTo>
                  <a:lnTo>
                    <a:pt x="500676" y="404641"/>
                  </a:lnTo>
                  <a:lnTo>
                    <a:pt x="500676" y="858399"/>
                  </a:lnTo>
                  <a:lnTo>
                    <a:pt x="496773" y="862341"/>
                  </a:lnTo>
                  <a:lnTo>
                    <a:pt x="18943" y="1340171"/>
                  </a:lnTo>
                  <a:lnTo>
                    <a:pt x="0" y="1321227"/>
                  </a:lnTo>
                  <a:lnTo>
                    <a:pt x="473888" y="847301"/>
                  </a:lnTo>
                  <a:lnTo>
                    <a:pt x="473888" y="393543"/>
                  </a:lnTo>
                  <a:lnTo>
                    <a:pt x="477830" y="38964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DFB23EC-A343-B9D8-53E9-5B07E0225104}"/>
                </a:ext>
              </a:extLst>
            </p:cNvPr>
            <p:cNvSpPr/>
            <p:nvPr/>
          </p:nvSpPr>
          <p:spPr>
            <a:xfrm flipH="1">
              <a:off x="1333418" y="0"/>
              <a:ext cx="697098" cy="1142465"/>
            </a:xfrm>
            <a:custGeom>
              <a:avLst/>
              <a:gdLst>
                <a:gd name="connsiteX0" fmla="*/ 774054 w 811941"/>
                <a:gd name="connsiteY0" fmla="*/ 0 h 1330680"/>
                <a:gd name="connsiteX1" fmla="*/ 811941 w 811941"/>
                <a:gd name="connsiteY1" fmla="*/ 0 h 1330680"/>
                <a:gd name="connsiteX2" fmla="*/ 437915 w 811941"/>
                <a:gd name="connsiteY2" fmla="*/ 374026 h 1330680"/>
                <a:gd name="connsiteX3" fmla="*/ 437915 w 811941"/>
                <a:gd name="connsiteY3" fmla="*/ 869536 h 1330680"/>
                <a:gd name="connsiteX4" fmla="*/ 26788 w 811941"/>
                <a:gd name="connsiteY4" fmla="*/ 869536 h 1330680"/>
                <a:gd name="connsiteX5" fmla="*/ 26788 w 811941"/>
                <a:gd name="connsiteY5" fmla="*/ 1330680 h 1330680"/>
                <a:gd name="connsiteX6" fmla="*/ 0 w 811941"/>
                <a:gd name="connsiteY6" fmla="*/ 1330680 h 1330680"/>
                <a:gd name="connsiteX7" fmla="*/ 0 w 811941"/>
                <a:gd name="connsiteY7" fmla="*/ 842747 h 1330680"/>
                <a:gd name="connsiteX8" fmla="*/ 411127 w 811941"/>
                <a:gd name="connsiteY8" fmla="*/ 842747 h 1330680"/>
                <a:gd name="connsiteX9" fmla="*/ 411127 w 811941"/>
                <a:gd name="connsiteY9" fmla="*/ 362928 h 1330680"/>
                <a:gd name="connsiteX10" fmla="*/ 415030 w 811941"/>
                <a:gd name="connsiteY10" fmla="*/ 359024 h 1330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1941" h="1330680">
                  <a:moveTo>
                    <a:pt x="774054" y="0"/>
                  </a:moveTo>
                  <a:lnTo>
                    <a:pt x="811941" y="0"/>
                  </a:lnTo>
                  <a:lnTo>
                    <a:pt x="437915" y="374026"/>
                  </a:lnTo>
                  <a:lnTo>
                    <a:pt x="437915" y="869536"/>
                  </a:lnTo>
                  <a:lnTo>
                    <a:pt x="26788" y="869536"/>
                  </a:lnTo>
                  <a:lnTo>
                    <a:pt x="26788" y="1330680"/>
                  </a:lnTo>
                  <a:lnTo>
                    <a:pt x="0" y="1330680"/>
                  </a:lnTo>
                  <a:lnTo>
                    <a:pt x="0" y="842747"/>
                  </a:lnTo>
                  <a:lnTo>
                    <a:pt x="411127" y="842747"/>
                  </a:lnTo>
                  <a:lnTo>
                    <a:pt x="411127" y="362928"/>
                  </a:lnTo>
                  <a:lnTo>
                    <a:pt x="415030" y="35902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CD454BE-E160-1861-7821-74D3F7D0EB32}"/>
                </a:ext>
              </a:extLst>
            </p:cNvPr>
            <p:cNvSpPr/>
            <p:nvPr/>
          </p:nvSpPr>
          <p:spPr>
            <a:xfrm flipH="1">
              <a:off x="2168913" y="0"/>
              <a:ext cx="325741" cy="309478"/>
            </a:xfrm>
            <a:custGeom>
              <a:avLst/>
              <a:gdLst>
                <a:gd name="connsiteX0" fmla="*/ 341521 w 379405"/>
                <a:gd name="connsiteY0" fmla="*/ 0 h 360463"/>
                <a:gd name="connsiteX1" fmla="*/ 379405 w 379405"/>
                <a:gd name="connsiteY1" fmla="*/ 0 h 360463"/>
                <a:gd name="connsiteX2" fmla="*/ 18942 w 379405"/>
                <a:gd name="connsiteY2" fmla="*/ 360463 h 360463"/>
                <a:gd name="connsiteX3" fmla="*/ 0 w 379405"/>
                <a:gd name="connsiteY3" fmla="*/ 341521 h 360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405" h="360463">
                  <a:moveTo>
                    <a:pt x="341521" y="0"/>
                  </a:moveTo>
                  <a:lnTo>
                    <a:pt x="379405" y="0"/>
                  </a:lnTo>
                  <a:lnTo>
                    <a:pt x="18942" y="360463"/>
                  </a:lnTo>
                  <a:lnTo>
                    <a:pt x="0" y="34152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5EA00B7C-D8A8-0848-0CD6-F6AB0C865736}"/>
                </a:ext>
              </a:extLst>
            </p:cNvPr>
            <p:cNvSpPr/>
            <p:nvPr/>
          </p:nvSpPr>
          <p:spPr>
            <a:xfrm flipH="1">
              <a:off x="1776507" y="1"/>
              <a:ext cx="791382" cy="775120"/>
            </a:xfrm>
            <a:custGeom>
              <a:avLst/>
              <a:gdLst>
                <a:gd name="connsiteX0" fmla="*/ 883874 w 921758"/>
                <a:gd name="connsiteY0" fmla="*/ 0 h 902817"/>
                <a:gd name="connsiteX1" fmla="*/ 921758 w 921758"/>
                <a:gd name="connsiteY1" fmla="*/ 0 h 902817"/>
                <a:gd name="connsiteX2" fmla="*/ 18942 w 921758"/>
                <a:gd name="connsiteY2" fmla="*/ 902817 h 902817"/>
                <a:gd name="connsiteX3" fmla="*/ 0 w 921758"/>
                <a:gd name="connsiteY3" fmla="*/ 883875 h 902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1758" h="902817">
                  <a:moveTo>
                    <a:pt x="883874" y="0"/>
                  </a:moveTo>
                  <a:lnTo>
                    <a:pt x="921758" y="0"/>
                  </a:lnTo>
                  <a:lnTo>
                    <a:pt x="18942" y="902817"/>
                  </a:lnTo>
                  <a:lnTo>
                    <a:pt x="0" y="88387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BC6FBAD2-E027-F622-7E04-50BF544B4C87}"/>
                </a:ext>
              </a:extLst>
            </p:cNvPr>
            <p:cNvSpPr/>
            <p:nvPr/>
          </p:nvSpPr>
          <p:spPr>
            <a:xfrm flipH="1">
              <a:off x="1543700" y="0"/>
              <a:ext cx="467826" cy="551281"/>
            </a:xfrm>
            <a:custGeom>
              <a:avLst/>
              <a:gdLst>
                <a:gd name="connsiteX0" fmla="*/ 507012 w 544898"/>
                <a:gd name="connsiteY0" fmla="*/ 0 h 642102"/>
                <a:gd name="connsiteX1" fmla="*/ 544898 w 544898"/>
                <a:gd name="connsiteY1" fmla="*/ 0 h 642102"/>
                <a:gd name="connsiteX2" fmla="*/ 177416 w 544898"/>
                <a:gd name="connsiteY2" fmla="*/ 367482 h 642102"/>
                <a:gd name="connsiteX3" fmla="*/ 177416 w 544898"/>
                <a:gd name="connsiteY3" fmla="*/ 642102 h 642102"/>
                <a:gd name="connsiteX4" fmla="*/ 0 w 544898"/>
                <a:gd name="connsiteY4" fmla="*/ 642102 h 642102"/>
                <a:gd name="connsiteX5" fmla="*/ 0 w 544898"/>
                <a:gd name="connsiteY5" fmla="*/ 615314 h 642102"/>
                <a:gd name="connsiteX6" fmla="*/ 150628 w 544898"/>
                <a:gd name="connsiteY6" fmla="*/ 615314 h 642102"/>
                <a:gd name="connsiteX7" fmla="*/ 150628 w 544898"/>
                <a:gd name="connsiteY7" fmla="*/ 356384 h 642102"/>
                <a:gd name="connsiteX8" fmla="*/ 154569 w 544898"/>
                <a:gd name="connsiteY8" fmla="*/ 352442 h 642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44898" h="642102">
                  <a:moveTo>
                    <a:pt x="507012" y="0"/>
                  </a:moveTo>
                  <a:lnTo>
                    <a:pt x="544898" y="0"/>
                  </a:lnTo>
                  <a:lnTo>
                    <a:pt x="177416" y="367482"/>
                  </a:lnTo>
                  <a:lnTo>
                    <a:pt x="177416" y="642102"/>
                  </a:lnTo>
                  <a:lnTo>
                    <a:pt x="0" y="642102"/>
                  </a:lnTo>
                  <a:lnTo>
                    <a:pt x="0" y="615314"/>
                  </a:lnTo>
                  <a:lnTo>
                    <a:pt x="150628" y="615314"/>
                  </a:lnTo>
                  <a:lnTo>
                    <a:pt x="150628" y="356384"/>
                  </a:lnTo>
                  <a:lnTo>
                    <a:pt x="154569" y="352442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194C4615-A126-2A01-3664-7542E64F9EED}"/>
                </a:ext>
              </a:extLst>
            </p:cNvPr>
            <p:cNvSpPr/>
            <p:nvPr/>
          </p:nvSpPr>
          <p:spPr>
            <a:xfrm flipH="1">
              <a:off x="0" y="1598168"/>
              <a:ext cx="795037" cy="810748"/>
            </a:xfrm>
            <a:custGeom>
              <a:avLst/>
              <a:gdLst>
                <a:gd name="connsiteX0" fmla="*/ 926014 w 926014"/>
                <a:gd name="connsiteY0" fmla="*/ 0 h 944315"/>
                <a:gd name="connsiteX1" fmla="*/ 926014 w 926014"/>
                <a:gd name="connsiteY1" fmla="*/ 37870 h 944315"/>
                <a:gd name="connsiteX2" fmla="*/ 18935 w 926014"/>
                <a:gd name="connsiteY2" fmla="*/ 944315 h 944315"/>
                <a:gd name="connsiteX3" fmla="*/ 0 w 926014"/>
                <a:gd name="connsiteY3" fmla="*/ 925367 h 944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6014" h="944315">
                  <a:moveTo>
                    <a:pt x="926014" y="0"/>
                  </a:moveTo>
                  <a:lnTo>
                    <a:pt x="926014" y="37870"/>
                  </a:lnTo>
                  <a:lnTo>
                    <a:pt x="18935" y="944315"/>
                  </a:lnTo>
                  <a:lnTo>
                    <a:pt x="0" y="925367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77919AAA-C7F1-A03E-670E-9377CF249A81}"/>
                </a:ext>
              </a:extLst>
            </p:cNvPr>
            <p:cNvSpPr/>
            <p:nvPr/>
          </p:nvSpPr>
          <p:spPr>
            <a:xfrm flipH="1">
              <a:off x="0" y="1994158"/>
              <a:ext cx="334409" cy="338820"/>
            </a:xfrm>
            <a:custGeom>
              <a:avLst/>
              <a:gdLst>
                <a:gd name="connsiteX0" fmla="*/ 389501 w 389501"/>
                <a:gd name="connsiteY0" fmla="*/ 0 h 394639"/>
                <a:gd name="connsiteX1" fmla="*/ 389501 w 389501"/>
                <a:gd name="connsiteY1" fmla="*/ 37202 h 394639"/>
                <a:gd name="connsiteX2" fmla="*/ 18588 w 389501"/>
                <a:gd name="connsiteY2" fmla="*/ 394639 h 394639"/>
                <a:gd name="connsiteX3" fmla="*/ 0 w 389501"/>
                <a:gd name="connsiteY3" fmla="*/ 375350 h 394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9501" h="394639">
                  <a:moveTo>
                    <a:pt x="389501" y="0"/>
                  </a:moveTo>
                  <a:lnTo>
                    <a:pt x="389501" y="37202"/>
                  </a:lnTo>
                  <a:lnTo>
                    <a:pt x="18588" y="394639"/>
                  </a:lnTo>
                  <a:lnTo>
                    <a:pt x="0" y="37535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C90D5E0-177F-FCB4-DE06-E626E51281A8}"/>
                </a:ext>
              </a:extLst>
            </p:cNvPr>
            <p:cNvSpPr/>
            <p:nvPr/>
          </p:nvSpPr>
          <p:spPr>
            <a:xfrm>
              <a:off x="2420584" y="245715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7"/>
                    <a:pt x="26197" y="0"/>
                    <a:pt x="58514" y="0"/>
                  </a:cubicBezTo>
                  <a:cubicBezTo>
                    <a:pt x="90830" y="0"/>
                    <a:pt x="117027" y="26197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A83D4D8-9336-F33D-D449-242436CD302A}"/>
                </a:ext>
              </a:extLst>
            </p:cNvPr>
            <p:cNvSpPr/>
            <p:nvPr/>
          </p:nvSpPr>
          <p:spPr>
            <a:xfrm>
              <a:off x="2498946" y="706196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8"/>
                    <a:pt x="26197" y="0"/>
                    <a:pt x="58514" y="0"/>
                  </a:cubicBezTo>
                  <a:cubicBezTo>
                    <a:pt x="90830" y="0"/>
                    <a:pt x="117027" y="26198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3B8BFA-B9F2-A1BD-C57B-2DCF036FBBF8}"/>
                </a:ext>
              </a:extLst>
            </p:cNvPr>
            <p:cNvSpPr/>
            <p:nvPr/>
          </p:nvSpPr>
          <p:spPr>
            <a:xfrm>
              <a:off x="1958229" y="1081678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7"/>
                    <a:pt x="26197" y="0"/>
                    <a:pt x="58514" y="0"/>
                  </a:cubicBezTo>
                  <a:cubicBezTo>
                    <a:pt x="90830" y="0"/>
                    <a:pt x="117027" y="26197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F70C89B6-B282-FBBA-DCEE-FE3A50D54AC2}"/>
                </a:ext>
              </a:extLst>
            </p:cNvPr>
            <p:cNvSpPr/>
            <p:nvPr/>
          </p:nvSpPr>
          <p:spPr>
            <a:xfrm>
              <a:off x="1678951" y="1081678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7"/>
                    <a:pt x="26197" y="0"/>
                    <a:pt x="58514" y="0"/>
                  </a:cubicBezTo>
                  <a:cubicBezTo>
                    <a:pt x="90830" y="0"/>
                    <a:pt x="117027" y="26197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61721AB-19E2-C575-0DF1-9F78B97FDBE8}"/>
                </a:ext>
              </a:extLst>
            </p:cNvPr>
            <p:cNvSpPr/>
            <p:nvPr/>
          </p:nvSpPr>
          <p:spPr>
            <a:xfrm>
              <a:off x="1345097" y="1081678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7"/>
                    <a:pt x="26197" y="0"/>
                    <a:pt x="58514" y="0"/>
                  </a:cubicBezTo>
                  <a:cubicBezTo>
                    <a:pt x="90830" y="0"/>
                    <a:pt x="117027" y="26197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061C98F2-A799-20EB-B561-15D9DFCAAD52}"/>
                </a:ext>
              </a:extLst>
            </p:cNvPr>
            <p:cNvSpPr/>
            <p:nvPr/>
          </p:nvSpPr>
          <p:spPr>
            <a:xfrm>
              <a:off x="1150751" y="1228118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7"/>
                    <a:pt x="26197" y="0"/>
                    <a:pt x="58514" y="0"/>
                  </a:cubicBezTo>
                  <a:cubicBezTo>
                    <a:pt x="90830" y="0"/>
                    <a:pt x="117027" y="26197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CF57B3EB-A525-EA04-9C31-E4F806F6AF14}"/>
                </a:ext>
              </a:extLst>
            </p:cNvPr>
            <p:cNvSpPr/>
            <p:nvPr/>
          </p:nvSpPr>
          <p:spPr>
            <a:xfrm>
              <a:off x="1150751" y="1602976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8"/>
                    <a:pt x="26197" y="0"/>
                    <a:pt x="58514" y="0"/>
                  </a:cubicBezTo>
                  <a:cubicBezTo>
                    <a:pt x="90830" y="0"/>
                    <a:pt x="117027" y="26198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C583F9CA-AE32-7862-65C8-971FE4E59D69}"/>
                </a:ext>
              </a:extLst>
            </p:cNvPr>
            <p:cNvSpPr/>
            <p:nvPr/>
          </p:nvSpPr>
          <p:spPr>
            <a:xfrm>
              <a:off x="1150751" y="1845818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7"/>
                    <a:pt x="26197" y="0"/>
                    <a:pt x="58514" y="0"/>
                  </a:cubicBezTo>
                  <a:cubicBezTo>
                    <a:pt x="90830" y="0"/>
                    <a:pt x="117027" y="26198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48C730B9-1794-67BA-99CD-E6172E8A2577}"/>
                </a:ext>
              </a:extLst>
            </p:cNvPr>
            <p:cNvSpPr/>
            <p:nvPr/>
          </p:nvSpPr>
          <p:spPr>
            <a:xfrm>
              <a:off x="726117" y="2340075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8" y="117027"/>
                    <a:pt x="0" y="90830"/>
                    <a:pt x="0" y="58514"/>
                  </a:cubicBezTo>
                  <a:cubicBezTo>
                    <a:pt x="0" y="26197"/>
                    <a:pt x="26198" y="0"/>
                    <a:pt x="58514" y="0"/>
                  </a:cubicBezTo>
                  <a:cubicBezTo>
                    <a:pt x="90830" y="0"/>
                    <a:pt x="117027" y="26198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E51E2EC5-8742-79D2-160E-2C0EEF2E7A7B}"/>
                </a:ext>
              </a:extLst>
            </p:cNvPr>
            <p:cNvSpPr/>
            <p:nvPr/>
          </p:nvSpPr>
          <p:spPr>
            <a:xfrm>
              <a:off x="259096" y="2267923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7"/>
                    <a:pt x="26198" y="0"/>
                    <a:pt x="58514" y="0"/>
                  </a:cubicBezTo>
                  <a:cubicBezTo>
                    <a:pt x="90830" y="0"/>
                    <a:pt x="117027" y="26198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B43FCDA8-BEE6-9330-D0A4-808D62907948}"/>
                </a:ext>
              </a:extLst>
            </p:cNvPr>
            <p:cNvSpPr/>
            <p:nvPr/>
          </p:nvSpPr>
          <p:spPr>
            <a:xfrm>
              <a:off x="510535" y="1752264"/>
              <a:ext cx="72117" cy="72117"/>
            </a:xfrm>
            <a:custGeom>
              <a:avLst/>
              <a:gdLst>
                <a:gd name="connsiteX0" fmla="*/ 69420 w 69420"/>
                <a:gd name="connsiteY0" fmla="*/ 34710 h 69420"/>
                <a:gd name="connsiteX1" fmla="*/ 34710 w 69420"/>
                <a:gd name="connsiteY1" fmla="*/ 69420 h 69420"/>
                <a:gd name="connsiteX2" fmla="*/ 0 w 69420"/>
                <a:gd name="connsiteY2" fmla="*/ 34710 h 69420"/>
                <a:gd name="connsiteX3" fmla="*/ 34710 w 69420"/>
                <a:gd name="connsiteY3" fmla="*/ 0 h 69420"/>
                <a:gd name="connsiteX4" fmla="*/ 69420 w 69420"/>
                <a:gd name="connsiteY4" fmla="*/ 34710 h 6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20" h="69420">
                  <a:moveTo>
                    <a:pt x="69420" y="34710"/>
                  </a:moveTo>
                  <a:cubicBezTo>
                    <a:pt x="69420" y="53880"/>
                    <a:pt x="53880" y="69420"/>
                    <a:pt x="34710" y="69420"/>
                  </a:cubicBezTo>
                  <a:cubicBezTo>
                    <a:pt x="15540" y="69420"/>
                    <a:pt x="0" y="53880"/>
                    <a:pt x="0" y="34710"/>
                  </a:cubicBezTo>
                  <a:cubicBezTo>
                    <a:pt x="0" y="15540"/>
                    <a:pt x="15540" y="0"/>
                    <a:pt x="34710" y="0"/>
                  </a:cubicBezTo>
                  <a:cubicBezTo>
                    <a:pt x="53880" y="0"/>
                    <a:pt x="69420" y="15540"/>
                    <a:pt x="69420" y="3471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9E2119BC-1490-87BC-F5B4-34B864C0FED3}"/>
                </a:ext>
              </a:extLst>
            </p:cNvPr>
            <p:cNvSpPr/>
            <p:nvPr/>
          </p:nvSpPr>
          <p:spPr>
            <a:xfrm>
              <a:off x="653690" y="1380527"/>
              <a:ext cx="72117" cy="72117"/>
            </a:xfrm>
            <a:custGeom>
              <a:avLst/>
              <a:gdLst>
                <a:gd name="connsiteX0" fmla="*/ 69420 w 69420"/>
                <a:gd name="connsiteY0" fmla="*/ 34710 h 69420"/>
                <a:gd name="connsiteX1" fmla="*/ 34710 w 69420"/>
                <a:gd name="connsiteY1" fmla="*/ 69420 h 69420"/>
                <a:gd name="connsiteX2" fmla="*/ 0 w 69420"/>
                <a:gd name="connsiteY2" fmla="*/ 34710 h 69420"/>
                <a:gd name="connsiteX3" fmla="*/ 34710 w 69420"/>
                <a:gd name="connsiteY3" fmla="*/ 0 h 69420"/>
                <a:gd name="connsiteX4" fmla="*/ 69420 w 69420"/>
                <a:gd name="connsiteY4" fmla="*/ 34710 h 6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20" h="69420">
                  <a:moveTo>
                    <a:pt x="69420" y="34710"/>
                  </a:moveTo>
                  <a:cubicBezTo>
                    <a:pt x="69420" y="53880"/>
                    <a:pt x="53880" y="69420"/>
                    <a:pt x="34710" y="69420"/>
                  </a:cubicBezTo>
                  <a:cubicBezTo>
                    <a:pt x="15540" y="69420"/>
                    <a:pt x="0" y="53880"/>
                    <a:pt x="0" y="34710"/>
                  </a:cubicBezTo>
                  <a:cubicBezTo>
                    <a:pt x="0" y="15540"/>
                    <a:pt x="15540" y="0"/>
                    <a:pt x="34710" y="0"/>
                  </a:cubicBezTo>
                  <a:cubicBezTo>
                    <a:pt x="53880" y="0"/>
                    <a:pt x="69420" y="15540"/>
                    <a:pt x="69420" y="3471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81283577-5E0E-B943-F8E0-B8BA4E722394}"/>
                </a:ext>
              </a:extLst>
            </p:cNvPr>
            <p:cNvSpPr/>
            <p:nvPr/>
          </p:nvSpPr>
          <p:spPr>
            <a:xfrm>
              <a:off x="578580" y="1010893"/>
              <a:ext cx="72117" cy="72117"/>
            </a:xfrm>
            <a:custGeom>
              <a:avLst/>
              <a:gdLst>
                <a:gd name="connsiteX0" fmla="*/ 69420 w 69420"/>
                <a:gd name="connsiteY0" fmla="*/ 34710 h 69420"/>
                <a:gd name="connsiteX1" fmla="*/ 34710 w 69420"/>
                <a:gd name="connsiteY1" fmla="*/ 69420 h 69420"/>
                <a:gd name="connsiteX2" fmla="*/ 0 w 69420"/>
                <a:gd name="connsiteY2" fmla="*/ 34710 h 69420"/>
                <a:gd name="connsiteX3" fmla="*/ 34710 w 69420"/>
                <a:gd name="connsiteY3" fmla="*/ 0 h 69420"/>
                <a:gd name="connsiteX4" fmla="*/ 69420 w 69420"/>
                <a:gd name="connsiteY4" fmla="*/ 34710 h 6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20" h="69420">
                  <a:moveTo>
                    <a:pt x="69420" y="34710"/>
                  </a:moveTo>
                  <a:cubicBezTo>
                    <a:pt x="69420" y="53880"/>
                    <a:pt x="53880" y="69420"/>
                    <a:pt x="34710" y="69420"/>
                  </a:cubicBezTo>
                  <a:cubicBezTo>
                    <a:pt x="15540" y="69420"/>
                    <a:pt x="0" y="53880"/>
                    <a:pt x="0" y="34710"/>
                  </a:cubicBezTo>
                  <a:cubicBezTo>
                    <a:pt x="0" y="15540"/>
                    <a:pt x="15540" y="0"/>
                    <a:pt x="34710" y="0"/>
                  </a:cubicBezTo>
                  <a:cubicBezTo>
                    <a:pt x="53880" y="0"/>
                    <a:pt x="69420" y="15540"/>
                    <a:pt x="69420" y="3471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6102D7B-D36F-B2B1-826B-2680ACCE2219}"/>
                </a:ext>
              </a:extLst>
            </p:cNvPr>
            <p:cNvSpPr/>
            <p:nvPr/>
          </p:nvSpPr>
          <p:spPr>
            <a:xfrm>
              <a:off x="856479" y="772225"/>
              <a:ext cx="72117" cy="72117"/>
            </a:xfrm>
            <a:custGeom>
              <a:avLst/>
              <a:gdLst>
                <a:gd name="connsiteX0" fmla="*/ 69421 w 69420"/>
                <a:gd name="connsiteY0" fmla="*/ 34710 h 69420"/>
                <a:gd name="connsiteX1" fmla="*/ 34710 w 69420"/>
                <a:gd name="connsiteY1" fmla="*/ 69420 h 69420"/>
                <a:gd name="connsiteX2" fmla="*/ 0 w 69420"/>
                <a:gd name="connsiteY2" fmla="*/ 34710 h 69420"/>
                <a:gd name="connsiteX3" fmla="*/ 34710 w 69420"/>
                <a:gd name="connsiteY3" fmla="*/ 0 h 69420"/>
                <a:gd name="connsiteX4" fmla="*/ 69421 w 69420"/>
                <a:gd name="connsiteY4" fmla="*/ 34710 h 6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20" h="69420">
                  <a:moveTo>
                    <a:pt x="69421" y="34710"/>
                  </a:moveTo>
                  <a:cubicBezTo>
                    <a:pt x="69421" y="53880"/>
                    <a:pt x="53880" y="69420"/>
                    <a:pt x="34710" y="69420"/>
                  </a:cubicBezTo>
                  <a:cubicBezTo>
                    <a:pt x="15540" y="69420"/>
                    <a:pt x="0" y="53880"/>
                    <a:pt x="0" y="34710"/>
                  </a:cubicBezTo>
                  <a:cubicBezTo>
                    <a:pt x="0" y="15540"/>
                    <a:pt x="15540" y="0"/>
                    <a:pt x="34710" y="0"/>
                  </a:cubicBezTo>
                  <a:cubicBezTo>
                    <a:pt x="53880" y="0"/>
                    <a:pt x="69421" y="15540"/>
                    <a:pt x="69421" y="3471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1D0390CD-14B0-17A9-0E3E-F04FE5DB1F35}"/>
                </a:ext>
              </a:extLst>
            </p:cNvPr>
            <p:cNvSpPr/>
            <p:nvPr/>
          </p:nvSpPr>
          <p:spPr>
            <a:xfrm>
              <a:off x="1100536" y="596082"/>
              <a:ext cx="72117" cy="72117"/>
            </a:xfrm>
            <a:custGeom>
              <a:avLst/>
              <a:gdLst>
                <a:gd name="connsiteX0" fmla="*/ 69420 w 69420"/>
                <a:gd name="connsiteY0" fmla="*/ 34710 h 69420"/>
                <a:gd name="connsiteX1" fmla="*/ 34710 w 69420"/>
                <a:gd name="connsiteY1" fmla="*/ 69420 h 69420"/>
                <a:gd name="connsiteX2" fmla="*/ 0 w 69420"/>
                <a:gd name="connsiteY2" fmla="*/ 34710 h 69420"/>
                <a:gd name="connsiteX3" fmla="*/ 34710 w 69420"/>
                <a:gd name="connsiteY3" fmla="*/ 0 h 69420"/>
                <a:gd name="connsiteX4" fmla="*/ 69420 w 69420"/>
                <a:gd name="connsiteY4" fmla="*/ 34710 h 6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20" h="69420">
                  <a:moveTo>
                    <a:pt x="69420" y="34710"/>
                  </a:moveTo>
                  <a:cubicBezTo>
                    <a:pt x="69420" y="53880"/>
                    <a:pt x="53880" y="69420"/>
                    <a:pt x="34710" y="69420"/>
                  </a:cubicBezTo>
                  <a:cubicBezTo>
                    <a:pt x="15540" y="69420"/>
                    <a:pt x="0" y="53880"/>
                    <a:pt x="0" y="34710"/>
                  </a:cubicBezTo>
                  <a:cubicBezTo>
                    <a:pt x="0" y="15540"/>
                    <a:pt x="15540" y="0"/>
                    <a:pt x="34710" y="0"/>
                  </a:cubicBezTo>
                  <a:cubicBezTo>
                    <a:pt x="53880" y="0"/>
                    <a:pt x="69420" y="15540"/>
                    <a:pt x="69420" y="3471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73D6AEE3-9D5E-6550-BA66-7C6C025855D4}"/>
                </a:ext>
              </a:extLst>
            </p:cNvPr>
            <p:cNvSpPr/>
            <p:nvPr/>
          </p:nvSpPr>
          <p:spPr>
            <a:xfrm>
              <a:off x="1975467" y="503723"/>
              <a:ext cx="72117" cy="72117"/>
            </a:xfrm>
            <a:custGeom>
              <a:avLst/>
              <a:gdLst>
                <a:gd name="connsiteX0" fmla="*/ 69420 w 69420"/>
                <a:gd name="connsiteY0" fmla="*/ 34710 h 69420"/>
                <a:gd name="connsiteX1" fmla="*/ 34710 w 69420"/>
                <a:gd name="connsiteY1" fmla="*/ 69420 h 69420"/>
                <a:gd name="connsiteX2" fmla="*/ 0 w 69420"/>
                <a:gd name="connsiteY2" fmla="*/ 34710 h 69420"/>
                <a:gd name="connsiteX3" fmla="*/ 34710 w 69420"/>
                <a:gd name="connsiteY3" fmla="*/ 0 h 69420"/>
                <a:gd name="connsiteX4" fmla="*/ 69420 w 69420"/>
                <a:gd name="connsiteY4" fmla="*/ 34710 h 6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20" h="69420">
                  <a:moveTo>
                    <a:pt x="69420" y="34710"/>
                  </a:moveTo>
                  <a:cubicBezTo>
                    <a:pt x="69420" y="53880"/>
                    <a:pt x="53880" y="69420"/>
                    <a:pt x="34710" y="69420"/>
                  </a:cubicBezTo>
                  <a:cubicBezTo>
                    <a:pt x="15540" y="69420"/>
                    <a:pt x="0" y="53880"/>
                    <a:pt x="0" y="34710"/>
                  </a:cubicBezTo>
                  <a:cubicBezTo>
                    <a:pt x="0" y="15540"/>
                    <a:pt x="15540" y="0"/>
                    <a:pt x="34710" y="0"/>
                  </a:cubicBezTo>
                  <a:cubicBezTo>
                    <a:pt x="53880" y="0"/>
                    <a:pt x="69420" y="15540"/>
                    <a:pt x="69420" y="3471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A636421-7294-DD9F-C68A-C746218B5635}"/>
              </a:ext>
            </a:extLst>
          </p:cNvPr>
          <p:cNvGrpSpPr/>
          <p:nvPr userDrawn="1"/>
        </p:nvGrpSpPr>
        <p:grpSpPr>
          <a:xfrm flipH="1" flipV="1">
            <a:off x="10325099" y="5104282"/>
            <a:ext cx="1866900" cy="1753718"/>
            <a:chOff x="0" y="0"/>
            <a:chExt cx="2620521" cy="2461650"/>
          </a:xfrm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E8ECE738-0D2C-3C49-25ED-4EF4FC717F61}"/>
                </a:ext>
              </a:extLst>
            </p:cNvPr>
            <p:cNvSpPr/>
            <p:nvPr/>
          </p:nvSpPr>
          <p:spPr>
            <a:xfrm flipH="1">
              <a:off x="1" y="1420008"/>
              <a:ext cx="550337" cy="379814"/>
            </a:xfrm>
            <a:custGeom>
              <a:avLst/>
              <a:gdLst>
                <a:gd name="connsiteX0" fmla="*/ 641002 w 641002"/>
                <a:gd name="connsiteY0" fmla="*/ 0 h 442386"/>
                <a:gd name="connsiteX1" fmla="*/ 641002 w 641002"/>
                <a:gd name="connsiteY1" fmla="*/ 37469 h 442386"/>
                <a:gd name="connsiteX2" fmla="*/ 226860 w 641002"/>
                <a:gd name="connsiteY2" fmla="*/ 442386 h 442386"/>
                <a:gd name="connsiteX3" fmla="*/ 0 w 641002"/>
                <a:gd name="connsiteY3" fmla="*/ 442386 h 442386"/>
                <a:gd name="connsiteX4" fmla="*/ 0 w 641002"/>
                <a:gd name="connsiteY4" fmla="*/ 415598 h 442386"/>
                <a:gd name="connsiteX5" fmla="*/ 215953 w 641002"/>
                <a:gd name="connsiteY5" fmla="*/ 415598 h 442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41002" h="442386">
                  <a:moveTo>
                    <a:pt x="641002" y="0"/>
                  </a:moveTo>
                  <a:lnTo>
                    <a:pt x="641002" y="37469"/>
                  </a:lnTo>
                  <a:lnTo>
                    <a:pt x="226860" y="442386"/>
                  </a:lnTo>
                  <a:lnTo>
                    <a:pt x="0" y="442386"/>
                  </a:lnTo>
                  <a:lnTo>
                    <a:pt x="0" y="415598"/>
                  </a:lnTo>
                  <a:lnTo>
                    <a:pt x="215953" y="41559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22A731E1-73ED-1EC4-8AD0-E0C937887ECC}"/>
                </a:ext>
              </a:extLst>
            </p:cNvPr>
            <p:cNvSpPr/>
            <p:nvPr/>
          </p:nvSpPr>
          <p:spPr>
            <a:xfrm flipH="1">
              <a:off x="1" y="1213277"/>
              <a:ext cx="1222019" cy="704828"/>
            </a:xfrm>
            <a:custGeom>
              <a:avLst/>
              <a:gdLst>
                <a:gd name="connsiteX0" fmla="*/ 1423340 w 1423340"/>
                <a:gd name="connsiteY0" fmla="*/ 0 h 820944"/>
                <a:gd name="connsiteX1" fmla="*/ 1423340 w 1423340"/>
                <a:gd name="connsiteY1" fmla="*/ 37887 h 820944"/>
                <a:gd name="connsiteX2" fmla="*/ 1048654 w 1423340"/>
                <a:gd name="connsiteY2" fmla="*/ 412573 h 820944"/>
                <a:gd name="connsiteX3" fmla="*/ 559535 w 1423340"/>
                <a:gd name="connsiteY3" fmla="*/ 412573 h 820944"/>
                <a:gd name="connsiteX4" fmla="*/ 559535 w 1423340"/>
                <a:gd name="connsiteY4" fmla="*/ 820944 h 820944"/>
                <a:gd name="connsiteX5" fmla="*/ 0 w 1423340"/>
                <a:gd name="connsiteY5" fmla="*/ 820944 h 820944"/>
                <a:gd name="connsiteX6" fmla="*/ 0 w 1423340"/>
                <a:gd name="connsiteY6" fmla="*/ 794155 h 820944"/>
                <a:gd name="connsiteX7" fmla="*/ 532746 w 1423340"/>
                <a:gd name="connsiteY7" fmla="*/ 794155 h 820944"/>
                <a:gd name="connsiteX8" fmla="*/ 532746 w 1423340"/>
                <a:gd name="connsiteY8" fmla="*/ 385785 h 820944"/>
                <a:gd name="connsiteX9" fmla="*/ 1037556 w 1423340"/>
                <a:gd name="connsiteY9" fmla="*/ 385785 h 82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3340" h="820944">
                  <a:moveTo>
                    <a:pt x="1423340" y="0"/>
                  </a:moveTo>
                  <a:lnTo>
                    <a:pt x="1423340" y="37887"/>
                  </a:lnTo>
                  <a:lnTo>
                    <a:pt x="1048654" y="412573"/>
                  </a:lnTo>
                  <a:lnTo>
                    <a:pt x="559535" y="412573"/>
                  </a:lnTo>
                  <a:lnTo>
                    <a:pt x="559535" y="820944"/>
                  </a:lnTo>
                  <a:lnTo>
                    <a:pt x="0" y="820944"/>
                  </a:lnTo>
                  <a:lnTo>
                    <a:pt x="0" y="794155"/>
                  </a:lnTo>
                  <a:lnTo>
                    <a:pt x="532746" y="794155"/>
                  </a:lnTo>
                  <a:lnTo>
                    <a:pt x="532746" y="385785"/>
                  </a:lnTo>
                  <a:lnTo>
                    <a:pt x="1037556" y="38578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FDE381A5-27FC-5071-6C57-409C5B8AFAAA}"/>
                </a:ext>
              </a:extLst>
            </p:cNvPr>
            <p:cNvSpPr/>
            <p:nvPr/>
          </p:nvSpPr>
          <p:spPr>
            <a:xfrm flipH="1">
              <a:off x="0" y="1044329"/>
              <a:ext cx="689747" cy="383756"/>
            </a:xfrm>
            <a:custGeom>
              <a:avLst/>
              <a:gdLst>
                <a:gd name="connsiteX0" fmla="*/ 803379 w 803379"/>
                <a:gd name="connsiteY0" fmla="*/ 0 h 446978"/>
                <a:gd name="connsiteX1" fmla="*/ 803379 w 803379"/>
                <a:gd name="connsiteY1" fmla="*/ 37812 h 446978"/>
                <a:gd name="connsiteX2" fmla="*/ 394250 w 803379"/>
                <a:gd name="connsiteY2" fmla="*/ 446978 h 446978"/>
                <a:gd name="connsiteX3" fmla="*/ 0 w 803379"/>
                <a:gd name="connsiteY3" fmla="*/ 446978 h 446978"/>
                <a:gd name="connsiteX4" fmla="*/ 0 w 803379"/>
                <a:gd name="connsiteY4" fmla="*/ 420189 h 446978"/>
                <a:gd name="connsiteX5" fmla="*/ 383152 w 803379"/>
                <a:gd name="connsiteY5" fmla="*/ 420189 h 446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3379" h="446978">
                  <a:moveTo>
                    <a:pt x="803379" y="0"/>
                  </a:moveTo>
                  <a:lnTo>
                    <a:pt x="803379" y="37812"/>
                  </a:lnTo>
                  <a:lnTo>
                    <a:pt x="394250" y="446978"/>
                  </a:lnTo>
                  <a:lnTo>
                    <a:pt x="0" y="446978"/>
                  </a:lnTo>
                  <a:lnTo>
                    <a:pt x="0" y="420189"/>
                  </a:lnTo>
                  <a:lnTo>
                    <a:pt x="383152" y="42018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4A430E01-F753-00FA-DB21-515B24AA38E3}"/>
                </a:ext>
              </a:extLst>
            </p:cNvPr>
            <p:cNvSpPr/>
            <p:nvPr/>
          </p:nvSpPr>
          <p:spPr>
            <a:xfrm flipH="1">
              <a:off x="0" y="822024"/>
              <a:ext cx="1230168" cy="849888"/>
            </a:xfrm>
            <a:custGeom>
              <a:avLst/>
              <a:gdLst>
                <a:gd name="connsiteX0" fmla="*/ 1432831 w 1432831"/>
                <a:gd name="connsiteY0" fmla="*/ 0 h 989902"/>
                <a:gd name="connsiteX1" fmla="*/ 1432831 w 1432831"/>
                <a:gd name="connsiteY1" fmla="*/ 37886 h 989902"/>
                <a:gd name="connsiteX2" fmla="*/ 991709 w 1432831"/>
                <a:gd name="connsiteY2" fmla="*/ 479008 h 989902"/>
                <a:gd name="connsiteX3" fmla="*/ 529876 w 1432831"/>
                <a:gd name="connsiteY3" fmla="*/ 479008 h 989902"/>
                <a:gd name="connsiteX4" fmla="*/ 18943 w 1432831"/>
                <a:gd name="connsiteY4" fmla="*/ 989902 h 989902"/>
                <a:gd name="connsiteX5" fmla="*/ 0 w 1432831"/>
                <a:gd name="connsiteY5" fmla="*/ 970959 h 989902"/>
                <a:gd name="connsiteX6" fmla="*/ 518778 w 1432831"/>
                <a:gd name="connsiteY6" fmla="*/ 452220 h 989902"/>
                <a:gd name="connsiteX7" fmla="*/ 980611 w 1432831"/>
                <a:gd name="connsiteY7" fmla="*/ 452220 h 989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32831" h="989902">
                  <a:moveTo>
                    <a:pt x="1432831" y="0"/>
                  </a:moveTo>
                  <a:lnTo>
                    <a:pt x="1432831" y="37886"/>
                  </a:lnTo>
                  <a:lnTo>
                    <a:pt x="991709" y="479008"/>
                  </a:lnTo>
                  <a:lnTo>
                    <a:pt x="529876" y="479008"/>
                  </a:lnTo>
                  <a:lnTo>
                    <a:pt x="18943" y="989902"/>
                  </a:lnTo>
                  <a:lnTo>
                    <a:pt x="0" y="970959"/>
                  </a:lnTo>
                  <a:lnTo>
                    <a:pt x="518778" y="452220"/>
                  </a:lnTo>
                  <a:lnTo>
                    <a:pt x="980611" y="45222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B094C22-99D5-51E3-BEE9-B931A38832D1}"/>
                </a:ext>
              </a:extLst>
            </p:cNvPr>
            <p:cNvSpPr/>
            <p:nvPr/>
          </p:nvSpPr>
          <p:spPr>
            <a:xfrm flipH="1">
              <a:off x="1" y="611285"/>
              <a:ext cx="604846" cy="447169"/>
            </a:xfrm>
            <a:custGeom>
              <a:avLst/>
              <a:gdLst>
                <a:gd name="connsiteX0" fmla="*/ 704491 w 704491"/>
                <a:gd name="connsiteY0" fmla="*/ 0 h 520837"/>
                <a:gd name="connsiteX1" fmla="*/ 704491 w 704491"/>
                <a:gd name="connsiteY1" fmla="*/ 37887 h 520837"/>
                <a:gd name="connsiteX2" fmla="*/ 221540 w 704491"/>
                <a:gd name="connsiteY2" fmla="*/ 520837 h 520837"/>
                <a:gd name="connsiteX3" fmla="*/ 0 w 704491"/>
                <a:gd name="connsiteY3" fmla="*/ 520837 h 520837"/>
                <a:gd name="connsiteX4" fmla="*/ 0 w 704491"/>
                <a:gd name="connsiteY4" fmla="*/ 494049 h 520837"/>
                <a:gd name="connsiteX5" fmla="*/ 210443 w 704491"/>
                <a:gd name="connsiteY5" fmla="*/ 494049 h 52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4491" h="520837">
                  <a:moveTo>
                    <a:pt x="704491" y="0"/>
                  </a:moveTo>
                  <a:lnTo>
                    <a:pt x="704491" y="37887"/>
                  </a:lnTo>
                  <a:lnTo>
                    <a:pt x="221540" y="520837"/>
                  </a:lnTo>
                  <a:lnTo>
                    <a:pt x="0" y="520837"/>
                  </a:lnTo>
                  <a:lnTo>
                    <a:pt x="0" y="494049"/>
                  </a:lnTo>
                  <a:lnTo>
                    <a:pt x="210443" y="49404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F724964-D2BC-DF61-DB26-EA2119B308BE}"/>
                </a:ext>
              </a:extLst>
            </p:cNvPr>
            <p:cNvSpPr/>
            <p:nvPr/>
          </p:nvSpPr>
          <p:spPr>
            <a:xfrm flipH="1">
              <a:off x="1" y="359012"/>
              <a:ext cx="1230168" cy="938042"/>
            </a:xfrm>
            <a:custGeom>
              <a:avLst/>
              <a:gdLst>
                <a:gd name="connsiteX0" fmla="*/ 1432831 w 1432831"/>
                <a:gd name="connsiteY0" fmla="*/ 0 h 1092579"/>
                <a:gd name="connsiteX1" fmla="*/ 1432831 w 1432831"/>
                <a:gd name="connsiteY1" fmla="*/ 37886 h 1092579"/>
                <a:gd name="connsiteX2" fmla="*/ 886469 w 1432831"/>
                <a:gd name="connsiteY2" fmla="*/ 584249 h 1092579"/>
                <a:gd name="connsiteX3" fmla="*/ 527312 w 1432831"/>
                <a:gd name="connsiteY3" fmla="*/ 584249 h 1092579"/>
                <a:gd name="connsiteX4" fmla="*/ 18943 w 1432831"/>
                <a:gd name="connsiteY4" fmla="*/ 1092579 h 1092579"/>
                <a:gd name="connsiteX5" fmla="*/ 0 w 1432831"/>
                <a:gd name="connsiteY5" fmla="*/ 1073636 h 1092579"/>
                <a:gd name="connsiteX6" fmla="*/ 516214 w 1432831"/>
                <a:gd name="connsiteY6" fmla="*/ 557460 h 1092579"/>
                <a:gd name="connsiteX7" fmla="*/ 875371 w 1432831"/>
                <a:gd name="connsiteY7" fmla="*/ 557460 h 1092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32831" h="1092579">
                  <a:moveTo>
                    <a:pt x="1432831" y="0"/>
                  </a:moveTo>
                  <a:lnTo>
                    <a:pt x="1432831" y="37886"/>
                  </a:lnTo>
                  <a:lnTo>
                    <a:pt x="886469" y="584249"/>
                  </a:lnTo>
                  <a:lnTo>
                    <a:pt x="527312" y="584249"/>
                  </a:lnTo>
                  <a:lnTo>
                    <a:pt x="18943" y="1092579"/>
                  </a:lnTo>
                  <a:lnTo>
                    <a:pt x="0" y="1073636"/>
                  </a:lnTo>
                  <a:lnTo>
                    <a:pt x="516214" y="557460"/>
                  </a:lnTo>
                  <a:lnTo>
                    <a:pt x="875371" y="55746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41362295-5507-AE86-4DCB-BEF90B086D58}"/>
                </a:ext>
              </a:extLst>
            </p:cNvPr>
            <p:cNvSpPr/>
            <p:nvPr/>
          </p:nvSpPr>
          <p:spPr>
            <a:xfrm flipH="1">
              <a:off x="0" y="63798"/>
              <a:ext cx="900652" cy="752602"/>
            </a:xfrm>
            <a:custGeom>
              <a:avLst/>
              <a:gdLst>
                <a:gd name="connsiteX0" fmla="*/ 1049029 w 1049029"/>
                <a:gd name="connsiteY0" fmla="*/ 0 h 876589"/>
                <a:gd name="connsiteX1" fmla="*/ 1049029 w 1049029"/>
                <a:gd name="connsiteY1" fmla="*/ 37849 h 876589"/>
                <a:gd name="connsiteX2" fmla="*/ 612002 w 1049029"/>
                <a:gd name="connsiteY2" fmla="*/ 474876 h 876589"/>
                <a:gd name="connsiteX3" fmla="*/ 420655 w 1049029"/>
                <a:gd name="connsiteY3" fmla="*/ 474876 h 876589"/>
                <a:gd name="connsiteX4" fmla="*/ 18943 w 1049029"/>
                <a:gd name="connsiteY4" fmla="*/ 876589 h 876589"/>
                <a:gd name="connsiteX5" fmla="*/ 0 w 1049029"/>
                <a:gd name="connsiteY5" fmla="*/ 857645 h 876589"/>
                <a:gd name="connsiteX6" fmla="*/ 409558 w 1049029"/>
                <a:gd name="connsiteY6" fmla="*/ 448088 h 876589"/>
                <a:gd name="connsiteX7" fmla="*/ 600904 w 1049029"/>
                <a:gd name="connsiteY7" fmla="*/ 448088 h 876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9029" h="876589">
                  <a:moveTo>
                    <a:pt x="1049029" y="0"/>
                  </a:moveTo>
                  <a:lnTo>
                    <a:pt x="1049029" y="37849"/>
                  </a:lnTo>
                  <a:lnTo>
                    <a:pt x="612002" y="474876"/>
                  </a:lnTo>
                  <a:lnTo>
                    <a:pt x="420655" y="474876"/>
                  </a:lnTo>
                  <a:lnTo>
                    <a:pt x="18943" y="876589"/>
                  </a:lnTo>
                  <a:lnTo>
                    <a:pt x="0" y="857645"/>
                  </a:lnTo>
                  <a:lnTo>
                    <a:pt x="409558" y="448088"/>
                  </a:lnTo>
                  <a:lnTo>
                    <a:pt x="600904" y="44808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66222731-2C5F-5C7B-BB19-3CB55AB6921E}"/>
                </a:ext>
              </a:extLst>
            </p:cNvPr>
            <p:cNvSpPr/>
            <p:nvPr/>
          </p:nvSpPr>
          <p:spPr>
            <a:xfrm flipH="1">
              <a:off x="484805" y="0"/>
              <a:ext cx="935931" cy="1150614"/>
            </a:xfrm>
            <a:custGeom>
              <a:avLst/>
              <a:gdLst>
                <a:gd name="connsiteX0" fmla="*/ 1052237 w 1090121"/>
                <a:gd name="connsiteY0" fmla="*/ 0 h 1340171"/>
                <a:gd name="connsiteX1" fmla="*/ 1090121 w 1090121"/>
                <a:gd name="connsiteY1" fmla="*/ 0 h 1340171"/>
                <a:gd name="connsiteX2" fmla="*/ 567380 w 1090121"/>
                <a:gd name="connsiteY2" fmla="*/ 522741 h 1340171"/>
                <a:gd name="connsiteX3" fmla="*/ 567380 w 1090121"/>
                <a:gd name="connsiteY3" fmla="*/ 791735 h 1340171"/>
                <a:gd name="connsiteX4" fmla="*/ 563476 w 1090121"/>
                <a:gd name="connsiteY4" fmla="*/ 795639 h 1340171"/>
                <a:gd name="connsiteX5" fmla="*/ 18943 w 1090121"/>
                <a:gd name="connsiteY5" fmla="*/ 1340171 h 1340171"/>
                <a:gd name="connsiteX6" fmla="*/ 0 w 1090121"/>
                <a:gd name="connsiteY6" fmla="*/ 1321228 h 1340171"/>
                <a:gd name="connsiteX7" fmla="*/ 540591 w 1090121"/>
                <a:gd name="connsiteY7" fmla="*/ 780637 h 1340171"/>
                <a:gd name="connsiteX8" fmla="*/ 540591 w 1090121"/>
                <a:gd name="connsiteY8" fmla="*/ 511643 h 1340171"/>
                <a:gd name="connsiteX9" fmla="*/ 544533 w 1090121"/>
                <a:gd name="connsiteY9" fmla="*/ 507739 h 1340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90121" h="1340171">
                  <a:moveTo>
                    <a:pt x="1052237" y="0"/>
                  </a:moveTo>
                  <a:lnTo>
                    <a:pt x="1090121" y="0"/>
                  </a:lnTo>
                  <a:lnTo>
                    <a:pt x="567380" y="522741"/>
                  </a:lnTo>
                  <a:lnTo>
                    <a:pt x="567380" y="791735"/>
                  </a:lnTo>
                  <a:lnTo>
                    <a:pt x="563476" y="795639"/>
                  </a:lnTo>
                  <a:lnTo>
                    <a:pt x="18943" y="1340171"/>
                  </a:lnTo>
                  <a:lnTo>
                    <a:pt x="0" y="1321228"/>
                  </a:lnTo>
                  <a:lnTo>
                    <a:pt x="540591" y="780637"/>
                  </a:lnTo>
                  <a:lnTo>
                    <a:pt x="540591" y="511643"/>
                  </a:lnTo>
                  <a:lnTo>
                    <a:pt x="544533" y="50773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5247455F-CD85-2C76-2E2F-D5C66B562E2C}"/>
                </a:ext>
              </a:extLst>
            </p:cNvPr>
            <p:cNvSpPr/>
            <p:nvPr/>
          </p:nvSpPr>
          <p:spPr>
            <a:xfrm flipH="1">
              <a:off x="728862" y="1"/>
              <a:ext cx="419232" cy="629907"/>
            </a:xfrm>
            <a:custGeom>
              <a:avLst/>
              <a:gdLst>
                <a:gd name="connsiteX0" fmla="*/ 450412 w 488298"/>
                <a:gd name="connsiteY0" fmla="*/ 0 h 733681"/>
                <a:gd name="connsiteX1" fmla="*/ 488298 w 488298"/>
                <a:gd name="connsiteY1" fmla="*/ 0 h 733681"/>
                <a:gd name="connsiteX2" fmla="*/ 26788 w 488298"/>
                <a:gd name="connsiteY2" fmla="*/ 461510 h 733681"/>
                <a:gd name="connsiteX3" fmla="*/ 26788 w 488298"/>
                <a:gd name="connsiteY3" fmla="*/ 733681 h 733681"/>
                <a:gd name="connsiteX4" fmla="*/ 0 w 488298"/>
                <a:gd name="connsiteY4" fmla="*/ 733681 h 733681"/>
                <a:gd name="connsiteX5" fmla="*/ 0 w 488298"/>
                <a:gd name="connsiteY5" fmla="*/ 450412 h 733681"/>
                <a:gd name="connsiteX6" fmla="*/ 3904 w 488298"/>
                <a:gd name="connsiteY6" fmla="*/ 446509 h 7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8298" h="733681">
                  <a:moveTo>
                    <a:pt x="450412" y="0"/>
                  </a:moveTo>
                  <a:lnTo>
                    <a:pt x="488298" y="0"/>
                  </a:lnTo>
                  <a:lnTo>
                    <a:pt x="26788" y="461510"/>
                  </a:lnTo>
                  <a:lnTo>
                    <a:pt x="26788" y="733681"/>
                  </a:lnTo>
                  <a:lnTo>
                    <a:pt x="0" y="733681"/>
                  </a:lnTo>
                  <a:lnTo>
                    <a:pt x="0" y="450412"/>
                  </a:lnTo>
                  <a:lnTo>
                    <a:pt x="3904" y="44650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582D47D7-4489-2B97-D72E-4EF9340F1130}"/>
                </a:ext>
              </a:extLst>
            </p:cNvPr>
            <p:cNvSpPr/>
            <p:nvPr/>
          </p:nvSpPr>
          <p:spPr>
            <a:xfrm flipH="1">
              <a:off x="973904" y="0"/>
              <a:ext cx="777268" cy="1150614"/>
            </a:xfrm>
            <a:custGeom>
              <a:avLst/>
              <a:gdLst>
                <a:gd name="connsiteX0" fmla="*/ 867435 w 905318"/>
                <a:gd name="connsiteY0" fmla="*/ 0 h 1340171"/>
                <a:gd name="connsiteX1" fmla="*/ 905318 w 905318"/>
                <a:gd name="connsiteY1" fmla="*/ 0 h 1340171"/>
                <a:gd name="connsiteX2" fmla="*/ 500676 w 905318"/>
                <a:gd name="connsiteY2" fmla="*/ 404641 h 1340171"/>
                <a:gd name="connsiteX3" fmla="*/ 500676 w 905318"/>
                <a:gd name="connsiteY3" fmla="*/ 858399 h 1340171"/>
                <a:gd name="connsiteX4" fmla="*/ 496773 w 905318"/>
                <a:gd name="connsiteY4" fmla="*/ 862341 h 1340171"/>
                <a:gd name="connsiteX5" fmla="*/ 18943 w 905318"/>
                <a:gd name="connsiteY5" fmla="*/ 1340171 h 1340171"/>
                <a:gd name="connsiteX6" fmla="*/ 0 w 905318"/>
                <a:gd name="connsiteY6" fmla="*/ 1321227 h 1340171"/>
                <a:gd name="connsiteX7" fmla="*/ 473888 w 905318"/>
                <a:gd name="connsiteY7" fmla="*/ 847301 h 1340171"/>
                <a:gd name="connsiteX8" fmla="*/ 473888 w 905318"/>
                <a:gd name="connsiteY8" fmla="*/ 393543 h 1340171"/>
                <a:gd name="connsiteX9" fmla="*/ 477830 w 905318"/>
                <a:gd name="connsiteY9" fmla="*/ 389640 h 1340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318" h="1340171">
                  <a:moveTo>
                    <a:pt x="867435" y="0"/>
                  </a:moveTo>
                  <a:lnTo>
                    <a:pt x="905318" y="0"/>
                  </a:lnTo>
                  <a:lnTo>
                    <a:pt x="500676" y="404641"/>
                  </a:lnTo>
                  <a:lnTo>
                    <a:pt x="500676" y="858399"/>
                  </a:lnTo>
                  <a:lnTo>
                    <a:pt x="496773" y="862341"/>
                  </a:lnTo>
                  <a:lnTo>
                    <a:pt x="18943" y="1340171"/>
                  </a:lnTo>
                  <a:lnTo>
                    <a:pt x="0" y="1321227"/>
                  </a:lnTo>
                  <a:lnTo>
                    <a:pt x="473888" y="847301"/>
                  </a:lnTo>
                  <a:lnTo>
                    <a:pt x="473888" y="393543"/>
                  </a:lnTo>
                  <a:lnTo>
                    <a:pt x="477830" y="38964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64649B84-1797-9F0F-B121-BB265131E644}"/>
                </a:ext>
              </a:extLst>
            </p:cNvPr>
            <p:cNvSpPr/>
            <p:nvPr/>
          </p:nvSpPr>
          <p:spPr>
            <a:xfrm flipH="1">
              <a:off x="1333418" y="0"/>
              <a:ext cx="697098" cy="1142465"/>
            </a:xfrm>
            <a:custGeom>
              <a:avLst/>
              <a:gdLst>
                <a:gd name="connsiteX0" fmla="*/ 774054 w 811941"/>
                <a:gd name="connsiteY0" fmla="*/ 0 h 1330680"/>
                <a:gd name="connsiteX1" fmla="*/ 811941 w 811941"/>
                <a:gd name="connsiteY1" fmla="*/ 0 h 1330680"/>
                <a:gd name="connsiteX2" fmla="*/ 437915 w 811941"/>
                <a:gd name="connsiteY2" fmla="*/ 374026 h 1330680"/>
                <a:gd name="connsiteX3" fmla="*/ 437915 w 811941"/>
                <a:gd name="connsiteY3" fmla="*/ 869536 h 1330680"/>
                <a:gd name="connsiteX4" fmla="*/ 26788 w 811941"/>
                <a:gd name="connsiteY4" fmla="*/ 869536 h 1330680"/>
                <a:gd name="connsiteX5" fmla="*/ 26788 w 811941"/>
                <a:gd name="connsiteY5" fmla="*/ 1330680 h 1330680"/>
                <a:gd name="connsiteX6" fmla="*/ 0 w 811941"/>
                <a:gd name="connsiteY6" fmla="*/ 1330680 h 1330680"/>
                <a:gd name="connsiteX7" fmla="*/ 0 w 811941"/>
                <a:gd name="connsiteY7" fmla="*/ 842747 h 1330680"/>
                <a:gd name="connsiteX8" fmla="*/ 411127 w 811941"/>
                <a:gd name="connsiteY8" fmla="*/ 842747 h 1330680"/>
                <a:gd name="connsiteX9" fmla="*/ 411127 w 811941"/>
                <a:gd name="connsiteY9" fmla="*/ 362928 h 1330680"/>
                <a:gd name="connsiteX10" fmla="*/ 415030 w 811941"/>
                <a:gd name="connsiteY10" fmla="*/ 359024 h 1330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1941" h="1330680">
                  <a:moveTo>
                    <a:pt x="774054" y="0"/>
                  </a:moveTo>
                  <a:lnTo>
                    <a:pt x="811941" y="0"/>
                  </a:lnTo>
                  <a:lnTo>
                    <a:pt x="437915" y="374026"/>
                  </a:lnTo>
                  <a:lnTo>
                    <a:pt x="437915" y="869536"/>
                  </a:lnTo>
                  <a:lnTo>
                    <a:pt x="26788" y="869536"/>
                  </a:lnTo>
                  <a:lnTo>
                    <a:pt x="26788" y="1330680"/>
                  </a:lnTo>
                  <a:lnTo>
                    <a:pt x="0" y="1330680"/>
                  </a:lnTo>
                  <a:lnTo>
                    <a:pt x="0" y="842747"/>
                  </a:lnTo>
                  <a:lnTo>
                    <a:pt x="411127" y="842747"/>
                  </a:lnTo>
                  <a:lnTo>
                    <a:pt x="411127" y="362928"/>
                  </a:lnTo>
                  <a:lnTo>
                    <a:pt x="415030" y="35902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DBD0AC8B-DDC4-A3A8-642C-E7832A3B009B}"/>
                </a:ext>
              </a:extLst>
            </p:cNvPr>
            <p:cNvSpPr/>
            <p:nvPr/>
          </p:nvSpPr>
          <p:spPr>
            <a:xfrm flipH="1">
              <a:off x="2168913" y="0"/>
              <a:ext cx="325741" cy="309478"/>
            </a:xfrm>
            <a:custGeom>
              <a:avLst/>
              <a:gdLst>
                <a:gd name="connsiteX0" fmla="*/ 341521 w 379405"/>
                <a:gd name="connsiteY0" fmla="*/ 0 h 360463"/>
                <a:gd name="connsiteX1" fmla="*/ 379405 w 379405"/>
                <a:gd name="connsiteY1" fmla="*/ 0 h 360463"/>
                <a:gd name="connsiteX2" fmla="*/ 18942 w 379405"/>
                <a:gd name="connsiteY2" fmla="*/ 360463 h 360463"/>
                <a:gd name="connsiteX3" fmla="*/ 0 w 379405"/>
                <a:gd name="connsiteY3" fmla="*/ 341521 h 360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405" h="360463">
                  <a:moveTo>
                    <a:pt x="341521" y="0"/>
                  </a:moveTo>
                  <a:lnTo>
                    <a:pt x="379405" y="0"/>
                  </a:lnTo>
                  <a:lnTo>
                    <a:pt x="18942" y="360463"/>
                  </a:lnTo>
                  <a:lnTo>
                    <a:pt x="0" y="34152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D47FE625-AC61-A534-1515-FA5B9D9CC806}"/>
                </a:ext>
              </a:extLst>
            </p:cNvPr>
            <p:cNvSpPr/>
            <p:nvPr/>
          </p:nvSpPr>
          <p:spPr>
            <a:xfrm flipH="1">
              <a:off x="1776507" y="1"/>
              <a:ext cx="791382" cy="775120"/>
            </a:xfrm>
            <a:custGeom>
              <a:avLst/>
              <a:gdLst>
                <a:gd name="connsiteX0" fmla="*/ 883874 w 921758"/>
                <a:gd name="connsiteY0" fmla="*/ 0 h 902817"/>
                <a:gd name="connsiteX1" fmla="*/ 921758 w 921758"/>
                <a:gd name="connsiteY1" fmla="*/ 0 h 902817"/>
                <a:gd name="connsiteX2" fmla="*/ 18942 w 921758"/>
                <a:gd name="connsiteY2" fmla="*/ 902817 h 902817"/>
                <a:gd name="connsiteX3" fmla="*/ 0 w 921758"/>
                <a:gd name="connsiteY3" fmla="*/ 883875 h 902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1758" h="902817">
                  <a:moveTo>
                    <a:pt x="883874" y="0"/>
                  </a:moveTo>
                  <a:lnTo>
                    <a:pt x="921758" y="0"/>
                  </a:lnTo>
                  <a:lnTo>
                    <a:pt x="18942" y="902817"/>
                  </a:lnTo>
                  <a:lnTo>
                    <a:pt x="0" y="88387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A8A79729-4A36-36C7-C311-45E5E1C7944D}"/>
                </a:ext>
              </a:extLst>
            </p:cNvPr>
            <p:cNvSpPr/>
            <p:nvPr/>
          </p:nvSpPr>
          <p:spPr>
            <a:xfrm flipH="1">
              <a:off x="1543700" y="0"/>
              <a:ext cx="467826" cy="551281"/>
            </a:xfrm>
            <a:custGeom>
              <a:avLst/>
              <a:gdLst>
                <a:gd name="connsiteX0" fmla="*/ 507012 w 544898"/>
                <a:gd name="connsiteY0" fmla="*/ 0 h 642102"/>
                <a:gd name="connsiteX1" fmla="*/ 544898 w 544898"/>
                <a:gd name="connsiteY1" fmla="*/ 0 h 642102"/>
                <a:gd name="connsiteX2" fmla="*/ 177416 w 544898"/>
                <a:gd name="connsiteY2" fmla="*/ 367482 h 642102"/>
                <a:gd name="connsiteX3" fmla="*/ 177416 w 544898"/>
                <a:gd name="connsiteY3" fmla="*/ 642102 h 642102"/>
                <a:gd name="connsiteX4" fmla="*/ 0 w 544898"/>
                <a:gd name="connsiteY4" fmla="*/ 642102 h 642102"/>
                <a:gd name="connsiteX5" fmla="*/ 0 w 544898"/>
                <a:gd name="connsiteY5" fmla="*/ 615314 h 642102"/>
                <a:gd name="connsiteX6" fmla="*/ 150628 w 544898"/>
                <a:gd name="connsiteY6" fmla="*/ 615314 h 642102"/>
                <a:gd name="connsiteX7" fmla="*/ 150628 w 544898"/>
                <a:gd name="connsiteY7" fmla="*/ 356384 h 642102"/>
                <a:gd name="connsiteX8" fmla="*/ 154569 w 544898"/>
                <a:gd name="connsiteY8" fmla="*/ 352442 h 642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44898" h="642102">
                  <a:moveTo>
                    <a:pt x="507012" y="0"/>
                  </a:moveTo>
                  <a:lnTo>
                    <a:pt x="544898" y="0"/>
                  </a:lnTo>
                  <a:lnTo>
                    <a:pt x="177416" y="367482"/>
                  </a:lnTo>
                  <a:lnTo>
                    <a:pt x="177416" y="642102"/>
                  </a:lnTo>
                  <a:lnTo>
                    <a:pt x="0" y="642102"/>
                  </a:lnTo>
                  <a:lnTo>
                    <a:pt x="0" y="615314"/>
                  </a:lnTo>
                  <a:lnTo>
                    <a:pt x="150628" y="615314"/>
                  </a:lnTo>
                  <a:lnTo>
                    <a:pt x="150628" y="356384"/>
                  </a:lnTo>
                  <a:lnTo>
                    <a:pt x="154569" y="352442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10AE416C-31BB-8C7D-30A2-23B15AB48CDE}"/>
                </a:ext>
              </a:extLst>
            </p:cNvPr>
            <p:cNvSpPr/>
            <p:nvPr/>
          </p:nvSpPr>
          <p:spPr>
            <a:xfrm flipH="1">
              <a:off x="0" y="1598168"/>
              <a:ext cx="795037" cy="810748"/>
            </a:xfrm>
            <a:custGeom>
              <a:avLst/>
              <a:gdLst>
                <a:gd name="connsiteX0" fmla="*/ 926014 w 926014"/>
                <a:gd name="connsiteY0" fmla="*/ 0 h 944315"/>
                <a:gd name="connsiteX1" fmla="*/ 926014 w 926014"/>
                <a:gd name="connsiteY1" fmla="*/ 37870 h 944315"/>
                <a:gd name="connsiteX2" fmla="*/ 18935 w 926014"/>
                <a:gd name="connsiteY2" fmla="*/ 944315 h 944315"/>
                <a:gd name="connsiteX3" fmla="*/ 0 w 926014"/>
                <a:gd name="connsiteY3" fmla="*/ 925367 h 944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6014" h="944315">
                  <a:moveTo>
                    <a:pt x="926014" y="0"/>
                  </a:moveTo>
                  <a:lnTo>
                    <a:pt x="926014" y="37870"/>
                  </a:lnTo>
                  <a:lnTo>
                    <a:pt x="18935" y="944315"/>
                  </a:lnTo>
                  <a:lnTo>
                    <a:pt x="0" y="925367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F7F89CC8-6CEC-E165-0D1E-949A969058F6}"/>
                </a:ext>
              </a:extLst>
            </p:cNvPr>
            <p:cNvSpPr/>
            <p:nvPr/>
          </p:nvSpPr>
          <p:spPr>
            <a:xfrm flipH="1">
              <a:off x="0" y="1994158"/>
              <a:ext cx="334409" cy="338820"/>
            </a:xfrm>
            <a:custGeom>
              <a:avLst/>
              <a:gdLst>
                <a:gd name="connsiteX0" fmla="*/ 389501 w 389501"/>
                <a:gd name="connsiteY0" fmla="*/ 0 h 394639"/>
                <a:gd name="connsiteX1" fmla="*/ 389501 w 389501"/>
                <a:gd name="connsiteY1" fmla="*/ 37202 h 394639"/>
                <a:gd name="connsiteX2" fmla="*/ 18588 w 389501"/>
                <a:gd name="connsiteY2" fmla="*/ 394639 h 394639"/>
                <a:gd name="connsiteX3" fmla="*/ 0 w 389501"/>
                <a:gd name="connsiteY3" fmla="*/ 375350 h 394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9501" h="394639">
                  <a:moveTo>
                    <a:pt x="389501" y="0"/>
                  </a:moveTo>
                  <a:lnTo>
                    <a:pt x="389501" y="37202"/>
                  </a:lnTo>
                  <a:lnTo>
                    <a:pt x="18588" y="394639"/>
                  </a:lnTo>
                  <a:lnTo>
                    <a:pt x="0" y="37535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39AFD26-7123-D331-3995-FCC76F950876}"/>
                </a:ext>
              </a:extLst>
            </p:cNvPr>
            <p:cNvSpPr/>
            <p:nvPr/>
          </p:nvSpPr>
          <p:spPr>
            <a:xfrm>
              <a:off x="2420584" y="245715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7"/>
                    <a:pt x="26197" y="0"/>
                    <a:pt x="58514" y="0"/>
                  </a:cubicBezTo>
                  <a:cubicBezTo>
                    <a:pt x="90830" y="0"/>
                    <a:pt x="117027" y="26197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46978868-3438-B59F-0181-E6ECD588D8E0}"/>
                </a:ext>
              </a:extLst>
            </p:cNvPr>
            <p:cNvSpPr/>
            <p:nvPr/>
          </p:nvSpPr>
          <p:spPr>
            <a:xfrm>
              <a:off x="2498946" y="706196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8"/>
                    <a:pt x="26197" y="0"/>
                    <a:pt x="58514" y="0"/>
                  </a:cubicBezTo>
                  <a:cubicBezTo>
                    <a:pt x="90830" y="0"/>
                    <a:pt x="117027" y="26198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C8C6296D-4008-93CE-743B-E6C0A8AD23BB}"/>
                </a:ext>
              </a:extLst>
            </p:cNvPr>
            <p:cNvSpPr/>
            <p:nvPr/>
          </p:nvSpPr>
          <p:spPr>
            <a:xfrm>
              <a:off x="1958229" y="1081678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7"/>
                    <a:pt x="26197" y="0"/>
                    <a:pt x="58514" y="0"/>
                  </a:cubicBezTo>
                  <a:cubicBezTo>
                    <a:pt x="90830" y="0"/>
                    <a:pt x="117027" y="26197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06746E52-8837-94B5-2AF3-6B5831D90A3E}"/>
                </a:ext>
              </a:extLst>
            </p:cNvPr>
            <p:cNvSpPr/>
            <p:nvPr/>
          </p:nvSpPr>
          <p:spPr>
            <a:xfrm>
              <a:off x="1678951" y="1081678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7"/>
                    <a:pt x="26197" y="0"/>
                    <a:pt x="58514" y="0"/>
                  </a:cubicBezTo>
                  <a:cubicBezTo>
                    <a:pt x="90830" y="0"/>
                    <a:pt x="117027" y="26197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925FF61F-D85E-E4F1-9EE9-1E3FE4780DEA}"/>
                </a:ext>
              </a:extLst>
            </p:cNvPr>
            <p:cNvSpPr/>
            <p:nvPr/>
          </p:nvSpPr>
          <p:spPr>
            <a:xfrm>
              <a:off x="1345097" y="1081678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7"/>
                    <a:pt x="26197" y="0"/>
                    <a:pt x="58514" y="0"/>
                  </a:cubicBezTo>
                  <a:cubicBezTo>
                    <a:pt x="90830" y="0"/>
                    <a:pt x="117027" y="26197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338C288-0A25-B02E-0095-773E073659C3}"/>
                </a:ext>
              </a:extLst>
            </p:cNvPr>
            <p:cNvSpPr/>
            <p:nvPr/>
          </p:nvSpPr>
          <p:spPr>
            <a:xfrm>
              <a:off x="1150751" y="1228118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7"/>
                    <a:pt x="26197" y="0"/>
                    <a:pt x="58514" y="0"/>
                  </a:cubicBezTo>
                  <a:cubicBezTo>
                    <a:pt x="90830" y="0"/>
                    <a:pt x="117027" y="26197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6A1B4FE8-70DD-4F6A-2285-9E30E8F9F98B}"/>
                </a:ext>
              </a:extLst>
            </p:cNvPr>
            <p:cNvSpPr/>
            <p:nvPr/>
          </p:nvSpPr>
          <p:spPr>
            <a:xfrm>
              <a:off x="1150751" y="1602976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8"/>
                    <a:pt x="26197" y="0"/>
                    <a:pt x="58514" y="0"/>
                  </a:cubicBezTo>
                  <a:cubicBezTo>
                    <a:pt x="90830" y="0"/>
                    <a:pt x="117027" y="26198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F4799588-FC0F-6182-1099-C355BA03110A}"/>
                </a:ext>
              </a:extLst>
            </p:cNvPr>
            <p:cNvSpPr/>
            <p:nvPr/>
          </p:nvSpPr>
          <p:spPr>
            <a:xfrm>
              <a:off x="1150751" y="1845818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7"/>
                    <a:pt x="26197" y="0"/>
                    <a:pt x="58514" y="0"/>
                  </a:cubicBezTo>
                  <a:cubicBezTo>
                    <a:pt x="90830" y="0"/>
                    <a:pt x="117027" y="26198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C0F95C2B-04F5-961A-42E7-C18E3A52BC8A}"/>
                </a:ext>
              </a:extLst>
            </p:cNvPr>
            <p:cNvSpPr/>
            <p:nvPr/>
          </p:nvSpPr>
          <p:spPr>
            <a:xfrm>
              <a:off x="726117" y="2340075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8" y="117027"/>
                    <a:pt x="0" y="90830"/>
                    <a:pt x="0" y="58514"/>
                  </a:cubicBezTo>
                  <a:cubicBezTo>
                    <a:pt x="0" y="26197"/>
                    <a:pt x="26198" y="0"/>
                    <a:pt x="58514" y="0"/>
                  </a:cubicBezTo>
                  <a:cubicBezTo>
                    <a:pt x="90830" y="0"/>
                    <a:pt x="117027" y="26198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8599351-5288-8E71-5115-CF3F17106C91}"/>
                </a:ext>
              </a:extLst>
            </p:cNvPr>
            <p:cNvSpPr/>
            <p:nvPr/>
          </p:nvSpPr>
          <p:spPr>
            <a:xfrm>
              <a:off x="259096" y="2267923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7"/>
                    <a:pt x="26198" y="0"/>
                    <a:pt x="58514" y="0"/>
                  </a:cubicBezTo>
                  <a:cubicBezTo>
                    <a:pt x="90830" y="0"/>
                    <a:pt x="117027" y="26198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716DAD43-79AD-3E34-3FF4-52F79125A54A}"/>
                </a:ext>
              </a:extLst>
            </p:cNvPr>
            <p:cNvSpPr/>
            <p:nvPr/>
          </p:nvSpPr>
          <p:spPr>
            <a:xfrm>
              <a:off x="510535" y="1752264"/>
              <a:ext cx="72117" cy="72117"/>
            </a:xfrm>
            <a:custGeom>
              <a:avLst/>
              <a:gdLst>
                <a:gd name="connsiteX0" fmla="*/ 69420 w 69420"/>
                <a:gd name="connsiteY0" fmla="*/ 34710 h 69420"/>
                <a:gd name="connsiteX1" fmla="*/ 34710 w 69420"/>
                <a:gd name="connsiteY1" fmla="*/ 69420 h 69420"/>
                <a:gd name="connsiteX2" fmla="*/ 0 w 69420"/>
                <a:gd name="connsiteY2" fmla="*/ 34710 h 69420"/>
                <a:gd name="connsiteX3" fmla="*/ 34710 w 69420"/>
                <a:gd name="connsiteY3" fmla="*/ 0 h 69420"/>
                <a:gd name="connsiteX4" fmla="*/ 69420 w 69420"/>
                <a:gd name="connsiteY4" fmla="*/ 34710 h 6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20" h="69420">
                  <a:moveTo>
                    <a:pt x="69420" y="34710"/>
                  </a:moveTo>
                  <a:cubicBezTo>
                    <a:pt x="69420" y="53880"/>
                    <a:pt x="53880" y="69420"/>
                    <a:pt x="34710" y="69420"/>
                  </a:cubicBezTo>
                  <a:cubicBezTo>
                    <a:pt x="15540" y="69420"/>
                    <a:pt x="0" y="53880"/>
                    <a:pt x="0" y="34710"/>
                  </a:cubicBezTo>
                  <a:cubicBezTo>
                    <a:pt x="0" y="15540"/>
                    <a:pt x="15540" y="0"/>
                    <a:pt x="34710" y="0"/>
                  </a:cubicBezTo>
                  <a:cubicBezTo>
                    <a:pt x="53880" y="0"/>
                    <a:pt x="69420" y="15540"/>
                    <a:pt x="69420" y="3471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55A5E593-6A02-27D2-CD37-B0CDFC291B63}"/>
                </a:ext>
              </a:extLst>
            </p:cNvPr>
            <p:cNvSpPr/>
            <p:nvPr/>
          </p:nvSpPr>
          <p:spPr>
            <a:xfrm>
              <a:off x="653690" y="1380527"/>
              <a:ext cx="72117" cy="72117"/>
            </a:xfrm>
            <a:custGeom>
              <a:avLst/>
              <a:gdLst>
                <a:gd name="connsiteX0" fmla="*/ 69420 w 69420"/>
                <a:gd name="connsiteY0" fmla="*/ 34710 h 69420"/>
                <a:gd name="connsiteX1" fmla="*/ 34710 w 69420"/>
                <a:gd name="connsiteY1" fmla="*/ 69420 h 69420"/>
                <a:gd name="connsiteX2" fmla="*/ 0 w 69420"/>
                <a:gd name="connsiteY2" fmla="*/ 34710 h 69420"/>
                <a:gd name="connsiteX3" fmla="*/ 34710 w 69420"/>
                <a:gd name="connsiteY3" fmla="*/ 0 h 69420"/>
                <a:gd name="connsiteX4" fmla="*/ 69420 w 69420"/>
                <a:gd name="connsiteY4" fmla="*/ 34710 h 6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20" h="69420">
                  <a:moveTo>
                    <a:pt x="69420" y="34710"/>
                  </a:moveTo>
                  <a:cubicBezTo>
                    <a:pt x="69420" y="53880"/>
                    <a:pt x="53880" y="69420"/>
                    <a:pt x="34710" y="69420"/>
                  </a:cubicBezTo>
                  <a:cubicBezTo>
                    <a:pt x="15540" y="69420"/>
                    <a:pt x="0" y="53880"/>
                    <a:pt x="0" y="34710"/>
                  </a:cubicBezTo>
                  <a:cubicBezTo>
                    <a:pt x="0" y="15540"/>
                    <a:pt x="15540" y="0"/>
                    <a:pt x="34710" y="0"/>
                  </a:cubicBezTo>
                  <a:cubicBezTo>
                    <a:pt x="53880" y="0"/>
                    <a:pt x="69420" y="15540"/>
                    <a:pt x="69420" y="3471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A9DE2CC4-868B-42E0-59CE-6CFFF3E46DC7}"/>
                </a:ext>
              </a:extLst>
            </p:cNvPr>
            <p:cNvSpPr/>
            <p:nvPr/>
          </p:nvSpPr>
          <p:spPr>
            <a:xfrm>
              <a:off x="578580" y="1010893"/>
              <a:ext cx="72117" cy="72117"/>
            </a:xfrm>
            <a:custGeom>
              <a:avLst/>
              <a:gdLst>
                <a:gd name="connsiteX0" fmla="*/ 69420 w 69420"/>
                <a:gd name="connsiteY0" fmla="*/ 34710 h 69420"/>
                <a:gd name="connsiteX1" fmla="*/ 34710 w 69420"/>
                <a:gd name="connsiteY1" fmla="*/ 69420 h 69420"/>
                <a:gd name="connsiteX2" fmla="*/ 0 w 69420"/>
                <a:gd name="connsiteY2" fmla="*/ 34710 h 69420"/>
                <a:gd name="connsiteX3" fmla="*/ 34710 w 69420"/>
                <a:gd name="connsiteY3" fmla="*/ 0 h 69420"/>
                <a:gd name="connsiteX4" fmla="*/ 69420 w 69420"/>
                <a:gd name="connsiteY4" fmla="*/ 34710 h 6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20" h="69420">
                  <a:moveTo>
                    <a:pt x="69420" y="34710"/>
                  </a:moveTo>
                  <a:cubicBezTo>
                    <a:pt x="69420" y="53880"/>
                    <a:pt x="53880" y="69420"/>
                    <a:pt x="34710" y="69420"/>
                  </a:cubicBezTo>
                  <a:cubicBezTo>
                    <a:pt x="15540" y="69420"/>
                    <a:pt x="0" y="53880"/>
                    <a:pt x="0" y="34710"/>
                  </a:cubicBezTo>
                  <a:cubicBezTo>
                    <a:pt x="0" y="15540"/>
                    <a:pt x="15540" y="0"/>
                    <a:pt x="34710" y="0"/>
                  </a:cubicBezTo>
                  <a:cubicBezTo>
                    <a:pt x="53880" y="0"/>
                    <a:pt x="69420" y="15540"/>
                    <a:pt x="69420" y="3471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9D4C1B56-E579-631F-7C79-2C4B31E20FBB}"/>
                </a:ext>
              </a:extLst>
            </p:cNvPr>
            <p:cNvSpPr/>
            <p:nvPr/>
          </p:nvSpPr>
          <p:spPr>
            <a:xfrm>
              <a:off x="856479" y="772225"/>
              <a:ext cx="72117" cy="72117"/>
            </a:xfrm>
            <a:custGeom>
              <a:avLst/>
              <a:gdLst>
                <a:gd name="connsiteX0" fmla="*/ 69421 w 69420"/>
                <a:gd name="connsiteY0" fmla="*/ 34710 h 69420"/>
                <a:gd name="connsiteX1" fmla="*/ 34710 w 69420"/>
                <a:gd name="connsiteY1" fmla="*/ 69420 h 69420"/>
                <a:gd name="connsiteX2" fmla="*/ 0 w 69420"/>
                <a:gd name="connsiteY2" fmla="*/ 34710 h 69420"/>
                <a:gd name="connsiteX3" fmla="*/ 34710 w 69420"/>
                <a:gd name="connsiteY3" fmla="*/ 0 h 69420"/>
                <a:gd name="connsiteX4" fmla="*/ 69421 w 69420"/>
                <a:gd name="connsiteY4" fmla="*/ 34710 h 6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20" h="69420">
                  <a:moveTo>
                    <a:pt x="69421" y="34710"/>
                  </a:moveTo>
                  <a:cubicBezTo>
                    <a:pt x="69421" y="53880"/>
                    <a:pt x="53880" y="69420"/>
                    <a:pt x="34710" y="69420"/>
                  </a:cubicBezTo>
                  <a:cubicBezTo>
                    <a:pt x="15540" y="69420"/>
                    <a:pt x="0" y="53880"/>
                    <a:pt x="0" y="34710"/>
                  </a:cubicBezTo>
                  <a:cubicBezTo>
                    <a:pt x="0" y="15540"/>
                    <a:pt x="15540" y="0"/>
                    <a:pt x="34710" y="0"/>
                  </a:cubicBezTo>
                  <a:cubicBezTo>
                    <a:pt x="53880" y="0"/>
                    <a:pt x="69421" y="15540"/>
                    <a:pt x="69421" y="3471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0F03CAEA-CE36-9318-2156-177681FA45B0}"/>
                </a:ext>
              </a:extLst>
            </p:cNvPr>
            <p:cNvSpPr/>
            <p:nvPr/>
          </p:nvSpPr>
          <p:spPr>
            <a:xfrm>
              <a:off x="1100536" y="596082"/>
              <a:ext cx="72117" cy="72117"/>
            </a:xfrm>
            <a:custGeom>
              <a:avLst/>
              <a:gdLst>
                <a:gd name="connsiteX0" fmla="*/ 69420 w 69420"/>
                <a:gd name="connsiteY0" fmla="*/ 34710 h 69420"/>
                <a:gd name="connsiteX1" fmla="*/ 34710 w 69420"/>
                <a:gd name="connsiteY1" fmla="*/ 69420 h 69420"/>
                <a:gd name="connsiteX2" fmla="*/ 0 w 69420"/>
                <a:gd name="connsiteY2" fmla="*/ 34710 h 69420"/>
                <a:gd name="connsiteX3" fmla="*/ 34710 w 69420"/>
                <a:gd name="connsiteY3" fmla="*/ 0 h 69420"/>
                <a:gd name="connsiteX4" fmla="*/ 69420 w 69420"/>
                <a:gd name="connsiteY4" fmla="*/ 34710 h 6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20" h="69420">
                  <a:moveTo>
                    <a:pt x="69420" y="34710"/>
                  </a:moveTo>
                  <a:cubicBezTo>
                    <a:pt x="69420" y="53880"/>
                    <a:pt x="53880" y="69420"/>
                    <a:pt x="34710" y="69420"/>
                  </a:cubicBezTo>
                  <a:cubicBezTo>
                    <a:pt x="15540" y="69420"/>
                    <a:pt x="0" y="53880"/>
                    <a:pt x="0" y="34710"/>
                  </a:cubicBezTo>
                  <a:cubicBezTo>
                    <a:pt x="0" y="15540"/>
                    <a:pt x="15540" y="0"/>
                    <a:pt x="34710" y="0"/>
                  </a:cubicBezTo>
                  <a:cubicBezTo>
                    <a:pt x="53880" y="0"/>
                    <a:pt x="69420" y="15540"/>
                    <a:pt x="69420" y="3471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E888842-8FAF-5CF4-F3E8-6CD50A3DF5C2}"/>
                </a:ext>
              </a:extLst>
            </p:cNvPr>
            <p:cNvSpPr/>
            <p:nvPr/>
          </p:nvSpPr>
          <p:spPr>
            <a:xfrm>
              <a:off x="1975467" y="503723"/>
              <a:ext cx="72117" cy="72117"/>
            </a:xfrm>
            <a:custGeom>
              <a:avLst/>
              <a:gdLst>
                <a:gd name="connsiteX0" fmla="*/ 69420 w 69420"/>
                <a:gd name="connsiteY0" fmla="*/ 34710 h 69420"/>
                <a:gd name="connsiteX1" fmla="*/ 34710 w 69420"/>
                <a:gd name="connsiteY1" fmla="*/ 69420 h 69420"/>
                <a:gd name="connsiteX2" fmla="*/ 0 w 69420"/>
                <a:gd name="connsiteY2" fmla="*/ 34710 h 69420"/>
                <a:gd name="connsiteX3" fmla="*/ 34710 w 69420"/>
                <a:gd name="connsiteY3" fmla="*/ 0 h 69420"/>
                <a:gd name="connsiteX4" fmla="*/ 69420 w 69420"/>
                <a:gd name="connsiteY4" fmla="*/ 34710 h 6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20" h="69420">
                  <a:moveTo>
                    <a:pt x="69420" y="34710"/>
                  </a:moveTo>
                  <a:cubicBezTo>
                    <a:pt x="69420" y="53880"/>
                    <a:pt x="53880" y="69420"/>
                    <a:pt x="34710" y="69420"/>
                  </a:cubicBezTo>
                  <a:cubicBezTo>
                    <a:pt x="15540" y="69420"/>
                    <a:pt x="0" y="53880"/>
                    <a:pt x="0" y="34710"/>
                  </a:cubicBezTo>
                  <a:cubicBezTo>
                    <a:pt x="0" y="15540"/>
                    <a:pt x="15540" y="0"/>
                    <a:pt x="34710" y="0"/>
                  </a:cubicBezTo>
                  <a:cubicBezTo>
                    <a:pt x="53880" y="0"/>
                    <a:pt x="69420" y="15540"/>
                    <a:pt x="69420" y="3471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</p:grp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5253FED-75F6-016A-E8BF-FD206BF274E8}"/>
              </a:ext>
            </a:extLst>
          </p:cNvPr>
          <p:cNvSpPr/>
          <p:nvPr userDrawn="1"/>
        </p:nvSpPr>
        <p:spPr>
          <a:xfrm>
            <a:off x="3999" y="0"/>
            <a:ext cx="12184002" cy="3882143"/>
          </a:xfrm>
          <a:custGeom>
            <a:avLst/>
            <a:gdLst>
              <a:gd name="connsiteX0" fmla="*/ 6472825 w 12184002"/>
              <a:gd name="connsiteY0" fmla="*/ 3836915 h 3882143"/>
              <a:gd name="connsiteX1" fmla="*/ 6472974 w 12184002"/>
              <a:gd name="connsiteY1" fmla="*/ 3836915 h 3882143"/>
              <a:gd name="connsiteX2" fmla="*/ 6472899 w 12184002"/>
              <a:gd name="connsiteY2" fmla="*/ 3836989 h 3882143"/>
              <a:gd name="connsiteX3" fmla="*/ 5711028 w 12184002"/>
              <a:gd name="connsiteY3" fmla="*/ 3836915 h 3882143"/>
              <a:gd name="connsiteX4" fmla="*/ 5711178 w 12184002"/>
              <a:gd name="connsiteY4" fmla="*/ 3836915 h 3882143"/>
              <a:gd name="connsiteX5" fmla="*/ 5711103 w 12184002"/>
              <a:gd name="connsiteY5" fmla="*/ 3836989 h 3882143"/>
              <a:gd name="connsiteX6" fmla="*/ 8216141 w 12184002"/>
              <a:gd name="connsiteY6" fmla="*/ 3821509 h 3882143"/>
              <a:gd name="connsiteX7" fmla="*/ 8368812 w 12184002"/>
              <a:gd name="connsiteY7" fmla="*/ 3821509 h 3882143"/>
              <a:gd name="connsiteX8" fmla="*/ 8372568 w 12184002"/>
              <a:gd name="connsiteY8" fmla="*/ 3825266 h 3882143"/>
              <a:gd name="connsiteX9" fmla="*/ 8368812 w 12184002"/>
              <a:gd name="connsiteY9" fmla="*/ 3829023 h 3882143"/>
              <a:gd name="connsiteX10" fmla="*/ 8216141 w 12184002"/>
              <a:gd name="connsiteY10" fmla="*/ 3829023 h 3882143"/>
              <a:gd name="connsiteX11" fmla="*/ 8212385 w 12184002"/>
              <a:gd name="connsiteY11" fmla="*/ 3825266 h 3882143"/>
              <a:gd name="connsiteX12" fmla="*/ 8216141 w 12184002"/>
              <a:gd name="connsiteY12" fmla="*/ 3821509 h 3882143"/>
              <a:gd name="connsiteX13" fmla="*/ 3815192 w 12184002"/>
              <a:gd name="connsiteY13" fmla="*/ 3821509 h 3882143"/>
              <a:gd name="connsiteX14" fmla="*/ 3967862 w 12184002"/>
              <a:gd name="connsiteY14" fmla="*/ 3821509 h 3882143"/>
              <a:gd name="connsiteX15" fmla="*/ 3971619 w 12184002"/>
              <a:gd name="connsiteY15" fmla="*/ 3825266 h 3882143"/>
              <a:gd name="connsiteX16" fmla="*/ 3967862 w 12184002"/>
              <a:gd name="connsiteY16" fmla="*/ 3829023 h 3882143"/>
              <a:gd name="connsiteX17" fmla="*/ 3815192 w 12184002"/>
              <a:gd name="connsiteY17" fmla="*/ 3829023 h 3882143"/>
              <a:gd name="connsiteX18" fmla="*/ 3811435 w 12184002"/>
              <a:gd name="connsiteY18" fmla="*/ 3825266 h 3882143"/>
              <a:gd name="connsiteX19" fmla="*/ 3815192 w 12184002"/>
              <a:gd name="connsiteY19" fmla="*/ 3821509 h 3882143"/>
              <a:gd name="connsiteX20" fmla="*/ 10012577 w 12184002"/>
              <a:gd name="connsiteY20" fmla="*/ 3803182 h 3882143"/>
              <a:gd name="connsiteX21" fmla="*/ 10036845 w 12184002"/>
              <a:gd name="connsiteY21" fmla="*/ 3827599 h 3882143"/>
              <a:gd name="connsiteX22" fmla="*/ 10012577 w 12184002"/>
              <a:gd name="connsiteY22" fmla="*/ 3852018 h 3882143"/>
              <a:gd name="connsiteX23" fmla="*/ 9995428 w 12184002"/>
              <a:gd name="connsiteY23" fmla="*/ 3844879 h 3882143"/>
              <a:gd name="connsiteX24" fmla="*/ 9988894 w 12184002"/>
              <a:gd name="connsiteY24" fmla="*/ 3829020 h 3882143"/>
              <a:gd name="connsiteX25" fmla="*/ 9855997 w 12184002"/>
              <a:gd name="connsiteY25" fmla="*/ 3829020 h 3882143"/>
              <a:gd name="connsiteX26" fmla="*/ 9852243 w 12184002"/>
              <a:gd name="connsiteY26" fmla="*/ 3825262 h 3882143"/>
              <a:gd name="connsiteX27" fmla="*/ 9855997 w 12184002"/>
              <a:gd name="connsiteY27" fmla="*/ 3821506 h 3882143"/>
              <a:gd name="connsiteX28" fmla="*/ 9990819 w 12184002"/>
              <a:gd name="connsiteY28" fmla="*/ 3821506 h 3882143"/>
              <a:gd name="connsiteX29" fmla="*/ 9995428 w 12184002"/>
              <a:gd name="connsiteY29" fmla="*/ 3810317 h 3882143"/>
              <a:gd name="connsiteX30" fmla="*/ 10012577 w 12184002"/>
              <a:gd name="connsiteY30" fmla="*/ 3803182 h 3882143"/>
              <a:gd name="connsiteX31" fmla="*/ 2171426 w 12184002"/>
              <a:gd name="connsiteY31" fmla="*/ 3803182 h 3882143"/>
              <a:gd name="connsiteX32" fmla="*/ 2188575 w 12184002"/>
              <a:gd name="connsiteY32" fmla="*/ 3810317 h 3882143"/>
              <a:gd name="connsiteX33" fmla="*/ 2193184 w 12184002"/>
              <a:gd name="connsiteY33" fmla="*/ 3821506 h 3882143"/>
              <a:gd name="connsiteX34" fmla="*/ 2328005 w 12184002"/>
              <a:gd name="connsiteY34" fmla="*/ 3821506 h 3882143"/>
              <a:gd name="connsiteX35" fmla="*/ 2331761 w 12184002"/>
              <a:gd name="connsiteY35" fmla="*/ 3825262 h 3882143"/>
              <a:gd name="connsiteX36" fmla="*/ 2328005 w 12184002"/>
              <a:gd name="connsiteY36" fmla="*/ 3829020 h 3882143"/>
              <a:gd name="connsiteX37" fmla="*/ 2195109 w 12184002"/>
              <a:gd name="connsiteY37" fmla="*/ 3829020 h 3882143"/>
              <a:gd name="connsiteX38" fmla="*/ 2188575 w 12184002"/>
              <a:gd name="connsiteY38" fmla="*/ 3844879 h 3882143"/>
              <a:gd name="connsiteX39" fmla="*/ 2171426 w 12184002"/>
              <a:gd name="connsiteY39" fmla="*/ 3852018 h 3882143"/>
              <a:gd name="connsiteX40" fmla="*/ 2147157 w 12184002"/>
              <a:gd name="connsiteY40" fmla="*/ 3827599 h 3882143"/>
              <a:gd name="connsiteX41" fmla="*/ 2171426 w 12184002"/>
              <a:gd name="connsiteY41" fmla="*/ 3803182 h 3882143"/>
              <a:gd name="connsiteX42" fmla="*/ 8088414 w 12184002"/>
              <a:gd name="connsiteY42" fmla="*/ 3743520 h 3882143"/>
              <a:gd name="connsiteX43" fmla="*/ 8411938 w 12184002"/>
              <a:gd name="connsiteY43" fmla="*/ 3743520 h 3882143"/>
              <a:gd name="connsiteX44" fmla="*/ 8415694 w 12184002"/>
              <a:gd name="connsiteY44" fmla="*/ 3747277 h 3882143"/>
              <a:gd name="connsiteX45" fmla="*/ 8411938 w 12184002"/>
              <a:gd name="connsiteY45" fmla="*/ 3751034 h 3882143"/>
              <a:gd name="connsiteX46" fmla="*/ 8095927 w 12184002"/>
              <a:gd name="connsiteY46" fmla="*/ 3751034 h 3882143"/>
              <a:gd name="connsiteX47" fmla="*/ 8095927 w 12184002"/>
              <a:gd name="connsiteY47" fmla="*/ 3872449 h 3882143"/>
              <a:gd name="connsiteX48" fmla="*/ 7979846 w 12184002"/>
              <a:gd name="connsiteY48" fmla="*/ 3872449 h 3882143"/>
              <a:gd name="connsiteX49" fmla="*/ 7976091 w 12184002"/>
              <a:gd name="connsiteY49" fmla="*/ 3868692 h 3882143"/>
              <a:gd name="connsiteX50" fmla="*/ 7979846 w 12184002"/>
              <a:gd name="connsiteY50" fmla="*/ 3864936 h 3882143"/>
              <a:gd name="connsiteX51" fmla="*/ 8088414 w 12184002"/>
              <a:gd name="connsiteY51" fmla="*/ 3864936 h 3882143"/>
              <a:gd name="connsiteX52" fmla="*/ 3772066 w 12184002"/>
              <a:gd name="connsiteY52" fmla="*/ 3743520 h 3882143"/>
              <a:gd name="connsiteX53" fmla="*/ 4095589 w 12184002"/>
              <a:gd name="connsiteY53" fmla="*/ 3743520 h 3882143"/>
              <a:gd name="connsiteX54" fmla="*/ 4095589 w 12184002"/>
              <a:gd name="connsiteY54" fmla="*/ 3864936 h 3882143"/>
              <a:gd name="connsiteX55" fmla="*/ 4204156 w 12184002"/>
              <a:gd name="connsiteY55" fmla="*/ 3864936 h 3882143"/>
              <a:gd name="connsiteX56" fmla="*/ 4207913 w 12184002"/>
              <a:gd name="connsiteY56" fmla="*/ 3868692 h 3882143"/>
              <a:gd name="connsiteX57" fmla="*/ 4204156 w 12184002"/>
              <a:gd name="connsiteY57" fmla="*/ 3872449 h 3882143"/>
              <a:gd name="connsiteX58" fmla="*/ 4088075 w 12184002"/>
              <a:gd name="connsiteY58" fmla="*/ 3872449 h 3882143"/>
              <a:gd name="connsiteX59" fmla="*/ 4088075 w 12184002"/>
              <a:gd name="connsiteY59" fmla="*/ 3751034 h 3882143"/>
              <a:gd name="connsiteX60" fmla="*/ 3772066 w 12184002"/>
              <a:gd name="connsiteY60" fmla="*/ 3751034 h 3882143"/>
              <a:gd name="connsiteX61" fmla="*/ 3768309 w 12184002"/>
              <a:gd name="connsiteY61" fmla="*/ 3747277 h 3882143"/>
              <a:gd name="connsiteX62" fmla="*/ 3772066 w 12184002"/>
              <a:gd name="connsiteY62" fmla="*/ 3743520 h 3882143"/>
              <a:gd name="connsiteX63" fmla="*/ 9812721 w 12184002"/>
              <a:gd name="connsiteY63" fmla="*/ 3743517 h 3882143"/>
              <a:gd name="connsiteX64" fmla="*/ 10136245 w 12184002"/>
              <a:gd name="connsiteY64" fmla="*/ 3743517 h 3882143"/>
              <a:gd name="connsiteX65" fmla="*/ 10136245 w 12184002"/>
              <a:gd name="connsiteY65" fmla="*/ 3864933 h 3882143"/>
              <a:gd name="connsiteX66" fmla="*/ 10244812 w 12184002"/>
              <a:gd name="connsiteY66" fmla="*/ 3864933 h 3882143"/>
              <a:gd name="connsiteX67" fmla="*/ 10248569 w 12184002"/>
              <a:gd name="connsiteY67" fmla="*/ 3868689 h 3882143"/>
              <a:gd name="connsiteX68" fmla="*/ 10244812 w 12184002"/>
              <a:gd name="connsiteY68" fmla="*/ 3872446 h 3882143"/>
              <a:gd name="connsiteX69" fmla="*/ 10128732 w 12184002"/>
              <a:gd name="connsiteY69" fmla="*/ 3872446 h 3882143"/>
              <a:gd name="connsiteX70" fmla="*/ 10128732 w 12184002"/>
              <a:gd name="connsiteY70" fmla="*/ 3751031 h 3882143"/>
              <a:gd name="connsiteX71" fmla="*/ 9812721 w 12184002"/>
              <a:gd name="connsiteY71" fmla="*/ 3751031 h 3882143"/>
              <a:gd name="connsiteX72" fmla="*/ 9808965 w 12184002"/>
              <a:gd name="connsiteY72" fmla="*/ 3747274 h 3882143"/>
              <a:gd name="connsiteX73" fmla="*/ 9812721 w 12184002"/>
              <a:gd name="connsiteY73" fmla="*/ 3743517 h 3882143"/>
              <a:gd name="connsiteX74" fmla="*/ 2047757 w 12184002"/>
              <a:gd name="connsiteY74" fmla="*/ 3743517 h 3882143"/>
              <a:gd name="connsiteX75" fmla="*/ 2371281 w 12184002"/>
              <a:gd name="connsiteY75" fmla="*/ 3743517 h 3882143"/>
              <a:gd name="connsiteX76" fmla="*/ 2375037 w 12184002"/>
              <a:gd name="connsiteY76" fmla="*/ 3747274 h 3882143"/>
              <a:gd name="connsiteX77" fmla="*/ 2371281 w 12184002"/>
              <a:gd name="connsiteY77" fmla="*/ 3751031 h 3882143"/>
              <a:gd name="connsiteX78" fmla="*/ 2055271 w 12184002"/>
              <a:gd name="connsiteY78" fmla="*/ 3751031 h 3882143"/>
              <a:gd name="connsiteX79" fmla="*/ 2055271 w 12184002"/>
              <a:gd name="connsiteY79" fmla="*/ 3872446 h 3882143"/>
              <a:gd name="connsiteX80" fmla="*/ 1939190 w 12184002"/>
              <a:gd name="connsiteY80" fmla="*/ 3872446 h 3882143"/>
              <a:gd name="connsiteX81" fmla="*/ 1935433 w 12184002"/>
              <a:gd name="connsiteY81" fmla="*/ 3868689 h 3882143"/>
              <a:gd name="connsiteX82" fmla="*/ 1939190 w 12184002"/>
              <a:gd name="connsiteY82" fmla="*/ 3864933 h 3882143"/>
              <a:gd name="connsiteX83" fmla="*/ 2047757 w 12184002"/>
              <a:gd name="connsiteY83" fmla="*/ 3864933 h 3882143"/>
              <a:gd name="connsiteX84" fmla="*/ 7026030 w 12184002"/>
              <a:gd name="connsiteY84" fmla="*/ 3731650 h 3882143"/>
              <a:gd name="connsiteX85" fmla="*/ 7029788 w 12184002"/>
              <a:gd name="connsiteY85" fmla="*/ 3735408 h 3882143"/>
              <a:gd name="connsiteX86" fmla="*/ 7029788 w 12184002"/>
              <a:gd name="connsiteY86" fmla="*/ 3880641 h 3882143"/>
              <a:gd name="connsiteX87" fmla="*/ 7028285 w 12184002"/>
              <a:gd name="connsiteY87" fmla="*/ 3882143 h 3882143"/>
              <a:gd name="connsiteX88" fmla="*/ 7023775 w 12184002"/>
              <a:gd name="connsiteY88" fmla="*/ 3882143 h 3882143"/>
              <a:gd name="connsiteX89" fmla="*/ 7022274 w 12184002"/>
              <a:gd name="connsiteY89" fmla="*/ 3880641 h 3882143"/>
              <a:gd name="connsiteX90" fmla="*/ 7022274 w 12184002"/>
              <a:gd name="connsiteY90" fmla="*/ 3735408 h 3882143"/>
              <a:gd name="connsiteX91" fmla="*/ 7026030 w 12184002"/>
              <a:gd name="connsiteY91" fmla="*/ 3731650 h 3882143"/>
              <a:gd name="connsiteX92" fmla="*/ 5157973 w 12184002"/>
              <a:gd name="connsiteY92" fmla="*/ 3731650 h 3882143"/>
              <a:gd name="connsiteX93" fmla="*/ 5161729 w 12184002"/>
              <a:gd name="connsiteY93" fmla="*/ 3735408 h 3882143"/>
              <a:gd name="connsiteX94" fmla="*/ 5161729 w 12184002"/>
              <a:gd name="connsiteY94" fmla="*/ 3880641 h 3882143"/>
              <a:gd name="connsiteX95" fmla="*/ 5160227 w 12184002"/>
              <a:gd name="connsiteY95" fmla="*/ 3882143 h 3882143"/>
              <a:gd name="connsiteX96" fmla="*/ 5155718 w 12184002"/>
              <a:gd name="connsiteY96" fmla="*/ 3882143 h 3882143"/>
              <a:gd name="connsiteX97" fmla="*/ 5154216 w 12184002"/>
              <a:gd name="connsiteY97" fmla="*/ 3880641 h 3882143"/>
              <a:gd name="connsiteX98" fmla="*/ 5154216 w 12184002"/>
              <a:gd name="connsiteY98" fmla="*/ 3735408 h 3882143"/>
              <a:gd name="connsiteX99" fmla="*/ 5157973 w 12184002"/>
              <a:gd name="connsiteY99" fmla="*/ 3731650 h 3882143"/>
              <a:gd name="connsiteX100" fmla="*/ 11198705 w 12184002"/>
              <a:gd name="connsiteY100" fmla="*/ 3731647 h 3882143"/>
              <a:gd name="connsiteX101" fmla="*/ 11202461 w 12184002"/>
              <a:gd name="connsiteY101" fmla="*/ 3735404 h 3882143"/>
              <a:gd name="connsiteX102" fmla="*/ 11202461 w 12184002"/>
              <a:gd name="connsiteY102" fmla="*/ 3880638 h 3882143"/>
              <a:gd name="connsiteX103" fmla="*/ 11200956 w 12184002"/>
              <a:gd name="connsiteY103" fmla="*/ 3882143 h 3882143"/>
              <a:gd name="connsiteX104" fmla="*/ 11196452 w 12184002"/>
              <a:gd name="connsiteY104" fmla="*/ 3882143 h 3882143"/>
              <a:gd name="connsiteX105" fmla="*/ 11194948 w 12184002"/>
              <a:gd name="connsiteY105" fmla="*/ 3880638 h 3882143"/>
              <a:gd name="connsiteX106" fmla="*/ 11194948 w 12184002"/>
              <a:gd name="connsiteY106" fmla="*/ 3735404 h 3882143"/>
              <a:gd name="connsiteX107" fmla="*/ 11198705 w 12184002"/>
              <a:gd name="connsiteY107" fmla="*/ 3731647 h 3882143"/>
              <a:gd name="connsiteX108" fmla="*/ 985299 w 12184002"/>
              <a:gd name="connsiteY108" fmla="*/ 3731647 h 3882143"/>
              <a:gd name="connsiteX109" fmla="*/ 989054 w 12184002"/>
              <a:gd name="connsiteY109" fmla="*/ 3735404 h 3882143"/>
              <a:gd name="connsiteX110" fmla="*/ 989054 w 12184002"/>
              <a:gd name="connsiteY110" fmla="*/ 3880638 h 3882143"/>
              <a:gd name="connsiteX111" fmla="*/ 987550 w 12184002"/>
              <a:gd name="connsiteY111" fmla="*/ 3882143 h 3882143"/>
              <a:gd name="connsiteX112" fmla="*/ 983047 w 12184002"/>
              <a:gd name="connsiteY112" fmla="*/ 3882143 h 3882143"/>
              <a:gd name="connsiteX113" fmla="*/ 981541 w 12184002"/>
              <a:gd name="connsiteY113" fmla="*/ 3880638 h 3882143"/>
              <a:gd name="connsiteX114" fmla="*/ 981541 w 12184002"/>
              <a:gd name="connsiteY114" fmla="*/ 3735404 h 3882143"/>
              <a:gd name="connsiteX115" fmla="*/ 985299 w 12184002"/>
              <a:gd name="connsiteY115" fmla="*/ 3731647 h 3882143"/>
              <a:gd name="connsiteX116" fmla="*/ 9304296 w 12184002"/>
              <a:gd name="connsiteY116" fmla="*/ 3647127 h 3882143"/>
              <a:gd name="connsiteX117" fmla="*/ 9304371 w 12184002"/>
              <a:gd name="connsiteY117" fmla="*/ 3647127 h 3882143"/>
              <a:gd name="connsiteX118" fmla="*/ 9304296 w 12184002"/>
              <a:gd name="connsiteY118" fmla="*/ 3647202 h 3882143"/>
              <a:gd name="connsiteX119" fmla="*/ 2879632 w 12184002"/>
              <a:gd name="connsiteY119" fmla="*/ 3647127 h 3882143"/>
              <a:gd name="connsiteX120" fmla="*/ 2879706 w 12184002"/>
              <a:gd name="connsiteY120" fmla="*/ 3647127 h 3882143"/>
              <a:gd name="connsiteX121" fmla="*/ 2879706 w 12184002"/>
              <a:gd name="connsiteY121" fmla="*/ 3647202 h 3882143"/>
              <a:gd name="connsiteX122" fmla="*/ 8394807 w 12184002"/>
              <a:gd name="connsiteY122" fmla="*/ 3607905 h 3882143"/>
              <a:gd name="connsiteX123" fmla="*/ 8394882 w 12184002"/>
              <a:gd name="connsiteY123" fmla="*/ 3607905 h 3882143"/>
              <a:gd name="connsiteX124" fmla="*/ 8394732 w 12184002"/>
              <a:gd name="connsiteY124" fmla="*/ 3607980 h 3882143"/>
              <a:gd name="connsiteX125" fmla="*/ 3789121 w 12184002"/>
              <a:gd name="connsiteY125" fmla="*/ 3607905 h 3882143"/>
              <a:gd name="connsiteX126" fmla="*/ 3789195 w 12184002"/>
              <a:gd name="connsiteY126" fmla="*/ 3607905 h 3882143"/>
              <a:gd name="connsiteX127" fmla="*/ 3789271 w 12184002"/>
              <a:gd name="connsiteY127" fmla="*/ 3607980 h 3882143"/>
              <a:gd name="connsiteX128" fmla="*/ 10577053 w 12184002"/>
              <a:gd name="connsiteY128" fmla="*/ 3597758 h 3882143"/>
              <a:gd name="connsiteX129" fmla="*/ 10577127 w 12184002"/>
              <a:gd name="connsiteY129" fmla="*/ 3597758 h 3882143"/>
              <a:gd name="connsiteX130" fmla="*/ 10577053 w 12184002"/>
              <a:gd name="connsiteY130" fmla="*/ 3597833 h 3882143"/>
              <a:gd name="connsiteX131" fmla="*/ 1606875 w 12184002"/>
              <a:gd name="connsiteY131" fmla="*/ 3597758 h 3882143"/>
              <a:gd name="connsiteX132" fmla="*/ 1606950 w 12184002"/>
              <a:gd name="connsiteY132" fmla="*/ 3597758 h 3882143"/>
              <a:gd name="connsiteX133" fmla="*/ 1606950 w 12184002"/>
              <a:gd name="connsiteY133" fmla="*/ 3597833 h 3882143"/>
              <a:gd name="connsiteX134" fmla="*/ 8501571 w 12184002"/>
              <a:gd name="connsiteY134" fmla="*/ 3597011 h 3882143"/>
              <a:gd name="connsiteX135" fmla="*/ 8506905 w 12184002"/>
              <a:gd name="connsiteY135" fmla="*/ 3597085 h 3882143"/>
              <a:gd name="connsiteX136" fmla="*/ 8506831 w 12184002"/>
              <a:gd name="connsiteY136" fmla="*/ 3602420 h 3882143"/>
              <a:gd name="connsiteX137" fmla="*/ 8413516 w 12184002"/>
              <a:gd name="connsiteY137" fmla="*/ 3693107 h 3882143"/>
              <a:gd name="connsiteX138" fmla="*/ 8035521 w 12184002"/>
              <a:gd name="connsiteY138" fmla="*/ 3693107 h 3882143"/>
              <a:gd name="connsiteX139" fmla="*/ 8035521 w 12184002"/>
              <a:gd name="connsiteY139" fmla="*/ 3800172 h 3882143"/>
              <a:gd name="connsiteX140" fmla="*/ 7996055 w 12184002"/>
              <a:gd name="connsiteY140" fmla="*/ 3800172 h 3882143"/>
              <a:gd name="connsiteX141" fmla="*/ 7991136 w 12184002"/>
              <a:gd name="connsiteY141" fmla="*/ 3812093 h 3882143"/>
              <a:gd name="connsiteX142" fmla="*/ 7973987 w 12184002"/>
              <a:gd name="connsiteY142" fmla="*/ 3819258 h 3882143"/>
              <a:gd name="connsiteX143" fmla="*/ 7949719 w 12184002"/>
              <a:gd name="connsiteY143" fmla="*/ 3794840 h 3882143"/>
              <a:gd name="connsiteX144" fmla="*/ 7973987 w 12184002"/>
              <a:gd name="connsiteY144" fmla="*/ 3770422 h 3882143"/>
              <a:gd name="connsiteX145" fmla="*/ 7991136 w 12184002"/>
              <a:gd name="connsiteY145" fmla="*/ 3777560 h 3882143"/>
              <a:gd name="connsiteX146" fmla="*/ 7997356 w 12184002"/>
              <a:gd name="connsiteY146" fmla="*/ 3792659 h 3882143"/>
              <a:gd name="connsiteX147" fmla="*/ 8028008 w 12184002"/>
              <a:gd name="connsiteY147" fmla="*/ 3792659 h 3882143"/>
              <a:gd name="connsiteX148" fmla="*/ 8028008 w 12184002"/>
              <a:gd name="connsiteY148" fmla="*/ 3693107 h 3882143"/>
              <a:gd name="connsiteX149" fmla="*/ 7989839 w 12184002"/>
              <a:gd name="connsiteY149" fmla="*/ 3693107 h 3882143"/>
              <a:gd name="connsiteX150" fmla="*/ 7930334 w 12184002"/>
              <a:gd name="connsiteY150" fmla="*/ 3633375 h 3882143"/>
              <a:gd name="connsiteX151" fmla="*/ 7930334 w 12184002"/>
              <a:gd name="connsiteY151" fmla="*/ 3882143 h 3882143"/>
              <a:gd name="connsiteX152" fmla="*/ 7922820 w 12184002"/>
              <a:gd name="connsiteY152" fmla="*/ 3882143 h 3882143"/>
              <a:gd name="connsiteX153" fmla="*/ 7922820 w 12184002"/>
              <a:gd name="connsiteY153" fmla="*/ 3615193 h 3882143"/>
              <a:gd name="connsiteX154" fmla="*/ 7992995 w 12184002"/>
              <a:gd name="connsiteY154" fmla="*/ 3685594 h 3882143"/>
              <a:gd name="connsiteX155" fmla="*/ 8410510 w 12184002"/>
              <a:gd name="connsiteY155" fmla="*/ 3685594 h 3882143"/>
              <a:gd name="connsiteX156" fmla="*/ 3682431 w 12184002"/>
              <a:gd name="connsiteY156" fmla="*/ 3597011 h 3882143"/>
              <a:gd name="connsiteX157" fmla="*/ 3773493 w 12184002"/>
              <a:gd name="connsiteY157" fmla="*/ 3685594 h 3882143"/>
              <a:gd name="connsiteX158" fmla="*/ 4191008 w 12184002"/>
              <a:gd name="connsiteY158" fmla="*/ 3685594 h 3882143"/>
              <a:gd name="connsiteX159" fmla="*/ 4261182 w 12184002"/>
              <a:gd name="connsiteY159" fmla="*/ 3615193 h 3882143"/>
              <a:gd name="connsiteX160" fmla="*/ 4261182 w 12184002"/>
              <a:gd name="connsiteY160" fmla="*/ 3882143 h 3882143"/>
              <a:gd name="connsiteX161" fmla="*/ 4253670 w 12184002"/>
              <a:gd name="connsiteY161" fmla="*/ 3882143 h 3882143"/>
              <a:gd name="connsiteX162" fmla="*/ 4253670 w 12184002"/>
              <a:gd name="connsiteY162" fmla="*/ 3633375 h 3882143"/>
              <a:gd name="connsiteX163" fmla="*/ 4194165 w 12184002"/>
              <a:gd name="connsiteY163" fmla="*/ 3693107 h 3882143"/>
              <a:gd name="connsiteX164" fmla="*/ 4155995 w 12184002"/>
              <a:gd name="connsiteY164" fmla="*/ 3693107 h 3882143"/>
              <a:gd name="connsiteX165" fmla="*/ 4155995 w 12184002"/>
              <a:gd name="connsiteY165" fmla="*/ 3792659 h 3882143"/>
              <a:gd name="connsiteX166" fmla="*/ 4186647 w 12184002"/>
              <a:gd name="connsiteY166" fmla="*/ 3792659 h 3882143"/>
              <a:gd name="connsiteX167" fmla="*/ 4192867 w 12184002"/>
              <a:gd name="connsiteY167" fmla="*/ 3777560 h 3882143"/>
              <a:gd name="connsiteX168" fmla="*/ 4210017 w 12184002"/>
              <a:gd name="connsiteY168" fmla="*/ 3770422 h 3882143"/>
              <a:gd name="connsiteX169" fmla="*/ 4234285 w 12184002"/>
              <a:gd name="connsiteY169" fmla="*/ 3794840 h 3882143"/>
              <a:gd name="connsiteX170" fmla="*/ 4210017 w 12184002"/>
              <a:gd name="connsiteY170" fmla="*/ 3819258 h 3882143"/>
              <a:gd name="connsiteX171" fmla="*/ 4192867 w 12184002"/>
              <a:gd name="connsiteY171" fmla="*/ 3812093 h 3882143"/>
              <a:gd name="connsiteX172" fmla="*/ 4187948 w 12184002"/>
              <a:gd name="connsiteY172" fmla="*/ 3800172 h 3882143"/>
              <a:gd name="connsiteX173" fmla="*/ 4148483 w 12184002"/>
              <a:gd name="connsiteY173" fmla="*/ 3800172 h 3882143"/>
              <a:gd name="connsiteX174" fmla="*/ 4148483 w 12184002"/>
              <a:gd name="connsiteY174" fmla="*/ 3693107 h 3882143"/>
              <a:gd name="connsiteX175" fmla="*/ 3770487 w 12184002"/>
              <a:gd name="connsiteY175" fmla="*/ 3693107 h 3882143"/>
              <a:gd name="connsiteX176" fmla="*/ 3677172 w 12184002"/>
              <a:gd name="connsiteY176" fmla="*/ 3602420 h 3882143"/>
              <a:gd name="connsiteX177" fmla="*/ 3677097 w 12184002"/>
              <a:gd name="connsiteY177" fmla="*/ 3597085 h 3882143"/>
              <a:gd name="connsiteX178" fmla="*/ 3682431 w 12184002"/>
              <a:gd name="connsiteY178" fmla="*/ 3597011 h 3882143"/>
              <a:gd name="connsiteX179" fmla="*/ 7090946 w 12184002"/>
              <a:gd name="connsiteY179" fmla="*/ 3589198 h 3882143"/>
              <a:gd name="connsiteX180" fmla="*/ 7254361 w 12184002"/>
              <a:gd name="connsiteY180" fmla="*/ 3589198 h 3882143"/>
              <a:gd name="connsiteX181" fmla="*/ 7254361 w 12184002"/>
              <a:gd name="connsiteY181" fmla="*/ 3820234 h 3882143"/>
              <a:gd name="connsiteX182" fmla="*/ 7154134 w 12184002"/>
              <a:gd name="connsiteY182" fmla="*/ 3820234 h 3882143"/>
              <a:gd name="connsiteX183" fmla="*/ 7150376 w 12184002"/>
              <a:gd name="connsiteY183" fmla="*/ 3816477 h 3882143"/>
              <a:gd name="connsiteX184" fmla="*/ 7154134 w 12184002"/>
              <a:gd name="connsiteY184" fmla="*/ 3812720 h 3882143"/>
              <a:gd name="connsiteX185" fmla="*/ 7246847 w 12184002"/>
              <a:gd name="connsiteY185" fmla="*/ 3812720 h 3882143"/>
              <a:gd name="connsiteX186" fmla="*/ 7246847 w 12184002"/>
              <a:gd name="connsiteY186" fmla="*/ 3596862 h 3882143"/>
              <a:gd name="connsiteX187" fmla="*/ 7098535 w 12184002"/>
              <a:gd name="connsiteY187" fmla="*/ 3596862 h 3882143"/>
              <a:gd name="connsiteX188" fmla="*/ 7098535 w 12184002"/>
              <a:gd name="connsiteY188" fmla="*/ 3745626 h 3882143"/>
              <a:gd name="connsiteX189" fmla="*/ 7142938 w 12184002"/>
              <a:gd name="connsiteY189" fmla="*/ 3745626 h 3882143"/>
              <a:gd name="connsiteX190" fmla="*/ 7142938 w 12184002"/>
              <a:gd name="connsiteY190" fmla="*/ 3637659 h 3882143"/>
              <a:gd name="connsiteX191" fmla="*/ 7146694 w 12184002"/>
              <a:gd name="connsiteY191" fmla="*/ 3633903 h 3882143"/>
              <a:gd name="connsiteX192" fmla="*/ 7150451 w 12184002"/>
              <a:gd name="connsiteY192" fmla="*/ 3637659 h 3882143"/>
              <a:gd name="connsiteX193" fmla="*/ 7150451 w 12184002"/>
              <a:gd name="connsiteY193" fmla="*/ 3745626 h 3882143"/>
              <a:gd name="connsiteX194" fmla="*/ 7179573 w 12184002"/>
              <a:gd name="connsiteY194" fmla="*/ 3745626 h 3882143"/>
              <a:gd name="connsiteX195" fmla="*/ 7185144 w 12184002"/>
              <a:gd name="connsiteY195" fmla="*/ 3732102 h 3882143"/>
              <a:gd name="connsiteX196" fmla="*/ 7202293 w 12184002"/>
              <a:gd name="connsiteY196" fmla="*/ 3724967 h 3882143"/>
              <a:gd name="connsiteX197" fmla="*/ 7226560 w 12184002"/>
              <a:gd name="connsiteY197" fmla="*/ 3749384 h 3882143"/>
              <a:gd name="connsiteX198" fmla="*/ 7202293 w 12184002"/>
              <a:gd name="connsiteY198" fmla="*/ 3773803 h 3882143"/>
              <a:gd name="connsiteX199" fmla="*/ 7185144 w 12184002"/>
              <a:gd name="connsiteY199" fmla="*/ 3766665 h 3882143"/>
              <a:gd name="connsiteX200" fmla="*/ 7179572 w 12184002"/>
              <a:gd name="connsiteY200" fmla="*/ 3753139 h 3882143"/>
              <a:gd name="connsiteX201" fmla="*/ 7146694 w 12184002"/>
              <a:gd name="connsiteY201" fmla="*/ 3753139 h 3882143"/>
              <a:gd name="connsiteX202" fmla="*/ 7098535 w 12184002"/>
              <a:gd name="connsiteY202" fmla="*/ 3753139 h 3882143"/>
              <a:gd name="connsiteX203" fmla="*/ 7098535 w 12184002"/>
              <a:gd name="connsiteY203" fmla="*/ 3879663 h 3882143"/>
              <a:gd name="connsiteX204" fmla="*/ 7306203 w 12184002"/>
              <a:gd name="connsiteY204" fmla="*/ 3879663 h 3882143"/>
              <a:gd name="connsiteX205" fmla="*/ 7306203 w 12184002"/>
              <a:gd name="connsiteY205" fmla="*/ 3604151 h 3882143"/>
              <a:gd name="connsiteX206" fmla="*/ 7309959 w 12184002"/>
              <a:gd name="connsiteY206" fmla="*/ 3600392 h 3882143"/>
              <a:gd name="connsiteX207" fmla="*/ 7313716 w 12184002"/>
              <a:gd name="connsiteY207" fmla="*/ 3604151 h 3882143"/>
              <a:gd name="connsiteX208" fmla="*/ 7313716 w 12184002"/>
              <a:gd name="connsiteY208" fmla="*/ 3882143 h 3882143"/>
              <a:gd name="connsiteX209" fmla="*/ 7090946 w 12184002"/>
              <a:gd name="connsiteY209" fmla="*/ 3882143 h 3882143"/>
              <a:gd name="connsiteX210" fmla="*/ 4929642 w 12184002"/>
              <a:gd name="connsiteY210" fmla="*/ 3589198 h 3882143"/>
              <a:gd name="connsiteX211" fmla="*/ 5093057 w 12184002"/>
              <a:gd name="connsiteY211" fmla="*/ 3589198 h 3882143"/>
              <a:gd name="connsiteX212" fmla="*/ 5093057 w 12184002"/>
              <a:gd name="connsiteY212" fmla="*/ 3882143 h 3882143"/>
              <a:gd name="connsiteX213" fmla="*/ 4870287 w 12184002"/>
              <a:gd name="connsiteY213" fmla="*/ 3882143 h 3882143"/>
              <a:gd name="connsiteX214" fmla="*/ 4870287 w 12184002"/>
              <a:gd name="connsiteY214" fmla="*/ 3604151 h 3882143"/>
              <a:gd name="connsiteX215" fmla="*/ 4874044 w 12184002"/>
              <a:gd name="connsiteY215" fmla="*/ 3600392 h 3882143"/>
              <a:gd name="connsiteX216" fmla="*/ 4877799 w 12184002"/>
              <a:gd name="connsiteY216" fmla="*/ 3604151 h 3882143"/>
              <a:gd name="connsiteX217" fmla="*/ 4877799 w 12184002"/>
              <a:gd name="connsiteY217" fmla="*/ 3879663 h 3882143"/>
              <a:gd name="connsiteX218" fmla="*/ 5085469 w 12184002"/>
              <a:gd name="connsiteY218" fmla="*/ 3879663 h 3882143"/>
              <a:gd name="connsiteX219" fmla="*/ 5085469 w 12184002"/>
              <a:gd name="connsiteY219" fmla="*/ 3753139 h 3882143"/>
              <a:gd name="connsiteX220" fmla="*/ 5037309 w 12184002"/>
              <a:gd name="connsiteY220" fmla="*/ 3753139 h 3882143"/>
              <a:gd name="connsiteX221" fmla="*/ 5004431 w 12184002"/>
              <a:gd name="connsiteY221" fmla="*/ 3753139 h 3882143"/>
              <a:gd name="connsiteX222" fmla="*/ 4998858 w 12184002"/>
              <a:gd name="connsiteY222" fmla="*/ 3766665 h 3882143"/>
              <a:gd name="connsiteX223" fmla="*/ 4981710 w 12184002"/>
              <a:gd name="connsiteY223" fmla="*/ 3773803 h 3882143"/>
              <a:gd name="connsiteX224" fmla="*/ 4957442 w 12184002"/>
              <a:gd name="connsiteY224" fmla="*/ 3749384 h 3882143"/>
              <a:gd name="connsiteX225" fmla="*/ 4981710 w 12184002"/>
              <a:gd name="connsiteY225" fmla="*/ 3724967 h 3882143"/>
              <a:gd name="connsiteX226" fmla="*/ 4998858 w 12184002"/>
              <a:gd name="connsiteY226" fmla="*/ 3732102 h 3882143"/>
              <a:gd name="connsiteX227" fmla="*/ 5004430 w 12184002"/>
              <a:gd name="connsiteY227" fmla="*/ 3745626 h 3882143"/>
              <a:gd name="connsiteX228" fmla="*/ 5033552 w 12184002"/>
              <a:gd name="connsiteY228" fmla="*/ 3745626 h 3882143"/>
              <a:gd name="connsiteX229" fmla="*/ 5033552 w 12184002"/>
              <a:gd name="connsiteY229" fmla="*/ 3637659 h 3882143"/>
              <a:gd name="connsiteX230" fmla="*/ 5037309 w 12184002"/>
              <a:gd name="connsiteY230" fmla="*/ 3633903 h 3882143"/>
              <a:gd name="connsiteX231" fmla="*/ 5041065 w 12184002"/>
              <a:gd name="connsiteY231" fmla="*/ 3637659 h 3882143"/>
              <a:gd name="connsiteX232" fmla="*/ 5041065 w 12184002"/>
              <a:gd name="connsiteY232" fmla="*/ 3745626 h 3882143"/>
              <a:gd name="connsiteX233" fmla="*/ 5085469 w 12184002"/>
              <a:gd name="connsiteY233" fmla="*/ 3745626 h 3882143"/>
              <a:gd name="connsiteX234" fmla="*/ 5085469 w 12184002"/>
              <a:gd name="connsiteY234" fmla="*/ 3596862 h 3882143"/>
              <a:gd name="connsiteX235" fmla="*/ 4937155 w 12184002"/>
              <a:gd name="connsiteY235" fmla="*/ 3596862 h 3882143"/>
              <a:gd name="connsiteX236" fmla="*/ 4937155 w 12184002"/>
              <a:gd name="connsiteY236" fmla="*/ 3812720 h 3882143"/>
              <a:gd name="connsiteX237" fmla="*/ 5029870 w 12184002"/>
              <a:gd name="connsiteY237" fmla="*/ 3812720 h 3882143"/>
              <a:gd name="connsiteX238" fmla="*/ 5033627 w 12184002"/>
              <a:gd name="connsiteY238" fmla="*/ 3816477 h 3882143"/>
              <a:gd name="connsiteX239" fmla="*/ 5029870 w 12184002"/>
              <a:gd name="connsiteY239" fmla="*/ 3820234 h 3882143"/>
              <a:gd name="connsiteX240" fmla="*/ 4929642 w 12184002"/>
              <a:gd name="connsiteY240" fmla="*/ 3820234 h 3882143"/>
              <a:gd name="connsiteX241" fmla="*/ 10970450 w 12184002"/>
              <a:gd name="connsiteY241" fmla="*/ 3589119 h 3882143"/>
              <a:gd name="connsiteX242" fmla="*/ 11133864 w 12184002"/>
              <a:gd name="connsiteY242" fmla="*/ 3589119 h 3882143"/>
              <a:gd name="connsiteX243" fmla="*/ 11133864 w 12184002"/>
              <a:gd name="connsiteY243" fmla="*/ 3882143 h 3882143"/>
              <a:gd name="connsiteX244" fmla="*/ 10911095 w 12184002"/>
              <a:gd name="connsiteY244" fmla="*/ 3882143 h 3882143"/>
              <a:gd name="connsiteX245" fmla="*/ 10911095 w 12184002"/>
              <a:gd name="connsiteY245" fmla="*/ 3604145 h 3882143"/>
              <a:gd name="connsiteX246" fmla="*/ 10914851 w 12184002"/>
              <a:gd name="connsiteY246" fmla="*/ 3600389 h 3882143"/>
              <a:gd name="connsiteX247" fmla="*/ 10918608 w 12184002"/>
              <a:gd name="connsiteY247" fmla="*/ 3604145 h 3882143"/>
              <a:gd name="connsiteX248" fmla="*/ 10918608 w 12184002"/>
              <a:gd name="connsiteY248" fmla="*/ 3879660 h 3882143"/>
              <a:gd name="connsiteX249" fmla="*/ 11126276 w 12184002"/>
              <a:gd name="connsiteY249" fmla="*/ 3879660 h 3882143"/>
              <a:gd name="connsiteX250" fmla="*/ 11126276 w 12184002"/>
              <a:gd name="connsiteY250" fmla="*/ 3753136 h 3882143"/>
              <a:gd name="connsiteX251" fmla="*/ 11078115 w 12184002"/>
              <a:gd name="connsiteY251" fmla="*/ 3753136 h 3882143"/>
              <a:gd name="connsiteX252" fmla="*/ 11029881 w 12184002"/>
              <a:gd name="connsiteY252" fmla="*/ 3753136 h 3882143"/>
              <a:gd name="connsiteX253" fmla="*/ 11026124 w 12184002"/>
              <a:gd name="connsiteY253" fmla="*/ 3749379 h 3882143"/>
              <a:gd name="connsiteX254" fmla="*/ 11029881 w 12184002"/>
              <a:gd name="connsiteY254" fmla="*/ 3745623 h 3882143"/>
              <a:gd name="connsiteX255" fmla="*/ 11074359 w 12184002"/>
              <a:gd name="connsiteY255" fmla="*/ 3745623 h 3882143"/>
              <a:gd name="connsiteX256" fmla="*/ 11074359 w 12184002"/>
              <a:gd name="connsiteY256" fmla="*/ 3637656 h 3882143"/>
              <a:gd name="connsiteX257" fmla="*/ 11078115 w 12184002"/>
              <a:gd name="connsiteY257" fmla="*/ 3633899 h 3882143"/>
              <a:gd name="connsiteX258" fmla="*/ 11081872 w 12184002"/>
              <a:gd name="connsiteY258" fmla="*/ 3637656 h 3882143"/>
              <a:gd name="connsiteX259" fmla="*/ 11081872 w 12184002"/>
              <a:gd name="connsiteY259" fmla="*/ 3745623 h 3882143"/>
              <a:gd name="connsiteX260" fmla="*/ 11126276 w 12184002"/>
              <a:gd name="connsiteY260" fmla="*/ 3745623 h 3882143"/>
              <a:gd name="connsiteX261" fmla="*/ 11126276 w 12184002"/>
              <a:gd name="connsiteY261" fmla="*/ 3596782 h 3882143"/>
              <a:gd name="connsiteX262" fmla="*/ 10977963 w 12184002"/>
              <a:gd name="connsiteY262" fmla="*/ 3596782 h 3882143"/>
              <a:gd name="connsiteX263" fmla="*/ 10977963 w 12184002"/>
              <a:gd name="connsiteY263" fmla="*/ 3812641 h 3882143"/>
              <a:gd name="connsiteX264" fmla="*/ 11070678 w 12184002"/>
              <a:gd name="connsiteY264" fmla="*/ 3812641 h 3882143"/>
              <a:gd name="connsiteX265" fmla="*/ 11074434 w 12184002"/>
              <a:gd name="connsiteY265" fmla="*/ 3816399 h 3882143"/>
              <a:gd name="connsiteX266" fmla="*/ 11070678 w 12184002"/>
              <a:gd name="connsiteY266" fmla="*/ 3820155 h 3882143"/>
              <a:gd name="connsiteX267" fmla="*/ 10970450 w 12184002"/>
              <a:gd name="connsiteY267" fmla="*/ 3820155 h 3882143"/>
              <a:gd name="connsiteX268" fmla="*/ 1050138 w 12184002"/>
              <a:gd name="connsiteY268" fmla="*/ 3589119 h 3882143"/>
              <a:gd name="connsiteX269" fmla="*/ 1213552 w 12184002"/>
              <a:gd name="connsiteY269" fmla="*/ 3589119 h 3882143"/>
              <a:gd name="connsiteX270" fmla="*/ 1213552 w 12184002"/>
              <a:gd name="connsiteY270" fmla="*/ 3820155 h 3882143"/>
              <a:gd name="connsiteX271" fmla="*/ 1113324 w 12184002"/>
              <a:gd name="connsiteY271" fmla="*/ 3820155 h 3882143"/>
              <a:gd name="connsiteX272" fmla="*/ 1109568 w 12184002"/>
              <a:gd name="connsiteY272" fmla="*/ 3816399 h 3882143"/>
              <a:gd name="connsiteX273" fmla="*/ 1113324 w 12184002"/>
              <a:gd name="connsiteY273" fmla="*/ 3812641 h 3882143"/>
              <a:gd name="connsiteX274" fmla="*/ 1206039 w 12184002"/>
              <a:gd name="connsiteY274" fmla="*/ 3812641 h 3882143"/>
              <a:gd name="connsiteX275" fmla="*/ 1206039 w 12184002"/>
              <a:gd name="connsiteY275" fmla="*/ 3596782 h 3882143"/>
              <a:gd name="connsiteX276" fmla="*/ 1057727 w 12184002"/>
              <a:gd name="connsiteY276" fmla="*/ 3596782 h 3882143"/>
              <a:gd name="connsiteX277" fmla="*/ 1057727 w 12184002"/>
              <a:gd name="connsiteY277" fmla="*/ 3745623 h 3882143"/>
              <a:gd name="connsiteX278" fmla="*/ 1102130 w 12184002"/>
              <a:gd name="connsiteY278" fmla="*/ 3745623 h 3882143"/>
              <a:gd name="connsiteX279" fmla="*/ 1102130 w 12184002"/>
              <a:gd name="connsiteY279" fmla="*/ 3637656 h 3882143"/>
              <a:gd name="connsiteX280" fmla="*/ 1105887 w 12184002"/>
              <a:gd name="connsiteY280" fmla="*/ 3633899 h 3882143"/>
              <a:gd name="connsiteX281" fmla="*/ 1109644 w 12184002"/>
              <a:gd name="connsiteY281" fmla="*/ 3637656 h 3882143"/>
              <a:gd name="connsiteX282" fmla="*/ 1109644 w 12184002"/>
              <a:gd name="connsiteY282" fmla="*/ 3745623 h 3882143"/>
              <a:gd name="connsiteX283" fmla="*/ 1154122 w 12184002"/>
              <a:gd name="connsiteY283" fmla="*/ 3745623 h 3882143"/>
              <a:gd name="connsiteX284" fmla="*/ 1157879 w 12184002"/>
              <a:gd name="connsiteY284" fmla="*/ 3749379 h 3882143"/>
              <a:gd name="connsiteX285" fmla="*/ 1154122 w 12184002"/>
              <a:gd name="connsiteY285" fmla="*/ 3753136 h 3882143"/>
              <a:gd name="connsiteX286" fmla="*/ 1105887 w 12184002"/>
              <a:gd name="connsiteY286" fmla="*/ 3753136 h 3882143"/>
              <a:gd name="connsiteX287" fmla="*/ 1057727 w 12184002"/>
              <a:gd name="connsiteY287" fmla="*/ 3753136 h 3882143"/>
              <a:gd name="connsiteX288" fmla="*/ 1057727 w 12184002"/>
              <a:gd name="connsiteY288" fmla="*/ 3879660 h 3882143"/>
              <a:gd name="connsiteX289" fmla="*/ 1265395 w 12184002"/>
              <a:gd name="connsiteY289" fmla="*/ 3879660 h 3882143"/>
              <a:gd name="connsiteX290" fmla="*/ 1265395 w 12184002"/>
              <a:gd name="connsiteY290" fmla="*/ 3604145 h 3882143"/>
              <a:gd name="connsiteX291" fmla="*/ 1269151 w 12184002"/>
              <a:gd name="connsiteY291" fmla="*/ 3600389 h 3882143"/>
              <a:gd name="connsiteX292" fmla="*/ 1272907 w 12184002"/>
              <a:gd name="connsiteY292" fmla="*/ 3604145 h 3882143"/>
              <a:gd name="connsiteX293" fmla="*/ 1272907 w 12184002"/>
              <a:gd name="connsiteY293" fmla="*/ 3882143 h 3882143"/>
              <a:gd name="connsiteX294" fmla="*/ 1050138 w 12184002"/>
              <a:gd name="connsiteY294" fmla="*/ 3882143 h 3882143"/>
              <a:gd name="connsiteX295" fmla="*/ 9728573 w 12184002"/>
              <a:gd name="connsiteY295" fmla="*/ 3581163 h 3882143"/>
              <a:gd name="connsiteX296" fmla="*/ 9752841 w 12184002"/>
              <a:gd name="connsiteY296" fmla="*/ 3605579 h 3882143"/>
              <a:gd name="connsiteX297" fmla="*/ 9746843 w 12184002"/>
              <a:gd name="connsiteY297" fmla="*/ 3620119 h 3882143"/>
              <a:gd name="connsiteX298" fmla="*/ 9814299 w 12184002"/>
              <a:gd name="connsiteY298" fmla="*/ 3685741 h 3882143"/>
              <a:gd name="connsiteX299" fmla="*/ 10231815 w 12184002"/>
              <a:gd name="connsiteY299" fmla="*/ 3685741 h 3882143"/>
              <a:gd name="connsiteX300" fmla="*/ 10301990 w 12184002"/>
              <a:gd name="connsiteY300" fmla="*/ 3615340 h 3882143"/>
              <a:gd name="connsiteX301" fmla="*/ 10301990 w 12184002"/>
              <a:gd name="connsiteY301" fmla="*/ 3882143 h 3882143"/>
              <a:gd name="connsiteX302" fmla="*/ 10294477 w 12184002"/>
              <a:gd name="connsiteY302" fmla="*/ 3882143 h 3882143"/>
              <a:gd name="connsiteX303" fmla="*/ 10294477 w 12184002"/>
              <a:gd name="connsiteY303" fmla="*/ 3633522 h 3882143"/>
              <a:gd name="connsiteX304" fmla="*/ 10234971 w 12184002"/>
              <a:gd name="connsiteY304" fmla="*/ 3693253 h 3882143"/>
              <a:gd name="connsiteX305" fmla="*/ 10196804 w 12184002"/>
              <a:gd name="connsiteY305" fmla="*/ 3693253 h 3882143"/>
              <a:gd name="connsiteX306" fmla="*/ 10196804 w 12184002"/>
              <a:gd name="connsiteY306" fmla="*/ 3792579 h 3882143"/>
              <a:gd name="connsiteX307" fmla="*/ 10219689 w 12184002"/>
              <a:gd name="connsiteY307" fmla="*/ 3792579 h 3882143"/>
              <a:gd name="connsiteX308" fmla="*/ 10219568 w 12184002"/>
              <a:gd name="connsiteY308" fmla="*/ 3792287 h 3882143"/>
              <a:gd name="connsiteX309" fmla="*/ 10243837 w 12184002"/>
              <a:gd name="connsiteY309" fmla="*/ 3767869 h 3882143"/>
              <a:gd name="connsiteX310" fmla="*/ 10268104 w 12184002"/>
              <a:gd name="connsiteY310" fmla="*/ 3792287 h 3882143"/>
              <a:gd name="connsiteX311" fmla="*/ 10243837 w 12184002"/>
              <a:gd name="connsiteY311" fmla="*/ 3816705 h 3882143"/>
              <a:gd name="connsiteX312" fmla="*/ 10226687 w 12184002"/>
              <a:gd name="connsiteY312" fmla="*/ 3809567 h 3882143"/>
              <a:gd name="connsiteX313" fmla="*/ 10222815 w 12184002"/>
              <a:gd name="connsiteY313" fmla="*/ 3800168 h 3882143"/>
              <a:gd name="connsiteX314" fmla="*/ 10189290 w 12184002"/>
              <a:gd name="connsiteY314" fmla="*/ 3800168 h 3882143"/>
              <a:gd name="connsiteX315" fmla="*/ 10189290 w 12184002"/>
              <a:gd name="connsiteY315" fmla="*/ 3693253 h 3882143"/>
              <a:gd name="connsiteX316" fmla="*/ 9811294 w 12184002"/>
              <a:gd name="connsiteY316" fmla="*/ 3693253 h 3882143"/>
              <a:gd name="connsiteX317" fmla="*/ 9740904 w 12184002"/>
              <a:gd name="connsiteY317" fmla="*/ 3624845 h 3882143"/>
              <a:gd name="connsiteX318" fmla="*/ 9728573 w 12184002"/>
              <a:gd name="connsiteY318" fmla="*/ 3629999 h 3882143"/>
              <a:gd name="connsiteX319" fmla="*/ 9704305 w 12184002"/>
              <a:gd name="connsiteY319" fmla="*/ 3605579 h 3882143"/>
              <a:gd name="connsiteX320" fmla="*/ 9728573 w 12184002"/>
              <a:gd name="connsiteY320" fmla="*/ 3581163 h 3882143"/>
              <a:gd name="connsiteX321" fmla="*/ 2455429 w 12184002"/>
              <a:gd name="connsiteY321" fmla="*/ 3581163 h 3882143"/>
              <a:gd name="connsiteX322" fmla="*/ 2479698 w 12184002"/>
              <a:gd name="connsiteY322" fmla="*/ 3605579 h 3882143"/>
              <a:gd name="connsiteX323" fmla="*/ 2455429 w 12184002"/>
              <a:gd name="connsiteY323" fmla="*/ 3629999 h 3882143"/>
              <a:gd name="connsiteX324" fmla="*/ 2443098 w 12184002"/>
              <a:gd name="connsiteY324" fmla="*/ 3624845 h 3882143"/>
              <a:gd name="connsiteX325" fmla="*/ 2372708 w 12184002"/>
              <a:gd name="connsiteY325" fmla="*/ 3693253 h 3882143"/>
              <a:gd name="connsiteX326" fmla="*/ 1994712 w 12184002"/>
              <a:gd name="connsiteY326" fmla="*/ 3693253 h 3882143"/>
              <a:gd name="connsiteX327" fmla="*/ 1994712 w 12184002"/>
              <a:gd name="connsiteY327" fmla="*/ 3800168 h 3882143"/>
              <a:gd name="connsiteX328" fmla="*/ 1961187 w 12184002"/>
              <a:gd name="connsiteY328" fmla="*/ 3800168 h 3882143"/>
              <a:gd name="connsiteX329" fmla="*/ 1957315 w 12184002"/>
              <a:gd name="connsiteY329" fmla="*/ 3809567 h 3882143"/>
              <a:gd name="connsiteX330" fmla="*/ 1940165 w 12184002"/>
              <a:gd name="connsiteY330" fmla="*/ 3816705 h 3882143"/>
              <a:gd name="connsiteX331" fmla="*/ 1915898 w 12184002"/>
              <a:gd name="connsiteY331" fmla="*/ 3792287 h 3882143"/>
              <a:gd name="connsiteX332" fmla="*/ 1940165 w 12184002"/>
              <a:gd name="connsiteY332" fmla="*/ 3767869 h 3882143"/>
              <a:gd name="connsiteX333" fmla="*/ 1964434 w 12184002"/>
              <a:gd name="connsiteY333" fmla="*/ 3792287 h 3882143"/>
              <a:gd name="connsiteX334" fmla="*/ 1964313 w 12184002"/>
              <a:gd name="connsiteY334" fmla="*/ 3792579 h 3882143"/>
              <a:gd name="connsiteX335" fmla="*/ 1987200 w 12184002"/>
              <a:gd name="connsiteY335" fmla="*/ 3792579 h 3882143"/>
              <a:gd name="connsiteX336" fmla="*/ 1987200 w 12184002"/>
              <a:gd name="connsiteY336" fmla="*/ 3693253 h 3882143"/>
              <a:gd name="connsiteX337" fmla="*/ 1949031 w 12184002"/>
              <a:gd name="connsiteY337" fmla="*/ 3693253 h 3882143"/>
              <a:gd name="connsiteX338" fmla="*/ 1889526 w 12184002"/>
              <a:gd name="connsiteY338" fmla="*/ 3633522 h 3882143"/>
              <a:gd name="connsiteX339" fmla="*/ 1889526 w 12184002"/>
              <a:gd name="connsiteY339" fmla="*/ 3882143 h 3882143"/>
              <a:gd name="connsiteX340" fmla="*/ 1882013 w 12184002"/>
              <a:gd name="connsiteY340" fmla="*/ 3882143 h 3882143"/>
              <a:gd name="connsiteX341" fmla="*/ 1882013 w 12184002"/>
              <a:gd name="connsiteY341" fmla="*/ 3615340 h 3882143"/>
              <a:gd name="connsiteX342" fmla="*/ 1952188 w 12184002"/>
              <a:gd name="connsiteY342" fmla="*/ 3685741 h 3882143"/>
              <a:gd name="connsiteX343" fmla="*/ 2369703 w 12184002"/>
              <a:gd name="connsiteY343" fmla="*/ 3685741 h 3882143"/>
              <a:gd name="connsiteX344" fmla="*/ 2437161 w 12184002"/>
              <a:gd name="connsiteY344" fmla="*/ 3620119 h 3882143"/>
              <a:gd name="connsiteX345" fmla="*/ 2431161 w 12184002"/>
              <a:gd name="connsiteY345" fmla="*/ 3605579 h 3882143"/>
              <a:gd name="connsiteX346" fmla="*/ 2455429 w 12184002"/>
              <a:gd name="connsiteY346" fmla="*/ 3581163 h 3882143"/>
              <a:gd name="connsiteX347" fmla="*/ 6028091 w 12184002"/>
              <a:gd name="connsiteY347" fmla="*/ 3575299 h 3882143"/>
              <a:gd name="connsiteX348" fmla="*/ 6090923 w 12184002"/>
              <a:gd name="connsiteY348" fmla="*/ 3575299 h 3882143"/>
              <a:gd name="connsiteX349" fmla="*/ 6093081 w 12184002"/>
              <a:gd name="connsiteY349" fmla="*/ 3575299 h 3882143"/>
              <a:gd name="connsiteX350" fmla="*/ 6155912 w 12184002"/>
              <a:gd name="connsiteY350" fmla="*/ 3575299 h 3882143"/>
              <a:gd name="connsiteX351" fmla="*/ 6155912 w 12184002"/>
              <a:gd name="connsiteY351" fmla="*/ 3877861 h 3882143"/>
              <a:gd name="connsiteX352" fmla="*/ 6152155 w 12184002"/>
              <a:gd name="connsiteY352" fmla="*/ 3881618 h 3882143"/>
              <a:gd name="connsiteX353" fmla="*/ 6148400 w 12184002"/>
              <a:gd name="connsiteY353" fmla="*/ 3877861 h 3882143"/>
              <a:gd name="connsiteX354" fmla="*/ 6148400 w 12184002"/>
              <a:gd name="connsiteY354" fmla="*/ 3582813 h 3882143"/>
              <a:gd name="connsiteX355" fmla="*/ 6093081 w 12184002"/>
              <a:gd name="connsiteY355" fmla="*/ 3582813 h 3882143"/>
              <a:gd name="connsiteX356" fmla="*/ 6090923 w 12184002"/>
              <a:gd name="connsiteY356" fmla="*/ 3582813 h 3882143"/>
              <a:gd name="connsiteX357" fmla="*/ 6035603 w 12184002"/>
              <a:gd name="connsiteY357" fmla="*/ 3582813 h 3882143"/>
              <a:gd name="connsiteX358" fmla="*/ 6035603 w 12184002"/>
              <a:gd name="connsiteY358" fmla="*/ 3877861 h 3882143"/>
              <a:gd name="connsiteX359" fmla="*/ 6031847 w 12184002"/>
              <a:gd name="connsiteY359" fmla="*/ 3881618 h 3882143"/>
              <a:gd name="connsiteX360" fmla="*/ 6028091 w 12184002"/>
              <a:gd name="connsiteY360" fmla="*/ 3877861 h 3882143"/>
              <a:gd name="connsiteX361" fmla="*/ 12144182 w 12184002"/>
              <a:gd name="connsiteY361" fmla="*/ 3555993 h 3882143"/>
              <a:gd name="connsiteX362" fmla="*/ 12168450 w 12184002"/>
              <a:gd name="connsiteY362" fmla="*/ 3580411 h 3882143"/>
              <a:gd name="connsiteX363" fmla="*/ 12144182 w 12184002"/>
              <a:gd name="connsiteY363" fmla="*/ 3604829 h 3882143"/>
              <a:gd name="connsiteX364" fmla="*/ 12127032 w 12184002"/>
              <a:gd name="connsiteY364" fmla="*/ 3597691 h 3882143"/>
              <a:gd name="connsiteX365" fmla="*/ 12120870 w 12184002"/>
              <a:gd name="connsiteY365" fmla="*/ 3582734 h 3882143"/>
              <a:gd name="connsiteX366" fmla="*/ 12076410 w 12184002"/>
              <a:gd name="connsiteY366" fmla="*/ 3582734 h 3882143"/>
              <a:gd name="connsiteX367" fmla="*/ 12076410 w 12184002"/>
              <a:gd name="connsiteY367" fmla="*/ 3877858 h 3882143"/>
              <a:gd name="connsiteX368" fmla="*/ 12072655 w 12184002"/>
              <a:gd name="connsiteY368" fmla="*/ 3881615 h 3882143"/>
              <a:gd name="connsiteX369" fmla="*/ 12068898 w 12184002"/>
              <a:gd name="connsiteY369" fmla="*/ 3877858 h 3882143"/>
              <a:gd name="connsiteX370" fmla="*/ 12068898 w 12184002"/>
              <a:gd name="connsiteY370" fmla="*/ 3575220 h 3882143"/>
              <a:gd name="connsiteX371" fmla="*/ 12122051 w 12184002"/>
              <a:gd name="connsiteY371" fmla="*/ 3575220 h 3882143"/>
              <a:gd name="connsiteX372" fmla="*/ 12127032 w 12184002"/>
              <a:gd name="connsiteY372" fmla="*/ 3563130 h 3882143"/>
              <a:gd name="connsiteX373" fmla="*/ 12144182 w 12184002"/>
              <a:gd name="connsiteY373" fmla="*/ 3555993 h 3882143"/>
              <a:gd name="connsiteX374" fmla="*/ 39820 w 12184002"/>
              <a:gd name="connsiteY374" fmla="*/ 3555993 h 3882143"/>
              <a:gd name="connsiteX375" fmla="*/ 56970 w 12184002"/>
              <a:gd name="connsiteY375" fmla="*/ 3563130 h 3882143"/>
              <a:gd name="connsiteX376" fmla="*/ 61951 w 12184002"/>
              <a:gd name="connsiteY376" fmla="*/ 3575220 h 3882143"/>
              <a:gd name="connsiteX377" fmla="*/ 115104 w 12184002"/>
              <a:gd name="connsiteY377" fmla="*/ 3575220 h 3882143"/>
              <a:gd name="connsiteX378" fmla="*/ 115104 w 12184002"/>
              <a:gd name="connsiteY378" fmla="*/ 3877858 h 3882143"/>
              <a:gd name="connsiteX379" fmla="*/ 111348 w 12184002"/>
              <a:gd name="connsiteY379" fmla="*/ 3881615 h 3882143"/>
              <a:gd name="connsiteX380" fmla="*/ 107592 w 12184002"/>
              <a:gd name="connsiteY380" fmla="*/ 3877858 h 3882143"/>
              <a:gd name="connsiteX381" fmla="*/ 107592 w 12184002"/>
              <a:gd name="connsiteY381" fmla="*/ 3582734 h 3882143"/>
              <a:gd name="connsiteX382" fmla="*/ 63132 w 12184002"/>
              <a:gd name="connsiteY382" fmla="*/ 3582734 h 3882143"/>
              <a:gd name="connsiteX383" fmla="*/ 56970 w 12184002"/>
              <a:gd name="connsiteY383" fmla="*/ 3597691 h 3882143"/>
              <a:gd name="connsiteX384" fmla="*/ 39820 w 12184002"/>
              <a:gd name="connsiteY384" fmla="*/ 3604829 h 3882143"/>
              <a:gd name="connsiteX385" fmla="*/ 15553 w 12184002"/>
              <a:gd name="connsiteY385" fmla="*/ 3580411 h 3882143"/>
              <a:gd name="connsiteX386" fmla="*/ 39820 w 12184002"/>
              <a:gd name="connsiteY386" fmla="*/ 3555993 h 3882143"/>
              <a:gd name="connsiteX387" fmla="*/ 8376245 w 12184002"/>
              <a:gd name="connsiteY387" fmla="*/ 3528339 h 3882143"/>
              <a:gd name="connsiteX388" fmla="*/ 8376251 w 12184002"/>
              <a:gd name="connsiteY388" fmla="*/ 3528339 h 3882143"/>
              <a:gd name="connsiteX389" fmla="*/ 8376175 w 12184002"/>
              <a:gd name="connsiteY389" fmla="*/ 3528414 h 3882143"/>
              <a:gd name="connsiteX390" fmla="*/ 3807752 w 12184002"/>
              <a:gd name="connsiteY390" fmla="*/ 3528339 h 3882143"/>
              <a:gd name="connsiteX391" fmla="*/ 3807758 w 12184002"/>
              <a:gd name="connsiteY391" fmla="*/ 3528339 h 3882143"/>
              <a:gd name="connsiteX392" fmla="*/ 3807829 w 12184002"/>
              <a:gd name="connsiteY392" fmla="*/ 3528414 h 3882143"/>
              <a:gd name="connsiteX393" fmla="*/ 9003162 w 12184002"/>
              <a:gd name="connsiteY393" fmla="*/ 3511286 h 3882143"/>
              <a:gd name="connsiteX394" fmla="*/ 9008497 w 12184002"/>
              <a:gd name="connsiteY394" fmla="*/ 3511286 h 3882143"/>
              <a:gd name="connsiteX395" fmla="*/ 9008497 w 12184002"/>
              <a:gd name="connsiteY395" fmla="*/ 3516620 h 3882143"/>
              <a:gd name="connsiteX396" fmla="*/ 8950644 w 12184002"/>
              <a:gd name="connsiteY396" fmla="*/ 3574698 h 3882143"/>
              <a:gd name="connsiteX397" fmla="*/ 8950644 w 12184002"/>
              <a:gd name="connsiteY397" fmla="*/ 3882143 h 3882143"/>
              <a:gd name="connsiteX398" fmla="*/ 8943130 w 12184002"/>
              <a:gd name="connsiteY398" fmla="*/ 3882143 h 3882143"/>
              <a:gd name="connsiteX399" fmla="*/ 8943130 w 12184002"/>
              <a:gd name="connsiteY399" fmla="*/ 3571543 h 3882143"/>
              <a:gd name="connsiteX400" fmla="*/ 3175507 w 12184002"/>
              <a:gd name="connsiteY400" fmla="*/ 3511286 h 3882143"/>
              <a:gd name="connsiteX401" fmla="*/ 3180842 w 12184002"/>
              <a:gd name="connsiteY401" fmla="*/ 3511286 h 3882143"/>
              <a:gd name="connsiteX402" fmla="*/ 3240872 w 12184002"/>
              <a:gd name="connsiteY402" fmla="*/ 3571543 h 3882143"/>
              <a:gd name="connsiteX403" fmla="*/ 3240872 w 12184002"/>
              <a:gd name="connsiteY403" fmla="*/ 3882143 h 3882143"/>
              <a:gd name="connsiteX404" fmla="*/ 3233359 w 12184002"/>
              <a:gd name="connsiteY404" fmla="*/ 3882143 h 3882143"/>
              <a:gd name="connsiteX405" fmla="*/ 3233359 w 12184002"/>
              <a:gd name="connsiteY405" fmla="*/ 3574698 h 3882143"/>
              <a:gd name="connsiteX406" fmla="*/ 3175507 w 12184002"/>
              <a:gd name="connsiteY406" fmla="*/ 3516620 h 3882143"/>
              <a:gd name="connsiteX407" fmla="*/ 3175507 w 12184002"/>
              <a:gd name="connsiteY407" fmla="*/ 3511286 h 3882143"/>
              <a:gd name="connsiteX408" fmla="*/ 9206697 w 12184002"/>
              <a:gd name="connsiteY408" fmla="*/ 3506628 h 3882143"/>
              <a:gd name="connsiteX409" fmla="*/ 9206697 w 12184002"/>
              <a:gd name="connsiteY409" fmla="*/ 3573046 h 3882143"/>
              <a:gd name="connsiteX410" fmla="*/ 9202940 w 12184002"/>
              <a:gd name="connsiteY410" fmla="*/ 3576803 h 3882143"/>
              <a:gd name="connsiteX411" fmla="*/ 9199184 w 12184002"/>
              <a:gd name="connsiteY411" fmla="*/ 3573046 h 3882143"/>
              <a:gd name="connsiteX412" fmla="*/ 9199184 w 12184002"/>
              <a:gd name="connsiteY412" fmla="*/ 3524886 h 3882143"/>
              <a:gd name="connsiteX413" fmla="*/ 9075965 w 12184002"/>
              <a:gd name="connsiteY413" fmla="*/ 3648555 h 3882143"/>
              <a:gd name="connsiteX414" fmla="*/ 9075965 w 12184002"/>
              <a:gd name="connsiteY414" fmla="*/ 3698594 h 3882143"/>
              <a:gd name="connsiteX415" fmla="*/ 9079497 w 12184002"/>
              <a:gd name="connsiteY415" fmla="*/ 3695063 h 3882143"/>
              <a:gd name="connsiteX416" fmla="*/ 9178972 w 12184002"/>
              <a:gd name="connsiteY416" fmla="*/ 3695063 h 3882143"/>
              <a:gd name="connsiteX417" fmla="*/ 9182729 w 12184002"/>
              <a:gd name="connsiteY417" fmla="*/ 3698819 h 3882143"/>
              <a:gd name="connsiteX418" fmla="*/ 9178972 w 12184002"/>
              <a:gd name="connsiteY418" fmla="*/ 3702576 h 3882143"/>
              <a:gd name="connsiteX419" fmla="*/ 9079497 w 12184002"/>
              <a:gd name="connsiteY419" fmla="*/ 3702576 h 3882143"/>
              <a:gd name="connsiteX420" fmla="*/ 9075965 w 12184002"/>
              <a:gd name="connsiteY420" fmla="*/ 3699044 h 3882143"/>
              <a:gd name="connsiteX421" fmla="*/ 9075965 w 12184002"/>
              <a:gd name="connsiteY421" fmla="*/ 3761555 h 3882143"/>
              <a:gd name="connsiteX422" fmla="*/ 9304220 w 12184002"/>
              <a:gd name="connsiteY422" fmla="*/ 3761555 h 3882143"/>
              <a:gd name="connsiteX423" fmla="*/ 9304220 w 12184002"/>
              <a:gd name="connsiteY423" fmla="*/ 3691382 h 3882143"/>
              <a:gd name="connsiteX424" fmla="*/ 9307976 w 12184002"/>
              <a:gd name="connsiteY424" fmla="*/ 3687625 h 3882143"/>
              <a:gd name="connsiteX425" fmla="*/ 9311733 w 12184002"/>
              <a:gd name="connsiteY425" fmla="*/ 3691382 h 3882143"/>
              <a:gd name="connsiteX426" fmla="*/ 9311733 w 12184002"/>
              <a:gd name="connsiteY426" fmla="*/ 3769144 h 3882143"/>
              <a:gd name="connsiteX427" fmla="*/ 9068377 w 12184002"/>
              <a:gd name="connsiteY427" fmla="*/ 3769144 h 3882143"/>
              <a:gd name="connsiteX428" fmla="*/ 9068377 w 12184002"/>
              <a:gd name="connsiteY428" fmla="*/ 3645474 h 3882143"/>
              <a:gd name="connsiteX429" fmla="*/ 2977305 w 12184002"/>
              <a:gd name="connsiteY429" fmla="*/ 3506628 h 3882143"/>
              <a:gd name="connsiteX430" fmla="*/ 3115627 w 12184002"/>
              <a:gd name="connsiteY430" fmla="*/ 3645474 h 3882143"/>
              <a:gd name="connsiteX431" fmla="*/ 3115627 w 12184002"/>
              <a:gd name="connsiteY431" fmla="*/ 3769144 h 3882143"/>
              <a:gd name="connsiteX432" fmla="*/ 2872269 w 12184002"/>
              <a:gd name="connsiteY432" fmla="*/ 3769144 h 3882143"/>
              <a:gd name="connsiteX433" fmla="*/ 2872269 w 12184002"/>
              <a:gd name="connsiteY433" fmla="*/ 3691382 h 3882143"/>
              <a:gd name="connsiteX434" fmla="*/ 2876026 w 12184002"/>
              <a:gd name="connsiteY434" fmla="*/ 3687625 h 3882143"/>
              <a:gd name="connsiteX435" fmla="*/ 2879783 w 12184002"/>
              <a:gd name="connsiteY435" fmla="*/ 3691382 h 3882143"/>
              <a:gd name="connsiteX436" fmla="*/ 2879783 w 12184002"/>
              <a:gd name="connsiteY436" fmla="*/ 3761555 h 3882143"/>
              <a:gd name="connsiteX437" fmla="*/ 3108037 w 12184002"/>
              <a:gd name="connsiteY437" fmla="*/ 3761555 h 3882143"/>
              <a:gd name="connsiteX438" fmla="*/ 3108037 w 12184002"/>
              <a:gd name="connsiteY438" fmla="*/ 3699044 h 3882143"/>
              <a:gd name="connsiteX439" fmla="*/ 3104506 w 12184002"/>
              <a:gd name="connsiteY439" fmla="*/ 3702576 h 3882143"/>
              <a:gd name="connsiteX440" fmla="*/ 3005030 w 12184002"/>
              <a:gd name="connsiteY440" fmla="*/ 3702576 h 3882143"/>
              <a:gd name="connsiteX441" fmla="*/ 3001273 w 12184002"/>
              <a:gd name="connsiteY441" fmla="*/ 3698819 h 3882143"/>
              <a:gd name="connsiteX442" fmla="*/ 3005030 w 12184002"/>
              <a:gd name="connsiteY442" fmla="*/ 3695063 h 3882143"/>
              <a:gd name="connsiteX443" fmla="*/ 3104506 w 12184002"/>
              <a:gd name="connsiteY443" fmla="*/ 3695063 h 3882143"/>
              <a:gd name="connsiteX444" fmla="*/ 3108037 w 12184002"/>
              <a:gd name="connsiteY444" fmla="*/ 3698594 h 3882143"/>
              <a:gd name="connsiteX445" fmla="*/ 3108037 w 12184002"/>
              <a:gd name="connsiteY445" fmla="*/ 3648555 h 3882143"/>
              <a:gd name="connsiteX446" fmla="*/ 2984820 w 12184002"/>
              <a:gd name="connsiteY446" fmla="*/ 3524886 h 3882143"/>
              <a:gd name="connsiteX447" fmla="*/ 2984820 w 12184002"/>
              <a:gd name="connsiteY447" fmla="*/ 3573046 h 3882143"/>
              <a:gd name="connsiteX448" fmla="*/ 2981062 w 12184002"/>
              <a:gd name="connsiteY448" fmla="*/ 3576803 h 3882143"/>
              <a:gd name="connsiteX449" fmla="*/ 2977305 w 12184002"/>
              <a:gd name="connsiteY449" fmla="*/ 3573046 h 3882143"/>
              <a:gd name="connsiteX450" fmla="*/ 9106394 w 12184002"/>
              <a:gd name="connsiteY450" fmla="*/ 3500168 h 3882143"/>
              <a:gd name="connsiteX451" fmla="*/ 9111729 w 12184002"/>
              <a:gd name="connsiteY451" fmla="*/ 3500168 h 3882143"/>
              <a:gd name="connsiteX452" fmla="*/ 9111729 w 12184002"/>
              <a:gd name="connsiteY452" fmla="*/ 3505502 h 3882143"/>
              <a:gd name="connsiteX453" fmla="*/ 9020742 w 12184002"/>
              <a:gd name="connsiteY453" fmla="*/ 3596864 h 3882143"/>
              <a:gd name="connsiteX454" fmla="*/ 9020742 w 12184002"/>
              <a:gd name="connsiteY454" fmla="*/ 3828123 h 3882143"/>
              <a:gd name="connsiteX455" fmla="*/ 9319096 w 12184002"/>
              <a:gd name="connsiteY455" fmla="*/ 3828123 h 3882143"/>
              <a:gd name="connsiteX456" fmla="*/ 9322853 w 12184002"/>
              <a:gd name="connsiteY456" fmla="*/ 3831880 h 3882143"/>
              <a:gd name="connsiteX457" fmla="*/ 9319096 w 12184002"/>
              <a:gd name="connsiteY457" fmla="*/ 3835638 h 3882143"/>
              <a:gd name="connsiteX458" fmla="*/ 9319021 w 12184002"/>
              <a:gd name="connsiteY458" fmla="*/ 3835712 h 3882143"/>
              <a:gd name="connsiteX459" fmla="*/ 9013154 w 12184002"/>
              <a:gd name="connsiteY459" fmla="*/ 3835712 h 3882143"/>
              <a:gd name="connsiteX460" fmla="*/ 9013154 w 12184002"/>
              <a:gd name="connsiteY460" fmla="*/ 3593708 h 3882143"/>
              <a:gd name="connsiteX461" fmla="*/ 3072274 w 12184002"/>
              <a:gd name="connsiteY461" fmla="*/ 3500168 h 3882143"/>
              <a:gd name="connsiteX462" fmla="*/ 3077609 w 12184002"/>
              <a:gd name="connsiteY462" fmla="*/ 3500168 h 3882143"/>
              <a:gd name="connsiteX463" fmla="*/ 3170849 w 12184002"/>
              <a:gd name="connsiteY463" fmla="*/ 3593708 h 3882143"/>
              <a:gd name="connsiteX464" fmla="*/ 3170849 w 12184002"/>
              <a:gd name="connsiteY464" fmla="*/ 3835712 h 3882143"/>
              <a:gd name="connsiteX465" fmla="*/ 2864981 w 12184002"/>
              <a:gd name="connsiteY465" fmla="*/ 3835712 h 3882143"/>
              <a:gd name="connsiteX466" fmla="*/ 2864906 w 12184002"/>
              <a:gd name="connsiteY466" fmla="*/ 3835638 h 3882143"/>
              <a:gd name="connsiteX467" fmla="*/ 2861150 w 12184002"/>
              <a:gd name="connsiteY467" fmla="*/ 3831880 h 3882143"/>
              <a:gd name="connsiteX468" fmla="*/ 2864906 w 12184002"/>
              <a:gd name="connsiteY468" fmla="*/ 3828123 h 3882143"/>
              <a:gd name="connsiteX469" fmla="*/ 3163261 w 12184002"/>
              <a:gd name="connsiteY469" fmla="*/ 3828123 h 3882143"/>
              <a:gd name="connsiteX470" fmla="*/ 3163261 w 12184002"/>
              <a:gd name="connsiteY470" fmla="*/ 3596864 h 3882143"/>
              <a:gd name="connsiteX471" fmla="*/ 3072274 w 12184002"/>
              <a:gd name="connsiteY471" fmla="*/ 3505502 h 3882143"/>
              <a:gd name="connsiteX472" fmla="*/ 3072274 w 12184002"/>
              <a:gd name="connsiteY472" fmla="*/ 3500168 h 3882143"/>
              <a:gd name="connsiteX473" fmla="*/ 7884879 w 12184002"/>
              <a:gd name="connsiteY473" fmla="*/ 3477473 h 3882143"/>
              <a:gd name="connsiteX474" fmla="*/ 7888636 w 12184002"/>
              <a:gd name="connsiteY474" fmla="*/ 3481230 h 3882143"/>
              <a:gd name="connsiteX475" fmla="*/ 7888636 w 12184002"/>
              <a:gd name="connsiteY475" fmla="*/ 3740139 h 3882143"/>
              <a:gd name="connsiteX476" fmla="*/ 7775485 w 12184002"/>
              <a:gd name="connsiteY476" fmla="*/ 3853666 h 3882143"/>
              <a:gd name="connsiteX477" fmla="*/ 7775485 w 12184002"/>
              <a:gd name="connsiteY477" fmla="*/ 3853592 h 3882143"/>
              <a:gd name="connsiteX478" fmla="*/ 7756444 w 12184002"/>
              <a:gd name="connsiteY478" fmla="*/ 3836216 h 3882143"/>
              <a:gd name="connsiteX479" fmla="*/ 7742726 w 12184002"/>
              <a:gd name="connsiteY479" fmla="*/ 3841949 h 3882143"/>
              <a:gd name="connsiteX480" fmla="*/ 7718458 w 12184002"/>
              <a:gd name="connsiteY480" fmla="*/ 3817531 h 3882143"/>
              <a:gd name="connsiteX481" fmla="*/ 7742726 w 12184002"/>
              <a:gd name="connsiteY481" fmla="*/ 3793113 h 3882143"/>
              <a:gd name="connsiteX482" fmla="*/ 7766995 w 12184002"/>
              <a:gd name="connsiteY482" fmla="*/ 3817531 h 3882143"/>
              <a:gd name="connsiteX483" fmla="*/ 7761562 w 12184002"/>
              <a:gd name="connsiteY483" fmla="*/ 3830696 h 3882143"/>
              <a:gd name="connsiteX484" fmla="*/ 7775260 w 12184002"/>
              <a:gd name="connsiteY484" fmla="*/ 3843223 h 3882143"/>
              <a:gd name="connsiteX485" fmla="*/ 7881123 w 12184002"/>
              <a:gd name="connsiteY485" fmla="*/ 3736984 h 3882143"/>
              <a:gd name="connsiteX486" fmla="*/ 7881123 w 12184002"/>
              <a:gd name="connsiteY486" fmla="*/ 3481230 h 3882143"/>
              <a:gd name="connsiteX487" fmla="*/ 7884879 w 12184002"/>
              <a:gd name="connsiteY487" fmla="*/ 3477473 h 3882143"/>
              <a:gd name="connsiteX488" fmla="*/ 4299125 w 12184002"/>
              <a:gd name="connsiteY488" fmla="*/ 3477473 h 3882143"/>
              <a:gd name="connsiteX489" fmla="*/ 4302881 w 12184002"/>
              <a:gd name="connsiteY489" fmla="*/ 3481230 h 3882143"/>
              <a:gd name="connsiteX490" fmla="*/ 4302881 w 12184002"/>
              <a:gd name="connsiteY490" fmla="*/ 3736984 h 3882143"/>
              <a:gd name="connsiteX491" fmla="*/ 4408743 w 12184002"/>
              <a:gd name="connsiteY491" fmla="*/ 3843223 h 3882143"/>
              <a:gd name="connsiteX492" fmla="*/ 4422441 w 12184002"/>
              <a:gd name="connsiteY492" fmla="*/ 3830696 h 3882143"/>
              <a:gd name="connsiteX493" fmla="*/ 4417008 w 12184002"/>
              <a:gd name="connsiteY493" fmla="*/ 3817531 h 3882143"/>
              <a:gd name="connsiteX494" fmla="*/ 4441277 w 12184002"/>
              <a:gd name="connsiteY494" fmla="*/ 3793113 h 3882143"/>
              <a:gd name="connsiteX495" fmla="*/ 4465544 w 12184002"/>
              <a:gd name="connsiteY495" fmla="*/ 3817531 h 3882143"/>
              <a:gd name="connsiteX496" fmla="*/ 4441277 w 12184002"/>
              <a:gd name="connsiteY496" fmla="*/ 3841949 h 3882143"/>
              <a:gd name="connsiteX497" fmla="*/ 4427558 w 12184002"/>
              <a:gd name="connsiteY497" fmla="*/ 3836216 h 3882143"/>
              <a:gd name="connsiteX498" fmla="*/ 4408518 w 12184002"/>
              <a:gd name="connsiteY498" fmla="*/ 3853592 h 3882143"/>
              <a:gd name="connsiteX499" fmla="*/ 4408518 w 12184002"/>
              <a:gd name="connsiteY499" fmla="*/ 3853666 h 3882143"/>
              <a:gd name="connsiteX500" fmla="*/ 4295367 w 12184002"/>
              <a:gd name="connsiteY500" fmla="*/ 3740139 h 3882143"/>
              <a:gd name="connsiteX501" fmla="*/ 4295367 w 12184002"/>
              <a:gd name="connsiteY501" fmla="*/ 3481230 h 3882143"/>
              <a:gd name="connsiteX502" fmla="*/ 4299125 w 12184002"/>
              <a:gd name="connsiteY502" fmla="*/ 3477473 h 3882143"/>
              <a:gd name="connsiteX503" fmla="*/ 10339931 w 12184002"/>
              <a:gd name="connsiteY503" fmla="*/ 3477396 h 3882143"/>
              <a:gd name="connsiteX504" fmla="*/ 10343688 w 12184002"/>
              <a:gd name="connsiteY504" fmla="*/ 3481153 h 3882143"/>
              <a:gd name="connsiteX505" fmla="*/ 10343688 w 12184002"/>
              <a:gd name="connsiteY505" fmla="*/ 3736905 h 3882143"/>
              <a:gd name="connsiteX506" fmla="*/ 10449476 w 12184002"/>
              <a:gd name="connsiteY506" fmla="*/ 3843145 h 3882143"/>
              <a:gd name="connsiteX507" fmla="*/ 10478477 w 12184002"/>
              <a:gd name="connsiteY507" fmla="*/ 3816623 h 3882143"/>
              <a:gd name="connsiteX508" fmla="*/ 10483812 w 12184002"/>
              <a:gd name="connsiteY508" fmla="*/ 3816848 h 3882143"/>
              <a:gd name="connsiteX509" fmla="*/ 10483587 w 12184002"/>
              <a:gd name="connsiteY509" fmla="*/ 3822181 h 3882143"/>
              <a:gd name="connsiteX510" fmla="*/ 10449250 w 12184002"/>
              <a:gd name="connsiteY510" fmla="*/ 3853513 h 3882143"/>
              <a:gd name="connsiteX511" fmla="*/ 10336174 w 12184002"/>
              <a:gd name="connsiteY511" fmla="*/ 3740061 h 3882143"/>
              <a:gd name="connsiteX512" fmla="*/ 10336174 w 12184002"/>
              <a:gd name="connsiteY512" fmla="*/ 3481153 h 3882143"/>
              <a:gd name="connsiteX513" fmla="*/ 10339931 w 12184002"/>
              <a:gd name="connsiteY513" fmla="*/ 3477396 h 3882143"/>
              <a:gd name="connsiteX514" fmla="*/ 1844071 w 12184002"/>
              <a:gd name="connsiteY514" fmla="*/ 3477396 h 3882143"/>
              <a:gd name="connsiteX515" fmla="*/ 1847828 w 12184002"/>
              <a:gd name="connsiteY515" fmla="*/ 3481153 h 3882143"/>
              <a:gd name="connsiteX516" fmla="*/ 1847828 w 12184002"/>
              <a:gd name="connsiteY516" fmla="*/ 3740061 h 3882143"/>
              <a:gd name="connsiteX517" fmla="*/ 1734752 w 12184002"/>
              <a:gd name="connsiteY517" fmla="*/ 3853513 h 3882143"/>
              <a:gd name="connsiteX518" fmla="*/ 1700415 w 12184002"/>
              <a:gd name="connsiteY518" fmla="*/ 3822181 h 3882143"/>
              <a:gd name="connsiteX519" fmla="*/ 1700191 w 12184002"/>
              <a:gd name="connsiteY519" fmla="*/ 3816848 h 3882143"/>
              <a:gd name="connsiteX520" fmla="*/ 1705526 w 12184002"/>
              <a:gd name="connsiteY520" fmla="*/ 3816623 h 3882143"/>
              <a:gd name="connsiteX521" fmla="*/ 1734527 w 12184002"/>
              <a:gd name="connsiteY521" fmla="*/ 3843145 h 3882143"/>
              <a:gd name="connsiteX522" fmla="*/ 1840314 w 12184002"/>
              <a:gd name="connsiteY522" fmla="*/ 3736905 h 3882143"/>
              <a:gd name="connsiteX523" fmla="*/ 1840314 w 12184002"/>
              <a:gd name="connsiteY523" fmla="*/ 3481153 h 3882143"/>
              <a:gd name="connsiteX524" fmla="*/ 1844071 w 12184002"/>
              <a:gd name="connsiteY524" fmla="*/ 3477396 h 3882143"/>
              <a:gd name="connsiteX525" fmla="*/ 8932086 w 12184002"/>
              <a:gd name="connsiteY525" fmla="*/ 3443666 h 3882143"/>
              <a:gd name="connsiteX526" fmla="*/ 9304296 w 12184002"/>
              <a:gd name="connsiteY526" fmla="*/ 3443666 h 3882143"/>
              <a:gd name="connsiteX527" fmla="*/ 9304296 w 12184002"/>
              <a:gd name="connsiteY527" fmla="*/ 3647127 h 3882143"/>
              <a:gd name="connsiteX528" fmla="*/ 9241634 w 12184002"/>
              <a:gd name="connsiteY528" fmla="*/ 3647127 h 3882143"/>
              <a:gd name="connsiteX529" fmla="*/ 9237877 w 12184002"/>
              <a:gd name="connsiteY529" fmla="*/ 3643370 h 3882143"/>
              <a:gd name="connsiteX530" fmla="*/ 9241634 w 12184002"/>
              <a:gd name="connsiteY530" fmla="*/ 3639613 h 3882143"/>
              <a:gd name="connsiteX531" fmla="*/ 9296782 w 12184002"/>
              <a:gd name="connsiteY531" fmla="*/ 3639613 h 3882143"/>
              <a:gd name="connsiteX532" fmla="*/ 9296782 w 12184002"/>
              <a:gd name="connsiteY532" fmla="*/ 3451180 h 3882143"/>
              <a:gd name="connsiteX533" fmla="*/ 8932086 w 12184002"/>
              <a:gd name="connsiteY533" fmla="*/ 3451180 h 3882143"/>
              <a:gd name="connsiteX534" fmla="*/ 8928329 w 12184002"/>
              <a:gd name="connsiteY534" fmla="*/ 3447422 h 3882143"/>
              <a:gd name="connsiteX535" fmla="*/ 8932086 w 12184002"/>
              <a:gd name="connsiteY535" fmla="*/ 3443666 h 3882143"/>
              <a:gd name="connsiteX536" fmla="*/ 2879706 w 12184002"/>
              <a:gd name="connsiteY536" fmla="*/ 3443666 h 3882143"/>
              <a:gd name="connsiteX537" fmla="*/ 3251917 w 12184002"/>
              <a:gd name="connsiteY537" fmla="*/ 3443666 h 3882143"/>
              <a:gd name="connsiteX538" fmla="*/ 3255674 w 12184002"/>
              <a:gd name="connsiteY538" fmla="*/ 3447422 h 3882143"/>
              <a:gd name="connsiteX539" fmla="*/ 3251917 w 12184002"/>
              <a:gd name="connsiteY539" fmla="*/ 3451180 h 3882143"/>
              <a:gd name="connsiteX540" fmla="*/ 2887221 w 12184002"/>
              <a:gd name="connsiteY540" fmla="*/ 3451180 h 3882143"/>
              <a:gd name="connsiteX541" fmla="*/ 2887221 w 12184002"/>
              <a:gd name="connsiteY541" fmla="*/ 3639613 h 3882143"/>
              <a:gd name="connsiteX542" fmla="*/ 2942369 w 12184002"/>
              <a:gd name="connsiteY542" fmla="*/ 3639613 h 3882143"/>
              <a:gd name="connsiteX543" fmla="*/ 2946125 w 12184002"/>
              <a:gd name="connsiteY543" fmla="*/ 3643370 h 3882143"/>
              <a:gd name="connsiteX544" fmla="*/ 2942369 w 12184002"/>
              <a:gd name="connsiteY544" fmla="*/ 3647127 h 3882143"/>
              <a:gd name="connsiteX545" fmla="*/ 2879706 w 12184002"/>
              <a:gd name="connsiteY545" fmla="*/ 3647127 h 3882143"/>
              <a:gd name="connsiteX546" fmla="*/ 7229342 w 12184002"/>
              <a:gd name="connsiteY546" fmla="*/ 3426460 h 3882143"/>
              <a:gd name="connsiteX547" fmla="*/ 7234676 w 12184002"/>
              <a:gd name="connsiteY547" fmla="*/ 3426460 h 3882143"/>
              <a:gd name="connsiteX548" fmla="*/ 7359847 w 12184002"/>
              <a:gd name="connsiteY548" fmla="*/ 3552081 h 3882143"/>
              <a:gd name="connsiteX549" fmla="*/ 7087189 w 12184002"/>
              <a:gd name="connsiteY549" fmla="*/ 3552081 h 3882143"/>
              <a:gd name="connsiteX550" fmla="*/ 7087189 w 12184002"/>
              <a:gd name="connsiteY550" fmla="*/ 3439384 h 3882143"/>
              <a:gd name="connsiteX551" fmla="*/ 7151728 w 12184002"/>
              <a:gd name="connsiteY551" fmla="*/ 3496108 h 3882143"/>
              <a:gd name="connsiteX552" fmla="*/ 7202293 w 12184002"/>
              <a:gd name="connsiteY552" fmla="*/ 3496108 h 3882143"/>
              <a:gd name="connsiteX553" fmla="*/ 7206049 w 12184002"/>
              <a:gd name="connsiteY553" fmla="*/ 3499865 h 3882143"/>
              <a:gd name="connsiteX554" fmla="*/ 7202293 w 12184002"/>
              <a:gd name="connsiteY554" fmla="*/ 3503622 h 3882143"/>
              <a:gd name="connsiteX555" fmla="*/ 7148949 w 12184002"/>
              <a:gd name="connsiteY555" fmla="*/ 3503622 h 3882143"/>
              <a:gd name="connsiteX556" fmla="*/ 7094777 w 12184002"/>
              <a:gd name="connsiteY556" fmla="*/ 3456063 h 3882143"/>
              <a:gd name="connsiteX557" fmla="*/ 7094777 w 12184002"/>
              <a:gd name="connsiteY557" fmla="*/ 3544494 h 3882143"/>
              <a:gd name="connsiteX558" fmla="*/ 7341666 w 12184002"/>
              <a:gd name="connsiteY558" fmla="*/ 3544494 h 3882143"/>
              <a:gd name="connsiteX559" fmla="*/ 7229342 w 12184002"/>
              <a:gd name="connsiteY559" fmla="*/ 3431794 h 3882143"/>
              <a:gd name="connsiteX560" fmla="*/ 7229342 w 12184002"/>
              <a:gd name="connsiteY560" fmla="*/ 3426460 h 3882143"/>
              <a:gd name="connsiteX561" fmla="*/ 4949328 w 12184002"/>
              <a:gd name="connsiteY561" fmla="*/ 3426460 h 3882143"/>
              <a:gd name="connsiteX562" fmla="*/ 4954662 w 12184002"/>
              <a:gd name="connsiteY562" fmla="*/ 3426460 h 3882143"/>
              <a:gd name="connsiteX563" fmla="*/ 4954662 w 12184002"/>
              <a:gd name="connsiteY563" fmla="*/ 3431794 h 3882143"/>
              <a:gd name="connsiteX564" fmla="*/ 4842338 w 12184002"/>
              <a:gd name="connsiteY564" fmla="*/ 3544494 h 3882143"/>
              <a:gd name="connsiteX565" fmla="*/ 5089226 w 12184002"/>
              <a:gd name="connsiteY565" fmla="*/ 3544494 h 3882143"/>
              <a:gd name="connsiteX566" fmla="*/ 5089226 w 12184002"/>
              <a:gd name="connsiteY566" fmla="*/ 3456063 h 3882143"/>
              <a:gd name="connsiteX567" fmla="*/ 5035054 w 12184002"/>
              <a:gd name="connsiteY567" fmla="*/ 3503622 h 3882143"/>
              <a:gd name="connsiteX568" fmla="*/ 4981710 w 12184002"/>
              <a:gd name="connsiteY568" fmla="*/ 3503622 h 3882143"/>
              <a:gd name="connsiteX569" fmla="*/ 4977954 w 12184002"/>
              <a:gd name="connsiteY569" fmla="*/ 3499865 h 3882143"/>
              <a:gd name="connsiteX570" fmla="*/ 4981710 w 12184002"/>
              <a:gd name="connsiteY570" fmla="*/ 3496108 h 3882143"/>
              <a:gd name="connsiteX571" fmla="*/ 5032275 w 12184002"/>
              <a:gd name="connsiteY571" fmla="*/ 3496108 h 3882143"/>
              <a:gd name="connsiteX572" fmla="*/ 5096815 w 12184002"/>
              <a:gd name="connsiteY572" fmla="*/ 3439384 h 3882143"/>
              <a:gd name="connsiteX573" fmla="*/ 5096815 w 12184002"/>
              <a:gd name="connsiteY573" fmla="*/ 3552081 h 3882143"/>
              <a:gd name="connsiteX574" fmla="*/ 4824155 w 12184002"/>
              <a:gd name="connsiteY574" fmla="*/ 3552081 h 3882143"/>
              <a:gd name="connsiteX575" fmla="*/ 10990059 w 12184002"/>
              <a:gd name="connsiteY575" fmla="*/ 3426458 h 3882143"/>
              <a:gd name="connsiteX576" fmla="*/ 10995394 w 12184002"/>
              <a:gd name="connsiteY576" fmla="*/ 3426458 h 3882143"/>
              <a:gd name="connsiteX577" fmla="*/ 10995394 w 12184002"/>
              <a:gd name="connsiteY577" fmla="*/ 3431792 h 3882143"/>
              <a:gd name="connsiteX578" fmla="*/ 10883070 w 12184002"/>
              <a:gd name="connsiteY578" fmla="*/ 3544490 h 3882143"/>
              <a:gd name="connsiteX579" fmla="*/ 11129957 w 12184002"/>
              <a:gd name="connsiteY579" fmla="*/ 3544490 h 3882143"/>
              <a:gd name="connsiteX580" fmla="*/ 11129957 w 12184002"/>
              <a:gd name="connsiteY580" fmla="*/ 3456060 h 3882143"/>
              <a:gd name="connsiteX581" fmla="*/ 11075786 w 12184002"/>
              <a:gd name="connsiteY581" fmla="*/ 3503619 h 3882143"/>
              <a:gd name="connsiteX582" fmla="*/ 11022441 w 12184002"/>
              <a:gd name="connsiteY582" fmla="*/ 3503619 h 3882143"/>
              <a:gd name="connsiteX583" fmla="*/ 11018686 w 12184002"/>
              <a:gd name="connsiteY583" fmla="*/ 3499862 h 3882143"/>
              <a:gd name="connsiteX584" fmla="*/ 11022441 w 12184002"/>
              <a:gd name="connsiteY584" fmla="*/ 3496105 h 3882143"/>
              <a:gd name="connsiteX585" fmla="*/ 11073006 w 12184002"/>
              <a:gd name="connsiteY585" fmla="*/ 3496105 h 3882143"/>
              <a:gd name="connsiteX586" fmla="*/ 11137546 w 12184002"/>
              <a:gd name="connsiteY586" fmla="*/ 3439382 h 3882143"/>
              <a:gd name="connsiteX587" fmla="*/ 11137546 w 12184002"/>
              <a:gd name="connsiteY587" fmla="*/ 3552078 h 3882143"/>
              <a:gd name="connsiteX588" fmla="*/ 10864887 w 12184002"/>
              <a:gd name="connsiteY588" fmla="*/ 3552078 h 3882143"/>
              <a:gd name="connsiteX589" fmla="*/ 1188609 w 12184002"/>
              <a:gd name="connsiteY589" fmla="*/ 3426458 h 3882143"/>
              <a:gd name="connsiteX590" fmla="*/ 1193944 w 12184002"/>
              <a:gd name="connsiteY590" fmla="*/ 3426458 h 3882143"/>
              <a:gd name="connsiteX591" fmla="*/ 1319115 w 12184002"/>
              <a:gd name="connsiteY591" fmla="*/ 3552078 h 3882143"/>
              <a:gd name="connsiteX592" fmla="*/ 1046456 w 12184002"/>
              <a:gd name="connsiteY592" fmla="*/ 3552078 h 3882143"/>
              <a:gd name="connsiteX593" fmla="*/ 1046456 w 12184002"/>
              <a:gd name="connsiteY593" fmla="*/ 3439382 h 3882143"/>
              <a:gd name="connsiteX594" fmla="*/ 1110996 w 12184002"/>
              <a:gd name="connsiteY594" fmla="*/ 3496105 h 3882143"/>
              <a:gd name="connsiteX595" fmla="*/ 1161561 w 12184002"/>
              <a:gd name="connsiteY595" fmla="*/ 3496105 h 3882143"/>
              <a:gd name="connsiteX596" fmla="*/ 1165318 w 12184002"/>
              <a:gd name="connsiteY596" fmla="*/ 3499862 h 3882143"/>
              <a:gd name="connsiteX597" fmla="*/ 1161561 w 12184002"/>
              <a:gd name="connsiteY597" fmla="*/ 3503619 h 3882143"/>
              <a:gd name="connsiteX598" fmla="*/ 1108216 w 12184002"/>
              <a:gd name="connsiteY598" fmla="*/ 3503619 h 3882143"/>
              <a:gd name="connsiteX599" fmla="*/ 1054046 w 12184002"/>
              <a:gd name="connsiteY599" fmla="*/ 3456060 h 3882143"/>
              <a:gd name="connsiteX600" fmla="*/ 1054046 w 12184002"/>
              <a:gd name="connsiteY600" fmla="*/ 3544490 h 3882143"/>
              <a:gd name="connsiteX601" fmla="*/ 1300934 w 12184002"/>
              <a:gd name="connsiteY601" fmla="*/ 3544490 h 3882143"/>
              <a:gd name="connsiteX602" fmla="*/ 1188609 w 12184002"/>
              <a:gd name="connsiteY602" fmla="*/ 3431792 h 3882143"/>
              <a:gd name="connsiteX603" fmla="*/ 1188609 w 12184002"/>
              <a:gd name="connsiteY603" fmla="*/ 3426458 h 3882143"/>
              <a:gd name="connsiteX604" fmla="*/ 7268334 w 12184002"/>
              <a:gd name="connsiteY604" fmla="*/ 3383709 h 3882143"/>
              <a:gd name="connsiteX605" fmla="*/ 7273669 w 12184002"/>
              <a:gd name="connsiteY605" fmla="*/ 3383709 h 3882143"/>
              <a:gd name="connsiteX606" fmla="*/ 7432501 w 12184002"/>
              <a:gd name="connsiteY606" fmla="*/ 3543065 h 3882143"/>
              <a:gd name="connsiteX607" fmla="*/ 7432501 w 12184002"/>
              <a:gd name="connsiteY607" fmla="*/ 3590925 h 3882143"/>
              <a:gd name="connsiteX608" fmla="*/ 7376828 w 12184002"/>
              <a:gd name="connsiteY608" fmla="*/ 3646750 h 3882143"/>
              <a:gd name="connsiteX609" fmla="*/ 7376828 w 12184002"/>
              <a:gd name="connsiteY609" fmla="*/ 3882143 h 3882143"/>
              <a:gd name="connsiteX610" fmla="*/ 7369238 w 12184002"/>
              <a:gd name="connsiteY610" fmla="*/ 3882143 h 3882143"/>
              <a:gd name="connsiteX611" fmla="*/ 7369238 w 12184002"/>
              <a:gd name="connsiteY611" fmla="*/ 3643595 h 3882143"/>
              <a:gd name="connsiteX612" fmla="*/ 7424912 w 12184002"/>
              <a:gd name="connsiteY612" fmla="*/ 3587770 h 3882143"/>
              <a:gd name="connsiteX613" fmla="*/ 7424912 w 12184002"/>
              <a:gd name="connsiteY613" fmla="*/ 3546221 h 3882143"/>
              <a:gd name="connsiteX614" fmla="*/ 7268334 w 12184002"/>
              <a:gd name="connsiteY614" fmla="*/ 3389044 h 3882143"/>
              <a:gd name="connsiteX615" fmla="*/ 7268334 w 12184002"/>
              <a:gd name="connsiteY615" fmla="*/ 3383709 h 3882143"/>
              <a:gd name="connsiteX616" fmla="*/ 4910333 w 12184002"/>
              <a:gd name="connsiteY616" fmla="*/ 3383709 h 3882143"/>
              <a:gd name="connsiteX617" fmla="*/ 4915669 w 12184002"/>
              <a:gd name="connsiteY617" fmla="*/ 3383709 h 3882143"/>
              <a:gd name="connsiteX618" fmla="*/ 4915669 w 12184002"/>
              <a:gd name="connsiteY618" fmla="*/ 3389044 h 3882143"/>
              <a:gd name="connsiteX619" fmla="*/ 4759090 w 12184002"/>
              <a:gd name="connsiteY619" fmla="*/ 3546221 h 3882143"/>
              <a:gd name="connsiteX620" fmla="*/ 4759090 w 12184002"/>
              <a:gd name="connsiteY620" fmla="*/ 3587770 h 3882143"/>
              <a:gd name="connsiteX621" fmla="*/ 4814764 w 12184002"/>
              <a:gd name="connsiteY621" fmla="*/ 3643595 h 3882143"/>
              <a:gd name="connsiteX622" fmla="*/ 4814764 w 12184002"/>
              <a:gd name="connsiteY622" fmla="*/ 3882143 h 3882143"/>
              <a:gd name="connsiteX623" fmla="*/ 4807176 w 12184002"/>
              <a:gd name="connsiteY623" fmla="*/ 3882143 h 3882143"/>
              <a:gd name="connsiteX624" fmla="*/ 4807176 w 12184002"/>
              <a:gd name="connsiteY624" fmla="*/ 3646750 h 3882143"/>
              <a:gd name="connsiteX625" fmla="*/ 4751502 w 12184002"/>
              <a:gd name="connsiteY625" fmla="*/ 3590925 h 3882143"/>
              <a:gd name="connsiteX626" fmla="*/ 4751502 w 12184002"/>
              <a:gd name="connsiteY626" fmla="*/ 3543065 h 3882143"/>
              <a:gd name="connsiteX627" fmla="*/ 10951215 w 12184002"/>
              <a:gd name="connsiteY627" fmla="*/ 3383706 h 3882143"/>
              <a:gd name="connsiteX628" fmla="*/ 10956550 w 12184002"/>
              <a:gd name="connsiteY628" fmla="*/ 3383706 h 3882143"/>
              <a:gd name="connsiteX629" fmla="*/ 10956550 w 12184002"/>
              <a:gd name="connsiteY629" fmla="*/ 3389041 h 3882143"/>
              <a:gd name="connsiteX630" fmla="*/ 10799972 w 12184002"/>
              <a:gd name="connsiteY630" fmla="*/ 3546218 h 3882143"/>
              <a:gd name="connsiteX631" fmla="*/ 10799972 w 12184002"/>
              <a:gd name="connsiteY631" fmla="*/ 3587767 h 3882143"/>
              <a:gd name="connsiteX632" fmla="*/ 10855646 w 12184002"/>
              <a:gd name="connsiteY632" fmla="*/ 3643590 h 3882143"/>
              <a:gd name="connsiteX633" fmla="*/ 10855646 w 12184002"/>
              <a:gd name="connsiteY633" fmla="*/ 3882143 h 3882143"/>
              <a:gd name="connsiteX634" fmla="*/ 10848058 w 12184002"/>
              <a:gd name="connsiteY634" fmla="*/ 3882143 h 3882143"/>
              <a:gd name="connsiteX635" fmla="*/ 10848058 w 12184002"/>
              <a:gd name="connsiteY635" fmla="*/ 3646746 h 3882143"/>
              <a:gd name="connsiteX636" fmla="*/ 10792384 w 12184002"/>
              <a:gd name="connsiteY636" fmla="*/ 3590922 h 3882143"/>
              <a:gd name="connsiteX637" fmla="*/ 10792384 w 12184002"/>
              <a:gd name="connsiteY637" fmla="*/ 3543062 h 3882143"/>
              <a:gd name="connsiteX638" fmla="*/ 1227452 w 12184002"/>
              <a:gd name="connsiteY638" fmla="*/ 3383706 h 3882143"/>
              <a:gd name="connsiteX639" fmla="*/ 1232787 w 12184002"/>
              <a:gd name="connsiteY639" fmla="*/ 3383706 h 3882143"/>
              <a:gd name="connsiteX640" fmla="*/ 1391618 w 12184002"/>
              <a:gd name="connsiteY640" fmla="*/ 3543062 h 3882143"/>
              <a:gd name="connsiteX641" fmla="*/ 1391618 w 12184002"/>
              <a:gd name="connsiteY641" fmla="*/ 3590922 h 3882143"/>
              <a:gd name="connsiteX642" fmla="*/ 1335944 w 12184002"/>
              <a:gd name="connsiteY642" fmla="*/ 3646746 h 3882143"/>
              <a:gd name="connsiteX643" fmla="*/ 1335944 w 12184002"/>
              <a:gd name="connsiteY643" fmla="*/ 3882143 h 3882143"/>
              <a:gd name="connsiteX644" fmla="*/ 1328356 w 12184002"/>
              <a:gd name="connsiteY644" fmla="*/ 3882143 h 3882143"/>
              <a:gd name="connsiteX645" fmla="*/ 1328356 w 12184002"/>
              <a:gd name="connsiteY645" fmla="*/ 3643590 h 3882143"/>
              <a:gd name="connsiteX646" fmla="*/ 1384030 w 12184002"/>
              <a:gd name="connsiteY646" fmla="*/ 3587767 h 3882143"/>
              <a:gd name="connsiteX647" fmla="*/ 1384030 w 12184002"/>
              <a:gd name="connsiteY647" fmla="*/ 3546218 h 3882143"/>
              <a:gd name="connsiteX648" fmla="*/ 1227452 w 12184002"/>
              <a:gd name="connsiteY648" fmla="*/ 3389041 h 3882143"/>
              <a:gd name="connsiteX649" fmla="*/ 1227452 w 12184002"/>
              <a:gd name="connsiteY649" fmla="*/ 3383706 h 3882143"/>
              <a:gd name="connsiteX650" fmla="*/ 8506756 w 12184002"/>
              <a:gd name="connsiteY650" fmla="*/ 3383107 h 3882143"/>
              <a:gd name="connsiteX651" fmla="*/ 8506907 w 12184002"/>
              <a:gd name="connsiteY651" fmla="*/ 3388442 h 3882143"/>
              <a:gd name="connsiteX652" fmla="*/ 8376245 w 12184002"/>
              <a:gd name="connsiteY652" fmla="*/ 3528339 h 3882143"/>
              <a:gd name="connsiteX653" fmla="*/ 8045288 w 12184002"/>
              <a:gd name="connsiteY653" fmla="*/ 3528339 h 3882143"/>
              <a:gd name="connsiteX654" fmla="*/ 8045288 w 12184002"/>
              <a:gd name="connsiteY654" fmla="*/ 3384910 h 3882143"/>
              <a:gd name="connsiteX655" fmla="*/ 8338008 w 12184002"/>
              <a:gd name="connsiteY655" fmla="*/ 3384910 h 3882143"/>
              <a:gd name="connsiteX656" fmla="*/ 8338008 w 12184002"/>
              <a:gd name="connsiteY656" fmla="*/ 3461845 h 3882143"/>
              <a:gd name="connsiteX657" fmla="*/ 8227637 w 12184002"/>
              <a:gd name="connsiteY657" fmla="*/ 3461845 h 3882143"/>
              <a:gd name="connsiteX658" fmla="*/ 8223880 w 12184002"/>
              <a:gd name="connsiteY658" fmla="*/ 3458088 h 3882143"/>
              <a:gd name="connsiteX659" fmla="*/ 8227637 w 12184002"/>
              <a:gd name="connsiteY659" fmla="*/ 3454334 h 3882143"/>
              <a:gd name="connsiteX660" fmla="*/ 8330419 w 12184002"/>
              <a:gd name="connsiteY660" fmla="*/ 3454334 h 3882143"/>
              <a:gd name="connsiteX661" fmla="*/ 8330419 w 12184002"/>
              <a:gd name="connsiteY661" fmla="*/ 3392500 h 3882143"/>
              <a:gd name="connsiteX662" fmla="*/ 8052726 w 12184002"/>
              <a:gd name="connsiteY662" fmla="*/ 3392500 h 3882143"/>
              <a:gd name="connsiteX663" fmla="*/ 8052726 w 12184002"/>
              <a:gd name="connsiteY663" fmla="*/ 3520825 h 3882143"/>
              <a:gd name="connsiteX664" fmla="*/ 8372869 w 12184002"/>
              <a:gd name="connsiteY664" fmla="*/ 3520825 h 3882143"/>
              <a:gd name="connsiteX665" fmla="*/ 8501422 w 12184002"/>
              <a:gd name="connsiteY665" fmla="*/ 3383258 h 3882143"/>
              <a:gd name="connsiteX666" fmla="*/ 8506756 w 12184002"/>
              <a:gd name="connsiteY666" fmla="*/ 3383107 h 3882143"/>
              <a:gd name="connsiteX667" fmla="*/ 3677246 w 12184002"/>
              <a:gd name="connsiteY667" fmla="*/ 3383107 h 3882143"/>
              <a:gd name="connsiteX668" fmla="*/ 3682580 w 12184002"/>
              <a:gd name="connsiteY668" fmla="*/ 3383258 h 3882143"/>
              <a:gd name="connsiteX669" fmla="*/ 3811134 w 12184002"/>
              <a:gd name="connsiteY669" fmla="*/ 3520825 h 3882143"/>
              <a:gd name="connsiteX670" fmla="*/ 4131277 w 12184002"/>
              <a:gd name="connsiteY670" fmla="*/ 3520825 h 3882143"/>
              <a:gd name="connsiteX671" fmla="*/ 4131277 w 12184002"/>
              <a:gd name="connsiteY671" fmla="*/ 3392500 h 3882143"/>
              <a:gd name="connsiteX672" fmla="*/ 3853584 w 12184002"/>
              <a:gd name="connsiteY672" fmla="*/ 3392500 h 3882143"/>
              <a:gd name="connsiteX673" fmla="*/ 3853584 w 12184002"/>
              <a:gd name="connsiteY673" fmla="*/ 3454334 h 3882143"/>
              <a:gd name="connsiteX674" fmla="*/ 3956367 w 12184002"/>
              <a:gd name="connsiteY674" fmla="*/ 3454334 h 3882143"/>
              <a:gd name="connsiteX675" fmla="*/ 3960124 w 12184002"/>
              <a:gd name="connsiteY675" fmla="*/ 3458088 h 3882143"/>
              <a:gd name="connsiteX676" fmla="*/ 3956367 w 12184002"/>
              <a:gd name="connsiteY676" fmla="*/ 3461845 h 3882143"/>
              <a:gd name="connsiteX677" fmla="*/ 3845996 w 12184002"/>
              <a:gd name="connsiteY677" fmla="*/ 3461845 h 3882143"/>
              <a:gd name="connsiteX678" fmla="*/ 3845996 w 12184002"/>
              <a:gd name="connsiteY678" fmla="*/ 3384910 h 3882143"/>
              <a:gd name="connsiteX679" fmla="*/ 4138715 w 12184002"/>
              <a:gd name="connsiteY679" fmla="*/ 3384910 h 3882143"/>
              <a:gd name="connsiteX680" fmla="*/ 4138715 w 12184002"/>
              <a:gd name="connsiteY680" fmla="*/ 3528339 h 3882143"/>
              <a:gd name="connsiteX681" fmla="*/ 3807758 w 12184002"/>
              <a:gd name="connsiteY681" fmla="*/ 3528339 h 3882143"/>
              <a:gd name="connsiteX682" fmla="*/ 3677096 w 12184002"/>
              <a:gd name="connsiteY682" fmla="*/ 3388442 h 3882143"/>
              <a:gd name="connsiteX683" fmla="*/ 3677246 w 12184002"/>
              <a:gd name="connsiteY683" fmla="*/ 3383107 h 3882143"/>
              <a:gd name="connsiteX684" fmla="*/ 9717979 w 12184002"/>
              <a:gd name="connsiteY684" fmla="*/ 3383028 h 3882143"/>
              <a:gd name="connsiteX685" fmla="*/ 9723314 w 12184002"/>
              <a:gd name="connsiteY685" fmla="*/ 3383179 h 3882143"/>
              <a:gd name="connsiteX686" fmla="*/ 9851867 w 12184002"/>
              <a:gd name="connsiteY686" fmla="*/ 3520746 h 3882143"/>
              <a:gd name="connsiteX687" fmla="*/ 10172009 w 12184002"/>
              <a:gd name="connsiteY687" fmla="*/ 3520746 h 3882143"/>
              <a:gd name="connsiteX688" fmla="*/ 10172009 w 12184002"/>
              <a:gd name="connsiteY688" fmla="*/ 3392420 h 3882143"/>
              <a:gd name="connsiteX689" fmla="*/ 9894316 w 12184002"/>
              <a:gd name="connsiteY689" fmla="*/ 3392420 h 3882143"/>
              <a:gd name="connsiteX690" fmla="*/ 9894316 w 12184002"/>
              <a:gd name="connsiteY690" fmla="*/ 3454256 h 3882143"/>
              <a:gd name="connsiteX691" fmla="*/ 9997098 w 12184002"/>
              <a:gd name="connsiteY691" fmla="*/ 3454256 h 3882143"/>
              <a:gd name="connsiteX692" fmla="*/ 10000856 w 12184002"/>
              <a:gd name="connsiteY692" fmla="*/ 3458010 h 3882143"/>
              <a:gd name="connsiteX693" fmla="*/ 9997098 w 12184002"/>
              <a:gd name="connsiteY693" fmla="*/ 3461767 h 3882143"/>
              <a:gd name="connsiteX694" fmla="*/ 9886728 w 12184002"/>
              <a:gd name="connsiteY694" fmla="*/ 3461767 h 3882143"/>
              <a:gd name="connsiteX695" fmla="*/ 9886728 w 12184002"/>
              <a:gd name="connsiteY695" fmla="*/ 3384832 h 3882143"/>
              <a:gd name="connsiteX696" fmla="*/ 10179448 w 12184002"/>
              <a:gd name="connsiteY696" fmla="*/ 3384832 h 3882143"/>
              <a:gd name="connsiteX697" fmla="*/ 10179448 w 12184002"/>
              <a:gd name="connsiteY697" fmla="*/ 3528260 h 3882143"/>
              <a:gd name="connsiteX698" fmla="*/ 10179523 w 12184002"/>
              <a:gd name="connsiteY698" fmla="*/ 3528335 h 3882143"/>
              <a:gd name="connsiteX699" fmla="*/ 9848560 w 12184002"/>
              <a:gd name="connsiteY699" fmla="*/ 3528335 h 3882143"/>
              <a:gd name="connsiteX700" fmla="*/ 9717828 w 12184002"/>
              <a:gd name="connsiteY700" fmla="*/ 3388363 h 3882143"/>
              <a:gd name="connsiteX701" fmla="*/ 9717979 w 12184002"/>
              <a:gd name="connsiteY701" fmla="*/ 3383028 h 3882143"/>
              <a:gd name="connsiteX702" fmla="*/ 2466024 w 12184002"/>
              <a:gd name="connsiteY702" fmla="*/ 3383028 h 3882143"/>
              <a:gd name="connsiteX703" fmla="*/ 2466174 w 12184002"/>
              <a:gd name="connsiteY703" fmla="*/ 3388363 h 3882143"/>
              <a:gd name="connsiteX704" fmla="*/ 2335442 w 12184002"/>
              <a:gd name="connsiteY704" fmla="*/ 3528335 h 3882143"/>
              <a:gd name="connsiteX705" fmla="*/ 2004480 w 12184002"/>
              <a:gd name="connsiteY705" fmla="*/ 3528335 h 3882143"/>
              <a:gd name="connsiteX706" fmla="*/ 2004555 w 12184002"/>
              <a:gd name="connsiteY706" fmla="*/ 3528260 h 3882143"/>
              <a:gd name="connsiteX707" fmla="*/ 2004555 w 12184002"/>
              <a:gd name="connsiteY707" fmla="*/ 3384832 h 3882143"/>
              <a:gd name="connsiteX708" fmla="*/ 2297274 w 12184002"/>
              <a:gd name="connsiteY708" fmla="*/ 3384832 h 3882143"/>
              <a:gd name="connsiteX709" fmla="*/ 2297274 w 12184002"/>
              <a:gd name="connsiteY709" fmla="*/ 3461767 h 3882143"/>
              <a:gd name="connsiteX710" fmla="*/ 2186904 w 12184002"/>
              <a:gd name="connsiteY710" fmla="*/ 3461767 h 3882143"/>
              <a:gd name="connsiteX711" fmla="*/ 2183147 w 12184002"/>
              <a:gd name="connsiteY711" fmla="*/ 3458010 h 3882143"/>
              <a:gd name="connsiteX712" fmla="*/ 2186904 w 12184002"/>
              <a:gd name="connsiteY712" fmla="*/ 3454256 h 3882143"/>
              <a:gd name="connsiteX713" fmla="*/ 2289687 w 12184002"/>
              <a:gd name="connsiteY713" fmla="*/ 3454256 h 3882143"/>
              <a:gd name="connsiteX714" fmla="*/ 2289687 w 12184002"/>
              <a:gd name="connsiteY714" fmla="*/ 3392420 h 3882143"/>
              <a:gd name="connsiteX715" fmla="*/ 2011993 w 12184002"/>
              <a:gd name="connsiteY715" fmla="*/ 3392420 h 3882143"/>
              <a:gd name="connsiteX716" fmla="*/ 2011993 w 12184002"/>
              <a:gd name="connsiteY716" fmla="*/ 3520746 h 3882143"/>
              <a:gd name="connsiteX717" fmla="*/ 2332137 w 12184002"/>
              <a:gd name="connsiteY717" fmla="*/ 3520746 h 3882143"/>
              <a:gd name="connsiteX718" fmla="*/ 2460688 w 12184002"/>
              <a:gd name="connsiteY718" fmla="*/ 3383179 h 3882143"/>
              <a:gd name="connsiteX719" fmla="*/ 2466024 w 12184002"/>
              <a:gd name="connsiteY719" fmla="*/ 3383028 h 3882143"/>
              <a:gd name="connsiteX720" fmla="*/ 9053726 w 12184002"/>
              <a:gd name="connsiteY720" fmla="*/ 3351253 h 3882143"/>
              <a:gd name="connsiteX721" fmla="*/ 9053726 w 12184002"/>
              <a:gd name="connsiteY721" fmla="*/ 3380629 h 3882143"/>
              <a:gd name="connsiteX722" fmla="*/ 9197380 w 12184002"/>
              <a:gd name="connsiteY722" fmla="*/ 3380629 h 3882143"/>
              <a:gd name="connsiteX723" fmla="*/ 9197380 w 12184002"/>
              <a:gd name="connsiteY723" fmla="*/ 3351327 h 3882143"/>
              <a:gd name="connsiteX724" fmla="*/ 9053801 w 12184002"/>
              <a:gd name="connsiteY724" fmla="*/ 3351327 h 3882143"/>
              <a:gd name="connsiteX725" fmla="*/ 3130277 w 12184002"/>
              <a:gd name="connsiteY725" fmla="*/ 3351253 h 3882143"/>
              <a:gd name="connsiteX726" fmla="*/ 3130202 w 12184002"/>
              <a:gd name="connsiteY726" fmla="*/ 3351327 h 3882143"/>
              <a:gd name="connsiteX727" fmla="*/ 2986623 w 12184002"/>
              <a:gd name="connsiteY727" fmla="*/ 3351327 h 3882143"/>
              <a:gd name="connsiteX728" fmla="*/ 2986623 w 12184002"/>
              <a:gd name="connsiteY728" fmla="*/ 3380629 h 3882143"/>
              <a:gd name="connsiteX729" fmla="*/ 3130277 w 12184002"/>
              <a:gd name="connsiteY729" fmla="*/ 3380629 h 3882143"/>
              <a:gd name="connsiteX730" fmla="*/ 7285841 w 12184002"/>
              <a:gd name="connsiteY730" fmla="*/ 3317441 h 3882143"/>
              <a:gd name="connsiteX731" fmla="*/ 7285915 w 12184002"/>
              <a:gd name="connsiteY731" fmla="*/ 3317441 h 3882143"/>
              <a:gd name="connsiteX732" fmla="*/ 7285841 w 12184002"/>
              <a:gd name="connsiteY732" fmla="*/ 3317515 h 3882143"/>
              <a:gd name="connsiteX733" fmla="*/ 4898087 w 12184002"/>
              <a:gd name="connsiteY733" fmla="*/ 3317441 h 3882143"/>
              <a:gd name="connsiteX734" fmla="*/ 4898163 w 12184002"/>
              <a:gd name="connsiteY734" fmla="*/ 3317441 h 3882143"/>
              <a:gd name="connsiteX735" fmla="*/ 4898163 w 12184002"/>
              <a:gd name="connsiteY735" fmla="*/ 3317515 h 3882143"/>
              <a:gd name="connsiteX736" fmla="*/ 7020470 w 12184002"/>
              <a:gd name="connsiteY736" fmla="*/ 3307073 h 3882143"/>
              <a:gd name="connsiteX737" fmla="*/ 7024227 w 12184002"/>
              <a:gd name="connsiteY737" fmla="*/ 3310830 h 3882143"/>
              <a:gd name="connsiteX738" fmla="*/ 7024227 w 12184002"/>
              <a:gd name="connsiteY738" fmla="*/ 3605652 h 3882143"/>
              <a:gd name="connsiteX739" fmla="*/ 6957434 w 12184002"/>
              <a:gd name="connsiteY739" fmla="*/ 3672671 h 3882143"/>
              <a:gd name="connsiteX740" fmla="*/ 6957434 w 12184002"/>
              <a:gd name="connsiteY740" fmla="*/ 3824817 h 3882143"/>
              <a:gd name="connsiteX741" fmla="*/ 6960214 w 12184002"/>
              <a:gd name="connsiteY741" fmla="*/ 3827597 h 3882143"/>
              <a:gd name="connsiteX742" fmla="*/ 6957434 w 12184002"/>
              <a:gd name="connsiteY742" fmla="*/ 3830378 h 3882143"/>
              <a:gd name="connsiteX743" fmla="*/ 6957434 w 12184002"/>
              <a:gd name="connsiteY743" fmla="*/ 3882143 h 3882143"/>
              <a:gd name="connsiteX744" fmla="*/ 6949921 w 12184002"/>
              <a:gd name="connsiteY744" fmla="*/ 3882143 h 3882143"/>
              <a:gd name="connsiteX745" fmla="*/ 6949921 w 12184002"/>
              <a:gd name="connsiteY745" fmla="*/ 3831354 h 3882143"/>
              <a:gd name="connsiteX746" fmla="*/ 6877568 w 12184002"/>
              <a:gd name="connsiteY746" fmla="*/ 3831354 h 3882143"/>
              <a:gd name="connsiteX747" fmla="*/ 6877568 w 12184002"/>
              <a:gd name="connsiteY747" fmla="*/ 3749383 h 3882143"/>
              <a:gd name="connsiteX748" fmla="*/ 6881324 w 12184002"/>
              <a:gd name="connsiteY748" fmla="*/ 3745627 h 3882143"/>
              <a:gd name="connsiteX749" fmla="*/ 6885081 w 12184002"/>
              <a:gd name="connsiteY749" fmla="*/ 3749383 h 3882143"/>
              <a:gd name="connsiteX750" fmla="*/ 6885081 w 12184002"/>
              <a:gd name="connsiteY750" fmla="*/ 3823841 h 3882143"/>
              <a:gd name="connsiteX751" fmla="*/ 6949921 w 12184002"/>
              <a:gd name="connsiteY751" fmla="*/ 3823841 h 3882143"/>
              <a:gd name="connsiteX752" fmla="*/ 6949921 w 12184002"/>
              <a:gd name="connsiteY752" fmla="*/ 3669591 h 3882143"/>
              <a:gd name="connsiteX753" fmla="*/ 7016714 w 12184002"/>
              <a:gd name="connsiteY753" fmla="*/ 3602572 h 3882143"/>
              <a:gd name="connsiteX754" fmla="*/ 7016714 w 12184002"/>
              <a:gd name="connsiteY754" fmla="*/ 3310830 h 3882143"/>
              <a:gd name="connsiteX755" fmla="*/ 7020470 w 12184002"/>
              <a:gd name="connsiteY755" fmla="*/ 3307073 h 3882143"/>
              <a:gd name="connsiteX756" fmla="*/ 5163533 w 12184002"/>
              <a:gd name="connsiteY756" fmla="*/ 3307073 h 3882143"/>
              <a:gd name="connsiteX757" fmla="*/ 5167290 w 12184002"/>
              <a:gd name="connsiteY757" fmla="*/ 3310830 h 3882143"/>
              <a:gd name="connsiteX758" fmla="*/ 5167290 w 12184002"/>
              <a:gd name="connsiteY758" fmla="*/ 3602572 h 3882143"/>
              <a:gd name="connsiteX759" fmla="*/ 5234082 w 12184002"/>
              <a:gd name="connsiteY759" fmla="*/ 3669591 h 3882143"/>
              <a:gd name="connsiteX760" fmla="*/ 5234082 w 12184002"/>
              <a:gd name="connsiteY760" fmla="*/ 3823841 h 3882143"/>
              <a:gd name="connsiteX761" fmla="*/ 5298922 w 12184002"/>
              <a:gd name="connsiteY761" fmla="*/ 3823841 h 3882143"/>
              <a:gd name="connsiteX762" fmla="*/ 5298922 w 12184002"/>
              <a:gd name="connsiteY762" fmla="*/ 3749383 h 3882143"/>
              <a:gd name="connsiteX763" fmla="*/ 5302679 w 12184002"/>
              <a:gd name="connsiteY763" fmla="*/ 3745627 h 3882143"/>
              <a:gd name="connsiteX764" fmla="*/ 5306435 w 12184002"/>
              <a:gd name="connsiteY764" fmla="*/ 3749383 h 3882143"/>
              <a:gd name="connsiteX765" fmla="*/ 5306435 w 12184002"/>
              <a:gd name="connsiteY765" fmla="*/ 3831354 h 3882143"/>
              <a:gd name="connsiteX766" fmla="*/ 5234082 w 12184002"/>
              <a:gd name="connsiteY766" fmla="*/ 3831354 h 3882143"/>
              <a:gd name="connsiteX767" fmla="*/ 5234082 w 12184002"/>
              <a:gd name="connsiteY767" fmla="*/ 3882143 h 3882143"/>
              <a:gd name="connsiteX768" fmla="*/ 5226570 w 12184002"/>
              <a:gd name="connsiteY768" fmla="*/ 3882143 h 3882143"/>
              <a:gd name="connsiteX769" fmla="*/ 5226570 w 12184002"/>
              <a:gd name="connsiteY769" fmla="*/ 3830378 h 3882143"/>
              <a:gd name="connsiteX770" fmla="*/ 5223788 w 12184002"/>
              <a:gd name="connsiteY770" fmla="*/ 3827597 h 3882143"/>
              <a:gd name="connsiteX771" fmla="*/ 5226570 w 12184002"/>
              <a:gd name="connsiteY771" fmla="*/ 3824817 h 3882143"/>
              <a:gd name="connsiteX772" fmla="*/ 5226570 w 12184002"/>
              <a:gd name="connsiteY772" fmla="*/ 3672671 h 3882143"/>
              <a:gd name="connsiteX773" fmla="*/ 5159776 w 12184002"/>
              <a:gd name="connsiteY773" fmla="*/ 3605652 h 3882143"/>
              <a:gd name="connsiteX774" fmla="*/ 5159776 w 12184002"/>
              <a:gd name="connsiteY774" fmla="*/ 3310830 h 3882143"/>
              <a:gd name="connsiteX775" fmla="*/ 5163533 w 12184002"/>
              <a:gd name="connsiteY775" fmla="*/ 3307073 h 3882143"/>
              <a:gd name="connsiteX776" fmla="*/ 11206594 w 12184002"/>
              <a:gd name="connsiteY776" fmla="*/ 3296107 h 3882143"/>
              <a:gd name="connsiteX777" fmla="*/ 11230862 w 12184002"/>
              <a:gd name="connsiteY777" fmla="*/ 3320526 h 3882143"/>
              <a:gd name="connsiteX778" fmla="*/ 11223743 w 12184002"/>
              <a:gd name="connsiteY778" fmla="*/ 3337778 h 3882143"/>
              <a:gd name="connsiteX779" fmla="*/ 11208097 w 12184002"/>
              <a:gd name="connsiteY779" fmla="*/ 3344315 h 3882143"/>
              <a:gd name="connsiteX780" fmla="*/ 11208097 w 12184002"/>
              <a:gd name="connsiteY780" fmla="*/ 3602643 h 3882143"/>
              <a:gd name="connsiteX781" fmla="*/ 11274890 w 12184002"/>
              <a:gd name="connsiteY781" fmla="*/ 3669663 h 3882143"/>
              <a:gd name="connsiteX782" fmla="*/ 11274890 w 12184002"/>
              <a:gd name="connsiteY782" fmla="*/ 3823838 h 3882143"/>
              <a:gd name="connsiteX783" fmla="*/ 11339730 w 12184002"/>
              <a:gd name="connsiteY783" fmla="*/ 3823838 h 3882143"/>
              <a:gd name="connsiteX784" fmla="*/ 11339730 w 12184002"/>
              <a:gd name="connsiteY784" fmla="*/ 3749380 h 3882143"/>
              <a:gd name="connsiteX785" fmla="*/ 11343486 w 12184002"/>
              <a:gd name="connsiteY785" fmla="*/ 3745624 h 3882143"/>
              <a:gd name="connsiteX786" fmla="*/ 11347244 w 12184002"/>
              <a:gd name="connsiteY786" fmla="*/ 3749380 h 3882143"/>
              <a:gd name="connsiteX787" fmla="*/ 11347244 w 12184002"/>
              <a:gd name="connsiteY787" fmla="*/ 3831351 h 3882143"/>
              <a:gd name="connsiteX788" fmla="*/ 11274890 w 12184002"/>
              <a:gd name="connsiteY788" fmla="*/ 3831351 h 3882143"/>
              <a:gd name="connsiteX789" fmla="*/ 11274890 w 12184002"/>
              <a:gd name="connsiteY789" fmla="*/ 3882143 h 3882143"/>
              <a:gd name="connsiteX790" fmla="*/ 11267376 w 12184002"/>
              <a:gd name="connsiteY790" fmla="*/ 3882143 h 3882143"/>
              <a:gd name="connsiteX791" fmla="*/ 11267376 w 12184002"/>
              <a:gd name="connsiteY791" fmla="*/ 3830374 h 3882143"/>
              <a:gd name="connsiteX792" fmla="*/ 11264597 w 12184002"/>
              <a:gd name="connsiteY792" fmla="*/ 3827594 h 3882143"/>
              <a:gd name="connsiteX793" fmla="*/ 11267376 w 12184002"/>
              <a:gd name="connsiteY793" fmla="*/ 3824815 h 3882143"/>
              <a:gd name="connsiteX794" fmla="*/ 11267376 w 12184002"/>
              <a:gd name="connsiteY794" fmla="*/ 3672742 h 3882143"/>
              <a:gd name="connsiteX795" fmla="*/ 11200583 w 12184002"/>
              <a:gd name="connsiteY795" fmla="*/ 3605724 h 3882143"/>
              <a:gd name="connsiteX796" fmla="*/ 11200583 w 12184002"/>
              <a:gd name="connsiteY796" fmla="*/ 3342442 h 3882143"/>
              <a:gd name="connsiteX797" fmla="*/ 11189444 w 12184002"/>
              <a:gd name="connsiteY797" fmla="*/ 3337806 h 3882143"/>
              <a:gd name="connsiteX798" fmla="*/ 11182325 w 12184002"/>
              <a:gd name="connsiteY798" fmla="*/ 3320526 h 3882143"/>
              <a:gd name="connsiteX799" fmla="*/ 11206594 w 12184002"/>
              <a:gd name="connsiteY799" fmla="*/ 3296107 h 3882143"/>
              <a:gd name="connsiteX800" fmla="*/ 977409 w 12184002"/>
              <a:gd name="connsiteY800" fmla="*/ 3296107 h 3882143"/>
              <a:gd name="connsiteX801" fmla="*/ 1001678 w 12184002"/>
              <a:gd name="connsiteY801" fmla="*/ 3320526 h 3882143"/>
              <a:gd name="connsiteX802" fmla="*/ 994558 w 12184002"/>
              <a:gd name="connsiteY802" fmla="*/ 3337806 h 3882143"/>
              <a:gd name="connsiteX803" fmla="*/ 983419 w 12184002"/>
              <a:gd name="connsiteY803" fmla="*/ 3342442 h 3882143"/>
              <a:gd name="connsiteX804" fmla="*/ 983419 w 12184002"/>
              <a:gd name="connsiteY804" fmla="*/ 3605724 h 3882143"/>
              <a:gd name="connsiteX805" fmla="*/ 916626 w 12184002"/>
              <a:gd name="connsiteY805" fmla="*/ 3672742 h 3882143"/>
              <a:gd name="connsiteX806" fmla="*/ 916626 w 12184002"/>
              <a:gd name="connsiteY806" fmla="*/ 3824815 h 3882143"/>
              <a:gd name="connsiteX807" fmla="*/ 919405 w 12184002"/>
              <a:gd name="connsiteY807" fmla="*/ 3827594 h 3882143"/>
              <a:gd name="connsiteX808" fmla="*/ 916626 w 12184002"/>
              <a:gd name="connsiteY808" fmla="*/ 3830374 h 3882143"/>
              <a:gd name="connsiteX809" fmla="*/ 916626 w 12184002"/>
              <a:gd name="connsiteY809" fmla="*/ 3882143 h 3882143"/>
              <a:gd name="connsiteX810" fmla="*/ 909112 w 12184002"/>
              <a:gd name="connsiteY810" fmla="*/ 3882143 h 3882143"/>
              <a:gd name="connsiteX811" fmla="*/ 909112 w 12184002"/>
              <a:gd name="connsiteY811" fmla="*/ 3831351 h 3882143"/>
              <a:gd name="connsiteX812" fmla="*/ 836760 w 12184002"/>
              <a:gd name="connsiteY812" fmla="*/ 3831351 h 3882143"/>
              <a:gd name="connsiteX813" fmla="*/ 836760 w 12184002"/>
              <a:gd name="connsiteY813" fmla="*/ 3749380 h 3882143"/>
              <a:gd name="connsiteX814" fmla="*/ 840516 w 12184002"/>
              <a:gd name="connsiteY814" fmla="*/ 3745624 h 3882143"/>
              <a:gd name="connsiteX815" fmla="*/ 844272 w 12184002"/>
              <a:gd name="connsiteY815" fmla="*/ 3749380 h 3882143"/>
              <a:gd name="connsiteX816" fmla="*/ 844272 w 12184002"/>
              <a:gd name="connsiteY816" fmla="*/ 3823838 h 3882143"/>
              <a:gd name="connsiteX817" fmla="*/ 909112 w 12184002"/>
              <a:gd name="connsiteY817" fmla="*/ 3823838 h 3882143"/>
              <a:gd name="connsiteX818" fmla="*/ 909112 w 12184002"/>
              <a:gd name="connsiteY818" fmla="*/ 3669663 h 3882143"/>
              <a:gd name="connsiteX819" fmla="*/ 975906 w 12184002"/>
              <a:gd name="connsiteY819" fmla="*/ 3602643 h 3882143"/>
              <a:gd name="connsiteX820" fmla="*/ 975906 w 12184002"/>
              <a:gd name="connsiteY820" fmla="*/ 3344315 h 3882143"/>
              <a:gd name="connsiteX821" fmla="*/ 960260 w 12184002"/>
              <a:gd name="connsiteY821" fmla="*/ 3337778 h 3882143"/>
              <a:gd name="connsiteX822" fmla="*/ 953141 w 12184002"/>
              <a:gd name="connsiteY822" fmla="*/ 3320526 h 3882143"/>
              <a:gd name="connsiteX823" fmla="*/ 977409 w 12184002"/>
              <a:gd name="connsiteY823" fmla="*/ 3296107 h 3882143"/>
              <a:gd name="connsiteX824" fmla="*/ 6031847 w 12184002"/>
              <a:gd name="connsiteY824" fmla="*/ 3242909 h 3882143"/>
              <a:gd name="connsiteX825" fmla="*/ 6035603 w 12184002"/>
              <a:gd name="connsiteY825" fmla="*/ 3246666 h 3882143"/>
              <a:gd name="connsiteX826" fmla="*/ 6035603 w 12184002"/>
              <a:gd name="connsiteY826" fmla="*/ 3332244 h 3882143"/>
              <a:gd name="connsiteX827" fmla="*/ 6079804 w 12184002"/>
              <a:gd name="connsiteY827" fmla="*/ 3332244 h 3882143"/>
              <a:gd name="connsiteX828" fmla="*/ 6104200 w 12184002"/>
              <a:gd name="connsiteY828" fmla="*/ 3332244 h 3882143"/>
              <a:gd name="connsiteX829" fmla="*/ 6148400 w 12184002"/>
              <a:gd name="connsiteY829" fmla="*/ 3332244 h 3882143"/>
              <a:gd name="connsiteX830" fmla="*/ 6148400 w 12184002"/>
              <a:gd name="connsiteY830" fmla="*/ 3246666 h 3882143"/>
              <a:gd name="connsiteX831" fmla="*/ 6152155 w 12184002"/>
              <a:gd name="connsiteY831" fmla="*/ 3242909 h 3882143"/>
              <a:gd name="connsiteX832" fmla="*/ 6155912 w 12184002"/>
              <a:gd name="connsiteY832" fmla="*/ 3246666 h 3882143"/>
              <a:gd name="connsiteX833" fmla="*/ 6155912 w 12184002"/>
              <a:gd name="connsiteY833" fmla="*/ 3339757 h 3882143"/>
              <a:gd name="connsiteX834" fmla="*/ 6104200 w 12184002"/>
              <a:gd name="connsiteY834" fmla="*/ 3339757 h 3882143"/>
              <a:gd name="connsiteX835" fmla="*/ 6079804 w 12184002"/>
              <a:gd name="connsiteY835" fmla="*/ 3339757 h 3882143"/>
              <a:gd name="connsiteX836" fmla="*/ 6028091 w 12184002"/>
              <a:gd name="connsiteY836" fmla="*/ 3339757 h 3882143"/>
              <a:gd name="connsiteX837" fmla="*/ 6028091 w 12184002"/>
              <a:gd name="connsiteY837" fmla="*/ 3246666 h 3882143"/>
              <a:gd name="connsiteX838" fmla="*/ 6031847 w 12184002"/>
              <a:gd name="connsiteY838" fmla="*/ 3242909 h 3882143"/>
              <a:gd name="connsiteX839" fmla="*/ 12072655 w 12184002"/>
              <a:gd name="connsiteY839" fmla="*/ 3242831 h 3882143"/>
              <a:gd name="connsiteX840" fmla="*/ 12076410 w 12184002"/>
              <a:gd name="connsiteY840" fmla="*/ 3246589 h 3882143"/>
              <a:gd name="connsiteX841" fmla="*/ 12076410 w 12184002"/>
              <a:gd name="connsiteY841" fmla="*/ 3332166 h 3882143"/>
              <a:gd name="connsiteX842" fmla="*/ 12145007 w 12184002"/>
              <a:gd name="connsiteY842" fmla="*/ 3332166 h 3882143"/>
              <a:gd name="connsiteX843" fmla="*/ 12148764 w 12184002"/>
              <a:gd name="connsiteY843" fmla="*/ 3335923 h 3882143"/>
              <a:gd name="connsiteX844" fmla="*/ 12145007 w 12184002"/>
              <a:gd name="connsiteY844" fmla="*/ 3339680 h 3882143"/>
              <a:gd name="connsiteX845" fmla="*/ 12145007 w 12184002"/>
              <a:gd name="connsiteY845" fmla="*/ 3339754 h 3882143"/>
              <a:gd name="connsiteX846" fmla="*/ 12068898 w 12184002"/>
              <a:gd name="connsiteY846" fmla="*/ 3339754 h 3882143"/>
              <a:gd name="connsiteX847" fmla="*/ 12068898 w 12184002"/>
              <a:gd name="connsiteY847" fmla="*/ 3246589 h 3882143"/>
              <a:gd name="connsiteX848" fmla="*/ 12072655 w 12184002"/>
              <a:gd name="connsiteY848" fmla="*/ 3242831 h 3882143"/>
              <a:gd name="connsiteX849" fmla="*/ 111348 w 12184002"/>
              <a:gd name="connsiteY849" fmla="*/ 3242831 h 3882143"/>
              <a:gd name="connsiteX850" fmla="*/ 115104 w 12184002"/>
              <a:gd name="connsiteY850" fmla="*/ 3246589 h 3882143"/>
              <a:gd name="connsiteX851" fmla="*/ 115104 w 12184002"/>
              <a:gd name="connsiteY851" fmla="*/ 3339754 h 3882143"/>
              <a:gd name="connsiteX852" fmla="*/ 38996 w 12184002"/>
              <a:gd name="connsiteY852" fmla="*/ 3339754 h 3882143"/>
              <a:gd name="connsiteX853" fmla="*/ 38996 w 12184002"/>
              <a:gd name="connsiteY853" fmla="*/ 3339680 h 3882143"/>
              <a:gd name="connsiteX854" fmla="*/ 35238 w 12184002"/>
              <a:gd name="connsiteY854" fmla="*/ 3335923 h 3882143"/>
              <a:gd name="connsiteX855" fmla="*/ 38996 w 12184002"/>
              <a:gd name="connsiteY855" fmla="*/ 3332166 h 3882143"/>
              <a:gd name="connsiteX856" fmla="*/ 107592 w 12184002"/>
              <a:gd name="connsiteY856" fmla="*/ 3332166 h 3882143"/>
              <a:gd name="connsiteX857" fmla="*/ 107592 w 12184002"/>
              <a:gd name="connsiteY857" fmla="*/ 3246589 h 3882143"/>
              <a:gd name="connsiteX858" fmla="*/ 111348 w 12184002"/>
              <a:gd name="connsiteY858" fmla="*/ 3242831 h 3882143"/>
              <a:gd name="connsiteX859" fmla="*/ 8961537 w 12184002"/>
              <a:gd name="connsiteY859" fmla="*/ 3184758 h 3882143"/>
              <a:gd name="connsiteX860" fmla="*/ 9195277 w 12184002"/>
              <a:gd name="connsiteY860" fmla="*/ 3184758 h 3882143"/>
              <a:gd name="connsiteX861" fmla="*/ 9313536 w 12184002"/>
              <a:gd name="connsiteY861" fmla="*/ 3303468 h 3882143"/>
              <a:gd name="connsiteX862" fmla="*/ 9313536 w 12184002"/>
              <a:gd name="connsiteY862" fmla="*/ 3388293 h 3882143"/>
              <a:gd name="connsiteX863" fmla="*/ 9046212 w 12184002"/>
              <a:gd name="connsiteY863" fmla="*/ 3388293 h 3882143"/>
              <a:gd name="connsiteX864" fmla="*/ 9046212 w 12184002"/>
              <a:gd name="connsiteY864" fmla="*/ 3262370 h 3882143"/>
              <a:gd name="connsiteX865" fmla="*/ 9167853 w 12184002"/>
              <a:gd name="connsiteY865" fmla="*/ 3262370 h 3882143"/>
              <a:gd name="connsiteX866" fmla="*/ 9171610 w 12184002"/>
              <a:gd name="connsiteY866" fmla="*/ 3266127 h 3882143"/>
              <a:gd name="connsiteX867" fmla="*/ 9167853 w 12184002"/>
              <a:gd name="connsiteY867" fmla="*/ 3269883 h 3882143"/>
              <a:gd name="connsiteX868" fmla="*/ 9053726 w 12184002"/>
              <a:gd name="connsiteY868" fmla="*/ 3269883 h 3882143"/>
              <a:gd name="connsiteX869" fmla="*/ 9053726 w 12184002"/>
              <a:gd name="connsiteY869" fmla="*/ 3343889 h 3882143"/>
              <a:gd name="connsiteX870" fmla="*/ 9053801 w 12184002"/>
              <a:gd name="connsiteY870" fmla="*/ 3343815 h 3882143"/>
              <a:gd name="connsiteX871" fmla="*/ 9204969 w 12184002"/>
              <a:gd name="connsiteY871" fmla="*/ 3343815 h 3882143"/>
              <a:gd name="connsiteX872" fmla="*/ 9204969 w 12184002"/>
              <a:gd name="connsiteY872" fmla="*/ 3380629 h 3882143"/>
              <a:gd name="connsiteX873" fmla="*/ 9305948 w 12184002"/>
              <a:gd name="connsiteY873" fmla="*/ 3380629 h 3882143"/>
              <a:gd name="connsiteX874" fmla="*/ 9305948 w 12184002"/>
              <a:gd name="connsiteY874" fmla="*/ 3306474 h 3882143"/>
              <a:gd name="connsiteX875" fmla="*/ 9192121 w 12184002"/>
              <a:gd name="connsiteY875" fmla="*/ 3192195 h 3882143"/>
              <a:gd name="connsiteX876" fmla="*/ 8969052 w 12184002"/>
              <a:gd name="connsiteY876" fmla="*/ 3192195 h 3882143"/>
              <a:gd name="connsiteX877" fmla="*/ 8969052 w 12184002"/>
              <a:gd name="connsiteY877" fmla="*/ 3377098 h 3882143"/>
              <a:gd name="connsiteX878" fmla="*/ 8873256 w 12184002"/>
              <a:gd name="connsiteY878" fmla="*/ 3377098 h 3882143"/>
              <a:gd name="connsiteX879" fmla="*/ 8873256 w 12184002"/>
              <a:gd name="connsiteY879" fmla="*/ 3814974 h 3882143"/>
              <a:gd name="connsiteX880" fmla="*/ 8806370 w 12184002"/>
              <a:gd name="connsiteY880" fmla="*/ 3882143 h 3882143"/>
              <a:gd name="connsiteX881" fmla="*/ 8796845 w 12184002"/>
              <a:gd name="connsiteY881" fmla="*/ 3882143 h 3882143"/>
              <a:gd name="connsiteX882" fmla="*/ 8796845 w 12184002"/>
              <a:gd name="connsiteY882" fmla="*/ 3881016 h 3882143"/>
              <a:gd name="connsiteX883" fmla="*/ 8865743 w 12184002"/>
              <a:gd name="connsiteY883" fmla="*/ 3811894 h 3882143"/>
              <a:gd name="connsiteX884" fmla="*/ 8865743 w 12184002"/>
              <a:gd name="connsiteY884" fmla="*/ 3369660 h 3882143"/>
              <a:gd name="connsiteX885" fmla="*/ 8961537 w 12184002"/>
              <a:gd name="connsiteY885" fmla="*/ 3369660 h 3882143"/>
              <a:gd name="connsiteX886" fmla="*/ 2988726 w 12184002"/>
              <a:gd name="connsiteY886" fmla="*/ 3184758 h 3882143"/>
              <a:gd name="connsiteX887" fmla="*/ 3222466 w 12184002"/>
              <a:gd name="connsiteY887" fmla="*/ 3184758 h 3882143"/>
              <a:gd name="connsiteX888" fmla="*/ 3222466 w 12184002"/>
              <a:gd name="connsiteY888" fmla="*/ 3369660 h 3882143"/>
              <a:gd name="connsiteX889" fmla="*/ 3318260 w 12184002"/>
              <a:gd name="connsiteY889" fmla="*/ 3369660 h 3882143"/>
              <a:gd name="connsiteX890" fmla="*/ 3318260 w 12184002"/>
              <a:gd name="connsiteY890" fmla="*/ 3811894 h 3882143"/>
              <a:gd name="connsiteX891" fmla="*/ 3387158 w 12184002"/>
              <a:gd name="connsiteY891" fmla="*/ 3881016 h 3882143"/>
              <a:gd name="connsiteX892" fmla="*/ 3387158 w 12184002"/>
              <a:gd name="connsiteY892" fmla="*/ 3882143 h 3882143"/>
              <a:gd name="connsiteX893" fmla="*/ 3377633 w 12184002"/>
              <a:gd name="connsiteY893" fmla="*/ 3882143 h 3882143"/>
              <a:gd name="connsiteX894" fmla="*/ 3310747 w 12184002"/>
              <a:gd name="connsiteY894" fmla="*/ 3814974 h 3882143"/>
              <a:gd name="connsiteX895" fmla="*/ 3310747 w 12184002"/>
              <a:gd name="connsiteY895" fmla="*/ 3377098 h 3882143"/>
              <a:gd name="connsiteX896" fmla="*/ 3214952 w 12184002"/>
              <a:gd name="connsiteY896" fmla="*/ 3377098 h 3882143"/>
              <a:gd name="connsiteX897" fmla="*/ 3214952 w 12184002"/>
              <a:gd name="connsiteY897" fmla="*/ 3192195 h 3882143"/>
              <a:gd name="connsiteX898" fmla="*/ 2991881 w 12184002"/>
              <a:gd name="connsiteY898" fmla="*/ 3192195 h 3882143"/>
              <a:gd name="connsiteX899" fmla="*/ 2878055 w 12184002"/>
              <a:gd name="connsiteY899" fmla="*/ 3306474 h 3882143"/>
              <a:gd name="connsiteX900" fmla="*/ 2878055 w 12184002"/>
              <a:gd name="connsiteY900" fmla="*/ 3380629 h 3882143"/>
              <a:gd name="connsiteX901" fmla="*/ 2979034 w 12184002"/>
              <a:gd name="connsiteY901" fmla="*/ 3380629 h 3882143"/>
              <a:gd name="connsiteX902" fmla="*/ 2979034 w 12184002"/>
              <a:gd name="connsiteY902" fmla="*/ 3343815 h 3882143"/>
              <a:gd name="connsiteX903" fmla="*/ 3130202 w 12184002"/>
              <a:gd name="connsiteY903" fmla="*/ 3343815 h 3882143"/>
              <a:gd name="connsiteX904" fmla="*/ 3130277 w 12184002"/>
              <a:gd name="connsiteY904" fmla="*/ 3343889 h 3882143"/>
              <a:gd name="connsiteX905" fmla="*/ 3130277 w 12184002"/>
              <a:gd name="connsiteY905" fmla="*/ 3269883 h 3882143"/>
              <a:gd name="connsiteX906" fmla="*/ 3016150 w 12184002"/>
              <a:gd name="connsiteY906" fmla="*/ 3269883 h 3882143"/>
              <a:gd name="connsiteX907" fmla="*/ 3012393 w 12184002"/>
              <a:gd name="connsiteY907" fmla="*/ 3266127 h 3882143"/>
              <a:gd name="connsiteX908" fmla="*/ 3016150 w 12184002"/>
              <a:gd name="connsiteY908" fmla="*/ 3262370 h 3882143"/>
              <a:gd name="connsiteX909" fmla="*/ 3137790 w 12184002"/>
              <a:gd name="connsiteY909" fmla="*/ 3262370 h 3882143"/>
              <a:gd name="connsiteX910" fmla="*/ 3137790 w 12184002"/>
              <a:gd name="connsiteY910" fmla="*/ 3388293 h 3882143"/>
              <a:gd name="connsiteX911" fmla="*/ 2870466 w 12184002"/>
              <a:gd name="connsiteY911" fmla="*/ 3388293 h 3882143"/>
              <a:gd name="connsiteX912" fmla="*/ 2870466 w 12184002"/>
              <a:gd name="connsiteY912" fmla="*/ 3303468 h 3882143"/>
              <a:gd name="connsiteX913" fmla="*/ 6702658 w 12184002"/>
              <a:gd name="connsiteY913" fmla="*/ 3153877 h 3882143"/>
              <a:gd name="connsiteX914" fmla="*/ 6707993 w 12184002"/>
              <a:gd name="connsiteY914" fmla="*/ 3153877 h 3882143"/>
              <a:gd name="connsiteX915" fmla="*/ 6707993 w 12184002"/>
              <a:gd name="connsiteY915" fmla="*/ 3159211 h 3882143"/>
              <a:gd name="connsiteX916" fmla="*/ 6624895 w 12184002"/>
              <a:gd name="connsiteY916" fmla="*/ 3242610 h 3882143"/>
              <a:gd name="connsiteX917" fmla="*/ 6624895 w 12184002"/>
              <a:gd name="connsiteY917" fmla="*/ 3626316 h 3882143"/>
              <a:gd name="connsiteX918" fmla="*/ 6676362 w 12184002"/>
              <a:gd name="connsiteY918" fmla="*/ 3678007 h 3882143"/>
              <a:gd name="connsiteX919" fmla="*/ 6676362 w 12184002"/>
              <a:gd name="connsiteY919" fmla="*/ 3877861 h 3882143"/>
              <a:gd name="connsiteX920" fmla="*/ 6672604 w 12184002"/>
              <a:gd name="connsiteY920" fmla="*/ 3881618 h 3882143"/>
              <a:gd name="connsiteX921" fmla="*/ 6668847 w 12184002"/>
              <a:gd name="connsiteY921" fmla="*/ 3877861 h 3882143"/>
              <a:gd name="connsiteX922" fmla="*/ 6668847 w 12184002"/>
              <a:gd name="connsiteY922" fmla="*/ 3681088 h 3882143"/>
              <a:gd name="connsiteX923" fmla="*/ 6617381 w 12184002"/>
              <a:gd name="connsiteY923" fmla="*/ 3629395 h 3882143"/>
              <a:gd name="connsiteX924" fmla="*/ 6617381 w 12184002"/>
              <a:gd name="connsiteY924" fmla="*/ 3540437 h 3882143"/>
              <a:gd name="connsiteX925" fmla="*/ 6616930 w 12184002"/>
              <a:gd name="connsiteY925" fmla="*/ 3540889 h 3882143"/>
              <a:gd name="connsiteX926" fmla="*/ 6489847 w 12184002"/>
              <a:gd name="connsiteY926" fmla="*/ 3540889 h 3882143"/>
              <a:gd name="connsiteX927" fmla="*/ 6560956 w 12184002"/>
              <a:gd name="connsiteY927" fmla="*/ 3618050 h 3882143"/>
              <a:gd name="connsiteX928" fmla="*/ 6560956 w 12184002"/>
              <a:gd name="connsiteY928" fmla="*/ 3705956 h 3882143"/>
              <a:gd name="connsiteX929" fmla="*/ 6592337 w 12184002"/>
              <a:gd name="connsiteY929" fmla="*/ 3737444 h 3882143"/>
              <a:gd name="connsiteX930" fmla="*/ 6604082 w 12184002"/>
              <a:gd name="connsiteY930" fmla="*/ 3732554 h 3882143"/>
              <a:gd name="connsiteX931" fmla="*/ 6628350 w 12184002"/>
              <a:gd name="connsiteY931" fmla="*/ 3756974 h 3882143"/>
              <a:gd name="connsiteX932" fmla="*/ 6604082 w 12184002"/>
              <a:gd name="connsiteY932" fmla="*/ 3781391 h 3882143"/>
              <a:gd name="connsiteX933" fmla="*/ 6579815 w 12184002"/>
              <a:gd name="connsiteY933" fmla="*/ 3756974 h 3882143"/>
              <a:gd name="connsiteX934" fmla="*/ 6586054 w 12184002"/>
              <a:gd name="connsiteY934" fmla="*/ 3741828 h 3882143"/>
              <a:gd name="connsiteX935" fmla="*/ 6553368 w 12184002"/>
              <a:gd name="connsiteY935" fmla="*/ 3709036 h 3882143"/>
              <a:gd name="connsiteX936" fmla="*/ 6553368 w 12184002"/>
              <a:gd name="connsiteY936" fmla="*/ 3620981 h 3882143"/>
              <a:gd name="connsiteX937" fmla="*/ 6479579 w 12184002"/>
              <a:gd name="connsiteY937" fmla="*/ 3540889 h 3882143"/>
              <a:gd name="connsiteX938" fmla="*/ 6442621 w 12184002"/>
              <a:gd name="connsiteY938" fmla="*/ 3540889 h 3882143"/>
              <a:gd name="connsiteX939" fmla="*/ 6442621 w 12184002"/>
              <a:gd name="connsiteY939" fmla="*/ 3609710 h 3882143"/>
              <a:gd name="connsiteX940" fmla="*/ 6438864 w 12184002"/>
              <a:gd name="connsiteY940" fmla="*/ 3613467 h 3882143"/>
              <a:gd name="connsiteX941" fmla="*/ 6435108 w 12184002"/>
              <a:gd name="connsiteY941" fmla="*/ 3609710 h 3882143"/>
              <a:gd name="connsiteX942" fmla="*/ 6435108 w 12184002"/>
              <a:gd name="connsiteY942" fmla="*/ 3540889 h 3882143"/>
              <a:gd name="connsiteX943" fmla="*/ 6402650 w 12184002"/>
              <a:gd name="connsiteY943" fmla="*/ 3540889 h 3882143"/>
              <a:gd name="connsiteX944" fmla="*/ 6398894 w 12184002"/>
              <a:gd name="connsiteY944" fmla="*/ 3537132 h 3882143"/>
              <a:gd name="connsiteX945" fmla="*/ 6402650 w 12184002"/>
              <a:gd name="connsiteY945" fmla="*/ 3533376 h 3882143"/>
              <a:gd name="connsiteX946" fmla="*/ 6438788 w 12184002"/>
              <a:gd name="connsiteY946" fmla="*/ 3533376 h 3882143"/>
              <a:gd name="connsiteX947" fmla="*/ 6438864 w 12184002"/>
              <a:gd name="connsiteY947" fmla="*/ 3533300 h 3882143"/>
              <a:gd name="connsiteX948" fmla="*/ 6438940 w 12184002"/>
              <a:gd name="connsiteY948" fmla="*/ 3533376 h 3882143"/>
              <a:gd name="connsiteX949" fmla="*/ 6616930 w 12184002"/>
              <a:gd name="connsiteY949" fmla="*/ 3533376 h 3882143"/>
              <a:gd name="connsiteX950" fmla="*/ 6617381 w 12184002"/>
              <a:gd name="connsiteY950" fmla="*/ 3533827 h 3882143"/>
              <a:gd name="connsiteX951" fmla="*/ 6617381 w 12184002"/>
              <a:gd name="connsiteY951" fmla="*/ 3239453 h 3882143"/>
              <a:gd name="connsiteX952" fmla="*/ 5476011 w 12184002"/>
              <a:gd name="connsiteY952" fmla="*/ 3153877 h 3882143"/>
              <a:gd name="connsiteX953" fmla="*/ 5481346 w 12184002"/>
              <a:gd name="connsiteY953" fmla="*/ 3153877 h 3882143"/>
              <a:gd name="connsiteX954" fmla="*/ 5566621 w 12184002"/>
              <a:gd name="connsiteY954" fmla="*/ 3239453 h 3882143"/>
              <a:gd name="connsiteX955" fmla="*/ 5566621 w 12184002"/>
              <a:gd name="connsiteY955" fmla="*/ 3533827 h 3882143"/>
              <a:gd name="connsiteX956" fmla="*/ 5567073 w 12184002"/>
              <a:gd name="connsiteY956" fmla="*/ 3533376 h 3882143"/>
              <a:gd name="connsiteX957" fmla="*/ 5745063 w 12184002"/>
              <a:gd name="connsiteY957" fmla="*/ 3533376 h 3882143"/>
              <a:gd name="connsiteX958" fmla="*/ 5745139 w 12184002"/>
              <a:gd name="connsiteY958" fmla="*/ 3533300 h 3882143"/>
              <a:gd name="connsiteX959" fmla="*/ 5745214 w 12184002"/>
              <a:gd name="connsiteY959" fmla="*/ 3533376 h 3882143"/>
              <a:gd name="connsiteX960" fmla="*/ 5781353 w 12184002"/>
              <a:gd name="connsiteY960" fmla="*/ 3533376 h 3882143"/>
              <a:gd name="connsiteX961" fmla="*/ 5785109 w 12184002"/>
              <a:gd name="connsiteY961" fmla="*/ 3537132 h 3882143"/>
              <a:gd name="connsiteX962" fmla="*/ 5781353 w 12184002"/>
              <a:gd name="connsiteY962" fmla="*/ 3540889 h 3882143"/>
              <a:gd name="connsiteX963" fmla="*/ 5748894 w 12184002"/>
              <a:gd name="connsiteY963" fmla="*/ 3540889 h 3882143"/>
              <a:gd name="connsiteX964" fmla="*/ 5748894 w 12184002"/>
              <a:gd name="connsiteY964" fmla="*/ 3609710 h 3882143"/>
              <a:gd name="connsiteX965" fmla="*/ 5745139 w 12184002"/>
              <a:gd name="connsiteY965" fmla="*/ 3613467 h 3882143"/>
              <a:gd name="connsiteX966" fmla="*/ 5741382 w 12184002"/>
              <a:gd name="connsiteY966" fmla="*/ 3609710 h 3882143"/>
              <a:gd name="connsiteX967" fmla="*/ 5741382 w 12184002"/>
              <a:gd name="connsiteY967" fmla="*/ 3540889 h 3882143"/>
              <a:gd name="connsiteX968" fmla="*/ 5704424 w 12184002"/>
              <a:gd name="connsiteY968" fmla="*/ 3540889 h 3882143"/>
              <a:gd name="connsiteX969" fmla="*/ 5630635 w 12184002"/>
              <a:gd name="connsiteY969" fmla="*/ 3620981 h 3882143"/>
              <a:gd name="connsiteX970" fmla="*/ 5630635 w 12184002"/>
              <a:gd name="connsiteY970" fmla="*/ 3709036 h 3882143"/>
              <a:gd name="connsiteX971" fmla="*/ 5597950 w 12184002"/>
              <a:gd name="connsiteY971" fmla="*/ 3741828 h 3882143"/>
              <a:gd name="connsiteX972" fmla="*/ 5604189 w 12184002"/>
              <a:gd name="connsiteY972" fmla="*/ 3756974 h 3882143"/>
              <a:gd name="connsiteX973" fmla="*/ 5579921 w 12184002"/>
              <a:gd name="connsiteY973" fmla="*/ 3781391 h 3882143"/>
              <a:gd name="connsiteX974" fmla="*/ 5555653 w 12184002"/>
              <a:gd name="connsiteY974" fmla="*/ 3756974 h 3882143"/>
              <a:gd name="connsiteX975" fmla="*/ 5579921 w 12184002"/>
              <a:gd name="connsiteY975" fmla="*/ 3732554 h 3882143"/>
              <a:gd name="connsiteX976" fmla="*/ 5591667 w 12184002"/>
              <a:gd name="connsiteY976" fmla="*/ 3737444 h 3882143"/>
              <a:gd name="connsiteX977" fmla="*/ 5623048 w 12184002"/>
              <a:gd name="connsiteY977" fmla="*/ 3705956 h 3882143"/>
              <a:gd name="connsiteX978" fmla="*/ 5623048 w 12184002"/>
              <a:gd name="connsiteY978" fmla="*/ 3618050 h 3882143"/>
              <a:gd name="connsiteX979" fmla="*/ 5694156 w 12184002"/>
              <a:gd name="connsiteY979" fmla="*/ 3540889 h 3882143"/>
              <a:gd name="connsiteX980" fmla="*/ 5567073 w 12184002"/>
              <a:gd name="connsiteY980" fmla="*/ 3540889 h 3882143"/>
              <a:gd name="connsiteX981" fmla="*/ 5566621 w 12184002"/>
              <a:gd name="connsiteY981" fmla="*/ 3540437 h 3882143"/>
              <a:gd name="connsiteX982" fmla="*/ 5566621 w 12184002"/>
              <a:gd name="connsiteY982" fmla="*/ 3629395 h 3882143"/>
              <a:gd name="connsiteX983" fmla="*/ 5515156 w 12184002"/>
              <a:gd name="connsiteY983" fmla="*/ 3681088 h 3882143"/>
              <a:gd name="connsiteX984" fmla="*/ 5515156 w 12184002"/>
              <a:gd name="connsiteY984" fmla="*/ 3877861 h 3882143"/>
              <a:gd name="connsiteX985" fmla="*/ 5511399 w 12184002"/>
              <a:gd name="connsiteY985" fmla="*/ 3881618 h 3882143"/>
              <a:gd name="connsiteX986" fmla="*/ 5507642 w 12184002"/>
              <a:gd name="connsiteY986" fmla="*/ 3877861 h 3882143"/>
              <a:gd name="connsiteX987" fmla="*/ 5507642 w 12184002"/>
              <a:gd name="connsiteY987" fmla="*/ 3678007 h 3882143"/>
              <a:gd name="connsiteX988" fmla="*/ 5559108 w 12184002"/>
              <a:gd name="connsiteY988" fmla="*/ 3626316 h 3882143"/>
              <a:gd name="connsiteX989" fmla="*/ 5559108 w 12184002"/>
              <a:gd name="connsiteY989" fmla="*/ 3242610 h 3882143"/>
              <a:gd name="connsiteX990" fmla="*/ 5476011 w 12184002"/>
              <a:gd name="connsiteY990" fmla="*/ 3159211 h 3882143"/>
              <a:gd name="connsiteX991" fmla="*/ 5476011 w 12184002"/>
              <a:gd name="connsiteY991" fmla="*/ 3153877 h 3882143"/>
              <a:gd name="connsiteX992" fmla="*/ 11516818 w 12184002"/>
              <a:gd name="connsiteY992" fmla="*/ 3153873 h 3882143"/>
              <a:gd name="connsiteX993" fmla="*/ 11522153 w 12184002"/>
              <a:gd name="connsiteY993" fmla="*/ 3153873 h 3882143"/>
              <a:gd name="connsiteX994" fmla="*/ 11607430 w 12184002"/>
              <a:gd name="connsiteY994" fmla="*/ 3239450 h 3882143"/>
              <a:gd name="connsiteX995" fmla="*/ 11607430 w 12184002"/>
              <a:gd name="connsiteY995" fmla="*/ 3533824 h 3882143"/>
              <a:gd name="connsiteX996" fmla="*/ 11607881 w 12184002"/>
              <a:gd name="connsiteY996" fmla="*/ 3533373 h 3882143"/>
              <a:gd name="connsiteX997" fmla="*/ 11785870 w 12184002"/>
              <a:gd name="connsiteY997" fmla="*/ 3533373 h 3882143"/>
              <a:gd name="connsiteX998" fmla="*/ 11785946 w 12184002"/>
              <a:gd name="connsiteY998" fmla="*/ 3533296 h 3882143"/>
              <a:gd name="connsiteX999" fmla="*/ 11786022 w 12184002"/>
              <a:gd name="connsiteY999" fmla="*/ 3533373 h 3882143"/>
              <a:gd name="connsiteX1000" fmla="*/ 11822160 w 12184002"/>
              <a:gd name="connsiteY1000" fmla="*/ 3533373 h 3882143"/>
              <a:gd name="connsiteX1001" fmla="*/ 11825917 w 12184002"/>
              <a:gd name="connsiteY1001" fmla="*/ 3537129 h 3882143"/>
              <a:gd name="connsiteX1002" fmla="*/ 11822160 w 12184002"/>
              <a:gd name="connsiteY1002" fmla="*/ 3540885 h 3882143"/>
              <a:gd name="connsiteX1003" fmla="*/ 11789703 w 12184002"/>
              <a:gd name="connsiteY1003" fmla="*/ 3540885 h 3882143"/>
              <a:gd name="connsiteX1004" fmla="*/ 11789703 w 12184002"/>
              <a:gd name="connsiteY1004" fmla="*/ 3609706 h 3882143"/>
              <a:gd name="connsiteX1005" fmla="*/ 11785946 w 12184002"/>
              <a:gd name="connsiteY1005" fmla="*/ 3613463 h 3882143"/>
              <a:gd name="connsiteX1006" fmla="*/ 11782190 w 12184002"/>
              <a:gd name="connsiteY1006" fmla="*/ 3609706 h 3882143"/>
              <a:gd name="connsiteX1007" fmla="*/ 11782190 w 12184002"/>
              <a:gd name="connsiteY1007" fmla="*/ 3540885 h 3882143"/>
              <a:gd name="connsiteX1008" fmla="*/ 11751387 w 12184002"/>
              <a:gd name="connsiteY1008" fmla="*/ 3540885 h 3882143"/>
              <a:gd name="connsiteX1009" fmla="*/ 11671443 w 12184002"/>
              <a:gd name="connsiteY1009" fmla="*/ 3621053 h 3882143"/>
              <a:gd name="connsiteX1010" fmla="*/ 11671443 w 12184002"/>
              <a:gd name="connsiteY1010" fmla="*/ 3709033 h 3882143"/>
              <a:gd name="connsiteX1011" fmla="*/ 11625086 w 12184002"/>
              <a:gd name="connsiteY1011" fmla="*/ 3755542 h 3882143"/>
              <a:gd name="connsiteX1012" fmla="*/ 11622457 w 12184002"/>
              <a:gd name="connsiteY1012" fmla="*/ 3756668 h 3882143"/>
              <a:gd name="connsiteX1013" fmla="*/ 11619827 w 12184002"/>
              <a:gd name="connsiteY1013" fmla="*/ 3755542 h 3882143"/>
              <a:gd name="connsiteX1014" fmla="*/ 11619827 w 12184002"/>
              <a:gd name="connsiteY1014" fmla="*/ 3750207 h 3882143"/>
              <a:gd name="connsiteX1015" fmla="*/ 11663931 w 12184002"/>
              <a:gd name="connsiteY1015" fmla="*/ 3705953 h 3882143"/>
              <a:gd name="connsiteX1016" fmla="*/ 11663931 w 12184002"/>
              <a:gd name="connsiteY1016" fmla="*/ 3617972 h 3882143"/>
              <a:gd name="connsiteX1017" fmla="*/ 11740737 w 12184002"/>
              <a:gd name="connsiteY1017" fmla="*/ 3540885 h 3882143"/>
              <a:gd name="connsiteX1018" fmla="*/ 11607881 w 12184002"/>
              <a:gd name="connsiteY1018" fmla="*/ 3540885 h 3882143"/>
              <a:gd name="connsiteX1019" fmla="*/ 11607430 w 12184002"/>
              <a:gd name="connsiteY1019" fmla="*/ 3540434 h 3882143"/>
              <a:gd name="connsiteX1020" fmla="*/ 11607430 w 12184002"/>
              <a:gd name="connsiteY1020" fmla="*/ 3629391 h 3882143"/>
              <a:gd name="connsiteX1021" fmla="*/ 11555963 w 12184002"/>
              <a:gd name="connsiteY1021" fmla="*/ 3681084 h 3882143"/>
              <a:gd name="connsiteX1022" fmla="*/ 11555963 w 12184002"/>
              <a:gd name="connsiteY1022" fmla="*/ 3877858 h 3882143"/>
              <a:gd name="connsiteX1023" fmla="*/ 11552206 w 12184002"/>
              <a:gd name="connsiteY1023" fmla="*/ 3881615 h 3882143"/>
              <a:gd name="connsiteX1024" fmla="*/ 11548450 w 12184002"/>
              <a:gd name="connsiteY1024" fmla="*/ 3877858 h 3882143"/>
              <a:gd name="connsiteX1025" fmla="*/ 11548450 w 12184002"/>
              <a:gd name="connsiteY1025" fmla="*/ 3678003 h 3882143"/>
              <a:gd name="connsiteX1026" fmla="*/ 11599917 w 12184002"/>
              <a:gd name="connsiteY1026" fmla="*/ 3626312 h 3882143"/>
              <a:gd name="connsiteX1027" fmla="*/ 11599917 w 12184002"/>
              <a:gd name="connsiteY1027" fmla="*/ 3242606 h 3882143"/>
              <a:gd name="connsiteX1028" fmla="*/ 11516818 w 12184002"/>
              <a:gd name="connsiteY1028" fmla="*/ 3159208 h 3882143"/>
              <a:gd name="connsiteX1029" fmla="*/ 11516818 w 12184002"/>
              <a:gd name="connsiteY1029" fmla="*/ 3153873 h 3882143"/>
              <a:gd name="connsiteX1030" fmla="*/ 661850 w 12184002"/>
              <a:gd name="connsiteY1030" fmla="*/ 3153873 h 3882143"/>
              <a:gd name="connsiteX1031" fmla="*/ 667184 w 12184002"/>
              <a:gd name="connsiteY1031" fmla="*/ 3153873 h 3882143"/>
              <a:gd name="connsiteX1032" fmla="*/ 667184 w 12184002"/>
              <a:gd name="connsiteY1032" fmla="*/ 3159208 h 3882143"/>
              <a:gd name="connsiteX1033" fmla="*/ 584086 w 12184002"/>
              <a:gd name="connsiteY1033" fmla="*/ 3242606 h 3882143"/>
              <a:gd name="connsiteX1034" fmla="*/ 584086 w 12184002"/>
              <a:gd name="connsiteY1034" fmla="*/ 3626312 h 3882143"/>
              <a:gd name="connsiteX1035" fmla="*/ 635552 w 12184002"/>
              <a:gd name="connsiteY1035" fmla="*/ 3678003 h 3882143"/>
              <a:gd name="connsiteX1036" fmla="*/ 635552 w 12184002"/>
              <a:gd name="connsiteY1036" fmla="*/ 3877858 h 3882143"/>
              <a:gd name="connsiteX1037" fmla="*/ 631796 w 12184002"/>
              <a:gd name="connsiteY1037" fmla="*/ 3881615 h 3882143"/>
              <a:gd name="connsiteX1038" fmla="*/ 628039 w 12184002"/>
              <a:gd name="connsiteY1038" fmla="*/ 3877858 h 3882143"/>
              <a:gd name="connsiteX1039" fmla="*/ 628039 w 12184002"/>
              <a:gd name="connsiteY1039" fmla="*/ 3681084 h 3882143"/>
              <a:gd name="connsiteX1040" fmla="*/ 576573 w 12184002"/>
              <a:gd name="connsiteY1040" fmla="*/ 3629391 h 3882143"/>
              <a:gd name="connsiteX1041" fmla="*/ 576573 w 12184002"/>
              <a:gd name="connsiteY1041" fmla="*/ 3540434 h 3882143"/>
              <a:gd name="connsiteX1042" fmla="*/ 576121 w 12184002"/>
              <a:gd name="connsiteY1042" fmla="*/ 3540885 h 3882143"/>
              <a:gd name="connsiteX1043" fmla="*/ 443265 w 12184002"/>
              <a:gd name="connsiteY1043" fmla="*/ 3540885 h 3882143"/>
              <a:gd name="connsiteX1044" fmla="*/ 520073 w 12184002"/>
              <a:gd name="connsiteY1044" fmla="*/ 3617972 h 3882143"/>
              <a:gd name="connsiteX1045" fmla="*/ 520073 w 12184002"/>
              <a:gd name="connsiteY1045" fmla="*/ 3705953 h 3882143"/>
              <a:gd name="connsiteX1046" fmla="*/ 564176 w 12184002"/>
              <a:gd name="connsiteY1046" fmla="*/ 3750207 h 3882143"/>
              <a:gd name="connsiteX1047" fmla="*/ 564176 w 12184002"/>
              <a:gd name="connsiteY1047" fmla="*/ 3755542 h 3882143"/>
              <a:gd name="connsiteX1048" fmla="*/ 561546 w 12184002"/>
              <a:gd name="connsiteY1048" fmla="*/ 3756668 h 3882143"/>
              <a:gd name="connsiteX1049" fmla="*/ 558917 w 12184002"/>
              <a:gd name="connsiteY1049" fmla="*/ 3755542 h 3882143"/>
              <a:gd name="connsiteX1050" fmla="*/ 512559 w 12184002"/>
              <a:gd name="connsiteY1050" fmla="*/ 3709033 h 3882143"/>
              <a:gd name="connsiteX1051" fmla="*/ 512559 w 12184002"/>
              <a:gd name="connsiteY1051" fmla="*/ 3621053 h 3882143"/>
              <a:gd name="connsiteX1052" fmla="*/ 432615 w 12184002"/>
              <a:gd name="connsiteY1052" fmla="*/ 3540885 h 3882143"/>
              <a:gd name="connsiteX1053" fmla="*/ 401812 w 12184002"/>
              <a:gd name="connsiteY1053" fmla="*/ 3540885 h 3882143"/>
              <a:gd name="connsiteX1054" fmla="*/ 401812 w 12184002"/>
              <a:gd name="connsiteY1054" fmla="*/ 3609706 h 3882143"/>
              <a:gd name="connsiteX1055" fmla="*/ 398056 w 12184002"/>
              <a:gd name="connsiteY1055" fmla="*/ 3613463 h 3882143"/>
              <a:gd name="connsiteX1056" fmla="*/ 394299 w 12184002"/>
              <a:gd name="connsiteY1056" fmla="*/ 3609706 h 3882143"/>
              <a:gd name="connsiteX1057" fmla="*/ 394299 w 12184002"/>
              <a:gd name="connsiteY1057" fmla="*/ 3540885 h 3882143"/>
              <a:gd name="connsiteX1058" fmla="*/ 361842 w 12184002"/>
              <a:gd name="connsiteY1058" fmla="*/ 3540885 h 3882143"/>
              <a:gd name="connsiteX1059" fmla="*/ 358085 w 12184002"/>
              <a:gd name="connsiteY1059" fmla="*/ 3537129 h 3882143"/>
              <a:gd name="connsiteX1060" fmla="*/ 361842 w 12184002"/>
              <a:gd name="connsiteY1060" fmla="*/ 3533373 h 3882143"/>
              <a:gd name="connsiteX1061" fmla="*/ 397981 w 12184002"/>
              <a:gd name="connsiteY1061" fmla="*/ 3533373 h 3882143"/>
              <a:gd name="connsiteX1062" fmla="*/ 398056 w 12184002"/>
              <a:gd name="connsiteY1062" fmla="*/ 3533296 h 3882143"/>
              <a:gd name="connsiteX1063" fmla="*/ 398132 w 12184002"/>
              <a:gd name="connsiteY1063" fmla="*/ 3533373 h 3882143"/>
              <a:gd name="connsiteX1064" fmla="*/ 576121 w 12184002"/>
              <a:gd name="connsiteY1064" fmla="*/ 3533373 h 3882143"/>
              <a:gd name="connsiteX1065" fmla="*/ 576573 w 12184002"/>
              <a:gd name="connsiteY1065" fmla="*/ 3533824 h 3882143"/>
              <a:gd name="connsiteX1066" fmla="*/ 576573 w 12184002"/>
              <a:gd name="connsiteY1066" fmla="*/ 3239450 h 3882143"/>
              <a:gd name="connsiteX1067" fmla="*/ 11278196 w 12184002"/>
              <a:gd name="connsiteY1067" fmla="*/ 3142001 h 3882143"/>
              <a:gd name="connsiteX1068" fmla="*/ 11283530 w 12184002"/>
              <a:gd name="connsiteY1068" fmla="*/ 3142001 h 3882143"/>
              <a:gd name="connsiteX1069" fmla="*/ 11478051 w 12184002"/>
              <a:gd name="connsiteY1069" fmla="*/ 3337198 h 3882143"/>
              <a:gd name="connsiteX1070" fmla="*/ 11478051 w 12184002"/>
              <a:gd name="connsiteY1070" fmla="*/ 3547046 h 3882143"/>
              <a:gd name="connsiteX1071" fmla="*/ 11419597 w 12184002"/>
              <a:gd name="connsiteY1071" fmla="*/ 3605724 h 3882143"/>
              <a:gd name="connsiteX1072" fmla="*/ 11419597 w 12184002"/>
              <a:gd name="connsiteY1072" fmla="*/ 3882143 h 3882143"/>
              <a:gd name="connsiteX1073" fmla="*/ 11412083 w 12184002"/>
              <a:gd name="connsiteY1073" fmla="*/ 3882143 h 3882143"/>
              <a:gd name="connsiteX1074" fmla="*/ 11412083 w 12184002"/>
              <a:gd name="connsiteY1074" fmla="*/ 3602568 h 3882143"/>
              <a:gd name="connsiteX1075" fmla="*/ 11470537 w 12184002"/>
              <a:gd name="connsiteY1075" fmla="*/ 3543890 h 3882143"/>
              <a:gd name="connsiteX1076" fmla="*/ 11470537 w 12184002"/>
              <a:gd name="connsiteY1076" fmla="*/ 3340355 h 3882143"/>
              <a:gd name="connsiteX1077" fmla="*/ 11358363 w 12184002"/>
              <a:gd name="connsiteY1077" fmla="*/ 3227784 h 3882143"/>
              <a:gd name="connsiteX1078" fmla="*/ 11358363 w 12184002"/>
              <a:gd name="connsiteY1078" fmla="*/ 3452379 h 3882143"/>
              <a:gd name="connsiteX1079" fmla="*/ 11413059 w 12184002"/>
              <a:gd name="connsiteY1079" fmla="*/ 3452379 h 3882143"/>
              <a:gd name="connsiteX1080" fmla="*/ 11416816 w 12184002"/>
              <a:gd name="connsiteY1080" fmla="*/ 3456136 h 3882143"/>
              <a:gd name="connsiteX1081" fmla="*/ 11413059 w 12184002"/>
              <a:gd name="connsiteY1081" fmla="*/ 3459891 h 3882143"/>
              <a:gd name="connsiteX1082" fmla="*/ 11358363 w 12184002"/>
              <a:gd name="connsiteY1082" fmla="*/ 3459891 h 3882143"/>
              <a:gd name="connsiteX1083" fmla="*/ 11358363 w 12184002"/>
              <a:gd name="connsiteY1083" fmla="*/ 3606430 h 3882143"/>
              <a:gd name="connsiteX1084" fmla="*/ 11369501 w 12184002"/>
              <a:gd name="connsiteY1084" fmla="*/ 3611066 h 3882143"/>
              <a:gd name="connsiteX1085" fmla="*/ 11376619 w 12184002"/>
              <a:gd name="connsiteY1085" fmla="*/ 3628346 h 3882143"/>
              <a:gd name="connsiteX1086" fmla="*/ 11352352 w 12184002"/>
              <a:gd name="connsiteY1086" fmla="*/ 3652764 h 3882143"/>
              <a:gd name="connsiteX1087" fmla="*/ 11328084 w 12184002"/>
              <a:gd name="connsiteY1087" fmla="*/ 3628346 h 3882143"/>
              <a:gd name="connsiteX1088" fmla="*/ 11335202 w 12184002"/>
              <a:gd name="connsiteY1088" fmla="*/ 3611066 h 3882143"/>
              <a:gd name="connsiteX1089" fmla="*/ 11350849 w 12184002"/>
              <a:gd name="connsiteY1089" fmla="*/ 3604553 h 3882143"/>
              <a:gd name="connsiteX1090" fmla="*/ 11350849 w 12184002"/>
              <a:gd name="connsiteY1090" fmla="*/ 3220245 h 3882143"/>
              <a:gd name="connsiteX1091" fmla="*/ 11278196 w 12184002"/>
              <a:gd name="connsiteY1091" fmla="*/ 3147336 h 3882143"/>
              <a:gd name="connsiteX1092" fmla="*/ 11278196 w 12184002"/>
              <a:gd name="connsiteY1092" fmla="*/ 3142001 h 3882143"/>
              <a:gd name="connsiteX1093" fmla="*/ 900472 w 12184002"/>
              <a:gd name="connsiteY1093" fmla="*/ 3142001 h 3882143"/>
              <a:gd name="connsiteX1094" fmla="*/ 905806 w 12184002"/>
              <a:gd name="connsiteY1094" fmla="*/ 3142001 h 3882143"/>
              <a:gd name="connsiteX1095" fmla="*/ 905806 w 12184002"/>
              <a:gd name="connsiteY1095" fmla="*/ 3147336 h 3882143"/>
              <a:gd name="connsiteX1096" fmla="*/ 833153 w 12184002"/>
              <a:gd name="connsiteY1096" fmla="*/ 3220245 h 3882143"/>
              <a:gd name="connsiteX1097" fmla="*/ 833153 w 12184002"/>
              <a:gd name="connsiteY1097" fmla="*/ 3604553 h 3882143"/>
              <a:gd name="connsiteX1098" fmla="*/ 848800 w 12184002"/>
              <a:gd name="connsiteY1098" fmla="*/ 3611066 h 3882143"/>
              <a:gd name="connsiteX1099" fmla="*/ 855919 w 12184002"/>
              <a:gd name="connsiteY1099" fmla="*/ 3628346 h 3882143"/>
              <a:gd name="connsiteX1100" fmla="*/ 831650 w 12184002"/>
              <a:gd name="connsiteY1100" fmla="*/ 3652764 h 3882143"/>
              <a:gd name="connsiteX1101" fmla="*/ 807383 w 12184002"/>
              <a:gd name="connsiteY1101" fmla="*/ 3628346 h 3882143"/>
              <a:gd name="connsiteX1102" fmla="*/ 814502 w 12184002"/>
              <a:gd name="connsiteY1102" fmla="*/ 3611066 h 3882143"/>
              <a:gd name="connsiteX1103" fmla="*/ 825640 w 12184002"/>
              <a:gd name="connsiteY1103" fmla="*/ 3606430 h 3882143"/>
              <a:gd name="connsiteX1104" fmla="*/ 825640 w 12184002"/>
              <a:gd name="connsiteY1104" fmla="*/ 3459891 h 3882143"/>
              <a:gd name="connsiteX1105" fmla="*/ 770943 w 12184002"/>
              <a:gd name="connsiteY1105" fmla="*/ 3459891 h 3882143"/>
              <a:gd name="connsiteX1106" fmla="*/ 767186 w 12184002"/>
              <a:gd name="connsiteY1106" fmla="*/ 3456136 h 3882143"/>
              <a:gd name="connsiteX1107" fmla="*/ 770943 w 12184002"/>
              <a:gd name="connsiteY1107" fmla="*/ 3452379 h 3882143"/>
              <a:gd name="connsiteX1108" fmla="*/ 825640 w 12184002"/>
              <a:gd name="connsiteY1108" fmla="*/ 3452379 h 3882143"/>
              <a:gd name="connsiteX1109" fmla="*/ 825640 w 12184002"/>
              <a:gd name="connsiteY1109" fmla="*/ 3227784 h 3882143"/>
              <a:gd name="connsiteX1110" fmla="*/ 713465 w 12184002"/>
              <a:gd name="connsiteY1110" fmla="*/ 3340355 h 3882143"/>
              <a:gd name="connsiteX1111" fmla="*/ 713465 w 12184002"/>
              <a:gd name="connsiteY1111" fmla="*/ 3543890 h 3882143"/>
              <a:gd name="connsiteX1112" fmla="*/ 771919 w 12184002"/>
              <a:gd name="connsiteY1112" fmla="*/ 3602568 h 3882143"/>
              <a:gd name="connsiteX1113" fmla="*/ 771919 w 12184002"/>
              <a:gd name="connsiteY1113" fmla="*/ 3882143 h 3882143"/>
              <a:gd name="connsiteX1114" fmla="*/ 764406 w 12184002"/>
              <a:gd name="connsiteY1114" fmla="*/ 3882143 h 3882143"/>
              <a:gd name="connsiteX1115" fmla="*/ 764406 w 12184002"/>
              <a:gd name="connsiteY1115" fmla="*/ 3605724 h 3882143"/>
              <a:gd name="connsiteX1116" fmla="*/ 705953 w 12184002"/>
              <a:gd name="connsiteY1116" fmla="*/ 3547046 h 3882143"/>
              <a:gd name="connsiteX1117" fmla="*/ 705953 w 12184002"/>
              <a:gd name="connsiteY1117" fmla="*/ 3337198 h 3882143"/>
              <a:gd name="connsiteX1118" fmla="*/ 6950972 w 12184002"/>
              <a:gd name="connsiteY1118" fmla="*/ 3116989 h 3882143"/>
              <a:gd name="connsiteX1119" fmla="*/ 6975241 w 12184002"/>
              <a:gd name="connsiteY1119" fmla="*/ 3141407 h 3882143"/>
              <a:gd name="connsiteX1120" fmla="*/ 6950972 w 12184002"/>
              <a:gd name="connsiteY1120" fmla="*/ 3165825 h 3882143"/>
              <a:gd name="connsiteX1121" fmla="*/ 6934871 w 12184002"/>
              <a:gd name="connsiteY1121" fmla="*/ 3159124 h 3882143"/>
              <a:gd name="connsiteX1122" fmla="*/ 6873000 w 12184002"/>
              <a:gd name="connsiteY1122" fmla="*/ 3221214 h 3882143"/>
              <a:gd name="connsiteX1123" fmla="*/ 6873961 w 12184002"/>
              <a:gd name="connsiteY1123" fmla="*/ 3222172 h 3882143"/>
              <a:gd name="connsiteX1124" fmla="*/ 6873961 w 12184002"/>
              <a:gd name="connsiteY1124" fmla="*/ 3634879 h 3882143"/>
              <a:gd name="connsiteX1125" fmla="*/ 6870204 w 12184002"/>
              <a:gd name="connsiteY1125" fmla="*/ 3638635 h 3882143"/>
              <a:gd name="connsiteX1126" fmla="*/ 6866448 w 12184002"/>
              <a:gd name="connsiteY1126" fmla="*/ 3634879 h 3882143"/>
              <a:gd name="connsiteX1127" fmla="*/ 6866448 w 12184002"/>
              <a:gd name="connsiteY1127" fmla="*/ 3459895 h 3882143"/>
              <a:gd name="connsiteX1128" fmla="*/ 6830660 w 12184002"/>
              <a:gd name="connsiteY1128" fmla="*/ 3459895 h 3882143"/>
              <a:gd name="connsiteX1129" fmla="*/ 6824843 w 12184002"/>
              <a:gd name="connsiteY1129" fmla="*/ 3473993 h 3882143"/>
              <a:gd name="connsiteX1130" fmla="*/ 6807693 w 12184002"/>
              <a:gd name="connsiteY1130" fmla="*/ 3481160 h 3882143"/>
              <a:gd name="connsiteX1131" fmla="*/ 6783426 w 12184002"/>
              <a:gd name="connsiteY1131" fmla="*/ 3456741 h 3882143"/>
              <a:gd name="connsiteX1132" fmla="*/ 6807693 w 12184002"/>
              <a:gd name="connsiteY1132" fmla="*/ 3432323 h 3882143"/>
              <a:gd name="connsiteX1133" fmla="*/ 6824843 w 12184002"/>
              <a:gd name="connsiteY1133" fmla="*/ 3439460 h 3882143"/>
              <a:gd name="connsiteX1134" fmla="*/ 6830166 w 12184002"/>
              <a:gd name="connsiteY1134" fmla="*/ 3452383 h 3882143"/>
              <a:gd name="connsiteX1135" fmla="*/ 6866448 w 12184002"/>
              <a:gd name="connsiteY1135" fmla="*/ 3452383 h 3882143"/>
              <a:gd name="connsiteX1136" fmla="*/ 6866448 w 12184002"/>
              <a:gd name="connsiteY1136" fmla="*/ 3227790 h 3882143"/>
              <a:gd name="connsiteX1137" fmla="*/ 6754274 w 12184002"/>
              <a:gd name="connsiteY1137" fmla="*/ 3340358 h 3882143"/>
              <a:gd name="connsiteX1138" fmla="*/ 6754274 w 12184002"/>
              <a:gd name="connsiteY1138" fmla="*/ 3543893 h 3882143"/>
              <a:gd name="connsiteX1139" fmla="*/ 6812727 w 12184002"/>
              <a:gd name="connsiteY1139" fmla="*/ 3602572 h 3882143"/>
              <a:gd name="connsiteX1140" fmla="*/ 6812727 w 12184002"/>
              <a:gd name="connsiteY1140" fmla="*/ 3882143 h 3882143"/>
              <a:gd name="connsiteX1141" fmla="*/ 6805214 w 12184002"/>
              <a:gd name="connsiteY1141" fmla="*/ 3882143 h 3882143"/>
              <a:gd name="connsiteX1142" fmla="*/ 6805214 w 12184002"/>
              <a:gd name="connsiteY1142" fmla="*/ 3605728 h 3882143"/>
              <a:gd name="connsiteX1143" fmla="*/ 6746760 w 12184002"/>
              <a:gd name="connsiteY1143" fmla="*/ 3547049 h 3882143"/>
              <a:gd name="connsiteX1144" fmla="*/ 6746760 w 12184002"/>
              <a:gd name="connsiteY1144" fmla="*/ 3337202 h 3882143"/>
              <a:gd name="connsiteX1145" fmla="*/ 6931142 w 12184002"/>
              <a:gd name="connsiteY1145" fmla="*/ 3152179 h 3882143"/>
              <a:gd name="connsiteX1146" fmla="*/ 6926704 w 12184002"/>
              <a:gd name="connsiteY1146" fmla="*/ 3141407 h 3882143"/>
              <a:gd name="connsiteX1147" fmla="*/ 6950972 w 12184002"/>
              <a:gd name="connsiteY1147" fmla="*/ 3116989 h 3882143"/>
              <a:gd name="connsiteX1148" fmla="*/ 5233031 w 12184002"/>
              <a:gd name="connsiteY1148" fmla="*/ 3116989 h 3882143"/>
              <a:gd name="connsiteX1149" fmla="*/ 5257299 w 12184002"/>
              <a:gd name="connsiteY1149" fmla="*/ 3141407 h 3882143"/>
              <a:gd name="connsiteX1150" fmla="*/ 5252861 w 12184002"/>
              <a:gd name="connsiteY1150" fmla="*/ 3152179 h 3882143"/>
              <a:gd name="connsiteX1151" fmla="*/ 5437243 w 12184002"/>
              <a:gd name="connsiteY1151" fmla="*/ 3337202 h 3882143"/>
              <a:gd name="connsiteX1152" fmla="*/ 5437243 w 12184002"/>
              <a:gd name="connsiteY1152" fmla="*/ 3547049 h 3882143"/>
              <a:gd name="connsiteX1153" fmla="*/ 5378788 w 12184002"/>
              <a:gd name="connsiteY1153" fmla="*/ 3605728 h 3882143"/>
              <a:gd name="connsiteX1154" fmla="*/ 5378788 w 12184002"/>
              <a:gd name="connsiteY1154" fmla="*/ 3882143 h 3882143"/>
              <a:gd name="connsiteX1155" fmla="*/ 5371275 w 12184002"/>
              <a:gd name="connsiteY1155" fmla="*/ 3882143 h 3882143"/>
              <a:gd name="connsiteX1156" fmla="*/ 5371275 w 12184002"/>
              <a:gd name="connsiteY1156" fmla="*/ 3602572 h 3882143"/>
              <a:gd name="connsiteX1157" fmla="*/ 5429728 w 12184002"/>
              <a:gd name="connsiteY1157" fmla="*/ 3543893 h 3882143"/>
              <a:gd name="connsiteX1158" fmla="*/ 5429728 w 12184002"/>
              <a:gd name="connsiteY1158" fmla="*/ 3340358 h 3882143"/>
              <a:gd name="connsiteX1159" fmla="*/ 5317556 w 12184002"/>
              <a:gd name="connsiteY1159" fmla="*/ 3227790 h 3882143"/>
              <a:gd name="connsiteX1160" fmla="*/ 5317556 w 12184002"/>
              <a:gd name="connsiteY1160" fmla="*/ 3452383 h 3882143"/>
              <a:gd name="connsiteX1161" fmla="*/ 5353836 w 12184002"/>
              <a:gd name="connsiteY1161" fmla="*/ 3452383 h 3882143"/>
              <a:gd name="connsiteX1162" fmla="*/ 5359160 w 12184002"/>
              <a:gd name="connsiteY1162" fmla="*/ 3439460 h 3882143"/>
              <a:gd name="connsiteX1163" fmla="*/ 5376311 w 12184002"/>
              <a:gd name="connsiteY1163" fmla="*/ 3432323 h 3882143"/>
              <a:gd name="connsiteX1164" fmla="*/ 5400577 w 12184002"/>
              <a:gd name="connsiteY1164" fmla="*/ 3456741 h 3882143"/>
              <a:gd name="connsiteX1165" fmla="*/ 5376311 w 12184002"/>
              <a:gd name="connsiteY1165" fmla="*/ 3481160 h 3882143"/>
              <a:gd name="connsiteX1166" fmla="*/ 5359160 w 12184002"/>
              <a:gd name="connsiteY1166" fmla="*/ 3473993 h 3882143"/>
              <a:gd name="connsiteX1167" fmla="*/ 5353344 w 12184002"/>
              <a:gd name="connsiteY1167" fmla="*/ 3459895 h 3882143"/>
              <a:gd name="connsiteX1168" fmla="*/ 5317556 w 12184002"/>
              <a:gd name="connsiteY1168" fmla="*/ 3459895 h 3882143"/>
              <a:gd name="connsiteX1169" fmla="*/ 5317556 w 12184002"/>
              <a:gd name="connsiteY1169" fmla="*/ 3634879 h 3882143"/>
              <a:gd name="connsiteX1170" fmla="*/ 5313800 w 12184002"/>
              <a:gd name="connsiteY1170" fmla="*/ 3638635 h 3882143"/>
              <a:gd name="connsiteX1171" fmla="*/ 5310043 w 12184002"/>
              <a:gd name="connsiteY1171" fmla="*/ 3634879 h 3882143"/>
              <a:gd name="connsiteX1172" fmla="*/ 5310043 w 12184002"/>
              <a:gd name="connsiteY1172" fmla="*/ 3222172 h 3882143"/>
              <a:gd name="connsiteX1173" fmla="*/ 5311002 w 12184002"/>
              <a:gd name="connsiteY1173" fmla="*/ 3221214 h 3882143"/>
              <a:gd name="connsiteX1174" fmla="*/ 5249132 w 12184002"/>
              <a:gd name="connsiteY1174" fmla="*/ 3159124 h 3882143"/>
              <a:gd name="connsiteX1175" fmla="*/ 5233031 w 12184002"/>
              <a:gd name="connsiteY1175" fmla="*/ 3165825 h 3882143"/>
              <a:gd name="connsiteX1176" fmla="*/ 5208763 w 12184002"/>
              <a:gd name="connsiteY1176" fmla="*/ 3141407 h 3882143"/>
              <a:gd name="connsiteX1177" fmla="*/ 5233031 w 12184002"/>
              <a:gd name="connsiteY1177" fmla="*/ 3116989 h 3882143"/>
              <a:gd name="connsiteX1178" fmla="*/ 8661831 w 12184002"/>
              <a:gd name="connsiteY1178" fmla="*/ 3113152 h 3882143"/>
              <a:gd name="connsiteX1179" fmla="*/ 8740495 w 12184002"/>
              <a:gd name="connsiteY1179" fmla="*/ 3113152 h 3882143"/>
              <a:gd name="connsiteX1180" fmla="*/ 8744253 w 12184002"/>
              <a:gd name="connsiteY1180" fmla="*/ 3116909 h 3882143"/>
              <a:gd name="connsiteX1181" fmla="*/ 8740495 w 12184002"/>
              <a:gd name="connsiteY1181" fmla="*/ 3120666 h 3882143"/>
              <a:gd name="connsiteX1182" fmla="*/ 8669344 w 12184002"/>
              <a:gd name="connsiteY1182" fmla="*/ 3120666 h 3882143"/>
              <a:gd name="connsiteX1183" fmla="*/ 8669344 w 12184002"/>
              <a:gd name="connsiteY1183" fmla="*/ 3777707 h 3882143"/>
              <a:gd name="connsiteX1184" fmla="*/ 8565342 w 12184002"/>
              <a:gd name="connsiteY1184" fmla="*/ 3882143 h 3882143"/>
              <a:gd name="connsiteX1185" fmla="*/ 8556343 w 12184002"/>
              <a:gd name="connsiteY1185" fmla="*/ 3882143 h 3882143"/>
              <a:gd name="connsiteX1186" fmla="*/ 8556343 w 12184002"/>
              <a:gd name="connsiteY1186" fmla="*/ 3880412 h 3882143"/>
              <a:gd name="connsiteX1187" fmla="*/ 8661831 w 12184002"/>
              <a:gd name="connsiteY1187" fmla="*/ 3774551 h 3882143"/>
              <a:gd name="connsiteX1188" fmla="*/ 3443508 w 12184002"/>
              <a:gd name="connsiteY1188" fmla="*/ 3113152 h 3882143"/>
              <a:gd name="connsiteX1189" fmla="*/ 3522172 w 12184002"/>
              <a:gd name="connsiteY1189" fmla="*/ 3113152 h 3882143"/>
              <a:gd name="connsiteX1190" fmla="*/ 3522172 w 12184002"/>
              <a:gd name="connsiteY1190" fmla="*/ 3774551 h 3882143"/>
              <a:gd name="connsiteX1191" fmla="*/ 3627659 w 12184002"/>
              <a:gd name="connsiteY1191" fmla="*/ 3880412 h 3882143"/>
              <a:gd name="connsiteX1192" fmla="*/ 3627659 w 12184002"/>
              <a:gd name="connsiteY1192" fmla="*/ 3882143 h 3882143"/>
              <a:gd name="connsiteX1193" fmla="*/ 3618661 w 12184002"/>
              <a:gd name="connsiteY1193" fmla="*/ 3882143 h 3882143"/>
              <a:gd name="connsiteX1194" fmla="*/ 3514659 w 12184002"/>
              <a:gd name="connsiteY1194" fmla="*/ 3777707 h 3882143"/>
              <a:gd name="connsiteX1195" fmla="*/ 3514659 w 12184002"/>
              <a:gd name="connsiteY1195" fmla="*/ 3120666 h 3882143"/>
              <a:gd name="connsiteX1196" fmla="*/ 3443508 w 12184002"/>
              <a:gd name="connsiteY1196" fmla="*/ 3120666 h 3882143"/>
              <a:gd name="connsiteX1197" fmla="*/ 3439751 w 12184002"/>
              <a:gd name="connsiteY1197" fmla="*/ 3116909 h 3882143"/>
              <a:gd name="connsiteX1198" fmla="*/ 3443508 w 12184002"/>
              <a:gd name="connsiteY1198" fmla="*/ 3113152 h 3882143"/>
              <a:gd name="connsiteX1199" fmla="*/ 9484391 w 12184002"/>
              <a:gd name="connsiteY1199" fmla="*/ 3113148 h 3882143"/>
              <a:gd name="connsiteX1200" fmla="*/ 9563055 w 12184002"/>
              <a:gd name="connsiteY1200" fmla="*/ 3113148 h 3882143"/>
              <a:gd name="connsiteX1201" fmla="*/ 9563055 w 12184002"/>
              <a:gd name="connsiteY1201" fmla="*/ 3774549 h 3882143"/>
              <a:gd name="connsiteX1202" fmla="*/ 9668542 w 12184002"/>
              <a:gd name="connsiteY1202" fmla="*/ 3880409 h 3882143"/>
              <a:gd name="connsiteX1203" fmla="*/ 9668542 w 12184002"/>
              <a:gd name="connsiteY1203" fmla="*/ 3882143 h 3882143"/>
              <a:gd name="connsiteX1204" fmla="*/ 9659621 w 12184002"/>
              <a:gd name="connsiteY1204" fmla="*/ 3882143 h 3882143"/>
              <a:gd name="connsiteX1205" fmla="*/ 9555541 w 12184002"/>
              <a:gd name="connsiteY1205" fmla="*/ 3777629 h 3882143"/>
              <a:gd name="connsiteX1206" fmla="*/ 9555541 w 12184002"/>
              <a:gd name="connsiteY1206" fmla="*/ 3120663 h 3882143"/>
              <a:gd name="connsiteX1207" fmla="*/ 9484391 w 12184002"/>
              <a:gd name="connsiteY1207" fmla="*/ 3120663 h 3882143"/>
              <a:gd name="connsiteX1208" fmla="*/ 9480634 w 12184002"/>
              <a:gd name="connsiteY1208" fmla="*/ 3116905 h 3882143"/>
              <a:gd name="connsiteX1209" fmla="*/ 9484391 w 12184002"/>
              <a:gd name="connsiteY1209" fmla="*/ 3113148 h 3882143"/>
              <a:gd name="connsiteX1210" fmla="*/ 2620948 w 12184002"/>
              <a:gd name="connsiteY1210" fmla="*/ 3113148 h 3882143"/>
              <a:gd name="connsiteX1211" fmla="*/ 2699612 w 12184002"/>
              <a:gd name="connsiteY1211" fmla="*/ 3113148 h 3882143"/>
              <a:gd name="connsiteX1212" fmla="*/ 2703369 w 12184002"/>
              <a:gd name="connsiteY1212" fmla="*/ 3116905 h 3882143"/>
              <a:gd name="connsiteX1213" fmla="*/ 2699612 w 12184002"/>
              <a:gd name="connsiteY1213" fmla="*/ 3120663 h 3882143"/>
              <a:gd name="connsiteX1214" fmla="*/ 2628461 w 12184002"/>
              <a:gd name="connsiteY1214" fmla="*/ 3120663 h 3882143"/>
              <a:gd name="connsiteX1215" fmla="*/ 2628461 w 12184002"/>
              <a:gd name="connsiteY1215" fmla="*/ 3777629 h 3882143"/>
              <a:gd name="connsiteX1216" fmla="*/ 2524382 w 12184002"/>
              <a:gd name="connsiteY1216" fmla="*/ 3882143 h 3882143"/>
              <a:gd name="connsiteX1217" fmla="*/ 2515461 w 12184002"/>
              <a:gd name="connsiteY1217" fmla="*/ 3882143 h 3882143"/>
              <a:gd name="connsiteX1218" fmla="*/ 2515461 w 12184002"/>
              <a:gd name="connsiteY1218" fmla="*/ 3880409 h 3882143"/>
              <a:gd name="connsiteX1219" fmla="*/ 2620948 w 12184002"/>
              <a:gd name="connsiteY1219" fmla="*/ 3774549 h 3882143"/>
              <a:gd name="connsiteX1220" fmla="*/ 9374922 w 12184002"/>
              <a:gd name="connsiteY1220" fmla="*/ 3014877 h 3882143"/>
              <a:gd name="connsiteX1221" fmla="*/ 9672524 w 12184002"/>
              <a:gd name="connsiteY1221" fmla="*/ 3014877 h 3882143"/>
              <a:gd name="connsiteX1222" fmla="*/ 9672524 w 12184002"/>
              <a:gd name="connsiteY1222" fmla="*/ 3702267 h 3882143"/>
              <a:gd name="connsiteX1223" fmla="*/ 9784848 w 12184002"/>
              <a:gd name="connsiteY1223" fmla="*/ 3815045 h 3882143"/>
              <a:gd name="connsiteX1224" fmla="*/ 9784848 w 12184002"/>
              <a:gd name="connsiteY1224" fmla="*/ 3882143 h 3882143"/>
              <a:gd name="connsiteX1225" fmla="*/ 9777335 w 12184002"/>
              <a:gd name="connsiteY1225" fmla="*/ 3882143 h 3882143"/>
              <a:gd name="connsiteX1226" fmla="*/ 9777335 w 12184002"/>
              <a:gd name="connsiteY1226" fmla="*/ 3818200 h 3882143"/>
              <a:gd name="connsiteX1227" fmla="*/ 9665010 w 12184002"/>
              <a:gd name="connsiteY1227" fmla="*/ 3705424 h 3882143"/>
              <a:gd name="connsiteX1228" fmla="*/ 9665010 w 12184002"/>
              <a:gd name="connsiteY1228" fmla="*/ 3022389 h 3882143"/>
              <a:gd name="connsiteX1229" fmla="*/ 9374922 w 12184002"/>
              <a:gd name="connsiteY1229" fmla="*/ 3022389 h 3882143"/>
              <a:gd name="connsiteX1230" fmla="*/ 9371164 w 12184002"/>
              <a:gd name="connsiteY1230" fmla="*/ 3018631 h 3882143"/>
              <a:gd name="connsiteX1231" fmla="*/ 9374922 w 12184002"/>
              <a:gd name="connsiteY1231" fmla="*/ 3014877 h 3882143"/>
              <a:gd name="connsiteX1232" fmla="*/ 2511478 w 12184002"/>
              <a:gd name="connsiteY1232" fmla="*/ 3014877 h 3882143"/>
              <a:gd name="connsiteX1233" fmla="*/ 2809082 w 12184002"/>
              <a:gd name="connsiteY1233" fmla="*/ 3014877 h 3882143"/>
              <a:gd name="connsiteX1234" fmla="*/ 2812838 w 12184002"/>
              <a:gd name="connsiteY1234" fmla="*/ 3018631 h 3882143"/>
              <a:gd name="connsiteX1235" fmla="*/ 2809082 w 12184002"/>
              <a:gd name="connsiteY1235" fmla="*/ 3022389 h 3882143"/>
              <a:gd name="connsiteX1236" fmla="*/ 2518992 w 12184002"/>
              <a:gd name="connsiteY1236" fmla="*/ 3022389 h 3882143"/>
              <a:gd name="connsiteX1237" fmla="*/ 2518992 w 12184002"/>
              <a:gd name="connsiteY1237" fmla="*/ 3705424 h 3882143"/>
              <a:gd name="connsiteX1238" fmla="*/ 2406667 w 12184002"/>
              <a:gd name="connsiteY1238" fmla="*/ 3818200 h 3882143"/>
              <a:gd name="connsiteX1239" fmla="*/ 2406667 w 12184002"/>
              <a:gd name="connsiteY1239" fmla="*/ 3882143 h 3882143"/>
              <a:gd name="connsiteX1240" fmla="*/ 2399155 w 12184002"/>
              <a:gd name="connsiteY1240" fmla="*/ 3882143 h 3882143"/>
              <a:gd name="connsiteX1241" fmla="*/ 2399155 w 12184002"/>
              <a:gd name="connsiteY1241" fmla="*/ 3815045 h 3882143"/>
              <a:gd name="connsiteX1242" fmla="*/ 2511478 w 12184002"/>
              <a:gd name="connsiteY1242" fmla="*/ 3702267 h 3882143"/>
              <a:gd name="connsiteX1243" fmla="*/ 8552287 w 12184002"/>
              <a:gd name="connsiteY1243" fmla="*/ 3014803 h 3882143"/>
              <a:gd name="connsiteX1244" fmla="*/ 8849888 w 12184002"/>
              <a:gd name="connsiteY1244" fmla="*/ 3014803 h 3882143"/>
              <a:gd name="connsiteX1245" fmla="*/ 8853646 w 12184002"/>
              <a:gd name="connsiteY1245" fmla="*/ 3018560 h 3882143"/>
              <a:gd name="connsiteX1246" fmla="*/ 8849888 w 12184002"/>
              <a:gd name="connsiteY1246" fmla="*/ 3022318 h 3882143"/>
              <a:gd name="connsiteX1247" fmla="*/ 8559800 w 12184002"/>
              <a:gd name="connsiteY1247" fmla="*/ 3022318 h 3882143"/>
              <a:gd name="connsiteX1248" fmla="*/ 8559800 w 12184002"/>
              <a:gd name="connsiteY1248" fmla="*/ 3705427 h 3882143"/>
              <a:gd name="connsiteX1249" fmla="*/ 8447476 w 12184002"/>
              <a:gd name="connsiteY1249" fmla="*/ 3818202 h 3882143"/>
              <a:gd name="connsiteX1250" fmla="*/ 8447476 w 12184002"/>
              <a:gd name="connsiteY1250" fmla="*/ 3882143 h 3882143"/>
              <a:gd name="connsiteX1251" fmla="*/ 8439962 w 12184002"/>
              <a:gd name="connsiteY1251" fmla="*/ 3882143 h 3882143"/>
              <a:gd name="connsiteX1252" fmla="*/ 8439962 w 12184002"/>
              <a:gd name="connsiteY1252" fmla="*/ 3815047 h 3882143"/>
              <a:gd name="connsiteX1253" fmla="*/ 8552287 w 12184002"/>
              <a:gd name="connsiteY1253" fmla="*/ 3702271 h 3882143"/>
              <a:gd name="connsiteX1254" fmla="*/ 3334114 w 12184002"/>
              <a:gd name="connsiteY1254" fmla="*/ 3014803 h 3882143"/>
              <a:gd name="connsiteX1255" fmla="*/ 3631717 w 12184002"/>
              <a:gd name="connsiteY1255" fmla="*/ 3014803 h 3882143"/>
              <a:gd name="connsiteX1256" fmla="*/ 3631717 w 12184002"/>
              <a:gd name="connsiteY1256" fmla="*/ 3702271 h 3882143"/>
              <a:gd name="connsiteX1257" fmla="*/ 3744041 w 12184002"/>
              <a:gd name="connsiteY1257" fmla="*/ 3815047 h 3882143"/>
              <a:gd name="connsiteX1258" fmla="*/ 3744041 w 12184002"/>
              <a:gd name="connsiteY1258" fmla="*/ 3882143 h 3882143"/>
              <a:gd name="connsiteX1259" fmla="*/ 3736527 w 12184002"/>
              <a:gd name="connsiteY1259" fmla="*/ 3882143 h 3882143"/>
              <a:gd name="connsiteX1260" fmla="*/ 3736527 w 12184002"/>
              <a:gd name="connsiteY1260" fmla="*/ 3818202 h 3882143"/>
              <a:gd name="connsiteX1261" fmla="*/ 3624203 w 12184002"/>
              <a:gd name="connsiteY1261" fmla="*/ 3705427 h 3882143"/>
              <a:gd name="connsiteX1262" fmla="*/ 3624203 w 12184002"/>
              <a:gd name="connsiteY1262" fmla="*/ 3022318 h 3882143"/>
              <a:gd name="connsiteX1263" fmla="*/ 3334114 w 12184002"/>
              <a:gd name="connsiteY1263" fmla="*/ 3022318 h 3882143"/>
              <a:gd name="connsiteX1264" fmla="*/ 3330357 w 12184002"/>
              <a:gd name="connsiteY1264" fmla="*/ 3018560 h 3882143"/>
              <a:gd name="connsiteX1265" fmla="*/ 3334114 w 12184002"/>
              <a:gd name="connsiteY1265" fmla="*/ 3014803 h 3882143"/>
              <a:gd name="connsiteX1266" fmla="*/ 8988511 w 12184002"/>
              <a:gd name="connsiteY1266" fmla="*/ 3007290 h 3882143"/>
              <a:gd name="connsiteX1267" fmla="*/ 8993845 w 12184002"/>
              <a:gd name="connsiteY1267" fmla="*/ 3007290 h 3882143"/>
              <a:gd name="connsiteX1268" fmla="*/ 8993845 w 12184002"/>
              <a:gd name="connsiteY1268" fmla="*/ 3012625 h 3882143"/>
              <a:gd name="connsiteX1269" fmla="*/ 8887982 w 12184002"/>
              <a:gd name="connsiteY1269" fmla="*/ 3118891 h 3882143"/>
              <a:gd name="connsiteX1270" fmla="*/ 8887982 w 12184002"/>
              <a:gd name="connsiteY1270" fmla="*/ 3273639 h 3882143"/>
              <a:gd name="connsiteX1271" fmla="*/ 8884225 w 12184002"/>
              <a:gd name="connsiteY1271" fmla="*/ 3277396 h 3882143"/>
              <a:gd name="connsiteX1272" fmla="*/ 8880469 w 12184002"/>
              <a:gd name="connsiteY1272" fmla="*/ 3273639 h 3882143"/>
              <a:gd name="connsiteX1273" fmla="*/ 8880469 w 12184002"/>
              <a:gd name="connsiteY1273" fmla="*/ 3126434 h 3882143"/>
              <a:gd name="connsiteX1274" fmla="*/ 8777460 w 12184002"/>
              <a:gd name="connsiteY1274" fmla="*/ 3229834 h 3882143"/>
              <a:gd name="connsiteX1275" fmla="*/ 8777460 w 12184002"/>
              <a:gd name="connsiteY1275" fmla="*/ 3794987 h 3882143"/>
              <a:gd name="connsiteX1276" fmla="*/ 8691609 w 12184002"/>
              <a:gd name="connsiteY1276" fmla="*/ 3882143 h 3882143"/>
              <a:gd name="connsiteX1277" fmla="*/ 8681010 w 12184002"/>
              <a:gd name="connsiteY1277" fmla="*/ 3882143 h 3882143"/>
              <a:gd name="connsiteX1278" fmla="*/ 8769872 w 12184002"/>
              <a:gd name="connsiteY1278" fmla="*/ 3791906 h 3882143"/>
              <a:gd name="connsiteX1279" fmla="*/ 8769872 w 12184002"/>
              <a:gd name="connsiteY1279" fmla="*/ 3226679 h 3882143"/>
              <a:gd name="connsiteX1280" fmla="*/ 3190158 w 12184002"/>
              <a:gd name="connsiteY1280" fmla="*/ 3007290 h 3882143"/>
              <a:gd name="connsiteX1281" fmla="*/ 3195492 w 12184002"/>
              <a:gd name="connsiteY1281" fmla="*/ 3007290 h 3882143"/>
              <a:gd name="connsiteX1282" fmla="*/ 3414130 w 12184002"/>
              <a:gd name="connsiteY1282" fmla="*/ 3226679 h 3882143"/>
              <a:gd name="connsiteX1283" fmla="*/ 3414130 w 12184002"/>
              <a:gd name="connsiteY1283" fmla="*/ 3791906 h 3882143"/>
              <a:gd name="connsiteX1284" fmla="*/ 3502993 w 12184002"/>
              <a:gd name="connsiteY1284" fmla="*/ 3882143 h 3882143"/>
              <a:gd name="connsiteX1285" fmla="*/ 3492394 w 12184002"/>
              <a:gd name="connsiteY1285" fmla="*/ 3882143 h 3882143"/>
              <a:gd name="connsiteX1286" fmla="*/ 3406543 w 12184002"/>
              <a:gd name="connsiteY1286" fmla="*/ 3794987 h 3882143"/>
              <a:gd name="connsiteX1287" fmla="*/ 3406543 w 12184002"/>
              <a:gd name="connsiteY1287" fmla="*/ 3229834 h 3882143"/>
              <a:gd name="connsiteX1288" fmla="*/ 3303534 w 12184002"/>
              <a:gd name="connsiteY1288" fmla="*/ 3126434 h 3882143"/>
              <a:gd name="connsiteX1289" fmla="*/ 3303534 w 12184002"/>
              <a:gd name="connsiteY1289" fmla="*/ 3273639 h 3882143"/>
              <a:gd name="connsiteX1290" fmla="*/ 3299777 w 12184002"/>
              <a:gd name="connsiteY1290" fmla="*/ 3277396 h 3882143"/>
              <a:gd name="connsiteX1291" fmla="*/ 3296020 w 12184002"/>
              <a:gd name="connsiteY1291" fmla="*/ 3273639 h 3882143"/>
              <a:gd name="connsiteX1292" fmla="*/ 3296020 w 12184002"/>
              <a:gd name="connsiteY1292" fmla="*/ 3118891 h 3882143"/>
              <a:gd name="connsiteX1293" fmla="*/ 3190158 w 12184002"/>
              <a:gd name="connsiteY1293" fmla="*/ 3012625 h 3882143"/>
              <a:gd name="connsiteX1294" fmla="*/ 3190158 w 12184002"/>
              <a:gd name="connsiteY1294" fmla="*/ 3007290 h 3882143"/>
              <a:gd name="connsiteX1295" fmla="*/ 9228335 w 12184002"/>
              <a:gd name="connsiteY1295" fmla="*/ 2983328 h 3882143"/>
              <a:gd name="connsiteX1296" fmla="*/ 9252604 w 12184002"/>
              <a:gd name="connsiteY1296" fmla="*/ 3007745 h 3882143"/>
              <a:gd name="connsiteX1297" fmla="*/ 9247986 w 12184002"/>
              <a:gd name="connsiteY1297" fmla="*/ 3018938 h 3882143"/>
              <a:gd name="connsiteX1298" fmla="*/ 9455013 w 12184002"/>
              <a:gd name="connsiteY1298" fmla="*/ 3226675 h 3882143"/>
              <a:gd name="connsiteX1299" fmla="*/ 9455013 w 12184002"/>
              <a:gd name="connsiteY1299" fmla="*/ 3791904 h 3882143"/>
              <a:gd name="connsiteX1300" fmla="*/ 9543878 w 12184002"/>
              <a:gd name="connsiteY1300" fmla="*/ 3882143 h 3882143"/>
              <a:gd name="connsiteX1301" fmla="*/ 9533204 w 12184002"/>
              <a:gd name="connsiteY1301" fmla="*/ 3882143 h 3882143"/>
              <a:gd name="connsiteX1302" fmla="*/ 9447425 w 12184002"/>
              <a:gd name="connsiteY1302" fmla="*/ 3795060 h 3882143"/>
              <a:gd name="connsiteX1303" fmla="*/ 9447425 w 12184002"/>
              <a:gd name="connsiteY1303" fmla="*/ 3229830 h 3882143"/>
              <a:gd name="connsiteX1304" fmla="*/ 9243991 w 12184002"/>
              <a:gd name="connsiteY1304" fmla="*/ 3025622 h 3882143"/>
              <a:gd name="connsiteX1305" fmla="*/ 9228335 w 12184002"/>
              <a:gd name="connsiteY1305" fmla="*/ 3032163 h 3882143"/>
              <a:gd name="connsiteX1306" fmla="*/ 9204067 w 12184002"/>
              <a:gd name="connsiteY1306" fmla="*/ 3007745 h 3882143"/>
              <a:gd name="connsiteX1307" fmla="*/ 9228335 w 12184002"/>
              <a:gd name="connsiteY1307" fmla="*/ 2983328 h 3882143"/>
              <a:gd name="connsiteX1308" fmla="*/ 2955667 w 12184002"/>
              <a:gd name="connsiteY1308" fmla="*/ 2983328 h 3882143"/>
              <a:gd name="connsiteX1309" fmla="*/ 2979935 w 12184002"/>
              <a:gd name="connsiteY1309" fmla="*/ 3007745 h 3882143"/>
              <a:gd name="connsiteX1310" fmla="*/ 2955667 w 12184002"/>
              <a:gd name="connsiteY1310" fmla="*/ 3032163 h 3882143"/>
              <a:gd name="connsiteX1311" fmla="*/ 2940012 w 12184002"/>
              <a:gd name="connsiteY1311" fmla="*/ 3025622 h 3882143"/>
              <a:gd name="connsiteX1312" fmla="*/ 2736579 w 12184002"/>
              <a:gd name="connsiteY1312" fmla="*/ 3229830 h 3882143"/>
              <a:gd name="connsiteX1313" fmla="*/ 2736579 w 12184002"/>
              <a:gd name="connsiteY1313" fmla="*/ 3795060 h 3882143"/>
              <a:gd name="connsiteX1314" fmla="*/ 2650799 w 12184002"/>
              <a:gd name="connsiteY1314" fmla="*/ 3882143 h 3882143"/>
              <a:gd name="connsiteX1315" fmla="*/ 2640125 w 12184002"/>
              <a:gd name="connsiteY1315" fmla="*/ 3882143 h 3882143"/>
              <a:gd name="connsiteX1316" fmla="*/ 2728989 w 12184002"/>
              <a:gd name="connsiteY1316" fmla="*/ 3791904 h 3882143"/>
              <a:gd name="connsiteX1317" fmla="*/ 2728989 w 12184002"/>
              <a:gd name="connsiteY1317" fmla="*/ 3226675 h 3882143"/>
              <a:gd name="connsiteX1318" fmla="*/ 2936017 w 12184002"/>
              <a:gd name="connsiteY1318" fmla="*/ 3018938 h 3882143"/>
              <a:gd name="connsiteX1319" fmla="*/ 2931399 w 12184002"/>
              <a:gd name="connsiteY1319" fmla="*/ 3007745 h 3882143"/>
              <a:gd name="connsiteX1320" fmla="*/ 2955667 w 12184002"/>
              <a:gd name="connsiteY1320" fmla="*/ 2983328 h 3882143"/>
              <a:gd name="connsiteX1321" fmla="*/ 11137546 w 12184002"/>
              <a:gd name="connsiteY1321" fmla="*/ 2982195 h 3882143"/>
              <a:gd name="connsiteX1322" fmla="*/ 11141303 w 12184002"/>
              <a:gd name="connsiteY1322" fmla="*/ 2985952 h 3882143"/>
              <a:gd name="connsiteX1323" fmla="*/ 11141303 w 12184002"/>
              <a:gd name="connsiteY1323" fmla="*/ 3399333 h 3882143"/>
              <a:gd name="connsiteX1324" fmla="*/ 11029955 w 12184002"/>
              <a:gd name="connsiteY1324" fmla="*/ 3399333 h 3882143"/>
              <a:gd name="connsiteX1325" fmla="*/ 11026198 w 12184002"/>
              <a:gd name="connsiteY1325" fmla="*/ 3395576 h 3882143"/>
              <a:gd name="connsiteX1326" fmla="*/ 11029955 w 12184002"/>
              <a:gd name="connsiteY1326" fmla="*/ 3391819 h 3882143"/>
              <a:gd name="connsiteX1327" fmla="*/ 11133790 w 12184002"/>
              <a:gd name="connsiteY1327" fmla="*/ 3391819 h 3882143"/>
              <a:gd name="connsiteX1328" fmla="*/ 11133790 w 12184002"/>
              <a:gd name="connsiteY1328" fmla="*/ 2985952 h 3882143"/>
              <a:gd name="connsiteX1329" fmla="*/ 11137546 w 12184002"/>
              <a:gd name="connsiteY1329" fmla="*/ 2982195 h 3882143"/>
              <a:gd name="connsiteX1330" fmla="*/ 1046456 w 12184002"/>
              <a:gd name="connsiteY1330" fmla="*/ 2982195 h 3882143"/>
              <a:gd name="connsiteX1331" fmla="*/ 1050212 w 12184002"/>
              <a:gd name="connsiteY1331" fmla="*/ 2985952 h 3882143"/>
              <a:gd name="connsiteX1332" fmla="*/ 1050212 w 12184002"/>
              <a:gd name="connsiteY1332" fmla="*/ 3391819 h 3882143"/>
              <a:gd name="connsiteX1333" fmla="*/ 1154047 w 12184002"/>
              <a:gd name="connsiteY1333" fmla="*/ 3391819 h 3882143"/>
              <a:gd name="connsiteX1334" fmla="*/ 1157804 w 12184002"/>
              <a:gd name="connsiteY1334" fmla="*/ 3395576 h 3882143"/>
              <a:gd name="connsiteX1335" fmla="*/ 1154047 w 12184002"/>
              <a:gd name="connsiteY1335" fmla="*/ 3399333 h 3882143"/>
              <a:gd name="connsiteX1336" fmla="*/ 1042700 w 12184002"/>
              <a:gd name="connsiteY1336" fmla="*/ 3399333 h 3882143"/>
              <a:gd name="connsiteX1337" fmla="*/ 1042700 w 12184002"/>
              <a:gd name="connsiteY1337" fmla="*/ 2985952 h 3882143"/>
              <a:gd name="connsiteX1338" fmla="*/ 1046456 w 12184002"/>
              <a:gd name="connsiteY1338" fmla="*/ 2982195 h 3882143"/>
              <a:gd name="connsiteX1339" fmla="*/ 10881492 w 12184002"/>
              <a:gd name="connsiteY1339" fmla="*/ 2971077 h 3882143"/>
              <a:gd name="connsiteX1340" fmla="*/ 11000278 w 12184002"/>
              <a:gd name="connsiteY1340" fmla="*/ 2971077 h 3882143"/>
              <a:gd name="connsiteX1341" fmla="*/ 11000278 w 12184002"/>
              <a:gd name="connsiteY1341" fmla="*/ 3190837 h 3882143"/>
              <a:gd name="connsiteX1342" fmla="*/ 10996521 w 12184002"/>
              <a:gd name="connsiteY1342" fmla="*/ 3194593 h 3882143"/>
              <a:gd name="connsiteX1343" fmla="*/ 10996521 w 12184002"/>
              <a:gd name="connsiteY1343" fmla="*/ 3194520 h 3882143"/>
              <a:gd name="connsiteX1344" fmla="*/ 10992764 w 12184002"/>
              <a:gd name="connsiteY1344" fmla="*/ 3190762 h 3882143"/>
              <a:gd name="connsiteX1345" fmla="*/ 10992764 w 12184002"/>
              <a:gd name="connsiteY1345" fmla="*/ 2978590 h 3882143"/>
              <a:gd name="connsiteX1346" fmla="*/ 10881492 w 12184002"/>
              <a:gd name="connsiteY1346" fmla="*/ 2978590 h 3882143"/>
              <a:gd name="connsiteX1347" fmla="*/ 10877735 w 12184002"/>
              <a:gd name="connsiteY1347" fmla="*/ 2974835 h 3882143"/>
              <a:gd name="connsiteX1348" fmla="*/ 10881492 w 12184002"/>
              <a:gd name="connsiteY1348" fmla="*/ 2971077 h 3882143"/>
              <a:gd name="connsiteX1349" fmla="*/ 1183725 w 12184002"/>
              <a:gd name="connsiteY1349" fmla="*/ 2971077 h 3882143"/>
              <a:gd name="connsiteX1350" fmla="*/ 1302511 w 12184002"/>
              <a:gd name="connsiteY1350" fmla="*/ 2971077 h 3882143"/>
              <a:gd name="connsiteX1351" fmla="*/ 1306268 w 12184002"/>
              <a:gd name="connsiteY1351" fmla="*/ 2974835 h 3882143"/>
              <a:gd name="connsiteX1352" fmla="*/ 1302511 w 12184002"/>
              <a:gd name="connsiteY1352" fmla="*/ 2978590 h 3882143"/>
              <a:gd name="connsiteX1353" fmla="*/ 1191238 w 12184002"/>
              <a:gd name="connsiteY1353" fmla="*/ 2978590 h 3882143"/>
              <a:gd name="connsiteX1354" fmla="*/ 1191238 w 12184002"/>
              <a:gd name="connsiteY1354" fmla="*/ 3190762 h 3882143"/>
              <a:gd name="connsiteX1355" fmla="*/ 1187482 w 12184002"/>
              <a:gd name="connsiteY1355" fmla="*/ 3194520 h 3882143"/>
              <a:gd name="connsiteX1356" fmla="*/ 1187482 w 12184002"/>
              <a:gd name="connsiteY1356" fmla="*/ 3194593 h 3882143"/>
              <a:gd name="connsiteX1357" fmla="*/ 1183725 w 12184002"/>
              <a:gd name="connsiteY1357" fmla="*/ 3190837 h 3882143"/>
              <a:gd name="connsiteX1358" fmla="*/ 7224533 w 12184002"/>
              <a:gd name="connsiteY1358" fmla="*/ 2971003 h 3882143"/>
              <a:gd name="connsiteX1359" fmla="*/ 7343318 w 12184002"/>
              <a:gd name="connsiteY1359" fmla="*/ 2971003 h 3882143"/>
              <a:gd name="connsiteX1360" fmla="*/ 7347075 w 12184002"/>
              <a:gd name="connsiteY1360" fmla="*/ 2974760 h 3882143"/>
              <a:gd name="connsiteX1361" fmla="*/ 7343318 w 12184002"/>
              <a:gd name="connsiteY1361" fmla="*/ 2978517 h 3882143"/>
              <a:gd name="connsiteX1362" fmla="*/ 7232046 w 12184002"/>
              <a:gd name="connsiteY1362" fmla="*/ 2978517 h 3882143"/>
              <a:gd name="connsiteX1363" fmla="*/ 7232046 w 12184002"/>
              <a:gd name="connsiteY1363" fmla="*/ 3175255 h 3882143"/>
              <a:gd name="connsiteX1364" fmla="*/ 7232497 w 12184002"/>
              <a:gd name="connsiteY1364" fmla="*/ 3175067 h 3882143"/>
              <a:gd name="connsiteX1365" fmla="*/ 7256764 w 12184002"/>
              <a:gd name="connsiteY1365" fmla="*/ 3199485 h 3882143"/>
              <a:gd name="connsiteX1366" fmla="*/ 7232497 w 12184002"/>
              <a:gd name="connsiteY1366" fmla="*/ 3223903 h 3882143"/>
              <a:gd name="connsiteX1367" fmla="*/ 7208228 w 12184002"/>
              <a:gd name="connsiteY1367" fmla="*/ 3199485 h 3882143"/>
              <a:gd name="connsiteX1368" fmla="*/ 7215347 w 12184002"/>
              <a:gd name="connsiteY1368" fmla="*/ 3182203 h 3882143"/>
              <a:gd name="connsiteX1369" fmla="*/ 7224533 w 12184002"/>
              <a:gd name="connsiteY1369" fmla="*/ 3178382 h 3882143"/>
              <a:gd name="connsiteX1370" fmla="*/ 4840685 w 12184002"/>
              <a:gd name="connsiteY1370" fmla="*/ 2971003 h 3882143"/>
              <a:gd name="connsiteX1371" fmla="*/ 4959471 w 12184002"/>
              <a:gd name="connsiteY1371" fmla="*/ 2971003 h 3882143"/>
              <a:gd name="connsiteX1372" fmla="*/ 4959471 w 12184002"/>
              <a:gd name="connsiteY1372" fmla="*/ 3178382 h 3882143"/>
              <a:gd name="connsiteX1373" fmla="*/ 4968656 w 12184002"/>
              <a:gd name="connsiteY1373" fmla="*/ 3182203 h 3882143"/>
              <a:gd name="connsiteX1374" fmla="*/ 4975775 w 12184002"/>
              <a:gd name="connsiteY1374" fmla="*/ 3199485 h 3882143"/>
              <a:gd name="connsiteX1375" fmla="*/ 4951507 w 12184002"/>
              <a:gd name="connsiteY1375" fmla="*/ 3223903 h 3882143"/>
              <a:gd name="connsiteX1376" fmla="*/ 4927239 w 12184002"/>
              <a:gd name="connsiteY1376" fmla="*/ 3199485 h 3882143"/>
              <a:gd name="connsiteX1377" fmla="*/ 4951507 w 12184002"/>
              <a:gd name="connsiteY1377" fmla="*/ 3175067 h 3882143"/>
              <a:gd name="connsiteX1378" fmla="*/ 4951957 w 12184002"/>
              <a:gd name="connsiteY1378" fmla="*/ 3175255 h 3882143"/>
              <a:gd name="connsiteX1379" fmla="*/ 4951957 w 12184002"/>
              <a:gd name="connsiteY1379" fmla="*/ 2978517 h 3882143"/>
              <a:gd name="connsiteX1380" fmla="*/ 4840685 w 12184002"/>
              <a:gd name="connsiteY1380" fmla="*/ 2978517 h 3882143"/>
              <a:gd name="connsiteX1381" fmla="*/ 4836928 w 12184002"/>
              <a:gd name="connsiteY1381" fmla="*/ 2974760 h 3882143"/>
              <a:gd name="connsiteX1382" fmla="*/ 4840685 w 12184002"/>
              <a:gd name="connsiteY1382" fmla="*/ 2971003 h 3882143"/>
              <a:gd name="connsiteX1383" fmla="*/ 11717952 w 12184002"/>
              <a:gd name="connsiteY1383" fmla="*/ 2926977 h 3882143"/>
              <a:gd name="connsiteX1384" fmla="*/ 11723286 w 12184002"/>
              <a:gd name="connsiteY1384" fmla="*/ 2926977 h 3882143"/>
              <a:gd name="connsiteX1385" fmla="*/ 11959580 w 12184002"/>
              <a:gd name="connsiteY1385" fmla="*/ 3164091 h 3882143"/>
              <a:gd name="connsiteX1386" fmla="*/ 11959580 w 12184002"/>
              <a:gd name="connsiteY1386" fmla="*/ 3524730 h 3882143"/>
              <a:gd name="connsiteX1387" fmla="*/ 11958528 w 12184002"/>
              <a:gd name="connsiteY1387" fmla="*/ 3525857 h 3882143"/>
              <a:gd name="connsiteX1388" fmla="*/ 11931704 w 12184002"/>
              <a:gd name="connsiteY1388" fmla="*/ 3553176 h 3882143"/>
              <a:gd name="connsiteX1389" fmla="*/ 11931704 w 12184002"/>
              <a:gd name="connsiteY1389" fmla="*/ 3836911 h 3882143"/>
              <a:gd name="connsiteX1390" fmla="*/ 11751835 w 12184002"/>
              <a:gd name="connsiteY1390" fmla="*/ 3836911 h 3882143"/>
              <a:gd name="connsiteX1391" fmla="*/ 11833222 w 12184002"/>
              <a:gd name="connsiteY1391" fmla="*/ 3755264 h 3882143"/>
              <a:gd name="connsiteX1392" fmla="*/ 11830800 w 12184002"/>
              <a:gd name="connsiteY1392" fmla="*/ 3749385 h 3882143"/>
              <a:gd name="connsiteX1393" fmla="*/ 11855069 w 12184002"/>
              <a:gd name="connsiteY1393" fmla="*/ 3724968 h 3882143"/>
              <a:gd name="connsiteX1394" fmla="*/ 11879336 w 12184002"/>
              <a:gd name="connsiteY1394" fmla="*/ 3749385 h 3882143"/>
              <a:gd name="connsiteX1395" fmla="*/ 11855069 w 12184002"/>
              <a:gd name="connsiteY1395" fmla="*/ 3773804 h 3882143"/>
              <a:gd name="connsiteX1396" fmla="*/ 11837919 w 12184002"/>
              <a:gd name="connsiteY1396" fmla="*/ 3766666 h 3882143"/>
              <a:gd name="connsiteX1397" fmla="*/ 11836338 w 12184002"/>
              <a:gd name="connsiteY1397" fmla="*/ 3762831 h 3882143"/>
              <a:gd name="connsiteX1398" fmla="*/ 11770093 w 12184002"/>
              <a:gd name="connsiteY1398" fmla="*/ 3829321 h 3882143"/>
              <a:gd name="connsiteX1399" fmla="*/ 11924191 w 12184002"/>
              <a:gd name="connsiteY1399" fmla="*/ 3829321 h 3882143"/>
              <a:gd name="connsiteX1400" fmla="*/ 11924191 w 12184002"/>
              <a:gd name="connsiteY1400" fmla="*/ 3560828 h 3882143"/>
              <a:gd name="connsiteX1401" fmla="*/ 11919722 w 12184002"/>
              <a:gd name="connsiteY1401" fmla="*/ 3565380 h 3882143"/>
              <a:gd name="connsiteX1402" fmla="*/ 11609608 w 12184002"/>
              <a:gd name="connsiteY1402" fmla="*/ 3877022 h 3882143"/>
              <a:gd name="connsiteX1403" fmla="*/ 11603729 w 12184002"/>
              <a:gd name="connsiteY1403" fmla="*/ 3882143 h 3882143"/>
              <a:gd name="connsiteX1404" fmla="*/ 11594242 w 12184002"/>
              <a:gd name="connsiteY1404" fmla="*/ 3882143 h 3882143"/>
              <a:gd name="connsiteX1405" fmla="*/ 11595109 w 12184002"/>
              <a:gd name="connsiteY1405" fmla="*/ 3880112 h 3882143"/>
              <a:gd name="connsiteX1406" fmla="*/ 11951991 w 12184002"/>
              <a:gd name="connsiteY1406" fmla="*/ 3521651 h 3882143"/>
              <a:gd name="connsiteX1407" fmla="*/ 11951991 w 12184002"/>
              <a:gd name="connsiteY1407" fmla="*/ 3167246 h 3882143"/>
              <a:gd name="connsiteX1408" fmla="*/ 11717952 w 12184002"/>
              <a:gd name="connsiteY1408" fmla="*/ 2932312 h 3882143"/>
              <a:gd name="connsiteX1409" fmla="*/ 11717952 w 12184002"/>
              <a:gd name="connsiteY1409" fmla="*/ 2926977 h 3882143"/>
              <a:gd name="connsiteX1410" fmla="*/ 460718 w 12184002"/>
              <a:gd name="connsiteY1410" fmla="*/ 2926977 h 3882143"/>
              <a:gd name="connsiteX1411" fmla="*/ 466052 w 12184002"/>
              <a:gd name="connsiteY1411" fmla="*/ 2926977 h 3882143"/>
              <a:gd name="connsiteX1412" fmla="*/ 466052 w 12184002"/>
              <a:gd name="connsiteY1412" fmla="*/ 2932312 h 3882143"/>
              <a:gd name="connsiteX1413" fmla="*/ 232012 w 12184002"/>
              <a:gd name="connsiteY1413" fmla="*/ 3167246 h 3882143"/>
              <a:gd name="connsiteX1414" fmla="*/ 232012 w 12184002"/>
              <a:gd name="connsiteY1414" fmla="*/ 3521651 h 3882143"/>
              <a:gd name="connsiteX1415" fmla="*/ 588894 w 12184002"/>
              <a:gd name="connsiteY1415" fmla="*/ 3880112 h 3882143"/>
              <a:gd name="connsiteX1416" fmla="*/ 589760 w 12184002"/>
              <a:gd name="connsiteY1416" fmla="*/ 3882143 h 3882143"/>
              <a:gd name="connsiteX1417" fmla="*/ 580273 w 12184002"/>
              <a:gd name="connsiteY1417" fmla="*/ 3882143 h 3882143"/>
              <a:gd name="connsiteX1418" fmla="*/ 574394 w 12184002"/>
              <a:gd name="connsiteY1418" fmla="*/ 3877022 h 3882143"/>
              <a:gd name="connsiteX1419" fmla="*/ 264281 w 12184002"/>
              <a:gd name="connsiteY1419" fmla="*/ 3565380 h 3882143"/>
              <a:gd name="connsiteX1420" fmla="*/ 259811 w 12184002"/>
              <a:gd name="connsiteY1420" fmla="*/ 3560828 h 3882143"/>
              <a:gd name="connsiteX1421" fmla="*/ 259811 w 12184002"/>
              <a:gd name="connsiteY1421" fmla="*/ 3829321 h 3882143"/>
              <a:gd name="connsiteX1422" fmla="*/ 413909 w 12184002"/>
              <a:gd name="connsiteY1422" fmla="*/ 3829321 h 3882143"/>
              <a:gd name="connsiteX1423" fmla="*/ 347664 w 12184002"/>
              <a:gd name="connsiteY1423" fmla="*/ 3762831 h 3882143"/>
              <a:gd name="connsiteX1424" fmla="*/ 346084 w 12184002"/>
              <a:gd name="connsiteY1424" fmla="*/ 3766666 h 3882143"/>
              <a:gd name="connsiteX1425" fmla="*/ 328934 w 12184002"/>
              <a:gd name="connsiteY1425" fmla="*/ 3773804 h 3882143"/>
              <a:gd name="connsiteX1426" fmla="*/ 304666 w 12184002"/>
              <a:gd name="connsiteY1426" fmla="*/ 3749385 h 3882143"/>
              <a:gd name="connsiteX1427" fmla="*/ 328934 w 12184002"/>
              <a:gd name="connsiteY1427" fmla="*/ 3724968 h 3882143"/>
              <a:gd name="connsiteX1428" fmla="*/ 353203 w 12184002"/>
              <a:gd name="connsiteY1428" fmla="*/ 3749385 h 3882143"/>
              <a:gd name="connsiteX1429" fmla="*/ 350780 w 12184002"/>
              <a:gd name="connsiteY1429" fmla="*/ 3755264 h 3882143"/>
              <a:gd name="connsiteX1430" fmla="*/ 432167 w 12184002"/>
              <a:gd name="connsiteY1430" fmla="*/ 3836911 h 3882143"/>
              <a:gd name="connsiteX1431" fmla="*/ 252298 w 12184002"/>
              <a:gd name="connsiteY1431" fmla="*/ 3836911 h 3882143"/>
              <a:gd name="connsiteX1432" fmla="*/ 252298 w 12184002"/>
              <a:gd name="connsiteY1432" fmla="*/ 3553176 h 3882143"/>
              <a:gd name="connsiteX1433" fmla="*/ 225474 w 12184002"/>
              <a:gd name="connsiteY1433" fmla="*/ 3525857 h 3882143"/>
              <a:gd name="connsiteX1434" fmla="*/ 224422 w 12184002"/>
              <a:gd name="connsiteY1434" fmla="*/ 3524730 h 3882143"/>
              <a:gd name="connsiteX1435" fmla="*/ 224422 w 12184002"/>
              <a:gd name="connsiteY1435" fmla="*/ 3164091 h 3882143"/>
              <a:gd name="connsiteX1436" fmla="*/ 6501676 w 12184002"/>
              <a:gd name="connsiteY1436" fmla="*/ 2926903 h 3882143"/>
              <a:gd name="connsiteX1437" fmla="*/ 6507011 w 12184002"/>
              <a:gd name="connsiteY1437" fmla="*/ 2926903 h 3882143"/>
              <a:gd name="connsiteX1438" fmla="*/ 6507011 w 12184002"/>
              <a:gd name="connsiteY1438" fmla="*/ 2932237 h 3882143"/>
              <a:gd name="connsiteX1439" fmla="*/ 6272970 w 12184002"/>
              <a:gd name="connsiteY1439" fmla="*/ 3167176 h 3882143"/>
              <a:gd name="connsiteX1440" fmla="*/ 6272970 w 12184002"/>
              <a:gd name="connsiteY1440" fmla="*/ 3521579 h 3882143"/>
              <a:gd name="connsiteX1441" fmla="*/ 6629928 w 12184002"/>
              <a:gd name="connsiteY1441" fmla="*/ 3880040 h 3882143"/>
              <a:gd name="connsiteX1442" fmla="*/ 6630877 w 12184002"/>
              <a:gd name="connsiteY1442" fmla="*/ 3882143 h 3882143"/>
              <a:gd name="connsiteX1443" fmla="*/ 6621305 w 12184002"/>
              <a:gd name="connsiteY1443" fmla="*/ 3882143 h 3882143"/>
              <a:gd name="connsiteX1444" fmla="*/ 6615332 w 12184002"/>
              <a:gd name="connsiteY1444" fmla="*/ 3876951 h 3882143"/>
              <a:gd name="connsiteX1445" fmla="*/ 6305214 w 12184002"/>
              <a:gd name="connsiteY1445" fmla="*/ 3565308 h 3882143"/>
              <a:gd name="connsiteX1446" fmla="*/ 6300619 w 12184002"/>
              <a:gd name="connsiteY1446" fmla="*/ 3560625 h 3882143"/>
              <a:gd name="connsiteX1447" fmla="*/ 6300619 w 12184002"/>
              <a:gd name="connsiteY1447" fmla="*/ 3829401 h 3882143"/>
              <a:gd name="connsiteX1448" fmla="*/ 6454717 w 12184002"/>
              <a:gd name="connsiteY1448" fmla="*/ 3829401 h 3882143"/>
              <a:gd name="connsiteX1449" fmla="*/ 6393477 w 12184002"/>
              <a:gd name="connsiteY1449" fmla="*/ 3767936 h 3882143"/>
              <a:gd name="connsiteX1450" fmla="*/ 6385369 w 12184002"/>
              <a:gd name="connsiteY1450" fmla="*/ 3771324 h 3882143"/>
              <a:gd name="connsiteX1451" fmla="*/ 6361101 w 12184002"/>
              <a:gd name="connsiteY1451" fmla="*/ 3746906 h 3882143"/>
              <a:gd name="connsiteX1452" fmla="*/ 6385369 w 12184002"/>
              <a:gd name="connsiteY1452" fmla="*/ 3722488 h 3882143"/>
              <a:gd name="connsiteX1453" fmla="*/ 6409637 w 12184002"/>
              <a:gd name="connsiteY1453" fmla="*/ 3746906 h 3882143"/>
              <a:gd name="connsiteX1454" fmla="*/ 6402518 w 12184002"/>
              <a:gd name="connsiteY1454" fmla="*/ 3764159 h 3882143"/>
              <a:gd name="connsiteX1455" fmla="*/ 6400993 w 12184002"/>
              <a:gd name="connsiteY1455" fmla="*/ 3764796 h 3882143"/>
              <a:gd name="connsiteX1456" fmla="*/ 6472825 w 12184002"/>
              <a:gd name="connsiteY1456" fmla="*/ 3836915 h 3882143"/>
              <a:gd name="connsiteX1457" fmla="*/ 6293105 w 12184002"/>
              <a:gd name="connsiteY1457" fmla="*/ 3836915 h 3882143"/>
              <a:gd name="connsiteX1458" fmla="*/ 6293105 w 12184002"/>
              <a:gd name="connsiteY1458" fmla="*/ 3556592 h 3882143"/>
              <a:gd name="connsiteX1459" fmla="*/ 6294900 w 12184002"/>
              <a:gd name="connsiteY1459" fmla="*/ 3554796 h 3882143"/>
              <a:gd name="connsiteX1460" fmla="*/ 6266433 w 12184002"/>
              <a:gd name="connsiteY1460" fmla="*/ 3525786 h 3882143"/>
              <a:gd name="connsiteX1461" fmla="*/ 6265382 w 12184002"/>
              <a:gd name="connsiteY1461" fmla="*/ 3524660 h 3882143"/>
              <a:gd name="connsiteX1462" fmla="*/ 6265382 w 12184002"/>
              <a:gd name="connsiteY1462" fmla="*/ 3164020 h 3882143"/>
              <a:gd name="connsiteX1463" fmla="*/ 5676992 w 12184002"/>
              <a:gd name="connsiteY1463" fmla="*/ 2926903 h 3882143"/>
              <a:gd name="connsiteX1464" fmla="*/ 5682328 w 12184002"/>
              <a:gd name="connsiteY1464" fmla="*/ 2926903 h 3882143"/>
              <a:gd name="connsiteX1465" fmla="*/ 5918621 w 12184002"/>
              <a:gd name="connsiteY1465" fmla="*/ 3164020 h 3882143"/>
              <a:gd name="connsiteX1466" fmla="*/ 5918621 w 12184002"/>
              <a:gd name="connsiteY1466" fmla="*/ 3524660 h 3882143"/>
              <a:gd name="connsiteX1467" fmla="*/ 5917570 w 12184002"/>
              <a:gd name="connsiteY1467" fmla="*/ 3525786 h 3882143"/>
              <a:gd name="connsiteX1468" fmla="*/ 5889104 w 12184002"/>
              <a:gd name="connsiteY1468" fmla="*/ 3554796 h 3882143"/>
              <a:gd name="connsiteX1469" fmla="*/ 5890898 w 12184002"/>
              <a:gd name="connsiteY1469" fmla="*/ 3556592 h 3882143"/>
              <a:gd name="connsiteX1470" fmla="*/ 5890898 w 12184002"/>
              <a:gd name="connsiteY1470" fmla="*/ 3836915 h 3882143"/>
              <a:gd name="connsiteX1471" fmla="*/ 5711178 w 12184002"/>
              <a:gd name="connsiteY1471" fmla="*/ 3836915 h 3882143"/>
              <a:gd name="connsiteX1472" fmla="*/ 5783011 w 12184002"/>
              <a:gd name="connsiteY1472" fmla="*/ 3764796 h 3882143"/>
              <a:gd name="connsiteX1473" fmla="*/ 5781485 w 12184002"/>
              <a:gd name="connsiteY1473" fmla="*/ 3764159 h 3882143"/>
              <a:gd name="connsiteX1474" fmla="*/ 5774366 w 12184002"/>
              <a:gd name="connsiteY1474" fmla="*/ 3746906 h 3882143"/>
              <a:gd name="connsiteX1475" fmla="*/ 5798633 w 12184002"/>
              <a:gd name="connsiteY1475" fmla="*/ 3722488 h 3882143"/>
              <a:gd name="connsiteX1476" fmla="*/ 5822902 w 12184002"/>
              <a:gd name="connsiteY1476" fmla="*/ 3746906 h 3882143"/>
              <a:gd name="connsiteX1477" fmla="*/ 5798633 w 12184002"/>
              <a:gd name="connsiteY1477" fmla="*/ 3771324 h 3882143"/>
              <a:gd name="connsiteX1478" fmla="*/ 5790525 w 12184002"/>
              <a:gd name="connsiteY1478" fmla="*/ 3767936 h 3882143"/>
              <a:gd name="connsiteX1479" fmla="*/ 5729286 w 12184002"/>
              <a:gd name="connsiteY1479" fmla="*/ 3829401 h 3882143"/>
              <a:gd name="connsiteX1480" fmla="*/ 5883384 w 12184002"/>
              <a:gd name="connsiteY1480" fmla="*/ 3829401 h 3882143"/>
              <a:gd name="connsiteX1481" fmla="*/ 5883384 w 12184002"/>
              <a:gd name="connsiteY1481" fmla="*/ 3560625 h 3882143"/>
              <a:gd name="connsiteX1482" fmla="*/ 5878789 w 12184002"/>
              <a:gd name="connsiteY1482" fmla="*/ 3565308 h 3882143"/>
              <a:gd name="connsiteX1483" fmla="*/ 5568671 w 12184002"/>
              <a:gd name="connsiteY1483" fmla="*/ 3876951 h 3882143"/>
              <a:gd name="connsiteX1484" fmla="*/ 5562699 w 12184002"/>
              <a:gd name="connsiteY1484" fmla="*/ 3882143 h 3882143"/>
              <a:gd name="connsiteX1485" fmla="*/ 5553125 w 12184002"/>
              <a:gd name="connsiteY1485" fmla="*/ 3882143 h 3882143"/>
              <a:gd name="connsiteX1486" fmla="*/ 5554075 w 12184002"/>
              <a:gd name="connsiteY1486" fmla="*/ 3880040 h 3882143"/>
              <a:gd name="connsiteX1487" fmla="*/ 5911033 w 12184002"/>
              <a:gd name="connsiteY1487" fmla="*/ 3521579 h 3882143"/>
              <a:gd name="connsiteX1488" fmla="*/ 5911033 w 12184002"/>
              <a:gd name="connsiteY1488" fmla="*/ 3167176 h 3882143"/>
              <a:gd name="connsiteX1489" fmla="*/ 5676992 w 12184002"/>
              <a:gd name="connsiteY1489" fmla="*/ 2932237 h 3882143"/>
              <a:gd name="connsiteX1490" fmla="*/ 5676992 w 12184002"/>
              <a:gd name="connsiteY1490" fmla="*/ 2926903 h 3882143"/>
              <a:gd name="connsiteX1491" fmla="*/ 11520651 w 12184002"/>
              <a:gd name="connsiteY1491" fmla="*/ 2848989 h 3882143"/>
              <a:gd name="connsiteX1492" fmla="*/ 11738688 w 12184002"/>
              <a:gd name="connsiteY1492" fmla="*/ 2848989 h 3882143"/>
              <a:gd name="connsiteX1493" fmla="*/ 11742444 w 12184002"/>
              <a:gd name="connsiteY1493" fmla="*/ 2852746 h 3882143"/>
              <a:gd name="connsiteX1494" fmla="*/ 11738688 w 12184002"/>
              <a:gd name="connsiteY1494" fmla="*/ 2856503 h 3882143"/>
              <a:gd name="connsiteX1495" fmla="*/ 11528165 w 12184002"/>
              <a:gd name="connsiteY1495" fmla="*/ 2856503 h 3882143"/>
              <a:gd name="connsiteX1496" fmla="*/ 11528165 w 12184002"/>
              <a:gd name="connsiteY1496" fmla="*/ 2979642 h 3882143"/>
              <a:gd name="connsiteX1497" fmla="*/ 11638173 w 12184002"/>
              <a:gd name="connsiteY1497" fmla="*/ 3088029 h 3882143"/>
              <a:gd name="connsiteX1498" fmla="*/ 11690227 w 12184002"/>
              <a:gd name="connsiteY1498" fmla="*/ 3035764 h 3882143"/>
              <a:gd name="connsiteX1499" fmla="*/ 11608031 w 12184002"/>
              <a:gd name="connsiteY1499" fmla="*/ 2953268 h 3882143"/>
              <a:gd name="connsiteX1500" fmla="*/ 11608031 w 12184002"/>
              <a:gd name="connsiteY1500" fmla="*/ 2947934 h 3882143"/>
              <a:gd name="connsiteX1501" fmla="*/ 11613365 w 12184002"/>
              <a:gd name="connsiteY1501" fmla="*/ 2947934 h 3882143"/>
              <a:gd name="connsiteX1502" fmla="*/ 11700896 w 12184002"/>
              <a:gd name="connsiteY1502" fmla="*/ 3035840 h 3882143"/>
              <a:gd name="connsiteX1503" fmla="*/ 11643570 w 12184002"/>
              <a:gd name="connsiteY1503" fmla="*/ 3093377 h 3882143"/>
              <a:gd name="connsiteX1504" fmla="*/ 11681560 w 12184002"/>
              <a:gd name="connsiteY1504" fmla="*/ 3131054 h 3882143"/>
              <a:gd name="connsiteX1505" fmla="*/ 11766487 w 12184002"/>
              <a:gd name="connsiteY1505" fmla="*/ 3045832 h 3882143"/>
              <a:gd name="connsiteX1506" fmla="*/ 11893012 w 12184002"/>
              <a:gd name="connsiteY1506" fmla="*/ 3172808 h 3882143"/>
              <a:gd name="connsiteX1507" fmla="*/ 11835910 w 12184002"/>
              <a:gd name="connsiteY1507" fmla="*/ 3223972 h 3882143"/>
              <a:gd name="connsiteX1508" fmla="*/ 11835910 w 12184002"/>
              <a:gd name="connsiteY1508" fmla="*/ 3223897 h 3882143"/>
              <a:gd name="connsiteX1509" fmla="*/ 11777757 w 12184002"/>
              <a:gd name="connsiteY1509" fmla="*/ 3165519 h 3882143"/>
              <a:gd name="connsiteX1510" fmla="*/ 11777757 w 12184002"/>
              <a:gd name="connsiteY1510" fmla="*/ 3160185 h 3882143"/>
              <a:gd name="connsiteX1511" fmla="*/ 11783092 w 12184002"/>
              <a:gd name="connsiteY1511" fmla="*/ 3160185 h 3882143"/>
              <a:gd name="connsiteX1512" fmla="*/ 11836211 w 12184002"/>
              <a:gd name="connsiteY1512" fmla="*/ 3213530 h 3882143"/>
              <a:gd name="connsiteX1513" fmla="*/ 11882042 w 12184002"/>
              <a:gd name="connsiteY1513" fmla="*/ 3172507 h 3882143"/>
              <a:gd name="connsiteX1514" fmla="*/ 11766487 w 12184002"/>
              <a:gd name="connsiteY1514" fmla="*/ 3056501 h 3882143"/>
              <a:gd name="connsiteX1515" fmla="*/ 11686916 w 12184002"/>
              <a:gd name="connsiteY1515" fmla="*/ 3136368 h 3882143"/>
              <a:gd name="connsiteX1516" fmla="*/ 11722064 w 12184002"/>
              <a:gd name="connsiteY1516" fmla="*/ 3171228 h 3882143"/>
              <a:gd name="connsiteX1517" fmla="*/ 11863559 w 12184002"/>
              <a:gd name="connsiteY1517" fmla="*/ 3317815 h 3882143"/>
              <a:gd name="connsiteX1518" fmla="*/ 11863559 w 12184002"/>
              <a:gd name="connsiteY1518" fmla="*/ 3481229 h 3882143"/>
              <a:gd name="connsiteX1519" fmla="*/ 11859802 w 12184002"/>
              <a:gd name="connsiteY1519" fmla="*/ 3484987 h 3882143"/>
              <a:gd name="connsiteX1520" fmla="*/ 11859727 w 12184002"/>
              <a:gd name="connsiteY1520" fmla="*/ 3484987 h 3882143"/>
              <a:gd name="connsiteX1521" fmla="*/ 11855970 w 12184002"/>
              <a:gd name="connsiteY1521" fmla="*/ 3481229 h 3882143"/>
              <a:gd name="connsiteX1522" fmla="*/ 11855970 w 12184002"/>
              <a:gd name="connsiteY1522" fmla="*/ 3437503 h 3882143"/>
              <a:gd name="connsiteX1523" fmla="*/ 11668061 w 12184002"/>
              <a:gd name="connsiteY1523" fmla="*/ 3437503 h 3882143"/>
              <a:gd name="connsiteX1524" fmla="*/ 11668061 w 12184002"/>
              <a:gd name="connsiteY1524" fmla="*/ 3217888 h 3882143"/>
              <a:gd name="connsiteX1525" fmla="*/ 11813145 w 12184002"/>
              <a:gd name="connsiteY1525" fmla="*/ 3363496 h 3882143"/>
              <a:gd name="connsiteX1526" fmla="*/ 11752587 w 12184002"/>
              <a:gd name="connsiteY1526" fmla="*/ 3363496 h 3882143"/>
              <a:gd name="connsiteX1527" fmla="*/ 11748830 w 12184002"/>
              <a:gd name="connsiteY1527" fmla="*/ 3359740 h 3882143"/>
              <a:gd name="connsiteX1528" fmla="*/ 11752587 w 12184002"/>
              <a:gd name="connsiteY1528" fmla="*/ 3355983 h 3882143"/>
              <a:gd name="connsiteX1529" fmla="*/ 11794962 w 12184002"/>
              <a:gd name="connsiteY1529" fmla="*/ 3355983 h 3882143"/>
              <a:gd name="connsiteX1530" fmla="*/ 11675651 w 12184002"/>
              <a:gd name="connsiteY1530" fmla="*/ 3236220 h 3882143"/>
              <a:gd name="connsiteX1531" fmla="*/ 11675651 w 12184002"/>
              <a:gd name="connsiteY1531" fmla="*/ 3429991 h 3882143"/>
              <a:gd name="connsiteX1532" fmla="*/ 11855970 w 12184002"/>
              <a:gd name="connsiteY1532" fmla="*/ 3429991 h 3882143"/>
              <a:gd name="connsiteX1533" fmla="*/ 11855970 w 12184002"/>
              <a:gd name="connsiteY1533" fmla="*/ 3318792 h 3882143"/>
              <a:gd name="connsiteX1534" fmla="*/ 11733335 w 12184002"/>
              <a:gd name="connsiteY1534" fmla="*/ 3193376 h 3882143"/>
              <a:gd name="connsiteX1535" fmla="*/ 11637457 w 12184002"/>
              <a:gd name="connsiteY1535" fmla="*/ 3098158 h 3882143"/>
              <a:gd name="connsiteX1536" fmla="*/ 11637183 w 12184002"/>
              <a:gd name="connsiteY1536" fmla="*/ 3098275 h 3882143"/>
              <a:gd name="connsiteX1537" fmla="*/ 11637107 w 12184002"/>
              <a:gd name="connsiteY1537" fmla="*/ 3098201 h 3882143"/>
              <a:gd name="connsiteX1538" fmla="*/ 11634478 w 12184002"/>
              <a:gd name="connsiteY1538" fmla="*/ 3097073 h 3882143"/>
              <a:gd name="connsiteX1539" fmla="*/ 11634478 w 12184002"/>
              <a:gd name="connsiteY1539" fmla="*/ 3095197 h 3882143"/>
              <a:gd name="connsiteX1540" fmla="*/ 11627055 w 12184002"/>
              <a:gd name="connsiteY1540" fmla="*/ 3087828 h 3882143"/>
              <a:gd name="connsiteX1541" fmla="*/ 11521778 w 12184002"/>
              <a:gd name="connsiteY1541" fmla="*/ 2984000 h 3882143"/>
              <a:gd name="connsiteX1542" fmla="*/ 11520651 w 12184002"/>
              <a:gd name="connsiteY1542" fmla="*/ 2982874 h 3882143"/>
              <a:gd name="connsiteX1543" fmla="*/ 445314 w 12184002"/>
              <a:gd name="connsiteY1543" fmla="*/ 2848989 h 3882143"/>
              <a:gd name="connsiteX1544" fmla="*/ 663352 w 12184002"/>
              <a:gd name="connsiteY1544" fmla="*/ 2848989 h 3882143"/>
              <a:gd name="connsiteX1545" fmla="*/ 663352 w 12184002"/>
              <a:gd name="connsiteY1545" fmla="*/ 2982874 h 3882143"/>
              <a:gd name="connsiteX1546" fmla="*/ 662225 w 12184002"/>
              <a:gd name="connsiteY1546" fmla="*/ 2984000 h 3882143"/>
              <a:gd name="connsiteX1547" fmla="*/ 556947 w 12184002"/>
              <a:gd name="connsiteY1547" fmla="*/ 3087828 h 3882143"/>
              <a:gd name="connsiteX1548" fmla="*/ 549525 w 12184002"/>
              <a:gd name="connsiteY1548" fmla="*/ 3095197 h 3882143"/>
              <a:gd name="connsiteX1549" fmla="*/ 549525 w 12184002"/>
              <a:gd name="connsiteY1549" fmla="*/ 3097073 h 3882143"/>
              <a:gd name="connsiteX1550" fmla="*/ 546896 w 12184002"/>
              <a:gd name="connsiteY1550" fmla="*/ 3098201 h 3882143"/>
              <a:gd name="connsiteX1551" fmla="*/ 546819 w 12184002"/>
              <a:gd name="connsiteY1551" fmla="*/ 3098275 h 3882143"/>
              <a:gd name="connsiteX1552" fmla="*/ 546545 w 12184002"/>
              <a:gd name="connsiteY1552" fmla="*/ 3098158 h 3882143"/>
              <a:gd name="connsiteX1553" fmla="*/ 450668 w 12184002"/>
              <a:gd name="connsiteY1553" fmla="*/ 3193376 h 3882143"/>
              <a:gd name="connsiteX1554" fmla="*/ 328032 w 12184002"/>
              <a:gd name="connsiteY1554" fmla="*/ 3318792 h 3882143"/>
              <a:gd name="connsiteX1555" fmla="*/ 328032 w 12184002"/>
              <a:gd name="connsiteY1555" fmla="*/ 3429991 h 3882143"/>
              <a:gd name="connsiteX1556" fmla="*/ 508352 w 12184002"/>
              <a:gd name="connsiteY1556" fmla="*/ 3429991 h 3882143"/>
              <a:gd name="connsiteX1557" fmla="*/ 508352 w 12184002"/>
              <a:gd name="connsiteY1557" fmla="*/ 3236220 h 3882143"/>
              <a:gd name="connsiteX1558" fmla="*/ 389040 w 12184002"/>
              <a:gd name="connsiteY1558" fmla="*/ 3355983 h 3882143"/>
              <a:gd name="connsiteX1559" fmla="*/ 431416 w 12184002"/>
              <a:gd name="connsiteY1559" fmla="*/ 3355983 h 3882143"/>
              <a:gd name="connsiteX1560" fmla="*/ 435172 w 12184002"/>
              <a:gd name="connsiteY1560" fmla="*/ 3359740 h 3882143"/>
              <a:gd name="connsiteX1561" fmla="*/ 431416 w 12184002"/>
              <a:gd name="connsiteY1561" fmla="*/ 3363496 h 3882143"/>
              <a:gd name="connsiteX1562" fmla="*/ 370857 w 12184002"/>
              <a:gd name="connsiteY1562" fmla="*/ 3363496 h 3882143"/>
              <a:gd name="connsiteX1563" fmla="*/ 515941 w 12184002"/>
              <a:gd name="connsiteY1563" fmla="*/ 3217888 h 3882143"/>
              <a:gd name="connsiteX1564" fmla="*/ 515941 w 12184002"/>
              <a:gd name="connsiteY1564" fmla="*/ 3437503 h 3882143"/>
              <a:gd name="connsiteX1565" fmla="*/ 328032 w 12184002"/>
              <a:gd name="connsiteY1565" fmla="*/ 3437503 h 3882143"/>
              <a:gd name="connsiteX1566" fmla="*/ 328032 w 12184002"/>
              <a:gd name="connsiteY1566" fmla="*/ 3481229 h 3882143"/>
              <a:gd name="connsiteX1567" fmla="*/ 324275 w 12184002"/>
              <a:gd name="connsiteY1567" fmla="*/ 3484987 h 3882143"/>
              <a:gd name="connsiteX1568" fmla="*/ 324201 w 12184002"/>
              <a:gd name="connsiteY1568" fmla="*/ 3484987 h 3882143"/>
              <a:gd name="connsiteX1569" fmla="*/ 320443 w 12184002"/>
              <a:gd name="connsiteY1569" fmla="*/ 3481229 h 3882143"/>
              <a:gd name="connsiteX1570" fmla="*/ 320443 w 12184002"/>
              <a:gd name="connsiteY1570" fmla="*/ 3317815 h 3882143"/>
              <a:gd name="connsiteX1571" fmla="*/ 461938 w 12184002"/>
              <a:gd name="connsiteY1571" fmla="*/ 3171228 h 3882143"/>
              <a:gd name="connsiteX1572" fmla="*/ 497086 w 12184002"/>
              <a:gd name="connsiteY1572" fmla="*/ 3136368 h 3882143"/>
              <a:gd name="connsiteX1573" fmla="*/ 417515 w 12184002"/>
              <a:gd name="connsiteY1573" fmla="*/ 3056501 h 3882143"/>
              <a:gd name="connsiteX1574" fmla="*/ 301960 w 12184002"/>
              <a:gd name="connsiteY1574" fmla="*/ 3172507 h 3882143"/>
              <a:gd name="connsiteX1575" fmla="*/ 347791 w 12184002"/>
              <a:gd name="connsiteY1575" fmla="*/ 3213530 h 3882143"/>
              <a:gd name="connsiteX1576" fmla="*/ 400911 w 12184002"/>
              <a:gd name="connsiteY1576" fmla="*/ 3160185 h 3882143"/>
              <a:gd name="connsiteX1577" fmla="*/ 406245 w 12184002"/>
              <a:gd name="connsiteY1577" fmla="*/ 3160185 h 3882143"/>
              <a:gd name="connsiteX1578" fmla="*/ 406245 w 12184002"/>
              <a:gd name="connsiteY1578" fmla="*/ 3165519 h 3882143"/>
              <a:gd name="connsiteX1579" fmla="*/ 348092 w 12184002"/>
              <a:gd name="connsiteY1579" fmla="*/ 3223897 h 3882143"/>
              <a:gd name="connsiteX1580" fmla="*/ 348092 w 12184002"/>
              <a:gd name="connsiteY1580" fmla="*/ 3223972 h 3882143"/>
              <a:gd name="connsiteX1581" fmla="*/ 290991 w 12184002"/>
              <a:gd name="connsiteY1581" fmla="*/ 3172808 h 3882143"/>
              <a:gd name="connsiteX1582" fmla="*/ 417515 w 12184002"/>
              <a:gd name="connsiteY1582" fmla="*/ 3045832 h 3882143"/>
              <a:gd name="connsiteX1583" fmla="*/ 502442 w 12184002"/>
              <a:gd name="connsiteY1583" fmla="*/ 3131054 h 3882143"/>
              <a:gd name="connsiteX1584" fmla="*/ 540432 w 12184002"/>
              <a:gd name="connsiteY1584" fmla="*/ 3093377 h 3882143"/>
              <a:gd name="connsiteX1585" fmla="*/ 483107 w 12184002"/>
              <a:gd name="connsiteY1585" fmla="*/ 3035840 h 3882143"/>
              <a:gd name="connsiteX1586" fmla="*/ 570637 w 12184002"/>
              <a:gd name="connsiteY1586" fmla="*/ 2947934 h 3882143"/>
              <a:gd name="connsiteX1587" fmla="*/ 575971 w 12184002"/>
              <a:gd name="connsiteY1587" fmla="*/ 2947934 h 3882143"/>
              <a:gd name="connsiteX1588" fmla="*/ 575971 w 12184002"/>
              <a:gd name="connsiteY1588" fmla="*/ 2953268 h 3882143"/>
              <a:gd name="connsiteX1589" fmla="*/ 493776 w 12184002"/>
              <a:gd name="connsiteY1589" fmla="*/ 3035764 h 3882143"/>
              <a:gd name="connsiteX1590" fmla="*/ 545829 w 12184002"/>
              <a:gd name="connsiteY1590" fmla="*/ 3088029 h 3882143"/>
              <a:gd name="connsiteX1591" fmla="*/ 655838 w 12184002"/>
              <a:gd name="connsiteY1591" fmla="*/ 2979642 h 3882143"/>
              <a:gd name="connsiteX1592" fmla="*/ 655838 w 12184002"/>
              <a:gd name="connsiteY1592" fmla="*/ 2856503 h 3882143"/>
              <a:gd name="connsiteX1593" fmla="*/ 445314 w 12184002"/>
              <a:gd name="connsiteY1593" fmla="*/ 2856503 h 3882143"/>
              <a:gd name="connsiteX1594" fmla="*/ 441559 w 12184002"/>
              <a:gd name="connsiteY1594" fmla="*/ 2852746 h 3882143"/>
              <a:gd name="connsiteX1595" fmla="*/ 445314 w 12184002"/>
              <a:gd name="connsiteY1595" fmla="*/ 2848989 h 3882143"/>
              <a:gd name="connsiteX1596" fmla="*/ 10156155 w 12184002"/>
              <a:gd name="connsiteY1596" fmla="*/ 2843354 h 3882143"/>
              <a:gd name="connsiteX1597" fmla="*/ 10574197 w 12184002"/>
              <a:gd name="connsiteY1597" fmla="*/ 3262889 h 3882143"/>
              <a:gd name="connsiteX1598" fmla="*/ 10574197 w 12184002"/>
              <a:gd name="connsiteY1598" fmla="*/ 3331788 h 3882143"/>
              <a:gd name="connsiteX1599" fmla="*/ 10347458 w 12184002"/>
              <a:gd name="connsiteY1599" fmla="*/ 3331788 h 3882143"/>
              <a:gd name="connsiteX1600" fmla="*/ 10343933 w 12184002"/>
              <a:gd name="connsiteY1600" fmla="*/ 3340333 h 3882143"/>
              <a:gd name="connsiteX1601" fmla="*/ 10326784 w 12184002"/>
              <a:gd name="connsiteY1601" fmla="*/ 3347498 h 3882143"/>
              <a:gd name="connsiteX1602" fmla="*/ 10302516 w 12184002"/>
              <a:gd name="connsiteY1602" fmla="*/ 3323080 h 3882143"/>
              <a:gd name="connsiteX1603" fmla="*/ 10326784 w 12184002"/>
              <a:gd name="connsiteY1603" fmla="*/ 3298662 h 3882143"/>
              <a:gd name="connsiteX1604" fmla="*/ 10351052 w 12184002"/>
              <a:gd name="connsiteY1604" fmla="*/ 3323080 h 3882143"/>
              <a:gd name="connsiteX1605" fmla="*/ 10350560 w 12184002"/>
              <a:gd name="connsiteY1605" fmla="*/ 3324273 h 3882143"/>
              <a:gd name="connsiteX1606" fmla="*/ 10566684 w 12184002"/>
              <a:gd name="connsiteY1606" fmla="*/ 3324273 h 3882143"/>
              <a:gd name="connsiteX1607" fmla="*/ 10566684 w 12184002"/>
              <a:gd name="connsiteY1607" fmla="*/ 3266044 h 3882143"/>
              <a:gd name="connsiteX1608" fmla="*/ 10539347 w 12184002"/>
              <a:gd name="connsiteY1608" fmla="*/ 3238609 h 3882143"/>
              <a:gd name="connsiteX1609" fmla="*/ 10538734 w 12184002"/>
              <a:gd name="connsiteY1609" fmla="*/ 3239222 h 3882143"/>
              <a:gd name="connsiteX1610" fmla="*/ 10337077 w 12184002"/>
              <a:gd name="connsiteY1610" fmla="*/ 3239222 h 3882143"/>
              <a:gd name="connsiteX1611" fmla="*/ 10333320 w 12184002"/>
              <a:gd name="connsiteY1611" fmla="*/ 3235465 h 3882143"/>
              <a:gd name="connsiteX1612" fmla="*/ 10337077 w 12184002"/>
              <a:gd name="connsiteY1612" fmla="*/ 3231709 h 3882143"/>
              <a:gd name="connsiteX1613" fmla="*/ 10532470 w 12184002"/>
              <a:gd name="connsiteY1613" fmla="*/ 3231709 h 3882143"/>
              <a:gd name="connsiteX1614" fmla="*/ 10337978 w 12184002"/>
              <a:gd name="connsiteY1614" fmla="*/ 3036530 h 3882143"/>
              <a:gd name="connsiteX1615" fmla="*/ 10337978 w 12184002"/>
              <a:gd name="connsiteY1615" fmla="*/ 3138732 h 3882143"/>
              <a:gd name="connsiteX1616" fmla="*/ 10351446 w 12184002"/>
              <a:gd name="connsiteY1616" fmla="*/ 3144337 h 3882143"/>
              <a:gd name="connsiteX1617" fmla="*/ 10358565 w 12184002"/>
              <a:gd name="connsiteY1617" fmla="*/ 3161619 h 3882143"/>
              <a:gd name="connsiteX1618" fmla="*/ 10334298 w 12184002"/>
              <a:gd name="connsiteY1618" fmla="*/ 3186036 h 3882143"/>
              <a:gd name="connsiteX1619" fmla="*/ 10310028 w 12184002"/>
              <a:gd name="connsiteY1619" fmla="*/ 3161619 h 3882143"/>
              <a:gd name="connsiteX1620" fmla="*/ 10317148 w 12184002"/>
              <a:gd name="connsiteY1620" fmla="*/ 3144337 h 3882143"/>
              <a:gd name="connsiteX1621" fmla="*/ 10330465 w 12184002"/>
              <a:gd name="connsiteY1621" fmla="*/ 3138796 h 3882143"/>
              <a:gd name="connsiteX1622" fmla="*/ 10330465 w 12184002"/>
              <a:gd name="connsiteY1622" fmla="*/ 3033134 h 3882143"/>
              <a:gd name="connsiteX1623" fmla="*/ 10332533 w 12184002"/>
              <a:gd name="connsiteY1623" fmla="*/ 3031066 h 3882143"/>
              <a:gd name="connsiteX1624" fmla="*/ 10163669 w 12184002"/>
              <a:gd name="connsiteY1624" fmla="*/ 2861611 h 3882143"/>
              <a:gd name="connsiteX1625" fmla="*/ 10163669 w 12184002"/>
              <a:gd name="connsiteY1625" fmla="*/ 2975362 h 3882143"/>
              <a:gd name="connsiteX1626" fmla="*/ 10159912 w 12184002"/>
              <a:gd name="connsiteY1626" fmla="*/ 2979115 h 3882143"/>
              <a:gd name="connsiteX1627" fmla="*/ 10156155 w 12184002"/>
              <a:gd name="connsiteY1627" fmla="*/ 2975362 h 3882143"/>
              <a:gd name="connsiteX1628" fmla="*/ 2027847 w 12184002"/>
              <a:gd name="connsiteY1628" fmla="*/ 2843354 h 3882143"/>
              <a:gd name="connsiteX1629" fmla="*/ 2027847 w 12184002"/>
              <a:gd name="connsiteY1629" fmla="*/ 2975362 h 3882143"/>
              <a:gd name="connsiteX1630" fmla="*/ 2024090 w 12184002"/>
              <a:gd name="connsiteY1630" fmla="*/ 2979115 h 3882143"/>
              <a:gd name="connsiteX1631" fmla="*/ 2020334 w 12184002"/>
              <a:gd name="connsiteY1631" fmla="*/ 2975362 h 3882143"/>
              <a:gd name="connsiteX1632" fmla="*/ 2020334 w 12184002"/>
              <a:gd name="connsiteY1632" fmla="*/ 2861611 h 3882143"/>
              <a:gd name="connsiteX1633" fmla="*/ 1851470 w 12184002"/>
              <a:gd name="connsiteY1633" fmla="*/ 3031066 h 3882143"/>
              <a:gd name="connsiteX1634" fmla="*/ 1853537 w 12184002"/>
              <a:gd name="connsiteY1634" fmla="*/ 3033134 h 3882143"/>
              <a:gd name="connsiteX1635" fmla="*/ 1853537 w 12184002"/>
              <a:gd name="connsiteY1635" fmla="*/ 3138796 h 3882143"/>
              <a:gd name="connsiteX1636" fmla="*/ 1866855 w 12184002"/>
              <a:gd name="connsiteY1636" fmla="*/ 3144337 h 3882143"/>
              <a:gd name="connsiteX1637" fmla="*/ 1873974 w 12184002"/>
              <a:gd name="connsiteY1637" fmla="*/ 3161619 h 3882143"/>
              <a:gd name="connsiteX1638" fmla="*/ 1849705 w 12184002"/>
              <a:gd name="connsiteY1638" fmla="*/ 3186036 h 3882143"/>
              <a:gd name="connsiteX1639" fmla="*/ 1825438 w 12184002"/>
              <a:gd name="connsiteY1639" fmla="*/ 3161619 h 3882143"/>
              <a:gd name="connsiteX1640" fmla="*/ 1832557 w 12184002"/>
              <a:gd name="connsiteY1640" fmla="*/ 3144337 h 3882143"/>
              <a:gd name="connsiteX1641" fmla="*/ 1846024 w 12184002"/>
              <a:gd name="connsiteY1641" fmla="*/ 3138732 h 3882143"/>
              <a:gd name="connsiteX1642" fmla="*/ 1846024 w 12184002"/>
              <a:gd name="connsiteY1642" fmla="*/ 3036530 h 3882143"/>
              <a:gd name="connsiteX1643" fmla="*/ 1651532 w 12184002"/>
              <a:gd name="connsiteY1643" fmla="*/ 3231709 h 3882143"/>
              <a:gd name="connsiteX1644" fmla="*/ 1846925 w 12184002"/>
              <a:gd name="connsiteY1644" fmla="*/ 3231709 h 3882143"/>
              <a:gd name="connsiteX1645" fmla="*/ 1850683 w 12184002"/>
              <a:gd name="connsiteY1645" fmla="*/ 3235465 h 3882143"/>
              <a:gd name="connsiteX1646" fmla="*/ 1846925 w 12184002"/>
              <a:gd name="connsiteY1646" fmla="*/ 3239222 h 3882143"/>
              <a:gd name="connsiteX1647" fmla="*/ 1645268 w 12184002"/>
              <a:gd name="connsiteY1647" fmla="*/ 3239222 h 3882143"/>
              <a:gd name="connsiteX1648" fmla="*/ 1644656 w 12184002"/>
              <a:gd name="connsiteY1648" fmla="*/ 3238609 h 3882143"/>
              <a:gd name="connsiteX1649" fmla="*/ 1617318 w 12184002"/>
              <a:gd name="connsiteY1649" fmla="*/ 3266044 h 3882143"/>
              <a:gd name="connsiteX1650" fmla="*/ 1617318 w 12184002"/>
              <a:gd name="connsiteY1650" fmla="*/ 3324273 h 3882143"/>
              <a:gd name="connsiteX1651" fmla="*/ 1833443 w 12184002"/>
              <a:gd name="connsiteY1651" fmla="*/ 3324273 h 3882143"/>
              <a:gd name="connsiteX1652" fmla="*/ 1832951 w 12184002"/>
              <a:gd name="connsiteY1652" fmla="*/ 3323080 h 3882143"/>
              <a:gd name="connsiteX1653" fmla="*/ 1857218 w 12184002"/>
              <a:gd name="connsiteY1653" fmla="*/ 3298662 h 3882143"/>
              <a:gd name="connsiteX1654" fmla="*/ 1881487 w 12184002"/>
              <a:gd name="connsiteY1654" fmla="*/ 3323080 h 3882143"/>
              <a:gd name="connsiteX1655" fmla="*/ 1857218 w 12184002"/>
              <a:gd name="connsiteY1655" fmla="*/ 3347498 h 3882143"/>
              <a:gd name="connsiteX1656" fmla="*/ 1840069 w 12184002"/>
              <a:gd name="connsiteY1656" fmla="*/ 3340333 h 3882143"/>
              <a:gd name="connsiteX1657" fmla="*/ 1836544 w 12184002"/>
              <a:gd name="connsiteY1657" fmla="*/ 3331788 h 3882143"/>
              <a:gd name="connsiteX1658" fmla="*/ 1609805 w 12184002"/>
              <a:gd name="connsiteY1658" fmla="*/ 3331788 h 3882143"/>
              <a:gd name="connsiteX1659" fmla="*/ 1609805 w 12184002"/>
              <a:gd name="connsiteY1659" fmla="*/ 3262889 h 3882143"/>
              <a:gd name="connsiteX1660" fmla="*/ 8068655 w 12184002"/>
              <a:gd name="connsiteY1660" fmla="*/ 2843279 h 3882143"/>
              <a:gd name="connsiteX1661" fmla="*/ 8068655 w 12184002"/>
              <a:gd name="connsiteY1661" fmla="*/ 2948703 h 3882143"/>
              <a:gd name="connsiteX1662" fmla="*/ 8084151 w 12184002"/>
              <a:gd name="connsiteY1662" fmla="*/ 2955152 h 3882143"/>
              <a:gd name="connsiteX1663" fmla="*/ 8091269 w 12184002"/>
              <a:gd name="connsiteY1663" fmla="*/ 2972433 h 3882143"/>
              <a:gd name="connsiteX1664" fmla="*/ 8067002 w 12184002"/>
              <a:gd name="connsiteY1664" fmla="*/ 2996850 h 3882143"/>
              <a:gd name="connsiteX1665" fmla="*/ 8042733 w 12184002"/>
              <a:gd name="connsiteY1665" fmla="*/ 2972433 h 3882143"/>
              <a:gd name="connsiteX1666" fmla="*/ 8049852 w 12184002"/>
              <a:gd name="connsiteY1666" fmla="*/ 2955152 h 3882143"/>
              <a:gd name="connsiteX1667" fmla="*/ 8061142 w 12184002"/>
              <a:gd name="connsiteY1667" fmla="*/ 2950453 h 3882143"/>
              <a:gd name="connsiteX1668" fmla="*/ 8061142 w 12184002"/>
              <a:gd name="connsiteY1668" fmla="*/ 2861537 h 3882143"/>
              <a:gd name="connsiteX1669" fmla="*/ 7894346 w 12184002"/>
              <a:gd name="connsiteY1669" fmla="*/ 3028919 h 3882143"/>
              <a:gd name="connsiteX1670" fmla="*/ 7894346 w 12184002"/>
              <a:gd name="connsiteY1670" fmla="*/ 3148766 h 3882143"/>
              <a:gd name="connsiteX1671" fmla="*/ 7890589 w 12184002"/>
              <a:gd name="connsiteY1671" fmla="*/ 3152522 h 3882143"/>
              <a:gd name="connsiteX1672" fmla="*/ 7886833 w 12184002"/>
              <a:gd name="connsiteY1672" fmla="*/ 3148766 h 3882143"/>
              <a:gd name="connsiteX1673" fmla="*/ 7886833 w 12184002"/>
              <a:gd name="connsiteY1673" fmla="*/ 3036458 h 3882143"/>
              <a:gd name="connsiteX1674" fmla="*/ 7692266 w 12184002"/>
              <a:gd name="connsiteY1674" fmla="*/ 3231712 h 3882143"/>
              <a:gd name="connsiteX1675" fmla="*/ 7863594 w 12184002"/>
              <a:gd name="connsiteY1675" fmla="*/ 3231712 h 3882143"/>
              <a:gd name="connsiteX1676" fmla="*/ 7861738 w 12184002"/>
              <a:gd name="connsiteY1676" fmla="*/ 3227209 h 3882143"/>
              <a:gd name="connsiteX1677" fmla="*/ 7886005 w 12184002"/>
              <a:gd name="connsiteY1677" fmla="*/ 3202790 h 3882143"/>
              <a:gd name="connsiteX1678" fmla="*/ 7910273 w 12184002"/>
              <a:gd name="connsiteY1678" fmla="*/ 3227209 h 3882143"/>
              <a:gd name="connsiteX1679" fmla="*/ 7886005 w 12184002"/>
              <a:gd name="connsiteY1679" fmla="*/ 3251626 h 3882143"/>
              <a:gd name="connsiteX1680" fmla="*/ 7868857 w 12184002"/>
              <a:gd name="connsiteY1680" fmla="*/ 3244488 h 3882143"/>
              <a:gd name="connsiteX1681" fmla="*/ 7866689 w 12184002"/>
              <a:gd name="connsiteY1681" fmla="*/ 3239226 h 3882143"/>
              <a:gd name="connsiteX1682" fmla="*/ 7686076 w 12184002"/>
              <a:gd name="connsiteY1682" fmla="*/ 3239226 h 3882143"/>
              <a:gd name="connsiteX1683" fmla="*/ 7685427 w 12184002"/>
              <a:gd name="connsiteY1683" fmla="*/ 3238576 h 3882143"/>
              <a:gd name="connsiteX1684" fmla="*/ 7658126 w 12184002"/>
              <a:gd name="connsiteY1684" fmla="*/ 3265975 h 3882143"/>
              <a:gd name="connsiteX1685" fmla="*/ 7658126 w 12184002"/>
              <a:gd name="connsiteY1685" fmla="*/ 3324202 h 3882143"/>
              <a:gd name="connsiteX1686" fmla="*/ 7887733 w 12184002"/>
              <a:gd name="connsiteY1686" fmla="*/ 3324202 h 3882143"/>
              <a:gd name="connsiteX1687" fmla="*/ 7891491 w 12184002"/>
              <a:gd name="connsiteY1687" fmla="*/ 3327960 h 3882143"/>
              <a:gd name="connsiteX1688" fmla="*/ 7887733 w 12184002"/>
              <a:gd name="connsiteY1688" fmla="*/ 3331717 h 3882143"/>
              <a:gd name="connsiteX1689" fmla="*/ 7887733 w 12184002"/>
              <a:gd name="connsiteY1689" fmla="*/ 3331791 h 3882143"/>
              <a:gd name="connsiteX1690" fmla="*/ 7650613 w 12184002"/>
              <a:gd name="connsiteY1690" fmla="*/ 3331791 h 3882143"/>
              <a:gd name="connsiteX1691" fmla="*/ 7650613 w 12184002"/>
              <a:gd name="connsiteY1691" fmla="*/ 3262819 h 3882143"/>
              <a:gd name="connsiteX1692" fmla="*/ 4115349 w 12184002"/>
              <a:gd name="connsiteY1692" fmla="*/ 2843279 h 3882143"/>
              <a:gd name="connsiteX1693" fmla="*/ 4533390 w 12184002"/>
              <a:gd name="connsiteY1693" fmla="*/ 3262819 h 3882143"/>
              <a:gd name="connsiteX1694" fmla="*/ 4533390 w 12184002"/>
              <a:gd name="connsiteY1694" fmla="*/ 3331791 h 3882143"/>
              <a:gd name="connsiteX1695" fmla="*/ 4296270 w 12184002"/>
              <a:gd name="connsiteY1695" fmla="*/ 3331791 h 3882143"/>
              <a:gd name="connsiteX1696" fmla="*/ 4296270 w 12184002"/>
              <a:gd name="connsiteY1696" fmla="*/ 3331717 h 3882143"/>
              <a:gd name="connsiteX1697" fmla="*/ 4292513 w 12184002"/>
              <a:gd name="connsiteY1697" fmla="*/ 3327960 h 3882143"/>
              <a:gd name="connsiteX1698" fmla="*/ 4296270 w 12184002"/>
              <a:gd name="connsiteY1698" fmla="*/ 3324202 h 3882143"/>
              <a:gd name="connsiteX1699" fmla="*/ 4525878 w 12184002"/>
              <a:gd name="connsiteY1699" fmla="*/ 3324202 h 3882143"/>
              <a:gd name="connsiteX1700" fmla="*/ 4525878 w 12184002"/>
              <a:gd name="connsiteY1700" fmla="*/ 3265975 h 3882143"/>
              <a:gd name="connsiteX1701" fmla="*/ 4498577 w 12184002"/>
              <a:gd name="connsiteY1701" fmla="*/ 3238576 h 3882143"/>
              <a:gd name="connsiteX1702" fmla="*/ 4497927 w 12184002"/>
              <a:gd name="connsiteY1702" fmla="*/ 3239226 h 3882143"/>
              <a:gd name="connsiteX1703" fmla="*/ 4317314 w 12184002"/>
              <a:gd name="connsiteY1703" fmla="*/ 3239226 h 3882143"/>
              <a:gd name="connsiteX1704" fmla="*/ 4315146 w 12184002"/>
              <a:gd name="connsiteY1704" fmla="*/ 3244488 h 3882143"/>
              <a:gd name="connsiteX1705" fmla="*/ 4297997 w 12184002"/>
              <a:gd name="connsiteY1705" fmla="*/ 3251626 h 3882143"/>
              <a:gd name="connsiteX1706" fmla="*/ 4273730 w 12184002"/>
              <a:gd name="connsiteY1706" fmla="*/ 3227209 h 3882143"/>
              <a:gd name="connsiteX1707" fmla="*/ 4297997 w 12184002"/>
              <a:gd name="connsiteY1707" fmla="*/ 3202790 h 3882143"/>
              <a:gd name="connsiteX1708" fmla="*/ 4322264 w 12184002"/>
              <a:gd name="connsiteY1708" fmla="*/ 3227209 h 3882143"/>
              <a:gd name="connsiteX1709" fmla="*/ 4320410 w 12184002"/>
              <a:gd name="connsiteY1709" fmla="*/ 3231712 h 3882143"/>
              <a:gd name="connsiteX1710" fmla="*/ 4491736 w 12184002"/>
              <a:gd name="connsiteY1710" fmla="*/ 3231712 h 3882143"/>
              <a:gd name="connsiteX1711" fmla="*/ 4297171 w 12184002"/>
              <a:gd name="connsiteY1711" fmla="*/ 3036458 h 3882143"/>
              <a:gd name="connsiteX1712" fmla="*/ 4297171 w 12184002"/>
              <a:gd name="connsiteY1712" fmla="*/ 3148766 h 3882143"/>
              <a:gd name="connsiteX1713" fmla="*/ 4293415 w 12184002"/>
              <a:gd name="connsiteY1713" fmla="*/ 3152522 h 3882143"/>
              <a:gd name="connsiteX1714" fmla="*/ 4289657 w 12184002"/>
              <a:gd name="connsiteY1714" fmla="*/ 3148766 h 3882143"/>
              <a:gd name="connsiteX1715" fmla="*/ 4289657 w 12184002"/>
              <a:gd name="connsiteY1715" fmla="*/ 3028919 h 3882143"/>
              <a:gd name="connsiteX1716" fmla="*/ 4122862 w 12184002"/>
              <a:gd name="connsiteY1716" fmla="*/ 2861537 h 3882143"/>
              <a:gd name="connsiteX1717" fmla="*/ 4122862 w 12184002"/>
              <a:gd name="connsiteY1717" fmla="*/ 2950453 h 3882143"/>
              <a:gd name="connsiteX1718" fmla="*/ 4134151 w 12184002"/>
              <a:gd name="connsiteY1718" fmla="*/ 2955152 h 3882143"/>
              <a:gd name="connsiteX1719" fmla="*/ 4141270 w 12184002"/>
              <a:gd name="connsiteY1719" fmla="*/ 2972433 h 3882143"/>
              <a:gd name="connsiteX1720" fmla="*/ 4117002 w 12184002"/>
              <a:gd name="connsiteY1720" fmla="*/ 2996850 h 3882143"/>
              <a:gd name="connsiteX1721" fmla="*/ 4092734 w 12184002"/>
              <a:gd name="connsiteY1721" fmla="*/ 2972433 h 3882143"/>
              <a:gd name="connsiteX1722" fmla="*/ 4099853 w 12184002"/>
              <a:gd name="connsiteY1722" fmla="*/ 2955152 h 3882143"/>
              <a:gd name="connsiteX1723" fmla="*/ 4115349 w 12184002"/>
              <a:gd name="connsiteY1723" fmla="*/ 2948703 h 3882143"/>
              <a:gd name="connsiteX1724" fmla="*/ 6492961 w 12184002"/>
              <a:gd name="connsiteY1724" fmla="*/ 2830732 h 3882143"/>
              <a:gd name="connsiteX1725" fmla="*/ 6510109 w 12184002"/>
              <a:gd name="connsiteY1725" fmla="*/ 2837870 h 3882143"/>
              <a:gd name="connsiteX1726" fmla="*/ 6514691 w 12184002"/>
              <a:gd name="connsiteY1726" fmla="*/ 2848989 h 3882143"/>
              <a:gd name="connsiteX1727" fmla="*/ 6704236 w 12184002"/>
              <a:gd name="connsiteY1727" fmla="*/ 2848989 h 3882143"/>
              <a:gd name="connsiteX1728" fmla="*/ 6704236 w 12184002"/>
              <a:gd name="connsiteY1728" fmla="*/ 2982875 h 3882143"/>
              <a:gd name="connsiteX1729" fmla="*/ 6703109 w 12184002"/>
              <a:gd name="connsiteY1729" fmla="*/ 2984001 h 3882143"/>
              <a:gd name="connsiteX1730" fmla="*/ 6597788 w 12184002"/>
              <a:gd name="connsiteY1730" fmla="*/ 3087831 h 3882143"/>
              <a:gd name="connsiteX1731" fmla="*/ 6590408 w 12184002"/>
              <a:gd name="connsiteY1731" fmla="*/ 3095159 h 3882143"/>
              <a:gd name="connsiteX1732" fmla="*/ 6590408 w 12184002"/>
              <a:gd name="connsiteY1732" fmla="*/ 3097001 h 3882143"/>
              <a:gd name="connsiteX1733" fmla="*/ 6587779 w 12184002"/>
              <a:gd name="connsiteY1733" fmla="*/ 3098129 h 3882143"/>
              <a:gd name="connsiteX1734" fmla="*/ 6587703 w 12184002"/>
              <a:gd name="connsiteY1734" fmla="*/ 3098204 h 3882143"/>
              <a:gd name="connsiteX1735" fmla="*/ 6587450 w 12184002"/>
              <a:gd name="connsiteY1735" fmla="*/ 3098096 h 3882143"/>
              <a:gd name="connsiteX1736" fmla="*/ 6491495 w 12184002"/>
              <a:gd name="connsiteY1736" fmla="*/ 3193379 h 3882143"/>
              <a:gd name="connsiteX1737" fmla="*/ 6368916 w 12184002"/>
              <a:gd name="connsiteY1737" fmla="*/ 3318795 h 3882143"/>
              <a:gd name="connsiteX1738" fmla="*/ 6368916 w 12184002"/>
              <a:gd name="connsiteY1738" fmla="*/ 3429993 h 3882143"/>
              <a:gd name="connsiteX1739" fmla="*/ 6549236 w 12184002"/>
              <a:gd name="connsiteY1739" fmla="*/ 3429993 h 3882143"/>
              <a:gd name="connsiteX1740" fmla="*/ 6549236 w 12184002"/>
              <a:gd name="connsiteY1740" fmla="*/ 3236224 h 3882143"/>
              <a:gd name="connsiteX1741" fmla="*/ 6429923 w 12184002"/>
              <a:gd name="connsiteY1741" fmla="*/ 3355986 h 3882143"/>
              <a:gd name="connsiteX1742" fmla="*/ 6461691 w 12184002"/>
              <a:gd name="connsiteY1742" fmla="*/ 3355986 h 3882143"/>
              <a:gd name="connsiteX1743" fmla="*/ 6461630 w 12184002"/>
              <a:gd name="connsiteY1743" fmla="*/ 3355837 h 3882143"/>
              <a:gd name="connsiteX1744" fmla="*/ 6485898 w 12184002"/>
              <a:gd name="connsiteY1744" fmla="*/ 3331418 h 3882143"/>
              <a:gd name="connsiteX1745" fmla="*/ 6510166 w 12184002"/>
              <a:gd name="connsiteY1745" fmla="*/ 3355837 h 3882143"/>
              <a:gd name="connsiteX1746" fmla="*/ 6485898 w 12184002"/>
              <a:gd name="connsiteY1746" fmla="*/ 3380254 h 3882143"/>
              <a:gd name="connsiteX1747" fmla="*/ 6468749 w 12184002"/>
              <a:gd name="connsiteY1747" fmla="*/ 3373117 h 3882143"/>
              <a:gd name="connsiteX1748" fmla="*/ 6464787 w 12184002"/>
              <a:gd name="connsiteY1748" fmla="*/ 3363499 h 3882143"/>
              <a:gd name="connsiteX1749" fmla="*/ 6411743 w 12184002"/>
              <a:gd name="connsiteY1749" fmla="*/ 3363499 h 3882143"/>
              <a:gd name="connsiteX1750" fmla="*/ 6556824 w 12184002"/>
              <a:gd name="connsiteY1750" fmla="*/ 3217891 h 3882143"/>
              <a:gd name="connsiteX1751" fmla="*/ 6556824 w 12184002"/>
              <a:gd name="connsiteY1751" fmla="*/ 3437505 h 3882143"/>
              <a:gd name="connsiteX1752" fmla="*/ 6556750 w 12184002"/>
              <a:gd name="connsiteY1752" fmla="*/ 3437505 h 3882143"/>
              <a:gd name="connsiteX1753" fmla="*/ 6368916 w 12184002"/>
              <a:gd name="connsiteY1753" fmla="*/ 3437505 h 3882143"/>
              <a:gd name="connsiteX1754" fmla="*/ 6368916 w 12184002"/>
              <a:gd name="connsiteY1754" fmla="*/ 3481233 h 3882143"/>
              <a:gd name="connsiteX1755" fmla="*/ 6365159 w 12184002"/>
              <a:gd name="connsiteY1755" fmla="*/ 3484990 h 3882143"/>
              <a:gd name="connsiteX1756" fmla="*/ 6365084 w 12184002"/>
              <a:gd name="connsiteY1756" fmla="*/ 3484990 h 3882143"/>
              <a:gd name="connsiteX1757" fmla="*/ 6361327 w 12184002"/>
              <a:gd name="connsiteY1757" fmla="*/ 3481233 h 3882143"/>
              <a:gd name="connsiteX1758" fmla="*/ 6361327 w 12184002"/>
              <a:gd name="connsiteY1758" fmla="*/ 3317818 h 3882143"/>
              <a:gd name="connsiteX1759" fmla="*/ 6502821 w 12184002"/>
              <a:gd name="connsiteY1759" fmla="*/ 3171242 h 3882143"/>
              <a:gd name="connsiteX1760" fmla="*/ 6537973 w 12184002"/>
              <a:gd name="connsiteY1760" fmla="*/ 3136375 h 3882143"/>
              <a:gd name="connsiteX1761" fmla="*/ 6458323 w 12184002"/>
              <a:gd name="connsiteY1761" fmla="*/ 3056430 h 3882143"/>
              <a:gd name="connsiteX1762" fmla="*/ 6342769 w 12184002"/>
              <a:gd name="connsiteY1762" fmla="*/ 3172436 h 3882143"/>
              <a:gd name="connsiteX1763" fmla="*/ 6388601 w 12184002"/>
              <a:gd name="connsiteY1763" fmla="*/ 3213459 h 3882143"/>
              <a:gd name="connsiteX1764" fmla="*/ 6441720 w 12184002"/>
              <a:gd name="connsiteY1764" fmla="*/ 3160113 h 3882143"/>
              <a:gd name="connsiteX1765" fmla="*/ 6447054 w 12184002"/>
              <a:gd name="connsiteY1765" fmla="*/ 3160113 h 3882143"/>
              <a:gd name="connsiteX1766" fmla="*/ 6447054 w 12184002"/>
              <a:gd name="connsiteY1766" fmla="*/ 3165448 h 3882143"/>
              <a:gd name="connsiteX1767" fmla="*/ 6388900 w 12184002"/>
              <a:gd name="connsiteY1767" fmla="*/ 3223828 h 3882143"/>
              <a:gd name="connsiteX1768" fmla="*/ 6388900 w 12184002"/>
              <a:gd name="connsiteY1768" fmla="*/ 3223902 h 3882143"/>
              <a:gd name="connsiteX1769" fmla="*/ 6331799 w 12184002"/>
              <a:gd name="connsiteY1769" fmla="*/ 3172736 h 3882143"/>
              <a:gd name="connsiteX1770" fmla="*/ 6458323 w 12184002"/>
              <a:gd name="connsiteY1770" fmla="*/ 3045761 h 3882143"/>
              <a:gd name="connsiteX1771" fmla="*/ 6543329 w 12184002"/>
              <a:gd name="connsiteY1771" fmla="*/ 3131061 h 3882143"/>
              <a:gd name="connsiteX1772" fmla="*/ 6581355 w 12184002"/>
              <a:gd name="connsiteY1772" fmla="*/ 3093345 h 3882143"/>
              <a:gd name="connsiteX1773" fmla="*/ 6523990 w 12184002"/>
              <a:gd name="connsiteY1773" fmla="*/ 3035768 h 3882143"/>
              <a:gd name="connsiteX1774" fmla="*/ 6592393 w 12184002"/>
              <a:gd name="connsiteY1774" fmla="*/ 2967072 h 3882143"/>
              <a:gd name="connsiteX1775" fmla="*/ 6587329 w 12184002"/>
              <a:gd name="connsiteY1775" fmla="*/ 2954776 h 3882143"/>
              <a:gd name="connsiteX1776" fmla="*/ 6611596 w 12184002"/>
              <a:gd name="connsiteY1776" fmla="*/ 2930359 h 3882143"/>
              <a:gd name="connsiteX1777" fmla="*/ 6635863 w 12184002"/>
              <a:gd name="connsiteY1777" fmla="*/ 2954776 h 3882143"/>
              <a:gd name="connsiteX1778" fmla="*/ 6611596 w 12184002"/>
              <a:gd name="connsiteY1778" fmla="*/ 2979195 h 3882143"/>
              <a:gd name="connsiteX1779" fmla="*/ 6597004 w 12184002"/>
              <a:gd name="connsiteY1779" fmla="*/ 2973121 h 3882143"/>
              <a:gd name="connsiteX1780" fmla="*/ 6534660 w 12184002"/>
              <a:gd name="connsiteY1780" fmla="*/ 3035692 h 3882143"/>
              <a:gd name="connsiteX1781" fmla="*/ 6586752 w 12184002"/>
              <a:gd name="connsiteY1781" fmla="*/ 3087996 h 3882143"/>
              <a:gd name="connsiteX1782" fmla="*/ 6696722 w 12184002"/>
              <a:gd name="connsiteY1782" fmla="*/ 2979644 h 3882143"/>
              <a:gd name="connsiteX1783" fmla="*/ 6696722 w 12184002"/>
              <a:gd name="connsiteY1783" fmla="*/ 2856503 h 3882143"/>
              <a:gd name="connsiteX1784" fmla="*/ 6516670 w 12184002"/>
              <a:gd name="connsiteY1784" fmla="*/ 2856503 h 3882143"/>
              <a:gd name="connsiteX1785" fmla="*/ 6510109 w 12184002"/>
              <a:gd name="connsiteY1785" fmla="*/ 2872403 h 3882143"/>
              <a:gd name="connsiteX1786" fmla="*/ 6492961 w 12184002"/>
              <a:gd name="connsiteY1786" fmla="*/ 2879568 h 3882143"/>
              <a:gd name="connsiteX1787" fmla="*/ 6468692 w 12184002"/>
              <a:gd name="connsiteY1787" fmla="*/ 2855150 h 3882143"/>
              <a:gd name="connsiteX1788" fmla="*/ 6492961 w 12184002"/>
              <a:gd name="connsiteY1788" fmla="*/ 2830732 h 3882143"/>
              <a:gd name="connsiteX1789" fmla="*/ 5691042 w 12184002"/>
              <a:gd name="connsiteY1789" fmla="*/ 2830732 h 3882143"/>
              <a:gd name="connsiteX1790" fmla="*/ 5715310 w 12184002"/>
              <a:gd name="connsiteY1790" fmla="*/ 2855150 h 3882143"/>
              <a:gd name="connsiteX1791" fmla="*/ 5691042 w 12184002"/>
              <a:gd name="connsiteY1791" fmla="*/ 2879568 h 3882143"/>
              <a:gd name="connsiteX1792" fmla="*/ 5673893 w 12184002"/>
              <a:gd name="connsiteY1792" fmla="*/ 2872403 h 3882143"/>
              <a:gd name="connsiteX1793" fmla="*/ 5667333 w 12184002"/>
              <a:gd name="connsiteY1793" fmla="*/ 2856503 h 3882143"/>
              <a:gd name="connsiteX1794" fmla="*/ 5487281 w 12184002"/>
              <a:gd name="connsiteY1794" fmla="*/ 2856503 h 3882143"/>
              <a:gd name="connsiteX1795" fmla="*/ 5487281 w 12184002"/>
              <a:gd name="connsiteY1795" fmla="*/ 2979644 h 3882143"/>
              <a:gd name="connsiteX1796" fmla="*/ 5597251 w 12184002"/>
              <a:gd name="connsiteY1796" fmla="*/ 3087996 h 3882143"/>
              <a:gd name="connsiteX1797" fmla="*/ 5649344 w 12184002"/>
              <a:gd name="connsiteY1797" fmla="*/ 3035692 h 3882143"/>
              <a:gd name="connsiteX1798" fmla="*/ 5586999 w 12184002"/>
              <a:gd name="connsiteY1798" fmla="*/ 2973121 h 3882143"/>
              <a:gd name="connsiteX1799" fmla="*/ 5572407 w 12184002"/>
              <a:gd name="connsiteY1799" fmla="*/ 2979195 h 3882143"/>
              <a:gd name="connsiteX1800" fmla="*/ 5548139 w 12184002"/>
              <a:gd name="connsiteY1800" fmla="*/ 2954776 h 3882143"/>
              <a:gd name="connsiteX1801" fmla="*/ 5572407 w 12184002"/>
              <a:gd name="connsiteY1801" fmla="*/ 2930359 h 3882143"/>
              <a:gd name="connsiteX1802" fmla="*/ 5596674 w 12184002"/>
              <a:gd name="connsiteY1802" fmla="*/ 2954776 h 3882143"/>
              <a:gd name="connsiteX1803" fmla="*/ 5591610 w 12184002"/>
              <a:gd name="connsiteY1803" fmla="*/ 2967072 h 3882143"/>
              <a:gd name="connsiteX1804" fmla="*/ 5660013 w 12184002"/>
              <a:gd name="connsiteY1804" fmla="*/ 3035768 h 3882143"/>
              <a:gd name="connsiteX1805" fmla="*/ 5602648 w 12184002"/>
              <a:gd name="connsiteY1805" fmla="*/ 3093345 h 3882143"/>
              <a:gd name="connsiteX1806" fmla="*/ 5640674 w 12184002"/>
              <a:gd name="connsiteY1806" fmla="*/ 3131061 h 3882143"/>
              <a:gd name="connsiteX1807" fmla="*/ 5725679 w 12184002"/>
              <a:gd name="connsiteY1807" fmla="*/ 3045761 h 3882143"/>
              <a:gd name="connsiteX1808" fmla="*/ 5852205 w 12184002"/>
              <a:gd name="connsiteY1808" fmla="*/ 3172736 h 3882143"/>
              <a:gd name="connsiteX1809" fmla="*/ 5795102 w 12184002"/>
              <a:gd name="connsiteY1809" fmla="*/ 3223902 h 3882143"/>
              <a:gd name="connsiteX1810" fmla="*/ 5795102 w 12184002"/>
              <a:gd name="connsiteY1810" fmla="*/ 3223828 h 3882143"/>
              <a:gd name="connsiteX1811" fmla="*/ 5736950 w 12184002"/>
              <a:gd name="connsiteY1811" fmla="*/ 3165448 h 3882143"/>
              <a:gd name="connsiteX1812" fmla="*/ 5736950 w 12184002"/>
              <a:gd name="connsiteY1812" fmla="*/ 3160113 h 3882143"/>
              <a:gd name="connsiteX1813" fmla="*/ 5742284 w 12184002"/>
              <a:gd name="connsiteY1813" fmla="*/ 3160113 h 3882143"/>
              <a:gd name="connsiteX1814" fmla="*/ 5795403 w 12184002"/>
              <a:gd name="connsiteY1814" fmla="*/ 3213459 h 3882143"/>
              <a:gd name="connsiteX1815" fmla="*/ 5841234 w 12184002"/>
              <a:gd name="connsiteY1815" fmla="*/ 3172436 h 3882143"/>
              <a:gd name="connsiteX1816" fmla="*/ 5725679 w 12184002"/>
              <a:gd name="connsiteY1816" fmla="*/ 3056430 h 3882143"/>
              <a:gd name="connsiteX1817" fmla="*/ 5646030 w 12184002"/>
              <a:gd name="connsiteY1817" fmla="*/ 3136375 h 3882143"/>
              <a:gd name="connsiteX1818" fmla="*/ 5681182 w 12184002"/>
              <a:gd name="connsiteY1818" fmla="*/ 3171242 h 3882143"/>
              <a:gd name="connsiteX1819" fmla="*/ 5822676 w 12184002"/>
              <a:gd name="connsiteY1819" fmla="*/ 3317818 h 3882143"/>
              <a:gd name="connsiteX1820" fmla="*/ 5822676 w 12184002"/>
              <a:gd name="connsiteY1820" fmla="*/ 3481233 h 3882143"/>
              <a:gd name="connsiteX1821" fmla="*/ 5818920 w 12184002"/>
              <a:gd name="connsiteY1821" fmla="*/ 3484990 h 3882143"/>
              <a:gd name="connsiteX1822" fmla="*/ 5818845 w 12184002"/>
              <a:gd name="connsiteY1822" fmla="*/ 3484990 h 3882143"/>
              <a:gd name="connsiteX1823" fmla="*/ 5815087 w 12184002"/>
              <a:gd name="connsiteY1823" fmla="*/ 3481233 h 3882143"/>
              <a:gd name="connsiteX1824" fmla="*/ 5815087 w 12184002"/>
              <a:gd name="connsiteY1824" fmla="*/ 3437505 h 3882143"/>
              <a:gd name="connsiteX1825" fmla="*/ 5627254 w 12184002"/>
              <a:gd name="connsiteY1825" fmla="*/ 3437505 h 3882143"/>
              <a:gd name="connsiteX1826" fmla="*/ 5627178 w 12184002"/>
              <a:gd name="connsiteY1826" fmla="*/ 3437505 h 3882143"/>
              <a:gd name="connsiteX1827" fmla="*/ 5627178 w 12184002"/>
              <a:gd name="connsiteY1827" fmla="*/ 3217891 h 3882143"/>
              <a:gd name="connsiteX1828" fmla="*/ 5772261 w 12184002"/>
              <a:gd name="connsiteY1828" fmla="*/ 3363499 h 3882143"/>
              <a:gd name="connsiteX1829" fmla="*/ 5719216 w 12184002"/>
              <a:gd name="connsiteY1829" fmla="*/ 3363499 h 3882143"/>
              <a:gd name="connsiteX1830" fmla="*/ 5715255 w 12184002"/>
              <a:gd name="connsiteY1830" fmla="*/ 3373117 h 3882143"/>
              <a:gd name="connsiteX1831" fmla="*/ 5698105 w 12184002"/>
              <a:gd name="connsiteY1831" fmla="*/ 3380254 h 3882143"/>
              <a:gd name="connsiteX1832" fmla="*/ 5673837 w 12184002"/>
              <a:gd name="connsiteY1832" fmla="*/ 3355837 h 3882143"/>
              <a:gd name="connsiteX1833" fmla="*/ 5698105 w 12184002"/>
              <a:gd name="connsiteY1833" fmla="*/ 3331418 h 3882143"/>
              <a:gd name="connsiteX1834" fmla="*/ 5722374 w 12184002"/>
              <a:gd name="connsiteY1834" fmla="*/ 3355837 h 3882143"/>
              <a:gd name="connsiteX1835" fmla="*/ 5722312 w 12184002"/>
              <a:gd name="connsiteY1835" fmla="*/ 3355986 h 3882143"/>
              <a:gd name="connsiteX1836" fmla="*/ 5754081 w 12184002"/>
              <a:gd name="connsiteY1836" fmla="*/ 3355986 h 3882143"/>
              <a:gd name="connsiteX1837" fmla="*/ 5634768 w 12184002"/>
              <a:gd name="connsiteY1837" fmla="*/ 3236224 h 3882143"/>
              <a:gd name="connsiteX1838" fmla="*/ 5634768 w 12184002"/>
              <a:gd name="connsiteY1838" fmla="*/ 3429993 h 3882143"/>
              <a:gd name="connsiteX1839" fmla="*/ 5815087 w 12184002"/>
              <a:gd name="connsiteY1839" fmla="*/ 3429993 h 3882143"/>
              <a:gd name="connsiteX1840" fmla="*/ 5815087 w 12184002"/>
              <a:gd name="connsiteY1840" fmla="*/ 3318795 h 3882143"/>
              <a:gd name="connsiteX1841" fmla="*/ 5692507 w 12184002"/>
              <a:gd name="connsiteY1841" fmla="*/ 3193379 h 3882143"/>
              <a:gd name="connsiteX1842" fmla="*/ 5596552 w 12184002"/>
              <a:gd name="connsiteY1842" fmla="*/ 3098096 h 3882143"/>
              <a:gd name="connsiteX1843" fmla="*/ 5596300 w 12184002"/>
              <a:gd name="connsiteY1843" fmla="*/ 3098204 h 3882143"/>
              <a:gd name="connsiteX1844" fmla="*/ 5596225 w 12184002"/>
              <a:gd name="connsiteY1844" fmla="*/ 3098129 h 3882143"/>
              <a:gd name="connsiteX1845" fmla="*/ 5593595 w 12184002"/>
              <a:gd name="connsiteY1845" fmla="*/ 3097001 h 3882143"/>
              <a:gd name="connsiteX1846" fmla="*/ 5593595 w 12184002"/>
              <a:gd name="connsiteY1846" fmla="*/ 3095159 h 3882143"/>
              <a:gd name="connsiteX1847" fmla="*/ 5586215 w 12184002"/>
              <a:gd name="connsiteY1847" fmla="*/ 3087831 h 3882143"/>
              <a:gd name="connsiteX1848" fmla="*/ 5480895 w 12184002"/>
              <a:gd name="connsiteY1848" fmla="*/ 2984001 h 3882143"/>
              <a:gd name="connsiteX1849" fmla="*/ 5479768 w 12184002"/>
              <a:gd name="connsiteY1849" fmla="*/ 2982875 h 3882143"/>
              <a:gd name="connsiteX1850" fmla="*/ 5479768 w 12184002"/>
              <a:gd name="connsiteY1850" fmla="*/ 2848989 h 3882143"/>
              <a:gd name="connsiteX1851" fmla="*/ 5669313 w 12184002"/>
              <a:gd name="connsiteY1851" fmla="*/ 2848989 h 3882143"/>
              <a:gd name="connsiteX1852" fmla="*/ 5673893 w 12184002"/>
              <a:gd name="connsiteY1852" fmla="*/ 2837870 h 3882143"/>
              <a:gd name="connsiteX1853" fmla="*/ 5691042 w 12184002"/>
              <a:gd name="connsiteY1853" fmla="*/ 2830732 h 3882143"/>
              <a:gd name="connsiteX1854" fmla="*/ 10991261 w 12184002"/>
              <a:gd name="connsiteY1854" fmla="*/ 2706537 h 3882143"/>
              <a:gd name="connsiteX1855" fmla="*/ 11157983 w 12184002"/>
              <a:gd name="connsiteY1855" fmla="*/ 2706537 h 3882143"/>
              <a:gd name="connsiteX1856" fmla="*/ 11161588 w 12184002"/>
              <a:gd name="connsiteY1856" fmla="*/ 2708115 h 3882143"/>
              <a:gd name="connsiteX1857" fmla="*/ 11161814 w 12184002"/>
              <a:gd name="connsiteY1857" fmla="*/ 2853873 h 3882143"/>
              <a:gd name="connsiteX1858" fmla="*/ 11161814 w 12184002"/>
              <a:gd name="connsiteY1858" fmla="*/ 2855301 h 3882143"/>
              <a:gd name="connsiteX1859" fmla="*/ 11047537 w 12184002"/>
              <a:gd name="connsiteY1859" fmla="*/ 2969874 h 3882143"/>
              <a:gd name="connsiteX1860" fmla="*/ 11044907 w 12184002"/>
              <a:gd name="connsiteY1860" fmla="*/ 2971003 h 3882143"/>
              <a:gd name="connsiteX1861" fmla="*/ 11044756 w 12184002"/>
              <a:gd name="connsiteY1861" fmla="*/ 2971077 h 3882143"/>
              <a:gd name="connsiteX1862" fmla="*/ 11042128 w 12184002"/>
              <a:gd name="connsiteY1862" fmla="*/ 2969948 h 3882143"/>
              <a:gd name="connsiteX1863" fmla="*/ 11042128 w 12184002"/>
              <a:gd name="connsiteY1863" fmla="*/ 2964611 h 3882143"/>
              <a:gd name="connsiteX1864" fmla="*/ 11154300 w 12184002"/>
              <a:gd name="connsiteY1864" fmla="*/ 2852070 h 3882143"/>
              <a:gd name="connsiteX1865" fmla="*/ 11156330 w 12184002"/>
              <a:gd name="connsiteY1865" fmla="*/ 2714125 h 3882143"/>
              <a:gd name="connsiteX1866" fmla="*/ 11070753 w 12184002"/>
              <a:gd name="connsiteY1866" fmla="*/ 2714125 h 3882143"/>
              <a:gd name="connsiteX1867" fmla="*/ 11070753 w 12184002"/>
              <a:gd name="connsiteY1867" fmla="*/ 2805035 h 3882143"/>
              <a:gd name="connsiteX1868" fmla="*/ 10978715 w 12184002"/>
              <a:gd name="connsiteY1868" fmla="*/ 2897375 h 3882143"/>
              <a:gd name="connsiteX1869" fmla="*/ 10976085 w 12184002"/>
              <a:gd name="connsiteY1869" fmla="*/ 2898501 h 3882143"/>
              <a:gd name="connsiteX1870" fmla="*/ 10973455 w 12184002"/>
              <a:gd name="connsiteY1870" fmla="*/ 2897375 h 3882143"/>
              <a:gd name="connsiteX1871" fmla="*/ 10973455 w 12184002"/>
              <a:gd name="connsiteY1871" fmla="*/ 2892040 h 3882143"/>
              <a:gd name="connsiteX1872" fmla="*/ 11063240 w 12184002"/>
              <a:gd name="connsiteY1872" fmla="*/ 2801880 h 3882143"/>
              <a:gd name="connsiteX1873" fmla="*/ 11063240 w 12184002"/>
              <a:gd name="connsiteY1873" fmla="*/ 2714125 h 3882143"/>
              <a:gd name="connsiteX1874" fmla="*/ 10994418 w 12184002"/>
              <a:gd name="connsiteY1874" fmla="*/ 2714125 h 3882143"/>
              <a:gd name="connsiteX1875" fmla="*/ 10929803 w 12184002"/>
              <a:gd name="connsiteY1875" fmla="*/ 2778964 h 3882143"/>
              <a:gd name="connsiteX1876" fmla="*/ 10929803 w 12184002"/>
              <a:gd name="connsiteY1876" fmla="*/ 2838555 h 3882143"/>
              <a:gd name="connsiteX1877" fmla="*/ 10937184 w 12184002"/>
              <a:gd name="connsiteY1877" fmla="*/ 2841627 h 3882143"/>
              <a:gd name="connsiteX1878" fmla="*/ 10944303 w 12184002"/>
              <a:gd name="connsiteY1878" fmla="*/ 2858907 h 3882143"/>
              <a:gd name="connsiteX1879" fmla="*/ 10920036 w 12184002"/>
              <a:gd name="connsiteY1879" fmla="*/ 2883325 h 3882143"/>
              <a:gd name="connsiteX1880" fmla="*/ 10895767 w 12184002"/>
              <a:gd name="connsiteY1880" fmla="*/ 2858907 h 3882143"/>
              <a:gd name="connsiteX1881" fmla="*/ 10920036 w 12184002"/>
              <a:gd name="connsiteY1881" fmla="*/ 2834489 h 3882143"/>
              <a:gd name="connsiteX1882" fmla="*/ 10922289 w 12184002"/>
              <a:gd name="connsiteY1882" fmla="*/ 2835428 h 3882143"/>
              <a:gd name="connsiteX1883" fmla="*/ 10922289 w 12184002"/>
              <a:gd name="connsiteY1883" fmla="*/ 2775809 h 3882143"/>
              <a:gd name="connsiteX1884" fmla="*/ 1026019 w 12184002"/>
              <a:gd name="connsiteY1884" fmla="*/ 2706537 h 3882143"/>
              <a:gd name="connsiteX1885" fmla="*/ 1192741 w 12184002"/>
              <a:gd name="connsiteY1885" fmla="*/ 2706537 h 3882143"/>
              <a:gd name="connsiteX1886" fmla="*/ 1261713 w 12184002"/>
              <a:gd name="connsiteY1886" fmla="*/ 2775809 h 3882143"/>
              <a:gd name="connsiteX1887" fmla="*/ 1261713 w 12184002"/>
              <a:gd name="connsiteY1887" fmla="*/ 2835428 h 3882143"/>
              <a:gd name="connsiteX1888" fmla="*/ 1263966 w 12184002"/>
              <a:gd name="connsiteY1888" fmla="*/ 2834489 h 3882143"/>
              <a:gd name="connsiteX1889" fmla="*/ 1288236 w 12184002"/>
              <a:gd name="connsiteY1889" fmla="*/ 2858907 h 3882143"/>
              <a:gd name="connsiteX1890" fmla="*/ 1263966 w 12184002"/>
              <a:gd name="connsiteY1890" fmla="*/ 2883325 h 3882143"/>
              <a:gd name="connsiteX1891" fmla="*/ 1239699 w 12184002"/>
              <a:gd name="connsiteY1891" fmla="*/ 2858907 h 3882143"/>
              <a:gd name="connsiteX1892" fmla="*/ 1246819 w 12184002"/>
              <a:gd name="connsiteY1892" fmla="*/ 2841627 h 3882143"/>
              <a:gd name="connsiteX1893" fmla="*/ 1254199 w 12184002"/>
              <a:gd name="connsiteY1893" fmla="*/ 2838555 h 3882143"/>
              <a:gd name="connsiteX1894" fmla="*/ 1254199 w 12184002"/>
              <a:gd name="connsiteY1894" fmla="*/ 2778964 h 3882143"/>
              <a:gd name="connsiteX1895" fmla="*/ 1189585 w 12184002"/>
              <a:gd name="connsiteY1895" fmla="*/ 2714125 h 3882143"/>
              <a:gd name="connsiteX1896" fmla="*/ 1120763 w 12184002"/>
              <a:gd name="connsiteY1896" fmla="*/ 2714125 h 3882143"/>
              <a:gd name="connsiteX1897" fmla="*/ 1120763 w 12184002"/>
              <a:gd name="connsiteY1897" fmla="*/ 2801880 h 3882143"/>
              <a:gd name="connsiteX1898" fmla="*/ 1210548 w 12184002"/>
              <a:gd name="connsiteY1898" fmla="*/ 2892040 h 3882143"/>
              <a:gd name="connsiteX1899" fmla="*/ 1210548 w 12184002"/>
              <a:gd name="connsiteY1899" fmla="*/ 2897375 h 3882143"/>
              <a:gd name="connsiteX1900" fmla="*/ 1207918 w 12184002"/>
              <a:gd name="connsiteY1900" fmla="*/ 2898501 h 3882143"/>
              <a:gd name="connsiteX1901" fmla="*/ 1205289 w 12184002"/>
              <a:gd name="connsiteY1901" fmla="*/ 2897375 h 3882143"/>
              <a:gd name="connsiteX1902" fmla="*/ 1113250 w 12184002"/>
              <a:gd name="connsiteY1902" fmla="*/ 2805035 h 3882143"/>
              <a:gd name="connsiteX1903" fmla="*/ 1113250 w 12184002"/>
              <a:gd name="connsiteY1903" fmla="*/ 2714125 h 3882143"/>
              <a:gd name="connsiteX1904" fmla="*/ 1027672 w 12184002"/>
              <a:gd name="connsiteY1904" fmla="*/ 2714125 h 3882143"/>
              <a:gd name="connsiteX1905" fmla="*/ 1029702 w 12184002"/>
              <a:gd name="connsiteY1905" fmla="*/ 2852070 h 3882143"/>
              <a:gd name="connsiteX1906" fmla="*/ 1141875 w 12184002"/>
              <a:gd name="connsiteY1906" fmla="*/ 2964611 h 3882143"/>
              <a:gd name="connsiteX1907" fmla="*/ 1141875 w 12184002"/>
              <a:gd name="connsiteY1907" fmla="*/ 2969948 h 3882143"/>
              <a:gd name="connsiteX1908" fmla="*/ 1139246 w 12184002"/>
              <a:gd name="connsiteY1908" fmla="*/ 2971077 h 3882143"/>
              <a:gd name="connsiteX1909" fmla="*/ 1139095 w 12184002"/>
              <a:gd name="connsiteY1909" fmla="*/ 2971003 h 3882143"/>
              <a:gd name="connsiteX1910" fmla="*/ 1136465 w 12184002"/>
              <a:gd name="connsiteY1910" fmla="*/ 2969874 h 3882143"/>
              <a:gd name="connsiteX1911" fmla="*/ 1022188 w 12184002"/>
              <a:gd name="connsiteY1911" fmla="*/ 2855301 h 3882143"/>
              <a:gd name="connsiteX1912" fmla="*/ 1022188 w 12184002"/>
              <a:gd name="connsiteY1912" fmla="*/ 2853873 h 3882143"/>
              <a:gd name="connsiteX1913" fmla="*/ 1022414 w 12184002"/>
              <a:gd name="connsiteY1913" fmla="*/ 2708115 h 3882143"/>
              <a:gd name="connsiteX1914" fmla="*/ 1026019 w 12184002"/>
              <a:gd name="connsiteY1914" fmla="*/ 2706537 h 3882143"/>
              <a:gd name="connsiteX1915" fmla="*/ 7063147 w 12184002"/>
              <a:gd name="connsiteY1915" fmla="*/ 2706461 h 3882143"/>
              <a:gd name="connsiteX1916" fmla="*/ 7233625 w 12184002"/>
              <a:gd name="connsiteY1916" fmla="*/ 2706461 h 3882143"/>
              <a:gd name="connsiteX1917" fmla="*/ 7302596 w 12184002"/>
              <a:gd name="connsiteY1917" fmla="*/ 2775733 h 3882143"/>
              <a:gd name="connsiteX1918" fmla="*/ 7302596 w 12184002"/>
              <a:gd name="connsiteY1918" fmla="*/ 2862963 h 3882143"/>
              <a:gd name="connsiteX1919" fmla="*/ 7298840 w 12184002"/>
              <a:gd name="connsiteY1919" fmla="*/ 2866720 h 3882143"/>
              <a:gd name="connsiteX1920" fmla="*/ 7295084 w 12184002"/>
              <a:gd name="connsiteY1920" fmla="*/ 2862963 h 3882143"/>
              <a:gd name="connsiteX1921" fmla="*/ 7295084 w 12184002"/>
              <a:gd name="connsiteY1921" fmla="*/ 2778890 h 3882143"/>
              <a:gd name="connsiteX1922" fmla="*/ 7230468 w 12184002"/>
              <a:gd name="connsiteY1922" fmla="*/ 2714050 h 3882143"/>
              <a:gd name="connsiteX1923" fmla="*/ 7161571 w 12184002"/>
              <a:gd name="connsiteY1923" fmla="*/ 2714050 h 3882143"/>
              <a:gd name="connsiteX1924" fmla="*/ 7161571 w 12184002"/>
              <a:gd name="connsiteY1924" fmla="*/ 2801880 h 3882143"/>
              <a:gd name="connsiteX1925" fmla="*/ 7251356 w 12184002"/>
              <a:gd name="connsiteY1925" fmla="*/ 2892040 h 3882143"/>
              <a:gd name="connsiteX1926" fmla="*/ 7251356 w 12184002"/>
              <a:gd name="connsiteY1926" fmla="*/ 2897375 h 3882143"/>
              <a:gd name="connsiteX1927" fmla="*/ 7248726 w 12184002"/>
              <a:gd name="connsiteY1927" fmla="*/ 2898501 h 3882143"/>
              <a:gd name="connsiteX1928" fmla="*/ 7246096 w 12184002"/>
              <a:gd name="connsiteY1928" fmla="*/ 2897375 h 3882143"/>
              <a:gd name="connsiteX1929" fmla="*/ 7154057 w 12184002"/>
              <a:gd name="connsiteY1929" fmla="*/ 2805035 h 3882143"/>
              <a:gd name="connsiteX1930" fmla="*/ 7154057 w 12184002"/>
              <a:gd name="connsiteY1930" fmla="*/ 2714050 h 3882143"/>
              <a:gd name="connsiteX1931" fmla="*/ 7070661 w 12184002"/>
              <a:gd name="connsiteY1931" fmla="*/ 2714050 h 3882143"/>
              <a:gd name="connsiteX1932" fmla="*/ 7070661 w 12184002"/>
              <a:gd name="connsiteY1932" fmla="*/ 2852070 h 3882143"/>
              <a:gd name="connsiteX1933" fmla="*/ 7182759 w 12184002"/>
              <a:gd name="connsiteY1933" fmla="*/ 2964541 h 3882143"/>
              <a:gd name="connsiteX1934" fmla="*/ 7182759 w 12184002"/>
              <a:gd name="connsiteY1934" fmla="*/ 2969877 h 3882143"/>
              <a:gd name="connsiteX1935" fmla="*/ 7180130 w 12184002"/>
              <a:gd name="connsiteY1935" fmla="*/ 2971003 h 3882143"/>
              <a:gd name="connsiteX1936" fmla="*/ 7180054 w 12184002"/>
              <a:gd name="connsiteY1936" fmla="*/ 2971078 h 3882143"/>
              <a:gd name="connsiteX1937" fmla="*/ 7177425 w 12184002"/>
              <a:gd name="connsiteY1937" fmla="*/ 2969951 h 3882143"/>
              <a:gd name="connsiteX1938" fmla="*/ 7063147 w 12184002"/>
              <a:gd name="connsiteY1938" fmla="*/ 2855225 h 3882143"/>
              <a:gd name="connsiteX1939" fmla="*/ 4950379 w 12184002"/>
              <a:gd name="connsiteY1939" fmla="*/ 2706461 h 3882143"/>
              <a:gd name="connsiteX1940" fmla="*/ 5120856 w 12184002"/>
              <a:gd name="connsiteY1940" fmla="*/ 2706461 h 3882143"/>
              <a:gd name="connsiteX1941" fmla="*/ 5120856 w 12184002"/>
              <a:gd name="connsiteY1941" fmla="*/ 2855225 h 3882143"/>
              <a:gd name="connsiteX1942" fmla="*/ 5006579 w 12184002"/>
              <a:gd name="connsiteY1942" fmla="*/ 2969951 h 3882143"/>
              <a:gd name="connsiteX1943" fmla="*/ 5003949 w 12184002"/>
              <a:gd name="connsiteY1943" fmla="*/ 2971078 h 3882143"/>
              <a:gd name="connsiteX1944" fmla="*/ 5003873 w 12184002"/>
              <a:gd name="connsiteY1944" fmla="*/ 2971003 h 3882143"/>
              <a:gd name="connsiteX1945" fmla="*/ 5001245 w 12184002"/>
              <a:gd name="connsiteY1945" fmla="*/ 2969877 h 3882143"/>
              <a:gd name="connsiteX1946" fmla="*/ 5001245 w 12184002"/>
              <a:gd name="connsiteY1946" fmla="*/ 2964541 h 3882143"/>
              <a:gd name="connsiteX1947" fmla="*/ 5113343 w 12184002"/>
              <a:gd name="connsiteY1947" fmla="*/ 2852070 h 3882143"/>
              <a:gd name="connsiteX1948" fmla="*/ 5113343 w 12184002"/>
              <a:gd name="connsiteY1948" fmla="*/ 2714050 h 3882143"/>
              <a:gd name="connsiteX1949" fmla="*/ 5029945 w 12184002"/>
              <a:gd name="connsiteY1949" fmla="*/ 2714050 h 3882143"/>
              <a:gd name="connsiteX1950" fmla="*/ 5029945 w 12184002"/>
              <a:gd name="connsiteY1950" fmla="*/ 2805035 h 3882143"/>
              <a:gd name="connsiteX1951" fmla="*/ 4937907 w 12184002"/>
              <a:gd name="connsiteY1951" fmla="*/ 2897375 h 3882143"/>
              <a:gd name="connsiteX1952" fmla="*/ 4935278 w 12184002"/>
              <a:gd name="connsiteY1952" fmla="*/ 2898501 h 3882143"/>
              <a:gd name="connsiteX1953" fmla="*/ 4932648 w 12184002"/>
              <a:gd name="connsiteY1953" fmla="*/ 2897375 h 3882143"/>
              <a:gd name="connsiteX1954" fmla="*/ 4932648 w 12184002"/>
              <a:gd name="connsiteY1954" fmla="*/ 2892040 h 3882143"/>
              <a:gd name="connsiteX1955" fmla="*/ 5022433 w 12184002"/>
              <a:gd name="connsiteY1955" fmla="*/ 2801880 h 3882143"/>
              <a:gd name="connsiteX1956" fmla="*/ 5022433 w 12184002"/>
              <a:gd name="connsiteY1956" fmla="*/ 2714050 h 3882143"/>
              <a:gd name="connsiteX1957" fmla="*/ 4953535 w 12184002"/>
              <a:gd name="connsiteY1957" fmla="*/ 2714050 h 3882143"/>
              <a:gd name="connsiteX1958" fmla="*/ 4888920 w 12184002"/>
              <a:gd name="connsiteY1958" fmla="*/ 2778890 h 3882143"/>
              <a:gd name="connsiteX1959" fmla="*/ 4888920 w 12184002"/>
              <a:gd name="connsiteY1959" fmla="*/ 2862963 h 3882143"/>
              <a:gd name="connsiteX1960" fmla="*/ 4885164 w 12184002"/>
              <a:gd name="connsiteY1960" fmla="*/ 2866720 h 3882143"/>
              <a:gd name="connsiteX1961" fmla="*/ 4881407 w 12184002"/>
              <a:gd name="connsiteY1961" fmla="*/ 2862963 h 3882143"/>
              <a:gd name="connsiteX1962" fmla="*/ 4881407 w 12184002"/>
              <a:gd name="connsiteY1962" fmla="*/ 2775733 h 3882143"/>
              <a:gd name="connsiteX1963" fmla="*/ 10184632 w 12184002"/>
              <a:gd name="connsiteY1963" fmla="*/ 2666115 h 3882143"/>
              <a:gd name="connsiteX1964" fmla="*/ 10189966 w 12184002"/>
              <a:gd name="connsiteY1964" fmla="*/ 2666115 h 3882143"/>
              <a:gd name="connsiteX1965" fmla="*/ 10755719 w 12184002"/>
              <a:gd name="connsiteY1965" fmla="*/ 3233888 h 3882143"/>
              <a:gd name="connsiteX1966" fmla="*/ 10755719 w 12184002"/>
              <a:gd name="connsiteY1966" fmla="*/ 3348242 h 3882143"/>
              <a:gd name="connsiteX1967" fmla="*/ 10751963 w 12184002"/>
              <a:gd name="connsiteY1967" fmla="*/ 3351998 h 3882143"/>
              <a:gd name="connsiteX1968" fmla="*/ 10748207 w 12184002"/>
              <a:gd name="connsiteY1968" fmla="*/ 3348242 h 3882143"/>
              <a:gd name="connsiteX1969" fmla="*/ 10748207 w 12184002"/>
              <a:gd name="connsiteY1969" fmla="*/ 3237043 h 3882143"/>
              <a:gd name="connsiteX1970" fmla="*/ 10184632 w 12184002"/>
              <a:gd name="connsiteY1970" fmla="*/ 2671449 h 3882143"/>
              <a:gd name="connsiteX1971" fmla="*/ 10184632 w 12184002"/>
              <a:gd name="connsiteY1971" fmla="*/ 2666115 h 3882143"/>
              <a:gd name="connsiteX1972" fmla="*/ 1994037 w 12184002"/>
              <a:gd name="connsiteY1972" fmla="*/ 2666115 h 3882143"/>
              <a:gd name="connsiteX1973" fmla="*/ 1999371 w 12184002"/>
              <a:gd name="connsiteY1973" fmla="*/ 2666115 h 3882143"/>
              <a:gd name="connsiteX1974" fmla="*/ 1999371 w 12184002"/>
              <a:gd name="connsiteY1974" fmla="*/ 2671449 h 3882143"/>
              <a:gd name="connsiteX1975" fmla="*/ 1435796 w 12184002"/>
              <a:gd name="connsiteY1975" fmla="*/ 3237043 h 3882143"/>
              <a:gd name="connsiteX1976" fmla="*/ 1435796 w 12184002"/>
              <a:gd name="connsiteY1976" fmla="*/ 3348242 h 3882143"/>
              <a:gd name="connsiteX1977" fmla="*/ 1432040 w 12184002"/>
              <a:gd name="connsiteY1977" fmla="*/ 3351998 h 3882143"/>
              <a:gd name="connsiteX1978" fmla="*/ 1428283 w 12184002"/>
              <a:gd name="connsiteY1978" fmla="*/ 3348242 h 3882143"/>
              <a:gd name="connsiteX1979" fmla="*/ 1428283 w 12184002"/>
              <a:gd name="connsiteY1979" fmla="*/ 3233888 h 3882143"/>
              <a:gd name="connsiteX1980" fmla="*/ 8046867 w 12184002"/>
              <a:gd name="connsiteY1980" fmla="*/ 2647783 h 3882143"/>
              <a:gd name="connsiteX1981" fmla="*/ 8071135 w 12184002"/>
              <a:gd name="connsiteY1981" fmla="*/ 2672201 h 3882143"/>
              <a:gd name="connsiteX1982" fmla="*/ 8046867 w 12184002"/>
              <a:gd name="connsiteY1982" fmla="*/ 2696620 h 3882143"/>
              <a:gd name="connsiteX1983" fmla="*/ 8029718 w 12184002"/>
              <a:gd name="connsiteY1983" fmla="*/ 2689482 h 3882143"/>
              <a:gd name="connsiteX1984" fmla="*/ 8027522 w 12184002"/>
              <a:gd name="connsiteY1984" fmla="*/ 2684152 h 3882143"/>
              <a:gd name="connsiteX1985" fmla="*/ 7476605 w 12184002"/>
              <a:gd name="connsiteY1985" fmla="*/ 3237046 h 3882143"/>
              <a:gd name="connsiteX1986" fmla="*/ 7476605 w 12184002"/>
              <a:gd name="connsiteY1986" fmla="*/ 3348245 h 3882143"/>
              <a:gd name="connsiteX1987" fmla="*/ 7472847 w 12184002"/>
              <a:gd name="connsiteY1987" fmla="*/ 3352001 h 3882143"/>
              <a:gd name="connsiteX1988" fmla="*/ 7469092 w 12184002"/>
              <a:gd name="connsiteY1988" fmla="*/ 3348245 h 3882143"/>
              <a:gd name="connsiteX1989" fmla="*/ 7469092 w 12184002"/>
              <a:gd name="connsiteY1989" fmla="*/ 3233891 h 3882143"/>
              <a:gd name="connsiteX1990" fmla="*/ 8024407 w 12184002"/>
              <a:gd name="connsiteY1990" fmla="*/ 2676591 h 3882143"/>
              <a:gd name="connsiteX1991" fmla="*/ 8022598 w 12184002"/>
              <a:gd name="connsiteY1991" fmla="*/ 2672201 h 3882143"/>
              <a:gd name="connsiteX1992" fmla="*/ 8046867 w 12184002"/>
              <a:gd name="connsiteY1992" fmla="*/ 2647783 h 3882143"/>
              <a:gd name="connsiteX1993" fmla="*/ 4137136 w 12184002"/>
              <a:gd name="connsiteY1993" fmla="*/ 2647783 h 3882143"/>
              <a:gd name="connsiteX1994" fmla="*/ 4161405 w 12184002"/>
              <a:gd name="connsiteY1994" fmla="*/ 2672201 h 3882143"/>
              <a:gd name="connsiteX1995" fmla="*/ 4159596 w 12184002"/>
              <a:gd name="connsiteY1995" fmla="*/ 2676591 h 3882143"/>
              <a:gd name="connsiteX1996" fmla="*/ 4714912 w 12184002"/>
              <a:gd name="connsiteY1996" fmla="*/ 3233891 h 3882143"/>
              <a:gd name="connsiteX1997" fmla="*/ 4714912 w 12184002"/>
              <a:gd name="connsiteY1997" fmla="*/ 3348245 h 3882143"/>
              <a:gd name="connsiteX1998" fmla="*/ 4711155 w 12184002"/>
              <a:gd name="connsiteY1998" fmla="*/ 3352001 h 3882143"/>
              <a:gd name="connsiteX1999" fmla="*/ 4707398 w 12184002"/>
              <a:gd name="connsiteY1999" fmla="*/ 3348245 h 3882143"/>
              <a:gd name="connsiteX2000" fmla="*/ 4707398 w 12184002"/>
              <a:gd name="connsiteY2000" fmla="*/ 3237046 h 3882143"/>
              <a:gd name="connsiteX2001" fmla="*/ 4156481 w 12184002"/>
              <a:gd name="connsiteY2001" fmla="*/ 2684152 h 3882143"/>
              <a:gd name="connsiteX2002" fmla="*/ 4154286 w 12184002"/>
              <a:gd name="connsiteY2002" fmla="*/ 2689482 h 3882143"/>
              <a:gd name="connsiteX2003" fmla="*/ 4137136 w 12184002"/>
              <a:gd name="connsiteY2003" fmla="*/ 2696620 h 3882143"/>
              <a:gd name="connsiteX2004" fmla="*/ 4112869 w 12184002"/>
              <a:gd name="connsiteY2004" fmla="*/ 2672201 h 3882143"/>
              <a:gd name="connsiteX2005" fmla="*/ 4137136 w 12184002"/>
              <a:gd name="connsiteY2005" fmla="*/ 2647783 h 3882143"/>
              <a:gd name="connsiteX2006" fmla="*/ 10950465 w 12184002"/>
              <a:gd name="connsiteY2006" fmla="*/ 2635837 h 3882143"/>
              <a:gd name="connsiteX2007" fmla="*/ 11159861 w 12184002"/>
              <a:gd name="connsiteY2007" fmla="*/ 2635837 h 3882143"/>
              <a:gd name="connsiteX2008" fmla="*/ 11163618 w 12184002"/>
              <a:gd name="connsiteY2008" fmla="*/ 2639592 h 3882143"/>
              <a:gd name="connsiteX2009" fmla="*/ 11159861 w 12184002"/>
              <a:gd name="connsiteY2009" fmla="*/ 2643349 h 3882143"/>
              <a:gd name="connsiteX2010" fmla="*/ 10953621 w 12184002"/>
              <a:gd name="connsiteY2010" fmla="*/ 2643349 h 3882143"/>
              <a:gd name="connsiteX2011" fmla="*/ 10866767 w 12184002"/>
              <a:gd name="connsiteY2011" fmla="*/ 2730504 h 3882143"/>
              <a:gd name="connsiteX2012" fmla="*/ 10866767 w 12184002"/>
              <a:gd name="connsiteY2012" fmla="*/ 2907669 h 3882143"/>
              <a:gd name="connsiteX2013" fmla="*/ 10863010 w 12184002"/>
              <a:gd name="connsiteY2013" fmla="*/ 2911426 h 3882143"/>
              <a:gd name="connsiteX2014" fmla="*/ 10862934 w 12184002"/>
              <a:gd name="connsiteY2014" fmla="*/ 2911500 h 3882143"/>
              <a:gd name="connsiteX2015" fmla="*/ 10859178 w 12184002"/>
              <a:gd name="connsiteY2015" fmla="*/ 2907743 h 3882143"/>
              <a:gd name="connsiteX2016" fmla="*/ 10859178 w 12184002"/>
              <a:gd name="connsiteY2016" fmla="*/ 2727423 h 3882143"/>
              <a:gd name="connsiteX2017" fmla="*/ 1024142 w 12184002"/>
              <a:gd name="connsiteY2017" fmla="*/ 2635837 h 3882143"/>
              <a:gd name="connsiteX2018" fmla="*/ 1233538 w 12184002"/>
              <a:gd name="connsiteY2018" fmla="*/ 2635837 h 3882143"/>
              <a:gd name="connsiteX2019" fmla="*/ 1324824 w 12184002"/>
              <a:gd name="connsiteY2019" fmla="*/ 2727423 h 3882143"/>
              <a:gd name="connsiteX2020" fmla="*/ 1324824 w 12184002"/>
              <a:gd name="connsiteY2020" fmla="*/ 2907743 h 3882143"/>
              <a:gd name="connsiteX2021" fmla="*/ 1321068 w 12184002"/>
              <a:gd name="connsiteY2021" fmla="*/ 2911500 h 3882143"/>
              <a:gd name="connsiteX2022" fmla="*/ 1320993 w 12184002"/>
              <a:gd name="connsiteY2022" fmla="*/ 2911426 h 3882143"/>
              <a:gd name="connsiteX2023" fmla="*/ 1317237 w 12184002"/>
              <a:gd name="connsiteY2023" fmla="*/ 2907669 h 3882143"/>
              <a:gd name="connsiteX2024" fmla="*/ 1317237 w 12184002"/>
              <a:gd name="connsiteY2024" fmla="*/ 2730504 h 3882143"/>
              <a:gd name="connsiteX2025" fmla="*/ 1230382 w 12184002"/>
              <a:gd name="connsiteY2025" fmla="*/ 2643349 h 3882143"/>
              <a:gd name="connsiteX2026" fmla="*/ 1024142 w 12184002"/>
              <a:gd name="connsiteY2026" fmla="*/ 2643349 h 3882143"/>
              <a:gd name="connsiteX2027" fmla="*/ 1020384 w 12184002"/>
              <a:gd name="connsiteY2027" fmla="*/ 2639592 h 3882143"/>
              <a:gd name="connsiteX2028" fmla="*/ 1024142 w 12184002"/>
              <a:gd name="connsiteY2028" fmla="*/ 2635837 h 3882143"/>
              <a:gd name="connsiteX2029" fmla="*/ 10692304 w 12184002"/>
              <a:gd name="connsiteY2029" fmla="*/ 2632230 h 3882143"/>
              <a:gd name="connsiteX2030" fmla="*/ 10692382 w 12184002"/>
              <a:gd name="connsiteY2030" fmla="*/ 2632230 h 3882143"/>
              <a:gd name="connsiteX2031" fmla="*/ 10692306 w 12184002"/>
              <a:gd name="connsiteY2031" fmla="*/ 2632305 h 3882143"/>
              <a:gd name="connsiteX2032" fmla="*/ 1491620 w 12184002"/>
              <a:gd name="connsiteY2032" fmla="*/ 2632230 h 3882143"/>
              <a:gd name="connsiteX2033" fmla="*/ 1491698 w 12184002"/>
              <a:gd name="connsiteY2033" fmla="*/ 2632230 h 3882143"/>
              <a:gd name="connsiteX2034" fmla="*/ 1491696 w 12184002"/>
              <a:gd name="connsiteY2034" fmla="*/ 2632305 h 3882143"/>
              <a:gd name="connsiteX2035" fmla="*/ 10000029 w 12184002"/>
              <a:gd name="connsiteY2035" fmla="*/ 2615927 h 3882143"/>
              <a:gd name="connsiteX2036" fmla="*/ 10003786 w 12184002"/>
              <a:gd name="connsiteY2036" fmla="*/ 2619683 h 3882143"/>
              <a:gd name="connsiteX2037" fmla="*/ 10003786 w 12184002"/>
              <a:gd name="connsiteY2037" fmla="*/ 3145006 h 3882143"/>
              <a:gd name="connsiteX2038" fmla="*/ 10265099 w 12184002"/>
              <a:gd name="connsiteY2038" fmla="*/ 3145006 h 3882143"/>
              <a:gd name="connsiteX2039" fmla="*/ 10268856 w 12184002"/>
              <a:gd name="connsiteY2039" fmla="*/ 3148762 h 3882143"/>
              <a:gd name="connsiteX2040" fmla="*/ 10265099 w 12184002"/>
              <a:gd name="connsiteY2040" fmla="*/ 3152518 h 3882143"/>
              <a:gd name="connsiteX2041" fmla="*/ 10128508 w 12184002"/>
              <a:gd name="connsiteY2041" fmla="*/ 3152518 h 3882143"/>
              <a:gd name="connsiteX2042" fmla="*/ 10130537 w 12184002"/>
              <a:gd name="connsiteY2042" fmla="*/ 3154548 h 3882143"/>
              <a:gd name="connsiteX2043" fmla="*/ 10130537 w 12184002"/>
              <a:gd name="connsiteY2043" fmla="*/ 3192114 h 3882143"/>
              <a:gd name="connsiteX2044" fmla="*/ 10126779 w 12184002"/>
              <a:gd name="connsiteY2044" fmla="*/ 3195871 h 3882143"/>
              <a:gd name="connsiteX2045" fmla="*/ 10123023 w 12184002"/>
              <a:gd name="connsiteY2045" fmla="*/ 3192114 h 3882143"/>
              <a:gd name="connsiteX2046" fmla="*/ 10123023 w 12184002"/>
              <a:gd name="connsiteY2046" fmla="*/ 3154548 h 3882143"/>
              <a:gd name="connsiteX2047" fmla="*/ 10125051 w 12184002"/>
              <a:gd name="connsiteY2047" fmla="*/ 3152518 h 3882143"/>
              <a:gd name="connsiteX2048" fmla="*/ 9996273 w 12184002"/>
              <a:gd name="connsiteY2048" fmla="*/ 3152518 h 3882143"/>
              <a:gd name="connsiteX2049" fmla="*/ 9996273 w 12184002"/>
              <a:gd name="connsiteY2049" fmla="*/ 2619683 h 3882143"/>
              <a:gd name="connsiteX2050" fmla="*/ 10000029 w 12184002"/>
              <a:gd name="connsiteY2050" fmla="*/ 2615927 h 3882143"/>
              <a:gd name="connsiteX2051" fmla="*/ 8224706 w 12184002"/>
              <a:gd name="connsiteY2051" fmla="*/ 2615927 h 3882143"/>
              <a:gd name="connsiteX2052" fmla="*/ 8228463 w 12184002"/>
              <a:gd name="connsiteY2052" fmla="*/ 2619683 h 3882143"/>
              <a:gd name="connsiteX2053" fmla="*/ 8228463 w 12184002"/>
              <a:gd name="connsiteY2053" fmla="*/ 3152522 h 3882143"/>
              <a:gd name="connsiteX2054" fmla="*/ 8101788 w 12184002"/>
              <a:gd name="connsiteY2054" fmla="*/ 3152522 h 3882143"/>
              <a:gd name="connsiteX2055" fmla="*/ 8101788 w 12184002"/>
              <a:gd name="connsiteY2055" fmla="*/ 3192118 h 3882143"/>
              <a:gd name="connsiteX2056" fmla="*/ 8098031 w 12184002"/>
              <a:gd name="connsiteY2056" fmla="*/ 3195874 h 3882143"/>
              <a:gd name="connsiteX2057" fmla="*/ 8094275 w 12184002"/>
              <a:gd name="connsiteY2057" fmla="*/ 3192118 h 3882143"/>
              <a:gd name="connsiteX2058" fmla="*/ 8094275 w 12184002"/>
              <a:gd name="connsiteY2058" fmla="*/ 3152522 h 3882143"/>
              <a:gd name="connsiteX2059" fmla="*/ 7959711 w 12184002"/>
              <a:gd name="connsiteY2059" fmla="*/ 3152522 h 3882143"/>
              <a:gd name="connsiteX2060" fmla="*/ 7955955 w 12184002"/>
              <a:gd name="connsiteY2060" fmla="*/ 3148765 h 3882143"/>
              <a:gd name="connsiteX2061" fmla="*/ 7959711 w 12184002"/>
              <a:gd name="connsiteY2061" fmla="*/ 3145009 h 3882143"/>
              <a:gd name="connsiteX2062" fmla="*/ 8095101 w 12184002"/>
              <a:gd name="connsiteY2062" fmla="*/ 3145009 h 3882143"/>
              <a:gd name="connsiteX2063" fmla="*/ 8098031 w 12184002"/>
              <a:gd name="connsiteY2063" fmla="*/ 3142080 h 3882143"/>
              <a:gd name="connsiteX2064" fmla="*/ 8100963 w 12184002"/>
              <a:gd name="connsiteY2064" fmla="*/ 3145009 h 3882143"/>
              <a:gd name="connsiteX2065" fmla="*/ 8220950 w 12184002"/>
              <a:gd name="connsiteY2065" fmla="*/ 3145009 h 3882143"/>
              <a:gd name="connsiteX2066" fmla="*/ 8220950 w 12184002"/>
              <a:gd name="connsiteY2066" fmla="*/ 2619683 h 3882143"/>
              <a:gd name="connsiteX2067" fmla="*/ 8224706 w 12184002"/>
              <a:gd name="connsiteY2067" fmla="*/ 2615927 h 3882143"/>
              <a:gd name="connsiteX2068" fmla="*/ 3959296 w 12184002"/>
              <a:gd name="connsiteY2068" fmla="*/ 2615927 h 3882143"/>
              <a:gd name="connsiteX2069" fmla="*/ 3963054 w 12184002"/>
              <a:gd name="connsiteY2069" fmla="*/ 2619683 h 3882143"/>
              <a:gd name="connsiteX2070" fmla="*/ 3963054 w 12184002"/>
              <a:gd name="connsiteY2070" fmla="*/ 3145009 h 3882143"/>
              <a:gd name="connsiteX2071" fmla="*/ 4083041 w 12184002"/>
              <a:gd name="connsiteY2071" fmla="*/ 3145009 h 3882143"/>
              <a:gd name="connsiteX2072" fmla="*/ 4085972 w 12184002"/>
              <a:gd name="connsiteY2072" fmla="*/ 3142080 h 3882143"/>
              <a:gd name="connsiteX2073" fmla="*/ 4088902 w 12184002"/>
              <a:gd name="connsiteY2073" fmla="*/ 3145009 h 3882143"/>
              <a:gd name="connsiteX2074" fmla="*/ 4224292 w 12184002"/>
              <a:gd name="connsiteY2074" fmla="*/ 3145009 h 3882143"/>
              <a:gd name="connsiteX2075" fmla="*/ 4228048 w 12184002"/>
              <a:gd name="connsiteY2075" fmla="*/ 3148765 h 3882143"/>
              <a:gd name="connsiteX2076" fmla="*/ 4224292 w 12184002"/>
              <a:gd name="connsiteY2076" fmla="*/ 3152522 h 3882143"/>
              <a:gd name="connsiteX2077" fmla="*/ 4089728 w 12184002"/>
              <a:gd name="connsiteY2077" fmla="*/ 3152522 h 3882143"/>
              <a:gd name="connsiteX2078" fmla="*/ 4089728 w 12184002"/>
              <a:gd name="connsiteY2078" fmla="*/ 3192118 h 3882143"/>
              <a:gd name="connsiteX2079" fmla="*/ 4085972 w 12184002"/>
              <a:gd name="connsiteY2079" fmla="*/ 3195874 h 3882143"/>
              <a:gd name="connsiteX2080" fmla="*/ 4082214 w 12184002"/>
              <a:gd name="connsiteY2080" fmla="*/ 3192118 h 3882143"/>
              <a:gd name="connsiteX2081" fmla="*/ 4082214 w 12184002"/>
              <a:gd name="connsiteY2081" fmla="*/ 3152522 h 3882143"/>
              <a:gd name="connsiteX2082" fmla="*/ 3955539 w 12184002"/>
              <a:gd name="connsiteY2082" fmla="*/ 3152522 h 3882143"/>
              <a:gd name="connsiteX2083" fmla="*/ 3955539 w 12184002"/>
              <a:gd name="connsiteY2083" fmla="*/ 2619683 h 3882143"/>
              <a:gd name="connsiteX2084" fmla="*/ 3959296 w 12184002"/>
              <a:gd name="connsiteY2084" fmla="*/ 2615927 h 3882143"/>
              <a:gd name="connsiteX2085" fmla="*/ 2183974 w 12184002"/>
              <a:gd name="connsiteY2085" fmla="*/ 2615927 h 3882143"/>
              <a:gd name="connsiteX2086" fmla="*/ 2187730 w 12184002"/>
              <a:gd name="connsiteY2086" fmla="*/ 2619683 h 3882143"/>
              <a:gd name="connsiteX2087" fmla="*/ 2187730 w 12184002"/>
              <a:gd name="connsiteY2087" fmla="*/ 3152518 h 3882143"/>
              <a:gd name="connsiteX2088" fmla="*/ 2058951 w 12184002"/>
              <a:gd name="connsiteY2088" fmla="*/ 3152518 h 3882143"/>
              <a:gd name="connsiteX2089" fmla="*/ 2060979 w 12184002"/>
              <a:gd name="connsiteY2089" fmla="*/ 3154548 h 3882143"/>
              <a:gd name="connsiteX2090" fmla="*/ 2060979 w 12184002"/>
              <a:gd name="connsiteY2090" fmla="*/ 3192114 h 3882143"/>
              <a:gd name="connsiteX2091" fmla="*/ 2057224 w 12184002"/>
              <a:gd name="connsiteY2091" fmla="*/ 3195871 h 3882143"/>
              <a:gd name="connsiteX2092" fmla="*/ 2053467 w 12184002"/>
              <a:gd name="connsiteY2092" fmla="*/ 3192114 h 3882143"/>
              <a:gd name="connsiteX2093" fmla="*/ 2053467 w 12184002"/>
              <a:gd name="connsiteY2093" fmla="*/ 3154548 h 3882143"/>
              <a:gd name="connsiteX2094" fmla="*/ 2055495 w 12184002"/>
              <a:gd name="connsiteY2094" fmla="*/ 3152518 h 3882143"/>
              <a:gd name="connsiteX2095" fmla="*/ 1918904 w 12184002"/>
              <a:gd name="connsiteY2095" fmla="*/ 3152518 h 3882143"/>
              <a:gd name="connsiteX2096" fmla="*/ 1915146 w 12184002"/>
              <a:gd name="connsiteY2096" fmla="*/ 3148762 h 3882143"/>
              <a:gd name="connsiteX2097" fmla="*/ 1918904 w 12184002"/>
              <a:gd name="connsiteY2097" fmla="*/ 3145006 h 3882143"/>
              <a:gd name="connsiteX2098" fmla="*/ 2180217 w 12184002"/>
              <a:gd name="connsiteY2098" fmla="*/ 3145006 h 3882143"/>
              <a:gd name="connsiteX2099" fmla="*/ 2180217 w 12184002"/>
              <a:gd name="connsiteY2099" fmla="*/ 2619683 h 3882143"/>
              <a:gd name="connsiteX2100" fmla="*/ 2183974 w 12184002"/>
              <a:gd name="connsiteY2100" fmla="*/ 2615927 h 3882143"/>
              <a:gd name="connsiteX2101" fmla="*/ 7066602 w 12184002"/>
              <a:gd name="connsiteY2101" fmla="*/ 2615025 h 3882143"/>
              <a:gd name="connsiteX2102" fmla="*/ 7083751 w 12184002"/>
              <a:gd name="connsiteY2102" fmla="*/ 2622163 h 3882143"/>
              <a:gd name="connsiteX2103" fmla="*/ 7089415 w 12184002"/>
              <a:gd name="connsiteY2103" fmla="*/ 2635911 h 3882143"/>
              <a:gd name="connsiteX2104" fmla="*/ 7274422 w 12184002"/>
              <a:gd name="connsiteY2104" fmla="*/ 2635911 h 3882143"/>
              <a:gd name="connsiteX2105" fmla="*/ 7365707 w 12184002"/>
              <a:gd name="connsiteY2105" fmla="*/ 2727498 h 3882143"/>
              <a:gd name="connsiteX2106" fmla="*/ 7365707 w 12184002"/>
              <a:gd name="connsiteY2106" fmla="*/ 2907818 h 3882143"/>
              <a:gd name="connsiteX2107" fmla="*/ 7361950 w 12184002"/>
              <a:gd name="connsiteY2107" fmla="*/ 2911575 h 3882143"/>
              <a:gd name="connsiteX2108" fmla="*/ 7361876 w 12184002"/>
              <a:gd name="connsiteY2108" fmla="*/ 2911500 h 3882143"/>
              <a:gd name="connsiteX2109" fmla="*/ 7358119 w 12184002"/>
              <a:gd name="connsiteY2109" fmla="*/ 2907743 h 3882143"/>
              <a:gd name="connsiteX2110" fmla="*/ 7358119 w 12184002"/>
              <a:gd name="connsiteY2110" fmla="*/ 2730578 h 3882143"/>
              <a:gd name="connsiteX2111" fmla="*/ 7271266 w 12184002"/>
              <a:gd name="connsiteY2111" fmla="*/ 2643424 h 3882143"/>
              <a:gd name="connsiteX2112" fmla="*/ 7089226 w 12184002"/>
              <a:gd name="connsiteY2112" fmla="*/ 2643424 h 3882143"/>
              <a:gd name="connsiteX2113" fmla="*/ 7083751 w 12184002"/>
              <a:gd name="connsiteY2113" fmla="*/ 2656696 h 3882143"/>
              <a:gd name="connsiteX2114" fmla="*/ 7066602 w 12184002"/>
              <a:gd name="connsiteY2114" fmla="*/ 2663861 h 3882143"/>
              <a:gd name="connsiteX2115" fmla="*/ 7042335 w 12184002"/>
              <a:gd name="connsiteY2115" fmla="*/ 2639443 h 3882143"/>
              <a:gd name="connsiteX2116" fmla="*/ 7066602 w 12184002"/>
              <a:gd name="connsiteY2116" fmla="*/ 2615025 h 3882143"/>
              <a:gd name="connsiteX2117" fmla="*/ 5117401 w 12184002"/>
              <a:gd name="connsiteY2117" fmla="*/ 2615025 h 3882143"/>
              <a:gd name="connsiteX2118" fmla="*/ 5141668 w 12184002"/>
              <a:gd name="connsiteY2118" fmla="*/ 2639443 h 3882143"/>
              <a:gd name="connsiteX2119" fmla="*/ 5117401 w 12184002"/>
              <a:gd name="connsiteY2119" fmla="*/ 2663861 h 3882143"/>
              <a:gd name="connsiteX2120" fmla="*/ 5100252 w 12184002"/>
              <a:gd name="connsiteY2120" fmla="*/ 2656696 h 3882143"/>
              <a:gd name="connsiteX2121" fmla="*/ 5094776 w 12184002"/>
              <a:gd name="connsiteY2121" fmla="*/ 2643424 h 3882143"/>
              <a:gd name="connsiteX2122" fmla="*/ 4912738 w 12184002"/>
              <a:gd name="connsiteY2122" fmla="*/ 2643424 h 3882143"/>
              <a:gd name="connsiteX2123" fmla="*/ 4825884 w 12184002"/>
              <a:gd name="connsiteY2123" fmla="*/ 2730578 h 3882143"/>
              <a:gd name="connsiteX2124" fmla="*/ 4825884 w 12184002"/>
              <a:gd name="connsiteY2124" fmla="*/ 2907743 h 3882143"/>
              <a:gd name="connsiteX2125" fmla="*/ 4822127 w 12184002"/>
              <a:gd name="connsiteY2125" fmla="*/ 2911500 h 3882143"/>
              <a:gd name="connsiteX2126" fmla="*/ 4822052 w 12184002"/>
              <a:gd name="connsiteY2126" fmla="*/ 2911575 h 3882143"/>
              <a:gd name="connsiteX2127" fmla="*/ 4818295 w 12184002"/>
              <a:gd name="connsiteY2127" fmla="*/ 2907818 h 3882143"/>
              <a:gd name="connsiteX2128" fmla="*/ 4818295 w 12184002"/>
              <a:gd name="connsiteY2128" fmla="*/ 2727498 h 3882143"/>
              <a:gd name="connsiteX2129" fmla="*/ 4909581 w 12184002"/>
              <a:gd name="connsiteY2129" fmla="*/ 2635911 h 3882143"/>
              <a:gd name="connsiteX2130" fmla="*/ 5094588 w 12184002"/>
              <a:gd name="connsiteY2130" fmla="*/ 2635911 h 3882143"/>
              <a:gd name="connsiteX2131" fmla="*/ 5100252 w 12184002"/>
              <a:gd name="connsiteY2131" fmla="*/ 2622163 h 3882143"/>
              <a:gd name="connsiteX2132" fmla="*/ 5117401 w 12184002"/>
              <a:gd name="connsiteY2132" fmla="*/ 2615025 h 3882143"/>
              <a:gd name="connsiteX2133" fmla="*/ 11459718 w 12184002"/>
              <a:gd name="connsiteY2133" fmla="*/ 2608864 h 3882143"/>
              <a:gd name="connsiteX2134" fmla="*/ 11463475 w 12184002"/>
              <a:gd name="connsiteY2134" fmla="*/ 2612620 h 3882143"/>
              <a:gd name="connsiteX2135" fmla="*/ 11463475 w 12184002"/>
              <a:gd name="connsiteY2135" fmla="*/ 2683320 h 3882143"/>
              <a:gd name="connsiteX2136" fmla="*/ 11376756 w 12184002"/>
              <a:gd name="connsiteY2136" fmla="*/ 2770320 h 3882143"/>
              <a:gd name="connsiteX2137" fmla="*/ 11382108 w 12184002"/>
              <a:gd name="connsiteY2137" fmla="*/ 2770046 h 3882143"/>
              <a:gd name="connsiteX2138" fmla="*/ 11528466 w 12184002"/>
              <a:gd name="connsiteY2138" fmla="*/ 2769889 h 3882143"/>
              <a:gd name="connsiteX2139" fmla="*/ 11545670 w 12184002"/>
              <a:gd name="connsiteY2139" fmla="*/ 2770027 h 3882143"/>
              <a:gd name="connsiteX2140" fmla="*/ 11545670 w 12184002"/>
              <a:gd name="connsiteY2140" fmla="*/ 2685199 h 3882143"/>
              <a:gd name="connsiteX2141" fmla="*/ 11549427 w 12184002"/>
              <a:gd name="connsiteY2141" fmla="*/ 2681442 h 3882143"/>
              <a:gd name="connsiteX2142" fmla="*/ 11553184 w 12184002"/>
              <a:gd name="connsiteY2142" fmla="*/ 2685199 h 3882143"/>
              <a:gd name="connsiteX2143" fmla="*/ 11553184 w 12184002"/>
              <a:gd name="connsiteY2143" fmla="*/ 2770086 h 3882143"/>
              <a:gd name="connsiteX2144" fmla="*/ 11602653 w 12184002"/>
              <a:gd name="connsiteY2144" fmla="*/ 2770477 h 3882143"/>
              <a:gd name="connsiteX2145" fmla="*/ 11638459 w 12184002"/>
              <a:gd name="connsiteY2145" fmla="*/ 2770850 h 3882143"/>
              <a:gd name="connsiteX2146" fmla="*/ 11642216 w 12184002"/>
              <a:gd name="connsiteY2146" fmla="*/ 2774681 h 3882143"/>
              <a:gd name="connsiteX2147" fmla="*/ 11638384 w 12184002"/>
              <a:gd name="connsiteY2147" fmla="*/ 2778438 h 3882143"/>
              <a:gd name="connsiteX2148" fmla="*/ 11550082 w 12184002"/>
              <a:gd name="connsiteY2148" fmla="*/ 2777710 h 3882143"/>
              <a:gd name="connsiteX2149" fmla="*/ 11549427 w 12184002"/>
              <a:gd name="connsiteY2149" fmla="*/ 2778364 h 3882143"/>
              <a:gd name="connsiteX2150" fmla="*/ 11548761 w 12184002"/>
              <a:gd name="connsiteY2150" fmla="*/ 2777697 h 3882143"/>
              <a:gd name="connsiteX2151" fmla="*/ 11517004 w 12184002"/>
              <a:gd name="connsiteY2151" fmla="*/ 2777435 h 3882143"/>
              <a:gd name="connsiteX2152" fmla="*/ 11454165 w 12184002"/>
              <a:gd name="connsiteY2152" fmla="*/ 2777219 h 3882143"/>
              <a:gd name="connsiteX2153" fmla="*/ 11452956 w 12184002"/>
              <a:gd name="connsiteY2153" fmla="*/ 2777222 h 3882143"/>
              <a:gd name="connsiteX2154" fmla="*/ 11452956 w 12184002"/>
              <a:gd name="connsiteY2154" fmla="*/ 2993617 h 3882143"/>
              <a:gd name="connsiteX2155" fmla="*/ 11577075 w 12184002"/>
              <a:gd name="connsiteY2155" fmla="*/ 3118186 h 3882143"/>
              <a:gd name="connsiteX2156" fmla="*/ 11577075 w 12184002"/>
              <a:gd name="connsiteY2156" fmla="*/ 3123521 h 3882143"/>
              <a:gd name="connsiteX2157" fmla="*/ 11574445 w 12184002"/>
              <a:gd name="connsiteY2157" fmla="*/ 3124648 h 3882143"/>
              <a:gd name="connsiteX2158" fmla="*/ 11574445 w 12184002"/>
              <a:gd name="connsiteY2158" fmla="*/ 3124723 h 3882143"/>
              <a:gd name="connsiteX2159" fmla="*/ 11571816 w 12184002"/>
              <a:gd name="connsiteY2159" fmla="*/ 3123596 h 3882143"/>
              <a:gd name="connsiteX2160" fmla="*/ 11445441 w 12184002"/>
              <a:gd name="connsiteY2160" fmla="*/ 2996772 h 3882143"/>
              <a:gd name="connsiteX2161" fmla="*/ 11445441 w 12184002"/>
              <a:gd name="connsiteY2161" fmla="*/ 2777246 h 3882143"/>
              <a:gd name="connsiteX2162" fmla="*/ 11402581 w 12184002"/>
              <a:gd name="connsiteY2162" fmla="*/ 2777382 h 3882143"/>
              <a:gd name="connsiteX2163" fmla="*/ 11370911 w 12184002"/>
              <a:gd name="connsiteY2163" fmla="*/ 2778343 h 3882143"/>
              <a:gd name="connsiteX2164" fmla="*/ 11370911 w 12184002"/>
              <a:gd name="connsiteY2164" fmla="*/ 3028628 h 3882143"/>
              <a:gd name="connsiteX2165" fmla="*/ 11451904 w 12184002"/>
              <a:gd name="connsiteY2165" fmla="*/ 3109920 h 3882143"/>
              <a:gd name="connsiteX2166" fmla="*/ 11451904 w 12184002"/>
              <a:gd name="connsiteY2166" fmla="*/ 3115257 h 3882143"/>
              <a:gd name="connsiteX2167" fmla="*/ 11449275 w 12184002"/>
              <a:gd name="connsiteY2167" fmla="*/ 3116383 h 3882143"/>
              <a:gd name="connsiteX2168" fmla="*/ 11449200 w 12184002"/>
              <a:gd name="connsiteY2168" fmla="*/ 3116308 h 3882143"/>
              <a:gd name="connsiteX2169" fmla="*/ 11446570 w 12184002"/>
              <a:gd name="connsiteY2169" fmla="*/ 3115180 h 3882143"/>
              <a:gd name="connsiteX2170" fmla="*/ 11363397 w 12184002"/>
              <a:gd name="connsiteY2170" fmla="*/ 3031709 h 3882143"/>
              <a:gd name="connsiteX2171" fmla="*/ 11363397 w 12184002"/>
              <a:gd name="connsiteY2171" fmla="*/ 2775283 h 3882143"/>
              <a:gd name="connsiteX2172" fmla="*/ 11363397 w 12184002"/>
              <a:gd name="connsiteY2172" fmla="*/ 2773030 h 3882143"/>
              <a:gd name="connsiteX2173" fmla="*/ 11455962 w 12184002"/>
              <a:gd name="connsiteY2173" fmla="*/ 2680164 h 3882143"/>
              <a:gd name="connsiteX2174" fmla="*/ 11455962 w 12184002"/>
              <a:gd name="connsiteY2174" fmla="*/ 2612620 h 3882143"/>
              <a:gd name="connsiteX2175" fmla="*/ 11459718 w 12184002"/>
              <a:gd name="connsiteY2175" fmla="*/ 2608864 h 3882143"/>
              <a:gd name="connsiteX2176" fmla="*/ 724284 w 12184002"/>
              <a:gd name="connsiteY2176" fmla="*/ 2608864 h 3882143"/>
              <a:gd name="connsiteX2177" fmla="*/ 728041 w 12184002"/>
              <a:gd name="connsiteY2177" fmla="*/ 2612620 h 3882143"/>
              <a:gd name="connsiteX2178" fmla="*/ 728041 w 12184002"/>
              <a:gd name="connsiteY2178" fmla="*/ 2680164 h 3882143"/>
              <a:gd name="connsiteX2179" fmla="*/ 820605 w 12184002"/>
              <a:gd name="connsiteY2179" fmla="*/ 2773030 h 3882143"/>
              <a:gd name="connsiteX2180" fmla="*/ 820605 w 12184002"/>
              <a:gd name="connsiteY2180" fmla="*/ 2775283 h 3882143"/>
              <a:gd name="connsiteX2181" fmla="*/ 820605 w 12184002"/>
              <a:gd name="connsiteY2181" fmla="*/ 3031709 h 3882143"/>
              <a:gd name="connsiteX2182" fmla="*/ 737433 w 12184002"/>
              <a:gd name="connsiteY2182" fmla="*/ 3115180 h 3882143"/>
              <a:gd name="connsiteX2183" fmla="*/ 734803 w 12184002"/>
              <a:gd name="connsiteY2183" fmla="*/ 3116308 h 3882143"/>
              <a:gd name="connsiteX2184" fmla="*/ 734728 w 12184002"/>
              <a:gd name="connsiteY2184" fmla="*/ 3116383 h 3882143"/>
              <a:gd name="connsiteX2185" fmla="*/ 732098 w 12184002"/>
              <a:gd name="connsiteY2185" fmla="*/ 3115257 h 3882143"/>
              <a:gd name="connsiteX2186" fmla="*/ 732098 w 12184002"/>
              <a:gd name="connsiteY2186" fmla="*/ 3109920 h 3882143"/>
              <a:gd name="connsiteX2187" fmla="*/ 813093 w 12184002"/>
              <a:gd name="connsiteY2187" fmla="*/ 3028628 h 3882143"/>
              <a:gd name="connsiteX2188" fmla="*/ 813093 w 12184002"/>
              <a:gd name="connsiteY2188" fmla="*/ 2778343 h 3882143"/>
              <a:gd name="connsiteX2189" fmla="*/ 781422 w 12184002"/>
              <a:gd name="connsiteY2189" fmla="*/ 2777382 h 3882143"/>
              <a:gd name="connsiteX2190" fmla="*/ 738561 w 12184002"/>
              <a:gd name="connsiteY2190" fmla="*/ 2777246 h 3882143"/>
              <a:gd name="connsiteX2191" fmla="*/ 738561 w 12184002"/>
              <a:gd name="connsiteY2191" fmla="*/ 2996772 h 3882143"/>
              <a:gd name="connsiteX2192" fmla="*/ 612186 w 12184002"/>
              <a:gd name="connsiteY2192" fmla="*/ 3123596 h 3882143"/>
              <a:gd name="connsiteX2193" fmla="*/ 609557 w 12184002"/>
              <a:gd name="connsiteY2193" fmla="*/ 3124723 h 3882143"/>
              <a:gd name="connsiteX2194" fmla="*/ 609557 w 12184002"/>
              <a:gd name="connsiteY2194" fmla="*/ 3124648 h 3882143"/>
              <a:gd name="connsiteX2195" fmla="*/ 606927 w 12184002"/>
              <a:gd name="connsiteY2195" fmla="*/ 3123521 h 3882143"/>
              <a:gd name="connsiteX2196" fmla="*/ 606927 w 12184002"/>
              <a:gd name="connsiteY2196" fmla="*/ 3118186 h 3882143"/>
              <a:gd name="connsiteX2197" fmla="*/ 731046 w 12184002"/>
              <a:gd name="connsiteY2197" fmla="*/ 2993617 h 3882143"/>
              <a:gd name="connsiteX2198" fmla="*/ 731046 w 12184002"/>
              <a:gd name="connsiteY2198" fmla="*/ 2777222 h 3882143"/>
              <a:gd name="connsiteX2199" fmla="*/ 729838 w 12184002"/>
              <a:gd name="connsiteY2199" fmla="*/ 2777219 h 3882143"/>
              <a:gd name="connsiteX2200" fmla="*/ 666998 w 12184002"/>
              <a:gd name="connsiteY2200" fmla="*/ 2777435 h 3882143"/>
              <a:gd name="connsiteX2201" fmla="*/ 635241 w 12184002"/>
              <a:gd name="connsiteY2201" fmla="*/ 2777697 h 3882143"/>
              <a:gd name="connsiteX2202" fmla="*/ 634576 w 12184002"/>
              <a:gd name="connsiteY2202" fmla="*/ 2778364 h 3882143"/>
              <a:gd name="connsiteX2203" fmla="*/ 633920 w 12184002"/>
              <a:gd name="connsiteY2203" fmla="*/ 2777710 h 3882143"/>
              <a:gd name="connsiteX2204" fmla="*/ 545618 w 12184002"/>
              <a:gd name="connsiteY2204" fmla="*/ 2778438 h 3882143"/>
              <a:gd name="connsiteX2205" fmla="*/ 541786 w 12184002"/>
              <a:gd name="connsiteY2205" fmla="*/ 2774681 h 3882143"/>
              <a:gd name="connsiteX2206" fmla="*/ 545543 w 12184002"/>
              <a:gd name="connsiteY2206" fmla="*/ 2770850 h 3882143"/>
              <a:gd name="connsiteX2207" fmla="*/ 581349 w 12184002"/>
              <a:gd name="connsiteY2207" fmla="*/ 2770477 h 3882143"/>
              <a:gd name="connsiteX2208" fmla="*/ 630818 w 12184002"/>
              <a:gd name="connsiteY2208" fmla="*/ 2770086 h 3882143"/>
              <a:gd name="connsiteX2209" fmla="*/ 630818 w 12184002"/>
              <a:gd name="connsiteY2209" fmla="*/ 2685199 h 3882143"/>
              <a:gd name="connsiteX2210" fmla="*/ 634576 w 12184002"/>
              <a:gd name="connsiteY2210" fmla="*/ 2681442 h 3882143"/>
              <a:gd name="connsiteX2211" fmla="*/ 638332 w 12184002"/>
              <a:gd name="connsiteY2211" fmla="*/ 2685199 h 3882143"/>
              <a:gd name="connsiteX2212" fmla="*/ 638332 w 12184002"/>
              <a:gd name="connsiteY2212" fmla="*/ 2770027 h 3882143"/>
              <a:gd name="connsiteX2213" fmla="*/ 655537 w 12184002"/>
              <a:gd name="connsiteY2213" fmla="*/ 2769889 h 3882143"/>
              <a:gd name="connsiteX2214" fmla="*/ 801895 w 12184002"/>
              <a:gd name="connsiteY2214" fmla="*/ 2770046 h 3882143"/>
              <a:gd name="connsiteX2215" fmla="*/ 807246 w 12184002"/>
              <a:gd name="connsiteY2215" fmla="*/ 2770320 h 3882143"/>
              <a:gd name="connsiteX2216" fmla="*/ 720528 w 12184002"/>
              <a:gd name="connsiteY2216" fmla="*/ 2683320 h 3882143"/>
              <a:gd name="connsiteX2217" fmla="*/ 720528 w 12184002"/>
              <a:gd name="connsiteY2217" fmla="*/ 2612620 h 3882143"/>
              <a:gd name="connsiteX2218" fmla="*/ 724284 w 12184002"/>
              <a:gd name="connsiteY2218" fmla="*/ 2608864 h 3882143"/>
              <a:gd name="connsiteX2219" fmla="*/ 6765169 w 12184002"/>
              <a:gd name="connsiteY2219" fmla="*/ 2608787 h 3882143"/>
              <a:gd name="connsiteX2220" fmla="*/ 6768925 w 12184002"/>
              <a:gd name="connsiteY2220" fmla="*/ 2612545 h 3882143"/>
              <a:gd name="connsiteX2221" fmla="*/ 6768925 w 12184002"/>
              <a:gd name="connsiteY2221" fmla="*/ 2680089 h 3882143"/>
              <a:gd name="connsiteX2222" fmla="*/ 6861489 w 12184002"/>
              <a:gd name="connsiteY2222" fmla="*/ 2772954 h 3882143"/>
              <a:gd name="connsiteX2223" fmla="*/ 6861489 w 12184002"/>
              <a:gd name="connsiteY2223" fmla="*/ 3031635 h 3882143"/>
              <a:gd name="connsiteX2224" fmla="*/ 6778317 w 12184002"/>
              <a:gd name="connsiteY2224" fmla="*/ 3115108 h 3882143"/>
              <a:gd name="connsiteX2225" fmla="*/ 6775688 w 12184002"/>
              <a:gd name="connsiteY2225" fmla="*/ 3116236 h 3882143"/>
              <a:gd name="connsiteX2226" fmla="*/ 6775612 w 12184002"/>
              <a:gd name="connsiteY2226" fmla="*/ 3116311 h 3882143"/>
              <a:gd name="connsiteX2227" fmla="*/ 6772982 w 12184002"/>
              <a:gd name="connsiteY2227" fmla="*/ 3115184 h 3882143"/>
              <a:gd name="connsiteX2228" fmla="*/ 6772982 w 12184002"/>
              <a:gd name="connsiteY2228" fmla="*/ 3109849 h 3882143"/>
              <a:gd name="connsiteX2229" fmla="*/ 6853976 w 12184002"/>
              <a:gd name="connsiteY2229" fmla="*/ 3028556 h 3882143"/>
              <a:gd name="connsiteX2230" fmla="*/ 6853976 w 12184002"/>
              <a:gd name="connsiteY2230" fmla="*/ 2778274 h 3882143"/>
              <a:gd name="connsiteX2231" fmla="*/ 6822154 w 12184002"/>
              <a:gd name="connsiteY2231" fmla="*/ 2777319 h 3882143"/>
              <a:gd name="connsiteX2232" fmla="*/ 6779369 w 12184002"/>
              <a:gd name="connsiteY2232" fmla="*/ 2777347 h 3882143"/>
              <a:gd name="connsiteX2233" fmla="*/ 6779369 w 12184002"/>
              <a:gd name="connsiteY2233" fmla="*/ 2996849 h 3882143"/>
              <a:gd name="connsiteX2234" fmla="*/ 6652994 w 12184002"/>
              <a:gd name="connsiteY2234" fmla="*/ 3123674 h 3882143"/>
              <a:gd name="connsiteX2235" fmla="*/ 6650365 w 12184002"/>
              <a:gd name="connsiteY2235" fmla="*/ 3124801 h 3882143"/>
              <a:gd name="connsiteX2236" fmla="*/ 6650365 w 12184002"/>
              <a:gd name="connsiteY2236" fmla="*/ 3124726 h 3882143"/>
              <a:gd name="connsiteX2237" fmla="*/ 6647735 w 12184002"/>
              <a:gd name="connsiteY2237" fmla="*/ 3123599 h 3882143"/>
              <a:gd name="connsiteX2238" fmla="*/ 6647735 w 12184002"/>
              <a:gd name="connsiteY2238" fmla="*/ 3118264 h 3882143"/>
              <a:gd name="connsiteX2239" fmla="*/ 6771856 w 12184002"/>
              <a:gd name="connsiteY2239" fmla="*/ 2993694 h 3882143"/>
              <a:gd name="connsiteX2240" fmla="*/ 6771856 w 12184002"/>
              <a:gd name="connsiteY2240" fmla="*/ 2777351 h 3882143"/>
              <a:gd name="connsiteX2241" fmla="*/ 6707731 w 12184002"/>
              <a:gd name="connsiteY2241" fmla="*/ 2777393 h 3882143"/>
              <a:gd name="connsiteX2242" fmla="*/ 6676102 w 12184002"/>
              <a:gd name="connsiteY2242" fmla="*/ 2777646 h 3882143"/>
              <a:gd name="connsiteX2243" fmla="*/ 6675384 w 12184002"/>
              <a:gd name="connsiteY2243" fmla="*/ 2778364 h 3882143"/>
              <a:gd name="connsiteX2244" fmla="*/ 6674677 w 12184002"/>
              <a:gd name="connsiteY2244" fmla="*/ 2777657 h 3882143"/>
              <a:gd name="connsiteX2245" fmla="*/ 6586350 w 12184002"/>
              <a:gd name="connsiteY2245" fmla="*/ 2778364 h 3882143"/>
              <a:gd name="connsiteX2246" fmla="*/ 6582594 w 12184002"/>
              <a:gd name="connsiteY2246" fmla="*/ 2774607 h 3882143"/>
              <a:gd name="connsiteX2247" fmla="*/ 6586350 w 12184002"/>
              <a:gd name="connsiteY2247" fmla="*/ 2770775 h 3882143"/>
              <a:gd name="connsiteX2248" fmla="*/ 6614009 w 12184002"/>
              <a:gd name="connsiteY2248" fmla="*/ 2770509 h 3882143"/>
              <a:gd name="connsiteX2249" fmla="*/ 6671628 w 12184002"/>
              <a:gd name="connsiteY2249" fmla="*/ 2770020 h 3882143"/>
              <a:gd name="connsiteX2250" fmla="*/ 6671628 w 12184002"/>
              <a:gd name="connsiteY2250" fmla="*/ 2685199 h 3882143"/>
              <a:gd name="connsiteX2251" fmla="*/ 6675384 w 12184002"/>
              <a:gd name="connsiteY2251" fmla="*/ 2681442 h 3882143"/>
              <a:gd name="connsiteX2252" fmla="*/ 6679141 w 12184002"/>
              <a:gd name="connsiteY2252" fmla="*/ 2685199 h 3882143"/>
              <a:gd name="connsiteX2253" fmla="*/ 6679141 w 12184002"/>
              <a:gd name="connsiteY2253" fmla="*/ 2769990 h 3882143"/>
              <a:gd name="connsiteX2254" fmla="*/ 6775108 w 12184002"/>
              <a:gd name="connsiteY2254" fmla="*/ 2769700 h 3882143"/>
              <a:gd name="connsiteX2255" fmla="*/ 6775612 w 12184002"/>
              <a:gd name="connsiteY2255" fmla="*/ 2769197 h 3882143"/>
              <a:gd name="connsiteX2256" fmla="*/ 6776112 w 12184002"/>
              <a:gd name="connsiteY2256" fmla="*/ 2769697 h 3882143"/>
              <a:gd name="connsiteX2257" fmla="*/ 6810838 w 12184002"/>
              <a:gd name="connsiteY2257" fmla="*/ 2769592 h 3882143"/>
              <a:gd name="connsiteX2258" fmla="*/ 6848411 w 12184002"/>
              <a:gd name="connsiteY2258" fmla="*/ 2770526 h 3882143"/>
              <a:gd name="connsiteX2259" fmla="*/ 6761412 w 12184002"/>
              <a:gd name="connsiteY2259" fmla="*/ 2683245 h 3882143"/>
              <a:gd name="connsiteX2260" fmla="*/ 6761412 w 12184002"/>
              <a:gd name="connsiteY2260" fmla="*/ 2612545 h 3882143"/>
              <a:gd name="connsiteX2261" fmla="*/ 6765169 w 12184002"/>
              <a:gd name="connsiteY2261" fmla="*/ 2608787 h 3882143"/>
              <a:gd name="connsiteX2262" fmla="*/ 5418835 w 12184002"/>
              <a:gd name="connsiteY2262" fmla="*/ 2608787 h 3882143"/>
              <a:gd name="connsiteX2263" fmla="*/ 5422592 w 12184002"/>
              <a:gd name="connsiteY2263" fmla="*/ 2612545 h 3882143"/>
              <a:gd name="connsiteX2264" fmla="*/ 5422592 w 12184002"/>
              <a:gd name="connsiteY2264" fmla="*/ 2683245 h 3882143"/>
              <a:gd name="connsiteX2265" fmla="*/ 5335592 w 12184002"/>
              <a:gd name="connsiteY2265" fmla="*/ 2770526 h 3882143"/>
              <a:gd name="connsiteX2266" fmla="*/ 5373166 w 12184002"/>
              <a:gd name="connsiteY2266" fmla="*/ 2769592 h 3882143"/>
              <a:gd name="connsiteX2267" fmla="*/ 5407892 w 12184002"/>
              <a:gd name="connsiteY2267" fmla="*/ 2769697 h 3882143"/>
              <a:gd name="connsiteX2268" fmla="*/ 5408392 w 12184002"/>
              <a:gd name="connsiteY2268" fmla="*/ 2769197 h 3882143"/>
              <a:gd name="connsiteX2269" fmla="*/ 5408894 w 12184002"/>
              <a:gd name="connsiteY2269" fmla="*/ 2769700 h 3882143"/>
              <a:gd name="connsiteX2270" fmla="*/ 5504863 w 12184002"/>
              <a:gd name="connsiteY2270" fmla="*/ 2769990 h 3882143"/>
              <a:gd name="connsiteX2271" fmla="*/ 5504863 w 12184002"/>
              <a:gd name="connsiteY2271" fmla="*/ 2685199 h 3882143"/>
              <a:gd name="connsiteX2272" fmla="*/ 5508619 w 12184002"/>
              <a:gd name="connsiteY2272" fmla="*/ 2681442 h 3882143"/>
              <a:gd name="connsiteX2273" fmla="*/ 5512375 w 12184002"/>
              <a:gd name="connsiteY2273" fmla="*/ 2685199 h 3882143"/>
              <a:gd name="connsiteX2274" fmla="*/ 5512375 w 12184002"/>
              <a:gd name="connsiteY2274" fmla="*/ 2770020 h 3882143"/>
              <a:gd name="connsiteX2275" fmla="*/ 5569995 w 12184002"/>
              <a:gd name="connsiteY2275" fmla="*/ 2770509 h 3882143"/>
              <a:gd name="connsiteX2276" fmla="*/ 5597652 w 12184002"/>
              <a:gd name="connsiteY2276" fmla="*/ 2770775 h 3882143"/>
              <a:gd name="connsiteX2277" fmla="*/ 5601408 w 12184002"/>
              <a:gd name="connsiteY2277" fmla="*/ 2774607 h 3882143"/>
              <a:gd name="connsiteX2278" fmla="*/ 5597652 w 12184002"/>
              <a:gd name="connsiteY2278" fmla="*/ 2778364 h 3882143"/>
              <a:gd name="connsiteX2279" fmla="*/ 5509326 w 12184002"/>
              <a:gd name="connsiteY2279" fmla="*/ 2777657 h 3882143"/>
              <a:gd name="connsiteX2280" fmla="*/ 5508619 w 12184002"/>
              <a:gd name="connsiteY2280" fmla="*/ 2778364 h 3882143"/>
              <a:gd name="connsiteX2281" fmla="*/ 5507902 w 12184002"/>
              <a:gd name="connsiteY2281" fmla="*/ 2777646 h 3882143"/>
              <a:gd name="connsiteX2282" fmla="*/ 5476273 w 12184002"/>
              <a:gd name="connsiteY2282" fmla="*/ 2777393 h 3882143"/>
              <a:gd name="connsiteX2283" fmla="*/ 5412147 w 12184002"/>
              <a:gd name="connsiteY2283" fmla="*/ 2777351 h 3882143"/>
              <a:gd name="connsiteX2284" fmla="*/ 5412147 w 12184002"/>
              <a:gd name="connsiteY2284" fmla="*/ 2993694 h 3882143"/>
              <a:gd name="connsiteX2285" fmla="*/ 5536268 w 12184002"/>
              <a:gd name="connsiteY2285" fmla="*/ 3118264 h 3882143"/>
              <a:gd name="connsiteX2286" fmla="*/ 5536268 w 12184002"/>
              <a:gd name="connsiteY2286" fmla="*/ 3123599 h 3882143"/>
              <a:gd name="connsiteX2287" fmla="*/ 5533638 w 12184002"/>
              <a:gd name="connsiteY2287" fmla="*/ 3124726 h 3882143"/>
              <a:gd name="connsiteX2288" fmla="*/ 5533638 w 12184002"/>
              <a:gd name="connsiteY2288" fmla="*/ 3124801 h 3882143"/>
              <a:gd name="connsiteX2289" fmla="*/ 5531008 w 12184002"/>
              <a:gd name="connsiteY2289" fmla="*/ 3123674 h 3882143"/>
              <a:gd name="connsiteX2290" fmla="*/ 5404635 w 12184002"/>
              <a:gd name="connsiteY2290" fmla="*/ 2996849 h 3882143"/>
              <a:gd name="connsiteX2291" fmla="*/ 5404635 w 12184002"/>
              <a:gd name="connsiteY2291" fmla="*/ 2777347 h 3882143"/>
              <a:gd name="connsiteX2292" fmla="*/ 5361850 w 12184002"/>
              <a:gd name="connsiteY2292" fmla="*/ 2777319 h 3882143"/>
              <a:gd name="connsiteX2293" fmla="*/ 5330027 w 12184002"/>
              <a:gd name="connsiteY2293" fmla="*/ 2778274 h 3882143"/>
              <a:gd name="connsiteX2294" fmla="*/ 5330027 w 12184002"/>
              <a:gd name="connsiteY2294" fmla="*/ 3028556 h 3882143"/>
              <a:gd name="connsiteX2295" fmla="*/ 5411022 w 12184002"/>
              <a:gd name="connsiteY2295" fmla="*/ 3109849 h 3882143"/>
              <a:gd name="connsiteX2296" fmla="*/ 5411022 w 12184002"/>
              <a:gd name="connsiteY2296" fmla="*/ 3115184 h 3882143"/>
              <a:gd name="connsiteX2297" fmla="*/ 5408392 w 12184002"/>
              <a:gd name="connsiteY2297" fmla="*/ 3116311 h 3882143"/>
              <a:gd name="connsiteX2298" fmla="*/ 5408316 w 12184002"/>
              <a:gd name="connsiteY2298" fmla="*/ 3116236 h 3882143"/>
              <a:gd name="connsiteX2299" fmla="*/ 5405687 w 12184002"/>
              <a:gd name="connsiteY2299" fmla="*/ 3115108 h 3882143"/>
              <a:gd name="connsiteX2300" fmla="*/ 5322514 w 12184002"/>
              <a:gd name="connsiteY2300" fmla="*/ 3031635 h 3882143"/>
              <a:gd name="connsiteX2301" fmla="*/ 5322514 w 12184002"/>
              <a:gd name="connsiteY2301" fmla="*/ 2772954 h 3882143"/>
              <a:gd name="connsiteX2302" fmla="*/ 5415079 w 12184002"/>
              <a:gd name="connsiteY2302" fmla="*/ 2680089 h 3882143"/>
              <a:gd name="connsiteX2303" fmla="*/ 5415079 w 12184002"/>
              <a:gd name="connsiteY2303" fmla="*/ 2612545 h 3882143"/>
              <a:gd name="connsiteX2304" fmla="*/ 5418835 w 12184002"/>
              <a:gd name="connsiteY2304" fmla="*/ 2608787 h 3882143"/>
              <a:gd name="connsiteX2305" fmla="*/ 8282483 w 12184002"/>
              <a:gd name="connsiteY2305" fmla="*/ 2566865 h 3882143"/>
              <a:gd name="connsiteX2306" fmla="*/ 8286240 w 12184002"/>
              <a:gd name="connsiteY2306" fmla="*/ 2570621 h 3882143"/>
              <a:gd name="connsiteX2307" fmla="*/ 8286240 w 12184002"/>
              <a:gd name="connsiteY2307" fmla="*/ 3155453 h 3882143"/>
              <a:gd name="connsiteX2308" fmla="*/ 8238831 w 12184002"/>
              <a:gd name="connsiteY2308" fmla="*/ 3259586 h 3882143"/>
              <a:gd name="connsiteX2309" fmla="*/ 8238756 w 12184002"/>
              <a:gd name="connsiteY2309" fmla="*/ 3259512 h 3882143"/>
              <a:gd name="connsiteX2310" fmla="*/ 7968427 w 12184002"/>
              <a:gd name="connsiteY2310" fmla="*/ 3259512 h 3882143"/>
              <a:gd name="connsiteX2311" fmla="*/ 7964671 w 12184002"/>
              <a:gd name="connsiteY2311" fmla="*/ 3255755 h 3882143"/>
              <a:gd name="connsiteX2312" fmla="*/ 7968427 w 12184002"/>
              <a:gd name="connsiteY2312" fmla="*/ 3251998 h 3882143"/>
              <a:gd name="connsiteX2313" fmla="*/ 8233947 w 12184002"/>
              <a:gd name="connsiteY2313" fmla="*/ 3251998 h 3882143"/>
              <a:gd name="connsiteX2314" fmla="*/ 8278727 w 12184002"/>
              <a:gd name="connsiteY2314" fmla="*/ 3153800 h 3882143"/>
              <a:gd name="connsiteX2315" fmla="*/ 8278727 w 12184002"/>
              <a:gd name="connsiteY2315" fmla="*/ 2570621 h 3882143"/>
              <a:gd name="connsiteX2316" fmla="*/ 8282483 w 12184002"/>
              <a:gd name="connsiteY2316" fmla="*/ 2566865 h 3882143"/>
              <a:gd name="connsiteX2317" fmla="*/ 3901519 w 12184002"/>
              <a:gd name="connsiteY2317" fmla="*/ 2566865 h 3882143"/>
              <a:gd name="connsiteX2318" fmla="*/ 3905275 w 12184002"/>
              <a:gd name="connsiteY2318" fmla="*/ 2570621 h 3882143"/>
              <a:gd name="connsiteX2319" fmla="*/ 3905275 w 12184002"/>
              <a:gd name="connsiteY2319" fmla="*/ 3153800 h 3882143"/>
              <a:gd name="connsiteX2320" fmla="*/ 3950056 w 12184002"/>
              <a:gd name="connsiteY2320" fmla="*/ 3251998 h 3882143"/>
              <a:gd name="connsiteX2321" fmla="*/ 4215576 w 12184002"/>
              <a:gd name="connsiteY2321" fmla="*/ 3251998 h 3882143"/>
              <a:gd name="connsiteX2322" fmla="*/ 4219333 w 12184002"/>
              <a:gd name="connsiteY2322" fmla="*/ 3255755 h 3882143"/>
              <a:gd name="connsiteX2323" fmla="*/ 4215576 w 12184002"/>
              <a:gd name="connsiteY2323" fmla="*/ 3259512 h 3882143"/>
              <a:gd name="connsiteX2324" fmla="*/ 3945247 w 12184002"/>
              <a:gd name="connsiteY2324" fmla="*/ 3259512 h 3882143"/>
              <a:gd name="connsiteX2325" fmla="*/ 3945172 w 12184002"/>
              <a:gd name="connsiteY2325" fmla="*/ 3259586 h 3882143"/>
              <a:gd name="connsiteX2326" fmla="*/ 3897762 w 12184002"/>
              <a:gd name="connsiteY2326" fmla="*/ 3155453 h 3882143"/>
              <a:gd name="connsiteX2327" fmla="*/ 3897762 w 12184002"/>
              <a:gd name="connsiteY2327" fmla="*/ 2570621 h 3882143"/>
              <a:gd name="connsiteX2328" fmla="*/ 3901519 w 12184002"/>
              <a:gd name="connsiteY2328" fmla="*/ 2566865 h 3882143"/>
              <a:gd name="connsiteX2329" fmla="*/ 9942477 w 12184002"/>
              <a:gd name="connsiteY2329" fmla="*/ 2566788 h 3882143"/>
              <a:gd name="connsiteX2330" fmla="*/ 9946235 w 12184002"/>
              <a:gd name="connsiteY2330" fmla="*/ 2570546 h 3882143"/>
              <a:gd name="connsiteX2331" fmla="*/ 9946235 w 12184002"/>
              <a:gd name="connsiteY2331" fmla="*/ 3153721 h 3882143"/>
              <a:gd name="connsiteX2332" fmla="*/ 9991014 w 12184002"/>
              <a:gd name="connsiteY2332" fmla="*/ 3251921 h 3882143"/>
              <a:gd name="connsiteX2333" fmla="*/ 10256533 w 12184002"/>
              <a:gd name="connsiteY2333" fmla="*/ 3251921 h 3882143"/>
              <a:gd name="connsiteX2334" fmla="*/ 10260291 w 12184002"/>
              <a:gd name="connsiteY2334" fmla="*/ 3255677 h 3882143"/>
              <a:gd name="connsiteX2335" fmla="*/ 10256533 w 12184002"/>
              <a:gd name="connsiteY2335" fmla="*/ 3259434 h 3882143"/>
              <a:gd name="connsiteX2336" fmla="*/ 10256459 w 12184002"/>
              <a:gd name="connsiteY2336" fmla="*/ 3259509 h 3882143"/>
              <a:gd name="connsiteX2337" fmla="*/ 9986129 w 12184002"/>
              <a:gd name="connsiteY2337" fmla="*/ 3259509 h 3882143"/>
              <a:gd name="connsiteX2338" fmla="*/ 9938721 w 12184002"/>
              <a:gd name="connsiteY2338" fmla="*/ 3154548 h 3882143"/>
              <a:gd name="connsiteX2339" fmla="*/ 9938721 w 12184002"/>
              <a:gd name="connsiteY2339" fmla="*/ 2570546 h 3882143"/>
              <a:gd name="connsiteX2340" fmla="*/ 9942477 w 12184002"/>
              <a:gd name="connsiteY2340" fmla="*/ 2566788 h 3882143"/>
              <a:gd name="connsiteX2341" fmla="*/ 2241525 w 12184002"/>
              <a:gd name="connsiteY2341" fmla="*/ 2566788 h 3882143"/>
              <a:gd name="connsiteX2342" fmla="*/ 2245281 w 12184002"/>
              <a:gd name="connsiteY2342" fmla="*/ 2570546 h 3882143"/>
              <a:gd name="connsiteX2343" fmla="*/ 2245281 w 12184002"/>
              <a:gd name="connsiteY2343" fmla="*/ 3154548 h 3882143"/>
              <a:gd name="connsiteX2344" fmla="*/ 2197873 w 12184002"/>
              <a:gd name="connsiteY2344" fmla="*/ 3259509 h 3882143"/>
              <a:gd name="connsiteX2345" fmla="*/ 1927543 w 12184002"/>
              <a:gd name="connsiteY2345" fmla="*/ 3259509 h 3882143"/>
              <a:gd name="connsiteX2346" fmla="*/ 1927469 w 12184002"/>
              <a:gd name="connsiteY2346" fmla="*/ 3259434 h 3882143"/>
              <a:gd name="connsiteX2347" fmla="*/ 1923712 w 12184002"/>
              <a:gd name="connsiteY2347" fmla="*/ 3255677 h 3882143"/>
              <a:gd name="connsiteX2348" fmla="*/ 1927469 w 12184002"/>
              <a:gd name="connsiteY2348" fmla="*/ 3251921 h 3882143"/>
              <a:gd name="connsiteX2349" fmla="*/ 2192990 w 12184002"/>
              <a:gd name="connsiteY2349" fmla="*/ 3251921 h 3882143"/>
              <a:gd name="connsiteX2350" fmla="*/ 2237769 w 12184002"/>
              <a:gd name="connsiteY2350" fmla="*/ 3153721 h 3882143"/>
              <a:gd name="connsiteX2351" fmla="*/ 2237769 w 12184002"/>
              <a:gd name="connsiteY2351" fmla="*/ 2570546 h 3882143"/>
              <a:gd name="connsiteX2352" fmla="*/ 2241525 w 12184002"/>
              <a:gd name="connsiteY2352" fmla="*/ 2566788 h 3882143"/>
              <a:gd name="connsiteX2353" fmla="*/ 10951967 w 12184002"/>
              <a:gd name="connsiteY2353" fmla="*/ 2557623 h 3882143"/>
              <a:gd name="connsiteX2354" fmla="*/ 11215459 w 12184002"/>
              <a:gd name="connsiteY2354" fmla="*/ 2557623 h 3882143"/>
              <a:gd name="connsiteX2355" fmla="*/ 11219216 w 12184002"/>
              <a:gd name="connsiteY2355" fmla="*/ 2561379 h 3882143"/>
              <a:gd name="connsiteX2356" fmla="*/ 11215459 w 12184002"/>
              <a:gd name="connsiteY2356" fmla="*/ 2565135 h 3882143"/>
              <a:gd name="connsiteX2357" fmla="*/ 10951967 w 12184002"/>
              <a:gd name="connsiteY2357" fmla="*/ 2565135 h 3882143"/>
              <a:gd name="connsiteX2358" fmla="*/ 10948210 w 12184002"/>
              <a:gd name="connsiteY2358" fmla="*/ 2561379 h 3882143"/>
              <a:gd name="connsiteX2359" fmla="*/ 10951967 w 12184002"/>
              <a:gd name="connsiteY2359" fmla="*/ 2557623 h 3882143"/>
              <a:gd name="connsiteX2360" fmla="*/ 968544 w 12184002"/>
              <a:gd name="connsiteY2360" fmla="*/ 2557623 h 3882143"/>
              <a:gd name="connsiteX2361" fmla="*/ 1232035 w 12184002"/>
              <a:gd name="connsiteY2361" fmla="*/ 2557623 h 3882143"/>
              <a:gd name="connsiteX2362" fmla="*/ 1235793 w 12184002"/>
              <a:gd name="connsiteY2362" fmla="*/ 2561379 h 3882143"/>
              <a:gd name="connsiteX2363" fmla="*/ 1232035 w 12184002"/>
              <a:gd name="connsiteY2363" fmla="*/ 2565135 h 3882143"/>
              <a:gd name="connsiteX2364" fmla="*/ 968544 w 12184002"/>
              <a:gd name="connsiteY2364" fmla="*/ 2565135 h 3882143"/>
              <a:gd name="connsiteX2365" fmla="*/ 964787 w 12184002"/>
              <a:gd name="connsiteY2365" fmla="*/ 2561379 h 3882143"/>
              <a:gd name="connsiteX2366" fmla="*/ 968544 w 12184002"/>
              <a:gd name="connsiteY2366" fmla="*/ 2557623 h 3882143"/>
              <a:gd name="connsiteX2367" fmla="*/ 8148597 w 12184002"/>
              <a:gd name="connsiteY2367" fmla="*/ 2516751 h 3882143"/>
              <a:gd name="connsiteX2368" fmla="*/ 8148671 w 12184002"/>
              <a:gd name="connsiteY2368" fmla="*/ 2516751 h 3882143"/>
              <a:gd name="connsiteX2369" fmla="*/ 8148597 w 12184002"/>
              <a:gd name="connsiteY2369" fmla="*/ 2516825 h 3882143"/>
              <a:gd name="connsiteX2370" fmla="*/ 4035331 w 12184002"/>
              <a:gd name="connsiteY2370" fmla="*/ 2516751 h 3882143"/>
              <a:gd name="connsiteX2371" fmla="*/ 4035406 w 12184002"/>
              <a:gd name="connsiteY2371" fmla="*/ 2516751 h 3882143"/>
              <a:gd name="connsiteX2372" fmla="*/ 4035406 w 12184002"/>
              <a:gd name="connsiteY2372" fmla="*/ 2516825 h 3882143"/>
              <a:gd name="connsiteX2373" fmla="*/ 10425057 w 12184002"/>
              <a:gd name="connsiteY2373" fmla="*/ 2509312 h 3882143"/>
              <a:gd name="connsiteX2374" fmla="*/ 10425057 w 12184002"/>
              <a:gd name="connsiteY2374" fmla="*/ 2624642 h 3882143"/>
              <a:gd name="connsiteX2375" fmla="*/ 10684569 w 12184002"/>
              <a:gd name="connsiteY2375" fmla="*/ 2624642 h 3882143"/>
              <a:gd name="connsiteX2376" fmla="*/ 10682785 w 12184002"/>
              <a:gd name="connsiteY2376" fmla="*/ 2565135 h 3882143"/>
              <a:gd name="connsiteX2377" fmla="*/ 10520367 w 12184002"/>
              <a:gd name="connsiteY2377" fmla="*/ 2565135 h 3882143"/>
              <a:gd name="connsiteX2378" fmla="*/ 10514861 w 12184002"/>
              <a:gd name="connsiteY2378" fmla="*/ 2578482 h 3882143"/>
              <a:gd name="connsiteX2379" fmla="*/ 10497712 w 12184002"/>
              <a:gd name="connsiteY2379" fmla="*/ 2585647 h 3882143"/>
              <a:gd name="connsiteX2380" fmla="*/ 10473443 w 12184002"/>
              <a:gd name="connsiteY2380" fmla="*/ 2561229 h 3882143"/>
              <a:gd name="connsiteX2381" fmla="*/ 10497712 w 12184002"/>
              <a:gd name="connsiteY2381" fmla="*/ 2536811 h 3882143"/>
              <a:gd name="connsiteX2382" fmla="*/ 10514861 w 12184002"/>
              <a:gd name="connsiteY2382" fmla="*/ 2543949 h 3882143"/>
              <a:gd name="connsiteX2383" fmla="*/ 10520494 w 12184002"/>
              <a:gd name="connsiteY2383" fmla="*/ 2557623 h 3882143"/>
              <a:gd name="connsiteX2384" fmla="*/ 10682560 w 12184002"/>
              <a:gd name="connsiteY2384" fmla="*/ 2557623 h 3882143"/>
              <a:gd name="connsiteX2385" fmla="*/ 10681112 w 12184002"/>
              <a:gd name="connsiteY2385" fmla="*/ 2509312 h 3882143"/>
              <a:gd name="connsiteX2386" fmla="*/ 7543698 w 12184002"/>
              <a:gd name="connsiteY2386" fmla="*/ 2509312 h 3882143"/>
              <a:gd name="connsiteX2387" fmla="*/ 7542251 w 12184002"/>
              <a:gd name="connsiteY2387" fmla="*/ 2557623 h 3882143"/>
              <a:gd name="connsiteX2388" fmla="*/ 7721839 w 12184002"/>
              <a:gd name="connsiteY2388" fmla="*/ 2557623 h 3882143"/>
              <a:gd name="connsiteX2389" fmla="*/ 7725596 w 12184002"/>
              <a:gd name="connsiteY2389" fmla="*/ 2561379 h 3882143"/>
              <a:gd name="connsiteX2390" fmla="*/ 7721839 w 12184002"/>
              <a:gd name="connsiteY2390" fmla="*/ 2565135 h 3882143"/>
              <a:gd name="connsiteX2391" fmla="*/ 7542026 w 12184002"/>
              <a:gd name="connsiteY2391" fmla="*/ 2565135 h 3882143"/>
              <a:gd name="connsiteX2392" fmla="*/ 7540242 w 12184002"/>
              <a:gd name="connsiteY2392" fmla="*/ 2624642 h 3882143"/>
              <a:gd name="connsiteX2393" fmla="*/ 7799753 w 12184002"/>
              <a:gd name="connsiteY2393" fmla="*/ 2624642 h 3882143"/>
              <a:gd name="connsiteX2394" fmla="*/ 7799753 w 12184002"/>
              <a:gd name="connsiteY2394" fmla="*/ 2509312 h 3882143"/>
              <a:gd name="connsiteX2395" fmla="*/ 4384251 w 12184002"/>
              <a:gd name="connsiteY2395" fmla="*/ 2509312 h 3882143"/>
              <a:gd name="connsiteX2396" fmla="*/ 4384251 w 12184002"/>
              <a:gd name="connsiteY2396" fmla="*/ 2624642 h 3882143"/>
              <a:gd name="connsiteX2397" fmla="*/ 4643761 w 12184002"/>
              <a:gd name="connsiteY2397" fmla="*/ 2624642 h 3882143"/>
              <a:gd name="connsiteX2398" fmla="*/ 4641978 w 12184002"/>
              <a:gd name="connsiteY2398" fmla="*/ 2565135 h 3882143"/>
              <a:gd name="connsiteX2399" fmla="*/ 4462164 w 12184002"/>
              <a:gd name="connsiteY2399" fmla="*/ 2565135 h 3882143"/>
              <a:gd name="connsiteX2400" fmla="*/ 4458408 w 12184002"/>
              <a:gd name="connsiteY2400" fmla="*/ 2561379 h 3882143"/>
              <a:gd name="connsiteX2401" fmla="*/ 4462164 w 12184002"/>
              <a:gd name="connsiteY2401" fmla="*/ 2557623 h 3882143"/>
              <a:gd name="connsiteX2402" fmla="*/ 4641752 w 12184002"/>
              <a:gd name="connsiteY2402" fmla="*/ 2557623 h 3882143"/>
              <a:gd name="connsiteX2403" fmla="*/ 4640306 w 12184002"/>
              <a:gd name="connsiteY2403" fmla="*/ 2509312 h 3882143"/>
              <a:gd name="connsiteX2404" fmla="*/ 1502890 w 12184002"/>
              <a:gd name="connsiteY2404" fmla="*/ 2509312 h 3882143"/>
              <a:gd name="connsiteX2405" fmla="*/ 1501442 w 12184002"/>
              <a:gd name="connsiteY2405" fmla="*/ 2557623 h 3882143"/>
              <a:gd name="connsiteX2406" fmla="*/ 1663508 w 12184002"/>
              <a:gd name="connsiteY2406" fmla="*/ 2557623 h 3882143"/>
              <a:gd name="connsiteX2407" fmla="*/ 1669142 w 12184002"/>
              <a:gd name="connsiteY2407" fmla="*/ 2543949 h 3882143"/>
              <a:gd name="connsiteX2408" fmla="*/ 1686291 w 12184002"/>
              <a:gd name="connsiteY2408" fmla="*/ 2536811 h 3882143"/>
              <a:gd name="connsiteX2409" fmla="*/ 1710559 w 12184002"/>
              <a:gd name="connsiteY2409" fmla="*/ 2561229 h 3882143"/>
              <a:gd name="connsiteX2410" fmla="*/ 1686291 w 12184002"/>
              <a:gd name="connsiteY2410" fmla="*/ 2585647 h 3882143"/>
              <a:gd name="connsiteX2411" fmla="*/ 1669142 w 12184002"/>
              <a:gd name="connsiteY2411" fmla="*/ 2578482 h 3882143"/>
              <a:gd name="connsiteX2412" fmla="*/ 1663635 w 12184002"/>
              <a:gd name="connsiteY2412" fmla="*/ 2565135 h 3882143"/>
              <a:gd name="connsiteX2413" fmla="*/ 1501217 w 12184002"/>
              <a:gd name="connsiteY2413" fmla="*/ 2565135 h 3882143"/>
              <a:gd name="connsiteX2414" fmla="*/ 1499435 w 12184002"/>
              <a:gd name="connsiteY2414" fmla="*/ 2624642 h 3882143"/>
              <a:gd name="connsiteX2415" fmla="*/ 1758945 w 12184002"/>
              <a:gd name="connsiteY2415" fmla="*/ 2624642 h 3882143"/>
              <a:gd name="connsiteX2416" fmla="*/ 1758945 w 12184002"/>
              <a:gd name="connsiteY2416" fmla="*/ 2509312 h 3882143"/>
              <a:gd name="connsiteX2417" fmla="*/ 10916429 w 12184002"/>
              <a:gd name="connsiteY2417" fmla="*/ 2460926 h 3882143"/>
              <a:gd name="connsiteX2418" fmla="*/ 11048514 w 12184002"/>
              <a:gd name="connsiteY2418" fmla="*/ 2460926 h 3882143"/>
              <a:gd name="connsiteX2419" fmla="*/ 11052271 w 12184002"/>
              <a:gd name="connsiteY2419" fmla="*/ 2464683 h 3882143"/>
              <a:gd name="connsiteX2420" fmla="*/ 11048514 w 12184002"/>
              <a:gd name="connsiteY2420" fmla="*/ 2468440 h 3882143"/>
              <a:gd name="connsiteX2421" fmla="*/ 10920862 w 12184002"/>
              <a:gd name="connsiteY2421" fmla="*/ 2468440 h 3882143"/>
              <a:gd name="connsiteX2422" fmla="*/ 10796217 w 12184002"/>
              <a:gd name="connsiteY2422" fmla="*/ 2692787 h 3882143"/>
              <a:gd name="connsiteX2423" fmla="*/ 10796217 w 12184002"/>
              <a:gd name="connsiteY2423" fmla="*/ 2837043 h 3882143"/>
              <a:gd name="connsiteX2424" fmla="*/ 10725667 w 12184002"/>
              <a:gd name="connsiteY2424" fmla="*/ 2837043 h 3882143"/>
              <a:gd name="connsiteX2425" fmla="*/ 10721910 w 12184002"/>
              <a:gd name="connsiteY2425" fmla="*/ 2833287 h 3882143"/>
              <a:gd name="connsiteX2426" fmla="*/ 10725667 w 12184002"/>
              <a:gd name="connsiteY2426" fmla="*/ 2829530 h 3882143"/>
              <a:gd name="connsiteX2427" fmla="*/ 10788703 w 12184002"/>
              <a:gd name="connsiteY2427" fmla="*/ 2829530 h 3882143"/>
              <a:gd name="connsiteX2428" fmla="*/ 10788703 w 12184002"/>
              <a:gd name="connsiteY2428" fmla="*/ 2690834 h 3882143"/>
              <a:gd name="connsiteX2429" fmla="*/ 10789154 w 12184002"/>
              <a:gd name="connsiteY2429" fmla="*/ 2690008 h 3882143"/>
              <a:gd name="connsiteX2430" fmla="*/ 1135489 w 12184002"/>
              <a:gd name="connsiteY2430" fmla="*/ 2460926 h 3882143"/>
              <a:gd name="connsiteX2431" fmla="*/ 1267573 w 12184002"/>
              <a:gd name="connsiteY2431" fmla="*/ 2460926 h 3882143"/>
              <a:gd name="connsiteX2432" fmla="*/ 1394849 w 12184002"/>
              <a:gd name="connsiteY2432" fmla="*/ 2690008 h 3882143"/>
              <a:gd name="connsiteX2433" fmla="*/ 1395300 w 12184002"/>
              <a:gd name="connsiteY2433" fmla="*/ 2690834 h 3882143"/>
              <a:gd name="connsiteX2434" fmla="*/ 1395300 w 12184002"/>
              <a:gd name="connsiteY2434" fmla="*/ 2829530 h 3882143"/>
              <a:gd name="connsiteX2435" fmla="*/ 1458336 w 12184002"/>
              <a:gd name="connsiteY2435" fmla="*/ 2829530 h 3882143"/>
              <a:gd name="connsiteX2436" fmla="*/ 1462094 w 12184002"/>
              <a:gd name="connsiteY2436" fmla="*/ 2833287 h 3882143"/>
              <a:gd name="connsiteX2437" fmla="*/ 1458336 w 12184002"/>
              <a:gd name="connsiteY2437" fmla="*/ 2837043 h 3882143"/>
              <a:gd name="connsiteX2438" fmla="*/ 1387786 w 12184002"/>
              <a:gd name="connsiteY2438" fmla="*/ 2837043 h 3882143"/>
              <a:gd name="connsiteX2439" fmla="*/ 1387786 w 12184002"/>
              <a:gd name="connsiteY2439" fmla="*/ 2692787 h 3882143"/>
              <a:gd name="connsiteX2440" fmla="*/ 1263140 w 12184002"/>
              <a:gd name="connsiteY2440" fmla="*/ 2468440 h 3882143"/>
              <a:gd name="connsiteX2441" fmla="*/ 1135489 w 12184002"/>
              <a:gd name="connsiteY2441" fmla="*/ 2468440 h 3882143"/>
              <a:gd name="connsiteX2442" fmla="*/ 1131732 w 12184002"/>
              <a:gd name="connsiteY2442" fmla="*/ 2464683 h 3882143"/>
              <a:gd name="connsiteX2443" fmla="*/ 1135489 w 12184002"/>
              <a:gd name="connsiteY2443" fmla="*/ 2460926 h 3882143"/>
              <a:gd name="connsiteX2444" fmla="*/ 7176373 w 12184002"/>
              <a:gd name="connsiteY2444" fmla="*/ 2460850 h 3882143"/>
              <a:gd name="connsiteX2445" fmla="*/ 7308457 w 12184002"/>
              <a:gd name="connsiteY2445" fmla="*/ 2460850 h 3882143"/>
              <a:gd name="connsiteX2446" fmla="*/ 7309509 w 12184002"/>
              <a:gd name="connsiteY2446" fmla="*/ 2462803 h 3882143"/>
              <a:gd name="connsiteX2447" fmla="*/ 7436184 w 12184002"/>
              <a:gd name="connsiteY2447" fmla="*/ 2690833 h 3882143"/>
              <a:gd name="connsiteX2448" fmla="*/ 7436184 w 12184002"/>
              <a:gd name="connsiteY2448" fmla="*/ 2829530 h 3882143"/>
              <a:gd name="connsiteX2449" fmla="*/ 7477502 w 12184002"/>
              <a:gd name="connsiteY2449" fmla="*/ 2829530 h 3882143"/>
              <a:gd name="connsiteX2450" fmla="*/ 7477131 w 12184002"/>
              <a:gd name="connsiteY2450" fmla="*/ 2828628 h 3882143"/>
              <a:gd name="connsiteX2451" fmla="*/ 7501399 w 12184002"/>
              <a:gd name="connsiteY2451" fmla="*/ 2804210 h 3882143"/>
              <a:gd name="connsiteX2452" fmla="*/ 7525666 w 12184002"/>
              <a:gd name="connsiteY2452" fmla="*/ 2828628 h 3882143"/>
              <a:gd name="connsiteX2453" fmla="*/ 7501399 w 12184002"/>
              <a:gd name="connsiteY2453" fmla="*/ 2853046 h 3882143"/>
              <a:gd name="connsiteX2454" fmla="*/ 7484250 w 12184002"/>
              <a:gd name="connsiteY2454" fmla="*/ 2845908 h 3882143"/>
              <a:gd name="connsiteX2455" fmla="*/ 7480598 w 12184002"/>
              <a:gd name="connsiteY2455" fmla="*/ 2837042 h 3882143"/>
              <a:gd name="connsiteX2456" fmla="*/ 7428669 w 12184002"/>
              <a:gd name="connsiteY2456" fmla="*/ 2837042 h 3882143"/>
              <a:gd name="connsiteX2457" fmla="*/ 7428669 w 12184002"/>
              <a:gd name="connsiteY2457" fmla="*/ 2692712 h 3882143"/>
              <a:gd name="connsiteX2458" fmla="*/ 7304023 w 12184002"/>
              <a:gd name="connsiteY2458" fmla="*/ 2468364 h 3882143"/>
              <a:gd name="connsiteX2459" fmla="*/ 7176373 w 12184002"/>
              <a:gd name="connsiteY2459" fmla="*/ 2468364 h 3882143"/>
              <a:gd name="connsiteX2460" fmla="*/ 7172616 w 12184002"/>
              <a:gd name="connsiteY2460" fmla="*/ 2464607 h 3882143"/>
              <a:gd name="connsiteX2461" fmla="*/ 7176373 w 12184002"/>
              <a:gd name="connsiteY2461" fmla="*/ 2460850 h 3882143"/>
              <a:gd name="connsiteX2462" fmla="*/ 4875546 w 12184002"/>
              <a:gd name="connsiteY2462" fmla="*/ 2460850 h 3882143"/>
              <a:gd name="connsiteX2463" fmla="*/ 5007631 w 12184002"/>
              <a:gd name="connsiteY2463" fmla="*/ 2460850 h 3882143"/>
              <a:gd name="connsiteX2464" fmla="*/ 5011388 w 12184002"/>
              <a:gd name="connsiteY2464" fmla="*/ 2464607 h 3882143"/>
              <a:gd name="connsiteX2465" fmla="*/ 5007631 w 12184002"/>
              <a:gd name="connsiteY2465" fmla="*/ 2468364 h 3882143"/>
              <a:gd name="connsiteX2466" fmla="*/ 4879980 w 12184002"/>
              <a:gd name="connsiteY2466" fmla="*/ 2468364 h 3882143"/>
              <a:gd name="connsiteX2467" fmla="*/ 4755333 w 12184002"/>
              <a:gd name="connsiteY2467" fmla="*/ 2692712 h 3882143"/>
              <a:gd name="connsiteX2468" fmla="*/ 4755333 w 12184002"/>
              <a:gd name="connsiteY2468" fmla="*/ 2837042 h 3882143"/>
              <a:gd name="connsiteX2469" fmla="*/ 4703406 w 12184002"/>
              <a:gd name="connsiteY2469" fmla="*/ 2837042 h 3882143"/>
              <a:gd name="connsiteX2470" fmla="*/ 4699753 w 12184002"/>
              <a:gd name="connsiteY2470" fmla="*/ 2845908 h 3882143"/>
              <a:gd name="connsiteX2471" fmla="*/ 4682605 w 12184002"/>
              <a:gd name="connsiteY2471" fmla="*/ 2853046 h 3882143"/>
              <a:gd name="connsiteX2472" fmla="*/ 4658337 w 12184002"/>
              <a:gd name="connsiteY2472" fmla="*/ 2828628 h 3882143"/>
              <a:gd name="connsiteX2473" fmla="*/ 4682605 w 12184002"/>
              <a:gd name="connsiteY2473" fmla="*/ 2804210 h 3882143"/>
              <a:gd name="connsiteX2474" fmla="*/ 4706872 w 12184002"/>
              <a:gd name="connsiteY2474" fmla="*/ 2828628 h 3882143"/>
              <a:gd name="connsiteX2475" fmla="*/ 4706500 w 12184002"/>
              <a:gd name="connsiteY2475" fmla="*/ 2829530 h 3882143"/>
              <a:gd name="connsiteX2476" fmla="*/ 4747820 w 12184002"/>
              <a:gd name="connsiteY2476" fmla="*/ 2829530 h 3882143"/>
              <a:gd name="connsiteX2477" fmla="*/ 4747820 w 12184002"/>
              <a:gd name="connsiteY2477" fmla="*/ 2690833 h 3882143"/>
              <a:gd name="connsiteX2478" fmla="*/ 4874494 w 12184002"/>
              <a:gd name="connsiteY2478" fmla="*/ 2462803 h 3882143"/>
              <a:gd name="connsiteX2479" fmla="*/ 8560551 w 12184002"/>
              <a:gd name="connsiteY2479" fmla="*/ 2451310 h 3882143"/>
              <a:gd name="connsiteX2480" fmla="*/ 8565360 w 12184002"/>
              <a:gd name="connsiteY2480" fmla="*/ 2453638 h 3882143"/>
              <a:gd name="connsiteX2481" fmla="*/ 8563030 w 12184002"/>
              <a:gd name="connsiteY2481" fmla="*/ 2458447 h 3882143"/>
              <a:gd name="connsiteX2482" fmla="*/ 8502247 w 12184002"/>
              <a:gd name="connsiteY2482" fmla="*/ 2479983 h 3882143"/>
              <a:gd name="connsiteX2483" fmla="*/ 8502247 w 12184002"/>
              <a:gd name="connsiteY2483" fmla="*/ 3244935 h 3882143"/>
              <a:gd name="connsiteX2484" fmla="*/ 8438459 w 12184002"/>
              <a:gd name="connsiteY2484" fmla="*/ 3372963 h 3882143"/>
              <a:gd name="connsiteX2485" fmla="*/ 8435079 w 12184002"/>
              <a:gd name="connsiteY2485" fmla="*/ 3375068 h 3882143"/>
              <a:gd name="connsiteX2486" fmla="*/ 8435079 w 12184002"/>
              <a:gd name="connsiteY2486" fmla="*/ 3375142 h 3882143"/>
              <a:gd name="connsiteX2487" fmla="*/ 8433427 w 12184002"/>
              <a:gd name="connsiteY2487" fmla="*/ 3374767 h 3882143"/>
              <a:gd name="connsiteX2488" fmla="*/ 8431773 w 12184002"/>
              <a:gd name="connsiteY2488" fmla="*/ 3369658 h 3882143"/>
              <a:gd name="connsiteX2489" fmla="*/ 8494735 w 12184002"/>
              <a:gd name="connsiteY2489" fmla="*/ 3243208 h 3882143"/>
              <a:gd name="connsiteX2490" fmla="*/ 8494735 w 12184002"/>
              <a:gd name="connsiteY2490" fmla="*/ 2482646 h 3882143"/>
              <a:gd name="connsiteX2491" fmla="*/ 8418624 w 12184002"/>
              <a:gd name="connsiteY2491" fmla="*/ 2509613 h 3882143"/>
              <a:gd name="connsiteX2492" fmla="*/ 8418624 w 12184002"/>
              <a:gd name="connsiteY2492" fmla="*/ 3221945 h 3882143"/>
              <a:gd name="connsiteX2493" fmla="*/ 8418249 w 12184002"/>
              <a:gd name="connsiteY2493" fmla="*/ 3222695 h 3882143"/>
              <a:gd name="connsiteX2494" fmla="*/ 8371140 w 12184002"/>
              <a:gd name="connsiteY2494" fmla="*/ 3323149 h 3882143"/>
              <a:gd name="connsiteX2495" fmla="*/ 7977818 w 12184002"/>
              <a:gd name="connsiteY2495" fmla="*/ 3323149 h 3882143"/>
              <a:gd name="connsiteX2496" fmla="*/ 7977818 w 12184002"/>
              <a:gd name="connsiteY2496" fmla="*/ 3523455 h 3882143"/>
              <a:gd name="connsiteX2497" fmla="*/ 8030787 w 12184002"/>
              <a:gd name="connsiteY2497" fmla="*/ 3600391 h 3882143"/>
              <a:gd name="connsiteX2498" fmla="*/ 8391652 w 12184002"/>
              <a:gd name="connsiteY2498" fmla="*/ 3600391 h 3882143"/>
              <a:gd name="connsiteX2499" fmla="*/ 8492781 w 12184002"/>
              <a:gd name="connsiteY2499" fmla="*/ 3498886 h 3882143"/>
              <a:gd name="connsiteX2500" fmla="*/ 8498116 w 12184002"/>
              <a:gd name="connsiteY2500" fmla="*/ 3498886 h 3882143"/>
              <a:gd name="connsiteX2501" fmla="*/ 8498116 w 12184002"/>
              <a:gd name="connsiteY2501" fmla="*/ 3504221 h 3882143"/>
              <a:gd name="connsiteX2502" fmla="*/ 8394807 w 12184002"/>
              <a:gd name="connsiteY2502" fmla="*/ 3607905 h 3882143"/>
              <a:gd name="connsiteX2503" fmla="*/ 8026880 w 12184002"/>
              <a:gd name="connsiteY2503" fmla="*/ 3607905 h 3882143"/>
              <a:gd name="connsiteX2504" fmla="*/ 7970380 w 12184002"/>
              <a:gd name="connsiteY2504" fmla="*/ 3525783 h 3882143"/>
              <a:gd name="connsiteX2505" fmla="*/ 7970380 w 12184002"/>
              <a:gd name="connsiteY2505" fmla="*/ 3315561 h 3882143"/>
              <a:gd name="connsiteX2506" fmla="*/ 8366407 w 12184002"/>
              <a:gd name="connsiteY2506" fmla="*/ 3315561 h 3882143"/>
              <a:gd name="connsiteX2507" fmla="*/ 8411111 w 12184002"/>
              <a:gd name="connsiteY2507" fmla="*/ 3220217 h 3882143"/>
              <a:gd name="connsiteX2508" fmla="*/ 8411111 w 12184002"/>
              <a:gd name="connsiteY2508" fmla="*/ 2504278 h 3882143"/>
              <a:gd name="connsiteX2509" fmla="*/ 3623452 w 12184002"/>
              <a:gd name="connsiteY2509" fmla="*/ 2451310 h 3882143"/>
              <a:gd name="connsiteX2510" fmla="*/ 3772891 w 12184002"/>
              <a:gd name="connsiteY2510" fmla="*/ 2504278 h 3882143"/>
              <a:gd name="connsiteX2511" fmla="*/ 3772891 w 12184002"/>
              <a:gd name="connsiteY2511" fmla="*/ 3220217 h 3882143"/>
              <a:gd name="connsiteX2512" fmla="*/ 3817596 w 12184002"/>
              <a:gd name="connsiteY2512" fmla="*/ 3315561 h 3882143"/>
              <a:gd name="connsiteX2513" fmla="*/ 4213624 w 12184002"/>
              <a:gd name="connsiteY2513" fmla="*/ 3315561 h 3882143"/>
              <a:gd name="connsiteX2514" fmla="*/ 4213624 w 12184002"/>
              <a:gd name="connsiteY2514" fmla="*/ 3525783 h 3882143"/>
              <a:gd name="connsiteX2515" fmla="*/ 4157123 w 12184002"/>
              <a:gd name="connsiteY2515" fmla="*/ 3607905 h 3882143"/>
              <a:gd name="connsiteX2516" fmla="*/ 3789195 w 12184002"/>
              <a:gd name="connsiteY2516" fmla="*/ 3607905 h 3882143"/>
              <a:gd name="connsiteX2517" fmla="*/ 3685888 w 12184002"/>
              <a:gd name="connsiteY2517" fmla="*/ 3504221 h 3882143"/>
              <a:gd name="connsiteX2518" fmla="*/ 3685888 w 12184002"/>
              <a:gd name="connsiteY2518" fmla="*/ 3498886 h 3882143"/>
              <a:gd name="connsiteX2519" fmla="*/ 3691221 w 12184002"/>
              <a:gd name="connsiteY2519" fmla="*/ 3498886 h 3882143"/>
              <a:gd name="connsiteX2520" fmla="*/ 3792351 w 12184002"/>
              <a:gd name="connsiteY2520" fmla="*/ 3600391 h 3882143"/>
              <a:gd name="connsiteX2521" fmla="*/ 4153217 w 12184002"/>
              <a:gd name="connsiteY2521" fmla="*/ 3600391 h 3882143"/>
              <a:gd name="connsiteX2522" fmla="*/ 4206186 w 12184002"/>
              <a:gd name="connsiteY2522" fmla="*/ 3523455 h 3882143"/>
              <a:gd name="connsiteX2523" fmla="*/ 4206186 w 12184002"/>
              <a:gd name="connsiteY2523" fmla="*/ 3323149 h 3882143"/>
              <a:gd name="connsiteX2524" fmla="*/ 3812863 w 12184002"/>
              <a:gd name="connsiteY2524" fmla="*/ 3323149 h 3882143"/>
              <a:gd name="connsiteX2525" fmla="*/ 3765754 w 12184002"/>
              <a:gd name="connsiteY2525" fmla="*/ 3222695 h 3882143"/>
              <a:gd name="connsiteX2526" fmla="*/ 3765378 w 12184002"/>
              <a:gd name="connsiteY2526" fmla="*/ 3221945 h 3882143"/>
              <a:gd name="connsiteX2527" fmla="*/ 3765378 w 12184002"/>
              <a:gd name="connsiteY2527" fmla="*/ 2509613 h 3882143"/>
              <a:gd name="connsiteX2528" fmla="*/ 3689268 w 12184002"/>
              <a:gd name="connsiteY2528" fmla="*/ 2482646 h 3882143"/>
              <a:gd name="connsiteX2529" fmla="*/ 3689268 w 12184002"/>
              <a:gd name="connsiteY2529" fmla="*/ 3243208 h 3882143"/>
              <a:gd name="connsiteX2530" fmla="*/ 3752229 w 12184002"/>
              <a:gd name="connsiteY2530" fmla="*/ 3369658 h 3882143"/>
              <a:gd name="connsiteX2531" fmla="*/ 3750577 w 12184002"/>
              <a:gd name="connsiteY2531" fmla="*/ 3374767 h 3882143"/>
              <a:gd name="connsiteX2532" fmla="*/ 3748924 w 12184002"/>
              <a:gd name="connsiteY2532" fmla="*/ 3375142 h 3882143"/>
              <a:gd name="connsiteX2533" fmla="*/ 3748924 w 12184002"/>
              <a:gd name="connsiteY2533" fmla="*/ 3375068 h 3882143"/>
              <a:gd name="connsiteX2534" fmla="*/ 3745543 w 12184002"/>
              <a:gd name="connsiteY2534" fmla="*/ 3372963 h 3882143"/>
              <a:gd name="connsiteX2535" fmla="*/ 3681755 w 12184002"/>
              <a:gd name="connsiteY2535" fmla="*/ 3244935 h 3882143"/>
              <a:gd name="connsiteX2536" fmla="*/ 3681755 w 12184002"/>
              <a:gd name="connsiteY2536" fmla="*/ 2479983 h 3882143"/>
              <a:gd name="connsiteX2537" fmla="*/ 3620972 w 12184002"/>
              <a:gd name="connsiteY2537" fmla="*/ 2458447 h 3882143"/>
              <a:gd name="connsiteX2538" fmla="*/ 3618643 w 12184002"/>
              <a:gd name="connsiteY2538" fmla="*/ 2453638 h 3882143"/>
              <a:gd name="connsiteX2539" fmla="*/ 3623452 w 12184002"/>
              <a:gd name="connsiteY2539" fmla="*/ 2451310 h 3882143"/>
              <a:gd name="connsiteX2540" fmla="*/ 9663206 w 12184002"/>
              <a:gd name="connsiteY2540" fmla="*/ 2428318 h 3882143"/>
              <a:gd name="connsiteX2541" fmla="*/ 9687475 w 12184002"/>
              <a:gd name="connsiteY2541" fmla="*/ 2452736 h 3882143"/>
              <a:gd name="connsiteX2542" fmla="*/ 9685043 w 12184002"/>
              <a:gd name="connsiteY2542" fmla="*/ 2458628 h 3882143"/>
              <a:gd name="connsiteX2543" fmla="*/ 9813624 w 12184002"/>
              <a:gd name="connsiteY2543" fmla="*/ 2504202 h 3882143"/>
              <a:gd name="connsiteX2544" fmla="*/ 9813624 w 12184002"/>
              <a:gd name="connsiteY2544" fmla="*/ 3220137 h 3882143"/>
              <a:gd name="connsiteX2545" fmla="*/ 9858327 w 12184002"/>
              <a:gd name="connsiteY2545" fmla="*/ 3315483 h 3882143"/>
              <a:gd name="connsiteX2546" fmla="*/ 10254355 w 12184002"/>
              <a:gd name="connsiteY2546" fmla="*/ 3315483 h 3882143"/>
              <a:gd name="connsiteX2547" fmla="*/ 10254355 w 12184002"/>
              <a:gd name="connsiteY2547" fmla="*/ 3525705 h 3882143"/>
              <a:gd name="connsiteX2548" fmla="*/ 10197856 w 12184002"/>
              <a:gd name="connsiteY2548" fmla="*/ 3607826 h 3882143"/>
              <a:gd name="connsiteX2549" fmla="*/ 10197930 w 12184002"/>
              <a:gd name="connsiteY2549" fmla="*/ 3607900 h 3882143"/>
              <a:gd name="connsiteX2550" fmla="*/ 9829927 w 12184002"/>
              <a:gd name="connsiteY2550" fmla="*/ 3607900 h 3882143"/>
              <a:gd name="connsiteX2551" fmla="*/ 9726544 w 12184002"/>
              <a:gd name="connsiteY2551" fmla="*/ 3504142 h 3882143"/>
              <a:gd name="connsiteX2552" fmla="*/ 9726544 w 12184002"/>
              <a:gd name="connsiteY2552" fmla="*/ 3498808 h 3882143"/>
              <a:gd name="connsiteX2553" fmla="*/ 9731878 w 12184002"/>
              <a:gd name="connsiteY2553" fmla="*/ 3498808 h 3882143"/>
              <a:gd name="connsiteX2554" fmla="*/ 9833082 w 12184002"/>
              <a:gd name="connsiteY2554" fmla="*/ 3600311 h 3882143"/>
              <a:gd name="connsiteX2555" fmla="*/ 10193948 w 12184002"/>
              <a:gd name="connsiteY2555" fmla="*/ 3600311 h 3882143"/>
              <a:gd name="connsiteX2556" fmla="*/ 10246917 w 12184002"/>
              <a:gd name="connsiteY2556" fmla="*/ 3523375 h 3882143"/>
              <a:gd name="connsiteX2557" fmla="*/ 10246917 w 12184002"/>
              <a:gd name="connsiteY2557" fmla="*/ 3323070 h 3882143"/>
              <a:gd name="connsiteX2558" fmla="*/ 9853594 w 12184002"/>
              <a:gd name="connsiteY2558" fmla="*/ 3323070 h 3882143"/>
              <a:gd name="connsiteX2559" fmla="*/ 9806110 w 12184002"/>
              <a:gd name="connsiteY2559" fmla="*/ 3220963 h 3882143"/>
              <a:gd name="connsiteX2560" fmla="*/ 9806110 w 12184002"/>
              <a:gd name="connsiteY2560" fmla="*/ 2509536 h 3882143"/>
              <a:gd name="connsiteX2561" fmla="*/ 9730075 w 12184002"/>
              <a:gd name="connsiteY2561" fmla="*/ 2482595 h 3882143"/>
              <a:gd name="connsiteX2562" fmla="*/ 9730075 w 12184002"/>
              <a:gd name="connsiteY2562" fmla="*/ 3243280 h 3882143"/>
              <a:gd name="connsiteX2563" fmla="*/ 9793037 w 12184002"/>
              <a:gd name="connsiteY2563" fmla="*/ 3369731 h 3882143"/>
              <a:gd name="connsiteX2564" fmla="*/ 9791383 w 12184002"/>
              <a:gd name="connsiteY2564" fmla="*/ 3374840 h 3882143"/>
              <a:gd name="connsiteX2565" fmla="*/ 9789730 w 12184002"/>
              <a:gd name="connsiteY2565" fmla="*/ 3375215 h 3882143"/>
              <a:gd name="connsiteX2566" fmla="*/ 9789730 w 12184002"/>
              <a:gd name="connsiteY2566" fmla="*/ 3375140 h 3882143"/>
              <a:gd name="connsiteX2567" fmla="*/ 9786349 w 12184002"/>
              <a:gd name="connsiteY2567" fmla="*/ 3373036 h 3882143"/>
              <a:gd name="connsiteX2568" fmla="*/ 9722562 w 12184002"/>
              <a:gd name="connsiteY2568" fmla="*/ 3245007 h 3882143"/>
              <a:gd name="connsiteX2569" fmla="*/ 9722562 w 12184002"/>
              <a:gd name="connsiteY2569" fmla="*/ 2479934 h 3882143"/>
              <a:gd name="connsiteX2570" fmla="*/ 9682159 w 12184002"/>
              <a:gd name="connsiteY2570" fmla="*/ 2465619 h 3882143"/>
              <a:gd name="connsiteX2571" fmla="*/ 9680355 w 12184002"/>
              <a:gd name="connsiteY2571" fmla="*/ 2469989 h 3882143"/>
              <a:gd name="connsiteX2572" fmla="*/ 9663206 w 12184002"/>
              <a:gd name="connsiteY2572" fmla="*/ 2477155 h 3882143"/>
              <a:gd name="connsiteX2573" fmla="*/ 9638938 w 12184002"/>
              <a:gd name="connsiteY2573" fmla="*/ 2452736 h 3882143"/>
              <a:gd name="connsiteX2574" fmla="*/ 9663206 w 12184002"/>
              <a:gd name="connsiteY2574" fmla="*/ 2428318 h 3882143"/>
              <a:gd name="connsiteX2575" fmla="*/ 2520796 w 12184002"/>
              <a:gd name="connsiteY2575" fmla="*/ 2428318 h 3882143"/>
              <a:gd name="connsiteX2576" fmla="*/ 2545064 w 12184002"/>
              <a:gd name="connsiteY2576" fmla="*/ 2452736 h 3882143"/>
              <a:gd name="connsiteX2577" fmla="*/ 2520796 w 12184002"/>
              <a:gd name="connsiteY2577" fmla="*/ 2477155 h 3882143"/>
              <a:gd name="connsiteX2578" fmla="*/ 2503647 w 12184002"/>
              <a:gd name="connsiteY2578" fmla="*/ 2469989 h 3882143"/>
              <a:gd name="connsiteX2579" fmla="*/ 2501844 w 12184002"/>
              <a:gd name="connsiteY2579" fmla="*/ 2465619 h 3882143"/>
              <a:gd name="connsiteX2580" fmla="*/ 2461441 w 12184002"/>
              <a:gd name="connsiteY2580" fmla="*/ 2479934 h 3882143"/>
              <a:gd name="connsiteX2581" fmla="*/ 2461441 w 12184002"/>
              <a:gd name="connsiteY2581" fmla="*/ 3245007 h 3882143"/>
              <a:gd name="connsiteX2582" fmla="*/ 2397653 w 12184002"/>
              <a:gd name="connsiteY2582" fmla="*/ 3373036 h 3882143"/>
              <a:gd name="connsiteX2583" fmla="*/ 2394272 w 12184002"/>
              <a:gd name="connsiteY2583" fmla="*/ 3375140 h 3882143"/>
              <a:gd name="connsiteX2584" fmla="*/ 2394272 w 12184002"/>
              <a:gd name="connsiteY2584" fmla="*/ 3375215 h 3882143"/>
              <a:gd name="connsiteX2585" fmla="*/ 2392619 w 12184002"/>
              <a:gd name="connsiteY2585" fmla="*/ 3374840 h 3882143"/>
              <a:gd name="connsiteX2586" fmla="*/ 2390967 w 12184002"/>
              <a:gd name="connsiteY2586" fmla="*/ 3369731 h 3882143"/>
              <a:gd name="connsiteX2587" fmla="*/ 2453927 w 12184002"/>
              <a:gd name="connsiteY2587" fmla="*/ 3243280 h 3882143"/>
              <a:gd name="connsiteX2588" fmla="*/ 2453927 w 12184002"/>
              <a:gd name="connsiteY2588" fmla="*/ 2482595 h 3882143"/>
              <a:gd name="connsiteX2589" fmla="*/ 2377893 w 12184002"/>
              <a:gd name="connsiteY2589" fmla="*/ 2509536 h 3882143"/>
              <a:gd name="connsiteX2590" fmla="*/ 2377893 w 12184002"/>
              <a:gd name="connsiteY2590" fmla="*/ 3220963 h 3882143"/>
              <a:gd name="connsiteX2591" fmla="*/ 2330408 w 12184002"/>
              <a:gd name="connsiteY2591" fmla="*/ 3323070 h 3882143"/>
              <a:gd name="connsiteX2592" fmla="*/ 1937086 w 12184002"/>
              <a:gd name="connsiteY2592" fmla="*/ 3323070 h 3882143"/>
              <a:gd name="connsiteX2593" fmla="*/ 1937086 w 12184002"/>
              <a:gd name="connsiteY2593" fmla="*/ 3523375 h 3882143"/>
              <a:gd name="connsiteX2594" fmla="*/ 1990055 w 12184002"/>
              <a:gd name="connsiteY2594" fmla="*/ 3600311 h 3882143"/>
              <a:gd name="connsiteX2595" fmla="*/ 2350920 w 12184002"/>
              <a:gd name="connsiteY2595" fmla="*/ 3600311 h 3882143"/>
              <a:gd name="connsiteX2596" fmla="*/ 2452124 w 12184002"/>
              <a:gd name="connsiteY2596" fmla="*/ 3498808 h 3882143"/>
              <a:gd name="connsiteX2597" fmla="*/ 2457458 w 12184002"/>
              <a:gd name="connsiteY2597" fmla="*/ 3498808 h 3882143"/>
              <a:gd name="connsiteX2598" fmla="*/ 2457458 w 12184002"/>
              <a:gd name="connsiteY2598" fmla="*/ 3504142 h 3882143"/>
              <a:gd name="connsiteX2599" fmla="*/ 2354075 w 12184002"/>
              <a:gd name="connsiteY2599" fmla="*/ 3607900 h 3882143"/>
              <a:gd name="connsiteX2600" fmla="*/ 1986073 w 12184002"/>
              <a:gd name="connsiteY2600" fmla="*/ 3607900 h 3882143"/>
              <a:gd name="connsiteX2601" fmla="*/ 1986148 w 12184002"/>
              <a:gd name="connsiteY2601" fmla="*/ 3607826 h 3882143"/>
              <a:gd name="connsiteX2602" fmla="*/ 1929647 w 12184002"/>
              <a:gd name="connsiteY2602" fmla="*/ 3525705 h 3882143"/>
              <a:gd name="connsiteX2603" fmla="*/ 1929647 w 12184002"/>
              <a:gd name="connsiteY2603" fmla="*/ 3315483 h 3882143"/>
              <a:gd name="connsiteX2604" fmla="*/ 2325675 w 12184002"/>
              <a:gd name="connsiteY2604" fmla="*/ 3315483 h 3882143"/>
              <a:gd name="connsiteX2605" fmla="*/ 2370378 w 12184002"/>
              <a:gd name="connsiteY2605" fmla="*/ 3220137 h 3882143"/>
              <a:gd name="connsiteX2606" fmla="*/ 2370378 w 12184002"/>
              <a:gd name="connsiteY2606" fmla="*/ 2504202 h 3882143"/>
              <a:gd name="connsiteX2607" fmla="*/ 2498959 w 12184002"/>
              <a:gd name="connsiteY2607" fmla="*/ 2458628 h 3882143"/>
              <a:gd name="connsiteX2608" fmla="*/ 2496529 w 12184002"/>
              <a:gd name="connsiteY2608" fmla="*/ 2452736 h 3882143"/>
              <a:gd name="connsiteX2609" fmla="*/ 2520796 w 12184002"/>
              <a:gd name="connsiteY2609" fmla="*/ 2428318 h 3882143"/>
              <a:gd name="connsiteX2610" fmla="*/ 11438079 w 12184002"/>
              <a:gd name="connsiteY2610" fmla="*/ 2413367 h 3882143"/>
              <a:gd name="connsiteX2611" fmla="*/ 11441836 w 12184002"/>
              <a:gd name="connsiteY2611" fmla="*/ 2417124 h 3882143"/>
              <a:gd name="connsiteX2612" fmla="*/ 11441836 w 12184002"/>
              <a:gd name="connsiteY2612" fmla="*/ 2547405 h 3882143"/>
              <a:gd name="connsiteX2613" fmla="*/ 11558743 w 12184002"/>
              <a:gd name="connsiteY2613" fmla="*/ 2547405 h 3882143"/>
              <a:gd name="connsiteX2614" fmla="*/ 11558743 w 12184002"/>
              <a:gd name="connsiteY2614" fmla="*/ 2620058 h 3882143"/>
              <a:gd name="connsiteX2615" fmla="*/ 11601043 w 12184002"/>
              <a:gd name="connsiteY2615" fmla="*/ 2620058 h 3882143"/>
              <a:gd name="connsiteX2616" fmla="*/ 12026297 w 12184002"/>
              <a:gd name="connsiteY2616" fmla="*/ 3046809 h 3882143"/>
              <a:gd name="connsiteX2617" fmla="*/ 12026297 w 12184002"/>
              <a:gd name="connsiteY2617" fmla="*/ 3882143 h 3882143"/>
              <a:gd name="connsiteX2618" fmla="*/ 12018784 w 12184002"/>
              <a:gd name="connsiteY2618" fmla="*/ 3882143 h 3882143"/>
              <a:gd name="connsiteX2619" fmla="*/ 12018784 w 12184002"/>
              <a:gd name="connsiteY2619" fmla="*/ 3049964 h 3882143"/>
              <a:gd name="connsiteX2620" fmla="*/ 11844324 w 12184002"/>
              <a:gd name="connsiteY2620" fmla="*/ 2874888 h 3882143"/>
              <a:gd name="connsiteX2621" fmla="*/ 11844324 w 12184002"/>
              <a:gd name="connsiteY2621" fmla="*/ 2874985 h 3882143"/>
              <a:gd name="connsiteX2622" fmla="*/ 11810815 w 12184002"/>
              <a:gd name="connsiteY2622" fmla="*/ 2908644 h 3882143"/>
              <a:gd name="connsiteX2623" fmla="*/ 11884671 w 12184002"/>
              <a:gd name="connsiteY2623" fmla="*/ 2982799 h 3882143"/>
              <a:gd name="connsiteX2624" fmla="*/ 11884671 w 12184002"/>
              <a:gd name="connsiteY2624" fmla="*/ 2988131 h 3882143"/>
              <a:gd name="connsiteX2625" fmla="*/ 11882041 w 12184002"/>
              <a:gd name="connsiteY2625" fmla="*/ 2989259 h 3882143"/>
              <a:gd name="connsiteX2626" fmla="*/ 11881967 w 12184002"/>
              <a:gd name="connsiteY2626" fmla="*/ 2989259 h 3882143"/>
              <a:gd name="connsiteX2627" fmla="*/ 11879336 w 12184002"/>
              <a:gd name="connsiteY2627" fmla="*/ 2988131 h 3882143"/>
              <a:gd name="connsiteX2628" fmla="*/ 11800146 w 12184002"/>
              <a:gd name="connsiteY2628" fmla="*/ 2908644 h 3882143"/>
              <a:gd name="connsiteX2629" fmla="*/ 11838990 w 12184002"/>
              <a:gd name="connsiteY2629" fmla="*/ 2869651 h 3882143"/>
              <a:gd name="connsiteX2630" fmla="*/ 11839106 w 12184002"/>
              <a:gd name="connsiteY2630" fmla="*/ 2869651 h 3882143"/>
              <a:gd name="connsiteX2631" fmla="*/ 11597963 w 12184002"/>
              <a:gd name="connsiteY2631" fmla="*/ 2627647 h 3882143"/>
              <a:gd name="connsiteX2632" fmla="*/ 11551230 w 12184002"/>
              <a:gd name="connsiteY2632" fmla="*/ 2627647 h 3882143"/>
              <a:gd name="connsiteX2633" fmla="*/ 11551230 w 12184002"/>
              <a:gd name="connsiteY2633" fmla="*/ 2554993 h 3882143"/>
              <a:gd name="connsiteX2634" fmla="*/ 11434322 w 12184002"/>
              <a:gd name="connsiteY2634" fmla="*/ 2554993 h 3882143"/>
              <a:gd name="connsiteX2635" fmla="*/ 11434322 w 12184002"/>
              <a:gd name="connsiteY2635" fmla="*/ 2417124 h 3882143"/>
              <a:gd name="connsiteX2636" fmla="*/ 11438079 w 12184002"/>
              <a:gd name="connsiteY2636" fmla="*/ 2413367 h 3882143"/>
              <a:gd name="connsiteX2637" fmla="*/ 6786731 w 12184002"/>
              <a:gd name="connsiteY2637" fmla="*/ 2413367 h 3882143"/>
              <a:gd name="connsiteX2638" fmla="*/ 6790488 w 12184002"/>
              <a:gd name="connsiteY2638" fmla="*/ 2417124 h 3882143"/>
              <a:gd name="connsiteX2639" fmla="*/ 6790488 w 12184002"/>
              <a:gd name="connsiteY2639" fmla="*/ 2554993 h 3882143"/>
              <a:gd name="connsiteX2640" fmla="*/ 6673580 w 12184002"/>
              <a:gd name="connsiteY2640" fmla="*/ 2554993 h 3882143"/>
              <a:gd name="connsiteX2641" fmla="*/ 6673580 w 12184002"/>
              <a:gd name="connsiteY2641" fmla="*/ 2627647 h 3882143"/>
              <a:gd name="connsiteX2642" fmla="*/ 6626848 w 12184002"/>
              <a:gd name="connsiteY2642" fmla="*/ 2627647 h 3882143"/>
              <a:gd name="connsiteX2643" fmla="*/ 6385705 w 12184002"/>
              <a:gd name="connsiteY2643" fmla="*/ 2869651 h 3882143"/>
              <a:gd name="connsiteX2644" fmla="*/ 6385895 w 12184002"/>
              <a:gd name="connsiteY2644" fmla="*/ 2869651 h 3882143"/>
              <a:gd name="connsiteX2645" fmla="*/ 6424738 w 12184002"/>
              <a:gd name="connsiteY2645" fmla="*/ 2908644 h 3882143"/>
              <a:gd name="connsiteX2646" fmla="*/ 6345549 w 12184002"/>
              <a:gd name="connsiteY2646" fmla="*/ 2988135 h 3882143"/>
              <a:gd name="connsiteX2647" fmla="*/ 6342919 w 12184002"/>
              <a:gd name="connsiteY2647" fmla="*/ 2989261 h 3882143"/>
              <a:gd name="connsiteX2648" fmla="*/ 6342843 w 12184002"/>
              <a:gd name="connsiteY2648" fmla="*/ 2989261 h 3882143"/>
              <a:gd name="connsiteX2649" fmla="*/ 6340213 w 12184002"/>
              <a:gd name="connsiteY2649" fmla="*/ 2988135 h 3882143"/>
              <a:gd name="connsiteX2650" fmla="*/ 6340213 w 12184002"/>
              <a:gd name="connsiteY2650" fmla="*/ 2982801 h 3882143"/>
              <a:gd name="connsiteX2651" fmla="*/ 6414069 w 12184002"/>
              <a:gd name="connsiteY2651" fmla="*/ 2908644 h 3882143"/>
              <a:gd name="connsiteX2652" fmla="*/ 6380560 w 12184002"/>
              <a:gd name="connsiteY2652" fmla="*/ 2874985 h 3882143"/>
              <a:gd name="connsiteX2653" fmla="*/ 6380560 w 12184002"/>
              <a:gd name="connsiteY2653" fmla="*/ 2874815 h 3882143"/>
              <a:gd name="connsiteX2654" fmla="*/ 6206027 w 12184002"/>
              <a:gd name="connsiteY2654" fmla="*/ 3049967 h 3882143"/>
              <a:gd name="connsiteX2655" fmla="*/ 6206027 w 12184002"/>
              <a:gd name="connsiteY2655" fmla="*/ 3882143 h 3882143"/>
              <a:gd name="connsiteX2656" fmla="*/ 6198514 w 12184002"/>
              <a:gd name="connsiteY2656" fmla="*/ 3882143 h 3882143"/>
              <a:gd name="connsiteX2657" fmla="*/ 6198514 w 12184002"/>
              <a:gd name="connsiteY2657" fmla="*/ 3046812 h 3882143"/>
              <a:gd name="connsiteX2658" fmla="*/ 6623767 w 12184002"/>
              <a:gd name="connsiteY2658" fmla="*/ 2620058 h 3882143"/>
              <a:gd name="connsiteX2659" fmla="*/ 6666067 w 12184002"/>
              <a:gd name="connsiteY2659" fmla="*/ 2620058 h 3882143"/>
              <a:gd name="connsiteX2660" fmla="*/ 6666067 w 12184002"/>
              <a:gd name="connsiteY2660" fmla="*/ 2547405 h 3882143"/>
              <a:gd name="connsiteX2661" fmla="*/ 6782976 w 12184002"/>
              <a:gd name="connsiteY2661" fmla="*/ 2547405 h 3882143"/>
              <a:gd name="connsiteX2662" fmla="*/ 6782976 w 12184002"/>
              <a:gd name="connsiteY2662" fmla="*/ 2417124 h 3882143"/>
              <a:gd name="connsiteX2663" fmla="*/ 6786731 w 12184002"/>
              <a:gd name="connsiteY2663" fmla="*/ 2413367 h 3882143"/>
              <a:gd name="connsiteX2664" fmla="*/ 5397272 w 12184002"/>
              <a:gd name="connsiteY2664" fmla="*/ 2413367 h 3882143"/>
              <a:gd name="connsiteX2665" fmla="*/ 5401028 w 12184002"/>
              <a:gd name="connsiteY2665" fmla="*/ 2417124 h 3882143"/>
              <a:gd name="connsiteX2666" fmla="*/ 5401028 w 12184002"/>
              <a:gd name="connsiteY2666" fmla="*/ 2547405 h 3882143"/>
              <a:gd name="connsiteX2667" fmla="*/ 5517936 w 12184002"/>
              <a:gd name="connsiteY2667" fmla="*/ 2547405 h 3882143"/>
              <a:gd name="connsiteX2668" fmla="*/ 5517936 w 12184002"/>
              <a:gd name="connsiteY2668" fmla="*/ 2620058 h 3882143"/>
              <a:gd name="connsiteX2669" fmla="*/ 5560235 w 12184002"/>
              <a:gd name="connsiteY2669" fmla="*/ 2620058 h 3882143"/>
              <a:gd name="connsiteX2670" fmla="*/ 5985490 w 12184002"/>
              <a:gd name="connsiteY2670" fmla="*/ 3046812 h 3882143"/>
              <a:gd name="connsiteX2671" fmla="*/ 5985490 w 12184002"/>
              <a:gd name="connsiteY2671" fmla="*/ 3882143 h 3882143"/>
              <a:gd name="connsiteX2672" fmla="*/ 5977976 w 12184002"/>
              <a:gd name="connsiteY2672" fmla="*/ 3882143 h 3882143"/>
              <a:gd name="connsiteX2673" fmla="*/ 5977976 w 12184002"/>
              <a:gd name="connsiteY2673" fmla="*/ 3049967 h 3882143"/>
              <a:gd name="connsiteX2674" fmla="*/ 5803442 w 12184002"/>
              <a:gd name="connsiteY2674" fmla="*/ 2874815 h 3882143"/>
              <a:gd name="connsiteX2675" fmla="*/ 5803442 w 12184002"/>
              <a:gd name="connsiteY2675" fmla="*/ 2874985 h 3882143"/>
              <a:gd name="connsiteX2676" fmla="*/ 5769933 w 12184002"/>
              <a:gd name="connsiteY2676" fmla="*/ 2908644 h 3882143"/>
              <a:gd name="connsiteX2677" fmla="*/ 5843789 w 12184002"/>
              <a:gd name="connsiteY2677" fmla="*/ 2982801 h 3882143"/>
              <a:gd name="connsiteX2678" fmla="*/ 5843789 w 12184002"/>
              <a:gd name="connsiteY2678" fmla="*/ 2988135 h 3882143"/>
              <a:gd name="connsiteX2679" fmla="*/ 5841159 w 12184002"/>
              <a:gd name="connsiteY2679" fmla="*/ 2989261 h 3882143"/>
              <a:gd name="connsiteX2680" fmla="*/ 5841085 w 12184002"/>
              <a:gd name="connsiteY2680" fmla="*/ 2989261 h 3882143"/>
              <a:gd name="connsiteX2681" fmla="*/ 5838454 w 12184002"/>
              <a:gd name="connsiteY2681" fmla="*/ 2988135 h 3882143"/>
              <a:gd name="connsiteX2682" fmla="*/ 5759264 w 12184002"/>
              <a:gd name="connsiteY2682" fmla="*/ 2908644 h 3882143"/>
              <a:gd name="connsiteX2683" fmla="*/ 5798107 w 12184002"/>
              <a:gd name="connsiteY2683" fmla="*/ 2869651 h 3882143"/>
              <a:gd name="connsiteX2684" fmla="*/ 5798298 w 12184002"/>
              <a:gd name="connsiteY2684" fmla="*/ 2869651 h 3882143"/>
              <a:gd name="connsiteX2685" fmla="*/ 5557154 w 12184002"/>
              <a:gd name="connsiteY2685" fmla="*/ 2627647 h 3882143"/>
              <a:gd name="connsiteX2686" fmla="*/ 5510422 w 12184002"/>
              <a:gd name="connsiteY2686" fmla="*/ 2627647 h 3882143"/>
              <a:gd name="connsiteX2687" fmla="*/ 5510422 w 12184002"/>
              <a:gd name="connsiteY2687" fmla="*/ 2554993 h 3882143"/>
              <a:gd name="connsiteX2688" fmla="*/ 5393515 w 12184002"/>
              <a:gd name="connsiteY2688" fmla="*/ 2554993 h 3882143"/>
              <a:gd name="connsiteX2689" fmla="*/ 5393515 w 12184002"/>
              <a:gd name="connsiteY2689" fmla="*/ 2417124 h 3882143"/>
              <a:gd name="connsiteX2690" fmla="*/ 5397272 w 12184002"/>
              <a:gd name="connsiteY2690" fmla="*/ 2413367 h 3882143"/>
              <a:gd name="connsiteX2691" fmla="*/ 745924 w 12184002"/>
              <a:gd name="connsiteY2691" fmla="*/ 2413367 h 3882143"/>
              <a:gd name="connsiteX2692" fmla="*/ 749680 w 12184002"/>
              <a:gd name="connsiteY2692" fmla="*/ 2417124 h 3882143"/>
              <a:gd name="connsiteX2693" fmla="*/ 749680 w 12184002"/>
              <a:gd name="connsiteY2693" fmla="*/ 2554993 h 3882143"/>
              <a:gd name="connsiteX2694" fmla="*/ 632772 w 12184002"/>
              <a:gd name="connsiteY2694" fmla="*/ 2554993 h 3882143"/>
              <a:gd name="connsiteX2695" fmla="*/ 632772 w 12184002"/>
              <a:gd name="connsiteY2695" fmla="*/ 2627647 h 3882143"/>
              <a:gd name="connsiteX2696" fmla="*/ 586039 w 12184002"/>
              <a:gd name="connsiteY2696" fmla="*/ 2627647 h 3882143"/>
              <a:gd name="connsiteX2697" fmla="*/ 344896 w 12184002"/>
              <a:gd name="connsiteY2697" fmla="*/ 2869651 h 3882143"/>
              <a:gd name="connsiteX2698" fmla="*/ 345012 w 12184002"/>
              <a:gd name="connsiteY2698" fmla="*/ 2869651 h 3882143"/>
              <a:gd name="connsiteX2699" fmla="*/ 383856 w 12184002"/>
              <a:gd name="connsiteY2699" fmla="*/ 2908644 h 3882143"/>
              <a:gd name="connsiteX2700" fmla="*/ 304666 w 12184002"/>
              <a:gd name="connsiteY2700" fmla="*/ 2988131 h 3882143"/>
              <a:gd name="connsiteX2701" fmla="*/ 302036 w 12184002"/>
              <a:gd name="connsiteY2701" fmla="*/ 2989259 h 3882143"/>
              <a:gd name="connsiteX2702" fmla="*/ 301961 w 12184002"/>
              <a:gd name="connsiteY2702" fmla="*/ 2989259 h 3882143"/>
              <a:gd name="connsiteX2703" fmla="*/ 299331 w 12184002"/>
              <a:gd name="connsiteY2703" fmla="*/ 2988131 h 3882143"/>
              <a:gd name="connsiteX2704" fmla="*/ 299331 w 12184002"/>
              <a:gd name="connsiteY2704" fmla="*/ 2982799 h 3882143"/>
              <a:gd name="connsiteX2705" fmla="*/ 373187 w 12184002"/>
              <a:gd name="connsiteY2705" fmla="*/ 2908644 h 3882143"/>
              <a:gd name="connsiteX2706" fmla="*/ 339678 w 12184002"/>
              <a:gd name="connsiteY2706" fmla="*/ 2874985 h 3882143"/>
              <a:gd name="connsiteX2707" fmla="*/ 339678 w 12184002"/>
              <a:gd name="connsiteY2707" fmla="*/ 2874888 h 3882143"/>
              <a:gd name="connsiteX2708" fmla="*/ 165218 w 12184002"/>
              <a:gd name="connsiteY2708" fmla="*/ 3049964 h 3882143"/>
              <a:gd name="connsiteX2709" fmla="*/ 165218 w 12184002"/>
              <a:gd name="connsiteY2709" fmla="*/ 3882143 h 3882143"/>
              <a:gd name="connsiteX2710" fmla="*/ 157706 w 12184002"/>
              <a:gd name="connsiteY2710" fmla="*/ 3882143 h 3882143"/>
              <a:gd name="connsiteX2711" fmla="*/ 157706 w 12184002"/>
              <a:gd name="connsiteY2711" fmla="*/ 3046809 h 3882143"/>
              <a:gd name="connsiteX2712" fmla="*/ 582959 w 12184002"/>
              <a:gd name="connsiteY2712" fmla="*/ 2620058 h 3882143"/>
              <a:gd name="connsiteX2713" fmla="*/ 625260 w 12184002"/>
              <a:gd name="connsiteY2713" fmla="*/ 2620058 h 3882143"/>
              <a:gd name="connsiteX2714" fmla="*/ 625260 w 12184002"/>
              <a:gd name="connsiteY2714" fmla="*/ 2547405 h 3882143"/>
              <a:gd name="connsiteX2715" fmla="*/ 742167 w 12184002"/>
              <a:gd name="connsiteY2715" fmla="*/ 2547405 h 3882143"/>
              <a:gd name="connsiteX2716" fmla="*/ 742167 w 12184002"/>
              <a:gd name="connsiteY2716" fmla="*/ 2417124 h 3882143"/>
              <a:gd name="connsiteX2717" fmla="*/ 745924 w 12184002"/>
              <a:gd name="connsiteY2717" fmla="*/ 2413367 h 3882143"/>
              <a:gd name="connsiteX2718" fmla="*/ 9642847 w 12184002"/>
              <a:gd name="connsiteY2718" fmla="*/ 2375950 h 3882143"/>
              <a:gd name="connsiteX2719" fmla="*/ 10001006 w 12184002"/>
              <a:gd name="connsiteY2719" fmla="*/ 2375950 h 3882143"/>
              <a:gd name="connsiteX2720" fmla="*/ 10001006 w 12184002"/>
              <a:gd name="connsiteY2720" fmla="*/ 2530048 h 3882143"/>
              <a:gd name="connsiteX2721" fmla="*/ 9997249 w 12184002"/>
              <a:gd name="connsiteY2721" fmla="*/ 2533806 h 3882143"/>
              <a:gd name="connsiteX2722" fmla="*/ 9997174 w 12184002"/>
              <a:gd name="connsiteY2722" fmla="*/ 2533806 h 3882143"/>
              <a:gd name="connsiteX2723" fmla="*/ 9993417 w 12184002"/>
              <a:gd name="connsiteY2723" fmla="*/ 2530048 h 3882143"/>
              <a:gd name="connsiteX2724" fmla="*/ 9993417 w 12184002"/>
              <a:gd name="connsiteY2724" fmla="*/ 2383464 h 3882143"/>
              <a:gd name="connsiteX2725" fmla="*/ 9879891 w 12184002"/>
              <a:gd name="connsiteY2725" fmla="*/ 2383464 h 3882143"/>
              <a:gd name="connsiteX2726" fmla="*/ 9879891 w 12184002"/>
              <a:gd name="connsiteY2726" fmla="*/ 3176636 h 3882143"/>
              <a:gd name="connsiteX2727" fmla="*/ 9919255 w 12184002"/>
              <a:gd name="connsiteY2727" fmla="*/ 3253409 h 3882143"/>
              <a:gd name="connsiteX2728" fmla="*/ 9919562 w 12184002"/>
              <a:gd name="connsiteY2728" fmla="*/ 3253281 h 3882143"/>
              <a:gd name="connsiteX2729" fmla="*/ 9943829 w 12184002"/>
              <a:gd name="connsiteY2729" fmla="*/ 3277700 h 3882143"/>
              <a:gd name="connsiteX2730" fmla="*/ 9919562 w 12184002"/>
              <a:gd name="connsiteY2730" fmla="*/ 3302118 h 3882143"/>
              <a:gd name="connsiteX2731" fmla="*/ 9895293 w 12184002"/>
              <a:gd name="connsiteY2731" fmla="*/ 3277700 h 3882143"/>
              <a:gd name="connsiteX2732" fmla="*/ 9902401 w 12184002"/>
              <a:gd name="connsiteY2732" fmla="*/ 3260433 h 3882143"/>
              <a:gd name="connsiteX2733" fmla="*/ 9912258 w 12184002"/>
              <a:gd name="connsiteY2733" fmla="*/ 3256325 h 3882143"/>
              <a:gd name="connsiteX2734" fmla="*/ 9872378 w 12184002"/>
              <a:gd name="connsiteY2734" fmla="*/ 3178515 h 3882143"/>
              <a:gd name="connsiteX2735" fmla="*/ 9872378 w 12184002"/>
              <a:gd name="connsiteY2735" fmla="*/ 2383464 h 3882143"/>
              <a:gd name="connsiteX2736" fmla="*/ 9642847 w 12184002"/>
              <a:gd name="connsiteY2736" fmla="*/ 2383464 h 3882143"/>
              <a:gd name="connsiteX2737" fmla="*/ 9639089 w 12184002"/>
              <a:gd name="connsiteY2737" fmla="*/ 2379707 h 3882143"/>
              <a:gd name="connsiteX2738" fmla="*/ 9642847 w 12184002"/>
              <a:gd name="connsiteY2738" fmla="*/ 2375950 h 3882143"/>
              <a:gd name="connsiteX2739" fmla="*/ 2182997 w 12184002"/>
              <a:gd name="connsiteY2739" fmla="*/ 2375950 h 3882143"/>
              <a:gd name="connsiteX2740" fmla="*/ 2541156 w 12184002"/>
              <a:gd name="connsiteY2740" fmla="*/ 2375950 h 3882143"/>
              <a:gd name="connsiteX2741" fmla="*/ 2544913 w 12184002"/>
              <a:gd name="connsiteY2741" fmla="*/ 2379707 h 3882143"/>
              <a:gd name="connsiteX2742" fmla="*/ 2541156 w 12184002"/>
              <a:gd name="connsiteY2742" fmla="*/ 2383464 h 3882143"/>
              <a:gd name="connsiteX2743" fmla="*/ 2311625 w 12184002"/>
              <a:gd name="connsiteY2743" fmla="*/ 2383464 h 3882143"/>
              <a:gd name="connsiteX2744" fmla="*/ 2311625 w 12184002"/>
              <a:gd name="connsiteY2744" fmla="*/ 3178515 h 3882143"/>
              <a:gd name="connsiteX2745" fmla="*/ 2271746 w 12184002"/>
              <a:gd name="connsiteY2745" fmla="*/ 3256325 h 3882143"/>
              <a:gd name="connsiteX2746" fmla="*/ 2281601 w 12184002"/>
              <a:gd name="connsiteY2746" fmla="*/ 3260433 h 3882143"/>
              <a:gd name="connsiteX2747" fmla="*/ 2288710 w 12184002"/>
              <a:gd name="connsiteY2747" fmla="*/ 3277700 h 3882143"/>
              <a:gd name="connsiteX2748" fmla="*/ 2264441 w 12184002"/>
              <a:gd name="connsiteY2748" fmla="*/ 3302118 h 3882143"/>
              <a:gd name="connsiteX2749" fmla="*/ 2240174 w 12184002"/>
              <a:gd name="connsiteY2749" fmla="*/ 3277700 h 3882143"/>
              <a:gd name="connsiteX2750" fmla="*/ 2264441 w 12184002"/>
              <a:gd name="connsiteY2750" fmla="*/ 3253281 h 3882143"/>
              <a:gd name="connsiteX2751" fmla="*/ 2264748 w 12184002"/>
              <a:gd name="connsiteY2751" fmla="*/ 3253409 h 3882143"/>
              <a:gd name="connsiteX2752" fmla="*/ 2304111 w 12184002"/>
              <a:gd name="connsiteY2752" fmla="*/ 3176636 h 3882143"/>
              <a:gd name="connsiteX2753" fmla="*/ 2304111 w 12184002"/>
              <a:gd name="connsiteY2753" fmla="*/ 2383464 h 3882143"/>
              <a:gd name="connsiteX2754" fmla="*/ 2190585 w 12184002"/>
              <a:gd name="connsiteY2754" fmla="*/ 2383464 h 3882143"/>
              <a:gd name="connsiteX2755" fmla="*/ 2190585 w 12184002"/>
              <a:gd name="connsiteY2755" fmla="*/ 2530048 h 3882143"/>
              <a:gd name="connsiteX2756" fmla="*/ 2186828 w 12184002"/>
              <a:gd name="connsiteY2756" fmla="*/ 2533806 h 3882143"/>
              <a:gd name="connsiteX2757" fmla="*/ 2186754 w 12184002"/>
              <a:gd name="connsiteY2757" fmla="*/ 2533806 h 3882143"/>
              <a:gd name="connsiteX2758" fmla="*/ 2182997 w 12184002"/>
              <a:gd name="connsiteY2758" fmla="*/ 2530048 h 3882143"/>
              <a:gd name="connsiteX2759" fmla="*/ 6672604 w 12184002"/>
              <a:gd name="connsiteY2759" fmla="*/ 2368662 h 3882143"/>
              <a:gd name="connsiteX2760" fmla="*/ 6703258 w 12184002"/>
              <a:gd name="connsiteY2760" fmla="*/ 2368662 h 3882143"/>
              <a:gd name="connsiteX2761" fmla="*/ 6859385 w 12184002"/>
              <a:gd name="connsiteY2761" fmla="*/ 2368662 h 3882143"/>
              <a:gd name="connsiteX2762" fmla="*/ 6859385 w 12184002"/>
              <a:gd name="connsiteY2762" fmla="*/ 2580914 h 3882143"/>
              <a:gd name="connsiteX2763" fmla="*/ 6925878 w 12184002"/>
              <a:gd name="connsiteY2763" fmla="*/ 2580914 h 3882143"/>
              <a:gd name="connsiteX2764" fmla="*/ 6929635 w 12184002"/>
              <a:gd name="connsiteY2764" fmla="*/ 2584670 h 3882143"/>
              <a:gd name="connsiteX2765" fmla="*/ 6925878 w 12184002"/>
              <a:gd name="connsiteY2765" fmla="*/ 2588427 h 3882143"/>
              <a:gd name="connsiteX2766" fmla="*/ 6859385 w 12184002"/>
              <a:gd name="connsiteY2766" fmla="*/ 2588427 h 3882143"/>
              <a:gd name="connsiteX2767" fmla="*/ 6859385 w 12184002"/>
              <a:gd name="connsiteY2767" fmla="*/ 2669195 h 3882143"/>
              <a:gd name="connsiteX2768" fmla="*/ 6918515 w 12184002"/>
              <a:gd name="connsiteY2768" fmla="*/ 2726974 h 3882143"/>
              <a:gd name="connsiteX2769" fmla="*/ 6919942 w 12184002"/>
              <a:gd name="connsiteY2769" fmla="*/ 2728100 h 3882143"/>
              <a:gd name="connsiteX2770" fmla="*/ 6919942 w 12184002"/>
              <a:gd name="connsiteY2770" fmla="*/ 2900456 h 3882143"/>
              <a:gd name="connsiteX2771" fmla="*/ 6923022 w 12184002"/>
              <a:gd name="connsiteY2771" fmla="*/ 2900456 h 3882143"/>
              <a:gd name="connsiteX2772" fmla="*/ 7011830 w 12184002"/>
              <a:gd name="connsiteY2772" fmla="*/ 2989561 h 3882143"/>
              <a:gd name="connsiteX2773" fmla="*/ 7011830 w 12184002"/>
              <a:gd name="connsiteY2773" fmla="*/ 3223150 h 3882143"/>
              <a:gd name="connsiteX2774" fmla="*/ 6956833 w 12184002"/>
              <a:gd name="connsiteY2774" fmla="*/ 3278297 h 3882143"/>
              <a:gd name="connsiteX2775" fmla="*/ 6956833 w 12184002"/>
              <a:gd name="connsiteY2775" fmla="*/ 3556740 h 3882143"/>
              <a:gd name="connsiteX2776" fmla="*/ 6953076 w 12184002"/>
              <a:gd name="connsiteY2776" fmla="*/ 3560497 h 3882143"/>
              <a:gd name="connsiteX2777" fmla="*/ 6953001 w 12184002"/>
              <a:gd name="connsiteY2777" fmla="*/ 3560423 h 3882143"/>
              <a:gd name="connsiteX2778" fmla="*/ 6949244 w 12184002"/>
              <a:gd name="connsiteY2778" fmla="*/ 3556666 h 3882143"/>
              <a:gd name="connsiteX2779" fmla="*/ 6949244 w 12184002"/>
              <a:gd name="connsiteY2779" fmla="*/ 3275066 h 3882143"/>
              <a:gd name="connsiteX2780" fmla="*/ 7004241 w 12184002"/>
              <a:gd name="connsiteY2780" fmla="*/ 3219919 h 3882143"/>
              <a:gd name="connsiteX2781" fmla="*/ 7004241 w 12184002"/>
              <a:gd name="connsiteY2781" fmla="*/ 2992642 h 3882143"/>
              <a:gd name="connsiteX2782" fmla="*/ 6919942 w 12184002"/>
              <a:gd name="connsiteY2782" fmla="*/ 2908053 h 3882143"/>
              <a:gd name="connsiteX2783" fmla="*/ 6919942 w 12184002"/>
              <a:gd name="connsiteY2783" fmla="*/ 3090390 h 3882143"/>
              <a:gd name="connsiteX2784" fmla="*/ 6712575 w 12184002"/>
              <a:gd name="connsiteY2784" fmla="*/ 3298508 h 3882143"/>
              <a:gd name="connsiteX2785" fmla="*/ 6712575 w 12184002"/>
              <a:gd name="connsiteY2785" fmla="*/ 3605427 h 3882143"/>
              <a:gd name="connsiteX2786" fmla="*/ 6754349 w 12184002"/>
              <a:gd name="connsiteY2786" fmla="*/ 3647352 h 3882143"/>
              <a:gd name="connsiteX2787" fmla="*/ 6754349 w 12184002"/>
              <a:gd name="connsiteY2787" fmla="*/ 3882143 h 3882143"/>
              <a:gd name="connsiteX2788" fmla="*/ 6746760 w 12184002"/>
              <a:gd name="connsiteY2788" fmla="*/ 3882143 h 3882143"/>
              <a:gd name="connsiteX2789" fmla="*/ 6746760 w 12184002"/>
              <a:gd name="connsiteY2789" fmla="*/ 3650432 h 3882143"/>
              <a:gd name="connsiteX2790" fmla="*/ 6704986 w 12184002"/>
              <a:gd name="connsiteY2790" fmla="*/ 3608508 h 3882143"/>
              <a:gd name="connsiteX2791" fmla="*/ 6704986 w 12184002"/>
              <a:gd name="connsiteY2791" fmla="*/ 3295353 h 3882143"/>
              <a:gd name="connsiteX2792" fmla="*/ 6912355 w 12184002"/>
              <a:gd name="connsiteY2792" fmla="*/ 3087233 h 3882143"/>
              <a:gd name="connsiteX2793" fmla="*/ 6912355 w 12184002"/>
              <a:gd name="connsiteY2793" fmla="*/ 2731707 h 3882143"/>
              <a:gd name="connsiteX2794" fmla="*/ 6851797 w 12184002"/>
              <a:gd name="connsiteY2794" fmla="*/ 2669120 h 3882143"/>
              <a:gd name="connsiteX2795" fmla="*/ 6851797 w 12184002"/>
              <a:gd name="connsiteY2795" fmla="*/ 2376177 h 3882143"/>
              <a:gd name="connsiteX2796" fmla="*/ 6707015 w 12184002"/>
              <a:gd name="connsiteY2796" fmla="*/ 2376177 h 3882143"/>
              <a:gd name="connsiteX2797" fmla="*/ 6707015 w 12184002"/>
              <a:gd name="connsiteY2797" fmla="*/ 2495336 h 3882143"/>
              <a:gd name="connsiteX2798" fmla="*/ 6703258 w 12184002"/>
              <a:gd name="connsiteY2798" fmla="*/ 2499094 h 3882143"/>
              <a:gd name="connsiteX2799" fmla="*/ 6699502 w 12184002"/>
              <a:gd name="connsiteY2799" fmla="*/ 2495336 h 3882143"/>
              <a:gd name="connsiteX2800" fmla="*/ 6699502 w 12184002"/>
              <a:gd name="connsiteY2800" fmla="*/ 2376177 h 3882143"/>
              <a:gd name="connsiteX2801" fmla="*/ 6672604 w 12184002"/>
              <a:gd name="connsiteY2801" fmla="*/ 2376177 h 3882143"/>
              <a:gd name="connsiteX2802" fmla="*/ 6668847 w 12184002"/>
              <a:gd name="connsiteY2802" fmla="*/ 2372419 h 3882143"/>
              <a:gd name="connsiteX2803" fmla="*/ 6672604 w 12184002"/>
              <a:gd name="connsiteY2803" fmla="*/ 2368662 h 3882143"/>
              <a:gd name="connsiteX2804" fmla="*/ 5324618 w 12184002"/>
              <a:gd name="connsiteY2804" fmla="*/ 2368662 h 3882143"/>
              <a:gd name="connsiteX2805" fmla="*/ 5480745 w 12184002"/>
              <a:gd name="connsiteY2805" fmla="*/ 2368662 h 3882143"/>
              <a:gd name="connsiteX2806" fmla="*/ 5511399 w 12184002"/>
              <a:gd name="connsiteY2806" fmla="*/ 2368662 h 3882143"/>
              <a:gd name="connsiteX2807" fmla="*/ 5515156 w 12184002"/>
              <a:gd name="connsiteY2807" fmla="*/ 2372419 h 3882143"/>
              <a:gd name="connsiteX2808" fmla="*/ 5511399 w 12184002"/>
              <a:gd name="connsiteY2808" fmla="*/ 2376177 h 3882143"/>
              <a:gd name="connsiteX2809" fmla="*/ 5484501 w 12184002"/>
              <a:gd name="connsiteY2809" fmla="*/ 2376177 h 3882143"/>
              <a:gd name="connsiteX2810" fmla="*/ 5484501 w 12184002"/>
              <a:gd name="connsiteY2810" fmla="*/ 2495336 h 3882143"/>
              <a:gd name="connsiteX2811" fmla="*/ 5480745 w 12184002"/>
              <a:gd name="connsiteY2811" fmla="*/ 2499094 h 3882143"/>
              <a:gd name="connsiteX2812" fmla="*/ 5476988 w 12184002"/>
              <a:gd name="connsiteY2812" fmla="*/ 2495336 h 3882143"/>
              <a:gd name="connsiteX2813" fmla="*/ 5476988 w 12184002"/>
              <a:gd name="connsiteY2813" fmla="*/ 2376177 h 3882143"/>
              <a:gd name="connsiteX2814" fmla="*/ 5332206 w 12184002"/>
              <a:gd name="connsiteY2814" fmla="*/ 2376177 h 3882143"/>
              <a:gd name="connsiteX2815" fmla="*/ 5332206 w 12184002"/>
              <a:gd name="connsiteY2815" fmla="*/ 2669120 h 3882143"/>
              <a:gd name="connsiteX2816" fmla="*/ 5271648 w 12184002"/>
              <a:gd name="connsiteY2816" fmla="*/ 2731707 h 3882143"/>
              <a:gd name="connsiteX2817" fmla="*/ 5271648 w 12184002"/>
              <a:gd name="connsiteY2817" fmla="*/ 3087233 h 3882143"/>
              <a:gd name="connsiteX2818" fmla="*/ 5479016 w 12184002"/>
              <a:gd name="connsiteY2818" fmla="*/ 3295353 h 3882143"/>
              <a:gd name="connsiteX2819" fmla="*/ 5479016 w 12184002"/>
              <a:gd name="connsiteY2819" fmla="*/ 3608508 h 3882143"/>
              <a:gd name="connsiteX2820" fmla="*/ 5437243 w 12184002"/>
              <a:gd name="connsiteY2820" fmla="*/ 3650432 h 3882143"/>
              <a:gd name="connsiteX2821" fmla="*/ 5437243 w 12184002"/>
              <a:gd name="connsiteY2821" fmla="*/ 3882143 h 3882143"/>
              <a:gd name="connsiteX2822" fmla="*/ 5429654 w 12184002"/>
              <a:gd name="connsiteY2822" fmla="*/ 3882143 h 3882143"/>
              <a:gd name="connsiteX2823" fmla="*/ 5429654 w 12184002"/>
              <a:gd name="connsiteY2823" fmla="*/ 3647352 h 3882143"/>
              <a:gd name="connsiteX2824" fmla="*/ 5471429 w 12184002"/>
              <a:gd name="connsiteY2824" fmla="*/ 3605427 h 3882143"/>
              <a:gd name="connsiteX2825" fmla="*/ 5471429 w 12184002"/>
              <a:gd name="connsiteY2825" fmla="*/ 3298508 h 3882143"/>
              <a:gd name="connsiteX2826" fmla="*/ 5264062 w 12184002"/>
              <a:gd name="connsiteY2826" fmla="*/ 3090390 h 3882143"/>
              <a:gd name="connsiteX2827" fmla="*/ 5264062 w 12184002"/>
              <a:gd name="connsiteY2827" fmla="*/ 2908053 h 3882143"/>
              <a:gd name="connsiteX2828" fmla="*/ 5179762 w 12184002"/>
              <a:gd name="connsiteY2828" fmla="*/ 2992642 h 3882143"/>
              <a:gd name="connsiteX2829" fmla="*/ 5179762 w 12184002"/>
              <a:gd name="connsiteY2829" fmla="*/ 3219919 h 3882143"/>
              <a:gd name="connsiteX2830" fmla="*/ 5234759 w 12184002"/>
              <a:gd name="connsiteY2830" fmla="*/ 3275066 h 3882143"/>
              <a:gd name="connsiteX2831" fmla="*/ 5234759 w 12184002"/>
              <a:gd name="connsiteY2831" fmla="*/ 3556666 h 3882143"/>
              <a:gd name="connsiteX2832" fmla="*/ 5231002 w 12184002"/>
              <a:gd name="connsiteY2832" fmla="*/ 3560423 h 3882143"/>
              <a:gd name="connsiteX2833" fmla="*/ 5230927 w 12184002"/>
              <a:gd name="connsiteY2833" fmla="*/ 3560497 h 3882143"/>
              <a:gd name="connsiteX2834" fmla="*/ 5227170 w 12184002"/>
              <a:gd name="connsiteY2834" fmla="*/ 3556740 h 3882143"/>
              <a:gd name="connsiteX2835" fmla="*/ 5227170 w 12184002"/>
              <a:gd name="connsiteY2835" fmla="*/ 3278297 h 3882143"/>
              <a:gd name="connsiteX2836" fmla="*/ 5172174 w 12184002"/>
              <a:gd name="connsiteY2836" fmla="*/ 3223150 h 3882143"/>
              <a:gd name="connsiteX2837" fmla="*/ 5172174 w 12184002"/>
              <a:gd name="connsiteY2837" fmla="*/ 2989561 h 3882143"/>
              <a:gd name="connsiteX2838" fmla="*/ 5260980 w 12184002"/>
              <a:gd name="connsiteY2838" fmla="*/ 2900456 h 3882143"/>
              <a:gd name="connsiteX2839" fmla="*/ 5264062 w 12184002"/>
              <a:gd name="connsiteY2839" fmla="*/ 2900456 h 3882143"/>
              <a:gd name="connsiteX2840" fmla="*/ 5264062 w 12184002"/>
              <a:gd name="connsiteY2840" fmla="*/ 2728100 h 3882143"/>
              <a:gd name="connsiteX2841" fmla="*/ 5265489 w 12184002"/>
              <a:gd name="connsiteY2841" fmla="*/ 2726974 h 3882143"/>
              <a:gd name="connsiteX2842" fmla="*/ 5324618 w 12184002"/>
              <a:gd name="connsiteY2842" fmla="*/ 2669195 h 3882143"/>
              <a:gd name="connsiteX2843" fmla="*/ 5324618 w 12184002"/>
              <a:gd name="connsiteY2843" fmla="*/ 2588427 h 3882143"/>
              <a:gd name="connsiteX2844" fmla="*/ 5258125 w 12184002"/>
              <a:gd name="connsiteY2844" fmla="*/ 2588427 h 3882143"/>
              <a:gd name="connsiteX2845" fmla="*/ 5254368 w 12184002"/>
              <a:gd name="connsiteY2845" fmla="*/ 2584670 h 3882143"/>
              <a:gd name="connsiteX2846" fmla="*/ 5258125 w 12184002"/>
              <a:gd name="connsiteY2846" fmla="*/ 2580914 h 3882143"/>
              <a:gd name="connsiteX2847" fmla="*/ 5324618 w 12184002"/>
              <a:gd name="connsiteY2847" fmla="*/ 2580914 h 3882143"/>
              <a:gd name="connsiteX2848" fmla="*/ 11365501 w 12184002"/>
              <a:gd name="connsiteY2848" fmla="*/ 2368588 h 3882143"/>
              <a:gd name="connsiteX2849" fmla="*/ 11552282 w 12184002"/>
              <a:gd name="connsiteY2849" fmla="*/ 2368588 h 3882143"/>
              <a:gd name="connsiteX2850" fmla="*/ 11556039 w 12184002"/>
              <a:gd name="connsiteY2850" fmla="*/ 2372344 h 3882143"/>
              <a:gd name="connsiteX2851" fmla="*/ 11552282 w 12184002"/>
              <a:gd name="connsiteY2851" fmla="*/ 2376100 h 3882143"/>
              <a:gd name="connsiteX2852" fmla="*/ 11525310 w 12184002"/>
              <a:gd name="connsiteY2852" fmla="*/ 2376100 h 3882143"/>
              <a:gd name="connsiteX2853" fmla="*/ 11525310 w 12184002"/>
              <a:gd name="connsiteY2853" fmla="*/ 2475575 h 3882143"/>
              <a:gd name="connsiteX2854" fmla="*/ 11537950 w 12184002"/>
              <a:gd name="connsiteY2854" fmla="*/ 2480837 h 3882143"/>
              <a:gd name="connsiteX2855" fmla="*/ 11545068 w 12184002"/>
              <a:gd name="connsiteY2855" fmla="*/ 2498118 h 3882143"/>
              <a:gd name="connsiteX2856" fmla="*/ 11520801 w 12184002"/>
              <a:gd name="connsiteY2856" fmla="*/ 2522535 h 3882143"/>
              <a:gd name="connsiteX2857" fmla="*/ 11496533 w 12184002"/>
              <a:gd name="connsiteY2857" fmla="*/ 2498118 h 3882143"/>
              <a:gd name="connsiteX2858" fmla="*/ 11503651 w 12184002"/>
              <a:gd name="connsiteY2858" fmla="*/ 2480837 h 3882143"/>
              <a:gd name="connsiteX2859" fmla="*/ 11517796 w 12184002"/>
              <a:gd name="connsiteY2859" fmla="*/ 2474950 h 3882143"/>
              <a:gd name="connsiteX2860" fmla="*/ 11517796 w 12184002"/>
              <a:gd name="connsiteY2860" fmla="*/ 2376100 h 3882143"/>
              <a:gd name="connsiteX2861" fmla="*/ 11373089 w 12184002"/>
              <a:gd name="connsiteY2861" fmla="*/ 2376100 h 3882143"/>
              <a:gd name="connsiteX2862" fmla="*/ 11373089 w 12184002"/>
              <a:gd name="connsiteY2862" fmla="*/ 2669045 h 3882143"/>
              <a:gd name="connsiteX2863" fmla="*/ 11312532 w 12184002"/>
              <a:gd name="connsiteY2863" fmla="*/ 2731631 h 3882143"/>
              <a:gd name="connsiteX2864" fmla="*/ 11312532 w 12184002"/>
              <a:gd name="connsiteY2864" fmla="*/ 3087155 h 3882143"/>
              <a:gd name="connsiteX2865" fmla="*/ 11519899 w 12184002"/>
              <a:gd name="connsiteY2865" fmla="*/ 3295274 h 3882143"/>
              <a:gd name="connsiteX2866" fmla="*/ 11519899 w 12184002"/>
              <a:gd name="connsiteY2866" fmla="*/ 3608430 h 3882143"/>
              <a:gd name="connsiteX2867" fmla="*/ 11478126 w 12184002"/>
              <a:gd name="connsiteY2867" fmla="*/ 3650353 h 3882143"/>
              <a:gd name="connsiteX2868" fmla="*/ 11478126 w 12184002"/>
              <a:gd name="connsiteY2868" fmla="*/ 3882143 h 3882143"/>
              <a:gd name="connsiteX2869" fmla="*/ 11470537 w 12184002"/>
              <a:gd name="connsiteY2869" fmla="*/ 3882143 h 3882143"/>
              <a:gd name="connsiteX2870" fmla="*/ 11470537 w 12184002"/>
              <a:gd name="connsiteY2870" fmla="*/ 3647273 h 3882143"/>
              <a:gd name="connsiteX2871" fmla="*/ 11512312 w 12184002"/>
              <a:gd name="connsiteY2871" fmla="*/ 3605350 h 3882143"/>
              <a:gd name="connsiteX2872" fmla="*/ 11512312 w 12184002"/>
              <a:gd name="connsiteY2872" fmla="*/ 3298430 h 3882143"/>
              <a:gd name="connsiteX2873" fmla="*/ 11304944 w 12184002"/>
              <a:gd name="connsiteY2873" fmla="*/ 3090311 h 3882143"/>
              <a:gd name="connsiteX2874" fmla="*/ 11304944 w 12184002"/>
              <a:gd name="connsiteY2874" fmla="*/ 2907900 h 3882143"/>
              <a:gd name="connsiteX2875" fmla="*/ 11220569 w 12184002"/>
              <a:gd name="connsiteY2875" fmla="*/ 2992565 h 3882143"/>
              <a:gd name="connsiteX2876" fmla="*/ 11220569 w 12184002"/>
              <a:gd name="connsiteY2876" fmla="*/ 3219840 h 3882143"/>
              <a:gd name="connsiteX2877" fmla="*/ 11275566 w 12184002"/>
              <a:gd name="connsiteY2877" fmla="*/ 3274988 h 3882143"/>
              <a:gd name="connsiteX2878" fmla="*/ 11275566 w 12184002"/>
              <a:gd name="connsiteY2878" fmla="*/ 3556587 h 3882143"/>
              <a:gd name="connsiteX2879" fmla="*/ 11271810 w 12184002"/>
              <a:gd name="connsiteY2879" fmla="*/ 3560344 h 3882143"/>
              <a:gd name="connsiteX2880" fmla="*/ 11271810 w 12184002"/>
              <a:gd name="connsiteY2880" fmla="*/ 3560419 h 3882143"/>
              <a:gd name="connsiteX2881" fmla="*/ 11268053 w 12184002"/>
              <a:gd name="connsiteY2881" fmla="*/ 3556662 h 3882143"/>
              <a:gd name="connsiteX2882" fmla="*/ 11268053 w 12184002"/>
              <a:gd name="connsiteY2882" fmla="*/ 3278219 h 3882143"/>
              <a:gd name="connsiteX2883" fmla="*/ 11213056 w 12184002"/>
              <a:gd name="connsiteY2883" fmla="*/ 3223071 h 3882143"/>
              <a:gd name="connsiteX2884" fmla="*/ 11213056 w 12184002"/>
              <a:gd name="connsiteY2884" fmla="*/ 2989482 h 3882143"/>
              <a:gd name="connsiteX2885" fmla="*/ 11301788 w 12184002"/>
              <a:gd name="connsiteY2885" fmla="*/ 2900380 h 3882143"/>
              <a:gd name="connsiteX2886" fmla="*/ 11304944 w 12184002"/>
              <a:gd name="connsiteY2886" fmla="*/ 2900380 h 3882143"/>
              <a:gd name="connsiteX2887" fmla="*/ 11304944 w 12184002"/>
              <a:gd name="connsiteY2887" fmla="*/ 2728026 h 3882143"/>
              <a:gd name="connsiteX2888" fmla="*/ 11306372 w 12184002"/>
              <a:gd name="connsiteY2888" fmla="*/ 2726897 h 3882143"/>
              <a:gd name="connsiteX2889" fmla="*/ 11365501 w 12184002"/>
              <a:gd name="connsiteY2889" fmla="*/ 2669120 h 3882143"/>
              <a:gd name="connsiteX2890" fmla="*/ 11365501 w 12184002"/>
              <a:gd name="connsiteY2890" fmla="*/ 2588427 h 3882143"/>
              <a:gd name="connsiteX2891" fmla="*/ 11298932 w 12184002"/>
              <a:gd name="connsiteY2891" fmla="*/ 2588427 h 3882143"/>
              <a:gd name="connsiteX2892" fmla="*/ 11295175 w 12184002"/>
              <a:gd name="connsiteY2892" fmla="*/ 2584670 h 3882143"/>
              <a:gd name="connsiteX2893" fmla="*/ 11298932 w 12184002"/>
              <a:gd name="connsiteY2893" fmla="*/ 2580914 h 3882143"/>
              <a:gd name="connsiteX2894" fmla="*/ 11365501 w 12184002"/>
              <a:gd name="connsiteY2894" fmla="*/ 2580914 h 3882143"/>
              <a:gd name="connsiteX2895" fmla="*/ 631720 w 12184002"/>
              <a:gd name="connsiteY2895" fmla="*/ 2368588 h 3882143"/>
              <a:gd name="connsiteX2896" fmla="*/ 818501 w 12184002"/>
              <a:gd name="connsiteY2896" fmla="*/ 2368588 h 3882143"/>
              <a:gd name="connsiteX2897" fmla="*/ 818501 w 12184002"/>
              <a:gd name="connsiteY2897" fmla="*/ 2580914 h 3882143"/>
              <a:gd name="connsiteX2898" fmla="*/ 885071 w 12184002"/>
              <a:gd name="connsiteY2898" fmla="*/ 2580914 h 3882143"/>
              <a:gd name="connsiteX2899" fmla="*/ 888828 w 12184002"/>
              <a:gd name="connsiteY2899" fmla="*/ 2584670 h 3882143"/>
              <a:gd name="connsiteX2900" fmla="*/ 885071 w 12184002"/>
              <a:gd name="connsiteY2900" fmla="*/ 2588427 h 3882143"/>
              <a:gd name="connsiteX2901" fmla="*/ 818501 w 12184002"/>
              <a:gd name="connsiteY2901" fmla="*/ 2588427 h 3882143"/>
              <a:gd name="connsiteX2902" fmla="*/ 818501 w 12184002"/>
              <a:gd name="connsiteY2902" fmla="*/ 2669120 h 3882143"/>
              <a:gd name="connsiteX2903" fmla="*/ 877632 w 12184002"/>
              <a:gd name="connsiteY2903" fmla="*/ 2726897 h 3882143"/>
              <a:gd name="connsiteX2904" fmla="*/ 879058 w 12184002"/>
              <a:gd name="connsiteY2904" fmla="*/ 2728026 h 3882143"/>
              <a:gd name="connsiteX2905" fmla="*/ 879058 w 12184002"/>
              <a:gd name="connsiteY2905" fmla="*/ 2900380 h 3882143"/>
              <a:gd name="connsiteX2906" fmla="*/ 882215 w 12184002"/>
              <a:gd name="connsiteY2906" fmla="*/ 2900380 h 3882143"/>
              <a:gd name="connsiteX2907" fmla="*/ 970946 w 12184002"/>
              <a:gd name="connsiteY2907" fmla="*/ 2989482 h 3882143"/>
              <a:gd name="connsiteX2908" fmla="*/ 970946 w 12184002"/>
              <a:gd name="connsiteY2908" fmla="*/ 3223071 h 3882143"/>
              <a:gd name="connsiteX2909" fmla="*/ 915949 w 12184002"/>
              <a:gd name="connsiteY2909" fmla="*/ 3278219 h 3882143"/>
              <a:gd name="connsiteX2910" fmla="*/ 915949 w 12184002"/>
              <a:gd name="connsiteY2910" fmla="*/ 3556662 h 3882143"/>
              <a:gd name="connsiteX2911" fmla="*/ 912192 w 12184002"/>
              <a:gd name="connsiteY2911" fmla="*/ 3560419 h 3882143"/>
              <a:gd name="connsiteX2912" fmla="*/ 912192 w 12184002"/>
              <a:gd name="connsiteY2912" fmla="*/ 3560344 h 3882143"/>
              <a:gd name="connsiteX2913" fmla="*/ 908436 w 12184002"/>
              <a:gd name="connsiteY2913" fmla="*/ 3556587 h 3882143"/>
              <a:gd name="connsiteX2914" fmla="*/ 908436 w 12184002"/>
              <a:gd name="connsiteY2914" fmla="*/ 3274988 h 3882143"/>
              <a:gd name="connsiteX2915" fmla="*/ 963434 w 12184002"/>
              <a:gd name="connsiteY2915" fmla="*/ 3219840 h 3882143"/>
              <a:gd name="connsiteX2916" fmla="*/ 963434 w 12184002"/>
              <a:gd name="connsiteY2916" fmla="*/ 2992565 h 3882143"/>
              <a:gd name="connsiteX2917" fmla="*/ 879058 w 12184002"/>
              <a:gd name="connsiteY2917" fmla="*/ 2907900 h 3882143"/>
              <a:gd name="connsiteX2918" fmla="*/ 879058 w 12184002"/>
              <a:gd name="connsiteY2918" fmla="*/ 3090311 h 3882143"/>
              <a:gd name="connsiteX2919" fmla="*/ 671690 w 12184002"/>
              <a:gd name="connsiteY2919" fmla="*/ 3298430 h 3882143"/>
              <a:gd name="connsiteX2920" fmla="*/ 671690 w 12184002"/>
              <a:gd name="connsiteY2920" fmla="*/ 3605350 h 3882143"/>
              <a:gd name="connsiteX2921" fmla="*/ 713465 w 12184002"/>
              <a:gd name="connsiteY2921" fmla="*/ 3647273 h 3882143"/>
              <a:gd name="connsiteX2922" fmla="*/ 713465 w 12184002"/>
              <a:gd name="connsiteY2922" fmla="*/ 3882143 h 3882143"/>
              <a:gd name="connsiteX2923" fmla="*/ 705876 w 12184002"/>
              <a:gd name="connsiteY2923" fmla="*/ 3882143 h 3882143"/>
              <a:gd name="connsiteX2924" fmla="*/ 705876 w 12184002"/>
              <a:gd name="connsiteY2924" fmla="*/ 3650353 h 3882143"/>
              <a:gd name="connsiteX2925" fmla="*/ 664103 w 12184002"/>
              <a:gd name="connsiteY2925" fmla="*/ 3608430 h 3882143"/>
              <a:gd name="connsiteX2926" fmla="*/ 664103 w 12184002"/>
              <a:gd name="connsiteY2926" fmla="*/ 3295274 h 3882143"/>
              <a:gd name="connsiteX2927" fmla="*/ 871470 w 12184002"/>
              <a:gd name="connsiteY2927" fmla="*/ 3087155 h 3882143"/>
              <a:gd name="connsiteX2928" fmla="*/ 871470 w 12184002"/>
              <a:gd name="connsiteY2928" fmla="*/ 2731631 h 3882143"/>
              <a:gd name="connsiteX2929" fmla="*/ 810914 w 12184002"/>
              <a:gd name="connsiteY2929" fmla="*/ 2669045 h 3882143"/>
              <a:gd name="connsiteX2930" fmla="*/ 810914 w 12184002"/>
              <a:gd name="connsiteY2930" fmla="*/ 2376100 h 3882143"/>
              <a:gd name="connsiteX2931" fmla="*/ 666206 w 12184002"/>
              <a:gd name="connsiteY2931" fmla="*/ 2376100 h 3882143"/>
              <a:gd name="connsiteX2932" fmla="*/ 666206 w 12184002"/>
              <a:gd name="connsiteY2932" fmla="*/ 2474950 h 3882143"/>
              <a:gd name="connsiteX2933" fmla="*/ 680351 w 12184002"/>
              <a:gd name="connsiteY2933" fmla="*/ 2480837 h 3882143"/>
              <a:gd name="connsiteX2934" fmla="*/ 687470 w 12184002"/>
              <a:gd name="connsiteY2934" fmla="*/ 2498118 h 3882143"/>
              <a:gd name="connsiteX2935" fmla="*/ 663201 w 12184002"/>
              <a:gd name="connsiteY2935" fmla="*/ 2522535 h 3882143"/>
              <a:gd name="connsiteX2936" fmla="*/ 638934 w 12184002"/>
              <a:gd name="connsiteY2936" fmla="*/ 2498118 h 3882143"/>
              <a:gd name="connsiteX2937" fmla="*/ 646052 w 12184002"/>
              <a:gd name="connsiteY2937" fmla="*/ 2480837 h 3882143"/>
              <a:gd name="connsiteX2938" fmla="*/ 658694 w 12184002"/>
              <a:gd name="connsiteY2938" fmla="*/ 2475575 h 3882143"/>
              <a:gd name="connsiteX2939" fmla="*/ 658694 w 12184002"/>
              <a:gd name="connsiteY2939" fmla="*/ 2376100 h 3882143"/>
              <a:gd name="connsiteX2940" fmla="*/ 631720 w 12184002"/>
              <a:gd name="connsiteY2940" fmla="*/ 2376100 h 3882143"/>
              <a:gd name="connsiteX2941" fmla="*/ 627963 w 12184002"/>
              <a:gd name="connsiteY2941" fmla="*/ 2372344 h 3882143"/>
              <a:gd name="connsiteX2942" fmla="*/ 631720 w 12184002"/>
              <a:gd name="connsiteY2942" fmla="*/ 2368588 h 3882143"/>
              <a:gd name="connsiteX2943" fmla="*/ 8577306 w 12184002"/>
              <a:gd name="connsiteY2943" fmla="*/ 2352660 h 3882143"/>
              <a:gd name="connsiteX2944" fmla="*/ 8601574 w 12184002"/>
              <a:gd name="connsiteY2944" fmla="*/ 2377078 h 3882143"/>
              <a:gd name="connsiteX2945" fmla="*/ 8577306 w 12184002"/>
              <a:gd name="connsiteY2945" fmla="*/ 2401496 h 3882143"/>
              <a:gd name="connsiteX2946" fmla="*/ 8560156 w 12184002"/>
              <a:gd name="connsiteY2946" fmla="*/ 2394359 h 3882143"/>
              <a:gd name="connsiteX2947" fmla="*/ 8555669 w 12184002"/>
              <a:gd name="connsiteY2947" fmla="*/ 2383464 h 3882143"/>
              <a:gd name="connsiteX2948" fmla="*/ 8352357 w 12184002"/>
              <a:gd name="connsiteY2948" fmla="*/ 2383464 h 3882143"/>
              <a:gd name="connsiteX2949" fmla="*/ 8352357 w 12184002"/>
              <a:gd name="connsiteY2949" fmla="*/ 3178518 h 3882143"/>
              <a:gd name="connsiteX2950" fmla="*/ 8316435 w 12184002"/>
              <a:gd name="connsiteY2950" fmla="*/ 3248606 h 3882143"/>
              <a:gd name="connsiteX2951" fmla="*/ 8320445 w 12184002"/>
              <a:gd name="connsiteY2951" fmla="*/ 3250275 h 3882143"/>
              <a:gd name="connsiteX2952" fmla="*/ 8327564 w 12184002"/>
              <a:gd name="connsiteY2952" fmla="*/ 3267556 h 3882143"/>
              <a:gd name="connsiteX2953" fmla="*/ 8303295 w 12184002"/>
              <a:gd name="connsiteY2953" fmla="*/ 3291973 h 3882143"/>
              <a:gd name="connsiteX2954" fmla="*/ 8279028 w 12184002"/>
              <a:gd name="connsiteY2954" fmla="*/ 3267556 h 3882143"/>
              <a:gd name="connsiteX2955" fmla="*/ 8303295 w 12184002"/>
              <a:gd name="connsiteY2955" fmla="*/ 3243137 h 3882143"/>
              <a:gd name="connsiteX2956" fmla="*/ 8309438 w 12184002"/>
              <a:gd name="connsiteY2956" fmla="*/ 3245694 h 3882143"/>
              <a:gd name="connsiteX2957" fmla="*/ 8344844 w 12184002"/>
              <a:gd name="connsiteY2957" fmla="*/ 3176639 h 3882143"/>
              <a:gd name="connsiteX2958" fmla="*/ 8344844 w 12184002"/>
              <a:gd name="connsiteY2958" fmla="*/ 2383464 h 3882143"/>
              <a:gd name="connsiteX2959" fmla="*/ 8231394 w 12184002"/>
              <a:gd name="connsiteY2959" fmla="*/ 2383464 h 3882143"/>
              <a:gd name="connsiteX2960" fmla="*/ 8231394 w 12184002"/>
              <a:gd name="connsiteY2960" fmla="*/ 2530048 h 3882143"/>
              <a:gd name="connsiteX2961" fmla="*/ 8227637 w 12184002"/>
              <a:gd name="connsiteY2961" fmla="*/ 2533806 h 3882143"/>
              <a:gd name="connsiteX2962" fmla="*/ 8223880 w 12184002"/>
              <a:gd name="connsiteY2962" fmla="*/ 2530048 h 3882143"/>
              <a:gd name="connsiteX2963" fmla="*/ 8223880 w 12184002"/>
              <a:gd name="connsiteY2963" fmla="*/ 2375950 h 3882143"/>
              <a:gd name="connsiteX2964" fmla="*/ 8553503 w 12184002"/>
              <a:gd name="connsiteY2964" fmla="*/ 2375950 h 3882143"/>
              <a:gd name="connsiteX2965" fmla="*/ 8560156 w 12184002"/>
              <a:gd name="connsiteY2965" fmla="*/ 2359797 h 3882143"/>
              <a:gd name="connsiteX2966" fmla="*/ 8577306 w 12184002"/>
              <a:gd name="connsiteY2966" fmla="*/ 2352660 h 3882143"/>
              <a:gd name="connsiteX2967" fmla="*/ 3606696 w 12184002"/>
              <a:gd name="connsiteY2967" fmla="*/ 2352660 h 3882143"/>
              <a:gd name="connsiteX2968" fmla="*/ 3623846 w 12184002"/>
              <a:gd name="connsiteY2968" fmla="*/ 2359797 h 3882143"/>
              <a:gd name="connsiteX2969" fmla="*/ 3630499 w 12184002"/>
              <a:gd name="connsiteY2969" fmla="*/ 2375950 h 3882143"/>
              <a:gd name="connsiteX2970" fmla="*/ 3960124 w 12184002"/>
              <a:gd name="connsiteY2970" fmla="*/ 2375950 h 3882143"/>
              <a:gd name="connsiteX2971" fmla="*/ 3960124 w 12184002"/>
              <a:gd name="connsiteY2971" fmla="*/ 2530048 h 3882143"/>
              <a:gd name="connsiteX2972" fmla="*/ 3956367 w 12184002"/>
              <a:gd name="connsiteY2972" fmla="*/ 2533806 h 3882143"/>
              <a:gd name="connsiteX2973" fmla="*/ 3952610 w 12184002"/>
              <a:gd name="connsiteY2973" fmla="*/ 2530048 h 3882143"/>
              <a:gd name="connsiteX2974" fmla="*/ 3952610 w 12184002"/>
              <a:gd name="connsiteY2974" fmla="*/ 2383464 h 3882143"/>
              <a:gd name="connsiteX2975" fmla="*/ 3839159 w 12184002"/>
              <a:gd name="connsiteY2975" fmla="*/ 2383464 h 3882143"/>
              <a:gd name="connsiteX2976" fmla="*/ 3839159 w 12184002"/>
              <a:gd name="connsiteY2976" fmla="*/ 3176639 h 3882143"/>
              <a:gd name="connsiteX2977" fmla="*/ 3874564 w 12184002"/>
              <a:gd name="connsiteY2977" fmla="*/ 3245694 h 3882143"/>
              <a:gd name="connsiteX2978" fmla="*/ 3880708 w 12184002"/>
              <a:gd name="connsiteY2978" fmla="*/ 3243137 h 3882143"/>
              <a:gd name="connsiteX2979" fmla="*/ 3904976 w 12184002"/>
              <a:gd name="connsiteY2979" fmla="*/ 3267556 h 3882143"/>
              <a:gd name="connsiteX2980" fmla="*/ 3880708 w 12184002"/>
              <a:gd name="connsiteY2980" fmla="*/ 3291973 h 3882143"/>
              <a:gd name="connsiteX2981" fmla="*/ 3856439 w 12184002"/>
              <a:gd name="connsiteY2981" fmla="*/ 3267556 h 3882143"/>
              <a:gd name="connsiteX2982" fmla="*/ 3863559 w 12184002"/>
              <a:gd name="connsiteY2982" fmla="*/ 3250275 h 3882143"/>
              <a:gd name="connsiteX2983" fmla="*/ 3867567 w 12184002"/>
              <a:gd name="connsiteY2983" fmla="*/ 3248606 h 3882143"/>
              <a:gd name="connsiteX2984" fmla="*/ 3831645 w 12184002"/>
              <a:gd name="connsiteY2984" fmla="*/ 3178518 h 3882143"/>
              <a:gd name="connsiteX2985" fmla="*/ 3831645 w 12184002"/>
              <a:gd name="connsiteY2985" fmla="*/ 2383464 h 3882143"/>
              <a:gd name="connsiteX2986" fmla="*/ 3628333 w 12184002"/>
              <a:gd name="connsiteY2986" fmla="*/ 2383464 h 3882143"/>
              <a:gd name="connsiteX2987" fmla="*/ 3623846 w 12184002"/>
              <a:gd name="connsiteY2987" fmla="*/ 2394359 h 3882143"/>
              <a:gd name="connsiteX2988" fmla="*/ 3606696 w 12184002"/>
              <a:gd name="connsiteY2988" fmla="*/ 2401496 h 3882143"/>
              <a:gd name="connsiteX2989" fmla="*/ 3582429 w 12184002"/>
              <a:gd name="connsiteY2989" fmla="*/ 2377078 h 3882143"/>
              <a:gd name="connsiteX2990" fmla="*/ 3606696 w 12184002"/>
              <a:gd name="connsiteY2990" fmla="*/ 2352660 h 3882143"/>
              <a:gd name="connsiteX2991" fmla="*/ 11772047 w 12184002"/>
              <a:gd name="connsiteY2991" fmla="*/ 2332523 h 3882143"/>
              <a:gd name="connsiteX2992" fmla="*/ 11975131 w 12184002"/>
              <a:gd name="connsiteY2992" fmla="*/ 2536360 h 3882143"/>
              <a:gd name="connsiteX2993" fmla="*/ 11975131 w 12184002"/>
              <a:gd name="connsiteY2993" fmla="*/ 2541694 h 3882143"/>
              <a:gd name="connsiteX2994" fmla="*/ 11969797 w 12184002"/>
              <a:gd name="connsiteY2994" fmla="*/ 2541694 h 3882143"/>
              <a:gd name="connsiteX2995" fmla="*/ 11838916 w 12184002"/>
              <a:gd name="connsiteY2995" fmla="*/ 2410348 h 3882143"/>
              <a:gd name="connsiteX2996" fmla="*/ 11838916 w 12184002"/>
              <a:gd name="connsiteY2996" fmla="*/ 2596992 h 3882143"/>
              <a:gd name="connsiteX2997" fmla="*/ 12008492 w 12184002"/>
              <a:gd name="connsiteY2997" fmla="*/ 2767169 h 3882143"/>
              <a:gd name="connsiteX2998" fmla="*/ 12008492 w 12184002"/>
              <a:gd name="connsiteY2998" fmla="*/ 2772503 h 3882143"/>
              <a:gd name="connsiteX2999" fmla="*/ 12005861 w 12184002"/>
              <a:gd name="connsiteY2999" fmla="*/ 2773630 h 3882143"/>
              <a:gd name="connsiteX3000" fmla="*/ 12005861 w 12184002"/>
              <a:gd name="connsiteY3000" fmla="*/ 2773705 h 3882143"/>
              <a:gd name="connsiteX3001" fmla="*/ 12003232 w 12184002"/>
              <a:gd name="connsiteY3001" fmla="*/ 2772578 h 3882143"/>
              <a:gd name="connsiteX3002" fmla="*/ 11831401 w 12184002"/>
              <a:gd name="connsiteY3002" fmla="*/ 2600147 h 3882143"/>
              <a:gd name="connsiteX3003" fmla="*/ 11831401 w 12184002"/>
              <a:gd name="connsiteY3003" fmla="*/ 2402806 h 3882143"/>
              <a:gd name="connsiteX3004" fmla="*/ 11779560 w 12184002"/>
              <a:gd name="connsiteY3004" fmla="*/ 2350781 h 3882143"/>
              <a:gd name="connsiteX3005" fmla="*/ 11779560 w 12184002"/>
              <a:gd name="connsiteY3005" fmla="*/ 2611944 h 3882143"/>
              <a:gd name="connsiteX3006" fmla="*/ 12149516 w 12184002"/>
              <a:gd name="connsiteY3006" fmla="*/ 2983248 h 3882143"/>
              <a:gd name="connsiteX3007" fmla="*/ 12149516 w 12184002"/>
              <a:gd name="connsiteY3007" fmla="*/ 2988583 h 3882143"/>
              <a:gd name="connsiteX3008" fmla="*/ 12146886 w 12184002"/>
              <a:gd name="connsiteY3008" fmla="*/ 2989709 h 3882143"/>
              <a:gd name="connsiteX3009" fmla="*/ 12144257 w 12184002"/>
              <a:gd name="connsiteY3009" fmla="*/ 2988583 h 3882143"/>
              <a:gd name="connsiteX3010" fmla="*/ 11772047 w 12184002"/>
              <a:gd name="connsiteY3010" fmla="*/ 2615099 h 3882143"/>
              <a:gd name="connsiteX3011" fmla="*/ 5731164 w 12184002"/>
              <a:gd name="connsiteY3011" fmla="*/ 2332523 h 3882143"/>
              <a:gd name="connsiteX3012" fmla="*/ 5934248 w 12184002"/>
              <a:gd name="connsiteY3012" fmla="*/ 2536360 h 3882143"/>
              <a:gd name="connsiteX3013" fmla="*/ 5934248 w 12184002"/>
              <a:gd name="connsiteY3013" fmla="*/ 2541694 h 3882143"/>
              <a:gd name="connsiteX3014" fmla="*/ 5928914 w 12184002"/>
              <a:gd name="connsiteY3014" fmla="*/ 2541694 h 3882143"/>
              <a:gd name="connsiteX3015" fmla="*/ 5798107 w 12184002"/>
              <a:gd name="connsiteY3015" fmla="*/ 2410423 h 3882143"/>
              <a:gd name="connsiteX3016" fmla="*/ 5798107 w 12184002"/>
              <a:gd name="connsiteY3016" fmla="*/ 2597068 h 3882143"/>
              <a:gd name="connsiteX3017" fmla="*/ 5967683 w 12184002"/>
              <a:gd name="connsiteY3017" fmla="*/ 2767244 h 3882143"/>
              <a:gd name="connsiteX3018" fmla="*/ 5967683 w 12184002"/>
              <a:gd name="connsiteY3018" fmla="*/ 2772578 h 3882143"/>
              <a:gd name="connsiteX3019" fmla="*/ 5965054 w 12184002"/>
              <a:gd name="connsiteY3019" fmla="*/ 2773707 h 3882143"/>
              <a:gd name="connsiteX3020" fmla="*/ 5965054 w 12184002"/>
              <a:gd name="connsiteY3020" fmla="*/ 2773781 h 3882143"/>
              <a:gd name="connsiteX3021" fmla="*/ 5962424 w 12184002"/>
              <a:gd name="connsiteY3021" fmla="*/ 2772654 h 3882143"/>
              <a:gd name="connsiteX3022" fmla="*/ 5790595 w 12184002"/>
              <a:gd name="connsiteY3022" fmla="*/ 2600223 h 3882143"/>
              <a:gd name="connsiteX3023" fmla="*/ 5790595 w 12184002"/>
              <a:gd name="connsiteY3023" fmla="*/ 2402883 h 3882143"/>
              <a:gd name="connsiteX3024" fmla="*/ 5738677 w 12184002"/>
              <a:gd name="connsiteY3024" fmla="*/ 2350781 h 3882143"/>
              <a:gd name="connsiteX3025" fmla="*/ 5738677 w 12184002"/>
              <a:gd name="connsiteY3025" fmla="*/ 2611944 h 3882143"/>
              <a:gd name="connsiteX3026" fmla="*/ 6092001 w 12184002"/>
              <a:gd name="connsiteY3026" fmla="*/ 2966557 h 3882143"/>
              <a:gd name="connsiteX3027" fmla="*/ 6445327 w 12184002"/>
              <a:gd name="connsiteY3027" fmla="*/ 2611944 h 3882143"/>
              <a:gd name="connsiteX3028" fmla="*/ 6445327 w 12184002"/>
              <a:gd name="connsiteY3028" fmla="*/ 2350781 h 3882143"/>
              <a:gd name="connsiteX3029" fmla="*/ 6393409 w 12184002"/>
              <a:gd name="connsiteY3029" fmla="*/ 2402883 h 3882143"/>
              <a:gd name="connsiteX3030" fmla="*/ 6393409 w 12184002"/>
              <a:gd name="connsiteY3030" fmla="*/ 2600223 h 3882143"/>
              <a:gd name="connsiteX3031" fmla="*/ 6221580 w 12184002"/>
              <a:gd name="connsiteY3031" fmla="*/ 2772654 h 3882143"/>
              <a:gd name="connsiteX3032" fmla="*/ 6218949 w 12184002"/>
              <a:gd name="connsiteY3032" fmla="*/ 2773781 h 3882143"/>
              <a:gd name="connsiteX3033" fmla="*/ 6218949 w 12184002"/>
              <a:gd name="connsiteY3033" fmla="*/ 2773707 h 3882143"/>
              <a:gd name="connsiteX3034" fmla="*/ 6216320 w 12184002"/>
              <a:gd name="connsiteY3034" fmla="*/ 2772578 h 3882143"/>
              <a:gd name="connsiteX3035" fmla="*/ 6216320 w 12184002"/>
              <a:gd name="connsiteY3035" fmla="*/ 2767244 h 3882143"/>
              <a:gd name="connsiteX3036" fmla="*/ 6385895 w 12184002"/>
              <a:gd name="connsiteY3036" fmla="*/ 2597068 h 3882143"/>
              <a:gd name="connsiteX3037" fmla="*/ 6385895 w 12184002"/>
              <a:gd name="connsiteY3037" fmla="*/ 2410423 h 3882143"/>
              <a:gd name="connsiteX3038" fmla="*/ 6255088 w 12184002"/>
              <a:gd name="connsiteY3038" fmla="*/ 2541694 h 3882143"/>
              <a:gd name="connsiteX3039" fmla="*/ 6249754 w 12184002"/>
              <a:gd name="connsiteY3039" fmla="*/ 2541694 h 3882143"/>
              <a:gd name="connsiteX3040" fmla="*/ 6249754 w 12184002"/>
              <a:gd name="connsiteY3040" fmla="*/ 2536360 h 3882143"/>
              <a:gd name="connsiteX3041" fmla="*/ 6452839 w 12184002"/>
              <a:gd name="connsiteY3041" fmla="*/ 2332523 h 3882143"/>
              <a:gd name="connsiteX3042" fmla="*/ 6452839 w 12184002"/>
              <a:gd name="connsiteY3042" fmla="*/ 2615099 h 3882143"/>
              <a:gd name="connsiteX3043" fmla="*/ 6097291 w 12184002"/>
              <a:gd name="connsiteY3043" fmla="*/ 2971866 h 3882143"/>
              <a:gd name="connsiteX3044" fmla="*/ 6108633 w 12184002"/>
              <a:gd name="connsiteY3044" fmla="*/ 2983250 h 3882143"/>
              <a:gd name="connsiteX3045" fmla="*/ 6108633 w 12184002"/>
              <a:gd name="connsiteY3045" fmla="*/ 2988586 h 3882143"/>
              <a:gd name="connsiteX3046" fmla="*/ 6106003 w 12184002"/>
              <a:gd name="connsiteY3046" fmla="*/ 2989712 h 3882143"/>
              <a:gd name="connsiteX3047" fmla="*/ 6103374 w 12184002"/>
              <a:gd name="connsiteY3047" fmla="*/ 2988586 h 3882143"/>
              <a:gd name="connsiteX3048" fmla="*/ 6092001 w 12184002"/>
              <a:gd name="connsiteY3048" fmla="*/ 2977174 h 3882143"/>
              <a:gd name="connsiteX3049" fmla="*/ 6080630 w 12184002"/>
              <a:gd name="connsiteY3049" fmla="*/ 2988586 h 3882143"/>
              <a:gd name="connsiteX3050" fmla="*/ 6078000 w 12184002"/>
              <a:gd name="connsiteY3050" fmla="*/ 2989712 h 3882143"/>
              <a:gd name="connsiteX3051" fmla="*/ 6075369 w 12184002"/>
              <a:gd name="connsiteY3051" fmla="*/ 2988586 h 3882143"/>
              <a:gd name="connsiteX3052" fmla="*/ 6075369 w 12184002"/>
              <a:gd name="connsiteY3052" fmla="*/ 2983250 h 3882143"/>
              <a:gd name="connsiteX3053" fmla="*/ 6086712 w 12184002"/>
              <a:gd name="connsiteY3053" fmla="*/ 2971866 h 3882143"/>
              <a:gd name="connsiteX3054" fmla="*/ 5731164 w 12184002"/>
              <a:gd name="connsiteY3054" fmla="*/ 2615099 h 3882143"/>
              <a:gd name="connsiteX3055" fmla="*/ 411956 w 12184002"/>
              <a:gd name="connsiteY3055" fmla="*/ 2332523 h 3882143"/>
              <a:gd name="connsiteX3056" fmla="*/ 411956 w 12184002"/>
              <a:gd name="connsiteY3056" fmla="*/ 2615099 h 3882143"/>
              <a:gd name="connsiteX3057" fmla="*/ 39746 w 12184002"/>
              <a:gd name="connsiteY3057" fmla="*/ 2988583 h 3882143"/>
              <a:gd name="connsiteX3058" fmla="*/ 37116 w 12184002"/>
              <a:gd name="connsiteY3058" fmla="*/ 2989709 h 3882143"/>
              <a:gd name="connsiteX3059" fmla="*/ 34486 w 12184002"/>
              <a:gd name="connsiteY3059" fmla="*/ 2988583 h 3882143"/>
              <a:gd name="connsiteX3060" fmla="*/ 34486 w 12184002"/>
              <a:gd name="connsiteY3060" fmla="*/ 2983248 h 3882143"/>
              <a:gd name="connsiteX3061" fmla="*/ 404442 w 12184002"/>
              <a:gd name="connsiteY3061" fmla="*/ 2611944 h 3882143"/>
              <a:gd name="connsiteX3062" fmla="*/ 404442 w 12184002"/>
              <a:gd name="connsiteY3062" fmla="*/ 2350781 h 3882143"/>
              <a:gd name="connsiteX3063" fmla="*/ 352601 w 12184002"/>
              <a:gd name="connsiteY3063" fmla="*/ 2402806 h 3882143"/>
              <a:gd name="connsiteX3064" fmla="*/ 352601 w 12184002"/>
              <a:gd name="connsiteY3064" fmla="*/ 2600147 h 3882143"/>
              <a:gd name="connsiteX3065" fmla="*/ 180770 w 12184002"/>
              <a:gd name="connsiteY3065" fmla="*/ 2772578 h 3882143"/>
              <a:gd name="connsiteX3066" fmla="*/ 178141 w 12184002"/>
              <a:gd name="connsiteY3066" fmla="*/ 2773705 h 3882143"/>
              <a:gd name="connsiteX3067" fmla="*/ 178141 w 12184002"/>
              <a:gd name="connsiteY3067" fmla="*/ 2773630 h 3882143"/>
              <a:gd name="connsiteX3068" fmla="*/ 175510 w 12184002"/>
              <a:gd name="connsiteY3068" fmla="*/ 2772503 h 3882143"/>
              <a:gd name="connsiteX3069" fmla="*/ 175510 w 12184002"/>
              <a:gd name="connsiteY3069" fmla="*/ 2767169 h 3882143"/>
              <a:gd name="connsiteX3070" fmla="*/ 345086 w 12184002"/>
              <a:gd name="connsiteY3070" fmla="*/ 2596992 h 3882143"/>
              <a:gd name="connsiteX3071" fmla="*/ 345086 w 12184002"/>
              <a:gd name="connsiteY3071" fmla="*/ 2410348 h 3882143"/>
              <a:gd name="connsiteX3072" fmla="*/ 214205 w 12184002"/>
              <a:gd name="connsiteY3072" fmla="*/ 2541694 h 3882143"/>
              <a:gd name="connsiteX3073" fmla="*/ 208871 w 12184002"/>
              <a:gd name="connsiteY3073" fmla="*/ 2541694 h 3882143"/>
              <a:gd name="connsiteX3074" fmla="*/ 208871 w 12184002"/>
              <a:gd name="connsiteY3074" fmla="*/ 2536360 h 3882143"/>
              <a:gd name="connsiteX3075" fmla="*/ 10729272 w 12184002"/>
              <a:gd name="connsiteY3075" fmla="*/ 2319374 h 3882143"/>
              <a:gd name="connsiteX3076" fmla="*/ 10733029 w 12184002"/>
              <a:gd name="connsiteY3076" fmla="*/ 2323131 h 3882143"/>
              <a:gd name="connsiteX3077" fmla="*/ 10733029 w 12184002"/>
              <a:gd name="connsiteY3077" fmla="*/ 2509386 h 3882143"/>
              <a:gd name="connsiteX3078" fmla="*/ 10688625 w 12184002"/>
              <a:gd name="connsiteY3078" fmla="*/ 2509386 h 3882143"/>
              <a:gd name="connsiteX3079" fmla="*/ 10692304 w 12184002"/>
              <a:gd name="connsiteY3079" fmla="*/ 2632230 h 3882143"/>
              <a:gd name="connsiteX3080" fmla="*/ 10417544 w 12184002"/>
              <a:gd name="connsiteY3080" fmla="*/ 2632230 h 3882143"/>
              <a:gd name="connsiteX3081" fmla="*/ 10417544 w 12184002"/>
              <a:gd name="connsiteY3081" fmla="*/ 2501799 h 3882143"/>
              <a:gd name="connsiteX3082" fmla="*/ 10725515 w 12184002"/>
              <a:gd name="connsiteY3082" fmla="*/ 2501799 h 3882143"/>
              <a:gd name="connsiteX3083" fmla="*/ 10725515 w 12184002"/>
              <a:gd name="connsiteY3083" fmla="*/ 2323131 h 3882143"/>
              <a:gd name="connsiteX3084" fmla="*/ 10729272 w 12184002"/>
              <a:gd name="connsiteY3084" fmla="*/ 2319374 h 3882143"/>
              <a:gd name="connsiteX3085" fmla="*/ 1454731 w 12184002"/>
              <a:gd name="connsiteY3085" fmla="*/ 2319374 h 3882143"/>
              <a:gd name="connsiteX3086" fmla="*/ 1458487 w 12184002"/>
              <a:gd name="connsiteY3086" fmla="*/ 2323131 h 3882143"/>
              <a:gd name="connsiteX3087" fmla="*/ 1458487 w 12184002"/>
              <a:gd name="connsiteY3087" fmla="*/ 2501799 h 3882143"/>
              <a:gd name="connsiteX3088" fmla="*/ 1766458 w 12184002"/>
              <a:gd name="connsiteY3088" fmla="*/ 2501799 h 3882143"/>
              <a:gd name="connsiteX3089" fmla="*/ 1766458 w 12184002"/>
              <a:gd name="connsiteY3089" fmla="*/ 2632230 h 3882143"/>
              <a:gd name="connsiteX3090" fmla="*/ 1491698 w 12184002"/>
              <a:gd name="connsiteY3090" fmla="*/ 2632230 h 3882143"/>
              <a:gd name="connsiteX3091" fmla="*/ 1495377 w 12184002"/>
              <a:gd name="connsiteY3091" fmla="*/ 2509386 h 3882143"/>
              <a:gd name="connsiteX3092" fmla="*/ 1450973 w 12184002"/>
              <a:gd name="connsiteY3092" fmla="*/ 2509386 h 3882143"/>
              <a:gd name="connsiteX3093" fmla="*/ 1450973 w 12184002"/>
              <a:gd name="connsiteY3093" fmla="*/ 2323131 h 3882143"/>
              <a:gd name="connsiteX3094" fmla="*/ 1454731 w 12184002"/>
              <a:gd name="connsiteY3094" fmla="*/ 2319374 h 3882143"/>
              <a:gd name="connsiteX3095" fmla="*/ 10803504 w 12184002"/>
              <a:gd name="connsiteY3095" fmla="*/ 2319300 h 3882143"/>
              <a:gd name="connsiteX3096" fmla="*/ 10807260 w 12184002"/>
              <a:gd name="connsiteY3096" fmla="*/ 2323057 h 3882143"/>
              <a:gd name="connsiteX3097" fmla="*/ 10807260 w 12184002"/>
              <a:gd name="connsiteY3097" fmla="*/ 2517652 h 3882143"/>
              <a:gd name="connsiteX3098" fmla="*/ 10806809 w 12184002"/>
              <a:gd name="connsiteY3098" fmla="*/ 2518478 h 3882143"/>
              <a:gd name="connsiteX3099" fmla="*/ 10732955 w 12184002"/>
              <a:gd name="connsiteY3099" fmla="*/ 2659202 h 3882143"/>
              <a:gd name="connsiteX3100" fmla="*/ 10729121 w 12184002"/>
              <a:gd name="connsiteY3100" fmla="*/ 2751391 h 3882143"/>
              <a:gd name="connsiteX3101" fmla="*/ 10632801 w 12184002"/>
              <a:gd name="connsiteY3101" fmla="*/ 2751391 h 3882143"/>
              <a:gd name="connsiteX3102" fmla="*/ 10629044 w 12184002"/>
              <a:gd name="connsiteY3102" fmla="*/ 2747635 h 3882143"/>
              <a:gd name="connsiteX3103" fmla="*/ 10632801 w 12184002"/>
              <a:gd name="connsiteY3103" fmla="*/ 2743879 h 3882143"/>
              <a:gd name="connsiteX3104" fmla="*/ 10721984 w 12184002"/>
              <a:gd name="connsiteY3104" fmla="*/ 2743879 h 3882143"/>
              <a:gd name="connsiteX3105" fmla="*/ 10725966 w 12184002"/>
              <a:gd name="connsiteY3105" fmla="*/ 2656497 h 3882143"/>
              <a:gd name="connsiteX3106" fmla="*/ 10799748 w 12184002"/>
              <a:gd name="connsiteY3106" fmla="*/ 2515773 h 3882143"/>
              <a:gd name="connsiteX3107" fmla="*/ 10799748 w 12184002"/>
              <a:gd name="connsiteY3107" fmla="*/ 2323057 h 3882143"/>
              <a:gd name="connsiteX3108" fmla="*/ 10803504 w 12184002"/>
              <a:gd name="connsiteY3108" fmla="*/ 2319300 h 3882143"/>
              <a:gd name="connsiteX3109" fmla="*/ 7495462 w 12184002"/>
              <a:gd name="connsiteY3109" fmla="*/ 2319300 h 3882143"/>
              <a:gd name="connsiteX3110" fmla="*/ 7499220 w 12184002"/>
              <a:gd name="connsiteY3110" fmla="*/ 2323057 h 3882143"/>
              <a:gd name="connsiteX3111" fmla="*/ 7499220 w 12184002"/>
              <a:gd name="connsiteY3111" fmla="*/ 2501724 h 3882143"/>
              <a:gd name="connsiteX3112" fmla="*/ 7539942 w 12184002"/>
              <a:gd name="connsiteY3112" fmla="*/ 2501724 h 3882143"/>
              <a:gd name="connsiteX3113" fmla="*/ 7807191 w 12184002"/>
              <a:gd name="connsiteY3113" fmla="*/ 2501724 h 3882143"/>
              <a:gd name="connsiteX3114" fmla="*/ 7807191 w 12184002"/>
              <a:gd name="connsiteY3114" fmla="*/ 2632155 h 3882143"/>
              <a:gd name="connsiteX3115" fmla="*/ 7807266 w 12184002"/>
              <a:gd name="connsiteY3115" fmla="*/ 2632230 h 3882143"/>
              <a:gd name="connsiteX3116" fmla="*/ 7532428 w 12184002"/>
              <a:gd name="connsiteY3116" fmla="*/ 2632230 h 3882143"/>
              <a:gd name="connsiteX3117" fmla="*/ 7536109 w 12184002"/>
              <a:gd name="connsiteY3117" fmla="*/ 2509312 h 3882143"/>
              <a:gd name="connsiteX3118" fmla="*/ 7491706 w 12184002"/>
              <a:gd name="connsiteY3118" fmla="*/ 2509312 h 3882143"/>
              <a:gd name="connsiteX3119" fmla="*/ 7491706 w 12184002"/>
              <a:gd name="connsiteY3119" fmla="*/ 2323057 h 3882143"/>
              <a:gd name="connsiteX3120" fmla="*/ 7495462 w 12184002"/>
              <a:gd name="connsiteY3120" fmla="*/ 2319300 h 3882143"/>
              <a:gd name="connsiteX3121" fmla="*/ 4688540 w 12184002"/>
              <a:gd name="connsiteY3121" fmla="*/ 2319300 h 3882143"/>
              <a:gd name="connsiteX3122" fmla="*/ 4692296 w 12184002"/>
              <a:gd name="connsiteY3122" fmla="*/ 2323057 h 3882143"/>
              <a:gd name="connsiteX3123" fmla="*/ 4692296 w 12184002"/>
              <a:gd name="connsiteY3123" fmla="*/ 2509312 h 3882143"/>
              <a:gd name="connsiteX3124" fmla="*/ 4647894 w 12184002"/>
              <a:gd name="connsiteY3124" fmla="*/ 2509312 h 3882143"/>
              <a:gd name="connsiteX3125" fmla="*/ 4651575 w 12184002"/>
              <a:gd name="connsiteY3125" fmla="*/ 2632230 h 3882143"/>
              <a:gd name="connsiteX3126" fmla="*/ 4376737 w 12184002"/>
              <a:gd name="connsiteY3126" fmla="*/ 2632230 h 3882143"/>
              <a:gd name="connsiteX3127" fmla="*/ 4376812 w 12184002"/>
              <a:gd name="connsiteY3127" fmla="*/ 2632155 h 3882143"/>
              <a:gd name="connsiteX3128" fmla="*/ 4376812 w 12184002"/>
              <a:gd name="connsiteY3128" fmla="*/ 2501724 h 3882143"/>
              <a:gd name="connsiteX3129" fmla="*/ 4644061 w 12184002"/>
              <a:gd name="connsiteY3129" fmla="*/ 2501724 h 3882143"/>
              <a:gd name="connsiteX3130" fmla="*/ 4684783 w 12184002"/>
              <a:gd name="connsiteY3130" fmla="*/ 2501724 h 3882143"/>
              <a:gd name="connsiteX3131" fmla="*/ 4684783 w 12184002"/>
              <a:gd name="connsiteY3131" fmla="*/ 2323057 h 3882143"/>
              <a:gd name="connsiteX3132" fmla="*/ 4688540 w 12184002"/>
              <a:gd name="connsiteY3132" fmla="*/ 2319300 h 3882143"/>
              <a:gd name="connsiteX3133" fmla="*/ 1380499 w 12184002"/>
              <a:gd name="connsiteY3133" fmla="*/ 2319300 h 3882143"/>
              <a:gd name="connsiteX3134" fmla="*/ 1384255 w 12184002"/>
              <a:gd name="connsiteY3134" fmla="*/ 2323057 h 3882143"/>
              <a:gd name="connsiteX3135" fmla="*/ 1384255 w 12184002"/>
              <a:gd name="connsiteY3135" fmla="*/ 2515773 h 3882143"/>
              <a:gd name="connsiteX3136" fmla="*/ 1458036 w 12184002"/>
              <a:gd name="connsiteY3136" fmla="*/ 2656497 h 3882143"/>
              <a:gd name="connsiteX3137" fmla="*/ 1462019 w 12184002"/>
              <a:gd name="connsiteY3137" fmla="*/ 2743879 h 3882143"/>
              <a:gd name="connsiteX3138" fmla="*/ 1551201 w 12184002"/>
              <a:gd name="connsiteY3138" fmla="*/ 2743879 h 3882143"/>
              <a:gd name="connsiteX3139" fmla="*/ 1554959 w 12184002"/>
              <a:gd name="connsiteY3139" fmla="*/ 2747635 h 3882143"/>
              <a:gd name="connsiteX3140" fmla="*/ 1551201 w 12184002"/>
              <a:gd name="connsiteY3140" fmla="*/ 2751391 h 3882143"/>
              <a:gd name="connsiteX3141" fmla="*/ 1454881 w 12184002"/>
              <a:gd name="connsiteY3141" fmla="*/ 2751391 h 3882143"/>
              <a:gd name="connsiteX3142" fmla="*/ 1451049 w 12184002"/>
              <a:gd name="connsiteY3142" fmla="*/ 2659202 h 3882143"/>
              <a:gd name="connsiteX3143" fmla="*/ 1377193 w 12184002"/>
              <a:gd name="connsiteY3143" fmla="*/ 2518478 h 3882143"/>
              <a:gd name="connsiteX3144" fmla="*/ 1376742 w 12184002"/>
              <a:gd name="connsiteY3144" fmla="*/ 2517652 h 3882143"/>
              <a:gd name="connsiteX3145" fmla="*/ 1376742 w 12184002"/>
              <a:gd name="connsiteY3145" fmla="*/ 2323057 h 3882143"/>
              <a:gd name="connsiteX3146" fmla="*/ 1380499 w 12184002"/>
              <a:gd name="connsiteY3146" fmla="*/ 2319300 h 3882143"/>
              <a:gd name="connsiteX3147" fmla="*/ 6872309 w 12184002"/>
              <a:gd name="connsiteY3147" fmla="*/ 2304950 h 3882143"/>
              <a:gd name="connsiteX3148" fmla="*/ 6872383 w 12184002"/>
              <a:gd name="connsiteY3148" fmla="*/ 2304950 h 3882143"/>
              <a:gd name="connsiteX3149" fmla="*/ 6872383 w 12184002"/>
              <a:gd name="connsiteY3149" fmla="*/ 2305024 h 3882143"/>
              <a:gd name="connsiteX3150" fmla="*/ 5311620 w 12184002"/>
              <a:gd name="connsiteY3150" fmla="*/ 2304950 h 3882143"/>
              <a:gd name="connsiteX3151" fmla="*/ 5311695 w 12184002"/>
              <a:gd name="connsiteY3151" fmla="*/ 2304950 h 3882143"/>
              <a:gd name="connsiteX3152" fmla="*/ 5311620 w 12184002"/>
              <a:gd name="connsiteY3152" fmla="*/ 2305024 h 3882143"/>
              <a:gd name="connsiteX3153" fmla="*/ 7423485 w 12184002"/>
              <a:gd name="connsiteY3153" fmla="*/ 2299690 h 3882143"/>
              <a:gd name="connsiteX3154" fmla="*/ 7447754 w 12184002"/>
              <a:gd name="connsiteY3154" fmla="*/ 2324108 h 3882143"/>
              <a:gd name="connsiteX3155" fmla="*/ 7440634 w 12184002"/>
              <a:gd name="connsiteY3155" fmla="*/ 2341360 h 3882143"/>
              <a:gd name="connsiteX3156" fmla="*/ 7424988 w 12184002"/>
              <a:gd name="connsiteY3156" fmla="*/ 2347899 h 3882143"/>
              <a:gd name="connsiteX3157" fmla="*/ 7424988 w 12184002"/>
              <a:gd name="connsiteY3157" fmla="*/ 2515773 h 3882143"/>
              <a:gd name="connsiteX3158" fmla="*/ 7499145 w 12184002"/>
              <a:gd name="connsiteY3158" fmla="*/ 2657250 h 3882143"/>
              <a:gd name="connsiteX3159" fmla="*/ 7502750 w 12184002"/>
              <a:gd name="connsiteY3159" fmla="*/ 2743879 h 3882143"/>
              <a:gd name="connsiteX3160" fmla="*/ 7591933 w 12184002"/>
              <a:gd name="connsiteY3160" fmla="*/ 2743879 h 3882143"/>
              <a:gd name="connsiteX3161" fmla="*/ 7595690 w 12184002"/>
              <a:gd name="connsiteY3161" fmla="*/ 2747635 h 3882143"/>
              <a:gd name="connsiteX3162" fmla="*/ 7591933 w 12184002"/>
              <a:gd name="connsiteY3162" fmla="*/ 2751391 h 3882143"/>
              <a:gd name="connsiteX3163" fmla="*/ 7495539 w 12184002"/>
              <a:gd name="connsiteY3163" fmla="*/ 2751391 h 3882143"/>
              <a:gd name="connsiteX3164" fmla="*/ 7491706 w 12184002"/>
              <a:gd name="connsiteY3164" fmla="*/ 2659202 h 3882143"/>
              <a:gd name="connsiteX3165" fmla="*/ 7417475 w 12184002"/>
              <a:gd name="connsiteY3165" fmla="*/ 2517652 h 3882143"/>
              <a:gd name="connsiteX3166" fmla="*/ 7417475 w 12184002"/>
              <a:gd name="connsiteY3166" fmla="*/ 2346025 h 3882143"/>
              <a:gd name="connsiteX3167" fmla="*/ 7406337 w 12184002"/>
              <a:gd name="connsiteY3167" fmla="*/ 2341389 h 3882143"/>
              <a:gd name="connsiteX3168" fmla="*/ 7399218 w 12184002"/>
              <a:gd name="connsiteY3168" fmla="*/ 2324108 h 3882143"/>
              <a:gd name="connsiteX3169" fmla="*/ 7423485 w 12184002"/>
              <a:gd name="connsiteY3169" fmla="*/ 2299690 h 3882143"/>
              <a:gd name="connsiteX3170" fmla="*/ 4760517 w 12184002"/>
              <a:gd name="connsiteY3170" fmla="*/ 2299690 h 3882143"/>
              <a:gd name="connsiteX3171" fmla="*/ 4784785 w 12184002"/>
              <a:gd name="connsiteY3171" fmla="*/ 2324108 h 3882143"/>
              <a:gd name="connsiteX3172" fmla="*/ 4777666 w 12184002"/>
              <a:gd name="connsiteY3172" fmla="*/ 2341389 h 3882143"/>
              <a:gd name="connsiteX3173" fmla="*/ 4766528 w 12184002"/>
              <a:gd name="connsiteY3173" fmla="*/ 2346025 h 3882143"/>
              <a:gd name="connsiteX3174" fmla="*/ 4766528 w 12184002"/>
              <a:gd name="connsiteY3174" fmla="*/ 2517652 h 3882143"/>
              <a:gd name="connsiteX3175" fmla="*/ 4692296 w 12184002"/>
              <a:gd name="connsiteY3175" fmla="*/ 2659202 h 3882143"/>
              <a:gd name="connsiteX3176" fmla="*/ 4688465 w 12184002"/>
              <a:gd name="connsiteY3176" fmla="*/ 2751391 h 3882143"/>
              <a:gd name="connsiteX3177" fmla="*/ 4592071 w 12184002"/>
              <a:gd name="connsiteY3177" fmla="*/ 2751391 h 3882143"/>
              <a:gd name="connsiteX3178" fmla="*/ 4588312 w 12184002"/>
              <a:gd name="connsiteY3178" fmla="*/ 2747635 h 3882143"/>
              <a:gd name="connsiteX3179" fmla="*/ 4592071 w 12184002"/>
              <a:gd name="connsiteY3179" fmla="*/ 2743879 h 3882143"/>
              <a:gd name="connsiteX3180" fmla="*/ 4681252 w 12184002"/>
              <a:gd name="connsiteY3180" fmla="*/ 2743879 h 3882143"/>
              <a:gd name="connsiteX3181" fmla="*/ 4684858 w 12184002"/>
              <a:gd name="connsiteY3181" fmla="*/ 2657250 h 3882143"/>
              <a:gd name="connsiteX3182" fmla="*/ 4759015 w 12184002"/>
              <a:gd name="connsiteY3182" fmla="*/ 2515773 h 3882143"/>
              <a:gd name="connsiteX3183" fmla="*/ 4759015 w 12184002"/>
              <a:gd name="connsiteY3183" fmla="*/ 2347899 h 3882143"/>
              <a:gd name="connsiteX3184" fmla="*/ 4743369 w 12184002"/>
              <a:gd name="connsiteY3184" fmla="*/ 2341360 h 3882143"/>
              <a:gd name="connsiteX3185" fmla="*/ 4736250 w 12184002"/>
              <a:gd name="connsiteY3185" fmla="*/ 2324108 h 3882143"/>
              <a:gd name="connsiteX3186" fmla="*/ 4760517 w 12184002"/>
              <a:gd name="connsiteY3186" fmla="*/ 2299690 h 3882143"/>
              <a:gd name="connsiteX3187" fmla="*/ 9510987 w 12184002"/>
              <a:gd name="connsiteY3187" fmla="*/ 2223354 h 3882143"/>
              <a:gd name="connsiteX3188" fmla="*/ 9516245 w 12184002"/>
              <a:gd name="connsiteY3188" fmla="*/ 2224256 h 3882143"/>
              <a:gd name="connsiteX3189" fmla="*/ 9515344 w 12184002"/>
              <a:gd name="connsiteY3189" fmla="*/ 2229515 h 3882143"/>
              <a:gd name="connsiteX3190" fmla="*/ 9352755 w 12184002"/>
              <a:gd name="connsiteY3190" fmla="*/ 2344018 h 3882143"/>
              <a:gd name="connsiteX3191" fmla="*/ 9352755 w 12184002"/>
              <a:gd name="connsiteY3191" fmla="*/ 2803759 h 3882143"/>
              <a:gd name="connsiteX3192" fmla="*/ 9558396 w 12184002"/>
              <a:gd name="connsiteY3192" fmla="*/ 2803759 h 3882143"/>
              <a:gd name="connsiteX3193" fmla="*/ 9558396 w 12184002"/>
              <a:gd name="connsiteY3193" fmla="*/ 2730354 h 3882143"/>
              <a:gd name="connsiteX3194" fmla="*/ 9420077 w 12184002"/>
              <a:gd name="connsiteY3194" fmla="*/ 2730354 h 3882143"/>
              <a:gd name="connsiteX3195" fmla="*/ 9420077 w 12184002"/>
              <a:gd name="connsiteY3195" fmla="*/ 2391202 h 3882143"/>
              <a:gd name="connsiteX3196" fmla="*/ 9423831 w 12184002"/>
              <a:gd name="connsiteY3196" fmla="*/ 2387445 h 3882143"/>
              <a:gd name="connsiteX3197" fmla="*/ 9427589 w 12184002"/>
              <a:gd name="connsiteY3197" fmla="*/ 2391202 h 3882143"/>
              <a:gd name="connsiteX3198" fmla="*/ 9427589 w 12184002"/>
              <a:gd name="connsiteY3198" fmla="*/ 2468440 h 3882143"/>
              <a:gd name="connsiteX3199" fmla="*/ 9511213 w 12184002"/>
              <a:gd name="connsiteY3199" fmla="*/ 2468440 h 3882143"/>
              <a:gd name="connsiteX3200" fmla="*/ 9511213 w 12184002"/>
              <a:gd name="connsiteY3200" fmla="*/ 2622717 h 3882143"/>
              <a:gd name="connsiteX3201" fmla="*/ 9521975 w 12184002"/>
              <a:gd name="connsiteY3201" fmla="*/ 2627195 h 3882143"/>
              <a:gd name="connsiteX3202" fmla="*/ 9529094 w 12184002"/>
              <a:gd name="connsiteY3202" fmla="*/ 2644476 h 3882143"/>
              <a:gd name="connsiteX3203" fmla="*/ 9504827 w 12184002"/>
              <a:gd name="connsiteY3203" fmla="*/ 2668895 h 3882143"/>
              <a:gd name="connsiteX3204" fmla="*/ 9480557 w 12184002"/>
              <a:gd name="connsiteY3204" fmla="*/ 2644476 h 3882143"/>
              <a:gd name="connsiteX3205" fmla="*/ 9487677 w 12184002"/>
              <a:gd name="connsiteY3205" fmla="*/ 2627195 h 3882143"/>
              <a:gd name="connsiteX3206" fmla="*/ 9503624 w 12184002"/>
              <a:gd name="connsiteY3206" fmla="*/ 2620558 h 3882143"/>
              <a:gd name="connsiteX3207" fmla="*/ 9503624 w 12184002"/>
              <a:gd name="connsiteY3207" fmla="*/ 2475953 h 3882143"/>
              <a:gd name="connsiteX3208" fmla="*/ 9427589 w 12184002"/>
              <a:gd name="connsiteY3208" fmla="*/ 2475953 h 3882143"/>
              <a:gd name="connsiteX3209" fmla="*/ 9427589 w 12184002"/>
              <a:gd name="connsiteY3209" fmla="*/ 2722841 h 3882143"/>
              <a:gd name="connsiteX3210" fmla="*/ 9558396 w 12184002"/>
              <a:gd name="connsiteY3210" fmla="*/ 2722841 h 3882143"/>
              <a:gd name="connsiteX3211" fmla="*/ 9558396 w 12184002"/>
              <a:gd name="connsiteY3211" fmla="*/ 2587407 h 3882143"/>
              <a:gd name="connsiteX3212" fmla="*/ 9542975 w 12184002"/>
              <a:gd name="connsiteY3212" fmla="*/ 2580988 h 3882143"/>
              <a:gd name="connsiteX3213" fmla="*/ 9535856 w 12184002"/>
              <a:gd name="connsiteY3213" fmla="*/ 2563709 h 3882143"/>
              <a:gd name="connsiteX3214" fmla="*/ 9560124 w 12184002"/>
              <a:gd name="connsiteY3214" fmla="*/ 2539290 h 3882143"/>
              <a:gd name="connsiteX3215" fmla="*/ 9584392 w 12184002"/>
              <a:gd name="connsiteY3215" fmla="*/ 2563709 h 3882143"/>
              <a:gd name="connsiteX3216" fmla="*/ 9577273 w 12184002"/>
              <a:gd name="connsiteY3216" fmla="*/ 2580961 h 3882143"/>
              <a:gd name="connsiteX3217" fmla="*/ 9565909 w 12184002"/>
              <a:gd name="connsiteY3217" fmla="*/ 2585710 h 3882143"/>
              <a:gd name="connsiteX3218" fmla="*/ 9565909 w 12184002"/>
              <a:gd name="connsiteY3218" fmla="*/ 2723742 h 3882143"/>
              <a:gd name="connsiteX3219" fmla="*/ 9568765 w 12184002"/>
              <a:gd name="connsiteY3219" fmla="*/ 2726597 h 3882143"/>
              <a:gd name="connsiteX3220" fmla="*/ 9565909 w 12184002"/>
              <a:gd name="connsiteY3220" fmla="*/ 2729452 h 3882143"/>
              <a:gd name="connsiteX3221" fmla="*/ 9565909 w 12184002"/>
              <a:gd name="connsiteY3221" fmla="*/ 2811347 h 3882143"/>
              <a:gd name="connsiteX3222" fmla="*/ 9345168 w 12184002"/>
              <a:gd name="connsiteY3222" fmla="*/ 2811347 h 3882143"/>
              <a:gd name="connsiteX3223" fmla="*/ 9345168 w 12184002"/>
              <a:gd name="connsiteY3223" fmla="*/ 2340112 h 3882143"/>
              <a:gd name="connsiteX3224" fmla="*/ 2673016 w 12184002"/>
              <a:gd name="connsiteY3224" fmla="*/ 2223354 h 3882143"/>
              <a:gd name="connsiteX3225" fmla="*/ 2838835 w 12184002"/>
              <a:gd name="connsiteY3225" fmla="*/ 2340112 h 3882143"/>
              <a:gd name="connsiteX3226" fmla="*/ 2838835 w 12184002"/>
              <a:gd name="connsiteY3226" fmla="*/ 2811347 h 3882143"/>
              <a:gd name="connsiteX3227" fmla="*/ 2618094 w 12184002"/>
              <a:gd name="connsiteY3227" fmla="*/ 2811347 h 3882143"/>
              <a:gd name="connsiteX3228" fmla="*/ 2618094 w 12184002"/>
              <a:gd name="connsiteY3228" fmla="*/ 2729452 h 3882143"/>
              <a:gd name="connsiteX3229" fmla="*/ 2615239 w 12184002"/>
              <a:gd name="connsiteY3229" fmla="*/ 2726597 h 3882143"/>
              <a:gd name="connsiteX3230" fmla="*/ 2618094 w 12184002"/>
              <a:gd name="connsiteY3230" fmla="*/ 2723742 h 3882143"/>
              <a:gd name="connsiteX3231" fmla="*/ 2618094 w 12184002"/>
              <a:gd name="connsiteY3231" fmla="*/ 2585710 h 3882143"/>
              <a:gd name="connsiteX3232" fmla="*/ 2606729 w 12184002"/>
              <a:gd name="connsiteY3232" fmla="*/ 2580961 h 3882143"/>
              <a:gd name="connsiteX3233" fmla="*/ 2599610 w 12184002"/>
              <a:gd name="connsiteY3233" fmla="*/ 2563709 h 3882143"/>
              <a:gd name="connsiteX3234" fmla="*/ 2623878 w 12184002"/>
              <a:gd name="connsiteY3234" fmla="*/ 2539290 h 3882143"/>
              <a:gd name="connsiteX3235" fmla="*/ 2648146 w 12184002"/>
              <a:gd name="connsiteY3235" fmla="*/ 2563709 h 3882143"/>
              <a:gd name="connsiteX3236" fmla="*/ 2641028 w 12184002"/>
              <a:gd name="connsiteY3236" fmla="*/ 2580988 h 3882143"/>
              <a:gd name="connsiteX3237" fmla="*/ 2625607 w 12184002"/>
              <a:gd name="connsiteY3237" fmla="*/ 2587407 h 3882143"/>
              <a:gd name="connsiteX3238" fmla="*/ 2625607 w 12184002"/>
              <a:gd name="connsiteY3238" fmla="*/ 2722841 h 3882143"/>
              <a:gd name="connsiteX3239" fmla="*/ 2756414 w 12184002"/>
              <a:gd name="connsiteY3239" fmla="*/ 2722841 h 3882143"/>
              <a:gd name="connsiteX3240" fmla="*/ 2756414 w 12184002"/>
              <a:gd name="connsiteY3240" fmla="*/ 2475953 h 3882143"/>
              <a:gd name="connsiteX3241" fmla="*/ 2680379 w 12184002"/>
              <a:gd name="connsiteY3241" fmla="*/ 2475953 h 3882143"/>
              <a:gd name="connsiteX3242" fmla="*/ 2680379 w 12184002"/>
              <a:gd name="connsiteY3242" fmla="*/ 2620558 h 3882143"/>
              <a:gd name="connsiteX3243" fmla="*/ 2696326 w 12184002"/>
              <a:gd name="connsiteY3243" fmla="*/ 2627195 h 3882143"/>
              <a:gd name="connsiteX3244" fmla="*/ 2703445 w 12184002"/>
              <a:gd name="connsiteY3244" fmla="*/ 2644476 h 3882143"/>
              <a:gd name="connsiteX3245" fmla="*/ 2679176 w 12184002"/>
              <a:gd name="connsiteY3245" fmla="*/ 2668895 h 3882143"/>
              <a:gd name="connsiteX3246" fmla="*/ 2654908 w 12184002"/>
              <a:gd name="connsiteY3246" fmla="*/ 2644476 h 3882143"/>
              <a:gd name="connsiteX3247" fmla="*/ 2662028 w 12184002"/>
              <a:gd name="connsiteY3247" fmla="*/ 2627195 h 3882143"/>
              <a:gd name="connsiteX3248" fmla="*/ 2672790 w 12184002"/>
              <a:gd name="connsiteY3248" fmla="*/ 2622717 h 3882143"/>
              <a:gd name="connsiteX3249" fmla="*/ 2672790 w 12184002"/>
              <a:gd name="connsiteY3249" fmla="*/ 2468440 h 3882143"/>
              <a:gd name="connsiteX3250" fmla="*/ 2756414 w 12184002"/>
              <a:gd name="connsiteY3250" fmla="*/ 2468440 h 3882143"/>
              <a:gd name="connsiteX3251" fmla="*/ 2756414 w 12184002"/>
              <a:gd name="connsiteY3251" fmla="*/ 2391202 h 3882143"/>
              <a:gd name="connsiteX3252" fmla="*/ 2760171 w 12184002"/>
              <a:gd name="connsiteY3252" fmla="*/ 2387445 h 3882143"/>
              <a:gd name="connsiteX3253" fmla="*/ 2763927 w 12184002"/>
              <a:gd name="connsiteY3253" fmla="*/ 2391202 h 3882143"/>
              <a:gd name="connsiteX3254" fmla="*/ 2763927 w 12184002"/>
              <a:gd name="connsiteY3254" fmla="*/ 2730354 h 3882143"/>
              <a:gd name="connsiteX3255" fmla="*/ 2625607 w 12184002"/>
              <a:gd name="connsiteY3255" fmla="*/ 2730354 h 3882143"/>
              <a:gd name="connsiteX3256" fmla="*/ 2625607 w 12184002"/>
              <a:gd name="connsiteY3256" fmla="*/ 2803759 h 3882143"/>
              <a:gd name="connsiteX3257" fmla="*/ 2831247 w 12184002"/>
              <a:gd name="connsiteY3257" fmla="*/ 2803759 h 3882143"/>
              <a:gd name="connsiteX3258" fmla="*/ 2831247 w 12184002"/>
              <a:gd name="connsiteY3258" fmla="*/ 2344018 h 3882143"/>
              <a:gd name="connsiteX3259" fmla="*/ 2668659 w 12184002"/>
              <a:gd name="connsiteY3259" fmla="*/ 2229515 h 3882143"/>
              <a:gd name="connsiteX3260" fmla="*/ 2667757 w 12184002"/>
              <a:gd name="connsiteY3260" fmla="*/ 2224256 h 3882143"/>
              <a:gd name="connsiteX3261" fmla="*/ 2673016 w 12184002"/>
              <a:gd name="connsiteY3261" fmla="*/ 2223354 h 3882143"/>
              <a:gd name="connsiteX3262" fmla="*/ 8707963 w 12184002"/>
              <a:gd name="connsiteY3262" fmla="*/ 2206300 h 3882143"/>
              <a:gd name="connsiteX3263" fmla="*/ 8732230 w 12184002"/>
              <a:gd name="connsiteY3263" fmla="*/ 2230718 h 3882143"/>
              <a:gd name="connsiteX3264" fmla="*/ 8730441 w 12184002"/>
              <a:gd name="connsiteY3264" fmla="*/ 2235055 h 3882143"/>
              <a:gd name="connsiteX3265" fmla="*/ 8879642 w 12184002"/>
              <a:gd name="connsiteY3265" fmla="*/ 2340112 h 3882143"/>
              <a:gd name="connsiteX3266" fmla="*/ 8879642 w 12184002"/>
              <a:gd name="connsiteY3266" fmla="*/ 2811347 h 3882143"/>
              <a:gd name="connsiteX3267" fmla="*/ 8658901 w 12184002"/>
              <a:gd name="connsiteY3267" fmla="*/ 2811347 h 3882143"/>
              <a:gd name="connsiteX3268" fmla="*/ 8658901 w 12184002"/>
              <a:gd name="connsiteY3268" fmla="*/ 2729452 h 3882143"/>
              <a:gd name="connsiteX3269" fmla="*/ 8656045 w 12184002"/>
              <a:gd name="connsiteY3269" fmla="*/ 2726597 h 3882143"/>
              <a:gd name="connsiteX3270" fmla="*/ 8658901 w 12184002"/>
              <a:gd name="connsiteY3270" fmla="*/ 2723742 h 3882143"/>
              <a:gd name="connsiteX3271" fmla="*/ 8658901 w 12184002"/>
              <a:gd name="connsiteY3271" fmla="*/ 2558899 h 3882143"/>
              <a:gd name="connsiteX3272" fmla="*/ 8662657 w 12184002"/>
              <a:gd name="connsiteY3272" fmla="*/ 2555143 h 3882143"/>
              <a:gd name="connsiteX3273" fmla="*/ 8666414 w 12184002"/>
              <a:gd name="connsiteY3273" fmla="*/ 2558899 h 3882143"/>
              <a:gd name="connsiteX3274" fmla="*/ 8666414 w 12184002"/>
              <a:gd name="connsiteY3274" fmla="*/ 2722841 h 3882143"/>
              <a:gd name="connsiteX3275" fmla="*/ 8797220 w 12184002"/>
              <a:gd name="connsiteY3275" fmla="*/ 2722841 h 3882143"/>
              <a:gd name="connsiteX3276" fmla="*/ 8797220 w 12184002"/>
              <a:gd name="connsiteY3276" fmla="*/ 2475877 h 3882143"/>
              <a:gd name="connsiteX3277" fmla="*/ 8721262 w 12184002"/>
              <a:gd name="connsiteY3277" fmla="*/ 2475877 h 3882143"/>
              <a:gd name="connsiteX3278" fmla="*/ 8721262 w 12184002"/>
              <a:gd name="connsiteY3278" fmla="*/ 2636888 h 3882143"/>
              <a:gd name="connsiteX3279" fmla="*/ 8717505 w 12184002"/>
              <a:gd name="connsiteY3279" fmla="*/ 2640645 h 3882143"/>
              <a:gd name="connsiteX3280" fmla="*/ 8717430 w 12184002"/>
              <a:gd name="connsiteY3280" fmla="*/ 2640719 h 3882143"/>
              <a:gd name="connsiteX3281" fmla="*/ 8713673 w 12184002"/>
              <a:gd name="connsiteY3281" fmla="*/ 2636962 h 3882143"/>
              <a:gd name="connsiteX3282" fmla="*/ 8713673 w 12184002"/>
              <a:gd name="connsiteY3282" fmla="*/ 2468364 h 3882143"/>
              <a:gd name="connsiteX3283" fmla="*/ 8797220 w 12184002"/>
              <a:gd name="connsiteY3283" fmla="*/ 2468364 h 3882143"/>
              <a:gd name="connsiteX3284" fmla="*/ 8797220 w 12184002"/>
              <a:gd name="connsiteY3284" fmla="*/ 2391202 h 3882143"/>
              <a:gd name="connsiteX3285" fmla="*/ 8800976 w 12184002"/>
              <a:gd name="connsiteY3285" fmla="*/ 2387445 h 3882143"/>
              <a:gd name="connsiteX3286" fmla="*/ 8804733 w 12184002"/>
              <a:gd name="connsiteY3286" fmla="*/ 2391202 h 3882143"/>
              <a:gd name="connsiteX3287" fmla="*/ 8804733 w 12184002"/>
              <a:gd name="connsiteY3287" fmla="*/ 2730354 h 3882143"/>
              <a:gd name="connsiteX3288" fmla="*/ 8666414 w 12184002"/>
              <a:gd name="connsiteY3288" fmla="*/ 2730354 h 3882143"/>
              <a:gd name="connsiteX3289" fmla="*/ 8666414 w 12184002"/>
              <a:gd name="connsiteY3289" fmla="*/ 2803759 h 3882143"/>
              <a:gd name="connsiteX3290" fmla="*/ 8872053 w 12184002"/>
              <a:gd name="connsiteY3290" fmla="*/ 2803759 h 3882143"/>
              <a:gd name="connsiteX3291" fmla="*/ 8872053 w 12184002"/>
              <a:gd name="connsiteY3291" fmla="*/ 2344018 h 3882143"/>
              <a:gd name="connsiteX3292" fmla="*/ 8727490 w 12184002"/>
              <a:gd name="connsiteY3292" fmla="*/ 2242209 h 3882143"/>
              <a:gd name="connsiteX3293" fmla="*/ 8725112 w 12184002"/>
              <a:gd name="connsiteY3293" fmla="*/ 2247971 h 3882143"/>
              <a:gd name="connsiteX3294" fmla="*/ 8707963 w 12184002"/>
              <a:gd name="connsiteY3294" fmla="*/ 2255136 h 3882143"/>
              <a:gd name="connsiteX3295" fmla="*/ 8683694 w 12184002"/>
              <a:gd name="connsiteY3295" fmla="*/ 2230718 h 3882143"/>
              <a:gd name="connsiteX3296" fmla="*/ 8707963 w 12184002"/>
              <a:gd name="connsiteY3296" fmla="*/ 2206300 h 3882143"/>
              <a:gd name="connsiteX3297" fmla="*/ 3476040 w 12184002"/>
              <a:gd name="connsiteY3297" fmla="*/ 2206300 h 3882143"/>
              <a:gd name="connsiteX3298" fmla="*/ 3500308 w 12184002"/>
              <a:gd name="connsiteY3298" fmla="*/ 2230718 h 3882143"/>
              <a:gd name="connsiteX3299" fmla="*/ 3476040 w 12184002"/>
              <a:gd name="connsiteY3299" fmla="*/ 2255136 h 3882143"/>
              <a:gd name="connsiteX3300" fmla="*/ 3458891 w 12184002"/>
              <a:gd name="connsiteY3300" fmla="*/ 2247971 h 3882143"/>
              <a:gd name="connsiteX3301" fmla="*/ 3456513 w 12184002"/>
              <a:gd name="connsiteY3301" fmla="*/ 2242209 h 3882143"/>
              <a:gd name="connsiteX3302" fmla="*/ 3311950 w 12184002"/>
              <a:gd name="connsiteY3302" fmla="*/ 2344018 h 3882143"/>
              <a:gd name="connsiteX3303" fmla="*/ 3311950 w 12184002"/>
              <a:gd name="connsiteY3303" fmla="*/ 2803759 h 3882143"/>
              <a:gd name="connsiteX3304" fmla="*/ 3517589 w 12184002"/>
              <a:gd name="connsiteY3304" fmla="*/ 2803759 h 3882143"/>
              <a:gd name="connsiteX3305" fmla="*/ 3517589 w 12184002"/>
              <a:gd name="connsiteY3305" fmla="*/ 2730354 h 3882143"/>
              <a:gd name="connsiteX3306" fmla="*/ 3379269 w 12184002"/>
              <a:gd name="connsiteY3306" fmla="*/ 2730354 h 3882143"/>
              <a:gd name="connsiteX3307" fmla="*/ 3379269 w 12184002"/>
              <a:gd name="connsiteY3307" fmla="*/ 2391202 h 3882143"/>
              <a:gd name="connsiteX3308" fmla="*/ 3383026 w 12184002"/>
              <a:gd name="connsiteY3308" fmla="*/ 2387445 h 3882143"/>
              <a:gd name="connsiteX3309" fmla="*/ 3386782 w 12184002"/>
              <a:gd name="connsiteY3309" fmla="*/ 2391202 h 3882143"/>
              <a:gd name="connsiteX3310" fmla="*/ 3386782 w 12184002"/>
              <a:gd name="connsiteY3310" fmla="*/ 2468364 h 3882143"/>
              <a:gd name="connsiteX3311" fmla="*/ 3470329 w 12184002"/>
              <a:gd name="connsiteY3311" fmla="*/ 2468364 h 3882143"/>
              <a:gd name="connsiteX3312" fmla="*/ 3470329 w 12184002"/>
              <a:gd name="connsiteY3312" fmla="*/ 2636962 h 3882143"/>
              <a:gd name="connsiteX3313" fmla="*/ 3466573 w 12184002"/>
              <a:gd name="connsiteY3313" fmla="*/ 2640719 h 3882143"/>
              <a:gd name="connsiteX3314" fmla="*/ 3466498 w 12184002"/>
              <a:gd name="connsiteY3314" fmla="*/ 2640645 h 3882143"/>
              <a:gd name="connsiteX3315" fmla="*/ 3462741 w 12184002"/>
              <a:gd name="connsiteY3315" fmla="*/ 2636888 h 3882143"/>
              <a:gd name="connsiteX3316" fmla="*/ 3462741 w 12184002"/>
              <a:gd name="connsiteY3316" fmla="*/ 2475877 h 3882143"/>
              <a:gd name="connsiteX3317" fmla="*/ 3386782 w 12184002"/>
              <a:gd name="connsiteY3317" fmla="*/ 2475877 h 3882143"/>
              <a:gd name="connsiteX3318" fmla="*/ 3386782 w 12184002"/>
              <a:gd name="connsiteY3318" fmla="*/ 2722841 h 3882143"/>
              <a:gd name="connsiteX3319" fmla="*/ 3517589 w 12184002"/>
              <a:gd name="connsiteY3319" fmla="*/ 2722841 h 3882143"/>
              <a:gd name="connsiteX3320" fmla="*/ 3517589 w 12184002"/>
              <a:gd name="connsiteY3320" fmla="*/ 2558899 h 3882143"/>
              <a:gd name="connsiteX3321" fmla="*/ 3521346 w 12184002"/>
              <a:gd name="connsiteY3321" fmla="*/ 2555143 h 3882143"/>
              <a:gd name="connsiteX3322" fmla="*/ 3525102 w 12184002"/>
              <a:gd name="connsiteY3322" fmla="*/ 2558899 h 3882143"/>
              <a:gd name="connsiteX3323" fmla="*/ 3525102 w 12184002"/>
              <a:gd name="connsiteY3323" fmla="*/ 2723742 h 3882143"/>
              <a:gd name="connsiteX3324" fmla="*/ 3527957 w 12184002"/>
              <a:gd name="connsiteY3324" fmla="*/ 2726597 h 3882143"/>
              <a:gd name="connsiteX3325" fmla="*/ 3525102 w 12184002"/>
              <a:gd name="connsiteY3325" fmla="*/ 2729452 h 3882143"/>
              <a:gd name="connsiteX3326" fmla="*/ 3525102 w 12184002"/>
              <a:gd name="connsiteY3326" fmla="*/ 2811347 h 3882143"/>
              <a:gd name="connsiteX3327" fmla="*/ 3304361 w 12184002"/>
              <a:gd name="connsiteY3327" fmla="*/ 2811347 h 3882143"/>
              <a:gd name="connsiteX3328" fmla="*/ 3304361 w 12184002"/>
              <a:gd name="connsiteY3328" fmla="*/ 2340112 h 3882143"/>
              <a:gd name="connsiteX3329" fmla="*/ 3453561 w 12184002"/>
              <a:gd name="connsiteY3329" fmla="*/ 2235055 h 3882143"/>
              <a:gd name="connsiteX3330" fmla="*/ 3451772 w 12184002"/>
              <a:gd name="connsiteY3330" fmla="*/ 2230718 h 3882143"/>
              <a:gd name="connsiteX3331" fmla="*/ 3476040 w 12184002"/>
              <a:gd name="connsiteY3331" fmla="*/ 2206300 h 3882143"/>
              <a:gd name="connsiteX3332" fmla="*/ 10347070 w 12184002"/>
              <a:gd name="connsiteY3332" fmla="*/ 2192776 h 3882143"/>
              <a:gd name="connsiteX3333" fmla="*/ 10347145 w 12184002"/>
              <a:gd name="connsiteY3333" fmla="*/ 2192776 h 3882143"/>
              <a:gd name="connsiteX3334" fmla="*/ 10347070 w 12184002"/>
              <a:gd name="connsiteY3334" fmla="*/ 2192850 h 3882143"/>
              <a:gd name="connsiteX3335" fmla="*/ 1836858 w 12184002"/>
              <a:gd name="connsiteY3335" fmla="*/ 2192776 h 3882143"/>
              <a:gd name="connsiteX3336" fmla="*/ 1836932 w 12184002"/>
              <a:gd name="connsiteY3336" fmla="*/ 2192776 h 3882143"/>
              <a:gd name="connsiteX3337" fmla="*/ 1836932 w 12184002"/>
              <a:gd name="connsiteY3337" fmla="*/ 2192850 h 3882143"/>
              <a:gd name="connsiteX3338" fmla="*/ 7944460 w 12184002"/>
              <a:gd name="connsiteY3338" fmla="*/ 2192626 h 3882143"/>
              <a:gd name="connsiteX3339" fmla="*/ 7944384 w 12184002"/>
              <a:gd name="connsiteY3339" fmla="*/ 2192700 h 3882143"/>
              <a:gd name="connsiteX3340" fmla="*/ 7944460 w 12184002"/>
              <a:gd name="connsiteY3340" fmla="*/ 2192774 h 3882143"/>
              <a:gd name="connsiteX3341" fmla="*/ 4239544 w 12184002"/>
              <a:gd name="connsiteY3341" fmla="*/ 2192626 h 3882143"/>
              <a:gd name="connsiteX3342" fmla="*/ 4239544 w 12184002"/>
              <a:gd name="connsiteY3342" fmla="*/ 2192774 h 3882143"/>
              <a:gd name="connsiteX3343" fmla="*/ 4239619 w 12184002"/>
              <a:gd name="connsiteY3343" fmla="*/ 2192700 h 3882143"/>
              <a:gd name="connsiteX3344" fmla="*/ 10079821 w 12184002"/>
              <a:gd name="connsiteY3344" fmla="*/ 2162798 h 3882143"/>
              <a:gd name="connsiteX3345" fmla="*/ 10083577 w 12184002"/>
              <a:gd name="connsiteY3345" fmla="*/ 2166553 h 3882143"/>
              <a:gd name="connsiteX3346" fmla="*/ 10083577 w 12184002"/>
              <a:gd name="connsiteY3346" fmla="*/ 2380985 h 3882143"/>
              <a:gd name="connsiteX3347" fmla="*/ 10218817 w 12184002"/>
              <a:gd name="connsiteY3347" fmla="*/ 2516675 h 3882143"/>
              <a:gd name="connsiteX3348" fmla="*/ 10218892 w 12184002"/>
              <a:gd name="connsiteY3348" fmla="*/ 2516750 h 3882143"/>
              <a:gd name="connsiteX3349" fmla="*/ 10076139 w 12184002"/>
              <a:gd name="connsiteY3349" fmla="*/ 2516750 h 3882143"/>
              <a:gd name="connsiteX3350" fmla="*/ 10076139 w 12184002"/>
              <a:gd name="connsiteY3350" fmla="*/ 2475728 h 3882143"/>
              <a:gd name="connsiteX3351" fmla="*/ 10079895 w 12184002"/>
              <a:gd name="connsiteY3351" fmla="*/ 2471971 h 3882143"/>
              <a:gd name="connsiteX3352" fmla="*/ 10083652 w 12184002"/>
              <a:gd name="connsiteY3352" fmla="*/ 2475728 h 3882143"/>
              <a:gd name="connsiteX3353" fmla="*/ 10083652 w 12184002"/>
              <a:gd name="connsiteY3353" fmla="*/ 2509161 h 3882143"/>
              <a:gd name="connsiteX3354" fmla="*/ 10200635 w 12184002"/>
              <a:gd name="connsiteY3354" fmla="*/ 2509161 h 3882143"/>
              <a:gd name="connsiteX3355" fmla="*/ 10076064 w 12184002"/>
              <a:gd name="connsiteY3355" fmla="*/ 2384140 h 3882143"/>
              <a:gd name="connsiteX3356" fmla="*/ 10076064 w 12184002"/>
              <a:gd name="connsiteY3356" fmla="*/ 2166553 h 3882143"/>
              <a:gd name="connsiteX3357" fmla="*/ 10079821 w 12184002"/>
              <a:gd name="connsiteY3357" fmla="*/ 2162798 h 3882143"/>
              <a:gd name="connsiteX3358" fmla="*/ 2104181 w 12184002"/>
              <a:gd name="connsiteY3358" fmla="*/ 2162798 h 3882143"/>
              <a:gd name="connsiteX3359" fmla="*/ 2107939 w 12184002"/>
              <a:gd name="connsiteY3359" fmla="*/ 2166553 h 3882143"/>
              <a:gd name="connsiteX3360" fmla="*/ 2107939 w 12184002"/>
              <a:gd name="connsiteY3360" fmla="*/ 2384140 h 3882143"/>
              <a:gd name="connsiteX3361" fmla="*/ 1983367 w 12184002"/>
              <a:gd name="connsiteY3361" fmla="*/ 2509161 h 3882143"/>
              <a:gd name="connsiteX3362" fmla="*/ 2100350 w 12184002"/>
              <a:gd name="connsiteY3362" fmla="*/ 2509161 h 3882143"/>
              <a:gd name="connsiteX3363" fmla="*/ 2100350 w 12184002"/>
              <a:gd name="connsiteY3363" fmla="*/ 2475728 h 3882143"/>
              <a:gd name="connsiteX3364" fmla="*/ 2104107 w 12184002"/>
              <a:gd name="connsiteY3364" fmla="*/ 2471971 h 3882143"/>
              <a:gd name="connsiteX3365" fmla="*/ 2107865 w 12184002"/>
              <a:gd name="connsiteY3365" fmla="*/ 2475728 h 3882143"/>
              <a:gd name="connsiteX3366" fmla="*/ 2107865 w 12184002"/>
              <a:gd name="connsiteY3366" fmla="*/ 2516750 h 3882143"/>
              <a:gd name="connsiteX3367" fmla="*/ 1965111 w 12184002"/>
              <a:gd name="connsiteY3367" fmla="*/ 2516750 h 3882143"/>
              <a:gd name="connsiteX3368" fmla="*/ 1965186 w 12184002"/>
              <a:gd name="connsiteY3368" fmla="*/ 2516675 h 3882143"/>
              <a:gd name="connsiteX3369" fmla="*/ 2100426 w 12184002"/>
              <a:gd name="connsiteY3369" fmla="*/ 2380985 h 3882143"/>
              <a:gd name="connsiteX3370" fmla="*/ 2100426 w 12184002"/>
              <a:gd name="connsiteY3370" fmla="*/ 2166553 h 3882143"/>
              <a:gd name="connsiteX3371" fmla="*/ 2104181 w 12184002"/>
              <a:gd name="connsiteY3371" fmla="*/ 2162798 h 3882143"/>
              <a:gd name="connsiteX3372" fmla="*/ 8144914 w 12184002"/>
              <a:gd name="connsiteY3372" fmla="*/ 2143264 h 3882143"/>
              <a:gd name="connsiteX3373" fmla="*/ 8169182 w 12184002"/>
              <a:gd name="connsiteY3373" fmla="*/ 2167682 h 3882143"/>
              <a:gd name="connsiteX3374" fmla="*/ 8162063 w 12184002"/>
              <a:gd name="connsiteY3374" fmla="*/ 2184935 h 3882143"/>
              <a:gd name="connsiteX3375" fmla="*/ 8148671 w 12184002"/>
              <a:gd name="connsiteY3375" fmla="*/ 2190531 h 3882143"/>
              <a:gd name="connsiteX3376" fmla="*/ 8148671 w 12184002"/>
              <a:gd name="connsiteY3376" fmla="*/ 2384216 h 3882143"/>
              <a:gd name="connsiteX3377" fmla="*/ 8024100 w 12184002"/>
              <a:gd name="connsiteY3377" fmla="*/ 2509237 h 3882143"/>
              <a:gd name="connsiteX3378" fmla="*/ 8141083 w 12184002"/>
              <a:gd name="connsiteY3378" fmla="*/ 2509237 h 3882143"/>
              <a:gd name="connsiteX3379" fmla="*/ 8141083 w 12184002"/>
              <a:gd name="connsiteY3379" fmla="*/ 2475802 h 3882143"/>
              <a:gd name="connsiteX3380" fmla="*/ 8144840 w 12184002"/>
              <a:gd name="connsiteY3380" fmla="*/ 2472046 h 3882143"/>
              <a:gd name="connsiteX3381" fmla="*/ 8148597 w 12184002"/>
              <a:gd name="connsiteY3381" fmla="*/ 2475802 h 3882143"/>
              <a:gd name="connsiteX3382" fmla="*/ 8148597 w 12184002"/>
              <a:gd name="connsiteY3382" fmla="*/ 2516751 h 3882143"/>
              <a:gd name="connsiteX3383" fmla="*/ 8005918 w 12184002"/>
              <a:gd name="connsiteY3383" fmla="*/ 2516751 h 3882143"/>
              <a:gd name="connsiteX3384" fmla="*/ 8141159 w 12184002"/>
              <a:gd name="connsiteY3384" fmla="*/ 2381060 h 3882143"/>
              <a:gd name="connsiteX3385" fmla="*/ 8141159 w 12184002"/>
              <a:gd name="connsiteY3385" fmla="*/ 2190537 h 3882143"/>
              <a:gd name="connsiteX3386" fmla="*/ 8127765 w 12184002"/>
              <a:gd name="connsiteY3386" fmla="*/ 2184962 h 3882143"/>
              <a:gd name="connsiteX3387" fmla="*/ 8120646 w 12184002"/>
              <a:gd name="connsiteY3387" fmla="*/ 2167682 h 3882143"/>
              <a:gd name="connsiteX3388" fmla="*/ 8144914 w 12184002"/>
              <a:gd name="connsiteY3388" fmla="*/ 2143264 h 3882143"/>
              <a:gd name="connsiteX3389" fmla="*/ 4039088 w 12184002"/>
              <a:gd name="connsiteY3389" fmla="*/ 2143264 h 3882143"/>
              <a:gd name="connsiteX3390" fmla="*/ 4063358 w 12184002"/>
              <a:gd name="connsiteY3390" fmla="*/ 2167682 h 3882143"/>
              <a:gd name="connsiteX3391" fmla="*/ 4056238 w 12184002"/>
              <a:gd name="connsiteY3391" fmla="*/ 2184962 h 3882143"/>
              <a:gd name="connsiteX3392" fmla="*/ 4042844 w 12184002"/>
              <a:gd name="connsiteY3392" fmla="*/ 2190537 h 3882143"/>
              <a:gd name="connsiteX3393" fmla="*/ 4042844 w 12184002"/>
              <a:gd name="connsiteY3393" fmla="*/ 2381060 h 3882143"/>
              <a:gd name="connsiteX3394" fmla="*/ 4178085 w 12184002"/>
              <a:gd name="connsiteY3394" fmla="*/ 2516751 h 3882143"/>
              <a:gd name="connsiteX3395" fmla="*/ 4035406 w 12184002"/>
              <a:gd name="connsiteY3395" fmla="*/ 2516751 h 3882143"/>
              <a:gd name="connsiteX3396" fmla="*/ 4035406 w 12184002"/>
              <a:gd name="connsiteY3396" fmla="*/ 2475802 h 3882143"/>
              <a:gd name="connsiteX3397" fmla="*/ 4039163 w 12184002"/>
              <a:gd name="connsiteY3397" fmla="*/ 2472046 h 3882143"/>
              <a:gd name="connsiteX3398" fmla="*/ 4042921 w 12184002"/>
              <a:gd name="connsiteY3398" fmla="*/ 2475802 h 3882143"/>
              <a:gd name="connsiteX3399" fmla="*/ 4042921 w 12184002"/>
              <a:gd name="connsiteY3399" fmla="*/ 2509237 h 3882143"/>
              <a:gd name="connsiteX3400" fmla="*/ 4159902 w 12184002"/>
              <a:gd name="connsiteY3400" fmla="*/ 2509237 h 3882143"/>
              <a:gd name="connsiteX3401" fmla="*/ 4035331 w 12184002"/>
              <a:gd name="connsiteY3401" fmla="*/ 2384216 h 3882143"/>
              <a:gd name="connsiteX3402" fmla="*/ 4035331 w 12184002"/>
              <a:gd name="connsiteY3402" fmla="*/ 2190531 h 3882143"/>
              <a:gd name="connsiteX3403" fmla="*/ 4021939 w 12184002"/>
              <a:gd name="connsiteY3403" fmla="*/ 2184935 h 3882143"/>
              <a:gd name="connsiteX3404" fmla="*/ 4014821 w 12184002"/>
              <a:gd name="connsiteY3404" fmla="*/ 2167682 h 3882143"/>
              <a:gd name="connsiteX3405" fmla="*/ 4039088 w 12184002"/>
              <a:gd name="connsiteY3405" fmla="*/ 2143264 h 3882143"/>
              <a:gd name="connsiteX3406" fmla="*/ 6725497 w 12184002"/>
              <a:gd name="connsiteY3406" fmla="*/ 2072637 h 3882143"/>
              <a:gd name="connsiteX3407" fmla="*/ 6729254 w 12184002"/>
              <a:gd name="connsiteY3407" fmla="*/ 2076394 h 3882143"/>
              <a:gd name="connsiteX3408" fmla="*/ 6729254 w 12184002"/>
              <a:gd name="connsiteY3408" fmla="*/ 2161445 h 3882143"/>
              <a:gd name="connsiteX3409" fmla="*/ 6872309 w 12184002"/>
              <a:gd name="connsiteY3409" fmla="*/ 2304950 h 3882143"/>
              <a:gd name="connsiteX3410" fmla="*/ 6712616 w 12184002"/>
              <a:gd name="connsiteY3410" fmla="*/ 2304950 h 3882143"/>
              <a:gd name="connsiteX3411" fmla="*/ 6706583 w 12184002"/>
              <a:gd name="connsiteY3411" fmla="*/ 2319573 h 3882143"/>
              <a:gd name="connsiteX3412" fmla="*/ 6689433 w 12184002"/>
              <a:gd name="connsiteY3412" fmla="*/ 2326738 h 3882143"/>
              <a:gd name="connsiteX3413" fmla="*/ 6665166 w 12184002"/>
              <a:gd name="connsiteY3413" fmla="*/ 2302320 h 3882143"/>
              <a:gd name="connsiteX3414" fmla="*/ 6689433 w 12184002"/>
              <a:gd name="connsiteY3414" fmla="*/ 2277902 h 3882143"/>
              <a:gd name="connsiteX3415" fmla="*/ 6706583 w 12184002"/>
              <a:gd name="connsiteY3415" fmla="*/ 2285040 h 3882143"/>
              <a:gd name="connsiteX3416" fmla="*/ 6711690 w 12184002"/>
              <a:gd name="connsiteY3416" fmla="*/ 2297436 h 3882143"/>
              <a:gd name="connsiteX3417" fmla="*/ 6854201 w 12184002"/>
              <a:gd name="connsiteY3417" fmla="*/ 2297436 h 3882143"/>
              <a:gd name="connsiteX3418" fmla="*/ 6787934 w 12184002"/>
              <a:gd name="connsiteY3418" fmla="*/ 2230943 h 3882143"/>
              <a:gd name="connsiteX3419" fmla="*/ 6689357 w 12184002"/>
              <a:gd name="connsiteY3419" fmla="*/ 2230943 h 3882143"/>
              <a:gd name="connsiteX3420" fmla="*/ 6685602 w 12184002"/>
              <a:gd name="connsiteY3420" fmla="*/ 2227186 h 3882143"/>
              <a:gd name="connsiteX3421" fmla="*/ 6689357 w 12184002"/>
              <a:gd name="connsiteY3421" fmla="*/ 2223430 h 3882143"/>
              <a:gd name="connsiteX3422" fmla="*/ 6780446 w 12184002"/>
              <a:gd name="connsiteY3422" fmla="*/ 2223430 h 3882143"/>
              <a:gd name="connsiteX3423" fmla="*/ 6721741 w 12184002"/>
              <a:gd name="connsiteY3423" fmla="*/ 2164525 h 3882143"/>
              <a:gd name="connsiteX3424" fmla="*/ 6721741 w 12184002"/>
              <a:gd name="connsiteY3424" fmla="*/ 2076394 h 3882143"/>
              <a:gd name="connsiteX3425" fmla="*/ 6725497 w 12184002"/>
              <a:gd name="connsiteY3425" fmla="*/ 2072637 h 3882143"/>
              <a:gd name="connsiteX3426" fmla="*/ 5458507 w 12184002"/>
              <a:gd name="connsiteY3426" fmla="*/ 2072637 h 3882143"/>
              <a:gd name="connsiteX3427" fmla="*/ 5462261 w 12184002"/>
              <a:gd name="connsiteY3427" fmla="*/ 2076394 h 3882143"/>
              <a:gd name="connsiteX3428" fmla="*/ 5462261 w 12184002"/>
              <a:gd name="connsiteY3428" fmla="*/ 2164525 h 3882143"/>
              <a:gd name="connsiteX3429" fmla="*/ 5403557 w 12184002"/>
              <a:gd name="connsiteY3429" fmla="*/ 2223430 h 3882143"/>
              <a:gd name="connsiteX3430" fmla="*/ 5494645 w 12184002"/>
              <a:gd name="connsiteY3430" fmla="*/ 2223430 h 3882143"/>
              <a:gd name="connsiteX3431" fmla="*/ 5498401 w 12184002"/>
              <a:gd name="connsiteY3431" fmla="*/ 2227186 h 3882143"/>
              <a:gd name="connsiteX3432" fmla="*/ 5494645 w 12184002"/>
              <a:gd name="connsiteY3432" fmla="*/ 2230943 h 3882143"/>
              <a:gd name="connsiteX3433" fmla="*/ 5396069 w 12184002"/>
              <a:gd name="connsiteY3433" fmla="*/ 2230943 h 3882143"/>
              <a:gd name="connsiteX3434" fmla="*/ 5329802 w 12184002"/>
              <a:gd name="connsiteY3434" fmla="*/ 2297436 h 3882143"/>
              <a:gd name="connsiteX3435" fmla="*/ 5472314 w 12184002"/>
              <a:gd name="connsiteY3435" fmla="*/ 2297436 h 3882143"/>
              <a:gd name="connsiteX3436" fmla="*/ 5477420 w 12184002"/>
              <a:gd name="connsiteY3436" fmla="*/ 2285040 h 3882143"/>
              <a:gd name="connsiteX3437" fmla="*/ 5494571 w 12184002"/>
              <a:gd name="connsiteY3437" fmla="*/ 2277902 h 3882143"/>
              <a:gd name="connsiteX3438" fmla="*/ 5518837 w 12184002"/>
              <a:gd name="connsiteY3438" fmla="*/ 2302320 h 3882143"/>
              <a:gd name="connsiteX3439" fmla="*/ 5494571 w 12184002"/>
              <a:gd name="connsiteY3439" fmla="*/ 2326738 h 3882143"/>
              <a:gd name="connsiteX3440" fmla="*/ 5477420 w 12184002"/>
              <a:gd name="connsiteY3440" fmla="*/ 2319573 h 3882143"/>
              <a:gd name="connsiteX3441" fmla="*/ 5471386 w 12184002"/>
              <a:gd name="connsiteY3441" fmla="*/ 2304950 h 3882143"/>
              <a:gd name="connsiteX3442" fmla="*/ 5311695 w 12184002"/>
              <a:gd name="connsiteY3442" fmla="*/ 2304950 h 3882143"/>
              <a:gd name="connsiteX3443" fmla="*/ 5454749 w 12184002"/>
              <a:gd name="connsiteY3443" fmla="*/ 2161445 h 3882143"/>
              <a:gd name="connsiteX3444" fmla="*/ 5454749 w 12184002"/>
              <a:gd name="connsiteY3444" fmla="*/ 2076394 h 3882143"/>
              <a:gd name="connsiteX3445" fmla="*/ 5458507 w 12184002"/>
              <a:gd name="connsiteY3445" fmla="*/ 2072637 h 3882143"/>
              <a:gd name="connsiteX3446" fmla="*/ 11499388 w 12184002"/>
              <a:gd name="connsiteY3446" fmla="*/ 2072562 h 3882143"/>
              <a:gd name="connsiteX3447" fmla="*/ 11503144 w 12184002"/>
              <a:gd name="connsiteY3447" fmla="*/ 2076318 h 3882143"/>
              <a:gd name="connsiteX3448" fmla="*/ 11503144 w 12184002"/>
              <a:gd name="connsiteY3448" fmla="*/ 2164450 h 3882143"/>
              <a:gd name="connsiteX3449" fmla="*/ 11444366 w 12184002"/>
              <a:gd name="connsiteY3449" fmla="*/ 2223430 h 3882143"/>
              <a:gd name="connsiteX3450" fmla="*/ 11535526 w 12184002"/>
              <a:gd name="connsiteY3450" fmla="*/ 2223430 h 3882143"/>
              <a:gd name="connsiteX3451" fmla="*/ 11539283 w 12184002"/>
              <a:gd name="connsiteY3451" fmla="*/ 2227186 h 3882143"/>
              <a:gd name="connsiteX3452" fmla="*/ 11535526 w 12184002"/>
              <a:gd name="connsiteY3452" fmla="*/ 2230943 h 3882143"/>
              <a:gd name="connsiteX3453" fmla="*/ 11443714 w 12184002"/>
              <a:gd name="connsiteY3453" fmla="*/ 2230943 h 3882143"/>
              <a:gd name="connsiteX3454" fmla="*/ 11440291 w 12184002"/>
              <a:gd name="connsiteY3454" fmla="*/ 2227520 h 3882143"/>
              <a:gd name="connsiteX3455" fmla="*/ 11370685 w 12184002"/>
              <a:gd name="connsiteY3455" fmla="*/ 2297360 h 3882143"/>
              <a:gd name="connsiteX3456" fmla="*/ 11538307 w 12184002"/>
              <a:gd name="connsiteY3456" fmla="*/ 2297360 h 3882143"/>
              <a:gd name="connsiteX3457" fmla="*/ 11542064 w 12184002"/>
              <a:gd name="connsiteY3457" fmla="*/ 2301118 h 3882143"/>
              <a:gd name="connsiteX3458" fmla="*/ 11538307 w 12184002"/>
              <a:gd name="connsiteY3458" fmla="*/ 2304875 h 3882143"/>
              <a:gd name="connsiteX3459" fmla="*/ 11538307 w 12184002"/>
              <a:gd name="connsiteY3459" fmla="*/ 2304950 h 3882143"/>
              <a:gd name="connsiteX3460" fmla="*/ 11352502 w 12184002"/>
              <a:gd name="connsiteY3460" fmla="*/ 2304950 h 3882143"/>
              <a:gd name="connsiteX3461" fmla="*/ 11495632 w 12184002"/>
              <a:gd name="connsiteY3461" fmla="*/ 2161370 h 3882143"/>
              <a:gd name="connsiteX3462" fmla="*/ 11495632 w 12184002"/>
              <a:gd name="connsiteY3462" fmla="*/ 2076318 h 3882143"/>
              <a:gd name="connsiteX3463" fmla="*/ 11499388 w 12184002"/>
              <a:gd name="connsiteY3463" fmla="*/ 2072562 h 3882143"/>
              <a:gd name="connsiteX3464" fmla="*/ 684615 w 12184002"/>
              <a:gd name="connsiteY3464" fmla="*/ 2072562 h 3882143"/>
              <a:gd name="connsiteX3465" fmla="*/ 688371 w 12184002"/>
              <a:gd name="connsiteY3465" fmla="*/ 2076318 h 3882143"/>
              <a:gd name="connsiteX3466" fmla="*/ 688371 w 12184002"/>
              <a:gd name="connsiteY3466" fmla="*/ 2161370 h 3882143"/>
              <a:gd name="connsiteX3467" fmla="*/ 831500 w 12184002"/>
              <a:gd name="connsiteY3467" fmla="*/ 2304950 h 3882143"/>
              <a:gd name="connsiteX3468" fmla="*/ 645696 w 12184002"/>
              <a:gd name="connsiteY3468" fmla="*/ 2304950 h 3882143"/>
              <a:gd name="connsiteX3469" fmla="*/ 645696 w 12184002"/>
              <a:gd name="connsiteY3469" fmla="*/ 2304875 h 3882143"/>
              <a:gd name="connsiteX3470" fmla="*/ 641939 w 12184002"/>
              <a:gd name="connsiteY3470" fmla="*/ 2301118 h 3882143"/>
              <a:gd name="connsiteX3471" fmla="*/ 645696 w 12184002"/>
              <a:gd name="connsiteY3471" fmla="*/ 2297360 h 3882143"/>
              <a:gd name="connsiteX3472" fmla="*/ 813317 w 12184002"/>
              <a:gd name="connsiteY3472" fmla="*/ 2297360 h 3882143"/>
              <a:gd name="connsiteX3473" fmla="*/ 743712 w 12184002"/>
              <a:gd name="connsiteY3473" fmla="*/ 2227520 h 3882143"/>
              <a:gd name="connsiteX3474" fmla="*/ 740288 w 12184002"/>
              <a:gd name="connsiteY3474" fmla="*/ 2230943 h 3882143"/>
              <a:gd name="connsiteX3475" fmla="*/ 648476 w 12184002"/>
              <a:gd name="connsiteY3475" fmla="*/ 2230943 h 3882143"/>
              <a:gd name="connsiteX3476" fmla="*/ 644719 w 12184002"/>
              <a:gd name="connsiteY3476" fmla="*/ 2227186 h 3882143"/>
              <a:gd name="connsiteX3477" fmla="*/ 648476 w 12184002"/>
              <a:gd name="connsiteY3477" fmla="*/ 2223430 h 3882143"/>
              <a:gd name="connsiteX3478" fmla="*/ 739636 w 12184002"/>
              <a:gd name="connsiteY3478" fmla="*/ 2223430 h 3882143"/>
              <a:gd name="connsiteX3479" fmla="*/ 680858 w 12184002"/>
              <a:gd name="connsiteY3479" fmla="*/ 2164450 h 3882143"/>
              <a:gd name="connsiteX3480" fmla="*/ 680858 w 12184002"/>
              <a:gd name="connsiteY3480" fmla="*/ 2076318 h 3882143"/>
              <a:gd name="connsiteX3481" fmla="*/ 684615 w 12184002"/>
              <a:gd name="connsiteY3481" fmla="*/ 2072562 h 3882143"/>
              <a:gd name="connsiteX3482" fmla="*/ 6541797 w 12184002"/>
              <a:gd name="connsiteY3482" fmla="*/ 1987887 h 3882143"/>
              <a:gd name="connsiteX3483" fmla="*/ 6545555 w 12184002"/>
              <a:gd name="connsiteY3483" fmla="*/ 1991644 h 3882143"/>
              <a:gd name="connsiteX3484" fmla="*/ 6545555 w 12184002"/>
              <a:gd name="connsiteY3484" fmla="*/ 2171964 h 3882143"/>
              <a:gd name="connsiteX3485" fmla="*/ 6386722 w 12184002"/>
              <a:gd name="connsiteY3485" fmla="*/ 2331321 h 3882143"/>
              <a:gd name="connsiteX3486" fmla="*/ 6384093 w 12184002"/>
              <a:gd name="connsiteY3486" fmla="*/ 2332448 h 3882143"/>
              <a:gd name="connsiteX3487" fmla="*/ 6381463 w 12184002"/>
              <a:gd name="connsiteY3487" fmla="*/ 2331321 h 3882143"/>
              <a:gd name="connsiteX3488" fmla="*/ 6381463 w 12184002"/>
              <a:gd name="connsiteY3488" fmla="*/ 2325986 h 3882143"/>
              <a:gd name="connsiteX3489" fmla="*/ 6538041 w 12184002"/>
              <a:gd name="connsiteY3489" fmla="*/ 2168809 h 3882143"/>
              <a:gd name="connsiteX3490" fmla="*/ 6538041 w 12184002"/>
              <a:gd name="connsiteY3490" fmla="*/ 1991644 h 3882143"/>
              <a:gd name="connsiteX3491" fmla="*/ 6541797 w 12184002"/>
              <a:gd name="connsiteY3491" fmla="*/ 1987887 h 3882143"/>
              <a:gd name="connsiteX3492" fmla="*/ 5642206 w 12184002"/>
              <a:gd name="connsiteY3492" fmla="*/ 1987887 h 3882143"/>
              <a:gd name="connsiteX3493" fmla="*/ 5645962 w 12184002"/>
              <a:gd name="connsiteY3493" fmla="*/ 1991644 h 3882143"/>
              <a:gd name="connsiteX3494" fmla="*/ 5645962 w 12184002"/>
              <a:gd name="connsiteY3494" fmla="*/ 2168809 h 3882143"/>
              <a:gd name="connsiteX3495" fmla="*/ 5802539 w 12184002"/>
              <a:gd name="connsiteY3495" fmla="*/ 2325986 h 3882143"/>
              <a:gd name="connsiteX3496" fmla="*/ 5802539 w 12184002"/>
              <a:gd name="connsiteY3496" fmla="*/ 2331321 h 3882143"/>
              <a:gd name="connsiteX3497" fmla="*/ 5799909 w 12184002"/>
              <a:gd name="connsiteY3497" fmla="*/ 2332448 h 3882143"/>
              <a:gd name="connsiteX3498" fmla="*/ 5797280 w 12184002"/>
              <a:gd name="connsiteY3498" fmla="*/ 2331321 h 3882143"/>
              <a:gd name="connsiteX3499" fmla="*/ 5638449 w 12184002"/>
              <a:gd name="connsiteY3499" fmla="*/ 2171964 h 3882143"/>
              <a:gd name="connsiteX3500" fmla="*/ 5638449 w 12184002"/>
              <a:gd name="connsiteY3500" fmla="*/ 1991644 h 3882143"/>
              <a:gd name="connsiteX3501" fmla="*/ 5642206 w 12184002"/>
              <a:gd name="connsiteY3501" fmla="*/ 1987887 h 3882143"/>
              <a:gd name="connsiteX3502" fmla="*/ 7035346 w 12184002"/>
              <a:gd name="connsiteY3502" fmla="*/ 1980450 h 3882143"/>
              <a:gd name="connsiteX3503" fmla="*/ 7039103 w 12184002"/>
              <a:gd name="connsiteY3503" fmla="*/ 1984205 h 3882143"/>
              <a:gd name="connsiteX3504" fmla="*/ 7039103 w 12184002"/>
              <a:gd name="connsiteY3504" fmla="*/ 2181656 h 3882143"/>
              <a:gd name="connsiteX3505" fmla="*/ 6957434 w 12184002"/>
              <a:gd name="connsiteY3505" fmla="*/ 2181656 h 3882143"/>
              <a:gd name="connsiteX3506" fmla="*/ 6957434 w 12184002"/>
              <a:gd name="connsiteY3506" fmla="*/ 2427416 h 3882143"/>
              <a:gd name="connsiteX3507" fmla="*/ 6953678 w 12184002"/>
              <a:gd name="connsiteY3507" fmla="*/ 2431173 h 3882143"/>
              <a:gd name="connsiteX3508" fmla="*/ 6953678 w 12184002"/>
              <a:gd name="connsiteY3508" fmla="*/ 2431099 h 3882143"/>
              <a:gd name="connsiteX3509" fmla="*/ 6949921 w 12184002"/>
              <a:gd name="connsiteY3509" fmla="*/ 2427342 h 3882143"/>
              <a:gd name="connsiteX3510" fmla="*/ 6949921 w 12184002"/>
              <a:gd name="connsiteY3510" fmla="*/ 2174068 h 3882143"/>
              <a:gd name="connsiteX3511" fmla="*/ 7031591 w 12184002"/>
              <a:gd name="connsiteY3511" fmla="*/ 2174068 h 3882143"/>
              <a:gd name="connsiteX3512" fmla="*/ 7031591 w 12184002"/>
              <a:gd name="connsiteY3512" fmla="*/ 2092172 h 3882143"/>
              <a:gd name="connsiteX3513" fmla="*/ 6868326 w 12184002"/>
              <a:gd name="connsiteY3513" fmla="*/ 2092172 h 3882143"/>
              <a:gd name="connsiteX3514" fmla="*/ 6868326 w 12184002"/>
              <a:gd name="connsiteY3514" fmla="*/ 1987812 h 3882143"/>
              <a:gd name="connsiteX3515" fmla="*/ 6872082 w 12184002"/>
              <a:gd name="connsiteY3515" fmla="*/ 1984055 h 3882143"/>
              <a:gd name="connsiteX3516" fmla="*/ 6875839 w 12184002"/>
              <a:gd name="connsiteY3516" fmla="*/ 1987812 h 3882143"/>
              <a:gd name="connsiteX3517" fmla="*/ 6875839 w 12184002"/>
              <a:gd name="connsiteY3517" fmla="*/ 2084583 h 3882143"/>
              <a:gd name="connsiteX3518" fmla="*/ 6946465 w 12184002"/>
              <a:gd name="connsiteY3518" fmla="*/ 2084583 h 3882143"/>
              <a:gd name="connsiteX3519" fmla="*/ 6946240 w 12184002"/>
              <a:gd name="connsiteY3519" fmla="*/ 2084358 h 3882143"/>
              <a:gd name="connsiteX3520" fmla="*/ 6946240 w 12184002"/>
              <a:gd name="connsiteY3520" fmla="*/ 2013958 h 3882143"/>
              <a:gd name="connsiteX3521" fmla="*/ 6949996 w 12184002"/>
              <a:gd name="connsiteY3521" fmla="*/ 2010202 h 3882143"/>
              <a:gd name="connsiteX3522" fmla="*/ 6953753 w 12184002"/>
              <a:gd name="connsiteY3522" fmla="*/ 2013958 h 3882143"/>
              <a:gd name="connsiteX3523" fmla="*/ 6953753 w 12184002"/>
              <a:gd name="connsiteY3523" fmla="*/ 2084358 h 3882143"/>
              <a:gd name="connsiteX3524" fmla="*/ 6953527 w 12184002"/>
              <a:gd name="connsiteY3524" fmla="*/ 2084583 h 3882143"/>
              <a:gd name="connsiteX3525" fmla="*/ 7031591 w 12184002"/>
              <a:gd name="connsiteY3525" fmla="*/ 2084583 h 3882143"/>
              <a:gd name="connsiteX3526" fmla="*/ 7031591 w 12184002"/>
              <a:gd name="connsiteY3526" fmla="*/ 1984205 h 3882143"/>
              <a:gd name="connsiteX3527" fmla="*/ 7035346 w 12184002"/>
              <a:gd name="connsiteY3527" fmla="*/ 1980450 h 3882143"/>
              <a:gd name="connsiteX3528" fmla="*/ 5148656 w 12184002"/>
              <a:gd name="connsiteY3528" fmla="*/ 1980450 h 3882143"/>
              <a:gd name="connsiteX3529" fmla="*/ 5152412 w 12184002"/>
              <a:gd name="connsiteY3529" fmla="*/ 1984205 h 3882143"/>
              <a:gd name="connsiteX3530" fmla="*/ 5152412 w 12184002"/>
              <a:gd name="connsiteY3530" fmla="*/ 2084583 h 3882143"/>
              <a:gd name="connsiteX3531" fmla="*/ 5230476 w 12184002"/>
              <a:gd name="connsiteY3531" fmla="*/ 2084583 h 3882143"/>
              <a:gd name="connsiteX3532" fmla="*/ 5230251 w 12184002"/>
              <a:gd name="connsiteY3532" fmla="*/ 2084358 h 3882143"/>
              <a:gd name="connsiteX3533" fmla="*/ 5230251 w 12184002"/>
              <a:gd name="connsiteY3533" fmla="*/ 2013958 h 3882143"/>
              <a:gd name="connsiteX3534" fmla="*/ 5234008 w 12184002"/>
              <a:gd name="connsiteY3534" fmla="*/ 2010202 h 3882143"/>
              <a:gd name="connsiteX3535" fmla="*/ 5237764 w 12184002"/>
              <a:gd name="connsiteY3535" fmla="*/ 2013958 h 3882143"/>
              <a:gd name="connsiteX3536" fmla="*/ 5237764 w 12184002"/>
              <a:gd name="connsiteY3536" fmla="*/ 2084358 h 3882143"/>
              <a:gd name="connsiteX3537" fmla="*/ 5237539 w 12184002"/>
              <a:gd name="connsiteY3537" fmla="*/ 2084583 h 3882143"/>
              <a:gd name="connsiteX3538" fmla="*/ 5308165 w 12184002"/>
              <a:gd name="connsiteY3538" fmla="*/ 2084583 h 3882143"/>
              <a:gd name="connsiteX3539" fmla="*/ 5308165 w 12184002"/>
              <a:gd name="connsiteY3539" fmla="*/ 1987812 h 3882143"/>
              <a:gd name="connsiteX3540" fmla="*/ 5311920 w 12184002"/>
              <a:gd name="connsiteY3540" fmla="*/ 1984055 h 3882143"/>
              <a:gd name="connsiteX3541" fmla="*/ 5315676 w 12184002"/>
              <a:gd name="connsiteY3541" fmla="*/ 1987812 h 3882143"/>
              <a:gd name="connsiteX3542" fmla="*/ 5315676 w 12184002"/>
              <a:gd name="connsiteY3542" fmla="*/ 2092172 h 3882143"/>
              <a:gd name="connsiteX3543" fmla="*/ 5152412 w 12184002"/>
              <a:gd name="connsiteY3543" fmla="*/ 2092172 h 3882143"/>
              <a:gd name="connsiteX3544" fmla="*/ 5152412 w 12184002"/>
              <a:gd name="connsiteY3544" fmla="*/ 2174068 h 3882143"/>
              <a:gd name="connsiteX3545" fmla="*/ 5234082 w 12184002"/>
              <a:gd name="connsiteY3545" fmla="*/ 2174068 h 3882143"/>
              <a:gd name="connsiteX3546" fmla="*/ 5234082 w 12184002"/>
              <a:gd name="connsiteY3546" fmla="*/ 2427342 h 3882143"/>
              <a:gd name="connsiteX3547" fmla="*/ 5230326 w 12184002"/>
              <a:gd name="connsiteY3547" fmla="*/ 2431099 h 3882143"/>
              <a:gd name="connsiteX3548" fmla="*/ 5230326 w 12184002"/>
              <a:gd name="connsiteY3548" fmla="*/ 2431173 h 3882143"/>
              <a:gd name="connsiteX3549" fmla="*/ 5226570 w 12184002"/>
              <a:gd name="connsiteY3549" fmla="*/ 2427416 h 3882143"/>
              <a:gd name="connsiteX3550" fmla="*/ 5226570 w 12184002"/>
              <a:gd name="connsiteY3550" fmla="*/ 2181656 h 3882143"/>
              <a:gd name="connsiteX3551" fmla="*/ 5144900 w 12184002"/>
              <a:gd name="connsiteY3551" fmla="*/ 2181656 h 3882143"/>
              <a:gd name="connsiteX3552" fmla="*/ 5144900 w 12184002"/>
              <a:gd name="connsiteY3552" fmla="*/ 1984205 h 3882143"/>
              <a:gd name="connsiteX3553" fmla="*/ 5148656 w 12184002"/>
              <a:gd name="connsiteY3553" fmla="*/ 1980450 h 3882143"/>
              <a:gd name="connsiteX3554" fmla="*/ 11189464 w 12184002"/>
              <a:gd name="connsiteY3554" fmla="*/ 1980374 h 3882143"/>
              <a:gd name="connsiteX3555" fmla="*/ 11193219 w 12184002"/>
              <a:gd name="connsiteY3555" fmla="*/ 1984130 h 3882143"/>
              <a:gd name="connsiteX3556" fmla="*/ 11193219 w 12184002"/>
              <a:gd name="connsiteY3556" fmla="*/ 2084658 h 3882143"/>
              <a:gd name="connsiteX3557" fmla="*/ 11271360 w 12184002"/>
              <a:gd name="connsiteY3557" fmla="*/ 2084658 h 3882143"/>
              <a:gd name="connsiteX3558" fmla="*/ 11271058 w 12184002"/>
              <a:gd name="connsiteY3558" fmla="*/ 2084358 h 3882143"/>
              <a:gd name="connsiteX3559" fmla="*/ 11271058 w 12184002"/>
              <a:gd name="connsiteY3559" fmla="*/ 2013958 h 3882143"/>
              <a:gd name="connsiteX3560" fmla="*/ 11274815 w 12184002"/>
              <a:gd name="connsiteY3560" fmla="*/ 2010202 h 3882143"/>
              <a:gd name="connsiteX3561" fmla="*/ 11278572 w 12184002"/>
              <a:gd name="connsiteY3561" fmla="*/ 2013958 h 3882143"/>
              <a:gd name="connsiteX3562" fmla="*/ 11278572 w 12184002"/>
              <a:gd name="connsiteY3562" fmla="*/ 2084358 h 3882143"/>
              <a:gd name="connsiteX3563" fmla="*/ 11278271 w 12184002"/>
              <a:gd name="connsiteY3563" fmla="*/ 2084658 h 3882143"/>
              <a:gd name="connsiteX3564" fmla="*/ 11348972 w 12184002"/>
              <a:gd name="connsiteY3564" fmla="*/ 2084658 h 3882143"/>
              <a:gd name="connsiteX3565" fmla="*/ 11348972 w 12184002"/>
              <a:gd name="connsiteY3565" fmla="*/ 1987887 h 3882143"/>
              <a:gd name="connsiteX3566" fmla="*/ 11352728 w 12184002"/>
              <a:gd name="connsiteY3566" fmla="*/ 1984131 h 3882143"/>
              <a:gd name="connsiteX3567" fmla="*/ 11356485 w 12184002"/>
              <a:gd name="connsiteY3567" fmla="*/ 1987887 h 3882143"/>
              <a:gd name="connsiteX3568" fmla="*/ 11356485 w 12184002"/>
              <a:gd name="connsiteY3568" fmla="*/ 2092173 h 3882143"/>
              <a:gd name="connsiteX3569" fmla="*/ 11193219 w 12184002"/>
              <a:gd name="connsiteY3569" fmla="*/ 2092173 h 3882143"/>
              <a:gd name="connsiteX3570" fmla="*/ 11193219 w 12184002"/>
              <a:gd name="connsiteY3570" fmla="*/ 2173992 h 3882143"/>
              <a:gd name="connsiteX3571" fmla="*/ 11274890 w 12184002"/>
              <a:gd name="connsiteY3571" fmla="*/ 2173992 h 3882143"/>
              <a:gd name="connsiteX3572" fmla="*/ 11274890 w 12184002"/>
              <a:gd name="connsiteY3572" fmla="*/ 2427266 h 3882143"/>
              <a:gd name="connsiteX3573" fmla="*/ 11271133 w 12184002"/>
              <a:gd name="connsiteY3573" fmla="*/ 2431023 h 3882143"/>
              <a:gd name="connsiteX3574" fmla="*/ 11271133 w 12184002"/>
              <a:gd name="connsiteY3574" fmla="*/ 2431098 h 3882143"/>
              <a:gd name="connsiteX3575" fmla="*/ 11267376 w 12184002"/>
              <a:gd name="connsiteY3575" fmla="*/ 2427341 h 3882143"/>
              <a:gd name="connsiteX3576" fmla="*/ 11267376 w 12184002"/>
              <a:gd name="connsiteY3576" fmla="*/ 2181581 h 3882143"/>
              <a:gd name="connsiteX3577" fmla="*/ 11185707 w 12184002"/>
              <a:gd name="connsiteY3577" fmla="*/ 2181581 h 3882143"/>
              <a:gd name="connsiteX3578" fmla="*/ 11185707 w 12184002"/>
              <a:gd name="connsiteY3578" fmla="*/ 1984130 h 3882143"/>
              <a:gd name="connsiteX3579" fmla="*/ 11189464 w 12184002"/>
              <a:gd name="connsiteY3579" fmla="*/ 1980374 h 3882143"/>
              <a:gd name="connsiteX3580" fmla="*/ 994539 w 12184002"/>
              <a:gd name="connsiteY3580" fmla="*/ 1980374 h 3882143"/>
              <a:gd name="connsiteX3581" fmla="*/ 998295 w 12184002"/>
              <a:gd name="connsiteY3581" fmla="*/ 1984130 h 3882143"/>
              <a:gd name="connsiteX3582" fmla="*/ 998295 w 12184002"/>
              <a:gd name="connsiteY3582" fmla="*/ 2181581 h 3882143"/>
              <a:gd name="connsiteX3583" fmla="*/ 916626 w 12184002"/>
              <a:gd name="connsiteY3583" fmla="*/ 2181581 h 3882143"/>
              <a:gd name="connsiteX3584" fmla="*/ 916626 w 12184002"/>
              <a:gd name="connsiteY3584" fmla="*/ 2427341 h 3882143"/>
              <a:gd name="connsiteX3585" fmla="*/ 912870 w 12184002"/>
              <a:gd name="connsiteY3585" fmla="*/ 2431098 h 3882143"/>
              <a:gd name="connsiteX3586" fmla="*/ 912870 w 12184002"/>
              <a:gd name="connsiteY3586" fmla="*/ 2431023 h 3882143"/>
              <a:gd name="connsiteX3587" fmla="*/ 909112 w 12184002"/>
              <a:gd name="connsiteY3587" fmla="*/ 2427266 h 3882143"/>
              <a:gd name="connsiteX3588" fmla="*/ 909112 w 12184002"/>
              <a:gd name="connsiteY3588" fmla="*/ 2173992 h 3882143"/>
              <a:gd name="connsiteX3589" fmla="*/ 990783 w 12184002"/>
              <a:gd name="connsiteY3589" fmla="*/ 2173992 h 3882143"/>
              <a:gd name="connsiteX3590" fmla="*/ 990783 w 12184002"/>
              <a:gd name="connsiteY3590" fmla="*/ 2092173 h 3882143"/>
              <a:gd name="connsiteX3591" fmla="*/ 827518 w 12184002"/>
              <a:gd name="connsiteY3591" fmla="*/ 2092173 h 3882143"/>
              <a:gd name="connsiteX3592" fmla="*/ 827518 w 12184002"/>
              <a:gd name="connsiteY3592" fmla="*/ 1987887 h 3882143"/>
              <a:gd name="connsiteX3593" fmla="*/ 831274 w 12184002"/>
              <a:gd name="connsiteY3593" fmla="*/ 1984131 h 3882143"/>
              <a:gd name="connsiteX3594" fmla="*/ 835030 w 12184002"/>
              <a:gd name="connsiteY3594" fmla="*/ 1987887 h 3882143"/>
              <a:gd name="connsiteX3595" fmla="*/ 835030 w 12184002"/>
              <a:gd name="connsiteY3595" fmla="*/ 2084658 h 3882143"/>
              <a:gd name="connsiteX3596" fmla="*/ 905731 w 12184002"/>
              <a:gd name="connsiteY3596" fmla="*/ 2084658 h 3882143"/>
              <a:gd name="connsiteX3597" fmla="*/ 905430 w 12184002"/>
              <a:gd name="connsiteY3597" fmla="*/ 2084358 h 3882143"/>
              <a:gd name="connsiteX3598" fmla="*/ 905430 w 12184002"/>
              <a:gd name="connsiteY3598" fmla="*/ 2013958 h 3882143"/>
              <a:gd name="connsiteX3599" fmla="*/ 909188 w 12184002"/>
              <a:gd name="connsiteY3599" fmla="*/ 2010202 h 3882143"/>
              <a:gd name="connsiteX3600" fmla="*/ 912944 w 12184002"/>
              <a:gd name="connsiteY3600" fmla="*/ 2013958 h 3882143"/>
              <a:gd name="connsiteX3601" fmla="*/ 912944 w 12184002"/>
              <a:gd name="connsiteY3601" fmla="*/ 2084358 h 3882143"/>
              <a:gd name="connsiteX3602" fmla="*/ 912642 w 12184002"/>
              <a:gd name="connsiteY3602" fmla="*/ 2084658 h 3882143"/>
              <a:gd name="connsiteX3603" fmla="*/ 990783 w 12184002"/>
              <a:gd name="connsiteY3603" fmla="*/ 2084658 h 3882143"/>
              <a:gd name="connsiteX3604" fmla="*/ 990783 w 12184002"/>
              <a:gd name="connsiteY3604" fmla="*/ 1984130 h 3882143"/>
              <a:gd name="connsiteX3605" fmla="*/ 994539 w 12184002"/>
              <a:gd name="connsiteY3605" fmla="*/ 1980374 h 3882143"/>
              <a:gd name="connsiteX3606" fmla="*/ 7117017 w 12184002"/>
              <a:gd name="connsiteY3606" fmla="*/ 1973010 h 3882143"/>
              <a:gd name="connsiteX3607" fmla="*/ 7120774 w 12184002"/>
              <a:gd name="connsiteY3607" fmla="*/ 1976767 h 3882143"/>
              <a:gd name="connsiteX3608" fmla="*/ 7120774 w 12184002"/>
              <a:gd name="connsiteY3608" fmla="*/ 2175720 h 3882143"/>
              <a:gd name="connsiteX3609" fmla="*/ 7091096 w 12184002"/>
              <a:gd name="connsiteY3609" fmla="*/ 2205516 h 3882143"/>
              <a:gd name="connsiteX3610" fmla="*/ 7091096 w 12184002"/>
              <a:gd name="connsiteY3610" fmla="*/ 2309759 h 3882143"/>
              <a:gd name="connsiteX3611" fmla="*/ 7031516 w 12184002"/>
              <a:gd name="connsiteY3611" fmla="*/ 2369489 h 3882143"/>
              <a:gd name="connsiteX3612" fmla="*/ 7028886 w 12184002"/>
              <a:gd name="connsiteY3612" fmla="*/ 2370616 h 3882143"/>
              <a:gd name="connsiteX3613" fmla="*/ 7026257 w 12184002"/>
              <a:gd name="connsiteY3613" fmla="*/ 2369489 h 3882143"/>
              <a:gd name="connsiteX3614" fmla="*/ 7026257 w 12184002"/>
              <a:gd name="connsiteY3614" fmla="*/ 2364154 h 3882143"/>
              <a:gd name="connsiteX3615" fmla="*/ 7083583 w 12184002"/>
              <a:gd name="connsiteY3615" fmla="*/ 2306602 h 3882143"/>
              <a:gd name="connsiteX3616" fmla="*/ 7083583 w 12184002"/>
              <a:gd name="connsiteY3616" fmla="*/ 2213060 h 3882143"/>
              <a:gd name="connsiteX3617" fmla="*/ 7008374 w 12184002"/>
              <a:gd name="connsiteY3617" fmla="*/ 2288571 h 3882143"/>
              <a:gd name="connsiteX3618" fmla="*/ 7005745 w 12184002"/>
              <a:gd name="connsiteY3618" fmla="*/ 2289697 h 3882143"/>
              <a:gd name="connsiteX3619" fmla="*/ 7005669 w 12184002"/>
              <a:gd name="connsiteY3619" fmla="*/ 2289623 h 3882143"/>
              <a:gd name="connsiteX3620" fmla="*/ 7003040 w 12184002"/>
              <a:gd name="connsiteY3620" fmla="*/ 2288494 h 3882143"/>
              <a:gd name="connsiteX3621" fmla="*/ 7003040 w 12184002"/>
              <a:gd name="connsiteY3621" fmla="*/ 2283160 h 3882143"/>
              <a:gd name="connsiteX3622" fmla="*/ 7083583 w 12184002"/>
              <a:gd name="connsiteY3622" fmla="*/ 2202342 h 3882143"/>
              <a:gd name="connsiteX3623" fmla="*/ 7083583 w 12184002"/>
              <a:gd name="connsiteY3623" fmla="*/ 2200890 h 3882143"/>
              <a:gd name="connsiteX3624" fmla="*/ 7087339 w 12184002"/>
              <a:gd name="connsiteY3624" fmla="*/ 2197134 h 3882143"/>
              <a:gd name="connsiteX3625" fmla="*/ 7088057 w 12184002"/>
              <a:gd name="connsiteY3625" fmla="*/ 2197853 h 3882143"/>
              <a:gd name="connsiteX3626" fmla="*/ 7113261 w 12184002"/>
              <a:gd name="connsiteY3626" fmla="*/ 2172565 h 3882143"/>
              <a:gd name="connsiteX3627" fmla="*/ 7113261 w 12184002"/>
              <a:gd name="connsiteY3627" fmla="*/ 1976767 h 3882143"/>
              <a:gd name="connsiteX3628" fmla="*/ 7117017 w 12184002"/>
              <a:gd name="connsiteY3628" fmla="*/ 1973010 h 3882143"/>
              <a:gd name="connsiteX3629" fmla="*/ 5066987 w 12184002"/>
              <a:gd name="connsiteY3629" fmla="*/ 1973010 h 3882143"/>
              <a:gd name="connsiteX3630" fmla="*/ 5070743 w 12184002"/>
              <a:gd name="connsiteY3630" fmla="*/ 1976767 h 3882143"/>
              <a:gd name="connsiteX3631" fmla="*/ 5070743 w 12184002"/>
              <a:gd name="connsiteY3631" fmla="*/ 2172565 h 3882143"/>
              <a:gd name="connsiteX3632" fmla="*/ 5095945 w 12184002"/>
              <a:gd name="connsiteY3632" fmla="*/ 2197853 h 3882143"/>
              <a:gd name="connsiteX3633" fmla="*/ 5096664 w 12184002"/>
              <a:gd name="connsiteY3633" fmla="*/ 2197134 h 3882143"/>
              <a:gd name="connsiteX3634" fmla="*/ 5100420 w 12184002"/>
              <a:gd name="connsiteY3634" fmla="*/ 2200890 h 3882143"/>
              <a:gd name="connsiteX3635" fmla="*/ 5100420 w 12184002"/>
              <a:gd name="connsiteY3635" fmla="*/ 2202342 h 3882143"/>
              <a:gd name="connsiteX3636" fmla="*/ 5180963 w 12184002"/>
              <a:gd name="connsiteY3636" fmla="*/ 2283160 h 3882143"/>
              <a:gd name="connsiteX3637" fmla="*/ 5180963 w 12184002"/>
              <a:gd name="connsiteY3637" fmla="*/ 2288494 h 3882143"/>
              <a:gd name="connsiteX3638" fmla="*/ 5178334 w 12184002"/>
              <a:gd name="connsiteY3638" fmla="*/ 2289623 h 3882143"/>
              <a:gd name="connsiteX3639" fmla="*/ 5178259 w 12184002"/>
              <a:gd name="connsiteY3639" fmla="*/ 2289697 h 3882143"/>
              <a:gd name="connsiteX3640" fmla="*/ 5175629 w 12184002"/>
              <a:gd name="connsiteY3640" fmla="*/ 2288571 h 3882143"/>
              <a:gd name="connsiteX3641" fmla="*/ 5100420 w 12184002"/>
              <a:gd name="connsiteY3641" fmla="*/ 2213060 h 3882143"/>
              <a:gd name="connsiteX3642" fmla="*/ 5100420 w 12184002"/>
              <a:gd name="connsiteY3642" fmla="*/ 2306602 h 3882143"/>
              <a:gd name="connsiteX3643" fmla="*/ 5157747 w 12184002"/>
              <a:gd name="connsiteY3643" fmla="*/ 2364154 h 3882143"/>
              <a:gd name="connsiteX3644" fmla="*/ 5157747 w 12184002"/>
              <a:gd name="connsiteY3644" fmla="*/ 2369489 h 3882143"/>
              <a:gd name="connsiteX3645" fmla="*/ 5155118 w 12184002"/>
              <a:gd name="connsiteY3645" fmla="*/ 2370616 h 3882143"/>
              <a:gd name="connsiteX3646" fmla="*/ 5152488 w 12184002"/>
              <a:gd name="connsiteY3646" fmla="*/ 2369489 h 3882143"/>
              <a:gd name="connsiteX3647" fmla="*/ 5092907 w 12184002"/>
              <a:gd name="connsiteY3647" fmla="*/ 2309759 h 3882143"/>
              <a:gd name="connsiteX3648" fmla="*/ 5092907 w 12184002"/>
              <a:gd name="connsiteY3648" fmla="*/ 2205516 h 3882143"/>
              <a:gd name="connsiteX3649" fmla="*/ 5063230 w 12184002"/>
              <a:gd name="connsiteY3649" fmla="*/ 2175720 h 3882143"/>
              <a:gd name="connsiteX3650" fmla="*/ 5063230 w 12184002"/>
              <a:gd name="connsiteY3650" fmla="*/ 1976767 h 3882143"/>
              <a:gd name="connsiteX3651" fmla="*/ 5066987 w 12184002"/>
              <a:gd name="connsiteY3651" fmla="*/ 1973010 h 3882143"/>
              <a:gd name="connsiteX3652" fmla="*/ 7164276 w 12184002"/>
              <a:gd name="connsiteY3652" fmla="*/ 1969329 h 3882143"/>
              <a:gd name="connsiteX3653" fmla="*/ 7168033 w 12184002"/>
              <a:gd name="connsiteY3653" fmla="*/ 1973085 h 3882143"/>
              <a:gd name="connsiteX3654" fmla="*/ 7168033 w 12184002"/>
              <a:gd name="connsiteY3654" fmla="*/ 2320052 h 3882143"/>
              <a:gd name="connsiteX3655" fmla="*/ 7003866 w 12184002"/>
              <a:gd name="connsiteY3655" fmla="*/ 2484817 h 3882143"/>
              <a:gd name="connsiteX3656" fmla="*/ 7003866 w 12184002"/>
              <a:gd name="connsiteY3656" fmla="*/ 2557623 h 3882143"/>
              <a:gd name="connsiteX3657" fmla="*/ 7272844 w 12184002"/>
              <a:gd name="connsiteY3657" fmla="*/ 2557623 h 3882143"/>
              <a:gd name="connsiteX3658" fmla="*/ 7276601 w 12184002"/>
              <a:gd name="connsiteY3658" fmla="*/ 2561379 h 3882143"/>
              <a:gd name="connsiteX3659" fmla="*/ 7272844 w 12184002"/>
              <a:gd name="connsiteY3659" fmla="*/ 2565135 h 3882143"/>
              <a:gd name="connsiteX3660" fmla="*/ 7003866 w 12184002"/>
              <a:gd name="connsiteY3660" fmla="*/ 2565135 h 3882143"/>
              <a:gd name="connsiteX3661" fmla="*/ 7003866 w 12184002"/>
              <a:gd name="connsiteY3661" fmla="*/ 2882048 h 3882143"/>
              <a:gd name="connsiteX3662" fmla="*/ 7165252 w 12184002"/>
              <a:gd name="connsiteY3662" fmla="*/ 3044030 h 3882143"/>
              <a:gd name="connsiteX3663" fmla="*/ 7165252 w 12184002"/>
              <a:gd name="connsiteY3663" fmla="*/ 3309926 h 3882143"/>
              <a:gd name="connsiteX3664" fmla="*/ 7278328 w 12184002"/>
              <a:gd name="connsiteY3664" fmla="*/ 3309926 h 3882143"/>
              <a:gd name="connsiteX3665" fmla="*/ 7278328 w 12184002"/>
              <a:gd name="connsiteY3665" fmla="*/ 3131561 h 3882143"/>
              <a:gd name="connsiteX3666" fmla="*/ 7700577 w 12184002"/>
              <a:gd name="connsiteY3666" fmla="*/ 2707738 h 3882143"/>
              <a:gd name="connsiteX3667" fmla="*/ 7705911 w 12184002"/>
              <a:gd name="connsiteY3667" fmla="*/ 2707738 h 3882143"/>
              <a:gd name="connsiteX3668" fmla="*/ 7705911 w 12184002"/>
              <a:gd name="connsiteY3668" fmla="*/ 2713073 h 3882143"/>
              <a:gd name="connsiteX3669" fmla="*/ 7285841 w 12184002"/>
              <a:gd name="connsiteY3669" fmla="*/ 3134641 h 3882143"/>
              <a:gd name="connsiteX3670" fmla="*/ 7285841 w 12184002"/>
              <a:gd name="connsiteY3670" fmla="*/ 3317441 h 3882143"/>
              <a:gd name="connsiteX3671" fmla="*/ 7157739 w 12184002"/>
              <a:gd name="connsiteY3671" fmla="*/ 3317441 h 3882143"/>
              <a:gd name="connsiteX3672" fmla="*/ 7157739 w 12184002"/>
              <a:gd name="connsiteY3672" fmla="*/ 3047111 h 3882143"/>
              <a:gd name="connsiteX3673" fmla="*/ 7091096 w 12184002"/>
              <a:gd name="connsiteY3673" fmla="*/ 2980222 h 3882143"/>
              <a:gd name="connsiteX3674" fmla="*/ 7091096 w 12184002"/>
              <a:gd name="connsiteY3674" fmla="*/ 3391748 h 3882143"/>
              <a:gd name="connsiteX3675" fmla="*/ 7162303 w 12184002"/>
              <a:gd name="connsiteY3675" fmla="*/ 3391748 h 3882143"/>
              <a:gd name="connsiteX3676" fmla="*/ 7167563 w 12184002"/>
              <a:gd name="connsiteY3676" fmla="*/ 3378978 h 3882143"/>
              <a:gd name="connsiteX3677" fmla="*/ 7184713 w 12184002"/>
              <a:gd name="connsiteY3677" fmla="*/ 3371840 h 3882143"/>
              <a:gd name="connsiteX3678" fmla="*/ 7208980 w 12184002"/>
              <a:gd name="connsiteY3678" fmla="*/ 3396258 h 3882143"/>
              <a:gd name="connsiteX3679" fmla="*/ 7184713 w 12184002"/>
              <a:gd name="connsiteY3679" fmla="*/ 3420676 h 3882143"/>
              <a:gd name="connsiteX3680" fmla="*/ 7167563 w 12184002"/>
              <a:gd name="connsiteY3680" fmla="*/ 3413539 h 3882143"/>
              <a:gd name="connsiteX3681" fmla="*/ 7161712 w 12184002"/>
              <a:gd name="connsiteY3681" fmla="*/ 3399337 h 3882143"/>
              <a:gd name="connsiteX3682" fmla="*/ 7083582 w 12184002"/>
              <a:gd name="connsiteY3682" fmla="*/ 3399337 h 3882143"/>
              <a:gd name="connsiteX3683" fmla="*/ 7083582 w 12184002"/>
              <a:gd name="connsiteY3683" fmla="*/ 2972680 h 3882143"/>
              <a:gd name="connsiteX3684" fmla="*/ 6996353 w 12184002"/>
              <a:gd name="connsiteY3684" fmla="*/ 2885128 h 3882143"/>
              <a:gd name="connsiteX3685" fmla="*/ 6996353 w 12184002"/>
              <a:gd name="connsiteY3685" fmla="*/ 2481662 h 3882143"/>
              <a:gd name="connsiteX3686" fmla="*/ 7160519 w 12184002"/>
              <a:gd name="connsiteY3686" fmla="*/ 2316895 h 3882143"/>
              <a:gd name="connsiteX3687" fmla="*/ 7160519 w 12184002"/>
              <a:gd name="connsiteY3687" fmla="*/ 1973085 h 3882143"/>
              <a:gd name="connsiteX3688" fmla="*/ 7164276 w 12184002"/>
              <a:gd name="connsiteY3688" fmla="*/ 1969329 h 3882143"/>
              <a:gd name="connsiteX3689" fmla="*/ 5019728 w 12184002"/>
              <a:gd name="connsiteY3689" fmla="*/ 1969329 h 3882143"/>
              <a:gd name="connsiteX3690" fmla="*/ 5023485 w 12184002"/>
              <a:gd name="connsiteY3690" fmla="*/ 1973085 h 3882143"/>
              <a:gd name="connsiteX3691" fmla="*/ 5023485 w 12184002"/>
              <a:gd name="connsiteY3691" fmla="*/ 2316895 h 3882143"/>
              <a:gd name="connsiteX3692" fmla="*/ 5187651 w 12184002"/>
              <a:gd name="connsiteY3692" fmla="*/ 2481662 h 3882143"/>
              <a:gd name="connsiteX3693" fmla="*/ 5187651 w 12184002"/>
              <a:gd name="connsiteY3693" fmla="*/ 2885128 h 3882143"/>
              <a:gd name="connsiteX3694" fmla="*/ 5100421 w 12184002"/>
              <a:gd name="connsiteY3694" fmla="*/ 2972680 h 3882143"/>
              <a:gd name="connsiteX3695" fmla="*/ 5100421 w 12184002"/>
              <a:gd name="connsiteY3695" fmla="*/ 3399337 h 3882143"/>
              <a:gd name="connsiteX3696" fmla="*/ 5022290 w 12184002"/>
              <a:gd name="connsiteY3696" fmla="*/ 3399337 h 3882143"/>
              <a:gd name="connsiteX3697" fmla="*/ 5016440 w 12184002"/>
              <a:gd name="connsiteY3697" fmla="*/ 3413539 h 3882143"/>
              <a:gd name="connsiteX3698" fmla="*/ 4999291 w 12184002"/>
              <a:gd name="connsiteY3698" fmla="*/ 3420676 h 3882143"/>
              <a:gd name="connsiteX3699" fmla="*/ 4975023 w 12184002"/>
              <a:gd name="connsiteY3699" fmla="*/ 3396258 h 3882143"/>
              <a:gd name="connsiteX3700" fmla="*/ 4999291 w 12184002"/>
              <a:gd name="connsiteY3700" fmla="*/ 3371840 h 3882143"/>
              <a:gd name="connsiteX3701" fmla="*/ 5016440 w 12184002"/>
              <a:gd name="connsiteY3701" fmla="*/ 3378978 h 3882143"/>
              <a:gd name="connsiteX3702" fmla="*/ 5021701 w 12184002"/>
              <a:gd name="connsiteY3702" fmla="*/ 3391748 h 3882143"/>
              <a:gd name="connsiteX3703" fmla="*/ 5092907 w 12184002"/>
              <a:gd name="connsiteY3703" fmla="*/ 3391748 h 3882143"/>
              <a:gd name="connsiteX3704" fmla="*/ 5092907 w 12184002"/>
              <a:gd name="connsiteY3704" fmla="*/ 2980222 h 3882143"/>
              <a:gd name="connsiteX3705" fmla="*/ 5026264 w 12184002"/>
              <a:gd name="connsiteY3705" fmla="*/ 3047111 h 3882143"/>
              <a:gd name="connsiteX3706" fmla="*/ 5026264 w 12184002"/>
              <a:gd name="connsiteY3706" fmla="*/ 3317441 h 3882143"/>
              <a:gd name="connsiteX3707" fmla="*/ 4898163 w 12184002"/>
              <a:gd name="connsiteY3707" fmla="*/ 3317441 h 3882143"/>
              <a:gd name="connsiteX3708" fmla="*/ 4898163 w 12184002"/>
              <a:gd name="connsiteY3708" fmla="*/ 3134641 h 3882143"/>
              <a:gd name="connsiteX3709" fmla="*/ 4478092 w 12184002"/>
              <a:gd name="connsiteY3709" fmla="*/ 2713073 h 3882143"/>
              <a:gd name="connsiteX3710" fmla="*/ 4478092 w 12184002"/>
              <a:gd name="connsiteY3710" fmla="*/ 2707738 h 3882143"/>
              <a:gd name="connsiteX3711" fmla="*/ 4483426 w 12184002"/>
              <a:gd name="connsiteY3711" fmla="*/ 2707738 h 3882143"/>
              <a:gd name="connsiteX3712" fmla="*/ 4905675 w 12184002"/>
              <a:gd name="connsiteY3712" fmla="*/ 3131561 h 3882143"/>
              <a:gd name="connsiteX3713" fmla="*/ 4905675 w 12184002"/>
              <a:gd name="connsiteY3713" fmla="*/ 3309926 h 3882143"/>
              <a:gd name="connsiteX3714" fmla="*/ 5018751 w 12184002"/>
              <a:gd name="connsiteY3714" fmla="*/ 3309926 h 3882143"/>
              <a:gd name="connsiteX3715" fmla="*/ 5018751 w 12184002"/>
              <a:gd name="connsiteY3715" fmla="*/ 3044030 h 3882143"/>
              <a:gd name="connsiteX3716" fmla="*/ 5180137 w 12184002"/>
              <a:gd name="connsiteY3716" fmla="*/ 2882048 h 3882143"/>
              <a:gd name="connsiteX3717" fmla="*/ 5180137 w 12184002"/>
              <a:gd name="connsiteY3717" fmla="*/ 2565135 h 3882143"/>
              <a:gd name="connsiteX3718" fmla="*/ 4911160 w 12184002"/>
              <a:gd name="connsiteY3718" fmla="*/ 2565135 h 3882143"/>
              <a:gd name="connsiteX3719" fmla="*/ 4907403 w 12184002"/>
              <a:gd name="connsiteY3719" fmla="*/ 2561379 h 3882143"/>
              <a:gd name="connsiteX3720" fmla="*/ 4911160 w 12184002"/>
              <a:gd name="connsiteY3720" fmla="*/ 2557623 h 3882143"/>
              <a:gd name="connsiteX3721" fmla="*/ 5180137 w 12184002"/>
              <a:gd name="connsiteY3721" fmla="*/ 2557623 h 3882143"/>
              <a:gd name="connsiteX3722" fmla="*/ 5180137 w 12184002"/>
              <a:gd name="connsiteY3722" fmla="*/ 2484817 h 3882143"/>
              <a:gd name="connsiteX3723" fmla="*/ 5015971 w 12184002"/>
              <a:gd name="connsiteY3723" fmla="*/ 2320052 h 3882143"/>
              <a:gd name="connsiteX3724" fmla="*/ 5015971 w 12184002"/>
              <a:gd name="connsiteY3724" fmla="*/ 1973085 h 3882143"/>
              <a:gd name="connsiteX3725" fmla="*/ 5019728 w 12184002"/>
              <a:gd name="connsiteY3725" fmla="*/ 1969329 h 3882143"/>
              <a:gd name="connsiteX3726" fmla="*/ 11060535 w 12184002"/>
              <a:gd name="connsiteY3726" fmla="*/ 1969255 h 3882143"/>
              <a:gd name="connsiteX3727" fmla="*/ 11064291 w 12184002"/>
              <a:gd name="connsiteY3727" fmla="*/ 1973011 h 3882143"/>
              <a:gd name="connsiteX3728" fmla="*/ 11064291 w 12184002"/>
              <a:gd name="connsiteY3728" fmla="*/ 2316820 h 3882143"/>
              <a:gd name="connsiteX3729" fmla="*/ 11228532 w 12184002"/>
              <a:gd name="connsiteY3729" fmla="*/ 2481588 h 3882143"/>
              <a:gd name="connsiteX3730" fmla="*/ 11228532 w 12184002"/>
              <a:gd name="connsiteY3730" fmla="*/ 2885052 h 3882143"/>
              <a:gd name="connsiteX3731" fmla="*/ 11067071 w 12184002"/>
              <a:gd name="connsiteY3731" fmla="*/ 3047033 h 3882143"/>
              <a:gd name="connsiteX3732" fmla="*/ 11067071 w 12184002"/>
              <a:gd name="connsiteY3732" fmla="*/ 3317362 h 3882143"/>
              <a:gd name="connsiteX3733" fmla="*/ 11067071 w 12184002"/>
              <a:gd name="connsiteY3733" fmla="*/ 3317437 h 3882143"/>
              <a:gd name="connsiteX3734" fmla="*/ 10938969 w 12184002"/>
              <a:gd name="connsiteY3734" fmla="*/ 3317437 h 3882143"/>
              <a:gd name="connsiteX3735" fmla="*/ 10938969 w 12184002"/>
              <a:gd name="connsiteY3735" fmla="*/ 3134563 h 3882143"/>
              <a:gd name="connsiteX3736" fmla="*/ 10518899 w 12184002"/>
              <a:gd name="connsiteY3736" fmla="*/ 2712998 h 3882143"/>
              <a:gd name="connsiteX3737" fmla="*/ 10518899 w 12184002"/>
              <a:gd name="connsiteY3737" fmla="*/ 2707663 h 3882143"/>
              <a:gd name="connsiteX3738" fmla="*/ 10524233 w 12184002"/>
              <a:gd name="connsiteY3738" fmla="*/ 2707663 h 3882143"/>
              <a:gd name="connsiteX3739" fmla="*/ 10946482 w 12184002"/>
              <a:gd name="connsiteY3739" fmla="*/ 3131481 h 3882143"/>
              <a:gd name="connsiteX3740" fmla="*/ 10946482 w 12184002"/>
              <a:gd name="connsiteY3740" fmla="*/ 3309849 h 3882143"/>
              <a:gd name="connsiteX3741" fmla="*/ 11059558 w 12184002"/>
              <a:gd name="connsiteY3741" fmla="*/ 3309849 h 3882143"/>
              <a:gd name="connsiteX3742" fmla="*/ 11059558 w 12184002"/>
              <a:gd name="connsiteY3742" fmla="*/ 3043953 h 3882143"/>
              <a:gd name="connsiteX3743" fmla="*/ 11221019 w 12184002"/>
              <a:gd name="connsiteY3743" fmla="*/ 2881973 h 3882143"/>
              <a:gd name="connsiteX3744" fmla="*/ 11221019 w 12184002"/>
              <a:gd name="connsiteY3744" fmla="*/ 2484743 h 3882143"/>
              <a:gd name="connsiteX3745" fmla="*/ 11056777 w 12184002"/>
              <a:gd name="connsiteY3745" fmla="*/ 2319977 h 3882143"/>
              <a:gd name="connsiteX3746" fmla="*/ 11056777 w 12184002"/>
              <a:gd name="connsiteY3746" fmla="*/ 1973011 h 3882143"/>
              <a:gd name="connsiteX3747" fmla="*/ 11060535 w 12184002"/>
              <a:gd name="connsiteY3747" fmla="*/ 1969255 h 3882143"/>
              <a:gd name="connsiteX3748" fmla="*/ 1123468 w 12184002"/>
              <a:gd name="connsiteY3748" fmla="*/ 1969255 h 3882143"/>
              <a:gd name="connsiteX3749" fmla="*/ 1127225 w 12184002"/>
              <a:gd name="connsiteY3749" fmla="*/ 1973011 h 3882143"/>
              <a:gd name="connsiteX3750" fmla="*/ 1127225 w 12184002"/>
              <a:gd name="connsiteY3750" fmla="*/ 2319977 h 3882143"/>
              <a:gd name="connsiteX3751" fmla="*/ 962983 w 12184002"/>
              <a:gd name="connsiteY3751" fmla="*/ 2484743 h 3882143"/>
              <a:gd name="connsiteX3752" fmla="*/ 962983 w 12184002"/>
              <a:gd name="connsiteY3752" fmla="*/ 2881973 h 3882143"/>
              <a:gd name="connsiteX3753" fmla="*/ 1124446 w 12184002"/>
              <a:gd name="connsiteY3753" fmla="*/ 3043953 h 3882143"/>
              <a:gd name="connsiteX3754" fmla="*/ 1124446 w 12184002"/>
              <a:gd name="connsiteY3754" fmla="*/ 3309849 h 3882143"/>
              <a:gd name="connsiteX3755" fmla="*/ 1237520 w 12184002"/>
              <a:gd name="connsiteY3755" fmla="*/ 3309849 h 3882143"/>
              <a:gd name="connsiteX3756" fmla="*/ 1237520 w 12184002"/>
              <a:gd name="connsiteY3756" fmla="*/ 3131481 h 3882143"/>
              <a:gd name="connsiteX3757" fmla="*/ 1659769 w 12184002"/>
              <a:gd name="connsiteY3757" fmla="*/ 2707663 h 3882143"/>
              <a:gd name="connsiteX3758" fmla="*/ 1665103 w 12184002"/>
              <a:gd name="connsiteY3758" fmla="*/ 2707663 h 3882143"/>
              <a:gd name="connsiteX3759" fmla="*/ 1665103 w 12184002"/>
              <a:gd name="connsiteY3759" fmla="*/ 2712998 h 3882143"/>
              <a:gd name="connsiteX3760" fmla="*/ 1245033 w 12184002"/>
              <a:gd name="connsiteY3760" fmla="*/ 3134563 h 3882143"/>
              <a:gd name="connsiteX3761" fmla="*/ 1245033 w 12184002"/>
              <a:gd name="connsiteY3761" fmla="*/ 3317437 h 3882143"/>
              <a:gd name="connsiteX3762" fmla="*/ 1116931 w 12184002"/>
              <a:gd name="connsiteY3762" fmla="*/ 3317437 h 3882143"/>
              <a:gd name="connsiteX3763" fmla="*/ 1116931 w 12184002"/>
              <a:gd name="connsiteY3763" fmla="*/ 3317362 h 3882143"/>
              <a:gd name="connsiteX3764" fmla="*/ 1116931 w 12184002"/>
              <a:gd name="connsiteY3764" fmla="*/ 3047033 h 3882143"/>
              <a:gd name="connsiteX3765" fmla="*/ 955470 w 12184002"/>
              <a:gd name="connsiteY3765" fmla="*/ 2885052 h 3882143"/>
              <a:gd name="connsiteX3766" fmla="*/ 955470 w 12184002"/>
              <a:gd name="connsiteY3766" fmla="*/ 2481588 h 3882143"/>
              <a:gd name="connsiteX3767" fmla="*/ 1119712 w 12184002"/>
              <a:gd name="connsiteY3767" fmla="*/ 2316820 h 3882143"/>
              <a:gd name="connsiteX3768" fmla="*/ 1119712 w 12184002"/>
              <a:gd name="connsiteY3768" fmla="*/ 1973011 h 3882143"/>
              <a:gd name="connsiteX3769" fmla="*/ 1123468 w 12184002"/>
              <a:gd name="connsiteY3769" fmla="*/ 1969255 h 3882143"/>
              <a:gd name="connsiteX3770" fmla="*/ 11491199 w 12184002"/>
              <a:gd name="connsiteY3770" fmla="*/ 1966624 h 3882143"/>
              <a:gd name="connsiteX3771" fmla="*/ 11496534 w 12184002"/>
              <a:gd name="connsiteY3771" fmla="*/ 1966624 h 3882143"/>
              <a:gd name="connsiteX3772" fmla="*/ 11618250 w 12184002"/>
              <a:gd name="connsiteY3772" fmla="*/ 2088790 h 3882143"/>
              <a:gd name="connsiteX3773" fmla="*/ 11618250 w 12184002"/>
              <a:gd name="connsiteY3773" fmla="*/ 2464533 h 3882143"/>
              <a:gd name="connsiteX3774" fmla="*/ 11690377 w 12184002"/>
              <a:gd name="connsiteY3774" fmla="*/ 2464533 h 3882143"/>
              <a:gd name="connsiteX3775" fmla="*/ 11690377 w 12184002"/>
              <a:gd name="connsiteY3775" fmla="*/ 2355478 h 3882143"/>
              <a:gd name="connsiteX3776" fmla="*/ 11674580 w 12184002"/>
              <a:gd name="connsiteY3776" fmla="*/ 2348903 h 3882143"/>
              <a:gd name="connsiteX3777" fmla="*/ 11667461 w 12184002"/>
              <a:gd name="connsiteY3777" fmla="*/ 2331623 h 3882143"/>
              <a:gd name="connsiteX3778" fmla="*/ 11691730 w 12184002"/>
              <a:gd name="connsiteY3778" fmla="*/ 2307204 h 3882143"/>
              <a:gd name="connsiteX3779" fmla="*/ 11715998 w 12184002"/>
              <a:gd name="connsiteY3779" fmla="*/ 2331623 h 3882143"/>
              <a:gd name="connsiteX3780" fmla="*/ 11708878 w 12184002"/>
              <a:gd name="connsiteY3780" fmla="*/ 2348875 h 3882143"/>
              <a:gd name="connsiteX3781" fmla="*/ 11697890 w 12184002"/>
              <a:gd name="connsiteY3781" fmla="*/ 2353466 h 3882143"/>
              <a:gd name="connsiteX3782" fmla="*/ 11697890 w 12184002"/>
              <a:gd name="connsiteY3782" fmla="*/ 2472045 h 3882143"/>
              <a:gd name="connsiteX3783" fmla="*/ 11618250 w 12184002"/>
              <a:gd name="connsiteY3783" fmla="*/ 2472045 h 3882143"/>
              <a:gd name="connsiteX3784" fmla="*/ 11618250 w 12184002"/>
              <a:gd name="connsiteY3784" fmla="*/ 2541243 h 3882143"/>
              <a:gd name="connsiteX3785" fmla="*/ 12150418 w 12184002"/>
              <a:gd name="connsiteY3785" fmla="*/ 3075432 h 3882143"/>
              <a:gd name="connsiteX3786" fmla="*/ 12150418 w 12184002"/>
              <a:gd name="connsiteY3786" fmla="*/ 3080769 h 3882143"/>
              <a:gd name="connsiteX3787" fmla="*/ 12147788 w 12184002"/>
              <a:gd name="connsiteY3787" fmla="*/ 3081895 h 3882143"/>
              <a:gd name="connsiteX3788" fmla="*/ 12145159 w 12184002"/>
              <a:gd name="connsiteY3788" fmla="*/ 3080769 h 3882143"/>
              <a:gd name="connsiteX3789" fmla="*/ 11610660 w 12184002"/>
              <a:gd name="connsiteY3789" fmla="*/ 2544324 h 3882143"/>
              <a:gd name="connsiteX3790" fmla="*/ 11610660 w 12184002"/>
              <a:gd name="connsiteY3790" fmla="*/ 2471595 h 3882143"/>
              <a:gd name="connsiteX3791" fmla="*/ 11607354 w 12184002"/>
              <a:gd name="connsiteY3791" fmla="*/ 2468288 h 3882143"/>
              <a:gd name="connsiteX3792" fmla="*/ 11610660 w 12184002"/>
              <a:gd name="connsiteY3792" fmla="*/ 2464983 h 3882143"/>
              <a:gd name="connsiteX3793" fmla="*/ 11610660 w 12184002"/>
              <a:gd name="connsiteY3793" fmla="*/ 2091871 h 3882143"/>
              <a:gd name="connsiteX3794" fmla="*/ 11491199 w 12184002"/>
              <a:gd name="connsiteY3794" fmla="*/ 1971958 h 3882143"/>
              <a:gd name="connsiteX3795" fmla="*/ 11491199 w 12184002"/>
              <a:gd name="connsiteY3795" fmla="*/ 1966624 h 3882143"/>
              <a:gd name="connsiteX3796" fmla="*/ 687469 w 12184002"/>
              <a:gd name="connsiteY3796" fmla="*/ 1966624 h 3882143"/>
              <a:gd name="connsiteX3797" fmla="*/ 692805 w 12184002"/>
              <a:gd name="connsiteY3797" fmla="*/ 1966624 h 3882143"/>
              <a:gd name="connsiteX3798" fmla="*/ 692805 w 12184002"/>
              <a:gd name="connsiteY3798" fmla="*/ 1971958 h 3882143"/>
              <a:gd name="connsiteX3799" fmla="*/ 573342 w 12184002"/>
              <a:gd name="connsiteY3799" fmla="*/ 2091871 h 3882143"/>
              <a:gd name="connsiteX3800" fmla="*/ 573342 w 12184002"/>
              <a:gd name="connsiteY3800" fmla="*/ 2464983 h 3882143"/>
              <a:gd name="connsiteX3801" fmla="*/ 576648 w 12184002"/>
              <a:gd name="connsiteY3801" fmla="*/ 2468288 h 3882143"/>
              <a:gd name="connsiteX3802" fmla="*/ 573342 w 12184002"/>
              <a:gd name="connsiteY3802" fmla="*/ 2471595 h 3882143"/>
              <a:gd name="connsiteX3803" fmla="*/ 573342 w 12184002"/>
              <a:gd name="connsiteY3803" fmla="*/ 2544324 h 3882143"/>
              <a:gd name="connsiteX3804" fmla="*/ 38844 w 12184002"/>
              <a:gd name="connsiteY3804" fmla="*/ 3080769 h 3882143"/>
              <a:gd name="connsiteX3805" fmla="*/ 36214 w 12184002"/>
              <a:gd name="connsiteY3805" fmla="*/ 3081895 h 3882143"/>
              <a:gd name="connsiteX3806" fmla="*/ 33584 w 12184002"/>
              <a:gd name="connsiteY3806" fmla="*/ 3080769 h 3882143"/>
              <a:gd name="connsiteX3807" fmla="*/ 33584 w 12184002"/>
              <a:gd name="connsiteY3807" fmla="*/ 3075432 h 3882143"/>
              <a:gd name="connsiteX3808" fmla="*/ 565754 w 12184002"/>
              <a:gd name="connsiteY3808" fmla="*/ 2541243 h 3882143"/>
              <a:gd name="connsiteX3809" fmla="*/ 565754 w 12184002"/>
              <a:gd name="connsiteY3809" fmla="*/ 2472045 h 3882143"/>
              <a:gd name="connsiteX3810" fmla="*/ 486113 w 12184002"/>
              <a:gd name="connsiteY3810" fmla="*/ 2472045 h 3882143"/>
              <a:gd name="connsiteX3811" fmla="*/ 486113 w 12184002"/>
              <a:gd name="connsiteY3811" fmla="*/ 2353466 h 3882143"/>
              <a:gd name="connsiteX3812" fmla="*/ 475124 w 12184002"/>
              <a:gd name="connsiteY3812" fmla="*/ 2348875 h 3882143"/>
              <a:gd name="connsiteX3813" fmla="*/ 468005 w 12184002"/>
              <a:gd name="connsiteY3813" fmla="*/ 2331623 h 3882143"/>
              <a:gd name="connsiteX3814" fmla="*/ 492273 w 12184002"/>
              <a:gd name="connsiteY3814" fmla="*/ 2307204 h 3882143"/>
              <a:gd name="connsiteX3815" fmla="*/ 516541 w 12184002"/>
              <a:gd name="connsiteY3815" fmla="*/ 2331623 h 3882143"/>
              <a:gd name="connsiteX3816" fmla="*/ 509423 w 12184002"/>
              <a:gd name="connsiteY3816" fmla="*/ 2348903 h 3882143"/>
              <a:gd name="connsiteX3817" fmla="*/ 493625 w 12184002"/>
              <a:gd name="connsiteY3817" fmla="*/ 2355478 h 3882143"/>
              <a:gd name="connsiteX3818" fmla="*/ 493625 w 12184002"/>
              <a:gd name="connsiteY3818" fmla="*/ 2464533 h 3882143"/>
              <a:gd name="connsiteX3819" fmla="*/ 565754 w 12184002"/>
              <a:gd name="connsiteY3819" fmla="*/ 2464533 h 3882143"/>
              <a:gd name="connsiteX3820" fmla="*/ 565754 w 12184002"/>
              <a:gd name="connsiteY3820" fmla="*/ 2088790 h 3882143"/>
              <a:gd name="connsiteX3821" fmla="*/ 11681661 w 12184002"/>
              <a:gd name="connsiteY3821" fmla="*/ 1964145 h 3882143"/>
              <a:gd name="connsiteX3822" fmla="*/ 11705929 w 12184002"/>
              <a:gd name="connsiteY3822" fmla="*/ 1988563 h 3882143"/>
              <a:gd name="connsiteX3823" fmla="*/ 11698810 w 12184002"/>
              <a:gd name="connsiteY3823" fmla="*/ 2005815 h 3882143"/>
              <a:gd name="connsiteX3824" fmla="*/ 11686770 w 12184002"/>
              <a:gd name="connsiteY3824" fmla="*/ 2010847 h 3882143"/>
              <a:gd name="connsiteX3825" fmla="*/ 11686770 w 12184002"/>
              <a:gd name="connsiteY3825" fmla="*/ 2168809 h 3882143"/>
              <a:gd name="connsiteX3826" fmla="*/ 11843348 w 12184002"/>
              <a:gd name="connsiteY3826" fmla="*/ 2325986 h 3882143"/>
              <a:gd name="connsiteX3827" fmla="*/ 11843348 w 12184002"/>
              <a:gd name="connsiteY3827" fmla="*/ 2331321 h 3882143"/>
              <a:gd name="connsiteX3828" fmla="*/ 11840718 w 12184002"/>
              <a:gd name="connsiteY3828" fmla="*/ 2332448 h 3882143"/>
              <a:gd name="connsiteX3829" fmla="*/ 11838089 w 12184002"/>
              <a:gd name="connsiteY3829" fmla="*/ 2331321 h 3882143"/>
              <a:gd name="connsiteX3830" fmla="*/ 11679257 w 12184002"/>
              <a:gd name="connsiteY3830" fmla="*/ 2171964 h 3882143"/>
              <a:gd name="connsiteX3831" fmla="*/ 11679257 w 12184002"/>
              <a:gd name="connsiteY3831" fmla="*/ 2011981 h 3882143"/>
              <a:gd name="connsiteX3832" fmla="*/ 11664511 w 12184002"/>
              <a:gd name="connsiteY3832" fmla="*/ 2005844 h 3882143"/>
              <a:gd name="connsiteX3833" fmla="*/ 11657392 w 12184002"/>
              <a:gd name="connsiteY3833" fmla="*/ 1988563 h 3882143"/>
              <a:gd name="connsiteX3834" fmla="*/ 11681661 w 12184002"/>
              <a:gd name="connsiteY3834" fmla="*/ 1964145 h 3882143"/>
              <a:gd name="connsiteX3835" fmla="*/ 502341 w 12184002"/>
              <a:gd name="connsiteY3835" fmla="*/ 1964145 h 3882143"/>
              <a:gd name="connsiteX3836" fmla="*/ 526610 w 12184002"/>
              <a:gd name="connsiteY3836" fmla="*/ 1988563 h 3882143"/>
              <a:gd name="connsiteX3837" fmla="*/ 519491 w 12184002"/>
              <a:gd name="connsiteY3837" fmla="*/ 2005844 h 3882143"/>
              <a:gd name="connsiteX3838" fmla="*/ 504745 w 12184002"/>
              <a:gd name="connsiteY3838" fmla="*/ 2011981 h 3882143"/>
              <a:gd name="connsiteX3839" fmla="*/ 504745 w 12184002"/>
              <a:gd name="connsiteY3839" fmla="*/ 2171964 h 3882143"/>
              <a:gd name="connsiteX3840" fmla="*/ 345914 w 12184002"/>
              <a:gd name="connsiteY3840" fmla="*/ 2331321 h 3882143"/>
              <a:gd name="connsiteX3841" fmla="*/ 343284 w 12184002"/>
              <a:gd name="connsiteY3841" fmla="*/ 2332448 h 3882143"/>
              <a:gd name="connsiteX3842" fmla="*/ 340654 w 12184002"/>
              <a:gd name="connsiteY3842" fmla="*/ 2331321 h 3882143"/>
              <a:gd name="connsiteX3843" fmla="*/ 340654 w 12184002"/>
              <a:gd name="connsiteY3843" fmla="*/ 2325986 h 3882143"/>
              <a:gd name="connsiteX3844" fmla="*/ 497232 w 12184002"/>
              <a:gd name="connsiteY3844" fmla="*/ 2168809 h 3882143"/>
              <a:gd name="connsiteX3845" fmla="*/ 497232 w 12184002"/>
              <a:gd name="connsiteY3845" fmla="*/ 2010847 h 3882143"/>
              <a:gd name="connsiteX3846" fmla="*/ 485193 w 12184002"/>
              <a:gd name="connsiteY3846" fmla="*/ 2005815 h 3882143"/>
              <a:gd name="connsiteX3847" fmla="*/ 478074 w 12184002"/>
              <a:gd name="connsiteY3847" fmla="*/ 1988563 h 3882143"/>
              <a:gd name="connsiteX3848" fmla="*/ 502341 w 12184002"/>
              <a:gd name="connsiteY3848" fmla="*/ 1964145 h 3882143"/>
              <a:gd name="connsiteX3849" fmla="*/ 11434397 w 12184002"/>
              <a:gd name="connsiteY3849" fmla="*/ 1958060 h 3882143"/>
              <a:gd name="connsiteX3850" fmla="*/ 11438155 w 12184002"/>
              <a:gd name="connsiteY3850" fmla="*/ 1961815 h 3882143"/>
              <a:gd name="connsiteX3851" fmla="*/ 11438155 w 12184002"/>
              <a:gd name="connsiteY3851" fmla="*/ 2104870 h 3882143"/>
              <a:gd name="connsiteX3852" fmla="*/ 11309001 w 12184002"/>
              <a:gd name="connsiteY3852" fmla="*/ 2234475 h 3882143"/>
              <a:gd name="connsiteX3853" fmla="*/ 11306372 w 12184002"/>
              <a:gd name="connsiteY3853" fmla="*/ 2235602 h 3882143"/>
              <a:gd name="connsiteX3854" fmla="*/ 11303742 w 12184002"/>
              <a:gd name="connsiteY3854" fmla="*/ 2234475 h 3882143"/>
              <a:gd name="connsiteX3855" fmla="*/ 11303742 w 12184002"/>
              <a:gd name="connsiteY3855" fmla="*/ 2229139 h 3882143"/>
              <a:gd name="connsiteX3856" fmla="*/ 11430641 w 12184002"/>
              <a:gd name="connsiteY3856" fmla="*/ 2101790 h 3882143"/>
              <a:gd name="connsiteX3857" fmla="*/ 11430641 w 12184002"/>
              <a:gd name="connsiteY3857" fmla="*/ 1961815 h 3882143"/>
              <a:gd name="connsiteX3858" fmla="*/ 11434397 w 12184002"/>
              <a:gd name="connsiteY3858" fmla="*/ 1958060 h 3882143"/>
              <a:gd name="connsiteX3859" fmla="*/ 6790414 w 12184002"/>
              <a:gd name="connsiteY3859" fmla="*/ 1958060 h 3882143"/>
              <a:gd name="connsiteX3860" fmla="*/ 6794170 w 12184002"/>
              <a:gd name="connsiteY3860" fmla="*/ 1961815 h 3882143"/>
              <a:gd name="connsiteX3861" fmla="*/ 6794170 w 12184002"/>
              <a:gd name="connsiteY3861" fmla="*/ 2101790 h 3882143"/>
              <a:gd name="connsiteX3862" fmla="*/ 6921070 w 12184002"/>
              <a:gd name="connsiteY3862" fmla="*/ 2229139 h 3882143"/>
              <a:gd name="connsiteX3863" fmla="*/ 6921070 w 12184002"/>
              <a:gd name="connsiteY3863" fmla="*/ 2234475 h 3882143"/>
              <a:gd name="connsiteX3864" fmla="*/ 6918440 w 12184002"/>
              <a:gd name="connsiteY3864" fmla="*/ 2235602 h 3882143"/>
              <a:gd name="connsiteX3865" fmla="*/ 6915811 w 12184002"/>
              <a:gd name="connsiteY3865" fmla="*/ 2234475 h 3882143"/>
              <a:gd name="connsiteX3866" fmla="*/ 6786657 w 12184002"/>
              <a:gd name="connsiteY3866" fmla="*/ 2104870 h 3882143"/>
              <a:gd name="connsiteX3867" fmla="*/ 6786657 w 12184002"/>
              <a:gd name="connsiteY3867" fmla="*/ 1961815 h 3882143"/>
              <a:gd name="connsiteX3868" fmla="*/ 6790414 w 12184002"/>
              <a:gd name="connsiteY3868" fmla="*/ 1958060 h 3882143"/>
              <a:gd name="connsiteX3869" fmla="*/ 5393590 w 12184002"/>
              <a:gd name="connsiteY3869" fmla="*/ 1958060 h 3882143"/>
              <a:gd name="connsiteX3870" fmla="*/ 5397347 w 12184002"/>
              <a:gd name="connsiteY3870" fmla="*/ 1961815 h 3882143"/>
              <a:gd name="connsiteX3871" fmla="*/ 5397347 w 12184002"/>
              <a:gd name="connsiteY3871" fmla="*/ 2104870 h 3882143"/>
              <a:gd name="connsiteX3872" fmla="*/ 5268192 w 12184002"/>
              <a:gd name="connsiteY3872" fmla="*/ 2234475 h 3882143"/>
              <a:gd name="connsiteX3873" fmla="*/ 5265563 w 12184002"/>
              <a:gd name="connsiteY3873" fmla="*/ 2235602 h 3882143"/>
              <a:gd name="connsiteX3874" fmla="*/ 5262933 w 12184002"/>
              <a:gd name="connsiteY3874" fmla="*/ 2234475 h 3882143"/>
              <a:gd name="connsiteX3875" fmla="*/ 5262933 w 12184002"/>
              <a:gd name="connsiteY3875" fmla="*/ 2229139 h 3882143"/>
              <a:gd name="connsiteX3876" fmla="*/ 5389834 w 12184002"/>
              <a:gd name="connsiteY3876" fmla="*/ 2101790 h 3882143"/>
              <a:gd name="connsiteX3877" fmla="*/ 5389834 w 12184002"/>
              <a:gd name="connsiteY3877" fmla="*/ 1961815 h 3882143"/>
              <a:gd name="connsiteX3878" fmla="*/ 5393590 w 12184002"/>
              <a:gd name="connsiteY3878" fmla="*/ 1958060 h 3882143"/>
              <a:gd name="connsiteX3879" fmla="*/ 749605 w 12184002"/>
              <a:gd name="connsiteY3879" fmla="*/ 1958060 h 3882143"/>
              <a:gd name="connsiteX3880" fmla="*/ 753361 w 12184002"/>
              <a:gd name="connsiteY3880" fmla="*/ 1961815 h 3882143"/>
              <a:gd name="connsiteX3881" fmla="*/ 753361 w 12184002"/>
              <a:gd name="connsiteY3881" fmla="*/ 2101790 h 3882143"/>
              <a:gd name="connsiteX3882" fmla="*/ 880262 w 12184002"/>
              <a:gd name="connsiteY3882" fmla="*/ 2229139 h 3882143"/>
              <a:gd name="connsiteX3883" fmla="*/ 880262 w 12184002"/>
              <a:gd name="connsiteY3883" fmla="*/ 2234475 h 3882143"/>
              <a:gd name="connsiteX3884" fmla="*/ 877632 w 12184002"/>
              <a:gd name="connsiteY3884" fmla="*/ 2235602 h 3882143"/>
              <a:gd name="connsiteX3885" fmla="*/ 875001 w 12184002"/>
              <a:gd name="connsiteY3885" fmla="*/ 2234475 h 3882143"/>
              <a:gd name="connsiteX3886" fmla="*/ 745848 w 12184002"/>
              <a:gd name="connsiteY3886" fmla="*/ 2104870 h 3882143"/>
              <a:gd name="connsiteX3887" fmla="*/ 745848 w 12184002"/>
              <a:gd name="connsiteY3887" fmla="*/ 1961815 h 3882143"/>
              <a:gd name="connsiteX3888" fmla="*/ 749605 w 12184002"/>
              <a:gd name="connsiteY3888" fmla="*/ 1958060 h 3882143"/>
              <a:gd name="connsiteX3889" fmla="*/ 11108545 w 12184002"/>
              <a:gd name="connsiteY3889" fmla="*/ 1956558 h 3882143"/>
              <a:gd name="connsiteX3890" fmla="*/ 11132812 w 12184002"/>
              <a:gd name="connsiteY3890" fmla="*/ 1980976 h 3882143"/>
              <a:gd name="connsiteX3891" fmla="*/ 11125694 w 12184002"/>
              <a:gd name="connsiteY3891" fmla="*/ 1998228 h 3882143"/>
              <a:gd name="connsiteX3892" fmla="*/ 11111626 w 12184002"/>
              <a:gd name="connsiteY3892" fmla="*/ 2004106 h 3882143"/>
              <a:gd name="connsiteX3893" fmla="*/ 11111626 w 12184002"/>
              <a:gd name="connsiteY3893" fmla="*/ 2172490 h 3882143"/>
              <a:gd name="connsiteX3894" fmla="*/ 11221846 w 12184002"/>
              <a:gd name="connsiteY3894" fmla="*/ 2283086 h 3882143"/>
              <a:gd name="connsiteX3895" fmla="*/ 11221846 w 12184002"/>
              <a:gd name="connsiteY3895" fmla="*/ 2288420 h 3882143"/>
              <a:gd name="connsiteX3896" fmla="*/ 11219216 w 12184002"/>
              <a:gd name="connsiteY3896" fmla="*/ 2289548 h 3882143"/>
              <a:gd name="connsiteX3897" fmla="*/ 11219142 w 12184002"/>
              <a:gd name="connsiteY3897" fmla="*/ 2289623 h 3882143"/>
              <a:gd name="connsiteX3898" fmla="*/ 11216512 w 12184002"/>
              <a:gd name="connsiteY3898" fmla="*/ 2288496 h 3882143"/>
              <a:gd name="connsiteX3899" fmla="*/ 11141303 w 12184002"/>
              <a:gd name="connsiteY3899" fmla="*/ 2212986 h 3882143"/>
              <a:gd name="connsiteX3900" fmla="*/ 11141303 w 12184002"/>
              <a:gd name="connsiteY3900" fmla="*/ 2306602 h 3882143"/>
              <a:gd name="connsiteX3901" fmla="*/ 11198629 w 12184002"/>
              <a:gd name="connsiteY3901" fmla="*/ 2364154 h 3882143"/>
              <a:gd name="connsiteX3902" fmla="*/ 11198629 w 12184002"/>
              <a:gd name="connsiteY3902" fmla="*/ 2369489 h 3882143"/>
              <a:gd name="connsiteX3903" fmla="*/ 11195999 w 12184002"/>
              <a:gd name="connsiteY3903" fmla="*/ 2370616 h 3882143"/>
              <a:gd name="connsiteX3904" fmla="*/ 11193370 w 12184002"/>
              <a:gd name="connsiteY3904" fmla="*/ 2369489 h 3882143"/>
              <a:gd name="connsiteX3905" fmla="*/ 11133789 w 12184002"/>
              <a:gd name="connsiteY3905" fmla="*/ 2309759 h 3882143"/>
              <a:gd name="connsiteX3906" fmla="*/ 11133789 w 12184002"/>
              <a:gd name="connsiteY3906" fmla="*/ 2207652 h 3882143"/>
              <a:gd name="connsiteX3907" fmla="*/ 11134891 w 12184002"/>
              <a:gd name="connsiteY3907" fmla="*/ 2206549 h 3882143"/>
              <a:gd name="connsiteX3908" fmla="*/ 11104112 w 12184002"/>
              <a:gd name="connsiteY3908" fmla="*/ 2175646 h 3882143"/>
              <a:gd name="connsiteX3909" fmla="*/ 11104112 w 12184002"/>
              <a:gd name="connsiteY3909" fmla="*/ 2003549 h 3882143"/>
              <a:gd name="connsiteX3910" fmla="*/ 11091395 w 12184002"/>
              <a:gd name="connsiteY3910" fmla="*/ 1998256 h 3882143"/>
              <a:gd name="connsiteX3911" fmla="*/ 11084277 w 12184002"/>
              <a:gd name="connsiteY3911" fmla="*/ 1980976 h 3882143"/>
              <a:gd name="connsiteX3912" fmla="*/ 11108545 w 12184002"/>
              <a:gd name="connsiteY3912" fmla="*/ 1956558 h 3882143"/>
              <a:gd name="connsiteX3913" fmla="*/ 1075457 w 12184002"/>
              <a:gd name="connsiteY3913" fmla="*/ 1956558 h 3882143"/>
              <a:gd name="connsiteX3914" fmla="*/ 1099727 w 12184002"/>
              <a:gd name="connsiteY3914" fmla="*/ 1980976 h 3882143"/>
              <a:gd name="connsiteX3915" fmla="*/ 1092607 w 12184002"/>
              <a:gd name="connsiteY3915" fmla="*/ 1998256 h 3882143"/>
              <a:gd name="connsiteX3916" fmla="*/ 1079890 w 12184002"/>
              <a:gd name="connsiteY3916" fmla="*/ 2003549 h 3882143"/>
              <a:gd name="connsiteX3917" fmla="*/ 1079890 w 12184002"/>
              <a:gd name="connsiteY3917" fmla="*/ 2175646 h 3882143"/>
              <a:gd name="connsiteX3918" fmla="*/ 1049111 w 12184002"/>
              <a:gd name="connsiteY3918" fmla="*/ 2206549 h 3882143"/>
              <a:gd name="connsiteX3919" fmla="*/ 1050213 w 12184002"/>
              <a:gd name="connsiteY3919" fmla="*/ 2207652 h 3882143"/>
              <a:gd name="connsiteX3920" fmla="*/ 1050213 w 12184002"/>
              <a:gd name="connsiteY3920" fmla="*/ 2309759 h 3882143"/>
              <a:gd name="connsiteX3921" fmla="*/ 990633 w 12184002"/>
              <a:gd name="connsiteY3921" fmla="*/ 2369489 h 3882143"/>
              <a:gd name="connsiteX3922" fmla="*/ 988003 w 12184002"/>
              <a:gd name="connsiteY3922" fmla="*/ 2370616 h 3882143"/>
              <a:gd name="connsiteX3923" fmla="*/ 985373 w 12184002"/>
              <a:gd name="connsiteY3923" fmla="*/ 2369489 h 3882143"/>
              <a:gd name="connsiteX3924" fmla="*/ 985373 w 12184002"/>
              <a:gd name="connsiteY3924" fmla="*/ 2364154 h 3882143"/>
              <a:gd name="connsiteX3925" fmla="*/ 1042700 w 12184002"/>
              <a:gd name="connsiteY3925" fmla="*/ 2306602 h 3882143"/>
              <a:gd name="connsiteX3926" fmla="*/ 1042700 w 12184002"/>
              <a:gd name="connsiteY3926" fmla="*/ 2212986 h 3882143"/>
              <a:gd name="connsiteX3927" fmla="*/ 967491 w 12184002"/>
              <a:gd name="connsiteY3927" fmla="*/ 2288496 h 3882143"/>
              <a:gd name="connsiteX3928" fmla="*/ 964862 w 12184002"/>
              <a:gd name="connsiteY3928" fmla="*/ 2289623 h 3882143"/>
              <a:gd name="connsiteX3929" fmla="*/ 964787 w 12184002"/>
              <a:gd name="connsiteY3929" fmla="*/ 2289548 h 3882143"/>
              <a:gd name="connsiteX3930" fmla="*/ 962157 w 12184002"/>
              <a:gd name="connsiteY3930" fmla="*/ 2288420 h 3882143"/>
              <a:gd name="connsiteX3931" fmla="*/ 962157 w 12184002"/>
              <a:gd name="connsiteY3931" fmla="*/ 2283086 h 3882143"/>
              <a:gd name="connsiteX3932" fmla="*/ 1072377 w 12184002"/>
              <a:gd name="connsiteY3932" fmla="*/ 2172490 h 3882143"/>
              <a:gd name="connsiteX3933" fmla="*/ 1072377 w 12184002"/>
              <a:gd name="connsiteY3933" fmla="*/ 2004106 h 3882143"/>
              <a:gd name="connsiteX3934" fmla="*/ 1058310 w 12184002"/>
              <a:gd name="connsiteY3934" fmla="*/ 1998228 h 3882143"/>
              <a:gd name="connsiteX3935" fmla="*/ 1051190 w 12184002"/>
              <a:gd name="connsiteY3935" fmla="*/ 1980976 h 3882143"/>
              <a:gd name="connsiteX3936" fmla="*/ 1075457 w 12184002"/>
              <a:gd name="connsiteY3936" fmla="*/ 1956558 h 3882143"/>
              <a:gd name="connsiteX3937" fmla="*/ 10425058 w 12184002"/>
              <a:gd name="connsiteY3937" fmla="*/ 1954303 h 3882143"/>
              <a:gd name="connsiteX3938" fmla="*/ 10428814 w 12184002"/>
              <a:gd name="connsiteY3938" fmla="*/ 1958060 h 3882143"/>
              <a:gd name="connsiteX3939" fmla="*/ 10428814 w 12184002"/>
              <a:gd name="connsiteY3939" fmla="*/ 2188869 h 3882143"/>
              <a:gd name="connsiteX3940" fmla="*/ 10554889 w 12184002"/>
              <a:gd name="connsiteY3940" fmla="*/ 2188869 h 3882143"/>
              <a:gd name="connsiteX3941" fmla="*/ 10554889 w 12184002"/>
              <a:gd name="connsiteY3941" fmla="*/ 2134623 h 3882143"/>
              <a:gd name="connsiteX3942" fmla="*/ 10489222 w 12184002"/>
              <a:gd name="connsiteY3942" fmla="*/ 2068731 h 3882143"/>
              <a:gd name="connsiteX3943" fmla="*/ 10489222 w 12184002"/>
              <a:gd name="connsiteY3943" fmla="*/ 2063397 h 3882143"/>
              <a:gd name="connsiteX3944" fmla="*/ 10494557 w 12184002"/>
              <a:gd name="connsiteY3944" fmla="*/ 2063397 h 3882143"/>
              <a:gd name="connsiteX3945" fmla="*/ 10562477 w 12184002"/>
              <a:gd name="connsiteY3945" fmla="*/ 2131542 h 3882143"/>
              <a:gd name="connsiteX3946" fmla="*/ 10562477 w 12184002"/>
              <a:gd name="connsiteY3946" fmla="*/ 2196457 h 3882143"/>
              <a:gd name="connsiteX3947" fmla="*/ 10562402 w 12184002"/>
              <a:gd name="connsiteY3947" fmla="*/ 2196457 h 3882143"/>
              <a:gd name="connsiteX3948" fmla="*/ 10421301 w 12184002"/>
              <a:gd name="connsiteY3948" fmla="*/ 2196457 h 3882143"/>
              <a:gd name="connsiteX3949" fmla="*/ 10421301 w 12184002"/>
              <a:gd name="connsiteY3949" fmla="*/ 1958060 h 3882143"/>
              <a:gd name="connsiteX3950" fmla="*/ 10425058 w 12184002"/>
              <a:gd name="connsiteY3950" fmla="*/ 1954303 h 3882143"/>
              <a:gd name="connsiteX3951" fmla="*/ 7799827 w 12184002"/>
              <a:gd name="connsiteY3951" fmla="*/ 1954303 h 3882143"/>
              <a:gd name="connsiteX3952" fmla="*/ 7803584 w 12184002"/>
              <a:gd name="connsiteY3952" fmla="*/ 1958060 h 3882143"/>
              <a:gd name="connsiteX3953" fmla="*/ 7803584 w 12184002"/>
              <a:gd name="connsiteY3953" fmla="*/ 2196457 h 3882143"/>
              <a:gd name="connsiteX3954" fmla="*/ 7803510 w 12184002"/>
              <a:gd name="connsiteY3954" fmla="*/ 2196457 h 3882143"/>
              <a:gd name="connsiteX3955" fmla="*/ 7662409 w 12184002"/>
              <a:gd name="connsiteY3955" fmla="*/ 2196457 h 3882143"/>
              <a:gd name="connsiteX3956" fmla="*/ 7662409 w 12184002"/>
              <a:gd name="connsiteY3956" fmla="*/ 2131542 h 3882143"/>
              <a:gd name="connsiteX3957" fmla="*/ 7730329 w 12184002"/>
              <a:gd name="connsiteY3957" fmla="*/ 2063397 h 3882143"/>
              <a:gd name="connsiteX3958" fmla="*/ 7735663 w 12184002"/>
              <a:gd name="connsiteY3958" fmla="*/ 2063397 h 3882143"/>
              <a:gd name="connsiteX3959" fmla="*/ 7735663 w 12184002"/>
              <a:gd name="connsiteY3959" fmla="*/ 2068731 h 3882143"/>
              <a:gd name="connsiteX3960" fmla="*/ 7669998 w 12184002"/>
              <a:gd name="connsiteY3960" fmla="*/ 2134623 h 3882143"/>
              <a:gd name="connsiteX3961" fmla="*/ 7669998 w 12184002"/>
              <a:gd name="connsiteY3961" fmla="*/ 2188869 h 3882143"/>
              <a:gd name="connsiteX3962" fmla="*/ 7796072 w 12184002"/>
              <a:gd name="connsiteY3962" fmla="*/ 2188869 h 3882143"/>
              <a:gd name="connsiteX3963" fmla="*/ 7796072 w 12184002"/>
              <a:gd name="connsiteY3963" fmla="*/ 1958060 h 3882143"/>
              <a:gd name="connsiteX3964" fmla="*/ 7799827 w 12184002"/>
              <a:gd name="connsiteY3964" fmla="*/ 1954303 h 3882143"/>
              <a:gd name="connsiteX3965" fmla="*/ 4384175 w 12184002"/>
              <a:gd name="connsiteY3965" fmla="*/ 1954303 h 3882143"/>
              <a:gd name="connsiteX3966" fmla="*/ 4387932 w 12184002"/>
              <a:gd name="connsiteY3966" fmla="*/ 1958060 h 3882143"/>
              <a:gd name="connsiteX3967" fmla="*/ 4387932 w 12184002"/>
              <a:gd name="connsiteY3967" fmla="*/ 2188869 h 3882143"/>
              <a:gd name="connsiteX3968" fmla="*/ 4514006 w 12184002"/>
              <a:gd name="connsiteY3968" fmla="*/ 2188869 h 3882143"/>
              <a:gd name="connsiteX3969" fmla="*/ 4514006 w 12184002"/>
              <a:gd name="connsiteY3969" fmla="*/ 2134623 h 3882143"/>
              <a:gd name="connsiteX3970" fmla="*/ 4448340 w 12184002"/>
              <a:gd name="connsiteY3970" fmla="*/ 2068731 h 3882143"/>
              <a:gd name="connsiteX3971" fmla="*/ 4448340 w 12184002"/>
              <a:gd name="connsiteY3971" fmla="*/ 2063397 h 3882143"/>
              <a:gd name="connsiteX3972" fmla="*/ 4453674 w 12184002"/>
              <a:gd name="connsiteY3972" fmla="*/ 2063397 h 3882143"/>
              <a:gd name="connsiteX3973" fmla="*/ 4521595 w 12184002"/>
              <a:gd name="connsiteY3973" fmla="*/ 2131542 h 3882143"/>
              <a:gd name="connsiteX3974" fmla="*/ 4521595 w 12184002"/>
              <a:gd name="connsiteY3974" fmla="*/ 2196457 h 3882143"/>
              <a:gd name="connsiteX3975" fmla="*/ 4380493 w 12184002"/>
              <a:gd name="connsiteY3975" fmla="*/ 2196457 h 3882143"/>
              <a:gd name="connsiteX3976" fmla="*/ 4380418 w 12184002"/>
              <a:gd name="connsiteY3976" fmla="*/ 2196457 h 3882143"/>
              <a:gd name="connsiteX3977" fmla="*/ 4380418 w 12184002"/>
              <a:gd name="connsiteY3977" fmla="*/ 1958060 h 3882143"/>
              <a:gd name="connsiteX3978" fmla="*/ 4384175 w 12184002"/>
              <a:gd name="connsiteY3978" fmla="*/ 1954303 h 3882143"/>
              <a:gd name="connsiteX3979" fmla="*/ 1758944 w 12184002"/>
              <a:gd name="connsiteY3979" fmla="*/ 1954303 h 3882143"/>
              <a:gd name="connsiteX3980" fmla="*/ 1762701 w 12184002"/>
              <a:gd name="connsiteY3980" fmla="*/ 1958060 h 3882143"/>
              <a:gd name="connsiteX3981" fmla="*/ 1762701 w 12184002"/>
              <a:gd name="connsiteY3981" fmla="*/ 2196457 h 3882143"/>
              <a:gd name="connsiteX3982" fmla="*/ 1621600 w 12184002"/>
              <a:gd name="connsiteY3982" fmla="*/ 2196457 h 3882143"/>
              <a:gd name="connsiteX3983" fmla="*/ 1621525 w 12184002"/>
              <a:gd name="connsiteY3983" fmla="*/ 2196457 h 3882143"/>
              <a:gd name="connsiteX3984" fmla="*/ 1621525 w 12184002"/>
              <a:gd name="connsiteY3984" fmla="*/ 2131542 h 3882143"/>
              <a:gd name="connsiteX3985" fmla="*/ 1689445 w 12184002"/>
              <a:gd name="connsiteY3985" fmla="*/ 2063397 h 3882143"/>
              <a:gd name="connsiteX3986" fmla="*/ 1694781 w 12184002"/>
              <a:gd name="connsiteY3986" fmla="*/ 2063397 h 3882143"/>
              <a:gd name="connsiteX3987" fmla="*/ 1694781 w 12184002"/>
              <a:gd name="connsiteY3987" fmla="*/ 2068731 h 3882143"/>
              <a:gd name="connsiteX3988" fmla="*/ 1629115 w 12184002"/>
              <a:gd name="connsiteY3988" fmla="*/ 2134623 h 3882143"/>
              <a:gd name="connsiteX3989" fmla="*/ 1629115 w 12184002"/>
              <a:gd name="connsiteY3989" fmla="*/ 2188869 h 3882143"/>
              <a:gd name="connsiteX3990" fmla="*/ 1755188 w 12184002"/>
              <a:gd name="connsiteY3990" fmla="*/ 2188869 h 3882143"/>
              <a:gd name="connsiteX3991" fmla="*/ 1755188 w 12184002"/>
              <a:gd name="connsiteY3991" fmla="*/ 1958060 h 3882143"/>
              <a:gd name="connsiteX3992" fmla="*/ 1758944 w 12184002"/>
              <a:gd name="connsiteY3992" fmla="*/ 1954303 h 3882143"/>
              <a:gd name="connsiteX3993" fmla="*/ 5901942 w 12184002"/>
              <a:gd name="connsiteY3993" fmla="*/ 1950696 h 3882143"/>
              <a:gd name="connsiteX3994" fmla="*/ 5905698 w 12184002"/>
              <a:gd name="connsiteY3994" fmla="*/ 1954452 h 3882143"/>
              <a:gd name="connsiteX3995" fmla="*/ 5905698 w 12184002"/>
              <a:gd name="connsiteY3995" fmla="*/ 2013959 h 3882143"/>
              <a:gd name="connsiteX3996" fmla="*/ 6002095 w 12184002"/>
              <a:gd name="connsiteY3996" fmla="*/ 2013959 h 3882143"/>
              <a:gd name="connsiteX3997" fmla="*/ 6005851 w 12184002"/>
              <a:gd name="connsiteY3997" fmla="*/ 2017715 h 3882143"/>
              <a:gd name="connsiteX3998" fmla="*/ 6002095 w 12184002"/>
              <a:gd name="connsiteY3998" fmla="*/ 2021472 h 3882143"/>
              <a:gd name="connsiteX3999" fmla="*/ 5905698 w 12184002"/>
              <a:gd name="connsiteY3999" fmla="*/ 2021472 h 3882143"/>
              <a:gd name="connsiteX4000" fmla="*/ 5905698 w 12184002"/>
              <a:gd name="connsiteY4000" fmla="*/ 2092172 h 3882143"/>
              <a:gd name="connsiteX4001" fmla="*/ 6013290 w 12184002"/>
              <a:gd name="connsiteY4001" fmla="*/ 2092172 h 3882143"/>
              <a:gd name="connsiteX4002" fmla="*/ 6044566 w 12184002"/>
              <a:gd name="connsiteY4002" fmla="*/ 2092172 h 3882143"/>
              <a:gd name="connsiteX4003" fmla="*/ 6139438 w 12184002"/>
              <a:gd name="connsiteY4003" fmla="*/ 2092172 h 3882143"/>
              <a:gd name="connsiteX4004" fmla="*/ 6170714 w 12184002"/>
              <a:gd name="connsiteY4004" fmla="*/ 2092172 h 3882143"/>
              <a:gd name="connsiteX4005" fmla="*/ 6278306 w 12184002"/>
              <a:gd name="connsiteY4005" fmla="*/ 2092172 h 3882143"/>
              <a:gd name="connsiteX4006" fmla="*/ 6278306 w 12184002"/>
              <a:gd name="connsiteY4006" fmla="*/ 2021472 h 3882143"/>
              <a:gd name="connsiteX4007" fmla="*/ 6181909 w 12184002"/>
              <a:gd name="connsiteY4007" fmla="*/ 2021472 h 3882143"/>
              <a:gd name="connsiteX4008" fmla="*/ 6178152 w 12184002"/>
              <a:gd name="connsiteY4008" fmla="*/ 2017715 h 3882143"/>
              <a:gd name="connsiteX4009" fmla="*/ 6181909 w 12184002"/>
              <a:gd name="connsiteY4009" fmla="*/ 2013959 h 3882143"/>
              <a:gd name="connsiteX4010" fmla="*/ 6278306 w 12184002"/>
              <a:gd name="connsiteY4010" fmla="*/ 2013959 h 3882143"/>
              <a:gd name="connsiteX4011" fmla="*/ 6278306 w 12184002"/>
              <a:gd name="connsiteY4011" fmla="*/ 1954452 h 3882143"/>
              <a:gd name="connsiteX4012" fmla="*/ 6282061 w 12184002"/>
              <a:gd name="connsiteY4012" fmla="*/ 1950696 h 3882143"/>
              <a:gd name="connsiteX4013" fmla="*/ 6285818 w 12184002"/>
              <a:gd name="connsiteY4013" fmla="*/ 1954452 h 3882143"/>
              <a:gd name="connsiteX4014" fmla="*/ 6285818 w 12184002"/>
              <a:gd name="connsiteY4014" fmla="*/ 2099686 h 3882143"/>
              <a:gd name="connsiteX4015" fmla="*/ 6174471 w 12184002"/>
              <a:gd name="connsiteY4015" fmla="*/ 2099686 h 3882143"/>
              <a:gd name="connsiteX4016" fmla="*/ 6174471 w 12184002"/>
              <a:gd name="connsiteY4016" fmla="*/ 2196456 h 3882143"/>
              <a:gd name="connsiteX4017" fmla="*/ 6170714 w 12184002"/>
              <a:gd name="connsiteY4017" fmla="*/ 2200213 h 3882143"/>
              <a:gd name="connsiteX4018" fmla="*/ 6166958 w 12184002"/>
              <a:gd name="connsiteY4018" fmla="*/ 2196456 h 3882143"/>
              <a:gd name="connsiteX4019" fmla="*/ 6166958 w 12184002"/>
              <a:gd name="connsiteY4019" fmla="*/ 2099686 h 3882143"/>
              <a:gd name="connsiteX4020" fmla="*/ 6139438 w 12184002"/>
              <a:gd name="connsiteY4020" fmla="*/ 2099686 h 3882143"/>
              <a:gd name="connsiteX4021" fmla="*/ 6044566 w 12184002"/>
              <a:gd name="connsiteY4021" fmla="*/ 2099686 h 3882143"/>
              <a:gd name="connsiteX4022" fmla="*/ 6017045 w 12184002"/>
              <a:gd name="connsiteY4022" fmla="*/ 2099686 h 3882143"/>
              <a:gd name="connsiteX4023" fmla="*/ 6017045 w 12184002"/>
              <a:gd name="connsiteY4023" fmla="*/ 2196456 h 3882143"/>
              <a:gd name="connsiteX4024" fmla="*/ 6013290 w 12184002"/>
              <a:gd name="connsiteY4024" fmla="*/ 2200213 h 3882143"/>
              <a:gd name="connsiteX4025" fmla="*/ 6009533 w 12184002"/>
              <a:gd name="connsiteY4025" fmla="*/ 2196456 h 3882143"/>
              <a:gd name="connsiteX4026" fmla="*/ 6009533 w 12184002"/>
              <a:gd name="connsiteY4026" fmla="*/ 2099686 h 3882143"/>
              <a:gd name="connsiteX4027" fmla="*/ 5898186 w 12184002"/>
              <a:gd name="connsiteY4027" fmla="*/ 2099686 h 3882143"/>
              <a:gd name="connsiteX4028" fmla="*/ 5898186 w 12184002"/>
              <a:gd name="connsiteY4028" fmla="*/ 1954452 h 3882143"/>
              <a:gd name="connsiteX4029" fmla="*/ 5901942 w 12184002"/>
              <a:gd name="connsiteY4029" fmla="*/ 1950696 h 3882143"/>
              <a:gd name="connsiteX4030" fmla="*/ 11942750 w 12184002"/>
              <a:gd name="connsiteY4030" fmla="*/ 1950621 h 3882143"/>
              <a:gd name="connsiteX4031" fmla="*/ 11946506 w 12184002"/>
              <a:gd name="connsiteY4031" fmla="*/ 1954377 h 3882143"/>
              <a:gd name="connsiteX4032" fmla="*/ 11946506 w 12184002"/>
              <a:gd name="connsiteY4032" fmla="*/ 2013959 h 3882143"/>
              <a:gd name="connsiteX4033" fmla="*/ 12042977 w 12184002"/>
              <a:gd name="connsiteY4033" fmla="*/ 2013959 h 3882143"/>
              <a:gd name="connsiteX4034" fmla="*/ 12046734 w 12184002"/>
              <a:gd name="connsiteY4034" fmla="*/ 2017715 h 3882143"/>
              <a:gd name="connsiteX4035" fmla="*/ 12042977 w 12184002"/>
              <a:gd name="connsiteY4035" fmla="*/ 2021472 h 3882143"/>
              <a:gd name="connsiteX4036" fmla="*/ 11946506 w 12184002"/>
              <a:gd name="connsiteY4036" fmla="*/ 2021472 h 3882143"/>
              <a:gd name="connsiteX4037" fmla="*/ 11946506 w 12184002"/>
              <a:gd name="connsiteY4037" fmla="*/ 2092097 h 3882143"/>
              <a:gd name="connsiteX4038" fmla="*/ 12180245 w 12184002"/>
              <a:gd name="connsiteY4038" fmla="*/ 2092097 h 3882143"/>
              <a:gd name="connsiteX4039" fmla="*/ 12184002 w 12184002"/>
              <a:gd name="connsiteY4039" fmla="*/ 2095854 h 3882143"/>
              <a:gd name="connsiteX4040" fmla="*/ 12180245 w 12184002"/>
              <a:gd name="connsiteY4040" fmla="*/ 2099611 h 3882143"/>
              <a:gd name="connsiteX4041" fmla="*/ 12180245 w 12184002"/>
              <a:gd name="connsiteY4041" fmla="*/ 2099686 h 3882143"/>
              <a:gd name="connsiteX4042" fmla="*/ 12057854 w 12184002"/>
              <a:gd name="connsiteY4042" fmla="*/ 2099686 h 3882143"/>
              <a:gd name="connsiteX4043" fmla="*/ 12057854 w 12184002"/>
              <a:gd name="connsiteY4043" fmla="*/ 2196456 h 3882143"/>
              <a:gd name="connsiteX4044" fmla="*/ 12054097 w 12184002"/>
              <a:gd name="connsiteY4044" fmla="*/ 2200213 h 3882143"/>
              <a:gd name="connsiteX4045" fmla="*/ 12050341 w 12184002"/>
              <a:gd name="connsiteY4045" fmla="*/ 2196456 h 3882143"/>
              <a:gd name="connsiteX4046" fmla="*/ 12050341 w 12184002"/>
              <a:gd name="connsiteY4046" fmla="*/ 2099686 h 3882143"/>
              <a:gd name="connsiteX4047" fmla="*/ 11938992 w 12184002"/>
              <a:gd name="connsiteY4047" fmla="*/ 2099686 h 3882143"/>
              <a:gd name="connsiteX4048" fmla="*/ 11938992 w 12184002"/>
              <a:gd name="connsiteY4048" fmla="*/ 1954377 h 3882143"/>
              <a:gd name="connsiteX4049" fmla="*/ 11942750 w 12184002"/>
              <a:gd name="connsiteY4049" fmla="*/ 1950621 h 3882143"/>
              <a:gd name="connsiteX4050" fmla="*/ 5454072 w 12184002"/>
              <a:gd name="connsiteY4050" fmla="*/ 1950621 h 3882143"/>
              <a:gd name="connsiteX4051" fmla="*/ 5478340 w 12184002"/>
              <a:gd name="connsiteY4051" fmla="*/ 1975040 h 3882143"/>
              <a:gd name="connsiteX4052" fmla="*/ 5474156 w 12184002"/>
              <a:gd name="connsiteY4052" fmla="*/ 1985198 h 3882143"/>
              <a:gd name="connsiteX4053" fmla="*/ 5577292 w 12184002"/>
              <a:gd name="connsiteY4053" fmla="*/ 2088715 h 3882143"/>
              <a:gd name="connsiteX4054" fmla="*/ 5577292 w 12184002"/>
              <a:gd name="connsiteY4054" fmla="*/ 2464533 h 3882143"/>
              <a:gd name="connsiteX4055" fmla="*/ 5649644 w 12184002"/>
              <a:gd name="connsiteY4055" fmla="*/ 2464533 h 3882143"/>
              <a:gd name="connsiteX4056" fmla="*/ 5649644 w 12184002"/>
              <a:gd name="connsiteY4056" fmla="*/ 2323056 h 3882143"/>
              <a:gd name="connsiteX4057" fmla="*/ 5653401 w 12184002"/>
              <a:gd name="connsiteY4057" fmla="*/ 2319299 h 3882143"/>
              <a:gd name="connsiteX4058" fmla="*/ 5657158 w 12184002"/>
              <a:gd name="connsiteY4058" fmla="*/ 2323056 h 3882143"/>
              <a:gd name="connsiteX4059" fmla="*/ 5657158 w 12184002"/>
              <a:gd name="connsiteY4059" fmla="*/ 2472045 h 3882143"/>
              <a:gd name="connsiteX4060" fmla="*/ 5577292 w 12184002"/>
              <a:gd name="connsiteY4060" fmla="*/ 2472045 h 3882143"/>
              <a:gd name="connsiteX4061" fmla="*/ 5577292 w 12184002"/>
              <a:gd name="connsiteY4061" fmla="*/ 2541168 h 3882143"/>
              <a:gd name="connsiteX4062" fmla="*/ 6092001 w 12184002"/>
              <a:gd name="connsiteY4062" fmla="*/ 3057763 h 3882143"/>
              <a:gd name="connsiteX4063" fmla="*/ 6606711 w 12184002"/>
              <a:gd name="connsiteY4063" fmla="*/ 2541168 h 3882143"/>
              <a:gd name="connsiteX4064" fmla="*/ 6606711 w 12184002"/>
              <a:gd name="connsiteY4064" fmla="*/ 2472045 h 3882143"/>
              <a:gd name="connsiteX4065" fmla="*/ 6526846 w 12184002"/>
              <a:gd name="connsiteY4065" fmla="*/ 2472045 h 3882143"/>
              <a:gd name="connsiteX4066" fmla="*/ 6526846 w 12184002"/>
              <a:gd name="connsiteY4066" fmla="*/ 2323056 h 3882143"/>
              <a:gd name="connsiteX4067" fmla="*/ 6530602 w 12184002"/>
              <a:gd name="connsiteY4067" fmla="*/ 2319299 h 3882143"/>
              <a:gd name="connsiteX4068" fmla="*/ 6534359 w 12184002"/>
              <a:gd name="connsiteY4068" fmla="*/ 2323056 h 3882143"/>
              <a:gd name="connsiteX4069" fmla="*/ 6534359 w 12184002"/>
              <a:gd name="connsiteY4069" fmla="*/ 2464533 h 3882143"/>
              <a:gd name="connsiteX4070" fmla="*/ 6606711 w 12184002"/>
              <a:gd name="connsiteY4070" fmla="*/ 2464533 h 3882143"/>
              <a:gd name="connsiteX4071" fmla="*/ 6606711 w 12184002"/>
              <a:gd name="connsiteY4071" fmla="*/ 2088715 h 3882143"/>
              <a:gd name="connsiteX4072" fmla="*/ 6709848 w 12184002"/>
              <a:gd name="connsiteY4072" fmla="*/ 1985198 h 3882143"/>
              <a:gd name="connsiteX4073" fmla="*/ 6705663 w 12184002"/>
              <a:gd name="connsiteY4073" fmla="*/ 1975040 h 3882143"/>
              <a:gd name="connsiteX4074" fmla="*/ 6729931 w 12184002"/>
              <a:gd name="connsiteY4074" fmla="*/ 1950621 h 3882143"/>
              <a:gd name="connsiteX4075" fmla="*/ 6754198 w 12184002"/>
              <a:gd name="connsiteY4075" fmla="*/ 1975040 h 3882143"/>
              <a:gd name="connsiteX4076" fmla="*/ 6729931 w 12184002"/>
              <a:gd name="connsiteY4076" fmla="*/ 1999458 h 3882143"/>
              <a:gd name="connsiteX4077" fmla="*/ 6713221 w 12184002"/>
              <a:gd name="connsiteY4077" fmla="*/ 1992502 h 3882143"/>
              <a:gd name="connsiteX4078" fmla="*/ 6614300 w 12184002"/>
              <a:gd name="connsiteY4078" fmla="*/ 2091796 h 3882143"/>
              <a:gd name="connsiteX4079" fmla="*/ 6614300 w 12184002"/>
              <a:gd name="connsiteY4079" fmla="*/ 2468138 h 3882143"/>
              <a:gd name="connsiteX4080" fmla="*/ 6614451 w 12184002"/>
              <a:gd name="connsiteY4080" fmla="*/ 2468288 h 3882143"/>
              <a:gd name="connsiteX4081" fmla="*/ 6614300 w 12184002"/>
              <a:gd name="connsiteY4081" fmla="*/ 2468439 h 3882143"/>
              <a:gd name="connsiteX4082" fmla="*/ 6614300 w 12184002"/>
              <a:gd name="connsiteY4082" fmla="*/ 2544249 h 3882143"/>
              <a:gd name="connsiteX4083" fmla="*/ 6097327 w 12184002"/>
              <a:gd name="connsiteY4083" fmla="*/ 3063108 h 3882143"/>
              <a:gd name="connsiteX4084" fmla="*/ 6109610 w 12184002"/>
              <a:gd name="connsiteY4084" fmla="*/ 3075436 h 3882143"/>
              <a:gd name="connsiteX4085" fmla="*/ 6109610 w 12184002"/>
              <a:gd name="connsiteY4085" fmla="*/ 3080772 h 3882143"/>
              <a:gd name="connsiteX4086" fmla="*/ 6106980 w 12184002"/>
              <a:gd name="connsiteY4086" fmla="*/ 3081898 h 3882143"/>
              <a:gd name="connsiteX4087" fmla="*/ 6106830 w 12184002"/>
              <a:gd name="connsiteY4087" fmla="*/ 3081824 h 3882143"/>
              <a:gd name="connsiteX4088" fmla="*/ 6104200 w 12184002"/>
              <a:gd name="connsiteY4088" fmla="*/ 3080696 h 3882143"/>
              <a:gd name="connsiteX4089" fmla="*/ 6092001 w 12184002"/>
              <a:gd name="connsiteY4089" fmla="*/ 3068453 h 3882143"/>
              <a:gd name="connsiteX4090" fmla="*/ 6079804 w 12184002"/>
              <a:gd name="connsiteY4090" fmla="*/ 3080696 h 3882143"/>
              <a:gd name="connsiteX4091" fmla="*/ 6077173 w 12184002"/>
              <a:gd name="connsiteY4091" fmla="*/ 3081824 h 3882143"/>
              <a:gd name="connsiteX4092" fmla="*/ 6077022 w 12184002"/>
              <a:gd name="connsiteY4092" fmla="*/ 3081898 h 3882143"/>
              <a:gd name="connsiteX4093" fmla="*/ 6074394 w 12184002"/>
              <a:gd name="connsiteY4093" fmla="*/ 3080772 h 3882143"/>
              <a:gd name="connsiteX4094" fmla="*/ 6074394 w 12184002"/>
              <a:gd name="connsiteY4094" fmla="*/ 3075436 h 3882143"/>
              <a:gd name="connsiteX4095" fmla="*/ 6086676 w 12184002"/>
              <a:gd name="connsiteY4095" fmla="*/ 3063108 h 3882143"/>
              <a:gd name="connsiteX4096" fmla="*/ 5569703 w 12184002"/>
              <a:gd name="connsiteY4096" fmla="*/ 2544249 h 3882143"/>
              <a:gd name="connsiteX4097" fmla="*/ 5569703 w 12184002"/>
              <a:gd name="connsiteY4097" fmla="*/ 2468439 h 3882143"/>
              <a:gd name="connsiteX4098" fmla="*/ 5569553 w 12184002"/>
              <a:gd name="connsiteY4098" fmla="*/ 2468288 h 3882143"/>
              <a:gd name="connsiteX4099" fmla="*/ 5569703 w 12184002"/>
              <a:gd name="connsiteY4099" fmla="*/ 2468138 h 3882143"/>
              <a:gd name="connsiteX4100" fmla="*/ 5569703 w 12184002"/>
              <a:gd name="connsiteY4100" fmla="*/ 2091796 h 3882143"/>
              <a:gd name="connsiteX4101" fmla="*/ 5470783 w 12184002"/>
              <a:gd name="connsiteY4101" fmla="*/ 1992502 h 3882143"/>
              <a:gd name="connsiteX4102" fmla="*/ 5454072 w 12184002"/>
              <a:gd name="connsiteY4102" fmla="*/ 1999458 h 3882143"/>
              <a:gd name="connsiteX4103" fmla="*/ 5429805 w 12184002"/>
              <a:gd name="connsiteY4103" fmla="*/ 1975040 h 3882143"/>
              <a:gd name="connsiteX4104" fmla="*/ 5454072 w 12184002"/>
              <a:gd name="connsiteY4104" fmla="*/ 1950621 h 3882143"/>
              <a:gd name="connsiteX4105" fmla="*/ 241254 w 12184002"/>
              <a:gd name="connsiteY4105" fmla="*/ 1950621 h 3882143"/>
              <a:gd name="connsiteX4106" fmla="*/ 245010 w 12184002"/>
              <a:gd name="connsiteY4106" fmla="*/ 1954377 h 3882143"/>
              <a:gd name="connsiteX4107" fmla="*/ 245010 w 12184002"/>
              <a:gd name="connsiteY4107" fmla="*/ 2099686 h 3882143"/>
              <a:gd name="connsiteX4108" fmla="*/ 133662 w 12184002"/>
              <a:gd name="connsiteY4108" fmla="*/ 2099686 h 3882143"/>
              <a:gd name="connsiteX4109" fmla="*/ 133662 w 12184002"/>
              <a:gd name="connsiteY4109" fmla="*/ 2196456 h 3882143"/>
              <a:gd name="connsiteX4110" fmla="*/ 129906 w 12184002"/>
              <a:gd name="connsiteY4110" fmla="*/ 2200213 h 3882143"/>
              <a:gd name="connsiteX4111" fmla="*/ 126148 w 12184002"/>
              <a:gd name="connsiteY4111" fmla="*/ 2196456 h 3882143"/>
              <a:gd name="connsiteX4112" fmla="*/ 126148 w 12184002"/>
              <a:gd name="connsiteY4112" fmla="*/ 2099686 h 3882143"/>
              <a:gd name="connsiteX4113" fmla="*/ 3757 w 12184002"/>
              <a:gd name="connsiteY4113" fmla="*/ 2099686 h 3882143"/>
              <a:gd name="connsiteX4114" fmla="*/ 3757 w 12184002"/>
              <a:gd name="connsiteY4114" fmla="*/ 2099611 h 3882143"/>
              <a:gd name="connsiteX4115" fmla="*/ 0 w 12184002"/>
              <a:gd name="connsiteY4115" fmla="*/ 2095854 h 3882143"/>
              <a:gd name="connsiteX4116" fmla="*/ 3757 w 12184002"/>
              <a:gd name="connsiteY4116" fmla="*/ 2092097 h 3882143"/>
              <a:gd name="connsiteX4117" fmla="*/ 237496 w 12184002"/>
              <a:gd name="connsiteY4117" fmla="*/ 2092097 h 3882143"/>
              <a:gd name="connsiteX4118" fmla="*/ 237496 w 12184002"/>
              <a:gd name="connsiteY4118" fmla="*/ 2021472 h 3882143"/>
              <a:gd name="connsiteX4119" fmla="*/ 141026 w 12184002"/>
              <a:gd name="connsiteY4119" fmla="*/ 2021472 h 3882143"/>
              <a:gd name="connsiteX4120" fmla="*/ 137269 w 12184002"/>
              <a:gd name="connsiteY4120" fmla="*/ 2017715 h 3882143"/>
              <a:gd name="connsiteX4121" fmla="*/ 141026 w 12184002"/>
              <a:gd name="connsiteY4121" fmla="*/ 2013959 h 3882143"/>
              <a:gd name="connsiteX4122" fmla="*/ 237496 w 12184002"/>
              <a:gd name="connsiteY4122" fmla="*/ 2013959 h 3882143"/>
              <a:gd name="connsiteX4123" fmla="*/ 237496 w 12184002"/>
              <a:gd name="connsiteY4123" fmla="*/ 1954377 h 3882143"/>
              <a:gd name="connsiteX4124" fmla="*/ 241254 w 12184002"/>
              <a:gd name="connsiteY4124" fmla="*/ 1950621 h 3882143"/>
              <a:gd name="connsiteX4125" fmla="*/ 8244992 w 12184002"/>
              <a:gd name="connsiteY4125" fmla="*/ 1946865 h 3882143"/>
              <a:gd name="connsiteX4126" fmla="*/ 8248749 w 12184002"/>
              <a:gd name="connsiteY4126" fmla="*/ 1950620 h 3882143"/>
              <a:gd name="connsiteX4127" fmla="*/ 8248749 w 12184002"/>
              <a:gd name="connsiteY4127" fmla="*/ 2092172 h 3882143"/>
              <a:gd name="connsiteX4128" fmla="*/ 8026129 w 12184002"/>
              <a:gd name="connsiteY4128" fmla="*/ 2092172 h 3882143"/>
              <a:gd name="connsiteX4129" fmla="*/ 8026129 w 12184002"/>
              <a:gd name="connsiteY4129" fmla="*/ 2427192 h 3882143"/>
              <a:gd name="connsiteX4130" fmla="*/ 7929658 w 12184002"/>
              <a:gd name="connsiteY4130" fmla="*/ 2430948 h 3882143"/>
              <a:gd name="connsiteX4131" fmla="*/ 7929658 w 12184002"/>
              <a:gd name="connsiteY4131" fmla="*/ 2491806 h 3882143"/>
              <a:gd name="connsiteX4132" fmla="*/ 7945906 w 12184002"/>
              <a:gd name="connsiteY4132" fmla="*/ 2498568 h 3882143"/>
              <a:gd name="connsiteX4133" fmla="*/ 7953024 w 12184002"/>
              <a:gd name="connsiteY4133" fmla="*/ 2515848 h 3882143"/>
              <a:gd name="connsiteX4134" fmla="*/ 7928757 w 12184002"/>
              <a:gd name="connsiteY4134" fmla="*/ 2540266 h 3882143"/>
              <a:gd name="connsiteX4135" fmla="*/ 7904488 w 12184002"/>
              <a:gd name="connsiteY4135" fmla="*/ 2515848 h 3882143"/>
              <a:gd name="connsiteX4136" fmla="*/ 7911608 w 12184002"/>
              <a:gd name="connsiteY4136" fmla="*/ 2498568 h 3882143"/>
              <a:gd name="connsiteX4137" fmla="*/ 7922145 w 12184002"/>
              <a:gd name="connsiteY4137" fmla="*/ 2494181 h 3882143"/>
              <a:gd name="connsiteX4138" fmla="*/ 7922145 w 12184002"/>
              <a:gd name="connsiteY4138" fmla="*/ 2423735 h 3882143"/>
              <a:gd name="connsiteX4139" fmla="*/ 8018616 w 12184002"/>
              <a:gd name="connsiteY4139" fmla="*/ 2419978 h 3882143"/>
              <a:gd name="connsiteX4140" fmla="*/ 8018616 w 12184002"/>
              <a:gd name="connsiteY4140" fmla="*/ 2084658 h 3882143"/>
              <a:gd name="connsiteX4141" fmla="*/ 8241236 w 12184002"/>
              <a:gd name="connsiteY4141" fmla="*/ 2084658 h 3882143"/>
              <a:gd name="connsiteX4142" fmla="*/ 8241236 w 12184002"/>
              <a:gd name="connsiteY4142" fmla="*/ 1950620 h 3882143"/>
              <a:gd name="connsiteX4143" fmla="*/ 8244992 w 12184002"/>
              <a:gd name="connsiteY4143" fmla="*/ 1946865 h 3882143"/>
              <a:gd name="connsiteX4144" fmla="*/ 3939011 w 12184002"/>
              <a:gd name="connsiteY4144" fmla="*/ 1946865 h 3882143"/>
              <a:gd name="connsiteX4145" fmla="*/ 3942767 w 12184002"/>
              <a:gd name="connsiteY4145" fmla="*/ 1950620 h 3882143"/>
              <a:gd name="connsiteX4146" fmla="*/ 3942767 w 12184002"/>
              <a:gd name="connsiteY4146" fmla="*/ 2084658 h 3882143"/>
              <a:gd name="connsiteX4147" fmla="*/ 4165387 w 12184002"/>
              <a:gd name="connsiteY4147" fmla="*/ 2084658 h 3882143"/>
              <a:gd name="connsiteX4148" fmla="*/ 4165387 w 12184002"/>
              <a:gd name="connsiteY4148" fmla="*/ 2419978 h 3882143"/>
              <a:gd name="connsiteX4149" fmla="*/ 4261857 w 12184002"/>
              <a:gd name="connsiteY4149" fmla="*/ 2423735 h 3882143"/>
              <a:gd name="connsiteX4150" fmla="*/ 4261857 w 12184002"/>
              <a:gd name="connsiteY4150" fmla="*/ 2494181 h 3882143"/>
              <a:gd name="connsiteX4151" fmla="*/ 4272395 w 12184002"/>
              <a:gd name="connsiteY4151" fmla="*/ 2498568 h 3882143"/>
              <a:gd name="connsiteX4152" fmla="*/ 4279515 w 12184002"/>
              <a:gd name="connsiteY4152" fmla="*/ 2515848 h 3882143"/>
              <a:gd name="connsiteX4153" fmla="*/ 4255247 w 12184002"/>
              <a:gd name="connsiteY4153" fmla="*/ 2540266 h 3882143"/>
              <a:gd name="connsiteX4154" fmla="*/ 4230979 w 12184002"/>
              <a:gd name="connsiteY4154" fmla="*/ 2515848 h 3882143"/>
              <a:gd name="connsiteX4155" fmla="*/ 4238098 w 12184002"/>
              <a:gd name="connsiteY4155" fmla="*/ 2498568 h 3882143"/>
              <a:gd name="connsiteX4156" fmla="*/ 4254345 w 12184002"/>
              <a:gd name="connsiteY4156" fmla="*/ 2491806 h 3882143"/>
              <a:gd name="connsiteX4157" fmla="*/ 4254345 w 12184002"/>
              <a:gd name="connsiteY4157" fmla="*/ 2430948 h 3882143"/>
              <a:gd name="connsiteX4158" fmla="*/ 4157874 w 12184002"/>
              <a:gd name="connsiteY4158" fmla="*/ 2427192 h 3882143"/>
              <a:gd name="connsiteX4159" fmla="*/ 4157874 w 12184002"/>
              <a:gd name="connsiteY4159" fmla="*/ 2092172 h 3882143"/>
              <a:gd name="connsiteX4160" fmla="*/ 3935253 w 12184002"/>
              <a:gd name="connsiteY4160" fmla="*/ 2092172 h 3882143"/>
              <a:gd name="connsiteX4161" fmla="*/ 3935253 w 12184002"/>
              <a:gd name="connsiteY4161" fmla="*/ 1950620 h 3882143"/>
              <a:gd name="connsiteX4162" fmla="*/ 3939011 w 12184002"/>
              <a:gd name="connsiteY4162" fmla="*/ 1946865 h 3882143"/>
              <a:gd name="connsiteX4163" fmla="*/ 7881348 w 12184002"/>
              <a:gd name="connsiteY4163" fmla="*/ 1946864 h 3882143"/>
              <a:gd name="connsiteX4164" fmla="*/ 7885105 w 12184002"/>
              <a:gd name="connsiteY4164" fmla="*/ 1950620 h 3882143"/>
              <a:gd name="connsiteX4165" fmla="*/ 7885105 w 12184002"/>
              <a:gd name="connsiteY4165" fmla="*/ 2185187 h 3882143"/>
              <a:gd name="connsiteX4166" fmla="*/ 7944384 w 12184002"/>
              <a:gd name="connsiteY4166" fmla="*/ 2185187 h 3882143"/>
              <a:gd name="connsiteX4167" fmla="*/ 7944460 w 12184002"/>
              <a:gd name="connsiteY4167" fmla="*/ 2185261 h 3882143"/>
              <a:gd name="connsiteX4168" fmla="*/ 7944460 w 12184002"/>
              <a:gd name="connsiteY4168" fmla="*/ 2006444 h 3882143"/>
              <a:gd name="connsiteX4169" fmla="*/ 8159715 w 12184002"/>
              <a:gd name="connsiteY4169" fmla="*/ 2006444 h 3882143"/>
              <a:gd name="connsiteX4170" fmla="*/ 8163473 w 12184002"/>
              <a:gd name="connsiteY4170" fmla="*/ 2010202 h 3882143"/>
              <a:gd name="connsiteX4171" fmla="*/ 8159715 w 12184002"/>
              <a:gd name="connsiteY4171" fmla="*/ 2013959 h 3882143"/>
              <a:gd name="connsiteX4172" fmla="*/ 7951973 w 12184002"/>
              <a:gd name="connsiteY4172" fmla="*/ 2013959 h 3882143"/>
              <a:gd name="connsiteX4173" fmla="*/ 7951973 w 12184002"/>
              <a:gd name="connsiteY4173" fmla="*/ 2270012 h 3882143"/>
              <a:gd name="connsiteX4174" fmla="*/ 7952875 w 12184002"/>
              <a:gd name="connsiteY4174" fmla="*/ 2270914 h 3882143"/>
              <a:gd name="connsiteX4175" fmla="*/ 7951973 w 12184002"/>
              <a:gd name="connsiteY4175" fmla="*/ 2271816 h 3882143"/>
              <a:gd name="connsiteX4176" fmla="*/ 7951973 w 12184002"/>
              <a:gd name="connsiteY4176" fmla="*/ 2356566 h 3882143"/>
              <a:gd name="connsiteX4177" fmla="*/ 7859183 w 12184002"/>
              <a:gd name="connsiteY4177" fmla="*/ 2356566 h 3882143"/>
              <a:gd name="connsiteX4178" fmla="*/ 7859183 w 12184002"/>
              <a:gd name="connsiteY4178" fmla="*/ 2419903 h 3882143"/>
              <a:gd name="connsiteX4179" fmla="*/ 7859183 w 12184002"/>
              <a:gd name="connsiteY4179" fmla="*/ 2634153 h 3882143"/>
              <a:gd name="connsiteX4180" fmla="*/ 7912002 w 12184002"/>
              <a:gd name="connsiteY4180" fmla="*/ 2581139 h 3882143"/>
              <a:gd name="connsiteX4181" fmla="*/ 8147770 w 12184002"/>
              <a:gd name="connsiteY4181" fmla="*/ 2581139 h 3882143"/>
              <a:gd name="connsiteX4182" fmla="*/ 8147770 w 12184002"/>
              <a:gd name="connsiteY4182" fmla="*/ 3054173 h 3882143"/>
              <a:gd name="connsiteX4183" fmla="*/ 8026730 w 12184002"/>
              <a:gd name="connsiteY4183" fmla="*/ 3054173 h 3882143"/>
              <a:gd name="connsiteX4184" fmla="*/ 7932438 w 12184002"/>
              <a:gd name="connsiteY4184" fmla="*/ 3100079 h 3882143"/>
              <a:gd name="connsiteX4185" fmla="*/ 7927404 w 12184002"/>
              <a:gd name="connsiteY4185" fmla="*/ 3098352 h 3882143"/>
              <a:gd name="connsiteX4186" fmla="*/ 7929132 w 12184002"/>
              <a:gd name="connsiteY4186" fmla="*/ 3093317 h 3882143"/>
              <a:gd name="connsiteX4187" fmla="*/ 8025002 w 12184002"/>
              <a:gd name="connsiteY4187" fmla="*/ 3046661 h 3882143"/>
              <a:gd name="connsiteX4188" fmla="*/ 8140181 w 12184002"/>
              <a:gd name="connsiteY4188" fmla="*/ 3046661 h 3882143"/>
              <a:gd name="connsiteX4189" fmla="*/ 8140181 w 12184002"/>
              <a:gd name="connsiteY4189" fmla="*/ 2773705 h 3882143"/>
              <a:gd name="connsiteX4190" fmla="*/ 8050623 w 12184002"/>
              <a:gd name="connsiteY4190" fmla="*/ 2773705 h 3882143"/>
              <a:gd name="connsiteX4191" fmla="*/ 7568868 w 12184002"/>
              <a:gd name="connsiteY4191" fmla="*/ 3257183 h 3882143"/>
              <a:gd name="connsiteX4192" fmla="*/ 7568868 w 12184002"/>
              <a:gd name="connsiteY4192" fmla="*/ 3355233 h 3882143"/>
              <a:gd name="connsiteX4193" fmla="*/ 7635812 w 12184002"/>
              <a:gd name="connsiteY4193" fmla="*/ 3422401 h 3882143"/>
              <a:gd name="connsiteX4194" fmla="*/ 7882025 w 12184002"/>
              <a:gd name="connsiteY4194" fmla="*/ 3422401 h 3882143"/>
              <a:gd name="connsiteX4195" fmla="*/ 7885781 w 12184002"/>
              <a:gd name="connsiteY4195" fmla="*/ 3426159 h 3882143"/>
              <a:gd name="connsiteX4196" fmla="*/ 7882025 w 12184002"/>
              <a:gd name="connsiteY4196" fmla="*/ 3429916 h 3882143"/>
              <a:gd name="connsiteX4197" fmla="*/ 7881949 w 12184002"/>
              <a:gd name="connsiteY4197" fmla="*/ 3430065 h 3882143"/>
              <a:gd name="connsiteX4198" fmla="*/ 7826049 w 12184002"/>
              <a:gd name="connsiteY4198" fmla="*/ 3430065 h 3882143"/>
              <a:gd name="connsiteX4199" fmla="*/ 7828003 w 12184002"/>
              <a:gd name="connsiteY4199" fmla="*/ 3432020 h 3882143"/>
              <a:gd name="connsiteX4200" fmla="*/ 7828003 w 12184002"/>
              <a:gd name="connsiteY4200" fmla="*/ 3597688 h 3882143"/>
              <a:gd name="connsiteX4201" fmla="*/ 7828077 w 12184002"/>
              <a:gd name="connsiteY4201" fmla="*/ 3597762 h 3882143"/>
              <a:gd name="connsiteX4202" fmla="*/ 7736570 w 12184002"/>
              <a:gd name="connsiteY4202" fmla="*/ 3597762 h 3882143"/>
              <a:gd name="connsiteX4203" fmla="*/ 7585022 w 12184002"/>
              <a:gd name="connsiteY4203" fmla="*/ 3749833 h 3882143"/>
              <a:gd name="connsiteX4204" fmla="*/ 7582392 w 12184002"/>
              <a:gd name="connsiteY4204" fmla="*/ 3750959 h 3882143"/>
              <a:gd name="connsiteX4205" fmla="*/ 7582317 w 12184002"/>
              <a:gd name="connsiteY4205" fmla="*/ 3750959 h 3882143"/>
              <a:gd name="connsiteX4206" fmla="*/ 7579687 w 12184002"/>
              <a:gd name="connsiteY4206" fmla="*/ 3749833 h 3882143"/>
              <a:gd name="connsiteX4207" fmla="*/ 7579687 w 12184002"/>
              <a:gd name="connsiteY4207" fmla="*/ 3744498 h 3882143"/>
              <a:gd name="connsiteX4208" fmla="*/ 7725919 w 12184002"/>
              <a:gd name="connsiteY4208" fmla="*/ 3597762 h 3882143"/>
              <a:gd name="connsiteX4209" fmla="*/ 7647683 w 12184002"/>
              <a:gd name="connsiteY4209" fmla="*/ 3597762 h 3882143"/>
              <a:gd name="connsiteX4210" fmla="*/ 7647683 w 12184002"/>
              <a:gd name="connsiteY4210" fmla="*/ 3522153 h 3882143"/>
              <a:gd name="connsiteX4211" fmla="*/ 7635118 w 12184002"/>
              <a:gd name="connsiteY4211" fmla="*/ 3516923 h 3882143"/>
              <a:gd name="connsiteX4212" fmla="*/ 7627999 w 12184002"/>
              <a:gd name="connsiteY4212" fmla="*/ 3499643 h 3882143"/>
              <a:gd name="connsiteX4213" fmla="*/ 7652267 w 12184002"/>
              <a:gd name="connsiteY4213" fmla="*/ 3475224 h 3882143"/>
              <a:gd name="connsiteX4214" fmla="*/ 7676534 w 12184002"/>
              <a:gd name="connsiteY4214" fmla="*/ 3499643 h 3882143"/>
              <a:gd name="connsiteX4215" fmla="*/ 7669416 w 12184002"/>
              <a:gd name="connsiteY4215" fmla="*/ 3516895 h 3882143"/>
              <a:gd name="connsiteX4216" fmla="*/ 7655196 w 12184002"/>
              <a:gd name="connsiteY4216" fmla="*/ 3522836 h 3882143"/>
              <a:gd name="connsiteX4217" fmla="*/ 7655196 w 12184002"/>
              <a:gd name="connsiteY4217" fmla="*/ 3590174 h 3882143"/>
              <a:gd name="connsiteX4218" fmla="*/ 7820489 w 12184002"/>
              <a:gd name="connsiteY4218" fmla="*/ 3590174 h 3882143"/>
              <a:gd name="connsiteX4219" fmla="*/ 7820489 w 12184002"/>
              <a:gd name="connsiteY4219" fmla="*/ 3513914 h 3882143"/>
              <a:gd name="connsiteX4220" fmla="*/ 7743703 w 12184002"/>
              <a:gd name="connsiteY4220" fmla="*/ 3513914 h 3882143"/>
              <a:gd name="connsiteX4221" fmla="*/ 7739946 w 12184002"/>
              <a:gd name="connsiteY4221" fmla="*/ 3510157 h 3882143"/>
              <a:gd name="connsiteX4222" fmla="*/ 7743703 w 12184002"/>
              <a:gd name="connsiteY4222" fmla="*/ 3506401 h 3882143"/>
              <a:gd name="connsiteX4223" fmla="*/ 7820489 w 12184002"/>
              <a:gd name="connsiteY4223" fmla="*/ 3506401 h 3882143"/>
              <a:gd name="connsiteX4224" fmla="*/ 7820489 w 12184002"/>
              <a:gd name="connsiteY4224" fmla="*/ 3432020 h 3882143"/>
              <a:gd name="connsiteX4225" fmla="*/ 7822443 w 12184002"/>
              <a:gd name="connsiteY4225" fmla="*/ 3430065 h 3882143"/>
              <a:gd name="connsiteX4226" fmla="*/ 7632657 w 12184002"/>
              <a:gd name="connsiteY4226" fmla="*/ 3430065 h 3882143"/>
              <a:gd name="connsiteX4227" fmla="*/ 7561281 w 12184002"/>
              <a:gd name="connsiteY4227" fmla="*/ 3358463 h 3882143"/>
              <a:gd name="connsiteX4228" fmla="*/ 7561281 w 12184002"/>
              <a:gd name="connsiteY4228" fmla="*/ 3254102 h 3882143"/>
              <a:gd name="connsiteX4229" fmla="*/ 8047468 w 12184002"/>
              <a:gd name="connsiteY4229" fmla="*/ 2766192 h 3882143"/>
              <a:gd name="connsiteX4230" fmla="*/ 8140181 w 12184002"/>
              <a:gd name="connsiteY4230" fmla="*/ 2766192 h 3882143"/>
              <a:gd name="connsiteX4231" fmla="*/ 8140181 w 12184002"/>
              <a:gd name="connsiteY4231" fmla="*/ 2588727 h 3882143"/>
              <a:gd name="connsiteX4232" fmla="*/ 8008549 w 12184002"/>
              <a:gd name="connsiteY4232" fmla="*/ 2588727 h 3882143"/>
              <a:gd name="connsiteX4233" fmla="*/ 8008549 w 12184002"/>
              <a:gd name="connsiteY4233" fmla="*/ 2593311 h 3882143"/>
              <a:gd name="connsiteX4234" fmla="*/ 7453991 w 12184002"/>
              <a:gd name="connsiteY4234" fmla="*/ 3149892 h 3882143"/>
              <a:gd name="connsiteX4235" fmla="*/ 7451359 w 12184002"/>
              <a:gd name="connsiteY4235" fmla="*/ 3151019 h 3882143"/>
              <a:gd name="connsiteX4236" fmla="*/ 7451285 w 12184002"/>
              <a:gd name="connsiteY4236" fmla="*/ 3151019 h 3882143"/>
              <a:gd name="connsiteX4237" fmla="*/ 7448655 w 12184002"/>
              <a:gd name="connsiteY4237" fmla="*/ 3149892 h 3882143"/>
              <a:gd name="connsiteX4238" fmla="*/ 7448655 w 12184002"/>
              <a:gd name="connsiteY4238" fmla="*/ 3144557 h 3882143"/>
              <a:gd name="connsiteX4239" fmla="*/ 8002466 w 12184002"/>
              <a:gd name="connsiteY4239" fmla="*/ 2588727 h 3882143"/>
              <a:gd name="connsiteX4240" fmla="*/ 7915006 w 12184002"/>
              <a:gd name="connsiteY4240" fmla="*/ 2588727 h 3882143"/>
              <a:gd name="connsiteX4241" fmla="*/ 7859183 w 12184002"/>
              <a:gd name="connsiteY4241" fmla="*/ 2644750 h 3882143"/>
              <a:gd name="connsiteX4242" fmla="*/ 7859183 w 12184002"/>
              <a:gd name="connsiteY4242" fmla="*/ 2646956 h 3882143"/>
              <a:gd name="connsiteX4243" fmla="*/ 7855427 w 12184002"/>
              <a:gd name="connsiteY4243" fmla="*/ 2650713 h 3882143"/>
              <a:gd name="connsiteX4244" fmla="*/ 7855427 w 12184002"/>
              <a:gd name="connsiteY4244" fmla="*/ 2650788 h 3882143"/>
              <a:gd name="connsiteX4245" fmla="*/ 7854296 w 12184002"/>
              <a:gd name="connsiteY4245" fmla="*/ 2649656 h 3882143"/>
              <a:gd name="connsiteX4246" fmla="*/ 7389977 w 12184002"/>
              <a:gd name="connsiteY4246" fmla="*/ 3115632 h 3882143"/>
              <a:gd name="connsiteX4247" fmla="*/ 7389977 w 12184002"/>
              <a:gd name="connsiteY4247" fmla="*/ 3395805 h 3882143"/>
              <a:gd name="connsiteX4248" fmla="*/ 7392156 w 12184002"/>
              <a:gd name="connsiteY4248" fmla="*/ 3393626 h 3882143"/>
              <a:gd name="connsiteX4249" fmla="*/ 7488777 w 12184002"/>
              <a:gd name="connsiteY4249" fmla="*/ 3393626 h 3882143"/>
              <a:gd name="connsiteX4250" fmla="*/ 7577434 w 12184002"/>
              <a:gd name="connsiteY4250" fmla="*/ 3482584 h 3882143"/>
              <a:gd name="connsiteX4251" fmla="*/ 7577434 w 12184002"/>
              <a:gd name="connsiteY4251" fmla="*/ 3667862 h 3882143"/>
              <a:gd name="connsiteX4252" fmla="*/ 7506883 w 12184002"/>
              <a:gd name="connsiteY4252" fmla="*/ 3738712 h 3882143"/>
              <a:gd name="connsiteX4253" fmla="*/ 7506883 w 12184002"/>
              <a:gd name="connsiteY4253" fmla="*/ 3836536 h 3882143"/>
              <a:gd name="connsiteX4254" fmla="*/ 7507409 w 12184002"/>
              <a:gd name="connsiteY4254" fmla="*/ 3836010 h 3882143"/>
              <a:gd name="connsiteX4255" fmla="*/ 7623940 w 12184002"/>
              <a:gd name="connsiteY4255" fmla="*/ 3836010 h 3882143"/>
              <a:gd name="connsiteX4256" fmla="*/ 7788483 w 12184002"/>
              <a:gd name="connsiteY4256" fmla="*/ 3670867 h 3882143"/>
              <a:gd name="connsiteX4257" fmla="*/ 7793817 w 12184002"/>
              <a:gd name="connsiteY4257" fmla="*/ 3670867 h 3882143"/>
              <a:gd name="connsiteX4258" fmla="*/ 7793817 w 12184002"/>
              <a:gd name="connsiteY4258" fmla="*/ 3676200 h 3882143"/>
              <a:gd name="connsiteX4259" fmla="*/ 7627095 w 12184002"/>
              <a:gd name="connsiteY4259" fmla="*/ 3843522 h 3882143"/>
              <a:gd name="connsiteX4260" fmla="*/ 7507409 w 12184002"/>
              <a:gd name="connsiteY4260" fmla="*/ 3843522 h 3882143"/>
              <a:gd name="connsiteX4261" fmla="*/ 7506883 w 12184002"/>
              <a:gd name="connsiteY4261" fmla="*/ 3842996 h 3882143"/>
              <a:gd name="connsiteX4262" fmla="*/ 7506883 w 12184002"/>
              <a:gd name="connsiteY4262" fmla="*/ 3882143 h 3882143"/>
              <a:gd name="connsiteX4263" fmla="*/ 7499370 w 12184002"/>
              <a:gd name="connsiteY4263" fmla="*/ 3882143 h 3882143"/>
              <a:gd name="connsiteX4264" fmla="*/ 7499370 w 12184002"/>
              <a:gd name="connsiteY4264" fmla="*/ 3735556 h 3882143"/>
              <a:gd name="connsiteX4265" fmla="*/ 7569920 w 12184002"/>
              <a:gd name="connsiteY4265" fmla="*/ 3664706 h 3882143"/>
              <a:gd name="connsiteX4266" fmla="*/ 7569920 w 12184002"/>
              <a:gd name="connsiteY4266" fmla="*/ 3485664 h 3882143"/>
              <a:gd name="connsiteX4267" fmla="*/ 7485696 w 12184002"/>
              <a:gd name="connsiteY4267" fmla="*/ 3401139 h 3882143"/>
              <a:gd name="connsiteX4268" fmla="*/ 7392156 w 12184002"/>
              <a:gd name="connsiteY4268" fmla="*/ 3401139 h 3882143"/>
              <a:gd name="connsiteX4269" fmla="*/ 7389977 w 12184002"/>
              <a:gd name="connsiteY4269" fmla="*/ 3398961 h 3882143"/>
              <a:gd name="connsiteX4270" fmla="*/ 7389977 w 12184002"/>
              <a:gd name="connsiteY4270" fmla="*/ 3424731 h 3882143"/>
              <a:gd name="connsiteX4271" fmla="*/ 7487949 w 12184002"/>
              <a:gd name="connsiteY4271" fmla="*/ 3523004 h 3882143"/>
              <a:gd name="connsiteX4272" fmla="*/ 7487949 w 12184002"/>
              <a:gd name="connsiteY4272" fmla="*/ 3638936 h 3882143"/>
              <a:gd name="connsiteX4273" fmla="*/ 7427468 w 12184002"/>
              <a:gd name="connsiteY4273" fmla="*/ 3699642 h 3882143"/>
              <a:gd name="connsiteX4274" fmla="*/ 7427468 w 12184002"/>
              <a:gd name="connsiteY4274" fmla="*/ 3882143 h 3882143"/>
              <a:gd name="connsiteX4275" fmla="*/ 7420104 w 12184002"/>
              <a:gd name="connsiteY4275" fmla="*/ 3882143 h 3882143"/>
              <a:gd name="connsiteX4276" fmla="*/ 7420104 w 12184002"/>
              <a:gd name="connsiteY4276" fmla="*/ 3696487 h 3882143"/>
              <a:gd name="connsiteX4277" fmla="*/ 7480587 w 12184002"/>
              <a:gd name="connsiteY4277" fmla="*/ 3635780 h 3882143"/>
              <a:gd name="connsiteX4278" fmla="*/ 7480587 w 12184002"/>
              <a:gd name="connsiteY4278" fmla="*/ 3526160 h 3882143"/>
              <a:gd name="connsiteX4279" fmla="*/ 7382613 w 12184002"/>
              <a:gd name="connsiteY4279" fmla="*/ 3427886 h 3882143"/>
              <a:gd name="connsiteX4280" fmla="*/ 7382613 w 12184002"/>
              <a:gd name="connsiteY4280" fmla="*/ 3112475 h 3882143"/>
              <a:gd name="connsiteX4281" fmla="*/ 7851670 w 12184002"/>
              <a:gd name="connsiteY4281" fmla="*/ 2641694 h 3882143"/>
              <a:gd name="connsiteX4282" fmla="*/ 7851670 w 12184002"/>
              <a:gd name="connsiteY4282" fmla="*/ 2422510 h 3882143"/>
              <a:gd name="connsiteX4283" fmla="*/ 7829863 w 12184002"/>
              <a:gd name="connsiteY4283" fmla="*/ 2415841 h 3882143"/>
              <a:gd name="connsiteX4284" fmla="*/ 7698850 w 12184002"/>
              <a:gd name="connsiteY4284" fmla="*/ 2364079 h 3882143"/>
              <a:gd name="connsiteX4285" fmla="*/ 7603054 w 12184002"/>
              <a:gd name="connsiteY4285" fmla="*/ 2364079 h 3882143"/>
              <a:gd name="connsiteX4286" fmla="*/ 7603054 w 12184002"/>
              <a:gd name="connsiteY4286" fmla="*/ 2094351 h 3882143"/>
              <a:gd name="connsiteX4287" fmla="*/ 7732208 w 12184002"/>
              <a:gd name="connsiteY4287" fmla="*/ 1964746 h 3882143"/>
              <a:gd name="connsiteX4288" fmla="*/ 7737542 w 12184002"/>
              <a:gd name="connsiteY4288" fmla="*/ 1964746 h 3882143"/>
              <a:gd name="connsiteX4289" fmla="*/ 7737542 w 12184002"/>
              <a:gd name="connsiteY4289" fmla="*/ 1970080 h 3882143"/>
              <a:gd name="connsiteX4290" fmla="*/ 7610643 w 12184002"/>
              <a:gd name="connsiteY4290" fmla="*/ 2097431 h 3882143"/>
              <a:gd name="connsiteX4291" fmla="*/ 7610643 w 12184002"/>
              <a:gd name="connsiteY4291" fmla="*/ 2356491 h 3882143"/>
              <a:gd name="connsiteX4292" fmla="*/ 7701103 w 12184002"/>
              <a:gd name="connsiteY4292" fmla="*/ 2356792 h 3882143"/>
              <a:gd name="connsiteX4293" fmla="*/ 7835783 w 12184002"/>
              <a:gd name="connsiteY4293" fmla="*/ 2409956 h 3882143"/>
              <a:gd name="connsiteX4294" fmla="*/ 7851670 w 12184002"/>
              <a:gd name="connsiteY4294" fmla="*/ 2414882 h 3882143"/>
              <a:gd name="connsiteX4295" fmla="*/ 7851670 w 12184002"/>
              <a:gd name="connsiteY4295" fmla="*/ 2349053 h 3882143"/>
              <a:gd name="connsiteX4296" fmla="*/ 7944460 w 12184002"/>
              <a:gd name="connsiteY4296" fmla="*/ 2349053 h 3882143"/>
              <a:gd name="connsiteX4297" fmla="*/ 7944460 w 12184002"/>
              <a:gd name="connsiteY4297" fmla="*/ 2274671 h 3882143"/>
              <a:gd name="connsiteX4298" fmla="*/ 7796072 w 12184002"/>
              <a:gd name="connsiteY4298" fmla="*/ 2274671 h 3882143"/>
              <a:gd name="connsiteX4299" fmla="*/ 7796072 w 12184002"/>
              <a:gd name="connsiteY4299" fmla="*/ 2319374 h 3882143"/>
              <a:gd name="connsiteX4300" fmla="*/ 7792315 w 12184002"/>
              <a:gd name="connsiteY4300" fmla="*/ 2323131 h 3882143"/>
              <a:gd name="connsiteX4301" fmla="*/ 7788559 w 12184002"/>
              <a:gd name="connsiteY4301" fmla="*/ 2319374 h 3882143"/>
              <a:gd name="connsiteX4302" fmla="*/ 7788559 w 12184002"/>
              <a:gd name="connsiteY4302" fmla="*/ 2274671 h 3882143"/>
              <a:gd name="connsiteX4303" fmla="*/ 7739389 w 12184002"/>
              <a:gd name="connsiteY4303" fmla="*/ 2274671 h 3882143"/>
              <a:gd name="connsiteX4304" fmla="*/ 7734781 w 12184002"/>
              <a:gd name="connsiteY4304" fmla="*/ 2285838 h 3882143"/>
              <a:gd name="connsiteX4305" fmla="*/ 7717633 w 12184002"/>
              <a:gd name="connsiteY4305" fmla="*/ 2293003 h 3882143"/>
              <a:gd name="connsiteX4306" fmla="*/ 7693364 w 12184002"/>
              <a:gd name="connsiteY4306" fmla="*/ 2268585 h 3882143"/>
              <a:gd name="connsiteX4307" fmla="*/ 7717633 w 12184002"/>
              <a:gd name="connsiteY4307" fmla="*/ 2244167 h 3882143"/>
              <a:gd name="connsiteX4308" fmla="*/ 7734781 w 12184002"/>
              <a:gd name="connsiteY4308" fmla="*/ 2251305 h 3882143"/>
              <a:gd name="connsiteX4309" fmla="*/ 7741313 w 12184002"/>
              <a:gd name="connsiteY4309" fmla="*/ 2267158 h 3882143"/>
              <a:gd name="connsiteX4310" fmla="*/ 7944460 w 12184002"/>
              <a:gd name="connsiteY4310" fmla="*/ 2267158 h 3882143"/>
              <a:gd name="connsiteX4311" fmla="*/ 7944460 w 12184002"/>
              <a:gd name="connsiteY4311" fmla="*/ 2192775 h 3882143"/>
              <a:gd name="connsiteX4312" fmla="*/ 7877591 w 12184002"/>
              <a:gd name="connsiteY4312" fmla="*/ 2192775 h 3882143"/>
              <a:gd name="connsiteX4313" fmla="*/ 7877591 w 12184002"/>
              <a:gd name="connsiteY4313" fmla="*/ 1950620 h 3882143"/>
              <a:gd name="connsiteX4314" fmla="*/ 7881348 w 12184002"/>
              <a:gd name="connsiteY4314" fmla="*/ 1946864 h 3882143"/>
              <a:gd name="connsiteX4315" fmla="*/ 4302655 w 12184002"/>
              <a:gd name="connsiteY4315" fmla="*/ 1946864 h 3882143"/>
              <a:gd name="connsiteX4316" fmla="*/ 4306412 w 12184002"/>
              <a:gd name="connsiteY4316" fmla="*/ 1950620 h 3882143"/>
              <a:gd name="connsiteX4317" fmla="*/ 4306412 w 12184002"/>
              <a:gd name="connsiteY4317" fmla="*/ 2192775 h 3882143"/>
              <a:gd name="connsiteX4318" fmla="*/ 4239544 w 12184002"/>
              <a:gd name="connsiteY4318" fmla="*/ 2192775 h 3882143"/>
              <a:gd name="connsiteX4319" fmla="*/ 4239544 w 12184002"/>
              <a:gd name="connsiteY4319" fmla="*/ 2267158 h 3882143"/>
              <a:gd name="connsiteX4320" fmla="*/ 4442691 w 12184002"/>
              <a:gd name="connsiteY4320" fmla="*/ 2267158 h 3882143"/>
              <a:gd name="connsiteX4321" fmla="*/ 4449222 w 12184002"/>
              <a:gd name="connsiteY4321" fmla="*/ 2251305 h 3882143"/>
              <a:gd name="connsiteX4322" fmla="*/ 4466371 w 12184002"/>
              <a:gd name="connsiteY4322" fmla="*/ 2244167 h 3882143"/>
              <a:gd name="connsiteX4323" fmla="*/ 4490639 w 12184002"/>
              <a:gd name="connsiteY4323" fmla="*/ 2268585 h 3882143"/>
              <a:gd name="connsiteX4324" fmla="*/ 4466371 w 12184002"/>
              <a:gd name="connsiteY4324" fmla="*/ 2293003 h 3882143"/>
              <a:gd name="connsiteX4325" fmla="*/ 4449222 w 12184002"/>
              <a:gd name="connsiteY4325" fmla="*/ 2285838 h 3882143"/>
              <a:gd name="connsiteX4326" fmla="*/ 4444614 w 12184002"/>
              <a:gd name="connsiteY4326" fmla="*/ 2274671 h 3882143"/>
              <a:gd name="connsiteX4327" fmla="*/ 4395445 w 12184002"/>
              <a:gd name="connsiteY4327" fmla="*/ 2274671 h 3882143"/>
              <a:gd name="connsiteX4328" fmla="*/ 4395445 w 12184002"/>
              <a:gd name="connsiteY4328" fmla="*/ 2319374 h 3882143"/>
              <a:gd name="connsiteX4329" fmla="*/ 4391689 w 12184002"/>
              <a:gd name="connsiteY4329" fmla="*/ 2323131 h 3882143"/>
              <a:gd name="connsiteX4330" fmla="*/ 4387932 w 12184002"/>
              <a:gd name="connsiteY4330" fmla="*/ 2319374 h 3882143"/>
              <a:gd name="connsiteX4331" fmla="*/ 4387932 w 12184002"/>
              <a:gd name="connsiteY4331" fmla="*/ 2274671 h 3882143"/>
              <a:gd name="connsiteX4332" fmla="*/ 4239544 w 12184002"/>
              <a:gd name="connsiteY4332" fmla="*/ 2274671 h 3882143"/>
              <a:gd name="connsiteX4333" fmla="*/ 4239544 w 12184002"/>
              <a:gd name="connsiteY4333" fmla="*/ 2349053 h 3882143"/>
              <a:gd name="connsiteX4334" fmla="*/ 4332334 w 12184002"/>
              <a:gd name="connsiteY4334" fmla="*/ 2349053 h 3882143"/>
              <a:gd name="connsiteX4335" fmla="*/ 4332334 w 12184002"/>
              <a:gd name="connsiteY4335" fmla="*/ 2414882 h 3882143"/>
              <a:gd name="connsiteX4336" fmla="*/ 4348220 w 12184002"/>
              <a:gd name="connsiteY4336" fmla="*/ 2409956 h 3882143"/>
              <a:gd name="connsiteX4337" fmla="*/ 4482901 w 12184002"/>
              <a:gd name="connsiteY4337" fmla="*/ 2356792 h 3882143"/>
              <a:gd name="connsiteX4338" fmla="*/ 4573360 w 12184002"/>
              <a:gd name="connsiteY4338" fmla="*/ 2356491 h 3882143"/>
              <a:gd name="connsiteX4339" fmla="*/ 4573360 w 12184002"/>
              <a:gd name="connsiteY4339" fmla="*/ 2097431 h 3882143"/>
              <a:gd name="connsiteX4340" fmla="*/ 4446461 w 12184002"/>
              <a:gd name="connsiteY4340" fmla="*/ 1970080 h 3882143"/>
              <a:gd name="connsiteX4341" fmla="*/ 4446461 w 12184002"/>
              <a:gd name="connsiteY4341" fmla="*/ 1964746 h 3882143"/>
              <a:gd name="connsiteX4342" fmla="*/ 4451795 w 12184002"/>
              <a:gd name="connsiteY4342" fmla="*/ 1964746 h 3882143"/>
              <a:gd name="connsiteX4343" fmla="*/ 4580949 w 12184002"/>
              <a:gd name="connsiteY4343" fmla="*/ 2094351 h 3882143"/>
              <a:gd name="connsiteX4344" fmla="*/ 4580949 w 12184002"/>
              <a:gd name="connsiteY4344" fmla="*/ 2364079 h 3882143"/>
              <a:gd name="connsiteX4345" fmla="*/ 4485154 w 12184002"/>
              <a:gd name="connsiteY4345" fmla="*/ 2364079 h 3882143"/>
              <a:gd name="connsiteX4346" fmla="*/ 4354139 w 12184002"/>
              <a:gd name="connsiteY4346" fmla="*/ 2415841 h 3882143"/>
              <a:gd name="connsiteX4347" fmla="*/ 4332334 w 12184002"/>
              <a:gd name="connsiteY4347" fmla="*/ 2422510 h 3882143"/>
              <a:gd name="connsiteX4348" fmla="*/ 4332334 w 12184002"/>
              <a:gd name="connsiteY4348" fmla="*/ 2641694 h 3882143"/>
              <a:gd name="connsiteX4349" fmla="*/ 4801390 w 12184002"/>
              <a:gd name="connsiteY4349" fmla="*/ 3112475 h 3882143"/>
              <a:gd name="connsiteX4350" fmla="*/ 4801390 w 12184002"/>
              <a:gd name="connsiteY4350" fmla="*/ 3427886 h 3882143"/>
              <a:gd name="connsiteX4351" fmla="*/ 4703416 w 12184002"/>
              <a:gd name="connsiteY4351" fmla="*/ 3526160 h 3882143"/>
              <a:gd name="connsiteX4352" fmla="*/ 4703416 w 12184002"/>
              <a:gd name="connsiteY4352" fmla="*/ 3635780 h 3882143"/>
              <a:gd name="connsiteX4353" fmla="*/ 4763899 w 12184002"/>
              <a:gd name="connsiteY4353" fmla="*/ 3696487 h 3882143"/>
              <a:gd name="connsiteX4354" fmla="*/ 4763899 w 12184002"/>
              <a:gd name="connsiteY4354" fmla="*/ 3882143 h 3882143"/>
              <a:gd name="connsiteX4355" fmla="*/ 4756535 w 12184002"/>
              <a:gd name="connsiteY4355" fmla="*/ 3882143 h 3882143"/>
              <a:gd name="connsiteX4356" fmla="*/ 4756535 w 12184002"/>
              <a:gd name="connsiteY4356" fmla="*/ 3699642 h 3882143"/>
              <a:gd name="connsiteX4357" fmla="*/ 4696053 w 12184002"/>
              <a:gd name="connsiteY4357" fmla="*/ 3638936 h 3882143"/>
              <a:gd name="connsiteX4358" fmla="*/ 4696053 w 12184002"/>
              <a:gd name="connsiteY4358" fmla="*/ 3523004 h 3882143"/>
              <a:gd name="connsiteX4359" fmla="*/ 4794027 w 12184002"/>
              <a:gd name="connsiteY4359" fmla="*/ 3424731 h 3882143"/>
              <a:gd name="connsiteX4360" fmla="*/ 4794027 w 12184002"/>
              <a:gd name="connsiteY4360" fmla="*/ 3398961 h 3882143"/>
              <a:gd name="connsiteX4361" fmla="*/ 4791848 w 12184002"/>
              <a:gd name="connsiteY4361" fmla="*/ 3401139 h 3882143"/>
              <a:gd name="connsiteX4362" fmla="*/ 4698308 w 12184002"/>
              <a:gd name="connsiteY4362" fmla="*/ 3401139 h 3882143"/>
              <a:gd name="connsiteX4363" fmla="*/ 4614083 w 12184002"/>
              <a:gd name="connsiteY4363" fmla="*/ 3485664 h 3882143"/>
              <a:gd name="connsiteX4364" fmla="*/ 4614083 w 12184002"/>
              <a:gd name="connsiteY4364" fmla="*/ 3664706 h 3882143"/>
              <a:gd name="connsiteX4365" fmla="*/ 4684633 w 12184002"/>
              <a:gd name="connsiteY4365" fmla="*/ 3735556 h 3882143"/>
              <a:gd name="connsiteX4366" fmla="*/ 4684633 w 12184002"/>
              <a:gd name="connsiteY4366" fmla="*/ 3882143 h 3882143"/>
              <a:gd name="connsiteX4367" fmla="*/ 4677120 w 12184002"/>
              <a:gd name="connsiteY4367" fmla="*/ 3882143 h 3882143"/>
              <a:gd name="connsiteX4368" fmla="*/ 4677120 w 12184002"/>
              <a:gd name="connsiteY4368" fmla="*/ 3842996 h 3882143"/>
              <a:gd name="connsiteX4369" fmla="*/ 4676594 w 12184002"/>
              <a:gd name="connsiteY4369" fmla="*/ 3843522 h 3882143"/>
              <a:gd name="connsiteX4370" fmla="*/ 4556908 w 12184002"/>
              <a:gd name="connsiteY4370" fmla="*/ 3843522 h 3882143"/>
              <a:gd name="connsiteX4371" fmla="*/ 4390186 w 12184002"/>
              <a:gd name="connsiteY4371" fmla="*/ 3676200 h 3882143"/>
              <a:gd name="connsiteX4372" fmla="*/ 4390186 w 12184002"/>
              <a:gd name="connsiteY4372" fmla="*/ 3670867 h 3882143"/>
              <a:gd name="connsiteX4373" fmla="*/ 4395520 w 12184002"/>
              <a:gd name="connsiteY4373" fmla="*/ 3670867 h 3882143"/>
              <a:gd name="connsiteX4374" fmla="*/ 4560062 w 12184002"/>
              <a:gd name="connsiteY4374" fmla="*/ 3836010 h 3882143"/>
              <a:gd name="connsiteX4375" fmla="*/ 4676594 w 12184002"/>
              <a:gd name="connsiteY4375" fmla="*/ 3836010 h 3882143"/>
              <a:gd name="connsiteX4376" fmla="*/ 4677120 w 12184002"/>
              <a:gd name="connsiteY4376" fmla="*/ 3836536 h 3882143"/>
              <a:gd name="connsiteX4377" fmla="*/ 4677120 w 12184002"/>
              <a:gd name="connsiteY4377" fmla="*/ 3738712 h 3882143"/>
              <a:gd name="connsiteX4378" fmla="*/ 4606570 w 12184002"/>
              <a:gd name="connsiteY4378" fmla="*/ 3667862 h 3882143"/>
              <a:gd name="connsiteX4379" fmla="*/ 4606570 w 12184002"/>
              <a:gd name="connsiteY4379" fmla="*/ 3482584 h 3882143"/>
              <a:gd name="connsiteX4380" fmla="*/ 4695227 w 12184002"/>
              <a:gd name="connsiteY4380" fmla="*/ 3393626 h 3882143"/>
              <a:gd name="connsiteX4381" fmla="*/ 4791848 w 12184002"/>
              <a:gd name="connsiteY4381" fmla="*/ 3393626 h 3882143"/>
              <a:gd name="connsiteX4382" fmla="*/ 4794027 w 12184002"/>
              <a:gd name="connsiteY4382" fmla="*/ 3395805 h 3882143"/>
              <a:gd name="connsiteX4383" fmla="*/ 4794027 w 12184002"/>
              <a:gd name="connsiteY4383" fmla="*/ 3115632 h 3882143"/>
              <a:gd name="connsiteX4384" fmla="*/ 4329708 w 12184002"/>
              <a:gd name="connsiteY4384" fmla="*/ 2649656 h 3882143"/>
              <a:gd name="connsiteX4385" fmla="*/ 4328577 w 12184002"/>
              <a:gd name="connsiteY4385" fmla="*/ 2650788 h 3882143"/>
              <a:gd name="connsiteX4386" fmla="*/ 4328577 w 12184002"/>
              <a:gd name="connsiteY4386" fmla="*/ 2650713 h 3882143"/>
              <a:gd name="connsiteX4387" fmla="*/ 4324820 w 12184002"/>
              <a:gd name="connsiteY4387" fmla="*/ 2646956 h 3882143"/>
              <a:gd name="connsiteX4388" fmla="*/ 4324820 w 12184002"/>
              <a:gd name="connsiteY4388" fmla="*/ 2644750 h 3882143"/>
              <a:gd name="connsiteX4389" fmla="*/ 4268996 w 12184002"/>
              <a:gd name="connsiteY4389" fmla="*/ 2588727 h 3882143"/>
              <a:gd name="connsiteX4390" fmla="*/ 4181536 w 12184002"/>
              <a:gd name="connsiteY4390" fmla="*/ 2588727 h 3882143"/>
              <a:gd name="connsiteX4391" fmla="*/ 4735348 w 12184002"/>
              <a:gd name="connsiteY4391" fmla="*/ 3144557 h 3882143"/>
              <a:gd name="connsiteX4392" fmla="*/ 4735348 w 12184002"/>
              <a:gd name="connsiteY4392" fmla="*/ 3149892 h 3882143"/>
              <a:gd name="connsiteX4393" fmla="*/ 4732718 w 12184002"/>
              <a:gd name="connsiteY4393" fmla="*/ 3151019 h 3882143"/>
              <a:gd name="connsiteX4394" fmla="*/ 4732643 w 12184002"/>
              <a:gd name="connsiteY4394" fmla="*/ 3151019 h 3882143"/>
              <a:gd name="connsiteX4395" fmla="*/ 4730013 w 12184002"/>
              <a:gd name="connsiteY4395" fmla="*/ 3149892 h 3882143"/>
              <a:gd name="connsiteX4396" fmla="*/ 4175455 w 12184002"/>
              <a:gd name="connsiteY4396" fmla="*/ 2593311 h 3882143"/>
              <a:gd name="connsiteX4397" fmla="*/ 4175455 w 12184002"/>
              <a:gd name="connsiteY4397" fmla="*/ 2588727 h 3882143"/>
              <a:gd name="connsiteX4398" fmla="*/ 4043822 w 12184002"/>
              <a:gd name="connsiteY4398" fmla="*/ 2588727 h 3882143"/>
              <a:gd name="connsiteX4399" fmla="*/ 4043822 w 12184002"/>
              <a:gd name="connsiteY4399" fmla="*/ 2766192 h 3882143"/>
              <a:gd name="connsiteX4400" fmla="*/ 4136536 w 12184002"/>
              <a:gd name="connsiteY4400" fmla="*/ 2766192 h 3882143"/>
              <a:gd name="connsiteX4401" fmla="*/ 4622723 w 12184002"/>
              <a:gd name="connsiteY4401" fmla="*/ 3254102 h 3882143"/>
              <a:gd name="connsiteX4402" fmla="*/ 4622723 w 12184002"/>
              <a:gd name="connsiteY4402" fmla="*/ 3358463 h 3882143"/>
              <a:gd name="connsiteX4403" fmla="*/ 4551346 w 12184002"/>
              <a:gd name="connsiteY4403" fmla="*/ 3430065 h 3882143"/>
              <a:gd name="connsiteX4404" fmla="*/ 4361559 w 12184002"/>
              <a:gd name="connsiteY4404" fmla="*/ 3430065 h 3882143"/>
              <a:gd name="connsiteX4405" fmla="*/ 4363514 w 12184002"/>
              <a:gd name="connsiteY4405" fmla="*/ 3432020 h 3882143"/>
              <a:gd name="connsiteX4406" fmla="*/ 4363514 w 12184002"/>
              <a:gd name="connsiteY4406" fmla="*/ 3506401 h 3882143"/>
              <a:gd name="connsiteX4407" fmla="*/ 4440300 w 12184002"/>
              <a:gd name="connsiteY4407" fmla="*/ 3506401 h 3882143"/>
              <a:gd name="connsiteX4408" fmla="*/ 4444056 w 12184002"/>
              <a:gd name="connsiteY4408" fmla="*/ 3510157 h 3882143"/>
              <a:gd name="connsiteX4409" fmla="*/ 4440300 w 12184002"/>
              <a:gd name="connsiteY4409" fmla="*/ 3513914 h 3882143"/>
              <a:gd name="connsiteX4410" fmla="*/ 4363514 w 12184002"/>
              <a:gd name="connsiteY4410" fmla="*/ 3513914 h 3882143"/>
              <a:gd name="connsiteX4411" fmla="*/ 4363514 w 12184002"/>
              <a:gd name="connsiteY4411" fmla="*/ 3590174 h 3882143"/>
              <a:gd name="connsiteX4412" fmla="*/ 4528807 w 12184002"/>
              <a:gd name="connsiteY4412" fmla="*/ 3590174 h 3882143"/>
              <a:gd name="connsiteX4413" fmla="*/ 4528807 w 12184002"/>
              <a:gd name="connsiteY4413" fmla="*/ 3522836 h 3882143"/>
              <a:gd name="connsiteX4414" fmla="*/ 4514587 w 12184002"/>
              <a:gd name="connsiteY4414" fmla="*/ 3516895 h 3882143"/>
              <a:gd name="connsiteX4415" fmla="*/ 4507468 w 12184002"/>
              <a:gd name="connsiteY4415" fmla="*/ 3499643 h 3882143"/>
              <a:gd name="connsiteX4416" fmla="*/ 4531736 w 12184002"/>
              <a:gd name="connsiteY4416" fmla="*/ 3475224 h 3882143"/>
              <a:gd name="connsiteX4417" fmla="*/ 4556004 w 12184002"/>
              <a:gd name="connsiteY4417" fmla="*/ 3499643 h 3882143"/>
              <a:gd name="connsiteX4418" fmla="*/ 4548884 w 12184002"/>
              <a:gd name="connsiteY4418" fmla="*/ 3516923 h 3882143"/>
              <a:gd name="connsiteX4419" fmla="*/ 4536320 w 12184002"/>
              <a:gd name="connsiteY4419" fmla="*/ 3522153 h 3882143"/>
              <a:gd name="connsiteX4420" fmla="*/ 4536320 w 12184002"/>
              <a:gd name="connsiteY4420" fmla="*/ 3597762 h 3882143"/>
              <a:gd name="connsiteX4421" fmla="*/ 4458085 w 12184002"/>
              <a:gd name="connsiteY4421" fmla="*/ 3597762 h 3882143"/>
              <a:gd name="connsiteX4422" fmla="*/ 4604316 w 12184002"/>
              <a:gd name="connsiteY4422" fmla="*/ 3744498 h 3882143"/>
              <a:gd name="connsiteX4423" fmla="*/ 4604316 w 12184002"/>
              <a:gd name="connsiteY4423" fmla="*/ 3749833 h 3882143"/>
              <a:gd name="connsiteX4424" fmla="*/ 4601686 w 12184002"/>
              <a:gd name="connsiteY4424" fmla="*/ 3750959 h 3882143"/>
              <a:gd name="connsiteX4425" fmla="*/ 4601612 w 12184002"/>
              <a:gd name="connsiteY4425" fmla="*/ 3750959 h 3882143"/>
              <a:gd name="connsiteX4426" fmla="*/ 4598981 w 12184002"/>
              <a:gd name="connsiteY4426" fmla="*/ 3749833 h 3882143"/>
              <a:gd name="connsiteX4427" fmla="*/ 4447433 w 12184002"/>
              <a:gd name="connsiteY4427" fmla="*/ 3597762 h 3882143"/>
              <a:gd name="connsiteX4428" fmla="*/ 4355926 w 12184002"/>
              <a:gd name="connsiteY4428" fmla="*/ 3597762 h 3882143"/>
              <a:gd name="connsiteX4429" fmla="*/ 4356001 w 12184002"/>
              <a:gd name="connsiteY4429" fmla="*/ 3597688 h 3882143"/>
              <a:gd name="connsiteX4430" fmla="*/ 4356001 w 12184002"/>
              <a:gd name="connsiteY4430" fmla="*/ 3432020 h 3882143"/>
              <a:gd name="connsiteX4431" fmla="*/ 4357954 w 12184002"/>
              <a:gd name="connsiteY4431" fmla="*/ 3430065 h 3882143"/>
              <a:gd name="connsiteX4432" fmla="*/ 4302054 w 12184002"/>
              <a:gd name="connsiteY4432" fmla="*/ 3430065 h 3882143"/>
              <a:gd name="connsiteX4433" fmla="*/ 4301979 w 12184002"/>
              <a:gd name="connsiteY4433" fmla="*/ 3429916 h 3882143"/>
              <a:gd name="connsiteX4434" fmla="*/ 4298223 w 12184002"/>
              <a:gd name="connsiteY4434" fmla="*/ 3426159 h 3882143"/>
              <a:gd name="connsiteX4435" fmla="*/ 4301979 w 12184002"/>
              <a:gd name="connsiteY4435" fmla="*/ 3422401 h 3882143"/>
              <a:gd name="connsiteX4436" fmla="*/ 4548191 w 12184002"/>
              <a:gd name="connsiteY4436" fmla="*/ 3422401 h 3882143"/>
              <a:gd name="connsiteX4437" fmla="*/ 4615134 w 12184002"/>
              <a:gd name="connsiteY4437" fmla="*/ 3355233 h 3882143"/>
              <a:gd name="connsiteX4438" fmla="*/ 4615134 w 12184002"/>
              <a:gd name="connsiteY4438" fmla="*/ 3257183 h 3882143"/>
              <a:gd name="connsiteX4439" fmla="*/ 4133381 w 12184002"/>
              <a:gd name="connsiteY4439" fmla="*/ 2773705 h 3882143"/>
              <a:gd name="connsiteX4440" fmla="*/ 4043822 w 12184002"/>
              <a:gd name="connsiteY4440" fmla="*/ 2773705 h 3882143"/>
              <a:gd name="connsiteX4441" fmla="*/ 4043822 w 12184002"/>
              <a:gd name="connsiteY4441" fmla="*/ 3046661 h 3882143"/>
              <a:gd name="connsiteX4442" fmla="*/ 4159001 w 12184002"/>
              <a:gd name="connsiteY4442" fmla="*/ 3046661 h 3882143"/>
              <a:gd name="connsiteX4443" fmla="*/ 4254871 w 12184002"/>
              <a:gd name="connsiteY4443" fmla="*/ 3093317 h 3882143"/>
              <a:gd name="connsiteX4444" fmla="*/ 4256598 w 12184002"/>
              <a:gd name="connsiteY4444" fmla="*/ 3098352 h 3882143"/>
              <a:gd name="connsiteX4445" fmla="*/ 4251565 w 12184002"/>
              <a:gd name="connsiteY4445" fmla="*/ 3100079 h 3882143"/>
              <a:gd name="connsiteX4446" fmla="*/ 4157273 w 12184002"/>
              <a:gd name="connsiteY4446" fmla="*/ 3054173 h 3882143"/>
              <a:gd name="connsiteX4447" fmla="*/ 4036233 w 12184002"/>
              <a:gd name="connsiteY4447" fmla="*/ 3054173 h 3882143"/>
              <a:gd name="connsiteX4448" fmla="*/ 4036233 w 12184002"/>
              <a:gd name="connsiteY4448" fmla="*/ 2581139 h 3882143"/>
              <a:gd name="connsiteX4449" fmla="*/ 4272001 w 12184002"/>
              <a:gd name="connsiteY4449" fmla="*/ 2581139 h 3882143"/>
              <a:gd name="connsiteX4450" fmla="*/ 4324820 w 12184002"/>
              <a:gd name="connsiteY4450" fmla="*/ 2634153 h 3882143"/>
              <a:gd name="connsiteX4451" fmla="*/ 4324820 w 12184002"/>
              <a:gd name="connsiteY4451" fmla="*/ 2419903 h 3882143"/>
              <a:gd name="connsiteX4452" fmla="*/ 4324820 w 12184002"/>
              <a:gd name="connsiteY4452" fmla="*/ 2356566 h 3882143"/>
              <a:gd name="connsiteX4453" fmla="*/ 4232031 w 12184002"/>
              <a:gd name="connsiteY4453" fmla="*/ 2356566 h 3882143"/>
              <a:gd name="connsiteX4454" fmla="*/ 4232031 w 12184002"/>
              <a:gd name="connsiteY4454" fmla="*/ 2271816 h 3882143"/>
              <a:gd name="connsiteX4455" fmla="*/ 4231128 w 12184002"/>
              <a:gd name="connsiteY4455" fmla="*/ 2270914 h 3882143"/>
              <a:gd name="connsiteX4456" fmla="*/ 4232031 w 12184002"/>
              <a:gd name="connsiteY4456" fmla="*/ 2270012 h 3882143"/>
              <a:gd name="connsiteX4457" fmla="*/ 4232031 w 12184002"/>
              <a:gd name="connsiteY4457" fmla="*/ 2013959 h 3882143"/>
              <a:gd name="connsiteX4458" fmla="*/ 4024287 w 12184002"/>
              <a:gd name="connsiteY4458" fmla="*/ 2013959 h 3882143"/>
              <a:gd name="connsiteX4459" fmla="*/ 4020531 w 12184002"/>
              <a:gd name="connsiteY4459" fmla="*/ 2010202 h 3882143"/>
              <a:gd name="connsiteX4460" fmla="*/ 4024287 w 12184002"/>
              <a:gd name="connsiteY4460" fmla="*/ 2006444 h 3882143"/>
              <a:gd name="connsiteX4461" fmla="*/ 4239544 w 12184002"/>
              <a:gd name="connsiteY4461" fmla="*/ 2006444 h 3882143"/>
              <a:gd name="connsiteX4462" fmla="*/ 4239544 w 12184002"/>
              <a:gd name="connsiteY4462" fmla="*/ 2185261 h 3882143"/>
              <a:gd name="connsiteX4463" fmla="*/ 4239619 w 12184002"/>
              <a:gd name="connsiteY4463" fmla="*/ 2185187 h 3882143"/>
              <a:gd name="connsiteX4464" fmla="*/ 4298899 w 12184002"/>
              <a:gd name="connsiteY4464" fmla="*/ 2185187 h 3882143"/>
              <a:gd name="connsiteX4465" fmla="*/ 4298899 w 12184002"/>
              <a:gd name="connsiteY4465" fmla="*/ 1950620 h 3882143"/>
              <a:gd name="connsiteX4466" fmla="*/ 4302655 w 12184002"/>
              <a:gd name="connsiteY4466" fmla="*/ 1946864 h 3882143"/>
              <a:gd name="connsiteX4467" fmla="*/ 10686221 w 12184002"/>
              <a:gd name="connsiteY4467" fmla="*/ 1946489 h 3882143"/>
              <a:gd name="connsiteX4468" fmla="*/ 10710489 w 12184002"/>
              <a:gd name="connsiteY4468" fmla="*/ 1970907 h 3882143"/>
              <a:gd name="connsiteX4469" fmla="*/ 10703369 w 12184002"/>
              <a:gd name="connsiteY4469" fmla="*/ 1988160 h 3882143"/>
              <a:gd name="connsiteX4470" fmla="*/ 10688475 w 12184002"/>
              <a:gd name="connsiteY4470" fmla="*/ 1994384 h 3882143"/>
              <a:gd name="connsiteX4471" fmla="*/ 10688475 w 12184002"/>
              <a:gd name="connsiteY4471" fmla="*/ 2140558 h 3882143"/>
              <a:gd name="connsiteX4472" fmla="*/ 10796066 w 12184002"/>
              <a:gd name="connsiteY4472" fmla="*/ 2140558 h 3882143"/>
              <a:gd name="connsiteX4473" fmla="*/ 10796066 w 12184002"/>
              <a:gd name="connsiteY4473" fmla="*/ 1969329 h 3882143"/>
              <a:gd name="connsiteX4474" fmla="*/ 10799822 w 12184002"/>
              <a:gd name="connsiteY4474" fmla="*/ 1965572 h 3882143"/>
              <a:gd name="connsiteX4475" fmla="*/ 10803579 w 12184002"/>
              <a:gd name="connsiteY4475" fmla="*/ 1969329 h 3882143"/>
              <a:gd name="connsiteX4476" fmla="*/ 10803579 w 12184002"/>
              <a:gd name="connsiteY4476" fmla="*/ 2148071 h 3882143"/>
              <a:gd name="connsiteX4477" fmla="*/ 10688475 w 12184002"/>
              <a:gd name="connsiteY4477" fmla="*/ 2148071 h 3882143"/>
              <a:gd name="connsiteX4478" fmla="*/ 10688475 w 12184002"/>
              <a:gd name="connsiteY4478" fmla="*/ 2226284 h 3882143"/>
              <a:gd name="connsiteX4479" fmla="*/ 10688549 w 12184002"/>
              <a:gd name="connsiteY4479" fmla="*/ 2226210 h 3882143"/>
              <a:gd name="connsiteX4480" fmla="*/ 10866616 w 12184002"/>
              <a:gd name="connsiteY4480" fmla="*/ 2226210 h 3882143"/>
              <a:gd name="connsiteX4481" fmla="*/ 10866616 w 12184002"/>
              <a:gd name="connsiteY4481" fmla="*/ 2147921 h 3882143"/>
              <a:gd name="connsiteX4482" fmla="*/ 10989084 w 12184002"/>
              <a:gd name="connsiteY4482" fmla="*/ 2147921 h 3882143"/>
              <a:gd name="connsiteX4483" fmla="*/ 10989084 w 12184002"/>
              <a:gd name="connsiteY4483" fmla="*/ 2073538 h 3882143"/>
              <a:gd name="connsiteX4484" fmla="*/ 10989082 w 12184002"/>
              <a:gd name="connsiteY4484" fmla="*/ 2073539 h 3882143"/>
              <a:gd name="connsiteX4485" fmla="*/ 10989082 w 12184002"/>
              <a:gd name="connsiteY4485" fmla="*/ 2073613 h 3882143"/>
              <a:gd name="connsiteX4486" fmla="*/ 10888854 w 12184002"/>
              <a:gd name="connsiteY4486" fmla="*/ 2073613 h 3882143"/>
              <a:gd name="connsiteX4487" fmla="*/ 10888854 w 12184002"/>
              <a:gd name="connsiteY4487" fmla="*/ 1973010 h 3882143"/>
              <a:gd name="connsiteX4488" fmla="*/ 10892612 w 12184002"/>
              <a:gd name="connsiteY4488" fmla="*/ 1969255 h 3882143"/>
              <a:gd name="connsiteX4489" fmla="*/ 10896369 w 12184002"/>
              <a:gd name="connsiteY4489" fmla="*/ 1973010 h 3882143"/>
              <a:gd name="connsiteX4490" fmla="*/ 10896369 w 12184002"/>
              <a:gd name="connsiteY4490" fmla="*/ 2066025 h 3882143"/>
              <a:gd name="connsiteX4491" fmla="*/ 10989082 w 12184002"/>
              <a:gd name="connsiteY4491" fmla="*/ 2066025 h 3882143"/>
              <a:gd name="connsiteX4492" fmla="*/ 10989084 w 12184002"/>
              <a:gd name="connsiteY4492" fmla="*/ 2066026 h 3882143"/>
              <a:gd name="connsiteX4493" fmla="*/ 10989084 w 12184002"/>
              <a:gd name="connsiteY4493" fmla="*/ 1980374 h 3882143"/>
              <a:gd name="connsiteX4494" fmla="*/ 10992840 w 12184002"/>
              <a:gd name="connsiteY4494" fmla="*/ 1976617 h 3882143"/>
              <a:gd name="connsiteX4495" fmla="*/ 10996597 w 12184002"/>
              <a:gd name="connsiteY4495" fmla="*/ 1980374 h 3882143"/>
              <a:gd name="connsiteX4496" fmla="*/ 10996597 w 12184002"/>
              <a:gd name="connsiteY4496" fmla="*/ 2155510 h 3882143"/>
              <a:gd name="connsiteX4497" fmla="*/ 10874129 w 12184002"/>
              <a:gd name="connsiteY4497" fmla="*/ 2155510 h 3882143"/>
              <a:gd name="connsiteX4498" fmla="*/ 10874129 w 12184002"/>
              <a:gd name="connsiteY4498" fmla="*/ 2226210 h 3882143"/>
              <a:gd name="connsiteX4499" fmla="*/ 10963237 w 12184002"/>
              <a:gd name="connsiteY4499" fmla="*/ 2226210 h 3882143"/>
              <a:gd name="connsiteX4500" fmla="*/ 10963237 w 12184002"/>
              <a:gd name="connsiteY4500" fmla="*/ 2401270 h 3882143"/>
              <a:gd name="connsiteX4501" fmla="*/ 10959480 w 12184002"/>
              <a:gd name="connsiteY4501" fmla="*/ 2405026 h 3882143"/>
              <a:gd name="connsiteX4502" fmla="*/ 10959405 w 12184002"/>
              <a:gd name="connsiteY4502" fmla="*/ 2405026 h 3882143"/>
              <a:gd name="connsiteX4503" fmla="*/ 10955648 w 12184002"/>
              <a:gd name="connsiteY4503" fmla="*/ 2401270 h 3882143"/>
              <a:gd name="connsiteX4504" fmla="*/ 10955648 w 12184002"/>
              <a:gd name="connsiteY4504" fmla="*/ 2233722 h 3882143"/>
              <a:gd name="connsiteX4505" fmla="*/ 10688549 w 12184002"/>
              <a:gd name="connsiteY4505" fmla="*/ 2233722 h 3882143"/>
              <a:gd name="connsiteX4506" fmla="*/ 10688475 w 12184002"/>
              <a:gd name="connsiteY4506" fmla="*/ 2233648 h 3882143"/>
              <a:gd name="connsiteX4507" fmla="*/ 10688475 w 12184002"/>
              <a:gd name="connsiteY4507" fmla="*/ 2431173 h 3882143"/>
              <a:gd name="connsiteX4508" fmla="*/ 10555338 w 12184002"/>
              <a:gd name="connsiteY4508" fmla="*/ 2431173 h 3882143"/>
              <a:gd name="connsiteX4509" fmla="*/ 10440761 w 12184002"/>
              <a:gd name="connsiteY4509" fmla="*/ 2460851 h 3882143"/>
              <a:gd name="connsiteX4510" fmla="*/ 10439783 w 12184002"/>
              <a:gd name="connsiteY4510" fmla="*/ 2461002 h 3882143"/>
              <a:gd name="connsiteX4511" fmla="*/ 10439859 w 12184002"/>
              <a:gd name="connsiteY4511" fmla="*/ 2460927 h 3882143"/>
              <a:gd name="connsiteX4512" fmla="*/ 10436177 w 12184002"/>
              <a:gd name="connsiteY4512" fmla="*/ 2458071 h 3882143"/>
              <a:gd name="connsiteX4513" fmla="*/ 10438882 w 12184002"/>
              <a:gd name="connsiteY4513" fmla="*/ 2453489 h 3882143"/>
              <a:gd name="connsiteX4514" fmla="*/ 10554889 w 12184002"/>
              <a:gd name="connsiteY4514" fmla="*/ 2423585 h 3882143"/>
              <a:gd name="connsiteX4515" fmla="*/ 10680962 w 12184002"/>
              <a:gd name="connsiteY4515" fmla="*/ 2423585 h 3882143"/>
              <a:gd name="connsiteX4516" fmla="*/ 10680962 w 12184002"/>
              <a:gd name="connsiteY4516" fmla="*/ 1993136 h 3882143"/>
              <a:gd name="connsiteX4517" fmla="*/ 10669072 w 12184002"/>
              <a:gd name="connsiteY4517" fmla="*/ 1988188 h 3882143"/>
              <a:gd name="connsiteX4518" fmla="*/ 10661952 w 12184002"/>
              <a:gd name="connsiteY4518" fmla="*/ 1970907 h 3882143"/>
              <a:gd name="connsiteX4519" fmla="*/ 10686221 w 12184002"/>
              <a:gd name="connsiteY4519" fmla="*/ 1946489 h 3882143"/>
              <a:gd name="connsiteX4520" fmla="*/ 1497782 w 12184002"/>
              <a:gd name="connsiteY4520" fmla="*/ 1946489 h 3882143"/>
              <a:gd name="connsiteX4521" fmla="*/ 1522050 w 12184002"/>
              <a:gd name="connsiteY4521" fmla="*/ 1970907 h 3882143"/>
              <a:gd name="connsiteX4522" fmla="*/ 1514930 w 12184002"/>
              <a:gd name="connsiteY4522" fmla="*/ 1988188 h 3882143"/>
              <a:gd name="connsiteX4523" fmla="*/ 1503041 w 12184002"/>
              <a:gd name="connsiteY4523" fmla="*/ 1993136 h 3882143"/>
              <a:gd name="connsiteX4524" fmla="*/ 1503041 w 12184002"/>
              <a:gd name="connsiteY4524" fmla="*/ 2423585 h 3882143"/>
              <a:gd name="connsiteX4525" fmla="*/ 1629115 w 12184002"/>
              <a:gd name="connsiteY4525" fmla="*/ 2423585 h 3882143"/>
              <a:gd name="connsiteX4526" fmla="*/ 1745121 w 12184002"/>
              <a:gd name="connsiteY4526" fmla="*/ 2453489 h 3882143"/>
              <a:gd name="connsiteX4527" fmla="*/ 1747826 w 12184002"/>
              <a:gd name="connsiteY4527" fmla="*/ 2458071 h 3882143"/>
              <a:gd name="connsiteX4528" fmla="*/ 1744143 w 12184002"/>
              <a:gd name="connsiteY4528" fmla="*/ 2460927 h 3882143"/>
              <a:gd name="connsiteX4529" fmla="*/ 1744219 w 12184002"/>
              <a:gd name="connsiteY4529" fmla="*/ 2461002 h 3882143"/>
              <a:gd name="connsiteX4530" fmla="*/ 1743242 w 12184002"/>
              <a:gd name="connsiteY4530" fmla="*/ 2460851 h 3882143"/>
              <a:gd name="connsiteX4531" fmla="*/ 1628664 w 12184002"/>
              <a:gd name="connsiteY4531" fmla="*/ 2431173 h 3882143"/>
              <a:gd name="connsiteX4532" fmla="*/ 1495527 w 12184002"/>
              <a:gd name="connsiteY4532" fmla="*/ 2431173 h 3882143"/>
              <a:gd name="connsiteX4533" fmla="*/ 1495527 w 12184002"/>
              <a:gd name="connsiteY4533" fmla="*/ 2233648 h 3882143"/>
              <a:gd name="connsiteX4534" fmla="*/ 1495453 w 12184002"/>
              <a:gd name="connsiteY4534" fmla="*/ 2233722 h 3882143"/>
              <a:gd name="connsiteX4535" fmla="*/ 1228354 w 12184002"/>
              <a:gd name="connsiteY4535" fmla="*/ 2233722 h 3882143"/>
              <a:gd name="connsiteX4536" fmla="*/ 1228354 w 12184002"/>
              <a:gd name="connsiteY4536" fmla="*/ 2401270 h 3882143"/>
              <a:gd name="connsiteX4537" fmla="*/ 1224597 w 12184002"/>
              <a:gd name="connsiteY4537" fmla="*/ 2405026 h 3882143"/>
              <a:gd name="connsiteX4538" fmla="*/ 1224523 w 12184002"/>
              <a:gd name="connsiteY4538" fmla="*/ 2405026 h 3882143"/>
              <a:gd name="connsiteX4539" fmla="*/ 1220766 w 12184002"/>
              <a:gd name="connsiteY4539" fmla="*/ 2401270 h 3882143"/>
              <a:gd name="connsiteX4540" fmla="*/ 1220766 w 12184002"/>
              <a:gd name="connsiteY4540" fmla="*/ 2226210 h 3882143"/>
              <a:gd name="connsiteX4541" fmla="*/ 1309873 w 12184002"/>
              <a:gd name="connsiteY4541" fmla="*/ 2226210 h 3882143"/>
              <a:gd name="connsiteX4542" fmla="*/ 1309873 w 12184002"/>
              <a:gd name="connsiteY4542" fmla="*/ 2155510 h 3882143"/>
              <a:gd name="connsiteX4543" fmla="*/ 1187405 w 12184002"/>
              <a:gd name="connsiteY4543" fmla="*/ 2155510 h 3882143"/>
              <a:gd name="connsiteX4544" fmla="*/ 1187405 w 12184002"/>
              <a:gd name="connsiteY4544" fmla="*/ 1980374 h 3882143"/>
              <a:gd name="connsiteX4545" fmla="*/ 1191163 w 12184002"/>
              <a:gd name="connsiteY4545" fmla="*/ 1976617 h 3882143"/>
              <a:gd name="connsiteX4546" fmla="*/ 1194919 w 12184002"/>
              <a:gd name="connsiteY4546" fmla="*/ 1980374 h 3882143"/>
              <a:gd name="connsiteX4547" fmla="*/ 1194919 w 12184002"/>
              <a:gd name="connsiteY4547" fmla="*/ 2066026 h 3882143"/>
              <a:gd name="connsiteX4548" fmla="*/ 1194920 w 12184002"/>
              <a:gd name="connsiteY4548" fmla="*/ 2066025 h 3882143"/>
              <a:gd name="connsiteX4549" fmla="*/ 1287633 w 12184002"/>
              <a:gd name="connsiteY4549" fmla="*/ 2066025 h 3882143"/>
              <a:gd name="connsiteX4550" fmla="*/ 1287633 w 12184002"/>
              <a:gd name="connsiteY4550" fmla="*/ 1973010 h 3882143"/>
              <a:gd name="connsiteX4551" fmla="*/ 1291391 w 12184002"/>
              <a:gd name="connsiteY4551" fmla="*/ 1969255 h 3882143"/>
              <a:gd name="connsiteX4552" fmla="*/ 1295148 w 12184002"/>
              <a:gd name="connsiteY4552" fmla="*/ 1973010 h 3882143"/>
              <a:gd name="connsiteX4553" fmla="*/ 1295148 w 12184002"/>
              <a:gd name="connsiteY4553" fmla="*/ 2073613 h 3882143"/>
              <a:gd name="connsiteX4554" fmla="*/ 1194920 w 12184002"/>
              <a:gd name="connsiteY4554" fmla="*/ 2073613 h 3882143"/>
              <a:gd name="connsiteX4555" fmla="*/ 1194920 w 12184002"/>
              <a:gd name="connsiteY4555" fmla="*/ 2073539 h 3882143"/>
              <a:gd name="connsiteX4556" fmla="*/ 1194919 w 12184002"/>
              <a:gd name="connsiteY4556" fmla="*/ 2073538 h 3882143"/>
              <a:gd name="connsiteX4557" fmla="*/ 1194919 w 12184002"/>
              <a:gd name="connsiteY4557" fmla="*/ 2147921 h 3882143"/>
              <a:gd name="connsiteX4558" fmla="*/ 1317386 w 12184002"/>
              <a:gd name="connsiteY4558" fmla="*/ 2147921 h 3882143"/>
              <a:gd name="connsiteX4559" fmla="*/ 1317386 w 12184002"/>
              <a:gd name="connsiteY4559" fmla="*/ 2226210 h 3882143"/>
              <a:gd name="connsiteX4560" fmla="*/ 1495453 w 12184002"/>
              <a:gd name="connsiteY4560" fmla="*/ 2226210 h 3882143"/>
              <a:gd name="connsiteX4561" fmla="*/ 1495527 w 12184002"/>
              <a:gd name="connsiteY4561" fmla="*/ 2226284 h 3882143"/>
              <a:gd name="connsiteX4562" fmla="*/ 1495527 w 12184002"/>
              <a:gd name="connsiteY4562" fmla="*/ 2148071 h 3882143"/>
              <a:gd name="connsiteX4563" fmla="*/ 1380423 w 12184002"/>
              <a:gd name="connsiteY4563" fmla="*/ 2148071 h 3882143"/>
              <a:gd name="connsiteX4564" fmla="*/ 1380423 w 12184002"/>
              <a:gd name="connsiteY4564" fmla="*/ 1969329 h 3882143"/>
              <a:gd name="connsiteX4565" fmla="*/ 1384180 w 12184002"/>
              <a:gd name="connsiteY4565" fmla="*/ 1965572 h 3882143"/>
              <a:gd name="connsiteX4566" fmla="*/ 1387936 w 12184002"/>
              <a:gd name="connsiteY4566" fmla="*/ 1969329 h 3882143"/>
              <a:gd name="connsiteX4567" fmla="*/ 1387936 w 12184002"/>
              <a:gd name="connsiteY4567" fmla="*/ 2140558 h 3882143"/>
              <a:gd name="connsiteX4568" fmla="*/ 1495527 w 12184002"/>
              <a:gd name="connsiteY4568" fmla="*/ 2140558 h 3882143"/>
              <a:gd name="connsiteX4569" fmla="*/ 1495527 w 12184002"/>
              <a:gd name="connsiteY4569" fmla="*/ 1994384 h 3882143"/>
              <a:gd name="connsiteX4570" fmla="*/ 1480633 w 12184002"/>
              <a:gd name="connsiteY4570" fmla="*/ 1988160 h 3882143"/>
              <a:gd name="connsiteX4571" fmla="*/ 1473513 w 12184002"/>
              <a:gd name="connsiteY4571" fmla="*/ 1970907 h 3882143"/>
              <a:gd name="connsiteX4572" fmla="*/ 1497782 w 12184002"/>
              <a:gd name="connsiteY4572" fmla="*/ 1946489 h 3882143"/>
              <a:gd name="connsiteX4573" fmla="*/ 7539117 w 12184002"/>
              <a:gd name="connsiteY4573" fmla="*/ 1944011 h 3882143"/>
              <a:gd name="connsiteX4574" fmla="*/ 7563384 w 12184002"/>
              <a:gd name="connsiteY4574" fmla="*/ 1968428 h 3882143"/>
              <a:gd name="connsiteX4575" fmla="*/ 7556265 w 12184002"/>
              <a:gd name="connsiteY4575" fmla="*/ 1985681 h 3882143"/>
              <a:gd name="connsiteX4576" fmla="*/ 7543773 w 12184002"/>
              <a:gd name="connsiteY4576" fmla="*/ 1990900 h 3882143"/>
              <a:gd name="connsiteX4577" fmla="*/ 7543773 w 12184002"/>
              <a:gd name="connsiteY4577" fmla="*/ 2423509 h 3882143"/>
              <a:gd name="connsiteX4578" fmla="*/ 7670824 w 12184002"/>
              <a:gd name="connsiteY4578" fmla="*/ 2423660 h 3882143"/>
              <a:gd name="connsiteX4579" fmla="*/ 7766134 w 12184002"/>
              <a:gd name="connsiteY4579" fmla="*/ 2448373 h 3882143"/>
              <a:gd name="connsiteX4580" fmla="*/ 7768328 w 12184002"/>
              <a:gd name="connsiteY4580" fmla="*/ 2443045 h 3882143"/>
              <a:gd name="connsiteX4581" fmla="*/ 7785477 w 12184002"/>
              <a:gd name="connsiteY4581" fmla="*/ 2435907 h 3882143"/>
              <a:gd name="connsiteX4582" fmla="*/ 7809746 w 12184002"/>
              <a:gd name="connsiteY4582" fmla="*/ 2460325 h 3882143"/>
              <a:gd name="connsiteX4583" fmla="*/ 7785477 w 12184002"/>
              <a:gd name="connsiteY4583" fmla="*/ 2484743 h 3882143"/>
              <a:gd name="connsiteX4584" fmla="*/ 7761210 w 12184002"/>
              <a:gd name="connsiteY4584" fmla="*/ 2460325 h 3882143"/>
              <a:gd name="connsiteX4585" fmla="*/ 7763236 w 12184002"/>
              <a:gd name="connsiteY4585" fmla="*/ 2455403 h 3882143"/>
              <a:gd name="connsiteX4586" fmla="*/ 7669397 w 12184002"/>
              <a:gd name="connsiteY4586" fmla="*/ 2431098 h 3882143"/>
              <a:gd name="connsiteX4587" fmla="*/ 7536261 w 12184002"/>
              <a:gd name="connsiteY4587" fmla="*/ 2431098 h 3882143"/>
              <a:gd name="connsiteX4588" fmla="*/ 7536261 w 12184002"/>
              <a:gd name="connsiteY4588" fmla="*/ 2233722 h 3882143"/>
              <a:gd name="connsiteX4589" fmla="*/ 7269237 w 12184002"/>
              <a:gd name="connsiteY4589" fmla="*/ 2233722 h 3882143"/>
              <a:gd name="connsiteX4590" fmla="*/ 7269237 w 12184002"/>
              <a:gd name="connsiteY4590" fmla="*/ 2401270 h 3882143"/>
              <a:gd name="connsiteX4591" fmla="*/ 7265481 w 12184002"/>
              <a:gd name="connsiteY4591" fmla="*/ 2405026 h 3882143"/>
              <a:gd name="connsiteX4592" fmla="*/ 7265405 w 12184002"/>
              <a:gd name="connsiteY4592" fmla="*/ 2405026 h 3882143"/>
              <a:gd name="connsiteX4593" fmla="*/ 7261649 w 12184002"/>
              <a:gd name="connsiteY4593" fmla="*/ 2401270 h 3882143"/>
              <a:gd name="connsiteX4594" fmla="*/ 7261649 w 12184002"/>
              <a:gd name="connsiteY4594" fmla="*/ 2226210 h 3882143"/>
              <a:gd name="connsiteX4595" fmla="*/ 7350682 w 12184002"/>
              <a:gd name="connsiteY4595" fmla="*/ 2226210 h 3882143"/>
              <a:gd name="connsiteX4596" fmla="*/ 7350682 w 12184002"/>
              <a:gd name="connsiteY4596" fmla="*/ 2155510 h 3882143"/>
              <a:gd name="connsiteX4597" fmla="*/ 7228215 w 12184002"/>
              <a:gd name="connsiteY4597" fmla="*/ 2155510 h 3882143"/>
              <a:gd name="connsiteX4598" fmla="*/ 7228215 w 12184002"/>
              <a:gd name="connsiteY4598" fmla="*/ 1980374 h 3882143"/>
              <a:gd name="connsiteX4599" fmla="*/ 7231971 w 12184002"/>
              <a:gd name="connsiteY4599" fmla="*/ 1976617 h 3882143"/>
              <a:gd name="connsiteX4600" fmla="*/ 7235728 w 12184002"/>
              <a:gd name="connsiteY4600" fmla="*/ 1980374 h 3882143"/>
              <a:gd name="connsiteX4601" fmla="*/ 7235728 w 12184002"/>
              <a:gd name="connsiteY4601" fmla="*/ 2066101 h 3882143"/>
              <a:gd name="connsiteX4602" fmla="*/ 7328442 w 12184002"/>
              <a:gd name="connsiteY4602" fmla="*/ 2066101 h 3882143"/>
              <a:gd name="connsiteX4603" fmla="*/ 7328442 w 12184002"/>
              <a:gd name="connsiteY4603" fmla="*/ 1973086 h 3882143"/>
              <a:gd name="connsiteX4604" fmla="*/ 7332199 w 12184002"/>
              <a:gd name="connsiteY4604" fmla="*/ 1969329 h 3882143"/>
              <a:gd name="connsiteX4605" fmla="*/ 7335956 w 12184002"/>
              <a:gd name="connsiteY4605" fmla="*/ 1973086 h 3882143"/>
              <a:gd name="connsiteX4606" fmla="*/ 7335956 w 12184002"/>
              <a:gd name="connsiteY4606" fmla="*/ 2073614 h 3882143"/>
              <a:gd name="connsiteX4607" fmla="*/ 7235728 w 12184002"/>
              <a:gd name="connsiteY4607" fmla="*/ 2073614 h 3882143"/>
              <a:gd name="connsiteX4608" fmla="*/ 7235728 w 12184002"/>
              <a:gd name="connsiteY4608" fmla="*/ 2147921 h 3882143"/>
              <a:gd name="connsiteX4609" fmla="*/ 7358195 w 12184002"/>
              <a:gd name="connsiteY4609" fmla="*/ 2147921 h 3882143"/>
              <a:gd name="connsiteX4610" fmla="*/ 7358195 w 12184002"/>
              <a:gd name="connsiteY4610" fmla="*/ 2226210 h 3882143"/>
              <a:gd name="connsiteX4611" fmla="*/ 7536261 w 12184002"/>
              <a:gd name="connsiteY4611" fmla="*/ 2226210 h 3882143"/>
              <a:gd name="connsiteX4612" fmla="*/ 7536261 w 12184002"/>
              <a:gd name="connsiteY4612" fmla="*/ 2148071 h 3882143"/>
              <a:gd name="connsiteX4613" fmla="*/ 7421232 w 12184002"/>
              <a:gd name="connsiteY4613" fmla="*/ 2148071 h 3882143"/>
              <a:gd name="connsiteX4614" fmla="*/ 7421232 w 12184002"/>
              <a:gd name="connsiteY4614" fmla="*/ 1969255 h 3882143"/>
              <a:gd name="connsiteX4615" fmla="*/ 7424988 w 12184002"/>
              <a:gd name="connsiteY4615" fmla="*/ 1965499 h 3882143"/>
              <a:gd name="connsiteX4616" fmla="*/ 7428745 w 12184002"/>
              <a:gd name="connsiteY4616" fmla="*/ 1969255 h 3882143"/>
              <a:gd name="connsiteX4617" fmla="*/ 7428745 w 12184002"/>
              <a:gd name="connsiteY4617" fmla="*/ 2140483 h 3882143"/>
              <a:gd name="connsiteX4618" fmla="*/ 7536261 w 12184002"/>
              <a:gd name="connsiteY4618" fmla="*/ 2140483 h 3882143"/>
              <a:gd name="connsiteX4619" fmla="*/ 7536261 w 12184002"/>
              <a:gd name="connsiteY4619" fmla="*/ 1991658 h 3882143"/>
              <a:gd name="connsiteX4620" fmla="*/ 7521968 w 12184002"/>
              <a:gd name="connsiteY4620" fmla="*/ 1985709 h 3882143"/>
              <a:gd name="connsiteX4621" fmla="*/ 7514848 w 12184002"/>
              <a:gd name="connsiteY4621" fmla="*/ 1968428 h 3882143"/>
              <a:gd name="connsiteX4622" fmla="*/ 7539117 w 12184002"/>
              <a:gd name="connsiteY4622" fmla="*/ 1944011 h 3882143"/>
              <a:gd name="connsiteX4623" fmla="*/ 4644887 w 12184002"/>
              <a:gd name="connsiteY4623" fmla="*/ 1944011 h 3882143"/>
              <a:gd name="connsiteX4624" fmla="*/ 4669154 w 12184002"/>
              <a:gd name="connsiteY4624" fmla="*/ 1968428 h 3882143"/>
              <a:gd name="connsiteX4625" fmla="*/ 4662036 w 12184002"/>
              <a:gd name="connsiteY4625" fmla="*/ 1985709 h 3882143"/>
              <a:gd name="connsiteX4626" fmla="*/ 4647742 w 12184002"/>
              <a:gd name="connsiteY4626" fmla="*/ 1991658 h 3882143"/>
              <a:gd name="connsiteX4627" fmla="*/ 4647742 w 12184002"/>
              <a:gd name="connsiteY4627" fmla="*/ 2140483 h 3882143"/>
              <a:gd name="connsiteX4628" fmla="*/ 4755259 w 12184002"/>
              <a:gd name="connsiteY4628" fmla="*/ 2140483 h 3882143"/>
              <a:gd name="connsiteX4629" fmla="*/ 4755259 w 12184002"/>
              <a:gd name="connsiteY4629" fmla="*/ 1969255 h 3882143"/>
              <a:gd name="connsiteX4630" fmla="*/ 4759015 w 12184002"/>
              <a:gd name="connsiteY4630" fmla="*/ 1965499 h 3882143"/>
              <a:gd name="connsiteX4631" fmla="*/ 4762771 w 12184002"/>
              <a:gd name="connsiteY4631" fmla="*/ 1969255 h 3882143"/>
              <a:gd name="connsiteX4632" fmla="*/ 4762771 w 12184002"/>
              <a:gd name="connsiteY4632" fmla="*/ 2148071 h 3882143"/>
              <a:gd name="connsiteX4633" fmla="*/ 4647742 w 12184002"/>
              <a:gd name="connsiteY4633" fmla="*/ 2148071 h 3882143"/>
              <a:gd name="connsiteX4634" fmla="*/ 4647742 w 12184002"/>
              <a:gd name="connsiteY4634" fmla="*/ 2226210 h 3882143"/>
              <a:gd name="connsiteX4635" fmla="*/ 4825808 w 12184002"/>
              <a:gd name="connsiteY4635" fmla="*/ 2226210 h 3882143"/>
              <a:gd name="connsiteX4636" fmla="*/ 4825808 w 12184002"/>
              <a:gd name="connsiteY4636" fmla="*/ 2147921 h 3882143"/>
              <a:gd name="connsiteX4637" fmla="*/ 4948276 w 12184002"/>
              <a:gd name="connsiteY4637" fmla="*/ 2147921 h 3882143"/>
              <a:gd name="connsiteX4638" fmla="*/ 4948276 w 12184002"/>
              <a:gd name="connsiteY4638" fmla="*/ 2073614 h 3882143"/>
              <a:gd name="connsiteX4639" fmla="*/ 4848048 w 12184002"/>
              <a:gd name="connsiteY4639" fmla="*/ 2073614 h 3882143"/>
              <a:gd name="connsiteX4640" fmla="*/ 4848048 w 12184002"/>
              <a:gd name="connsiteY4640" fmla="*/ 1973086 h 3882143"/>
              <a:gd name="connsiteX4641" fmla="*/ 4851805 w 12184002"/>
              <a:gd name="connsiteY4641" fmla="*/ 1969329 h 3882143"/>
              <a:gd name="connsiteX4642" fmla="*/ 4855560 w 12184002"/>
              <a:gd name="connsiteY4642" fmla="*/ 1973086 h 3882143"/>
              <a:gd name="connsiteX4643" fmla="*/ 4855560 w 12184002"/>
              <a:gd name="connsiteY4643" fmla="*/ 2066101 h 3882143"/>
              <a:gd name="connsiteX4644" fmla="*/ 4948276 w 12184002"/>
              <a:gd name="connsiteY4644" fmla="*/ 2066101 h 3882143"/>
              <a:gd name="connsiteX4645" fmla="*/ 4948276 w 12184002"/>
              <a:gd name="connsiteY4645" fmla="*/ 1980374 h 3882143"/>
              <a:gd name="connsiteX4646" fmla="*/ 4952033 w 12184002"/>
              <a:gd name="connsiteY4646" fmla="*/ 1976617 h 3882143"/>
              <a:gd name="connsiteX4647" fmla="*/ 4955788 w 12184002"/>
              <a:gd name="connsiteY4647" fmla="*/ 1980374 h 3882143"/>
              <a:gd name="connsiteX4648" fmla="*/ 4955788 w 12184002"/>
              <a:gd name="connsiteY4648" fmla="*/ 2155510 h 3882143"/>
              <a:gd name="connsiteX4649" fmla="*/ 4833322 w 12184002"/>
              <a:gd name="connsiteY4649" fmla="*/ 2155510 h 3882143"/>
              <a:gd name="connsiteX4650" fmla="*/ 4833322 w 12184002"/>
              <a:gd name="connsiteY4650" fmla="*/ 2226210 h 3882143"/>
              <a:gd name="connsiteX4651" fmla="*/ 4922354 w 12184002"/>
              <a:gd name="connsiteY4651" fmla="*/ 2226210 h 3882143"/>
              <a:gd name="connsiteX4652" fmla="*/ 4922354 w 12184002"/>
              <a:gd name="connsiteY4652" fmla="*/ 2401270 h 3882143"/>
              <a:gd name="connsiteX4653" fmla="*/ 4918598 w 12184002"/>
              <a:gd name="connsiteY4653" fmla="*/ 2405026 h 3882143"/>
              <a:gd name="connsiteX4654" fmla="*/ 4918523 w 12184002"/>
              <a:gd name="connsiteY4654" fmla="*/ 2405026 h 3882143"/>
              <a:gd name="connsiteX4655" fmla="*/ 4914766 w 12184002"/>
              <a:gd name="connsiteY4655" fmla="*/ 2401270 h 3882143"/>
              <a:gd name="connsiteX4656" fmla="*/ 4914766 w 12184002"/>
              <a:gd name="connsiteY4656" fmla="*/ 2233722 h 3882143"/>
              <a:gd name="connsiteX4657" fmla="*/ 4647742 w 12184002"/>
              <a:gd name="connsiteY4657" fmla="*/ 2233722 h 3882143"/>
              <a:gd name="connsiteX4658" fmla="*/ 4647742 w 12184002"/>
              <a:gd name="connsiteY4658" fmla="*/ 2431098 h 3882143"/>
              <a:gd name="connsiteX4659" fmla="*/ 4514606 w 12184002"/>
              <a:gd name="connsiteY4659" fmla="*/ 2431098 h 3882143"/>
              <a:gd name="connsiteX4660" fmla="*/ 4420766 w 12184002"/>
              <a:gd name="connsiteY4660" fmla="*/ 2455403 h 3882143"/>
              <a:gd name="connsiteX4661" fmla="*/ 4422794 w 12184002"/>
              <a:gd name="connsiteY4661" fmla="*/ 2460325 h 3882143"/>
              <a:gd name="connsiteX4662" fmla="*/ 4398526 w 12184002"/>
              <a:gd name="connsiteY4662" fmla="*/ 2484743 h 3882143"/>
              <a:gd name="connsiteX4663" fmla="*/ 4374257 w 12184002"/>
              <a:gd name="connsiteY4663" fmla="*/ 2460325 h 3882143"/>
              <a:gd name="connsiteX4664" fmla="*/ 4398526 w 12184002"/>
              <a:gd name="connsiteY4664" fmla="*/ 2435907 h 3882143"/>
              <a:gd name="connsiteX4665" fmla="*/ 4415675 w 12184002"/>
              <a:gd name="connsiteY4665" fmla="*/ 2443045 h 3882143"/>
              <a:gd name="connsiteX4666" fmla="*/ 4417870 w 12184002"/>
              <a:gd name="connsiteY4666" fmla="*/ 2448373 h 3882143"/>
              <a:gd name="connsiteX4667" fmla="*/ 4513179 w 12184002"/>
              <a:gd name="connsiteY4667" fmla="*/ 2423660 h 3882143"/>
              <a:gd name="connsiteX4668" fmla="*/ 4640229 w 12184002"/>
              <a:gd name="connsiteY4668" fmla="*/ 2423509 h 3882143"/>
              <a:gd name="connsiteX4669" fmla="*/ 4640229 w 12184002"/>
              <a:gd name="connsiteY4669" fmla="*/ 1990900 h 3882143"/>
              <a:gd name="connsiteX4670" fmla="*/ 4627738 w 12184002"/>
              <a:gd name="connsiteY4670" fmla="*/ 1985681 h 3882143"/>
              <a:gd name="connsiteX4671" fmla="*/ 4620620 w 12184002"/>
              <a:gd name="connsiteY4671" fmla="*/ 1968428 h 3882143"/>
              <a:gd name="connsiteX4672" fmla="*/ 4644887 w 12184002"/>
              <a:gd name="connsiteY4672" fmla="*/ 1944011 h 3882143"/>
              <a:gd name="connsiteX4673" fmla="*/ 7944460 w 12184002"/>
              <a:gd name="connsiteY4673" fmla="*/ 1689369 h 3882143"/>
              <a:gd name="connsiteX4674" fmla="*/ 7944384 w 12184002"/>
              <a:gd name="connsiteY4674" fmla="*/ 1689443 h 3882143"/>
              <a:gd name="connsiteX4675" fmla="*/ 7944460 w 12184002"/>
              <a:gd name="connsiteY4675" fmla="*/ 1689518 h 3882143"/>
              <a:gd name="connsiteX4676" fmla="*/ 4239544 w 12184002"/>
              <a:gd name="connsiteY4676" fmla="*/ 1689369 h 3882143"/>
              <a:gd name="connsiteX4677" fmla="*/ 4239544 w 12184002"/>
              <a:gd name="connsiteY4677" fmla="*/ 1689518 h 3882143"/>
              <a:gd name="connsiteX4678" fmla="*/ 4239619 w 12184002"/>
              <a:gd name="connsiteY4678" fmla="*/ 1689443 h 3882143"/>
              <a:gd name="connsiteX4679" fmla="*/ 10347070 w 12184002"/>
              <a:gd name="connsiteY4679" fmla="*/ 1689293 h 3882143"/>
              <a:gd name="connsiteX4680" fmla="*/ 10347145 w 12184002"/>
              <a:gd name="connsiteY4680" fmla="*/ 1689367 h 3882143"/>
              <a:gd name="connsiteX4681" fmla="*/ 10347070 w 12184002"/>
              <a:gd name="connsiteY4681" fmla="*/ 1689367 h 3882143"/>
              <a:gd name="connsiteX4682" fmla="*/ 1836932 w 12184002"/>
              <a:gd name="connsiteY4682" fmla="*/ 1689293 h 3882143"/>
              <a:gd name="connsiteX4683" fmla="*/ 1836932 w 12184002"/>
              <a:gd name="connsiteY4683" fmla="*/ 1689367 h 3882143"/>
              <a:gd name="connsiteX4684" fmla="*/ 1836858 w 12184002"/>
              <a:gd name="connsiteY4684" fmla="*/ 1689367 h 3882143"/>
              <a:gd name="connsiteX4685" fmla="*/ 10421301 w 12184002"/>
              <a:gd name="connsiteY4685" fmla="*/ 1685686 h 3882143"/>
              <a:gd name="connsiteX4686" fmla="*/ 10562402 w 12184002"/>
              <a:gd name="connsiteY4686" fmla="*/ 1685686 h 3882143"/>
              <a:gd name="connsiteX4687" fmla="*/ 10562477 w 12184002"/>
              <a:gd name="connsiteY4687" fmla="*/ 1685686 h 3882143"/>
              <a:gd name="connsiteX4688" fmla="*/ 10562477 w 12184002"/>
              <a:gd name="connsiteY4688" fmla="*/ 1750601 h 3882143"/>
              <a:gd name="connsiteX4689" fmla="*/ 10494557 w 12184002"/>
              <a:gd name="connsiteY4689" fmla="*/ 1818746 h 3882143"/>
              <a:gd name="connsiteX4690" fmla="*/ 10489222 w 12184002"/>
              <a:gd name="connsiteY4690" fmla="*/ 1818746 h 3882143"/>
              <a:gd name="connsiteX4691" fmla="*/ 10489222 w 12184002"/>
              <a:gd name="connsiteY4691" fmla="*/ 1813412 h 3882143"/>
              <a:gd name="connsiteX4692" fmla="*/ 10554889 w 12184002"/>
              <a:gd name="connsiteY4692" fmla="*/ 1747520 h 3882143"/>
              <a:gd name="connsiteX4693" fmla="*/ 10554889 w 12184002"/>
              <a:gd name="connsiteY4693" fmla="*/ 1693274 h 3882143"/>
              <a:gd name="connsiteX4694" fmla="*/ 10428814 w 12184002"/>
              <a:gd name="connsiteY4694" fmla="*/ 1693274 h 3882143"/>
              <a:gd name="connsiteX4695" fmla="*/ 10428814 w 12184002"/>
              <a:gd name="connsiteY4695" fmla="*/ 1924084 h 3882143"/>
              <a:gd name="connsiteX4696" fmla="*/ 10425058 w 12184002"/>
              <a:gd name="connsiteY4696" fmla="*/ 1927840 h 3882143"/>
              <a:gd name="connsiteX4697" fmla="*/ 10421301 w 12184002"/>
              <a:gd name="connsiteY4697" fmla="*/ 1924084 h 3882143"/>
              <a:gd name="connsiteX4698" fmla="*/ 7662409 w 12184002"/>
              <a:gd name="connsiteY4698" fmla="*/ 1685686 h 3882143"/>
              <a:gd name="connsiteX4699" fmla="*/ 7803510 w 12184002"/>
              <a:gd name="connsiteY4699" fmla="*/ 1685686 h 3882143"/>
              <a:gd name="connsiteX4700" fmla="*/ 7803584 w 12184002"/>
              <a:gd name="connsiteY4700" fmla="*/ 1685686 h 3882143"/>
              <a:gd name="connsiteX4701" fmla="*/ 7803584 w 12184002"/>
              <a:gd name="connsiteY4701" fmla="*/ 1924084 h 3882143"/>
              <a:gd name="connsiteX4702" fmla="*/ 7799827 w 12184002"/>
              <a:gd name="connsiteY4702" fmla="*/ 1927840 h 3882143"/>
              <a:gd name="connsiteX4703" fmla="*/ 7796072 w 12184002"/>
              <a:gd name="connsiteY4703" fmla="*/ 1924084 h 3882143"/>
              <a:gd name="connsiteX4704" fmla="*/ 7796072 w 12184002"/>
              <a:gd name="connsiteY4704" fmla="*/ 1693274 h 3882143"/>
              <a:gd name="connsiteX4705" fmla="*/ 7669998 w 12184002"/>
              <a:gd name="connsiteY4705" fmla="*/ 1693274 h 3882143"/>
              <a:gd name="connsiteX4706" fmla="*/ 7669998 w 12184002"/>
              <a:gd name="connsiteY4706" fmla="*/ 1747520 h 3882143"/>
              <a:gd name="connsiteX4707" fmla="*/ 7735663 w 12184002"/>
              <a:gd name="connsiteY4707" fmla="*/ 1813412 h 3882143"/>
              <a:gd name="connsiteX4708" fmla="*/ 7735663 w 12184002"/>
              <a:gd name="connsiteY4708" fmla="*/ 1818746 h 3882143"/>
              <a:gd name="connsiteX4709" fmla="*/ 7730329 w 12184002"/>
              <a:gd name="connsiteY4709" fmla="*/ 1818746 h 3882143"/>
              <a:gd name="connsiteX4710" fmla="*/ 7662409 w 12184002"/>
              <a:gd name="connsiteY4710" fmla="*/ 1750601 h 3882143"/>
              <a:gd name="connsiteX4711" fmla="*/ 4380418 w 12184002"/>
              <a:gd name="connsiteY4711" fmla="*/ 1685686 h 3882143"/>
              <a:gd name="connsiteX4712" fmla="*/ 4380493 w 12184002"/>
              <a:gd name="connsiteY4712" fmla="*/ 1685686 h 3882143"/>
              <a:gd name="connsiteX4713" fmla="*/ 4521595 w 12184002"/>
              <a:gd name="connsiteY4713" fmla="*/ 1685686 h 3882143"/>
              <a:gd name="connsiteX4714" fmla="*/ 4521595 w 12184002"/>
              <a:gd name="connsiteY4714" fmla="*/ 1750601 h 3882143"/>
              <a:gd name="connsiteX4715" fmla="*/ 4453674 w 12184002"/>
              <a:gd name="connsiteY4715" fmla="*/ 1818746 h 3882143"/>
              <a:gd name="connsiteX4716" fmla="*/ 4448340 w 12184002"/>
              <a:gd name="connsiteY4716" fmla="*/ 1818746 h 3882143"/>
              <a:gd name="connsiteX4717" fmla="*/ 4448340 w 12184002"/>
              <a:gd name="connsiteY4717" fmla="*/ 1813412 h 3882143"/>
              <a:gd name="connsiteX4718" fmla="*/ 4514006 w 12184002"/>
              <a:gd name="connsiteY4718" fmla="*/ 1747520 h 3882143"/>
              <a:gd name="connsiteX4719" fmla="*/ 4514006 w 12184002"/>
              <a:gd name="connsiteY4719" fmla="*/ 1693274 h 3882143"/>
              <a:gd name="connsiteX4720" fmla="*/ 4387932 w 12184002"/>
              <a:gd name="connsiteY4720" fmla="*/ 1693274 h 3882143"/>
              <a:gd name="connsiteX4721" fmla="*/ 4387932 w 12184002"/>
              <a:gd name="connsiteY4721" fmla="*/ 1924084 h 3882143"/>
              <a:gd name="connsiteX4722" fmla="*/ 4384175 w 12184002"/>
              <a:gd name="connsiteY4722" fmla="*/ 1927840 h 3882143"/>
              <a:gd name="connsiteX4723" fmla="*/ 4380418 w 12184002"/>
              <a:gd name="connsiteY4723" fmla="*/ 1924084 h 3882143"/>
              <a:gd name="connsiteX4724" fmla="*/ 1621525 w 12184002"/>
              <a:gd name="connsiteY4724" fmla="*/ 1685686 h 3882143"/>
              <a:gd name="connsiteX4725" fmla="*/ 1621600 w 12184002"/>
              <a:gd name="connsiteY4725" fmla="*/ 1685686 h 3882143"/>
              <a:gd name="connsiteX4726" fmla="*/ 1762701 w 12184002"/>
              <a:gd name="connsiteY4726" fmla="*/ 1685686 h 3882143"/>
              <a:gd name="connsiteX4727" fmla="*/ 1762701 w 12184002"/>
              <a:gd name="connsiteY4727" fmla="*/ 1924084 h 3882143"/>
              <a:gd name="connsiteX4728" fmla="*/ 1758944 w 12184002"/>
              <a:gd name="connsiteY4728" fmla="*/ 1927840 h 3882143"/>
              <a:gd name="connsiteX4729" fmla="*/ 1755188 w 12184002"/>
              <a:gd name="connsiteY4729" fmla="*/ 1924084 h 3882143"/>
              <a:gd name="connsiteX4730" fmla="*/ 1755188 w 12184002"/>
              <a:gd name="connsiteY4730" fmla="*/ 1693274 h 3882143"/>
              <a:gd name="connsiteX4731" fmla="*/ 1629115 w 12184002"/>
              <a:gd name="connsiteY4731" fmla="*/ 1693274 h 3882143"/>
              <a:gd name="connsiteX4732" fmla="*/ 1629115 w 12184002"/>
              <a:gd name="connsiteY4732" fmla="*/ 1747520 h 3882143"/>
              <a:gd name="connsiteX4733" fmla="*/ 1694781 w 12184002"/>
              <a:gd name="connsiteY4733" fmla="*/ 1813412 h 3882143"/>
              <a:gd name="connsiteX4734" fmla="*/ 1694781 w 12184002"/>
              <a:gd name="connsiteY4734" fmla="*/ 1818746 h 3882143"/>
              <a:gd name="connsiteX4735" fmla="*/ 1689445 w 12184002"/>
              <a:gd name="connsiteY4735" fmla="*/ 1818746 h 3882143"/>
              <a:gd name="connsiteX4736" fmla="*/ 1621525 w 12184002"/>
              <a:gd name="connsiteY4736" fmla="*/ 1750601 h 3882143"/>
              <a:gd name="connsiteX4737" fmla="*/ 12054097 w 12184002"/>
              <a:gd name="connsiteY4737" fmla="*/ 1681930 h 3882143"/>
              <a:gd name="connsiteX4738" fmla="*/ 12057854 w 12184002"/>
              <a:gd name="connsiteY4738" fmla="*/ 1685687 h 3882143"/>
              <a:gd name="connsiteX4739" fmla="*/ 12057854 w 12184002"/>
              <a:gd name="connsiteY4739" fmla="*/ 1782458 h 3882143"/>
              <a:gd name="connsiteX4740" fmla="*/ 12180245 w 12184002"/>
              <a:gd name="connsiteY4740" fmla="*/ 1782458 h 3882143"/>
              <a:gd name="connsiteX4741" fmla="*/ 12180245 w 12184002"/>
              <a:gd name="connsiteY4741" fmla="*/ 1782532 h 3882143"/>
              <a:gd name="connsiteX4742" fmla="*/ 12184002 w 12184002"/>
              <a:gd name="connsiteY4742" fmla="*/ 1786289 h 3882143"/>
              <a:gd name="connsiteX4743" fmla="*/ 12180245 w 12184002"/>
              <a:gd name="connsiteY4743" fmla="*/ 1790046 h 3882143"/>
              <a:gd name="connsiteX4744" fmla="*/ 11946506 w 12184002"/>
              <a:gd name="connsiteY4744" fmla="*/ 1790046 h 3882143"/>
              <a:gd name="connsiteX4745" fmla="*/ 11946506 w 12184002"/>
              <a:gd name="connsiteY4745" fmla="*/ 1860671 h 3882143"/>
              <a:gd name="connsiteX4746" fmla="*/ 12042977 w 12184002"/>
              <a:gd name="connsiteY4746" fmla="*/ 1860671 h 3882143"/>
              <a:gd name="connsiteX4747" fmla="*/ 12046734 w 12184002"/>
              <a:gd name="connsiteY4747" fmla="*/ 1864428 h 3882143"/>
              <a:gd name="connsiteX4748" fmla="*/ 12042977 w 12184002"/>
              <a:gd name="connsiteY4748" fmla="*/ 1868184 h 3882143"/>
              <a:gd name="connsiteX4749" fmla="*/ 11946506 w 12184002"/>
              <a:gd name="connsiteY4749" fmla="*/ 1868184 h 3882143"/>
              <a:gd name="connsiteX4750" fmla="*/ 11946506 w 12184002"/>
              <a:gd name="connsiteY4750" fmla="*/ 1927766 h 3882143"/>
              <a:gd name="connsiteX4751" fmla="*/ 11942750 w 12184002"/>
              <a:gd name="connsiteY4751" fmla="*/ 1931522 h 3882143"/>
              <a:gd name="connsiteX4752" fmla="*/ 11938992 w 12184002"/>
              <a:gd name="connsiteY4752" fmla="*/ 1927766 h 3882143"/>
              <a:gd name="connsiteX4753" fmla="*/ 11938992 w 12184002"/>
              <a:gd name="connsiteY4753" fmla="*/ 1782458 h 3882143"/>
              <a:gd name="connsiteX4754" fmla="*/ 12050341 w 12184002"/>
              <a:gd name="connsiteY4754" fmla="*/ 1782458 h 3882143"/>
              <a:gd name="connsiteX4755" fmla="*/ 12050341 w 12184002"/>
              <a:gd name="connsiteY4755" fmla="*/ 1685687 h 3882143"/>
              <a:gd name="connsiteX4756" fmla="*/ 12054097 w 12184002"/>
              <a:gd name="connsiteY4756" fmla="*/ 1681930 h 3882143"/>
              <a:gd name="connsiteX4757" fmla="*/ 6013290 w 12184002"/>
              <a:gd name="connsiteY4757" fmla="*/ 1681930 h 3882143"/>
              <a:gd name="connsiteX4758" fmla="*/ 6017045 w 12184002"/>
              <a:gd name="connsiteY4758" fmla="*/ 1685687 h 3882143"/>
              <a:gd name="connsiteX4759" fmla="*/ 6017045 w 12184002"/>
              <a:gd name="connsiteY4759" fmla="*/ 1782458 h 3882143"/>
              <a:gd name="connsiteX4760" fmla="*/ 6044566 w 12184002"/>
              <a:gd name="connsiteY4760" fmla="*/ 1782458 h 3882143"/>
              <a:gd name="connsiteX4761" fmla="*/ 6139438 w 12184002"/>
              <a:gd name="connsiteY4761" fmla="*/ 1782458 h 3882143"/>
              <a:gd name="connsiteX4762" fmla="*/ 6166958 w 12184002"/>
              <a:gd name="connsiteY4762" fmla="*/ 1782458 h 3882143"/>
              <a:gd name="connsiteX4763" fmla="*/ 6166958 w 12184002"/>
              <a:gd name="connsiteY4763" fmla="*/ 1685687 h 3882143"/>
              <a:gd name="connsiteX4764" fmla="*/ 6170714 w 12184002"/>
              <a:gd name="connsiteY4764" fmla="*/ 1681930 h 3882143"/>
              <a:gd name="connsiteX4765" fmla="*/ 6174471 w 12184002"/>
              <a:gd name="connsiteY4765" fmla="*/ 1685687 h 3882143"/>
              <a:gd name="connsiteX4766" fmla="*/ 6174471 w 12184002"/>
              <a:gd name="connsiteY4766" fmla="*/ 1782458 h 3882143"/>
              <a:gd name="connsiteX4767" fmla="*/ 6285818 w 12184002"/>
              <a:gd name="connsiteY4767" fmla="*/ 1782458 h 3882143"/>
              <a:gd name="connsiteX4768" fmla="*/ 6285818 w 12184002"/>
              <a:gd name="connsiteY4768" fmla="*/ 1927691 h 3882143"/>
              <a:gd name="connsiteX4769" fmla="*/ 6282061 w 12184002"/>
              <a:gd name="connsiteY4769" fmla="*/ 1931447 h 3882143"/>
              <a:gd name="connsiteX4770" fmla="*/ 6278306 w 12184002"/>
              <a:gd name="connsiteY4770" fmla="*/ 1927691 h 3882143"/>
              <a:gd name="connsiteX4771" fmla="*/ 6278306 w 12184002"/>
              <a:gd name="connsiteY4771" fmla="*/ 1868184 h 3882143"/>
              <a:gd name="connsiteX4772" fmla="*/ 6181909 w 12184002"/>
              <a:gd name="connsiteY4772" fmla="*/ 1868184 h 3882143"/>
              <a:gd name="connsiteX4773" fmla="*/ 6178152 w 12184002"/>
              <a:gd name="connsiteY4773" fmla="*/ 1864428 h 3882143"/>
              <a:gd name="connsiteX4774" fmla="*/ 6181909 w 12184002"/>
              <a:gd name="connsiteY4774" fmla="*/ 1860671 h 3882143"/>
              <a:gd name="connsiteX4775" fmla="*/ 6278306 w 12184002"/>
              <a:gd name="connsiteY4775" fmla="*/ 1860671 h 3882143"/>
              <a:gd name="connsiteX4776" fmla="*/ 6278306 w 12184002"/>
              <a:gd name="connsiteY4776" fmla="*/ 1789971 h 3882143"/>
              <a:gd name="connsiteX4777" fmla="*/ 6170714 w 12184002"/>
              <a:gd name="connsiteY4777" fmla="*/ 1789971 h 3882143"/>
              <a:gd name="connsiteX4778" fmla="*/ 6139438 w 12184002"/>
              <a:gd name="connsiteY4778" fmla="*/ 1789971 h 3882143"/>
              <a:gd name="connsiteX4779" fmla="*/ 6044566 w 12184002"/>
              <a:gd name="connsiteY4779" fmla="*/ 1789971 h 3882143"/>
              <a:gd name="connsiteX4780" fmla="*/ 6013290 w 12184002"/>
              <a:gd name="connsiteY4780" fmla="*/ 1789971 h 3882143"/>
              <a:gd name="connsiteX4781" fmla="*/ 5905698 w 12184002"/>
              <a:gd name="connsiteY4781" fmla="*/ 1789971 h 3882143"/>
              <a:gd name="connsiteX4782" fmla="*/ 5905698 w 12184002"/>
              <a:gd name="connsiteY4782" fmla="*/ 1860671 h 3882143"/>
              <a:gd name="connsiteX4783" fmla="*/ 6002095 w 12184002"/>
              <a:gd name="connsiteY4783" fmla="*/ 1860671 h 3882143"/>
              <a:gd name="connsiteX4784" fmla="*/ 6005851 w 12184002"/>
              <a:gd name="connsiteY4784" fmla="*/ 1864428 h 3882143"/>
              <a:gd name="connsiteX4785" fmla="*/ 6002095 w 12184002"/>
              <a:gd name="connsiteY4785" fmla="*/ 1868184 h 3882143"/>
              <a:gd name="connsiteX4786" fmla="*/ 5905698 w 12184002"/>
              <a:gd name="connsiteY4786" fmla="*/ 1868184 h 3882143"/>
              <a:gd name="connsiteX4787" fmla="*/ 5905698 w 12184002"/>
              <a:gd name="connsiteY4787" fmla="*/ 1927691 h 3882143"/>
              <a:gd name="connsiteX4788" fmla="*/ 5901942 w 12184002"/>
              <a:gd name="connsiteY4788" fmla="*/ 1931447 h 3882143"/>
              <a:gd name="connsiteX4789" fmla="*/ 5898186 w 12184002"/>
              <a:gd name="connsiteY4789" fmla="*/ 1927691 h 3882143"/>
              <a:gd name="connsiteX4790" fmla="*/ 5898186 w 12184002"/>
              <a:gd name="connsiteY4790" fmla="*/ 1782458 h 3882143"/>
              <a:gd name="connsiteX4791" fmla="*/ 6009533 w 12184002"/>
              <a:gd name="connsiteY4791" fmla="*/ 1782458 h 3882143"/>
              <a:gd name="connsiteX4792" fmla="*/ 6009533 w 12184002"/>
              <a:gd name="connsiteY4792" fmla="*/ 1685687 h 3882143"/>
              <a:gd name="connsiteX4793" fmla="*/ 6013290 w 12184002"/>
              <a:gd name="connsiteY4793" fmla="*/ 1681930 h 3882143"/>
              <a:gd name="connsiteX4794" fmla="*/ 129906 w 12184002"/>
              <a:gd name="connsiteY4794" fmla="*/ 1681930 h 3882143"/>
              <a:gd name="connsiteX4795" fmla="*/ 133662 w 12184002"/>
              <a:gd name="connsiteY4795" fmla="*/ 1685687 h 3882143"/>
              <a:gd name="connsiteX4796" fmla="*/ 133662 w 12184002"/>
              <a:gd name="connsiteY4796" fmla="*/ 1782458 h 3882143"/>
              <a:gd name="connsiteX4797" fmla="*/ 245010 w 12184002"/>
              <a:gd name="connsiteY4797" fmla="*/ 1782458 h 3882143"/>
              <a:gd name="connsiteX4798" fmla="*/ 245010 w 12184002"/>
              <a:gd name="connsiteY4798" fmla="*/ 1927766 h 3882143"/>
              <a:gd name="connsiteX4799" fmla="*/ 241254 w 12184002"/>
              <a:gd name="connsiteY4799" fmla="*/ 1931522 h 3882143"/>
              <a:gd name="connsiteX4800" fmla="*/ 237496 w 12184002"/>
              <a:gd name="connsiteY4800" fmla="*/ 1927766 h 3882143"/>
              <a:gd name="connsiteX4801" fmla="*/ 237496 w 12184002"/>
              <a:gd name="connsiteY4801" fmla="*/ 1868184 h 3882143"/>
              <a:gd name="connsiteX4802" fmla="*/ 141026 w 12184002"/>
              <a:gd name="connsiteY4802" fmla="*/ 1868184 h 3882143"/>
              <a:gd name="connsiteX4803" fmla="*/ 137269 w 12184002"/>
              <a:gd name="connsiteY4803" fmla="*/ 1864428 h 3882143"/>
              <a:gd name="connsiteX4804" fmla="*/ 141026 w 12184002"/>
              <a:gd name="connsiteY4804" fmla="*/ 1860671 h 3882143"/>
              <a:gd name="connsiteX4805" fmla="*/ 237496 w 12184002"/>
              <a:gd name="connsiteY4805" fmla="*/ 1860671 h 3882143"/>
              <a:gd name="connsiteX4806" fmla="*/ 237496 w 12184002"/>
              <a:gd name="connsiteY4806" fmla="*/ 1790046 h 3882143"/>
              <a:gd name="connsiteX4807" fmla="*/ 3757 w 12184002"/>
              <a:gd name="connsiteY4807" fmla="*/ 1790046 h 3882143"/>
              <a:gd name="connsiteX4808" fmla="*/ 0 w 12184002"/>
              <a:gd name="connsiteY4808" fmla="*/ 1786289 h 3882143"/>
              <a:gd name="connsiteX4809" fmla="*/ 3757 w 12184002"/>
              <a:gd name="connsiteY4809" fmla="*/ 1782532 h 3882143"/>
              <a:gd name="connsiteX4810" fmla="*/ 3757 w 12184002"/>
              <a:gd name="connsiteY4810" fmla="*/ 1782458 h 3882143"/>
              <a:gd name="connsiteX4811" fmla="*/ 126148 w 12184002"/>
              <a:gd name="connsiteY4811" fmla="*/ 1782458 h 3882143"/>
              <a:gd name="connsiteX4812" fmla="*/ 126148 w 12184002"/>
              <a:gd name="connsiteY4812" fmla="*/ 1685687 h 3882143"/>
              <a:gd name="connsiteX4813" fmla="*/ 129906 w 12184002"/>
              <a:gd name="connsiteY4813" fmla="*/ 1681930 h 3882143"/>
              <a:gd name="connsiteX4814" fmla="*/ 11306372 w 12184002"/>
              <a:gd name="connsiteY4814" fmla="*/ 1646541 h 3882143"/>
              <a:gd name="connsiteX4815" fmla="*/ 11309001 w 12184002"/>
              <a:gd name="connsiteY4815" fmla="*/ 1647668 h 3882143"/>
              <a:gd name="connsiteX4816" fmla="*/ 11438155 w 12184002"/>
              <a:gd name="connsiteY4816" fmla="*/ 1777274 h 3882143"/>
              <a:gd name="connsiteX4817" fmla="*/ 11438155 w 12184002"/>
              <a:gd name="connsiteY4817" fmla="*/ 1920328 h 3882143"/>
              <a:gd name="connsiteX4818" fmla="*/ 11434397 w 12184002"/>
              <a:gd name="connsiteY4818" fmla="*/ 1924084 h 3882143"/>
              <a:gd name="connsiteX4819" fmla="*/ 11430641 w 12184002"/>
              <a:gd name="connsiteY4819" fmla="*/ 1920328 h 3882143"/>
              <a:gd name="connsiteX4820" fmla="*/ 11430641 w 12184002"/>
              <a:gd name="connsiteY4820" fmla="*/ 1780353 h 3882143"/>
              <a:gd name="connsiteX4821" fmla="*/ 11303742 w 12184002"/>
              <a:gd name="connsiteY4821" fmla="*/ 1653004 h 3882143"/>
              <a:gd name="connsiteX4822" fmla="*/ 11303742 w 12184002"/>
              <a:gd name="connsiteY4822" fmla="*/ 1647668 h 3882143"/>
              <a:gd name="connsiteX4823" fmla="*/ 11306372 w 12184002"/>
              <a:gd name="connsiteY4823" fmla="*/ 1646541 h 3882143"/>
              <a:gd name="connsiteX4824" fmla="*/ 6918440 w 12184002"/>
              <a:gd name="connsiteY4824" fmla="*/ 1646541 h 3882143"/>
              <a:gd name="connsiteX4825" fmla="*/ 6921070 w 12184002"/>
              <a:gd name="connsiteY4825" fmla="*/ 1647668 h 3882143"/>
              <a:gd name="connsiteX4826" fmla="*/ 6921070 w 12184002"/>
              <a:gd name="connsiteY4826" fmla="*/ 1653004 h 3882143"/>
              <a:gd name="connsiteX4827" fmla="*/ 6794170 w 12184002"/>
              <a:gd name="connsiteY4827" fmla="*/ 1780353 h 3882143"/>
              <a:gd name="connsiteX4828" fmla="*/ 6794170 w 12184002"/>
              <a:gd name="connsiteY4828" fmla="*/ 1920328 h 3882143"/>
              <a:gd name="connsiteX4829" fmla="*/ 6790414 w 12184002"/>
              <a:gd name="connsiteY4829" fmla="*/ 1924084 h 3882143"/>
              <a:gd name="connsiteX4830" fmla="*/ 6786657 w 12184002"/>
              <a:gd name="connsiteY4830" fmla="*/ 1920328 h 3882143"/>
              <a:gd name="connsiteX4831" fmla="*/ 6786657 w 12184002"/>
              <a:gd name="connsiteY4831" fmla="*/ 1777274 h 3882143"/>
              <a:gd name="connsiteX4832" fmla="*/ 6915811 w 12184002"/>
              <a:gd name="connsiteY4832" fmla="*/ 1647668 h 3882143"/>
              <a:gd name="connsiteX4833" fmla="*/ 6918440 w 12184002"/>
              <a:gd name="connsiteY4833" fmla="*/ 1646541 h 3882143"/>
              <a:gd name="connsiteX4834" fmla="*/ 5265563 w 12184002"/>
              <a:gd name="connsiteY4834" fmla="*/ 1646541 h 3882143"/>
              <a:gd name="connsiteX4835" fmla="*/ 5268192 w 12184002"/>
              <a:gd name="connsiteY4835" fmla="*/ 1647668 h 3882143"/>
              <a:gd name="connsiteX4836" fmla="*/ 5397347 w 12184002"/>
              <a:gd name="connsiteY4836" fmla="*/ 1777274 h 3882143"/>
              <a:gd name="connsiteX4837" fmla="*/ 5397347 w 12184002"/>
              <a:gd name="connsiteY4837" fmla="*/ 1920328 h 3882143"/>
              <a:gd name="connsiteX4838" fmla="*/ 5393590 w 12184002"/>
              <a:gd name="connsiteY4838" fmla="*/ 1924084 h 3882143"/>
              <a:gd name="connsiteX4839" fmla="*/ 5389834 w 12184002"/>
              <a:gd name="connsiteY4839" fmla="*/ 1920328 h 3882143"/>
              <a:gd name="connsiteX4840" fmla="*/ 5389834 w 12184002"/>
              <a:gd name="connsiteY4840" fmla="*/ 1780353 h 3882143"/>
              <a:gd name="connsiteX4841" fmla="*/ 5262933 w 12184002"/>
              <a:gd name="connsiteY4841" fmla="*/ 1653004 h 3882143"/>
              <a:gd name="connsiteX4842" fmla="*/ 5262933 w 12184002"/>
              <a:gd name="connsiteY4842" fmla="*/ 1647668 h 3882143"/>
              <a:gd name="connsiteX4843" fmla="*/ 5265563 w 12184002"/>
              <a:gd name="connsiteY4843" fmla="*/ 1646541 h 3882143"/>
              <a:gd name="connsiteX4844" fmla="*/ 877632 w 12184002"/>
              <a:gd name="connsiteY4844" fmla="*/ 1646541 h 3882143"/>
              <a:gd name="connsiteX4845" fmla="*/ 880262 w 12184002"/>
              <a:gd name="connsiteY4845" fmla="*/ 1647668 h 3882143"/>
              <a:gd name="connsiteX4846" fmla="*/ 880262 w 12184002"/>
              <a:gd name="connsiteY4846" fmla="*/ 1653004 h 3882143"/>
              <a:gd name="connsiteX4847" fmla="*/ 753361 w 12184002"/>
              <a:gd name="connsiteY4847" fmla="*/ 1780353 h 3882143"/>
              <a:gd name="connsiteX4848" fmla="*/ 753361 w 12184002"/>
              <a:gd name="connsiteY4848" fmla="*/ 1920328 h 3882143"/>
              <a:gd name="connsiteX4849" fmla="*/ 749605 w 12184002"/>
              <a:gd name="connsiteY4849" fmla="*/ 1924084 h 3882143"/>
              <a:gd name="connsiteX4850" fmla="*/ 745848 w 12184002"/>
              <a:gd name="connsiteY4850" fmla="*/ 1920328 h 3882143"/>
              <a:gd name="connsiteX4851" fmla="*/ 745848 w 12184002"/>
              <a:gd name="connsiteY4851" fmla="*/ 1777274 h 3882143"/>
              <a:gd name="connsiteX4852" fmla="*/ 875001 w 12184002"/>
              <a:gd name="connsiteY4852" fmla="*/ 1647668 h 3882143"/>
              <a:gd name="connsiteX4853" fmla="*/ 877632 w 12184002"/>
              <a:gd name="connsiteY4853" fmla="*/ 1646541 h 3882143"/>
              <a:gd name="connsiteX4854" fmla="*/ 11352502 w 12184002"/>
              <a:gd name="connsiteY4854" fmla="*/ 1577194 h 3882143"/>
              <a:gd name="connsiteX4855" fmla="*/ 11538307 w 12184002"/>
              <a:gd name="connsiteY4855" fmla="*/ 1577194 h 3882143"/>
              <a:gd name="connsiteX4856" fmla="*/ 11538307 w 12184002"/>
              <a:gd name="connsiteY4856" fmla="*/ 1577268 h 3882143"/>
              <a:gd name="connsiteX4857" fmla="*/ 11542064 w 12184002"/>
              <a:gd name="connsiteY4857" fmla="*/ 1581025 h 3882143"/>
              <a:gd name="connsiteX4858" fmla="*/ 11538307 w 12184002"/>
              <a:gd name="connsiteY4858" fmla="*/ 1584783 h 3882143"/>
              <a:gd name="connsiteX4859" fmla="*/ 11370685 w 12184002"/>
              <a:gd name="connsiteY4859" fmla="*/ 1584783 h 3882143"/>
              <a:gd name="connsiteX4860" fmla="*/ 11440291 w 12184002"/>
              <a:gd name="connsiteY4860" fmla="*/ 1654624 h 3882143"/>
              <a:gd name="connsiteX4861" fmla="*/ 11443714 w 12184002"/>
              <a:gd name="connsiteY4861" fmla="*/ 1651200 h 3882143"/>
              <a:gd name="connsiteX4862" fmla="*/ 11535526 w 12184002"/>
              <a:gd name="connsiteY4862" fmla="*/ 1651200 h 3882143"/>
              <a:gd name="connsiteX4863" fmla="*/ 11539283 w 12184002"/>
              <a:gd name="connsiteY4863" fmla="*/ 1654957 h 3882143"/>
              <a:gd name="connsiteX4864" fmla="*/ 11535526 w 12184002"/>
              <a:gd name="connsiteY4864" fmla="*/ 1658713 h 3882143"/>
              <a:gd name="connsiteX4865" fmla="*/ 11444366 w 12184002"/>
              <a:gd name="connsiteY4865" fmla="*/ 1658713 h 3882143"/>
              <a:gd name="connsiteX4866" fmla="*/ 11503144 w 12184002"/>
              <a:gd name="connsiteY4866" fmla="*/ 1717693 h 3882143"/>
              <a:gd name="connsiteX4867" fmla="*/ 11503144 w 12184002"/>
              <a:gd name="connsiteY4867" fmla="*/ 1805825 h 3882143"/>
              <a:gd name="connsiteX4868" fmla="*/ 11499388 w 12184002"/>
              <a:gd name="connsiteY4868" fmla="*/ 1809581 h 3882143"/>
              <a:gd name="connsiteX4869" fmla="*/ 11495632 w 12184002"/>
              <a:gd name="connsiteY4869" fmla="*/ 1805825 h 3882143"/>
              <a:gd name="connsiteX4870" fmla="*/ 11495632 w 12184002"/>
              <a:gd name="connsiteY4870" fmla="*/ 1720774 h 3882143"/>
              <a:gd name="connsiteX4871" fmla="*/ 645696 w 12184002"/>
              <a:gd name="connsiteY4871" fmla="*/ 1577194 h 3882143"/>
              <a:gd name="connsiteX4872" fmla="*/ 831500 w 12184002"/>
              <a:gd name="connsiteY4872" fmla="*/ 1577194 h 3882143"/>
              <a:gd name="connsiteX4873" fmla="*/ 688371 w 12184002"/>
              <a:gd name="connsiteY4873" fmla="*/ 1720774 h 3882143"/>
              <a:gd name="connsiteX4874" fmla="*/ 688371 w 12184002"/>
              <a:gd name="connsiteY4874" fmla="*/ 1805825 h 3882143"/>
              <a:gd name="connsiteX4875" fmla="*/ 684615 w 12184002"/>
              <a:gd name="connsiteY4875" fmla="*/ 1809581 h 3882143"/>
              <a:gd name="connsiteX4876" fmla="*/ 680858 w 12184002"/>
              <a:gd name="connsiteY4876" fmla="*/ 1805825 h 3882143"/>
              <a:gd name="connsiteX4877" fmla="*/ 680858 w 12184002"/>
              <a:gd name="connsiteY4877" fmla="*/ 1717693 h 3882143"/>
              <a:gd name="connsiteX4878" fmla="*/ 739636 w 12184002"/>
              <a:gd name="connsiteY4878" fmla="*/ 1658713 h 3882143"/>
              <a:gd name="connsiteX4879" fmla="*/ 648476 w 12184002"/>
              <a:gd name="connsiteY4879" fmla="*/ 1658713 h 3882143"/>
              <a:gd name="connsiteX4880" fmla="*/ 644719 w 12184002"/>
              <a:gd name="connsiteY4880" fmla="*/ 1654957 h 3882143"/>
              <a:gd name="connsiteX4881" fmla="*/ 648476 w 12184002"/>
              <a:gd name="connsiteY4881" fmla="*/ 1651200 h 3882143"/>
              <a:gd name="connsiteX4882" fmla="*/ 740288 w 12184002"/>
              <a:gd name="connsiteY4882" fmla="*/ 1651200 h 3882143"/>
              <a:gd name="connsiteX4883" fmla="*/ 743712 w 12184002"/>
              <a:gd name="connsiteY4883" fmla="*/ 1654624 h 3882143"/>
              <a:gd name="connsiteX4884" fmla="*/ 813317 w 12184002"/>
              <a:gd name="connsiteY4884" fmla="*/ 1584783 h 3882143"/>
              <a:gd name="connsiteX4885" fmla="*/ 645696 w 12184002"/>
              <a:gd name="connsiteY4885" fmla="*/ 1584783 h 3882143"/>
              <a:gd name="connsiteX4886" fmla="*/ 641939 w 12184002"/>
              <a:gd name="connsiteY4886" fmla="*/ 1581025 h 3882143"/>
              <a:gd name="connsiteX4887" fmla="*/ 645696 w 12184002"/>
              <a:gd name="connsiteY4887" fmla="*/ 1577268 h 3882143"/>
              <a:gd name="connsiteX4888" fmla="*/ 6872383 w 12184002"/>
              <a:gd name="connsiteY4888" fmla="*/ 1577119 h 3882143"/>
              <a:gd name="connsiteX4889" fmla="*/ 6872383 w 12184002"/>
              <a:gd name="connsiteY4889" fmla="*/ 1577194 h 3882143"/>
              <a:gd name="connsiteX4890" fmla="*/ 6872309 w 12184002"/>
              <a:gd name="connsiteY4890" fmla="*/ 1577194 h 3882143"/>
              <a:gd name="connsiteX4891" fmla="*/ 5311620 w 12184002"/>
              <a:gd name="connsiteY4891" fmla="*/ 1577119 h 3882143"/>
              <a:gd name="connsiteX4892" fmla="*/ 5311695 w 12184002"/>
              <a:gd name="connsiteY4892" fmla="*/ 1577194 h 3882143"/>
              <a:gd name="connsiteX4893" fmla="*/ 5311620 w 12184002"/>
              <a:gd name="connsiteY4893" fmla="*/ 1577194 h 3882143"/>
              <a:gd name="connsiteX4894" fmla="*/ 9711968 w 12184002"/>
              <a:gd name="connsiteY4894" fmla="*/ 1556533 h 3882143"/>
              <a:gd name="connsiteX4895" fmla="*/ 10009571 w 12184002"/>
              <a:gd name="connsiteY4895" fmla="*/ 1556533 h 3882143"/>
              <a:gd name="connsiteX4896" fmla="*/ 10009571 w 12184002"/>
              <a:gd name="connsiteY4896" fmla="*/ 1638354 h 3882143"/>
              <a:gd name="connsiteX4897" fmla="*/ 10009571 w 12184002"/>
              <a:gd name="connsiteY4897" fmla="*/ 1725883 h 3882143"/>
              <a:gd name="connsiteX4898" fmla="*/ 9821887 w 12184002"/>
              <a:gd name="connsiteY4898" fmla="*/ 1725883 h 3882143"/>
              <a:gd name="connsiteX4899" fmla="*/ 9905887 w 12184002"/>
              <a:gd name="connsiteY4899" fmla="*/ 1810182 h 3882143"/>
              <a:gd name="connsiteX4900" fmla="*/ 9905887 w 12184002"/>
              <a:gd name="connsiteY4900" fmla="*/ 1931612 h 3882143"/>
              <a:gd name="connsiteX4901" fmla="*/ 9905887 w 12184002"/>
              <a:gd name="connsiteY4901" fmla="*/ 1950531 h 3882143"/>
              <a:gd name="connsiteX4902" fmla="*/ 9905887 w 12184002"/>
              <a:gd name="connsiteY4902" fmla="*/ 2071961 h 3882143"/>
              <a:gd name="connsiteX4903" fmla="*/ 9821887 w 12184002"/>
              <a:gd name="connsiteY4903" fmla="*/ 2156260 h 3882143"/>
              <a:gd name="connsiteX4904" fmla="*/ 10009571 w 12184002"/>
              <a:gd name="connsiteY4904" fmla="*/ 2156260 h 3882143"/>
              <a:gd name="connsiteX4905" fmla="*/ 10009571 w 12184002"/>
              <a:gd name="connsiteY4905" fmla="*/ 2243790 h 3882143"/>
              <a:gd name="connsiteX4906" fmla="*/ 10009571 w 12184002"/>
              <a:gd name="connsiteY4906" fmla="*/ 2325610 h 3882143"/>
              <a:gd name="connsiteX4907" fmla="*/ 9711968 w 12184002"/>
              <a:gd name="connsiteY4907" fmla="*/ 2325610 h 3882143"/>
              <a:gd name="connsiteX4908" fmla="*/ 9708212 w 12184002"/>
              <a:gd name="connsiteY4908" fmla="*/ 2321855 h 3882143"/>
              <a:gd name="connsiteX4909" fmla="*/ 9711968 w 12184002"/>
              <a:gd name="connsiteY4909" fmla="*/ 2318098 h 3882143"/>
              <a:gd name="connsiteX4910" fmla="*/ 10002059 w 12184002"/>
              <a:gd name="connsiteY4910" fmla="*/ 2318098 h 3882143"/>
              <a:gd name="connsiteX4911" fmla="*/ 10002059 w 12184002"/>
              <a:gd name="connsiteY4911" fmla="*/ 2247548 h 3882143"/>
              <a:gd name="connsiteX4912" fmla="*/ 9777253 w 12184002"/>
              <a:gd name="connsiteY4912" fmla="*/ 2247548 h 3882143"/>
              <a:gd name="connsiteX4913" fmla="*/ 9770815 w 12184002"/>
              <a:gd name="connsiteY4913" fmla="*/ 2263148 h 3882143"/>
              <a:gd name="connsiteX4914" fmla="*/ 9753667 w 12184002"/>
              <a:gd name="connsiteY4914" fmla="*/ 2270314 h 3882143"/>
              <a:gd name="connsiteX4915" fmla="*/ 9729399 w 12184002"/>
              <a:gd name="connsiteY4915" fmla="*/ 2245895 h 3882143"/>
              <a:gd name="connsiteX4916" fmla="*/ 9753667 w 12184002"/>
              <a:gd name="connsiteY4916" fmla="*/ 2221477 h 3882143"/>
              <a:gd name="connsiteX4917" fmla="*/ 9770815 w 12184002"/>
              <a:gd name="connsiteY4917" fmla="*/ 2228615 h 3882143"/>
              <a:gd name="connsiteX4918" fmla="*/ 9775519 w 12184002"/>
              <a:gd name="connsiteY4918" fmla="*/ 2240034 h 3882143"/>
              <a:gd name="connsiteX4919" fmla="*/ 10002059 w 12184002"/>
              <a:gd name="connsiteY4919" fmla="*/ 2240034 h 3882143"/>
              <a:gd name="connsiteX4920" fmla="*/ 10002059 w 12184002"/>
              <a:gd name="connsiteY4920" fmla="*/ 2163774 h 3882143"/>
              <a:gd name="connsiteX4921" fmla="*/ 9803707 w 12184002"/>
              <a:gd name="connsiteY4921" fmla="*/ 2163774 h 3882143"/>
              <a:gd name="connsiteX4922" fmla="*/ 9898374 w 12184002"/>
              <a:gd name="connsiteY4922" fmla="*/ 2068805 h 3882143"/>
              <a:gd name="connsiteX4923" fmla="*/ 9898374 w 12184002"/>
              <a:gd name="connsiteY4923" fmla="*/ 1950531 h 3882143"/>
              <a:gd name="connsiteX4924" fmla="*/ 9898374 w 12184002"/>
              <a:gd name="connsiteY4924" fmla="*/ 1931612 h 3882143"/>
              <a:gd name="connsiteX4925" fmla="*/ 9898374 w 12184002"/>
              <a:gd name="connsiteY4925" fmla="*/ 1813338 h 3882143"/>
              <a:gd name="connsiteX4926" fmla="*/ 9803707 w 12184002"/>
              <a:gd name="connsiteY4926" fmla="*/ 1718369 h 3882143"/>
              <a:gd name="connsiteX4927" fmla="*/ 10002059 w 12184002"/>
              <a:gd name="connsiteY4927" fmla="*/ 1718369 h 3882143"/>
              <a:gd name="connsiteX4928" fmla="*/ 10002059 w 12184002"/>
              <a:gd name="connsiteY4928" fmla="*/ 1642109 h 3882143"/>
              <a:gd name="connsiteX4929" fmla="*/ 9775519 w 12184002"/>
              <a:gd name="connsiteY4929" fmla="*/ 1642109 h 3882143"/>
              <a:gd name="connsiteX4930" fmla="*/ 9770815 w 12184002"/>
              <a:gd name="connsiteY4930" fmla="*/ 1653528 h 3882143"/>
              <a:gd name="connsiteX4931" fmla="*/ 9753667 w 12184002"/>
              <a:gd name="connsiteY4931" fmla="*/ 1660666 h 3882143"/>
              <a:gd name="connsiteX4932" fmla="*/ 9729399 w 12184002"/>
              <a:gd name="connsiteY4932" fmla="*/ 1636248 h 3882143"/>
              <a:gd name="connsiteX4933" fmla="*/ 9753667 w 12184002"/>
              <a:gd name="connsiteY4933" fmla="*/ 1611830 h 3882143"/>
              <a:gd name="connsiteX4934" fmla="*/ 9770815 w 12184002"/>
              <a:gd name="connsiteY4934" fmla="*/ 1618996 h 3882143"/>
              <a:gd name="connsiteX4935" fmla="*/ 9777253 w 12184002"/>
              <a:gd name="connsiteY4935" fmla="*/ 1634596 h 3882143"/>
              <a:gd name="connsiteX4936" fmla="*/ 10002059 w 12184002"/>
              <a:gd name="connsiteY4936" fmla="*/ 1634596 h 3882143"/>
              <a:gd name="connsiteX4937" fmla="*/ 10002059 w 12184002"/>
              <a:gd name="connsiteY4937" fmla="*/ 1564046 h 3882143"/>
              <a:gd name="connsiteX4938" fmla="*/ 9711968 w 12184002"/>
              <a:gd name="connsiteY4938" fmla="*/ 1564046 h 3882143"/>
              <a:gd name="connsiteX4939" fmla="*/ 9708212 w 12184002"/>
              <a:gd name="connsiteY4939" fmla="*/ 1560289 h 3882143"/>
              <a:gd name="connsiteX4940" fmla="*/ 9711968 w 12184002"/>
              <a:gd name="connsiteY4940" fmla="*/ 1556533 h 3882143"/>
              <a:gd name="connsiteX4941" fmla="*/ 2174431 w 12184002"/>
              <a:gd name="connsiteY4941" fmla="*/ 1556533 h 3882143"/>
              <a:gd name="connsiteX4942" fmla="*/ 2472034 w 12184002"/>
              <a:gd name="connsiteY4942" fmla="*/ 1556533 h 3882143"/>
              <a:gd name="connsiteX4943" fmla="*/ 2475790 w 12184002"/>
              <a:gd name="connsiteY4943" fmla="*/ 1560289 h 3882143"/>
              <a:gd name="connsiteX4944" fmla="*/ 2472034 w 12184002"/>
              <a:gd name="connsiteY4944" fmla="*/ 1564046 h 3882143"/>
              <a:gd name="connsiteX4945" fmla="*/ 2181945 w 12184002"/>
              <a:gd name="connsiteY4945" fmla="*/ 1564046 h 3882143"/>
              <a:gd name="connsiteX4946" fmla="*/ 2181945 w 12184002"/>
              <a:gd name="connsiteY4946" fmla="*/ 1634596 h 3882143"/>
              <a:gd name="connsiteX4947" fmla="*/ 2406749 w 12184002"/>
              <a:gd name="connsiteY4947" fmla="*/ 1634596 h 3882143"/>
              <a:gd name="connsiteX4948" fmla="*/ 2413187 w 12184002"/>
              <a:gd name="connsiteY4948" fmla="*/ 1618996 h 3882143"/>
              <a:gd name="connsiteX4949" fmla="*/ 2430336 w 12184002"/>
              <a:gd name="connsiteY4949" fmla="*/ 1611830 h 3882143"/>
              <a:gd name="connsiteX4950" fmla="*/ 2454605 w 12184002"/>
              <a:gd name="connsiteY4950" fmla="*/ 1636248 h 3882143"/>
              <a:gd name="connsiteX4951" fmla="*/ 2430336 w 12184002"/>
              <a:gd name="connsiteY4951" fmla="*/ 1660666 h 3882143"/>
              <a:gd name="connsiteX4952" fmla="*/ 2413187 w 12184002"/>
              <a:gd name="connsiteY4952" fmla="*/ 1653528 h 3882143"/>
              <a:gd name="connsiteX4953" fmla="*/ 2408483 w 12184002"/>
              <a:gd name="connsiteY4953" fmla="*/ 1642109 h 3882143"/>
              <a:gd name="connsiteX4954" fmla="*/ 2181945 w 12184002"/>
              <a:gd name="connsiteY4954" fmla="*/ 1642109 h 3882143"/>
              <a:gd name="connsiteX4955" fmla="*/ 2181945 w 12184002"/>
              <a:gd name="connsiteY4955" fmla="*/ 1718369 h 3882143"/>
              <a:gd name="connsiteX4956" fmla="*/ 2380296 w 12184002"/>
              <a:gd name="connsiteY4956" fmla="*/ 1718369 h 3882143"/>
              <a:gd name="connsiteX4957" fmla="*/ 2285628 w 12184002"/>
              <a:gd name="connsiteY4957" fmla="*/ 1813338 h 3882143"/>
              <a:gd name="connsiteX4958" fmla="*/ 2285628 w 12184002"/>
              <a:gd name="connsiteY4958" fmla="*/ 1931612 h 3882143"/>
              <a:gd name="connsiteX4959" fmla="*/ 2285628 w 12184002"/>
              <a:gd name="connsiteY4959" fmla="*/ 1950531 h 3882143"/>
              <a:gd name="connsiteX4960" fmla="*/ 2285628 w 12184002"/>
              <a:gd name="connsiteY4960" fmla="*/ 2068805 h 3882143"/>
              <a:gd name="connsiteX4961" fmla="*/ 2380296 w 12184002"/>
              <a:gd name="connsiteY4961" fmla="*/ 2163774 h 3882143"/>
              <a:gd name="connsiteX4962" fmla="*/ 2181945 w 12184002"/>
              <a:gd name="connsiteY4962" fmla="*/ 2163774 h 3882143"/>
              <a:gd name="connsiteX4963" fmla="*/ 2181945 w 12184002"/>
              <a:gd name="connsiteY4963" fmla="*/ 2240034 h 3882143"/>
              <a:gd name="connsiteX4964" fmla="*/ 2408483 w 12184002"/>
              <a:gd name="connsiteY4964" fmla="*/ 2240034 h 3882143"/>
              <a:gd name="connsiteX4965" fmla="*/ 2413187 w 12184002"/>
              <a:gd name="connsiteY4965" fmla="*/ 2228615 h 3882143"/>
              <a:gd name="connsiteX4966" fmla="*/ 2430336 w 12184002"/>
              <a:gd name="connsiteY4966" fmla="*/ 2221477 h 3882143"/>
              <a:gd name="connsiteX4967" fmla="*/ 2454605 w 12184002"/>
              <a:gd name="connsiteY4967" fmla="*/ 2245895 h 3882143"/>
              <a:gd name="connsiteX4968" fmla="*/ 2430336 w 12184002"/>
              <a:gd name="connsiteY4968" fmla="*/ 2270314 h 3882143"/>
              <a:gd name="connsiteX4969" fmla="*/ 2413187 w 12184002"/>
              <a:gd name="connsiteY4969" fmla="*/ 2263148 h 3882143"/>
              <a:gd name="connsiteX4970" fmla="*/ 2406749 w 12184002"/>
              <a:gd name="connsiteY4970" fmla="*/ 2247548 h 3882143"/>
              <a:gd name="connsiteX4971" fmla="*/ 2181945 w 12184002"/>
              <a:gd name="connsiteY4971" fmla="*/ 2247548 h 3882143"/>
              <a:gd name="connsiteX4972" fmla="*/ 2181945 w 12184002"/>
              <a:gd name="connsiteY4972" fmla="*/ 2318098 h 3882143"/>
              <a:gd name="connsiteX4973" fmla="*/ 2472034 w 12184002"/>
              <a:gd name="connsiteY4973" fmla="*/ 2318098 h 3882143"/>
              <a:gd name="connsiteX4974" fmla="*/ 2475790 w 12184002"/>
              <a:gd name="connsiteY4974" fmla="*/ 2321855 h 3882143"/>
              <a:gd name="connsiteX4975" fmla="*/ 2472034 w 12184002"/>
              <a:gd name="connsiteY4975" fmla="*/ 2325610 h 3882143"/>
              <a:gd name="connsiteX4976" fmla="*/ 2174431 w 12184002"/>
              <a:gd name="connsiteY4976" fmla="*/ 2325610 h 3882143"/>
              <a:gd name="connsiteX4977" fmla="*/ 2174431 w 12184002"/>
              <a:gd name="connsiteY4977" fmla="*/ 2243790 h 3882143"/>
              <a:gd name="connsiteX4978" fmla="*/ 2174431 w 12184002"/>
              <a:gd name="connsiteY4978" fmla="*/ 2156260 h 3882143"/>
              <a:gd name="connsiteX4979" fmla="*/ 2362115 w 12184002"/>
              <a:gd name="connsiteY4979" fmla="*/ 2156260 h 3882143"/>
              <a:gd name="connsiteX4980" fmla="*/ 2278115 w 12184002"/>
              <a:gd name="connsiteY4980" fmla="*/ 2071961 h 3882143"/>
              <a:gd name="connsiteX4981" fmla="*/ 2278115 w 12184002"/>
              <a:gd name="connsiteY4981" fmla="*/ 1950531 h 3882143"/>
              <a:gd name="connsiteX4982" fmla="*/ 2278115 w 12184002"/>
              <a:gd name="connsiteY4982" fmla="*/ 1931612 h 3882143"/>
              <a:gd name="connsiteX4983" fmla="*/ 2278115 w 12184002"/>
              <a:gd name="connsiteY4983" fmla="*/ 1810182 h 3882143"/>
              <a:gd name="connsiteX4984" fmla="*/ 2362115 w 12184002"/>
              <a:gd name="connsiteY4984" fmla="*/ 1725883 h 3882143"/>
              <a:gd name="connsiteX4985" fmla="*/ 2174431 w 12184002"/>
              <a:gd name="connsiteY4985" fmla="*/ 1725883 h 3882143"/>
              <a:gd name="connsiteX4986" fmla="*/ 2174431 w 12184002"/>
              <a:gd name="connsiteY4986" fmla="*/ 1638354 h 3882143"/>
              <a:gd name="connsiteX4987" fmla="*/ 8215240 w 12184002"/>
              <a:gd name="connsiteY4987" fmla="*/ 1556532 h 3882143"/>
              <a:gd name="connsiteX4988" fmla="*/ 8512842 w 12184002"/>
              <a:gd name="connsiteY4988" fmla="*/ 1556532 h 3882143"/>
              <a:gd name="connsiteX4989" fmla="*/ 8512842 w 12184002"/>
              <a:gd name="connsiteY4989" fmla="*/ 1556682 h 3882143"/>
              <a:gd name="connsiteX4990" fmla="*/ 8516599 w 12184002"/>
              <a:gd name="connsiteY4990" fmla="*/ 1560439 h 3882143"/>
              <a:gd name="connsiteX4991" fmla="*/ 8512842 w 12184002"/>
              <a:gd name="connsiteY4991" fmla="*/ 1564195 h 3882143"/>
              <a:gd name="connsiteX4992" fmla="*/ 8222752 w 12184002"/>
              <a:gd name="connsiteY4992" fmla="*/ 1564195 h 3882143"/>
              <a:gd name="connsiteX4993" fmla="*/ 8222752 w 12184002"/>
              <a:gd name="connsiteY4993" fmla="*/ 1634596 h 3882143"/>
              <a:gd name="connsiteX4994" fmla="*/ 8472495 w 12184002"/>
              <a:gd name="connsiteY4994" fmla="*/ 1634596 h 3882143"/>
              <a:gd name="connsiteX4995" fmla="*/ 8476252 w 12184002"/>
              <a:gd name="connsiteY4995" fmla="*/ 1638354 h 3882143"/>
              <a:gd name="connsiteX4996" fmla="*/ 8472495 w 12184002"/>
              <a:gd name="connsiteY4996" fmla="*/ 1642109 h 3882143"/>
              <a:gd name="connsiteX4997" fmla="*/ 8222752 w 12184002"/>
              <a:gd name="connsiteY4997" fmla="*/ 1642109 h 3882143"/>
              <a:gd name="connsiteX4998" fmla="*/ 8222752 w 12184002"/>
              <a:gd name="connsiteY4998" fmla="*/ 1718518 h 3882143"/>
              <a:gd name="connsiteX4999" fmla="*/ 8421104 w 12184002"/>
              <a:gd name="connsiteY4999" fmla="*/ 1718518 h 3882143"/>
              <a:gd name="connsiteX5000" fmla="*/ 8326437 w 12184002"/>
              <a:gd name="connsiteY5000" fmla="*/ 1813487 h 3882143"/>
              <a:gd name="connsiteX5001" fmla="*/ 8326437 w 12184002"/>
              <a:gd name="connsiteY5001" fmla="*/ 1931463 h 3882143"/>
              <a:gd name="connsiteX5002" fmla="*/ 8326437 w 12184002"/>
              <a:gd name="connsiteY5002" fmla="*/ 1950680 h 3882143"/>
              <a:gd name="connsiteX5003" fmla="*/ 8326437 w 12184002"/>
              <a:gd name="connsiteY5003" fmla="*/ 2068656 h 3882143"/>
              <a:gd name="connsiteX5004" fmla="*/ 8421104 w 12184002"/>
              <a:gd name="connsiteY5004" fmla="*/ 2163625 h 3882143"/>
              <a:gd name="connsiteX5005" fmla="*/ 8222752 w 12184002"/>
              <a:gd name="connsiteY5005" fmla="*/ 2163625 h 3882143"/>
              <a:gd name="connsiteX5006" fmla="*/ 8222752 w 12184002"/>
              <a:gd name="connsiteY5006" fmla="*/ 2240034 h 3882143"/>
              <a:gd name="connsiteX5007" fmla="*/ 8472495 w 12184002"/>
              <a:gd name="connsiteY5007" fmla="*/ 2240034 h 3882143"/>
              <a:gd name="connsiteX5008" fmla="*/ 8476252 w 12184002"/>
              <a:gd name="connsiteY5008" fmla="*/ 2243790 h 3882143"/>
              <a:gd name="connsiteX5009" fmla="*/ 8472495 w 12184002"/>
              <a:gd name="connsiteY5009" fmla="*/ 2247548 h 3882143"/>
              <a:gd name="connsiteX5010" fmla="*/ 8222752 w 12184002"/>
              <a:gd name="connsiteY5010" fmla="*/ 2247548 h 3882143"/>
              <a:gd name="connsiteX5011" fmla="*/ 8222752 w 12184002"/>
              <a:gd name="connsiteY5011" fmla="*/ 2317949 h 3882143"/>
              <a:gd name="connsiteX5012" fmla="*/ 8512842 w 12184002"/>
              <a:gd name="connsiteY5012" fmla="*/ 2317949 h 3882143"/>
              <a:gd name="connsiteX5013" fmla="*/ 8516599 w 12184002"/>
              <a:gd name="connsiteY5013" fmla="*/ 2321704 h 3882143"/>
              <a:gd name="connsiteX5014" fmla="*/ 8512842 w 12184002"/>
              <a:gd name="connsiteY5014" fmla="*/ 2325461 h 3882143"/>
              <a:gd name="connsiteX5015" fmla="*/ 8512842 w 12184002"/>
              <a:gd name="connsiteY5015" fmla="*/ 2325611 h 3882143"/>
              <a:gd name="connsiteX5016" fmla="*/ 8215240 w 12184002"/>
              <a:gd name="connsiteY5016" fmla="*/ 2325611 h 3882143"/>
              <a:gd name="connsiteX5017" fmla="*/ 8215240 w 12184002"/>
              <a:gd name="connsiteY5017" fmla="*/ 2243791 h 3882143"/>
              <a:gd name="connsiteX5018" fmla="*/ 8215239 w 12184002"/>
              <a:gd name="connsiteY5018" fmla="*/ 2243790 h 3882143"/>
              <a:gd name="connsiteX5019" fmla="*/ 8215240 w 12184002"/>
              <a:gd name="connsiteY5019" fmla="*/ 2243789 h 3882143"/>
              <a:gd name="connsiteX5020" fmla="*/ 8215240 w 12184002"/>
              <a:gd name="connsiteY5020" fmla="*/ 2156110 h 3882143"/>
              <a:gd name="connsiteX5021" fmla="*/ 8402922 w 12184002"/>
              <a:gd name="connsiteY5021" fmla="*/ 2156110 h 3882143"/>
              <a:gd name="connsiteX5022" fmla="*/ 8318924 w 12184002"/>
              <a:gd name="connsiteY5022" fmla="*/ 2071811 h 3882143"/>
              <a:gd name="connsiteX5023" fmla="*/ 8318924 w 12184002"/>
              <a:gd name="connsiteY5023" fmla="*/ 1950680 h 3882143"/>
              <a:gd name="connsiteX5024" fmla="*/ 8318924 w 12184002"/>
              <a:gd name="connsiteY5024" fmla="*/ 1931463 h 3882143"/>
              <a:gd name="connsiteX5025" fmla="*/ 8318924 w 12184002"/>
              <a:gd name="connsiteY5025" fmla="*/ 1810332 h 3882143"/>
              <a:gd name="connsiteX5026" fmla="*/ 8402922 w 12184002"/>
              <a:gd name="connsiteY5026" fmla="*/ 1726033 h 3882143"/>
              <a:gd name="connsiteX5027" fmla="*/ 8215240 w 12184002"/>
              <a:gd name="connsiteY5027" fmla="*/ 1726033 h 3882143"/>
              <a:gd name="connsiteX5028" fmla="*/ 8215240 w 12184002"/>
              <a:gd name="connsiteY5028" fmla="*/ 1638355 h 3882143"/>
              <a:gd name="connsiteX5029" fmla="*/ 8215239 w 12184002"/>
              <a:gd name="connsiteY5029" fmla="*/ 1638354 h 3882143"/>
              <a:gd name="connsiteX5030" fmla="*/ 8215240 w 12184002"/>
              <a:gd name="connsiteY5030" fmla="*/ 1638352 h 3882143"/>
              <a:gd name="connsiteX5031" fmla="*/ 3671162 w 12184002"/>
              <a:gd name="connsiteY5031" fmla="*/ 1556532 h 3882143"/>
              <a:gd name="connsiteX5032" fmla="*/ 3968763 w 12184002"/>
              <a:gd name="connsiteY5032" fmla="*/ 1556532 h 3882143"/>
              <a:gd name="connsiteX5033" fmla="*/ 3968763 w 12184002"/>
              <a:gd name="connsiteY5033" fmla="*/ 1638352 h 3882143"/>
              <a:gd name="connsiteX5034" fmla="*/ 3968764 w 12184002"/>
              <a:gd name="connsiteY5034" fmla="*/ 1638354 h 3882143"/>
              <a:gd name="connsiteX5035" fmla="*/ 3968763 w 12184002"/>
              <a:gd name="connsiteY5035" fmla="*/ 1638355 h 3882143"/>
              <a:gd name="connsiteX5036" fmla="*/ 3968763 w 12184002"/>
              <a:gd name="connsiteY5036" fmla="*/ 1726033 h 3882143"/>
              <a:gd name="connsiteX5037" fmla="*/ 3781081 w 12184002"/>
              <a:gd name="connsiteY5037" fmla="*/ 1726033 h 3882143"/>
              <a:gd name="connsiteX5038" fmla="*/ 3865079 w 12184002"/>
              <a:gd name="connsiteY5038" fmla="*/ 1810332 h 3882143"/>
              <a:gd name="connsiteX5039" fmla="*/ 3865079 w 12184002"/>
              <a:gd name="connsiteY5039" fmla="*/ 1931463 h 3882143"/>
              <a:gd name="connsiteX5040" fmla="*/ 3865079 w 12184002"/>
              <a:gd name="connsiteY5040" fmla="*/ 1950680 h 3882143"/>
              <a:gd name="connsiteX5041" fmla="*/ 3865079 w 12184002"/>
              <a:gd name="connsiteY5041" fmla="*/ 2071811 h 3882143"/>
              <a:gd name="connsiteX5042" fmla="*/ 3781081 w 12184002"/>
              <a:gd name="connsiteY5042" fmla="*/ 2156110 h 3882143"/>
              <a:gd name="connsiteX5043" fmla="*/ 3968763 w 12184002"/>
              <a:gd name="connsiteY5043" fmla="*/ 2156110 h 3882143"/>
              <a:gd name="connsiteX5044" fmla="*/ 3968763 w 12184002"/>
              <a:gd name="connsiteY5044" fmla="*/ 2243789 h 3882143"/>
              <a:gd name="connsiteX5045" fmla="*/ 3968764 w 12184002"/>
              <a:gd name="connsiteY5045" fmla="*/ 2243790 h 3882143"/>
              <a:gd name="connsiteX5046" fmla="*/ 3968763 w 12184002"/>
              <a:gd name="connsiteY5046" fmla="*/ 2243791 h 3882143"/>
              <a:gd name="connsiteX5047" fmla="*/ 3968763 w 12184002"/>
              <a:gd name="connsiteY5047" fmla="*/ 2325611 h 3882143"/>
              <a:gd name="connsiteX5048" fmla="*/ 3671162 w 12184002"/>
              <a:gd name="connsiteY5048" fmla="*/ 2325611 h 3882143"/>
              <a:gd name="connsiteX5049" fmla="*/ 3671162 w 12184002"/>
              <a:gd name="connsiteY5049" fmla="*/ 2325461 h 3882143"/>
              <a:gd name="connsiteX5050" fmla="*/ 3667405 w 12184002"/>
              <a:gd name="connsiteY5050" fmla="*/ 2321704 h 3882143"/>
              <a:gd name="connsiteX5051" fmla="*/ 3671162 w 12184002"/>
              <a:gd name="connsiteY5051" fmla="*/ 2317949 h 3882143"/>
              <a:gd name="connsiteX5052" fmla="*/ 3961250 w 12184002"/>
              <a:gd name="connsiteY5052" fmla="*/ 2317949 h 3882143"/>
              <a:gd name="connsiteX5053" fmla="*/ 3961250 w 12184002"/>
              <a:gd name="connsiteY5053" fmla="*/ 2247548 h 3882143"/>
              <a:gd name="connsiteX5054" fmla="*/ 3711509 w 12184002"/>
              <a:gd name="connsiteY5054" fmla="*/ 2247548 h 3882143"/>
              <a:gd name="connsiteX5055" fmla="*/ 3707751 w 12184002"/>
              <a:gd name="connsiteY5055" fmla="*/ 2243790 h 3882143"/>
              <a:gd name="connsiteX5056" fmla="*/ 3711509 w 12184002"/>
              <a:gd name="connsiteY5056" fmla="*/ 2240034 h 3882143"/>
              <a:gd name="connsiteX5057" fmla="*/ 3961250 w 12184002"/>
              <a:gd name="connsiteY5057" fmla="*/ 2240034 h 3882143"/>
              <a:gd name="connsiteX5058" fmla="*/ 3961250 w 12184002"/>
              <a:gd name="connsiteY5058" fmla="*/ 2163625 h 3882143"/>
              <a:gd name="connsiteX5059" fmla="*/ 3762898 w 12184002"/>
              <a:gd name="connsiteY5059" fmla="*/ 2163625 h 3882143"/>
              <a:gd name="connsiteX5060" fmla="*/ 3857567 w 12184002"/>
              <a:gd name="connsiteY5060" fmla="*/ 2068656 h 3882143"/>
              <a:gd name="connsiteX5061" fmla="*/ 3857567 w 12184002"/>
              <a:gd name="connsiteY5061" fmla="*/ 1950680 h 3882143"/>
              <a:gd name="connsiteX5062" fmla="*/ 3857567 w 12184002"/>
              <a:gd name="connsiteY5062" fmla="*/ 1931463 h 3882143"/>
              <a:gd name="connsiteX5063" fmla="*/ 3857567 w 12184002"/>
              <a:gd name="connsiteY5063" fmla="*/ 1813487 h 3882143"/>
              <a:gd name="connsiteX5064" fmla="*/ 3762898 w 12184002"/>
              <a:gd name="connsiteY5064" fmla="*/ 1718518 h 3882143"/>
              <a:gd name="connsiteX5065" fmla="*/ 3961250 w 12184002"/>
              <a:gd name="connsiteY5065" fmla="*/ 1718518 h 3882143"/>
              <a:gd name="connsiteX5066" fmla="*/ 3961250 w 12184002"/>
              <a:gd name="connsiteY5066" fmla="*/ 1642109 h 3882143"/>
              <a:gd name="connsiteX5067" fmla="*/ 3711509 w 12184002"/>
              <a:gd name="connsiteY5067" fmla="*/ 1642109 h 3882143"/>
              <a:gd name="connsiteX5068" fmla="*/ 3707751 w 12184002"/>
              <a:gd name="connsiteY5068" fmla="*/ 1638354 h 3882143"/>
              <a:gd name="connsiteX5069" fmla="*/ 3711509 w 12184002"/>
              <a:gd name="connsiteY5069" fmla="*/ 1634596 h 3882143"/>
              <a:gd name="connsiteX5070" fmla="*/ 3961250 w 12184002"/>
              <a:gd name="connsiteY5070" fmla="*/ 1634596 h 3882143"/>
              <a:gd name="connsiteX5071" fmla="*/ 3961250 w 12184002"/>
              <a:gd name="connsiteY5071" fmla="*/ 1564195 h 3882143"/>
              <a:gd name="connsiteX5072" fmla="*/ 3671162 w 12184002"/>
              <a:gd name="connsiteY5072" fmla="*/ 1564195 h 3882143"/>
              <a:gd name="connsiteX5073" fmla="*/ 3667405 w 12184002"/>
              <a:gd name="connsiteY5073" fmla="*/ 1560439 h 3882143"/>
              <a:gd name="connsiteX5074" fmla="*/ 3671162 w 12184002"/>
              <a:gd name="connsiteY5074" fmla="*/ 1556682 h 3882143"/>
              <a:gd name="connsiteX5075" fmla="*/ 6689433 w 12184002"/>
              <a:gd name="connsiteY5075" fmla="*/ 1555405 h 3882143"/>
              <a:gd name="connsiteX5076" fmla="*/ 6706583 w 12184002"/>
              <a:gd name="connsiteY5076" fmla="*/ 1562570 h 3882143"/>
              <a:gd name="connsiteX5077" fmla="*/ 6712616 w 12184002"/>
              <a:gd name="connsiteY5077" fmla="*/ 1577194 h 3882143"/>
              <a:gd name="connsiteX5078" fmla="*/ 6872309 w 12184002"/>
              <a:gd name="connsiteY5078" fmla="*/ 1577194 h 3882143"/>
              <a:gd name="connsiteX5079" fmla="*/ 6729254 w 12184002"/>
              <a:gd name="connsiteY5079" fmla="*/ 1720698 h 3882143"/>
              <a:gd name="connsiteX5080" fmla="*/ 6729254 w 12184002"/>
              <a:gd name="connsiteY5080" fmla="*/ 1805749 h 3882143"/>
              <a:gd name="connsiteX5081" fmla="*/ 6725497 w 12184002"/>
              <a:gd name="connsiteY5081" fmla="*/ 1809506 h 3882143"/>
              <a:gd name="connsiteX5082" fmla="*/ 6721741 w 12184002"/>
              <a:gd name="connsiteY5082" fmla="*/ 1805749 h 3882143"/>
              <a:gd name="connsiteX5083" fmla="*/ 6721741 w 12184002"/>
              <a:gd name="connsiteY5083" fmla="*/ 1717618 h 3882143"/>
              <a:gd name="connsiteX5084" fmla="*/ 6780446 w 12184002"/>
              <a:gd name="connsiteY5084" fmla="*/ 1658713 h 3882143"/>
              <a:gd name="connsiteX5085" fmla="*/ 6689357 w 12184002"/>
              <a:gd name="connsiteY5085" fmla="*/ 1658713 h 3882143"/>
              <a:gd name="connsiteX5086" fmla="*/ 6685602 w 12184002"/>
              <a:gd name="connsiteY5086" fmla="*/ 1654957 h 3882143"/>
              <a:gd name="connsiteX5087" fmla="*/ 6689357 w 12184002"/>
              <a:gd name="connsiteY5087" fmla="*/ 1651200 h 3882143"/>
              <a:gd name="connsiteX5088" fmla="*/ 6787934 w 12184002"/>
              <a:gd name="connsiteY5088" fmla="*/ 1651200 h 3882143"/>
              <a:gd name="connsiteX5089" fmla="*/ 6854201 w 12184002"/>
              <a:gd name="connsiteY5089" fmla="*/ 1584707 h 3882143"/>
              <a:gd name="connsiteX5090" fmla="*/ 6711690 w 12184002"/>
              <a:gd name="connsiteY5090" fmla="*/ 1584707 h 3882143"/>
              <a:gd name="connsiteX5091" fmla="*/ 6706583 w 12184002"/>
              <a:gd name="connsiteY5091" fmla="*/ 1597104 h 3882143"/>
              <a:gd name="connsiteX5092" fmla="*/ 6689433 w 12184002"/>
              <a:gd name="connsiteY5092" fmla="*/ 1604242 h 3882143"/>
              <a:gd name="connsiteX5093" fmla="*/ 6665166 w 12184002"/>
              <a:gd name="connsiteY5093" fmla="*/ 1579823 h 3882143"/>
              <a:gd name="connsiteX5094" fmla="*/ 6689433 w 12184002"/>
              <a:gd name="connsiteY5094" fmla="*/ 1555405 h 3882143"/>
              <a:gd name="connsiteX5095" fmla="*/ 5494571 w 12184002"/>
              <a:gd name="connsiteY5095" fmla="*/ 1555405 h 3882143"/>
              <a:gd name="connsiteX5096" fmla="*/ 5518837 w 12184002"/>
              <a:gd name="connsiteY5096" fmla="*/ 1579823 h 3882143"/>
              <a:gd name="connsiteX5097" fmla="*/ 5494571 w 12184002"/>
              <a:gd name="connsiteY5097" fmla="*/ 1604242 h 3882143"/>
              <a:gd name="connsiteX5098" fmla="*/ 5477420 w 12184002"/>
              <a:gd name="connsiteY5098" fmla="*/ 1597104 h 3882143"/>
              <a:gd name="connsiteX5099" fmla="*/ 5472314 w 12184002"/>
              <a:gd name="connsiteY5099" fmla="*/ 1584707 h 3882143"/>
              <a:gd name="connsiteX5100" fmla="*/ 5329802 w 12184002"/>
              <a:gd name="connsiteY5100" fmla="*/ 1584707 h 3882143"/>
              <a:gd name="connsiteX5101" fmla="*/ 5396069 w 12184002"/>
              <a:gd name="connsiteY5101" fmla="*/ 1651200 h 3882143"/>
              <a:gd name="connsiteX5102" fmla="*/ 5494645 w 12184002"/>
              <a:gd name="connsiteY5102" fmla="*/ 1651200 h 3882143"/>
              <a:gd name="connsiteX5103" fmla="*/ 5498401 w 12184002"/>
              <a:gd name="connsiteY5103" fmla="*/ 1654957 h 3882143"/>
              <a:gd name="connsiteX5104" fmla="*/ 5494645 w 12184002"/>
              <a:gd name="connsiteY5104" fmla="*/ 1658713 h 3882143"/>
              <a:gd name="connsiteX5105" fmla="*/ 5403557 w 12184002"/>
              <a:gd name="connsiteY5105" fmla="*/ 1658713 h 3882143"/>
              <a:gd name="connsiteX5106" fmla="*/ 5462261 w 12184002"/>
              <a:gd name="connsiteY5106" fmla="*/ 1717618 h 3882143"/>
              <a:gd name="connsiteX5107" fmla="*/ 5462261 w 12184002"/>
              <a:gd name="connsiteY5107" fmla="*/ 1805749 h 3882143"/>
              <a:gd name="connsiteX5108" fmla="*/ 5458507 w 12184002"/>
              <a:gd name="connsiteY5108" fmla="*/ 1809506 h 3882143"/>
              <a:gd name="connsiteX5109" fmla="*/ 5454749 w 12184002"/>
              <a:gd name="connsiteY5109" fmla="*/ 1805749 h 3882143"/>
              <a:gd name="connsiteX5110" fmla="*/ 5454749 w 12184002"/>
              <a:gd name="connsiteY5110" fmla="*/ 1720698 h 3882143"/>
              <a:gd name="connsiteX5111" fmla="*/ 5311695 w 12184002"/>
              <a:gd name="connsiteY5111" fmla="*/ 1577194 h 3882143"/>
              <a:gd name="connsiteX5112" fmla="*/ 5471386 w 12184002"/>
              <a:gd name="connsiteY5112" fmla="*/ 1577194 h 3882143"/>
              <a:gd name="connsiteX5113" fmla="*/ 5477420 w 12184002"/>
              <a:gd name="connsiteY5113" fmla="*/ 1562570 h 3882143"/>
              <a:gd name="connsiteX5114" fmla="*/ 5494571 w 12184002"/>
              <a:gd name="connsiteY5114" fmla="*/ 1555405 h 3882143"/>
              <a:gd name="connsiteX5115" fmla="*/ 9642769 w 12184002"/>
              <a:gd name="connsiteY5115" fmla="*/ 1550747 h 3882143"/>
              <a:gd name="connsiteX5116" fmla="*/ 9646527 w 12184002"/>
              <a:gd name="connsiteY5116" fmla="*/ 1554504 h 3882143"/>
              <a:gd name="connsiteX5117" fmla="*/ 9646527 w 12184002"/>
              <a:gd name="connsiteY5117" fmla="*/ 1668555 h 3882143"/>
              <a:gd name="connsiteX5118" fmla="*/ 9799197 w 12184002"/>
              <a:gd name="connsiteY5118" fmla="*/ 1821828 h 3882143"/>
              <a:gd name="connsiteX5119" fmla="*/ 9799197 w 12184002"/>
              <a:gd name="connsiteY5119" fmla="*/ 1940177 h 3882143"/>
              <a:gd name="connsiteX5120" fmla="*/ 9799197 w 12184002"/>
              <a:gd name="connsiteY5120" fmla="*/ 1941966 h 3882143"/>
              <a:gd name="connsiteX5121" fmla="*/ 9799197 w 12184002"/>
              <a:gd name="connsiteY5121" fmla="*/ 2060315 h 3882143"/>
              <a:gd name="connsiteX5122" fmla="*/ 9646527 w 12184002"/>
              <a:gd name="connsiteY5122" fmla="*/ 2213588 h 3882143"/>
              <a:gd name="connsiteX5123" fmla="*/ 9646527 w 12184002"/>
              <a:gd name="connsiteY5123" fmla="*/ 2327639 h 3882143"/>
              <a:gd name="connsiteX5124" fmla="*/ 9642769 w 12184002"/>
              <a:gd name="connsiteY5124" fmla="*/ 2331396 h 3882143"/>
              <a:gd name="connsiteX5125" fmla="*/ 9639013 w 12184002"/>
              <a:gd name="connsiteY5125" fmla="*/ 2327639 h 3882143"/>
              <a:gd name="connsiteX5126" fmla="*/ 9639013 w 12184002"/>
              <a:gd name="connsiteY5126" fmla="*/ 2210432 h 3882143"/>
              <a:gd name="connsiteX5127" fmla="*/ 9791684 w 12184002"/>
              <a:gd name="connsiteY5127" fmla="*/ 2057160 h 3882143"/>
              <a:gd name="connsiteX5128" fmla="*/ 9791684 w 12184002"/>
              <a:gd name="connsiteY5128" fmla="*/ 1941966 h 3882143"/>
              <a:gd name="connsiteX5129" fmla="*/ 9791684 w 12184002"/>
              <a:gd name="connsiteY5129" fmla="*/ 1940177 h 3882143"/>
              <a:gd name="connsiteX5130" fmla="*/ 9791684 w 12184002"/>
              <a:gd name="connsiteY5130" fmla="*/ 1824983 h 3882143"/>
              <a:gd name="connsiteX5131" fmla="*/ 9639013 w 12184002"/>
              <a:gd name="connsiteY5131" fmla="*/ 1671712 h 3882143"/>
              <a:gd name="connsiteX5132" fmla="*/ 9639013 w 12184002"/>
              <a:gd name="connsiteY5132" fmla="*/ 1554504 h 3882143"/>
              <a:gd name="connsiteX5133" fmla="*/ 9642769 w 12184002"/>
              <a:gd name="connsiteY5133" fmla="*/ 1550747 h 3882143"/>
              <a:gd name="connsiteX5134" fmla="*/ 8582038 w 12184002"/>
              <a:gd name="connsiteY5134" fmla="*/ 1550747 h 3882143"/>
              <a:gd name="connsiteX5135" fmla="*/ 8585796 w 12184002"/>
              <a:gd name="connsiteY5135" fmla="*/ 1554504 h 3882143"/>
              <a:gd name="connsiteX5136" fmla="*/ 8585796 w 12184002"/>
              <a:gd name="connsiteY5136" fmla="*/ 1671712 h 3882143"/>
              <a:gd name="connsiteX5137" fmla="*/ 8433125 w 12184002"/>
              <a:gd name="connsiteY5137" fmla="*/ 1824983 h 3882143"/>
              <a:gd name="connsiteX5138" fmla="*/ 8433125 w 12184002"/>
              <a:gd name="connsiteY5138" fmla="*/ 1940177 h 3882143"/>
              <a:gd name="connsiteX5139" fmla="*/ 8433125 w 12184002"/>
              <a:gd name="connsiteY5139" fmla="*/ 1941966 h 3882143"/>
              <a:gd name="connsiteX5140" fmla="*/ 8433125 w 12184002"/>
              <a:gd name="connsiteY5140" fmla="*/ 2057160 h 3882143"/>
              <a:gd name="connsiteX5141" fmla="*/ 8585796 w 12184002"/>
              <a:gd name="connsiteY5141" fmla="*/ 2210432 h 3882143"/>
              <a:gd name="connsiteX5142" fmla="*/ 8585796 w 12184002"/>
              <a:gd name="connsiteY5142" fmla="*/ 2327639 h 3882143"/>
              <a:gd name="connsiteX5143" fmla="*/ 8582038 w 12184002"/>
              <a:gd name="connsiteY5143" fmla="*/ 2331396 h 3882143"/>
              <a:gd name="connsiteX5144" fmla="*/ 8578283 w 12184002"/>
              <a:gd name="connsiteY5144" fmla="*/ 2327639 h 3882143"/>
              <a:gd name="connsiteX5145" fmla="*/ 8578283 w 12184002"/>
              <a:gd name="connsiteY5145" fmla="*/ 2213588 h 3882143"/>
              <a:gd name="connsiteX5146" fmla="*/ 8425613 w 12184002"/>
              <a:gd name="connsiteY5146" fmla="*/ 2060315 h 3882143"/>
              <a:gd name="connsiteX5147" fmla="*/ 8425613 w 12184002"/>
              <a:gd name="connsiteY5147" fmla="*/ 1941966 h 3882143"/>
              <a:gd name="connsiteX5148" fmla="*/ 8425613 w 12184002"/>
              <a:gd name="connsiteY5148" fmla="*/ 1940177 h 3882143"/>
              <a:gd name="connsiteX5149" fmla="*/ 8425613 w 12184002"/>
              <a:gd name="connsiteY5149" fmla="*/ 1821828 h 3882143"/>
              <a:gd name="connsiteX5150" fmla="*/ 8578283 w 12184002"/>
              <a:gd name="connsiteY5150" fmla="*/ 1668555 h 3882143"/>
              <a:gd name="connsiteX5151" fmla="*/ 8578283 w 12184002"/>
              <a:gd name="connsiteY5151" fmla="*/ 1554504 h 3882143"/>
              <a:gd name="connsiteX5152" fmla="*/ 8582038 w 12184002"/>
              <a:gd name="connsiteY5152" fmla="*/ 1550747 h 3882143"/>
              <a:gd name="connsiteX5153" fmla="*/ 3601964 w 12184002"/>
              <a:gd name="connsiteY5153" fmla="*/ 1550747 h 3882143"/>
              <a:gd name="connsiteX5154" fmla="*/ 3605720 w 12184002"/>
              <a:gd name="connsiteY5154" fmla="*/ 1554504 h 3882143"/>
              <a:gd name="connsiteX5155" fmla="*/ 3605720 w 12184002"/>
              <a:gd name="connsiteY5155" fmla="*/ 1668555 h 3882143"/>
              <a:gd name="connsiteX5156" fmla="*/ 3758391 w 12184002"/>
              <a:gd name="connsiteY5156" fmla="*/ 1821828 h 3882143"/>
              <a:gd name="connsiteX5157" fmla="*/ 3758391 w 12184002"/>
              <a:gd name="connsiteY5157" fmla="*/ 1940177 h 3882143"/>
              <a:gd name="connsiteX5158" fmla="*/ 3758391 w 12184002"/>
              <a:gd name="connsiteY5158" fmla="*/ 1941966 h 3882143"/>
              <a:gd name="connsiteX5159" fmla="*/ 3758391 w 12184002"/>
              <a:gd name="connsiteY5159" fmla="*/ 2060315 h 3882143"/>
              <a:gd name="connsiteX5160" fmla="*/ 3605720 w 12184002"/>
              <a:gd name="connsiteY5160" fmla="*/ 2213588 h 3882143"/>
              <a:gd name="connsiteX5161" fmla="*/ 3605720 w 12184002"/>
              <a:gd name="connsiteY5161" fmla="*/ 2327639 h 3882143"/>
              <a:gd name="connsiteX5162" fmla="*/ 3601964 w 12184002"/>
              <a:gd name="connsiteY5162" fmla="*/ 2331396 h 3882143"/>
              <a:gd name="connsiteX5163" fmla="*/ 3598207 w 12184002"/>
              <a:gd name="connsiteY5163" fmla="*/ 2327639 h 3882143"/>
              <a:gd name="connsiteX5164" fmla="*/ 3598207 w 12184002"/>
              <a:gd name="connsiteY5164" fmla="*/ 2210432 h 3882143"/>
              <a:gd name="connsiteX5165" fmla="*/ 3750877 w 12184002"/>
              <a:gd name="connsiteY5165" fmla="*/ 2057160 h 3882143"/>
              <a:gd name="connsiteX5166" fmla="*/ 3750877 w 12184002"/>
              <a:gd name="connsiteY5166" fmla="*/ 1941966 h 3882143"/>
              <a:gd name="connsiteX5167" fmla="*/ 3750877 w 12184002"/>
              <a:gd name="connsiteY5167" fmla="*/ 1940177 h 3882143"/>
              <a:gd name="connsiteX5168" fmla="*/ 3750877 w 12184002"/>
              <a:gd name="connsiteY5168" fmla="*/ 1824983 h 3882143"/>
              <a:gd name="connsiteX5169" fmla="*/ 3598207 w 12184002"/>
              <a:gd name="connsiteY5169" fmla="*/ 1671712 h 3882143"/>
              <a:gd name="connsiteX5170" fmla="*/ 3598207 w 12184002"/>
              <a:gd name="connsiteY5170" fmla="*/ 1554504 h 3882143"/>
              <a:gd name="connsiteX5171" fmla="*/ 3601964 w 12184002"/>
              <a:gd name="connsiteY5171" fmla="*/ 1550747 h 3882143"/>
              <a:gd name="connsiteX5172" fmla="*/ 2541233 w 12184002"/>
              <a:gd name="connsiteY5172" fmla="*/ 1550747 h 3882143"/>
              <a:gd name="connsiteX5173" fmla="*/ 2544989 w 12184002"/>
              <a:gd name="connsiteY5173" fmla="*/ 1554504 h 3882143"/>
              <a:gd name="connsiteX5174" fmla="*/ 2544989 w 12184002"/>
              <a:gd name="connsiteY5174" fmla="*/ 1671712 h 3882143"/>
              <a:gd name="connsiteX5175" fmla="*/ 2392318 w 12184002"/>
              <a:gd name="connsiteY5175" fmla="*/ 1824983 h 3882143"/>
              <a:gd name="connsiteX5176" fmla="*/ 2392318 w 12184002"/>
              <a:gd name="connsiteY5176" fmla="*/ 1940177 h 3882143"/>
              <a:gd name="connsiteX5177" fmla="*/ 2392318 w 12184002"/>
              <a:gd name="connsiteY5177" fmla="*/ 1941966 h 3882143"/>
              <a:gd name="connsiteX5178" fmla="*/ 2392318 w 12184002"/>
              <a:gd name="connsiteY5178" fmla="*/ 2057160 h 3882143"/>
              <a:gd name="connsiteX5179" fmla="*/ 2544989 w 12184002"/>
              <a:gd name="connsiteY5179" fmla="*/ 2210432 h 3882143"/>
              <a:gd name="connsiteX5180" fmla="*/ 2544989 w 12184002"/>
              <a:gd name="connsiteY5180" fmla="*/ 2327639 h 3882143"/>
              <a:gd name="connsiteX5181" fmla="*/ 2541233 w 12184002"/>
              <a:gd name="connsiteY5181" fmla="*/ 2331396 h 3882143"/>
              <a:gd name="connsiteX5182" fmla="*/ 2537476 w 12184002"/>
              <a:gd name="connsiteY5182" fmla="*/ 2327639 h 3882143"/>
              <a:gd name="connsiteX5183" fmla="*/ 2537476 w 12184002"/>
              <a:gd name="connsiteY5183" fmla="*/ 2213588 h 3882143"/>
              <a:gd name="connsiteX5184" fmla="*/ 2384805 w 12184002"/>
              <a:gd name="connsiteY5184" fmla="*/ 2060315 h 3882143"/>
              <a:gd name="connsiteX5185" fmla="*/ 2384805 w 12184002"/>
              <a:gd name="connsiteY5185" fmla="*/ 1941966 h 3882143"/>
              <a:gd name="connsiteX5186" fmla="*/ 2384805 w 12184002"/>
              <a:gd name="connsiteY5186" fmla="*/ 1940177 h 3882143"/>
              <a:gd name="connsiteX5187" fmla="*/ 2384805 w 12184002"/>
              <a:gd name="connsiteY5187" fmla="*/ 1821828 h 3882143"/>
              <a:gd name="connsiteX5188" fmla="*/ 2537476 w 12184002"/>
              <a:gd name="connsiteY5188" fmla="*/ 1668555 h 3882143"/>
              <a:gd name="connsiteX5189" fmla="*/ 2537476 w 12184002"/>
              <a:gd name="connsiteY5189" fmla="*/ 1554504 h 3882143"/>
              <a:gd name="connsiteX5190" fmla="*/ 2541233 w 12184002"/>
              <a:gd name="connsiteY5190" fmla="*/ 1550747 h 3882143"/>
              <a:gd name="connsiteX5191" fmla="*/ 11840718 w 12184002"/>
              <a:gd name="connsiteY5191" fmla="*/ 1549695 h 3882143"/>
              <a:gd name="connsiteX5192" fmla="*/ 11843348 w 12184002"/>
              <a:gd name="connsiteY5192" fmla="*/ 1550822 h 3882143"/>
              <a:gd name="connsiteX5193" fmla="*/ 11843348 w 12184002"/>
              <a:gd name="connsiteY5193" fmla="*/ 1556157 h 3882143"/>
              <a:gd name="connsiteX5194" fmla="*/ 11686770 w 12184002"/>
              <a:gd name="connsiteY5194" fmla="*/ 1713335 h 3882143"/>
              <a:gd name="connsiteX5195" fmla="*/ 11686770 w 12184002"/>
              <a:gd name="connsiteY5195" fmla="*/ 1871296 h 3882143"/>
              <a:gd name="connsiteX5196" fmla="*/ 11698810 w 12184002"/>
              <a:gd name="connsiteY5196" fmla="*/ 1876328 h 3882143"/>
              <a:gd name="connsiteX5197" fmla="*/ 11705929 w 12184002"/>
              <a:gd name="connsiteY5197" fmla="*/ 1893580 h 3882143"/>
              <a:gd name="connsiteX5198" fmla="*/ 11681661 w 12184002"/>
              <a:gd name="connsiteY5198" fmla="*/ 1917998 h 3882143"/>
              <a:gd name="connsiteX5199" fmla="*/ 11657392 w 12184002"/>
              <a:gd name="connsiteY5199" fmla="*/ 1893580 h 3882143"/>
              <a:gd name="connsiteX5200" fmla="*/ 11664511 w 12184002"/>
              <a:gd name="connsiteY5200" fmla="*/ 1876299 h 3882143"/>
              <a:gd name="connsiteX5201" fmla="*/ 11679257 w 12184002"/>
              <a:gd name="connsiteY5201" fmla="*/ 1870162 h 3882143"/>
              <a:gd name="connsiteX5202" fmla="*/ 11679257 w 12184002"/>
              <a:gd name="connsiteY5202" fmla="*/ 1710179 h 3882143"/>
              <a:gd name="connsiteX5203" fmla="*/ 11838089 w 12184002"/>
              <a:gd name="connsiteY5203" fmla="*/ 1550822 h 3882143"/>
              <a:gd name="connsiteX5204" fmla="*/ 11840718 w 12184002"/>
              <a:gd name="connsiteY5204" fmla="*/ 1549695 h 3882143"/>
              <a:gd name="connsiteX5205" fmla="*/ 6384093 w 12184002"/>
              <a:gd name="connsiteY5205" fmla="*/ 1549695 h 3882143"/>
              <a:gd name="connsiteX5206" fmla="*/ 6386722 w 12184002"/>
              <a:gd name="connsiteY5206" fmla="*/ 1550822 h 3882143"/>
              <a:gd name="connsiteX5207" fmla="*/ 6545555 w 12184002"/>
              <a:gd name="connsiteY5207" fmla="*/ 1710179 h 3882143"/>
              <a:gd name="connsiteX5208" fmla="*/ 6545555 w 12184002"/>
              <a:gd name="connsiteY5208" fmla="*/ 1890500 h 3882143"/>
              <a:gd name="connsiteX5209" fmla="*/ 6541797 w 12184002"/>
              <a:gd name="connsiteY5209" fmla="*/ 1894256 h 3882143"/>
              <a:gd name="connsiteX5210" fmla="*/ 6538041 w 12184002"/>
              <a:gd name="connsiteY5210" fmla="*/ 1890500 h 3882143"/>
              <a:gd name="connsiteX5211" fmla="*/ 6538041 w 12184002"/>
              <a:gd name="connsiteY5211" fmla="*/ 1713335 h 3882143"/>
              <a:gd name="connsiteX5212" fmla="*/ 6381463 w 12184002"/>
              <a:gd name="connsiteY5212" fmla="*/ 1556157 h 3882143"/>
              <a:gd name="connsiteX5213" fmla="*/ 6381463 w 12184002"/>
              <a:gd name="connsiteY5213" fmla="*/ 1550822 h 3882143"/>
              <a:gd name="connsiteX5214" fmla="*/ 6384093 w 12184002"/>
              <a:gd name="connsiteY5214" fmla="*/ 1549695 h 3882143"/>
              <a:gd name="connsiteX5215" fmla="*/ 5799909 w 12184002"/>
              <a:gd name="connsiteY5215" fmla="*/ 1549695 h 3882143"/>
              <a:gd name="connsiteX5216" fmla="*/ 5802539 w 12184002"/>
              <a:gd name="connsiteY5216" fmla="*/ 1550822 h 3882143"/>
              <a:gd name="connsiteX5217" fmla="*/ 5802539 w 12184002"/>
              <a:gd name="connsiteY5217" fmla="*/ 1556157 h 3882143"/>
              <a:gd name="connsiteX5218" fmla="*/ 5645962 w 12184002"/>
              <a:gd name="connsiteY5218" fmla="*/ 1713335 h 3882143"/>
              <a:gd name="connsiteX5219" fmla="*/ 5645962 w 12184002"/>
              <a:gd name="connsiteY5219" fmla="*/ 1890500 h 3882143"/>
              <a:gd name="connsiteX5220" fmla="*/ 5642206 w 12184002"/>
              <a:gd name="connsiteY5220" fmla="*/ 1894256 h 3882143"/>
              <a:gd name="connsiteX5221" fmla="*/ 5638449 w 12184002"/>
              <a:gd name="connsiteY5221" fmla="*/ 1890500 h 3882143"/>
              <a:gd name="connsiteX5222" fmla="*/ 5638449 w 12184002"/>
              <a:gd name="connsiteY5222" fmla="*/ 1710179 h 3882143"/>
              <a:gd name="connsiteX5223" fmla="*/ 5797280 w 12184002"/>
              <a:gd name="connsiteY5223" fmla="*/ 1550822 h 3882143"/>
              <a:gd name="connsiteX5224" fmla="*/ 5799909 w 12184002"/>
              <a:gd name="connsiteY5224" fmla="*/ 1549695 h 3882143"/>
              <a:gd name="connsiteX5225" fmla="*/ 343284 w 12184002"/>
              <a:gd name="connsiteY5225" fmla="*/ 1549695 h 3882143"/>
              <a:gd name="connsiteX5226" fmla="*/ 345914 w 12184002"/>
              <a:gd name="connsiteY5226" fmla="*/ 1550822 h 3882143"/>
              <a:gd name="connsiteX5227" fmla="*/ 504745 w 12184002"/>
              <a:gd name="connsiteY5227" fmla="*/ 1710179 h 3882143"/>
              <a:gd name="connsiteX5228" fmla="*/ 504745 w 12184002"/>
              <a:gd name="connsiteY5228" fmla="*/ 1870162 h 3882143"/>
              <a:gd name="connsiteX5229" fmla="*/ 519491 w 12184002"/>
              <a:gd name="connsiteY5229" fmla="*/ 1876299 h 3882143"/>
              <a:gd name="connsiteX5230" fmla="*/ 526610 w 12184002"/>
              <a:gd name="connsiteY5230" fmla="*/ 1893580 h 3882143"/>
              <a:gd name="connsiteX5231" fmla="*/ 502341 w 12184002"/>
              <a:gd name="connsiteY5231" fmla="*/ 1917998 h 3882143"/>
              <a:gd name="connsiteX5232" fmla="*/ 478074 w 12184002"/>
              <a:gd name="connsiteY5232" fmla="*/ 1893580 h 3882143"/>
              <a:gd name="connsiteX5233" fmla="*/ 485193 w 12184002"/>
              <a:gd name="connsiteY5233" fmla="*/ 1876328 h 3882143"/>
              <a:gd name="connsiteX5234" fmla="*/ 497232 w 12184002"/>
              <a:gd name="connsiteY5234" fmla="*/ 1871296 h 3882143"/>
              <a:gd name="connsiteX5235" fmla="*/ 497232 w 12184002"/>
              <a:gd name="connsiteY5235" fmla="*/ 1713335 h 3882143"/>
              <a:gd name="connsiteX5236" fmla="*/ 340654 w 12184002"/>
              <a:gd name="connsiteY5236" fmla="*/ 1556157 h 3882143"/>
              <a:gd name="connsiteX5237" fmla="*/ 340654 w 12184002"/>
              <a:gd name="connsiteY5237" fmla="*/ 1550822 h 3882143"/>
              <a:gd name="connsiteX5238" fmla="*/ 343284 w 12184002"/>
              <a:gd name="connsiteY5238" fmla="*/ 1549695 h 3882143"/>
              <a:gd name="connsiteX5239" fmla="*/ 11195999 w 12184002"/>
              <a:gd name="connsiteY5239" fmla="*/ 1511527 h 3882143"/>
              <a:gd name="connsiteX5240" fmla="*/ 11198629 w 12184002"/>
              <a:gd name="connsiteY5240" fmla="*/ 1512654 h 3882143"/>
              <a:gd name="connsiteX5241" fmla="*/ 11198629 w 12184002"/>
              <a:gd name="connsiteY5241" fmla="*/ 1517989 h 3882143"/>
              <a:gd name="connsiteX5242" fmla="*/ 11141303 w 12184002"/>
              <a:gd name="connsiteY5242" fmla="*/ 1575541 h 3882143"/>
              <a:gd name="connsiteX5243" fmla="*/ 11141303 w 12184002"/>
              <a:gd name="connsiteY5243" fmla="*/ 1669157 h 3882143"/>
              <a:gd name="connsiteX5244" fmla="*/ 11216512 w 12184002"/>
              <a:gd name="connsiteY5244" fmla="*/ 1593647 h 3882143"/>
              <a:gd name="connsiteX5245" fmla="*/ 11219142 w 12184002"/>
              <a:gd name="connsiteY5245" fmla="*/ 1592520 h 3882143"/>
              <a:gd name="connsiteX5246" fmla="*/ 11219216 w 12184002"/>
              <a:gd name="connsiteY5246" fmla="*/ 1592595 h 3882143"/>
              <a:gd name="connsiteX5247" fmla="*/ 11221846 w 12184002"/>
              <a:gd name="connsiteY5247" fmla="*/ 1593724 h 3882143"/>
              <a:gd name="connsiteX5248" fmla="*/ 11221846 w 12184002"/>
              <a:gd name="connsiteY5248" fmla="*/ 1599058 h 3882143"/>
              <a:gd name="connsiteX5249" fmla="*/ 11111626 w 12184002"/>
              <a:gd name="connsiteY5249" fmla="*/ 1709653 h 3882143"/>
              <a:gd name="connsiteX5250" fmla="*/ 11111626 w 12184002"/>
              <a:gd name="connsiteY5250" fmla="*/ 1878037 h 3882143"/>
              <a:gd name="connsiteX5251" fmla="*/ 11125694 w 12184002"/>
              <a:gd name="connsiteY5251" fmla="*/ 1883915 h 3882143"/>
              <a:gd name="connsiteX5252" fmla="*/ 11132812 w 12184002"/>
              <a:gd name="connsiteY5252" fmla="*/ 1901167 h 3882143"/>
              <a:gd name="connsiteX5253" fmla="*/ 11108545 w 12184002"/>
              <a:gd name="connsiteY5253" fmla="*/ 1925585 h 3882143"/>
              <a:gd name="connsiteX5254" fmla="*/ 11084277 w 12184002"/>
              <a:gd name="connsiteY5254" fmla="*/ 1901167 h 3882143"/>
              <a:gd name="connsiteX5255" fmla="*/ 11091395 w 12184002"/>
              <a:gd name="connsiteY5255" fmla="*/ 1883887 h 3882143"/>
              <a:gd name="connsiteX5256" fmla="*/ 11104112 w 12184002"/>
              <a:gd name="connsiteY5256" fmla="*/ 1878594 h 3882143"/>
              <a:gd name="connsiteX5257" fmla="*/ 11104112 w 12184002"/>
              <a:gd name="connsiteY5257" fmla="*/ 1706497 h 3882143"/>
              <a:gd name="connsiteX5258" fmla="*/ 11134891 w 12184002"/>
              <a:gd name="connsiteY5258" fmla="*/ 1675595 h 3882143"/>
              <a:gd name="connsiteX5259" fmla="*/ 11133789 w 12184002"/>
              <a:gd name="connsiteY5259" fmla="*/ 1674491 h 3882143"/>
              <a:gd name="connsiteX5260" fmla="*/ 11133789 w 12184002"/>
              <a:gd name="connsiteY5260" fmla="*/ 1572385 h 3882143"/>
              <a:gd name="connsiteX5261" fmla="*/ 11193370 w 12184002"/>
              <a:gd name="connsiteY5261" fmla="*/ 1512654 h 3882143"/>
              <a:gd name="connsiteX5262" fmla="*/ 11195999 w 12184002"/>
              <a:gd name="connsiteY5262" fmla="*/ 1511527 h 3882143"/>
              <a:gd name="connsiteX5263" fmla="*/ 7028886 w 12184002"/>
              <a:gd name="connsiteY5263" fmla="*/ 1511527 h 3882143"/>
              <a:gd name="connsiteX5264" fmla="*/ 7031516 w 12184002"/>
              <a:gd name="connsiteY5264" fmla="*/ 1512654 h 3882143"/>
              <a:gd name="connsiteX5265" fmla="*/ 7091096 w 12184002"/>
              <a:gd name="connsiteY5265" fmla="*/ 1572385 h 3882143"/>
              <a:gd name="connsiteX5266" fmla="*/ 7091096 w 12184002"/>
              <a:gd name="connsiteY5266" fmla="*/ 1676627 h 3882143"/>
              <a:gd name="connsiteX5267" fmla="*/ 7120774 w 12184002"/>
              <a:gd name="connsiteY5267" fmla="*/ 1706423 h 3882143"/>
              <a:gd name="connsiteX5268" fmla="*/ 7120774 w 12184002"/>
              <a:gd name="connsiteY5268" fmla="*/ 1905376 h 3882143"/>
              <a:gd name="connsiteX5269" fmla="*/ 7117017 w 12184002"/>
              <a:gd name="connsiteY5269" fmla="*/ 1909133 h 3882143"/>
              <a:gd name="connsiteX5270" fmla="*/ 7113261 w 12184002"/>
              <a:gd name="connsiteY5270" fmla="*/ 1905376 h 3882143"/>
              <a:gd name="connsiteX5271" fmla="*/ 7113261 w 12184002"/>
              <a:gd name="connsiteY5271" fmla="*/ 1709579 h 3882143"/>
              <a:gd name="connsiteX5272" fmla="*/ 7088057 w 12184002"/>
              <a:gd name="connsiteY5272" fmla="*/ 1684290 h 3882143"/>
              <a:gd name="connsiteX5273" fmla="*/ 7087339 w 12184002"/>
              <a:gd name="connsiteY5273" fmla="*/ 1685009 h 3882143"/>
              <a:gd name="connsiteX5274" fmla="*/ 7083583 w 12184002"/>
              <a:gd name="connsiteY5274" fmla="*/ 1681253 h 3882143"/>
              <a:gd name="connsiteX5275" fmla="*/ 7083583 w 12184002"/>
              <a:gd name="connsiteY5275" fmla="*/ 1679801 h 3882143"/>
              <a:gd name="connsiteX5276" fmla="*/ 7003040 w 12184002"/>
              <a:gd name="connsiteY5276" fmla="*/ 1598983 h 3882143"/>
              <a:gd name="connsiteX5277" fmla="*/ 7003040 w 12184002"/>
              <a:gd name="connsiteY5277" fmla="*/ 1593649 h 3882143"/>
              <a:gd name="connsiteX5278" fmla="*/ 7005669 w 12184002"/>
              <a:gd name="connsiteY5278" fmla="*/ 1592520 h 3882143"/>
              <a:gd name="connsiteX5279" fmla="*/ 7005745 w 12184002"/>
              <a:gd name="connsiteY5279" fmla="*/ 1592446 h 3882143"/>
              <a:gd name="connsiteX5280" fmla="*/ 7008374 w 12184002"/>
              <a:gd name="connsiteY5280" fmla="*/ 1593573 h 3882143"/>
              <a:gd name="connsiteX5281" fmla="*/ 7083583 w 12184002"/>
              <a:gd name="connsiteY5281" fmla="*/ 1669084 h 3882143"/>
              <a:gd name="connsiteX5282" fmla="*/ 7083583 w 12184002"/>
              <a:gd name="connsiteY5282" fmla="*/ 1575541 h 3882143"/>
              <a:gd name="connsiteX5283" fmla="*/ 7026257 w 12184002"/>
              <a:gd name="connsiteY5283" fmla="*/ 1517989 h 3882143"/>
              <a:gd name="connsiteX5284" fmla="*/ 7026257 w 12184002"/>
              <a:gd name="connsiteY5284" fmla="*/ 1512654 h 3882143"/>
              <a:gd name="connsiteX5285" fmla="*/ 7028886 w 12184002"/>
              <a:gd name="connsiteY5285" fmla="*/ 1511527 h 3882143"/>
              <a:gd name="connsiteX5286" fmla="*/ 5155118 w 12184002"/>
              <a:gd name="connsiteY5286" fmla="*/ 1511527 h 3882143"/>
              <a:gd name="connsiteX5287" fmla="*/ 5157747 w 12184002"/>
              <a:gd name="connsiteY5287" fmla="*/ 1512654 h 3882143"/>
              <a:gd name="connsiteX5288" fmla="*/ 5157747 w 12184002"/>
              <a:gd name="connsiteY5288" fmla="*/ 1517989 h 3882143"/>
              <a:gd name="connsiteX5289" fmla="*/ 5100420 w 12184002"/>
              <a:gd name="connsiteY5289" fmla="*/ 1575541 h 3882143"/>
              <a:gd name="connsiteX5290" fmla="*/ 5100420 w 12184002"/>
              <a:gd name="connsiteY5290" fmla="*/ 1669084 h 3882143"/>
              <a:gd name="connsiteX5291" fmla="*/ 5175629 w 12184002"/>
              <a:gd name="connsiteY5291" fmla="*/ 1593573 h 3882143"/>
              <a:gd name="connsiteX5292" fmla="*/ 5178259 w 12184002"/>
              <a:gd name="connsiteY5292" fmla="*/ 1592446 h 3882143"/>
              <a:gd name="connsiteX5293" fmla="*/ 5178334 w 12184002"/>
              <a:gd name="connsiteY5293" fmla="*/ 1592520 h 3882143"/>
              <a:gd name="connsiteX5294" fmla="*/ 5180963 w 12184002"/>
              <a:gd name="connsiteY5294" fmla="*/ 1593649 h 3882143"/>
              <a:gd name="connsiteX5295" fmla="*/ 5180963 w 12184002"/>
              <a:gd name="connsiteY5295" fmla="*/ 1598983 h 3882143"/>
              <a:gd name="connsiteX5296" fmla="*/ 5100420 w 12184002"/>
              <a:gd name="connsiteY5296" fmla="*/ 1679801 h 3882143"/>
              <a:gd name="connsiteX5297" fmla="*/ 5100420 w 12184002"/>
              <a:gd name="connsiteY5297" fmla="*/ 1681253 h 3882143"/>
              <a:gd name="connsiteX5298" fmla="*/ 5096664 w 12184002"/>
              <a:gd name="connsiteY5298" fmla="*/ 1685009 h 3882143"/>
              <a:gd name="connsiteX5299" fmla="*/ 5095945 w 12184002"/>
              <a:gd name="connsiteY5299" fmla="*/ 1684290 h 3882143"/>
              <a:gd name="connsiteX5300" fmla="*/ 5070743 w 12184002"/>
              <a:gd name="connsiteY5300" fmla="*/ 1709579 h 3882143"/>
              <a:gd name="connsiteX5301" fmla="*/ 5070743 w 12184002"/>
              <a:gd name="connsiteY5301" fmla="*/ 1905376 h 3882143"/>
              <a:gd name="connsiteX5302" fmla="*/ 5066987 w 12184002"/>
              <a:gd name="connsiteY5302" fmla="*/ 1909133 h 3882143"/>
              <a:gd name="connsiteX5303" fmla="*/ 5063230 w 12184002"/>
              <a:gd name="connsiteY5303" fmla="*/ 1905376 h 3882143"/>
              <a:gd name="connsiteX5304" fmla="*/ 5063230 w 12184002"/>
              <a:gd name="connsiteY5304" fmla="*/ 1706423 h 3882143"/>
              <a:gd name="connsiteX5305" fmla="*/ 5092907 w 12184002"/>
              <a:gd name="connsiteY5305" fmla="*/ 1676627 h 3882143"/>
              <a:gd name="connsiteX5306" fmla="*/ 5092907 w 12184002"/>
              <a:gd name="connsiteY5306" fmla="*/ 1572385 h 3882143"/>
              <a:gd name="connsiteX5307" fmla="*/ 5152488 w 12184002"/>
              <a:gd name="connsiteY5307" fmla="*/ 1512654 h 3882143"/>
              <a:gd name="connsiteX5308" fmla="*/ 5155118 w 12184002"/>
              <a:gd name="connsiteY5308" fmla="*/ 1511527 h 3882143"/>
              <a:gd name="connsiteX5309" fmla="*/ 988003 w 12184002"/>
              <a:gd name="connsiteY5309" fmla="*/ 1511527 h 3882143"/>
              <a:gd name="connsiteX5310" fmla="*/ 990633 w 12184002"/>
              <a:gd name="connsiteY5310" fmla="*/ 1512654 h 3882143"/>
              <a:gd name="connsiteX5311" fmla="*/ 1050213 w 12184002"/>
              <a:gd name="connsiteY5311" fmla="*/ 1572385 h 3882143"/>
              <a:gd name="connsiteX5312" fmla="*/ 1050213 w 12184002"/>
              <a:gd name="connsiteY5312" fmla="*/ 1674491 h 3882143"/>
              <a:gd name="connsiteX5313" fmla="*/ 1049111 w 12184002"/>
              <a:gd name="connsiteY5313" fmla="*/ 1675595 h 3882143"/>
              <a:gd name="connsiteX5314" fmla="*/ 1079890 w 12184002"/>
              <a:gd name="connsiteY5314" fmla="*/ 1706497 h 3882143"/>
              <a:gd name="connsiteX5315" fmla="*/ 1079890 w 12184002"/>
              <a:gd name="connsiteY5315" fmla="*/ 1878594 h 3882143"/>
              <a:gd name="connsiteX5316" fmla="*/ 1092607 w 12184002"/>
              <a:gd name="connsiteY5316" fmla="*/ 1883887 h 3882143"/>
              <a:gd name="connsiteX5317" fmla="*/ 1099727 w 12184002"/>
              <a:gd name="connsiteY5317" fmla="*/ 1901167 h 3882143"/>
              <a:gd name="connsiteX5318" fmla="*/ 1075457 w 12184002"/>
              <a:gd name="connsiteY5318" fmla="*/ 1925585 h 3882143"/>
              <a:gd name="connsiteX5319" fmla="*/ 1051190 w 12184002"/>
              <a:gd name="connsiteY5319" fmla="*/ 1901167 h 3882143"/>
              <a:gd name="connsiteX5320" fmla="*/ 1058310 w 12184002"/>
              <a:gd name="connsiteY5320" fmla="*/ 1883915 h 3882143"/>
              <a:gd name="connsiteX5321" fmla="*/ 1072377 w 12184002"/>
              <a:gd name="connsiteY5321" fmla="*/ 1878037 h 3882143"/>
              <a:gd name="connsiteX5322" fmla="*/ 1072377 w 12184002"/>
              <a:gd name="connsiteY5322" fmla="*/ 1709653 h 3882143"/>
              <a:gd name="connsiteX5323" fmla="*/ 962157 w 12184002"/>
              <a:gd name="connsiteY5323" fmla="*/ 1599058 h 3882143"/>
              <a:gd name="connsiteX5324" fmla="*/ 962157 w 12184002"/>
              <a:gd name="connsiteY5324" fmla="*/ 1593724 h 3882143"/>
              <a:gd name="connsiteX5325" fmla="*/ 964787 w 12184002"/>
              <a:gd name="connsiteY5325" fmla="*/ 1592595 h 3882143"/>
              <a:gd name="connsiteX5326" fmla="*/ 964862 w 12184002"/>
              <a:gd name="connsiteY5326" fmla="*/ 1592520 h 3882143"/>
              <a:gd name="connsiteX5327" fmla="*/ 967491 w 12184002"/>
              <a:gd name="connsiteY5327" fmla="*/ 1593647 h 3882143"/>
              <a:gd name="connsiteX5328" fmla="*/ 1042700 w 12184002"/>
              <a:gd name="connsiteY5328" fmla="*/ 1669157 h 3882143"/>
              <a:gd name="connsiteX5329" fmla="*/ 1042700 w 12184002"/>
              <a:gd name="connsiteY5329" fmla="*/ 1575541 h 3882143"/>
              <a:gd name="connsiteX5330" fmla="*/ 985373 w 12184002"/>
              <a:gd name="connsiteY5330" fmla="*/ 1517989 h 3882143"/>
              <a:gd name="connsiteX5331" fmla="*/ 985373 w 12184002"/>
              <a:gd name="connsiteY5331" fmla="*/ 1512654 h 3882143"/>
              <a:gd name="connsiteX5332" fmla="*/ 988003 w 12184002"/>
              <a:gd name="connsiteY5332" fmla="*/ 1511527 h 3882143"/>
              <a:gd name="connsiteX5333" fmla="*/ 11271133 w 12184002"/>
              <a:gd name="connsiteY5333" fmla="*/ 1451045 h 3882143"/>
              <a:gd name="connsiteX5334" fmla="*/ 11271133 w 12184002"/>
              <a:gd name="connsiteY5334" fmla="*/ 1451120 h 3882143"/>
              <a:gd name="connsiteX5335" fmla="*/ 11274890 w 12184002"/>
              <a:gd name="connsiteY5335" fmla="*/ 1454877 h 3882143"/>
              <a:gd name="connsiteX5336" fmla="*/ 11274890 w 12184002"/>
              <a:gd name="connsiteY5336" fmla="*/ 1708152 h 3882143"/>
              <a:gd name="connsiteX5337" fmla="*/ 11193219 w 12184002"/>
              <a:gd name="connsiteY5337" fmla="*/ 1708152 h 3882143"/>
              <a:gd name="connsiteX5338" fmla="*/ 11193219 w 12184002"/>
              <a:gd name="connsiteY5338" fmla="*/ 1789970 h 3882143"/>
              <a:gd name="connsiteX5339" fmla="*/ 11356485 w 12184002"/>
              <a:gd name="connsiteY5339" fmla="*/ 1789970 h 3882143"/>
              <a:gd name="connsiteX5340" fmla="*/ 11356485 w 12184002"/>
              <a:gd name="connsiteY5340" fmla="*/ 1894256 h 3882143"/>
              <a:gd name="connsiteX5341" fmla="*/ 11352728 w 12184002"/>
              <a:gd name="connsiteY5341" fmla="*/ 1898012 h 3882143"/>
              <a:gd name="connsiteX5342" fmla="*/ 11348972 w 12184002"/>
              <a:gd name="connsiteY5342" fmla="*/ 1894256 h 3882143"/>
              <a:gd name="connsiteX5343" fmla="*/ 11348972 w 12184002"/>
              <a:gd name="connsiteY5343" fmla="*/ 1797485 h 3882143"/>
              <a:gd name="connsiteX5344" fmla="*/ 11278271 w 12184002"/>
              <a:gd name="connsiteY5344" fmla="*/ 1797485 h 3882143"/>
              <a:gd name="connsiteX5345" fmla="*/ 11278572 w 12184002"/>
              <a:gd name="connsiteY5345" fmla="*/ 1797785 h 3882143"/>
              <a:gd name="connsiteX5346" fmla="*/ 11278572 w 12184002"/>
              <a:gd name="connsiteY5346" fmla="*/ 1868185 h 3882143"/>
              <a:gd name="connsiteX5347" fmla="*/ 11274815 w 12184002"/>
              <a:gd name="connsiteY5347" fmla="*/ 1871941 h 3882143"/>
              <a:gd name="connsiteX5348" fmla="*/ 11271058 w 12184002"/>
              <a:gd name="connsiteY5348" fmla="*/ 1868185 h 3882143"/>
              <a:gd name="connsiteX5349" fmla="*/ 11271058 w 12184002"/>
              <a:gd name="connsiteY5349" fmla="*/ 1797785 h 3882143"/>
              <a:gd name="connsiteX5350" fmla="*/ 11271360 w 12184002"/>
              <a:gd name="connsiteY5350" fmla="*/ 1797485 h 3882143"/>
              <a:gd name="connsiteX5351" fmla="*/ 11193219 w 12184002"/>
              <a:gd name="connsiteY5351" fmla="*/ 1797485 h 3882143"/>
              <a:gd name="connsiteX5352" fmla="*/ 11193219 w 12184002"/>
              <a:gd name="connsiteY5352" fmla="*/ 1898013 h 3882143"/>
              <a:gd name="connsiteX5353" fmla="*/ 11189464 w 12184002"/>
              <a:gd name="connsiteY5353" fmla="*/ 1901769 h 3882143"/>
              <a:gd name="connsiteX5354" fmla="*/ 11185707 w 12184002"/>
              <a:gd name="connsiteY5354" fmla="*/ 1898013 h 3882143"/>
              <a:gd name="connsiteX5355" fmla="*/ 11185707 w 12184002"/>
              <a:gd name="connsiteY5355" fmla="*/ 1700562 h 3882143"/>
              <a:gd name="connsiteX5356" fmla="*/ 11267376 w 12184002"/>
              <a:gd name="connsiteY5356" fmla="*/ 1700562 h 3882143"/>
              <a:gd name="connsiteX5357" fmla="*/ 11267376 w 12184002"/>
              <a:gd name="connsiteY5357" fmla="*/ 1454802 h 3882143"/>
              <a:gd name="connsiteX5358" fmla="*/ 11271133 w 12184002"/>
              <a:gd name="connsiteY5358" fmla="*/ 1451045 h 3882143"/>
              <a:gd name="connsiteX5359" fmla="*/ 912870 w 12184002"/>
              <a:gd name="connsiteY5359" fmla="*/ 1451045 h 3882143"/>
              <a:gd name="connsiteX5360" fmla="*/ 916626 w 12184002"/>
              <a:gd name="connsiteY5360" fmla="*/ 1454802 h 3882143"/>
              <a:gd name="connsiteX5361" fmla="*/ 916626 w 12184002"/>
              <a:gd name="connsiteY5361" fmla="*/ 1700562 h 3882143"/>
              <a:gd name="connsiteX5362" fmla="*/ 998295 w 12184002"/>
              <a:gd name="connsiteY5362" fmla="*/ 1700562 h 3882143"/>
              <a:gd name="connsiteX5363" fmla="*/ 998295 w 12184002"/>
              <a:gd name="connsiteY5363" fmla="*/ 1898013 h 3882143"/>
              <a:gd name="connsiteX5364" fmla="*/ 994539 w 12184002"/>
              <a:gd name="connsiteY5364" fmla="*/ 1901769 h 3882143"/>
              <a:gd name="connsiteX5365" fmla="*/ 990783 w 12184002"/>
              <a:gd name="connsiteY5365" fmla="*/ 1898013 h 3882143"/>
              <a:gd name="connsiteX5366" fmla="*/ 990783 w 12184002"/>
              <a:gd name="connsiteY5366" fmla="*/ 1797485 h 3882143"/>
              <a:gd name="connsiteX5367" fmla="*/ 912642 w 12184002"/>
              <a:gd name="connsiteY5367" fmla="*/ 1797485 h 3882143"/>
              <a:gd name="connsiteX5368" fmla="*/ 912944 w 12184002"/>
              <a:gd name="connsiteY5368" fmla="*/ 1797785 h 3882143"/>
              <a:gd name="connsiteX5369" fmla="*/ 912944 w 12184002"/>
              <a:gd name="connsiteY5369" fmla="*/ 1868185 h 3882143"/>
              <a:gd name="connsiteX5370" fmla="*/ 909188 w 12184002"/>
              <a:gd name="connsiteY5370" fmla="*/ 1871941 h 3882143"/>
              <a:gd name="connsiteX5371" fmla="*/ 905430 w 12184002"/>
              <a:gd name="connsiteY5371" fmla="*/ 1868185 h 3882143"/>
              <a:gd name="connsiteX5372" fmla="*/ 905430 w 12184002"/>
              <a:gd name="connsiteY5372" fmla="*/ 1797785 h 3882143"/>
              <a:gd name="connsiteX5373" fmla="*/ 905731 w 12184002"/>
              <a:gd name="connsiteY5373" fmla="*/ 1797485 h 3882143"/>
              <a:gd name="connsiteX5374" fmla="*/ 835030 w 12184002"/>
              <a:gd name="connsiteY5374" fmla="*/ 1797485 h 3882143"/>
              <a:gd name="connsiteX5375" fmla="*/ 835030 w 12184002"/>
              <a:gd name="connsiteY5375" fmla="*/ 1894256 h 3882143"/>
              <a:gd name="connsiteX5376" fmla="*/ 831274 w 12184002"/>
              <a:gd name="connsiteY5376" fmla="*/ 1898012 h 3882143"/>
              <a:gd name="connsiteX5377" fmla="*/ 827518 w 12184002"/>
              <a:gd name="connsiteY5377" fmla="*/ 1894256 h 3882143"/>
              <a:gd name="connsiteX5378" fmla="*/ 827518 w 12184002"/>
              <a:gd name="connsiteY5378" fmla="*/ 1789970 h 3882143"/>
              <a:gd name="connsiteX5379" fmla="*/ 990783 w 12184002"/>
              <a:gd name="connsiteY5379" fmla="*/ 1789970 h 3882143"/>
              <a:gd name="connsiteX5380" fmla="*/ 990783 w 12184002"/>
              <a:gd name="connsiteY5380" fmla="*/ 1708152 h 3882143"/>
              <a:gd name="connsiteX5381" fmla="*/ 909112 w 12184002"/>
              <a:gd name="connsiteY5381" fmla="*/ 1708152 h 3882143"/>
              <a:gd name="connsiteX5382" fmla="*/ 909112 w 12184002"/>
              <a:gd name="connsiteY5382" fmla="*/ 1454877 h 3882143"/>
              <a:gd name="connsiteX5383" fmla="*/ 912870 w 12184002"/>
              <a:gd name="connsiteY5383" fmla="*/ 1451120 h 3882143"/>
              <a:gd name="connsiteX5384" fmla="*/ 6953678 w 12184002"/>
              <a:gd name="connsiteY5384" fmla="*/ 1450970 h 3882143"/>
              <a:gd name="connsiteX5385" fmla="*/ 6957434 w 12184002"/>
              <a:gd name="connsiteY5385" fmla="*/ 1454727 h 3882143"/>
              <a:gd name="connsiteX5386" fmla="*/ 6957434 w 12184002"/>
              <a:gd name="connsiteY5386" fmla="*/ 1700487 h 3882143"/>
              <a:gd name="connsiteX5387" fmla="*/ 7039103 w 12184002"/>
              <a:gd name="connsiteY5387" fmla="*/ 1700487 h 3882143"/>
              <a:gd name="connsiteX5388" fmla="*/ 7039103 w 12184002"/>
              <a:gd name="connsiteY5388" fmla="*/ 1897938 h 3882143"/>
              <a:gd name="connsiteX5389" fmla="*/ 7035346 w 12184002"/>
              <a:gd name="connsiteY5389" fmla="*/ 1901694 h 3882143"/>
              <a:gd name="connsiteX5390" fmla="*/ 7031591 w 12184002"/>
              <a:gd name="connsiteY5390" fmla="*/ 1897938 h 3882143"/>
              <a:gd name="connsiteX5391" fmla="*/ 7031591 w 12184002"/>
              <a:gd name="connsiteY5391" fmla="*/ 1797561 h 3882143"/>
              <a:gd name="connsiteX5392" fmla="*/ 6953527 w 12184002"/>
              <a:gd name="connsiteY5392" fmla="*/ 1797561 h 3882143"/>
              <a:gd name="connsiteX5393" fmla="*/ 6953753 w 12184002"/>
              <a:gd name="connsiteY5393" fmla="*/ 1797785 h 3882143"/>
              <a:gd name="connsiteX5394" fmla="*/ 6953753 w 12184002"/>
              <a:gd name="connsiteY5394" fmla="*/ 1868185 h 3882143"/>
              <a:gd name="connsiteX5395" fmla="*/ 6949996 w 12184002"/>
              <a:gd name="connsiteY5395" fmla="*/ 1871941 h 3882143"/>
              <a:gd name="connsiteX5396" fmla="*/ 6946240 w 12184002"/>
              <a:gd name="connsiteY5396" fmla="*/ 1868185 h 3882143"/>
              <a:gd name="connsiteX5397" fmla="*/ 6946240 w 12184002"/>
              <a:gd name="connsiteY5397" fmla="*/ 1797785 h 3882143"/>
              <a:gd name="connsiteX5398" fmla="*/ 6946465 w 12184002"/>
              <a:gd name="connsiteY5398" fmla="*/ 1797561 h 3882143"/>
              <a:gd name="connsiteX5399" fmla="*/ 6875839 w 12184002"/>
              <a:gd name="connsiteY5399" fmla="*/ 1797561 h 3882143"/>
              <a:gd name="connsiteX5400" fmla="*/ 6875839 w 12184002"/>
              <a:gd name="connsiteY5400" fmla="*/ 1894331 h 3882143"/>
              <a:gd name="connsiteX5401" fmla="*/ 6872082 w 12184002"/>
              <a:gd name="connsiteY5401" fmla="*/ 1898088 h 3882143"/>
              <a:gd name="connsiteX5402" fmla="*/ 6868326 w 12184002"/>
              <a:gd name="connsiteY5402" fmla="*/ 1894331 h 3882143"/>
              <a:gd name="connsiteX5403" fmla="*/ 6868326 w 12184002"/>
              <a:gd name="connsiteY5403" fmla="*/ 1789971 h 3882143"/>
              <a:gd name="connsiteX5404" fmla="*/ 7031591 w 12184002"/>
              <a:gd name="connsiteY5404" fmla="*/ 1789971 h 3882143"/>
              <a:gd name="connsiteX5405" fmla="*/ 7031591 w 12184002"/>
              <a:gd name="connsiteY5405" fmla="*/ 1708075 h 3882143"/>
              <a:gd name="connsiteX5406" fmla="*/ 6949921 w 12184002"/>
              <a:gd name="connsiteY5406" fmla="*/ 1708075 h 3882143"/>
              <a:gd name="connsiteX5407" fmla="*/ 6949921 w 12184002"/>
              <a:gd name="connsiteY5407" fmla="*/ 1454801 h 3882143"/>
              <a:gd name="connsiteX5408" fmla="*/ 6953678 w 12184002"/>
              <a:gd name="connsiteY5408" fmla="*/ 1451044 h 3882143"/>
              <a:gd name="connsiteX5409" fmla="*/ 5230326 w 12184002"/>
              <a:gd name="connsiteY5409" fmla="*/ 1450970 h 3882143"/>
              <a:gd name="connsiteX5410" fmla="*/ 5230326 w 12184002"/>
              <a:gd name="connsiteY5410" fmla="*/ 1451044 h 3882143"/>
              <a:gd name="connsiteX5411" fmla="*/ 5234082 w 12184002"/>
              <a:gd name="connsiteY5411" fmla="*/ 1454801 h 3882143"/>
              <a:gd name="connsiteX5412" fmla="*/ 5234082 w 12184002"/>
              <a:gd name="connsiteY5412" fmla="*/ 1708075 h 3882143"/>
              <a:gd name="connsiteX5413" fmla="*/ 5152412 w 12184002"/>
              <a:gd name="connsiteY5413" fmla="*/ 1708075 h 3882143"/>
              <a:gd name="connsiteX5414" fmla="*/ 5152412 w 12184002"/>
              <a:gd name="connsiteY5414" fmla="*/ 1789971 h 3882143"/>
              <a:gd name="connsiteX5415" fmla="*/ 5315676 w 12184002"/>
              <a:gd name="connsiteY5415" fmla="*/ 1789971 h 3882143"/>
              <a:gd name="connsiteX5416" fmla="*/ 5315676 w 12184002"/>
              <a:gd name="connsiteY5416" fmla="*/ 1894331 h 3882143"/>
              <a:gd name="connsiteX5417" fmla="*/ 5311920 w 12184002"/>
              <a:gd name="connsiteY5417" fmla="*/ 1898088 h 3882143"/>
              <a:gd name="connsiteX5418" fmla="*/ 5308165 w 12184002"/>
              <a:gd name="connsiteY5418" fmla="*/ 1894331 h 3882143"/>
              <a:gd name="connsiteX5419" fmla="*/ 5308165 w 12184002"/>
              <a:gd name="connsiteY5419" fmla="*/ 1797561 h 3882143"/>
              <a:gd name="connsiteX5420" fmla="*/ 5237539 w 12184002"/>
              <a:gd name="connsiteY5420" fmla="*/ 1797561 h 3882143"/>
              <a:gd name="connsiteX5421" fmla="*/ 5237764 w 12184002"/>
              <a:gd name="connsiteY5421" fmla="*/ 1797785 h 3882143"/>
              <a:gd name="connsiteX5422" fmla="*/ 5237764 w 12184002"/>
              <a:gd name="connsiteY5422" fmla="*/ 1868185 h 3882143"/>
              <a:gd name="connsiteX5423" fmla="*/ 5234008 w 12184002"/>
              <a:gd name="connsiteY5423" fmla="*/ 1871941 h 3882143"/>
              <a:gd name="connsiteX5424" fmla="*/ 5230251 w 12184002"/>
              <a:gd name="connsiteY5424" fmla="*/ 1868185 h 3882143"/>
              <a:gd name="connsiteX5425" fmla="*/ 5230251 w 12184002"/>
              <a:gd name="connsiteY5425" fmla="*/ 1797785 h 3882143"/>
              <a:gd name="connsiteX5426" fmla="*/ 5230476 w 12184002"/>
              <a:gd name="connsiteY5426" fmla="*/ 1797561 h 3882143"/>
              <a:gd name="connsiteX5427" fmla="*/ 5152412 w 12184002"/>
              <a:gd name="connsiteY5427" fmla="*/ 1797561 h 3882143"/>
              <a:gd name="connsiteX5428" fmla="*/ 5152412 w 12184002"/>
              <a:gd name="connsiteY5428" fmla="*/ 1897938 h 3882143"/>
              <a:gd name="connsiteX5429" fmla="*/ 5148656 w 12184002"/>
              <a:gd name="connsiteY5429" fmla="*/ 1901694 h 3882143"/>
              <a:gd name="connsiteX5430" fmla="*/ 5144900 w 12184002"/>
              <a:gd name="connsiteY5430" fmla="*/ 1897938 h 3882143"/>
              <a:gd name="connsiteX5431" fmla="*/ 5144900 w 12184002"/>
              <a:gd name="connsiteY5431" fmla="*/ 1700487 h 3882143"/>
              <a:gd name="connsiteX5432" fmla="*/ 5226570 w 12184002"/>
              <a:gd name="connsiteY5432" fmla="*/ 1700487 h 3882143"/>
              <a:gd name="connsiteX5433" fmla="*/ 5226570 w 12184002"/>
              <a:gd name="connsiteY5433" fmla="*/ 1454727 h 3882143"/>
              <a:gd name="connsiteX5434" fmla="*/ 5230326 w 12184002"/>
              <a:gd name="connsiteY5434" fmla="*/ 1450970 h 3882143"/>
              <a:gd name="connsiteX5435" fmla="*/ 10439783 w 12184002"/>
              <a:gd name="connsiteY5435" fmla="*/ 1421142 h 3882143"/>
              <a:gd name="connsiteX5436" fmla="*/ 10440761 w 12184002"/>
              <a:gd name="connsiteY5436" fmla="*/ 1421292 h 3882143"/>
              <a:gd name="connsiteX5437" fmla="*/ 10555338 w 12184002"/>
              <a:gd name="connsiteY5437" fmla="*/ 1450970 h 3882143"/>
              <a:gd name="connsiteX5438" fmla="*/ 10688475 w 12184002"/>
              <a:gd name="connsiteY5438" fmla="*/ 1450970 h 3882143"/>
              <a:gd name="connsiteX5439" fmla="*/ 10688475 w 12184002"/>
              <a:gd name="connsiteY5439" fmla="*/ 1648495 h 3882143"/>
              <a:gd name="connsiteX5440" fmla="*/ 10688549 w 12184002"/>
              <a:gd name="connsiteY5440" fmla="*/ 1648421 h 3882143"/>
              <a:gd name="connsiteX5441" fmla="*/ 10955648 w 12184002"/>
              <a:gd name="connsiteY5441" fmla="*/ 1648421 h 3882143"/>
              <a:gd name="connsiteX5442" fmla="*/ 10955648 w 12184002"/>
              <a:gd name="connsiteY5442" fmla="*/ 1480874 h 3882143"/>
              <a:gd name="connsiteX5443" fmla="*/ 10959405 w 12184002"/>
              <a:gd name="connsiteY5443" fmla="*/ 1477117 h 3882143"/>
              <a:gd name="connsiteX5444" fmla="*/ 10959480 w 12184002"/>
              <a:gd name="connsiteY5444" fmla="*/ 1477117 h 3882143"/>
              <a:gd name="connsiteX5445" fmla="*/ 10963237 w 12184002"/>
              <a:gd name="connsiteY5445" fmla="*/ 1480874 h 3882143"/>
              <a:gd name="connsiteX5446" fmla="*/ 10963237 w 12184002"/>
              <a:gd name="connsiteY5446" fmla="*/ 1655933 h 3882143"/>
              <a:gd name="connsiteX5447" fmla="*/ 10874129 w 12184002"/>
              <a:gd name="connsiteY5447" fmla="*/ 1655933 h 3882143"/>
              <a:gd name="connsiteX5448" fmla="*/ 10874129 w 12184002"/>
              <a:gd name="connsiteY5448" fmla="*/ 1726634 h 3882143"/>
              <a:gd name="connsiteX5449" fmla="*/ 10996597 w 12184002"/>
              <a:gd name="connsiteY5449" fmla="*/ 1726634 h 3882143"/>
              <a:gd name="connsiteX5450" fmla="*/ 10996597 w 12184002"/>
              <a:gd name="connsiteY5450" fmla="*/ 1901769 h 3882143"/>
              <a:gd name="connsiteX5451" fmla="*/ 10992840 w 12184002"/>
              <a:gd name="connsiteY5451" fmla="*/ 1905526 h 3882143"/>
              <a:gd name="connsiteX5452" fmla="*/ 10989084 w 12184002"/>
              <a:gd name="connsiteY5452" fmla="*/ 1901769 h 3882143"/>
              <a:gd name="connsiteX5453" fmla="*/ 10989084 w 12184002"/>
              <a:gd name="connsiteY5453" fmla="*/ 1816117 h 3882143"/>
              <a:gd name="connsiteX5454" fmla="*/ 10989082 w 12184002"/>
              <a:gd name="connsiteY5454" fmla="*/ 1816118 h 3882143"/>
              <a:gd name="connsiteX5455" fmla="*/ 10896369 w 12184002"/>
              <a:gd name="connsiteY5455" fmla="*/ 1816118 h 3882143"/>
              <a:gd name="connsiteX5456" fmla="*/ 10896369 w 12184002"/>
              <a:gd name="connsiteY5456" fmla="*/ 1909133 h 3882143"/>
              <a:gd name="connsiteX5457" fmla="*/ 10892612 w 12184002"/>
              <a:gd name="connsiteY5457" fmla="*/ 1912889 h 3882143"/>
              <a:gd name="connsiteX5458" fmla="*/ 10888854 w 12184002"/>
              <a:gd name="connsiteY5458" fmla="*/ 1909133 h 3882143"/>
              <a:gd name="connsiteX5459" fmla="*/ 10888854 w 12184002"/>
              <a:gd name="connsiteY5459" fmla="*/ 1808530 h 3882143"/>
              <a:gd name="connsiteX5460" fmla="*/ 10989082 w 12184002"/>
              <a:gd name="connsiteY5460" fmla="*/ 1808530 h 3882143"/>
              <a:gd name="connsiteX5461" fmla="*/ 10989082 w 12184002"/>
              <a:gd name="connsiteY5461" fmla="*/ 1808604 h 3882143"/>
              <a:gd name="connsiteX5462" fmla="*/ 10989084 w 12184002"/>
              <a:gd name="connsiteY5462" fmla="*/ 1808605 h 3882143"/>
              <a:gd name="connsiteX5463" fmla="*/ 10989084 w 12184002"/>
              <a:gd name="connsiteY5463" fmla="*/ 1734222 h 3882143"/>
              <a:gd name="connsiteX5464" fmla="*/ 10866616 w 12184002"/>
              <a:gd name="connsiteY5464" fmla="*/ 1734222 h 3882143"/>
              <a:gd name="connsiteX5465" fmla="*/ 10866616 w 12184002"/>
              <a:gd name="connsiteY5465" fmla="*/ 1655933 h 3882143"/>
              <a:gd name="connsiteX5466" fmla="*/ 10688549 w 12184002"/>
              <a:gd name="connsiteY5466" fmla="*/ 1655933 h 3882143"/>
              <a:gd name="connsiteX5467" fmla="*/ 10688475 w 12184002"/>
              <a:gd name="connsiteY5467" fmla="*/ 1655859 h 3882143"/>
              <a:gd name="connsiteX5468" fmla="*/ 10688475 w 12184002"/>
              <a:gd name="connsiteY5468" fmla="*/ 1734072 h 3882143"/>
              <a:gd name="connsiteX5469" fmla="*/ 10803579 w 12184002"/>
              <a:gd name="connsiteY5469" fmla="*/ 1734072 h 3882143"/>
              <a:gd name="connsiteX5470" fmla="*/ 10803579 w 12184002"/>
              <a:gd name="connsiteY5470" fmla="*/ 1912814 h 3882143"/>
              <a:gd name="connsiteX5471" fmla="*/ 10799822 w 12184002"/>
              <a:gd name="connsiteY5471" fmla="*/ 1916571 h 3882143"/>
              <a:gd name="connsiteX5472" fmla="*/ 10796066 w 12184002"/>
              <a:gd name="connsiteY5472" fmla="*/ 1912814 h 3882143"/>
              <a:gd name="connsiteX5473" fmla="*/ 10796066 w 12184002"/>
              <a:gd name="connsiteY5473" fmla="*/ 1741586 h 3882143"/>
              <a:gd name="connsiteX5474" fmla="*/ 10688475 w 12184002"/>
              <a:gd name="connsiteY5474" fmla="*/ 1741586 h 3882143"/>
              <a:gd name="connsiteX5475" fmla="*/ 10688475 w 12184002"/>
              <a:gd name="connsiteY5475" fmla="*/ 1887759 h 3882143"/>
              <a:gd name="connsiteX5476" fmla="*/ 10703369 w 12184002"/>
              <a:gd name="connsiteY5476" fmla="*/ 1893983 h 3882143"/>
              <a:gd name="connsiteX5477" fmla="*/ 10710489 w 12184002"/>
              <a:gd name="connsiteY5477" fmla="*/ 1911236 h 3882143"/>
              <a:gd name="connsiteX5478" fmla="*/ 10686221 w 12184002"/>
              <a:gd name="connsiteY5478" fmla="*/ 1935655 h 3882143"/>
              <a:gd name="connsiteX5479" fmla="*/ 10661952 w 12184002"/>
              <a:gd name="connsiteY5479" fmla="*/ 1911236 h 3882143"/>
              <a:gd name="connsiteX5480" fmla="*/ 10669072 w 12184002"/>
              <a:gd name="connsiteY5480" fmla="*/ 1893955 h 3882143"/>
              <a:gd name="connsiteX5481" fmla="*/ 10680962 w 12184002"/>
              <a:gd name="connsiteY5481" fmla="*/ 1889007 h 3882143"/>
              <a:gd name="connsiteX5482" fmla="*/ 10680962 w 12184002"/>
              <a:gd name="connsiteY5482" fmla="*/ 1458558 h 3882143"/>
              <a:gd name="connsiteX5483" fmla="*/ 10554889 w 12184002"/>
              <a:gd name="connsiteY5483" fmla="*/ 1458558 h 3882143"/>
              <a:gd name="connsiteX5484" fmla="*/ 10438882 w 12184002"/>
              <a:gd name="connsiteY5484" fmla="*/ 1428654 h 3882143"/>
              <a:gd name="connsiteX5485" fmla="*/ 10436177 w 12184002"/>
              <a:gd name="connsiteY5485" fmla="*/ 1424072 h 3882143"/>
              <a:gd name="connsiteX5486" fmla="*/ 10439859 w 12184002"/>
              <a:gd name="connsiteY5486" fmla="*/ 1421216 h 3882143"/>
              <a:gd name="connsiteX5487" fmla="*/ 1744219 w 12184002"/>
              <a:gd name="connsiteY5487" fmla="*/ 1421142 h 3882143"/>
              <a:gd name="connsiteX5488" fmla="*/ 1744143 w 12184002"/>
              <a:gd name="connsiteY5488" fmla="*/ 1421216 h 3882143"/>
              <a:gd name="connsiteX5489" fmla="*/ 1747826 w 12184002"/>
              <a:gd name="connsiteY5489" fmla="*/ 1424072 h 3882143"/>
              <a:gd name="connsiteX5490" fmla="*/ 1745121 w 12184002"/>
              <a:gd name="connsiteY5490" fmla="*/ 1428654 h 3882143"/>
              <a:gd name="connsiteX5491" fmla="*/ 1629115 w 12184002"/>
              <a:gd name="connsiteY5491" fmla="*/ 1458558 h 3882143"/>
              <a:gd name="connsiteX5492" fmla="*/ 1503041 w 12184002"/>
              <a:gd name="connsiteY5492" fmla="*/ 1458558 h 3882143"/>
              <a:gd name="connsiteX5493" fmla="*/ 1503041 w 12184002"/>
              <a:gd name="connsiteY5493" fmla="*/ 1889007 h 3882143"/>
              <a:gd name="connsiteX5494" fmla="*/ 1514930 w 12184002"/>
              <a:gd name="connsiteY5494" fmla="*/ 1893955 h 3882143"/>
              <a:gd name="connsiteX5495" fmla="*/ 1522050 w 12184002"/>
              <a:gd name="connsiteY5495" fmla="*/ 1911236 h 3882143"/>
              <a:gd name="connsiteX5496" fmla="*/ 1497782 w 12184002"/>
              <a:gd name="connsiteY5496" fmla="*/ 1935655 h 3882143"/>
              <a:gd name="connsiteX5497" fmla="*/ 1473513 w 12184002"/>
              <a:gd name="connsiteY5497" fmla="*/ 1911236 h 3882143"/>
              <a:gd name="connsiteX5498" fmla="*/ 1480633 w 12184002"/>
              <a:gd name="connsiteY5498" fmla="*/ 1893983 h 3882143"/>
              <a:gd name="connsiteX5499" fmla="*/ 1495527 w 12184002"/>
              <a:gd name="connsiteY5499" fmla="*/ 1887759 h 3882143"/>
              <a:gd name="connsiteX5500" fmla="*/ 1495527 w 12184002"/>
              <a:gd name="connsiteY5500" fmla="*/ 1741586 h 3882143"/>
              <a:gd name="connsiteX5501" fmla="*/ 1387936 w 12184002"/>
              <a:gd name="connsiteY5501" fmla="*/ 1741586 h 3882143"/>
              <a:gd name="connsiteX5502" fmla="*/ 1387936 w 12184002"/>
              <a:gd name="connsiteY5502" fmla="*/ 1912814 h 3882143"/>
              <a:gd name="connsiteX5503" fmla="*/ 1384180 w 12184002"/>
              <a:gd name="connsiteY5503" fmla="*/ 1916571 h 3882143"/>
              <a:gd name="connsiteX5504" fmla="*/ 1380423 w 12184002"/>
              <a:gd name="connsiteY5504" fmla="*/ 1912814 h 3882143"/>
              <a:gd name="connsiteX5505" fmla="*/ 1380423 w 12184002"/>
              <a:gd name="connsiteY5505" fmla="*/ 1734072 h 3882143"/>
              <a:gd name="connsiteX5506" fmla="*/ 1495527 w 12184002"/>
              <a:gd name="connsiteY5506" fmla="*/ 1734072 h 3882143"/>
              <a:gd name="connsiteX5507" fmla="*/ 1495527 w 12184002"/>
              <a:gd name="connsiteY5507" fmla="*/ 1655859 h 3882143"/>
              <a:gd name="connsiteX5508" fmla="*/ 1495453 w 12184002"/>
              <a:gd name="connsiteY5508" fmla="*/ 1655933 h 3882143"/>
              <a:gd name="connsiteX5509" fmla="*/ 1317386 w 12184002"/>
              <a:gd name="connsiteY5509" fmla="*/ 1655933 h 3882143"/>
              <a:gd name="connsiteX5510" fmla="*/ 1317386 w 12184002"/>
              <a:gd name="connsiteY5510" fmla="*/ 1734222 h 3882143"/>
              <a:gd name="connsiteX5511" fmla="*/ 1194919 w 12184002"/>
              <a:gd name="connsiteY5511" fmla="*/ 1734222 h 3882143"/>
              <a:gd name="connsiteX5512" fmla="*/ 1194919 w 12184002"/>
              <a:gd name="connsiteY5512" fmla="*/ 1808605 h 3882143"/>
              <a:gd name="connsiteX5513" fmla="*/ 1194920 w 12184002"/>
              <a:gd name="connsiteY5513" fmla="*/ 1808604 h 3882143"/>
              <a:gd name="connsiteX5514" fmla="*/ 1194920 w 12184002"/>
              <a:gd name="connsiteY5514" fmla="*/ 1808530 h 3882143"/>
              <a:gd name="connsiteX5515" fmla="*/ 1295148 w 12184002"/>
              <a:gd name="connsiteY5515" fmla="*/ 1808530 h 3882143"/>
              <a:gd name="connsiteX5516" fmla="*/ 1295148 w 12184002"/>
              <a:gd name="connsiteY5516" fmla="*/ 1909133 h 3882143"/>
              <a:gd name="connsiteX5517" fmla="*/ 1291391 w 12184002"/>
              <a:gd name="connsiteY5517" fmla="*/ 1912889 h 3882143"/>
              <a:gd name="connsiteX5518" fmla="*/ 1287633 w 12184002"/>
              <a:gd name="connsiteY5518" fmla="*/ 1909133 h 3882143"/>
              <a:gd name="connsiteX5519" fmla="*/ 1287633 w 12184002"/>
              <a:gd name="connsiteY5519" fmla="*/ 1816118 h 3882143"/>
              <a:gd name="connsiteX5520" fmla="*/ 1194920 w 12184002"/>
              <a:gd name="connsiteY5520" fmla="*/ 1816118 h 3882143"/>
              <a:gd name="connsiteX5521" fmla="*/ 1194919 w 12184002"/>
              <a:gd name="connsiteY5521" fmla="*/ 1816117 h 3882143"/>
              <a:gd name="connsiteX5522" fmla="*/ 1194919 w 12184002"/>
              <a:gd name="connsiteY5522" fmla="*/ 1901769 h 3882143"/>
              <a:gd name="connsiteX5523" fmla="*/ 1191163 w 12184002"/>
              <a:gd name="connsiteY5523" fmla="*/ 1905526 h 3882143"/>
              <a:gd name="connsiteX5524" fmla="*/ 1187405 w 12184002"/>
              <a:gd name="connsiteY5524" fmla="*/ 1901769 h 3882143"/>
              <a:gd name="connsiteX5525" fmla="*/ 1187405 w 12184002"/>
              <a:gd name="connsiteY5525" fmla="*/ 1726634 h 3882143"/>
              <a:gd name="connsiteX5526" fmla="*/ 1309873 w 12184002"/>
              <a:gd name="connsiteY5526" fmla="*/ 1726634 h 3882143"/>
              <a:gd name="connsiteX5527" fmla="*/ 1309873 w 12184002"/>
              <a:gd name="connsiteY5527" fmla="*/ 1655933 h 3882143"/>
              <a:gd name="connsiteX5528" fmla="*/ 1220766 w 12184002"/>
              <a:gd name="connsiteY5528" fmla="*/ 1655933 h 3882143"/>
              <a:gd name="connsiteX5529" fmla="*/ 1220766 w 12184002"/>
              <a:gd name="connsiteY5529" fmla="*/ 1480874 h 3882143"/>
              <a:gd name="connsiteX5530" fmla="*/ 1224523 w 12184002"/>
              <a:gd name="connsiteY5530" fmla="*/ 1477117 h 3882143"/>
              <a:gd name="connsiteX5531" fmla="*/ 1224597 w 12184002"/>
              <a:gd name="connsiteY5531" fmla="*/ 1477117 h 3882143"/>
              <a:gd name="connsiteX5532" fmla="*/ 1228354 w 12184002"/>
              <a:gd name="connsiteY5532" fmla="*/ 1480874 h 3882143"/>
              <a:gd name="connsiteX5533" fmla="*/ 1228354 w 12184002"/>
              <a:gd name="connsiteY5533" fmla="*/ 1648421 h 3882143"/>
              <a:gd name="connsiteX5534" fmla="*/ 1495453 w 12184002"/>
              <a:gd name="connsiteY5534" fmla="*/ 1648421 h 3882143"/>
              <a:gd name="connsiteX5535" fmla="*/ 1495527 w 12184002"/>
              <a:gd name="connsiteY5535" fmla="*/ 1648495 h 3882143"/>
              <a:gd name="connsiteX5536" fmla="*/ 1495527 w 12184002"/>
              <a:gd name="connsiteY5536" fmla="*/ 1450970 h 3882143"/>
              <a:gd name="connsiteX5537" fmla="*/ 1628664 w 12184002"/>
              <a:gd name="connsiteY5537" fmla="*/ 1450970 h 3882143"/>
              <a:gd name="connsiteX5538" fmla="*/ 1743242 w 12184002"/>
              <a:gd name="connsiteY5538" fmla="*/ 1421292 h 3882143"/>
              <a:gd name="connsiteX5539" fmla="*/ 1744219 w 12184002"/>
              <a:gd name="connsiteY5539" fmla="*/ 1421142 h 3882143"/>
              <a:gd name="connsiteX5540" fmla="*/ 12002105 w 12184002"/>
              <a:gd name="connsiteY5540" fmla="*/ 1417535 h 3882143"/>
              <a:gd name="connsiteX5541" fmla="*/ 12005861 w 12184002"/>
              <a:gd name="connsiteY5541" fmla="*/ 1421292 h 3882143"/>
              <a:gd name="connsiteX5542" fmla="*/ 12005861 w 12184002"/>
              <a:gd name="connsiteY5542" fmla="*/ 1519717 h 3882143"/>
              <a:gd name="connsiteX5543" fmla="*/ 11794362 w 12184002"/>
              <a:gd name="connsiteY5543" fmla="*/ 1731968 h 3882143"/>
              <a:gd name="connsiteX5544" fmla="*/ 11794362 w 12184002"/>
              <a:gd name="connsiteY5544" fmla="*/ 1939502 h 3882143"/>
              <a:gd name="connsiteX5545" fmla="*/ 11794362 w 12184002"/>
              <a:gd name="connsiteY5545" fmla="*/ 1942641 h 3882143"/>
              <a:gd name="connsiteX5546" fmla="*/ 11794362 w 12184002"/>
              <a:gd name="connsiteY5546" fmla="*/ 2150176 h 3882143"/>
              <a:gd name="connsiteX5547" fmla="*/ 12005861 w 12184002"/>
              <a:gd name="connsiteY5547" fmla="*/ 2362426 h 3882143"/>
              <a:gd name="connsiteX5548" fmla="*/ 12005861 w 12184002"/>
              <a:gd name="connsiteY5548" fmla="*/ 2460851 h 3882143"/>
              <a:gd name="connsiteX5549" fmla="*/ 12002105 w 12184002"/>
              <a:gd name="connsiteY5549" fmla="*/ 2464608 h 3882143"/>
              <a:gd name="connsiteX5550" fmla="*/ 11998348 w 12184002"/>
              <a:gd name="connsiteY5550" fmla="*/ 2460851 h 3882143"/>
              <a:gd name="connsiteX5551" fmla="*/ 11998348 w 12184002"/>
              <a:gd name="connsiteY5551" fmla="*/ 2365582 h 3882143"/>
              <a:gd name="connsiteX5552" fmla="*/ 11786848 w 12184002"/>
              <a:gd name="connsiteY5552" fmla="*/ 2153331 h 3882143"/>
              <a:gd name="connsiteX5553" fmla="*/ 11786848 w 12184002"/>
              <a:gd name="connsiteY5553" fmla="*/ 1942641 h 3882143"/>
              <a:gd name="connsiteX5554" fmla="*/ 11786848 w 12184002"/>
              <a:gd name="connsiteY5554" fmla="*/ 1939502 h 3882143"/>
              <a:gd name="connsiteX5555" fmla="*/ 11786848 w 12184002"/>
              <a:gd name="connsiteY5555" fmla="*/ 1728813 h 3882143"/>
              <a:gd name="connsiteX5556" fmla="*/ 11998348 w 12184002"/>
              <a:gd name="connsiteY5556" fmla="*/ 1516561 h 3882143"/>
              <a:gd name="connsiteX5557" fmla="*/ 11998348 w 12184002"/>
              <a:gd name="connsiteY5557" fmla="*/ 1421292 h 3882143"/>
              <a:gd name="connsiteX5558" fmla="*/ 12002105 w 12184002"/>
              <a:gd name="connsiteY5558" fmla="*/ 1417535 h 3882143"/>
              <a:gd name="connsiteX5559" fmla="*/ 6222706 w 12184002"/>
              <a:gd name="connsiteY5559" fmla="*/ 1417535 h 3882143"/>
              <a:gd name="connsiteX5560" fmla="*/ 6226462 w 12184002"/>
              <a:gd name="connsiteY5560" fmla="*/ 1421292 h 3882143"/>
              <a:gd name="connsiteX5561" fmla="*/ 6226462 w 12184002"/>
              <a:gd name="connsiteY5561" fmla="*/ 1516561 h 3882143"/>
              <a:gd name="connsiteX5562" fmla="*/ 6437963 w 12184002"/>
              <a:gd name="connsiteY5562" fmla="*/ 1728813 h 3882143"/>
              <a:gd name="connsiteX5563" fmla="*/ 6437963 w 12184002"/>
              <a:gd name="connsiteY5563" fmla="*/ 1939502 h 3882143"/>
              <a:gd name="connsiteX5564" fmla="*/ 6437963 w 12184002"/>
              <a:gd name="connsiteY5564" fmla="*/ 1942641 h 3882143"/>
              <a:gd name="connsiteX5565" fmla="*/ 6437963 w 12184002"/>
              <a:gd name="connsiteY5565" fmla="*/ 2153331 h 3882143"/>
              <a:gd name="connsiteX5566" fmla="*/ 6226462 w 12184002"/>
              <a:gd name="connsiteY5566" fmla="*/ 2365582 h 3882143"/>
              <a:gd name="connsiteX5567" fmla="*/ 6226462 w 12184002"/>
              <a:gd name="connsiteY5567" fmla="*/ 2460851 h 3882143"/>
              <a:gd name="connsiteX5568" fmla="*/ 6222706 w 12184002"/>
              <a:gd name="connsiteY5568" fmla="*/ 2464608 h 3882143"/>
              <a:gd name="connsiteX5569" fmla="*/ 6218949 w 12184002"/>
              <a:gd name="connsiteY5569" fmla="*/ 2460851 h 3882143"/>
              <a:gd name="connsiteX5570" fmla="*/ 6218949 w 12184002"/>
              <a:gd name="connsiteY5570" fmla="*/ 2362426 h 3882143"/>
              <a:gd name="connsiteX5571" fmla="*/ 6430449 w 12184002"/>
              <a:gd name="connsiteY5571" fmla="*/ 2150176 h 3882143"/>
              <a:gd name="connsiteX5572" fmla="*/ 6430449 w 12184002"/>
              <a:gd name="connsiteY5572" fmla="*/ 1942641 h 3882143"/>
              <a:gd name="connsiteX5573" fmla="*/ 6430449 w 12184002"/>
              <a:gd name="connsiteY5573" fmla="*/ 1939502 h 3882143"/>
              <a:gd name="connsiteX5574" fmla="*/ 6430449 w 12184002"/>
              <a:gd name="connsiteY5574" fmla="*/ 1731968 h 3882143"/>
              <a:gd name="connsiteX5575" fmla="*/ 6218949 w 12184002"/>
              <a:gd name="connsiteY5575" fmla="*/ 1519717 h 3882143"/>
              <a:gd name="connsiteX5576" fmla="*/ 6218949 w 12184002"/>
              <a:gd name="connsiteY5576" fmla="*/ 1421292 h 3882143"/>
              <a:gd name="connsiteX5577" fmla="*/ 6222706 w 12184002"/>
              <a:gd name="connsiteY5577" fmla="*/ 1417535 h 3882143"/>
              <a:gd name="connsiteX5578" fmla="*/ 5961297 w 12184002"/>
              <a:gd name="connsiteY5578" fmla="*/ 1417535 h 3882143"/>
              <a:gd name="connsiteX5579" fmla="*/ 5965054 w 12184002"/>
              <a:gd name="connsiteY5579" fmla="*/ 1421292 h 3882143"/>
              <a:gd name="connsiteX5580" fmla="*/ 5965054 w 12184002"/>
              <a:gd name="connsiteY5580" fmla="*/ 1519717 h 3882143"/>
              <a:gd name="connsiteX5581" fmla="*/ 5753553 w 12184002"/>
              <a:gd name="connsiteY5581" fmla="*/ 1731968 h 3882143"/>
              <a:gd name="connsiteX5582" fmla="*/ 5753553 w 12184002"/>
              <a:gd name="connsiteY5582" fmla="*/ 1939502 h 3882143"/>
              <a:gd name="connsiteX5583" fmla="*/ 5753553 w 12184002"/>
              <a:gd name="connsiteY5583" fmla="*/ 1942641 h 3882143"/>
              <a:gd name="connsiteX5584" fmla="*/ 5753553 w 12184002"/>
              <a:gd name="connsiteY5584" fmla="*/ 2150176 h 3882143"/>
              <a:gd name="connsiteX5585" fmla="*/ 5965054 w 12184002"/>
              <a:gd name="connsiteY5585" fmla="*/ 2362426 h 3882143"/>
              <a:gd name="connsiteX5586" fmla="*/ 5965054 w 12184002"/>
              <a:gd name="connsiteY5586" fmla="*/ 2460851 h 3882143"/>
              <a:gd name="connsiteX5587" fmla="*/ 5961297 w 12184002"/>
              <a:gd name="connsiteY5587" fmla="*/ 2464608 h 3882143"/>
              <a:gd name="connsiteX5588" fmla="*/ 5957541 w 12184002"/>
              <a:gd name="connsiteY5588" fmla="*/ 2460851 h 3882143"/>
              <a:gd name="connsiteX5589" fmla="*/ 5957541 w 12184002"/>
              <a:gd name="connsiteY5589" fmla="*/ 2365582 h 3882143"/>
              <a:gd name="connsiteX5590" fmla="*/ 5746040 w 12184002"/>
              <a:gd name="connsiteY5590" fmla="*/ 2153331 h 3882143"/>
              <a:gd name="connsiteX5591" fmla="*/ 5746040 w 12184002"/>
              <a:gd name="connsiteY5591" fmla="*/ 1942641 h 3882143"/>
              <a:gd name="connsiteX5592" fmla="*/ 5746040 w 12184002"/>
              <a:gd name="connsiteY5592" fmla="*/ 1939502 h 3882143"/>
              <a:gd name="connsiteX5593" fmla="*/ 5746040 w 12184002"/>
              <a:gd name="connsiteY5593" fmla="*/ 1728813 h 3882143"/>
              <a:gd name="connsiteX5594" fmla="*/ 5957541 w 12184002"/>
              <a:gd name="connsiteY5594" fmla="*/ 1516561 h 3882143"/>
              <a:gd name="connsiteX5595" fmla="*/ 5957541 w 12184002"/>
              <a:gd name="connsiteY5595" fmla="*/ 1421292 h 3882143"/>
              <a:gd name="connsiteX5596" fmla="*/ 5961297 w 12184002"/>
              <a:gd name="connsiteY5596" fmla="*/ 1417535 h 3882143"/>
              <a:gd name="connsiteX5597" fmla="*/ 181899 w 12184002"/>
              <a:gd name="connsiteY5597" fmla="*/ 1417535 h 3882143"/>
              <a:gd name="connsiteX5598" fmla="*/ 185655 w 12184002"/>
              <a:gd name="connsiteY5598" fmla="*/ 1421292 h 3882143"/>
              <a:gd name="connsiteX5599" fmla="*/ 185655 w 12184002"/>
              <a:gd name="connsiteY5599" fmla="*/ 1516561 h 3882143"/>
              <a:gd name="connsiteX5600" fmla="*/ 397154 w 12184002"/>
              <a:gd name="connsiteY5600" fmla="*/ 1728813 h 3882143"/>
              <a:gd name="connsiteX5601" fmla="*/ 397154 w 12184002"/>
              <a:gd name="connsiteY5601" fmla="*/ 1939502 h 3882143"/>
              <a:gd name="connsiteX5602" fmla="*/ 397154 w 12184002"/>
              <a:gd name="connsiteY5602" fmla="*/ 1942641 h 3882143"/>
              <a:gd name="connsiteX5603" fmla="*/ 397154 w 12184002"/>
              <a:gd name="connsiteY5603" fmla="*/ 2153331 h 3882143"/>
              <a:gd name="connsiteX5604" fmla="*/ 185655 w 12184002"/>
              <a:gd name="connsiteY5604" fmla="*/ 2365582 h 3882143"/>
              <a:gd name="connsiteX5605" fmla="*/ 185655 w 12184002"/>
              <a:gd name="connsiteY5605" fmla="*/ 2460851 h 3882143"/>
              <a:gd name="connsiteX5606" fmla="*/ 181899 w 12184002"/>
              <a:gd name="connsiteY5606" fmla="*/ 2464608 h 3882143"/>
              <a:gd name="connsiteX5607" fmla="*/ 178141 w 12184002"/>
              <a:gd name="connsiteY5607" fmla="*/ 2460851 h 3882143"/>
              <a:gd name="connsiteX5608" fmla="*/ 178141 w 12184002"/>
              <a:gd name="connsiteY5608" fmla="*/ 2362426 h 3882143"/>
              <a:gd name="connsiteX5609" fmla="*/ 389641 w 12184002"/>
              <a:gd name="connsiteY5609" fmla="*/ 2150176 h 3882143"/>
              <a:gd name="connsiteX5610" fmla="*/ 389641 w 12184002"/>
              <a:gd name="connsiteY5610" fmla="*/ 1942641 h 3882143"/>
              <a:gd name="connsiteX5611" fmla="*/ 389641 w 12184002"/>
              <a:gd name="connsiteY5611" fmla="*/ 1939502 h 3882143"/>
              <a:gd name="connsiteX5612" fmla="*/ 389641 w 12184002"/>
              <a:gd name="connsiteY5612" fmla="*/ 1731968 h 3882143"/>
              <a:gd name="connsiteX5613" fmla="*/ 178141 w 12184002"/>
              <a:gd name="connsiteY5613" fmla="*/ 1519717 h 3882143"/>
              <a:gd name="connsiteX5614" fmla="*/ 178141 w 12184002"/>
              <a:gd name="connsiteY5614" fmla="*/ 1421292 h 3882143"/>
              <a:gd name="connsiteX5615" fmla="*/ 181899 w 12184002"/>
              <a:gd name="connsiteY5615" fmla="*/ 1417535 h 3882143"/>
              <a:gd name="connsiteX5616" fmla="*/ 7785477 w 12184002"/>
              <a:gd name="connsiteY5616" fmla="*/ 1397400 h 3882143"/>
              <a:gd name="connsiteX5617" fmla="*/ 7809746 w 12184002"/>
              <a:gd name="connsiteY5617" fmla="*/ 1421818 h 3882143"/>
              <a:gd name="connsiteX5618" fmla="*/ 7785477 w 12184002"/>
              <a:gd name="connsiteY5618" fmla="*/ 1446237 h 3882143"/>
              <a:gd name="connsiteX5619" fmla="*/ 7768328 w 12184002"/>
              <a:gd name="connsiteY5619" fmla="*/ 1439099 h 3882143"/>
              <a:gd name="connsiteX5620" fmla="*/ 7766134 w 12184002"/>
              <a:gd name="connsiteY5620" fmla="*/ 1433770 h 3882143"/>
              <a:gd name="connsiteX5621" fmla="*/ 7670824 w 12184002"/>
              <a:gd name="connsiteY5621" fmla="*/ 1458484 h 3882143"/>
              <a:gd name="connsiteX5622" fmla="*/ 7543773 w 12184002"/>
              <a:gd name="connsiteY5622" fmla="*/ 1458634 h 3882143"/>
              <a:gd name="connsiteX5623" fmla="*/ 7543773 w 12184002"/>
              <a:gd name="connsiteY5623" fmla="*/ 1891243 h 3882143"/>
              <a:gd name="connsiteX5624" fmla="*/ 7556265 w 12184002"/>
              <a:gd name="connsiteY5624" fmla="*/ 1896462 h 3882143"/>
              <a:gd name="connsiteX5625" fmla="*/ 7563384 w 12184002"/>
              <a:gd name="connsiteY5625" fmla="*/ 1913715 h 3882143"/>
              <a:gd name="connsiteX5626" fmla="*/ 7539117 w 12184002"/>
              <a:gd name="connsiteY5626" fmla="*/ 1938133 h 3882143"/>
              <a:gd name="connsiteX5627" fmla="*/ 7514848 w 12184002"/>
              <a:gd name="connsiteY5627" fmla="*/ 1913715 h 3882143"/>
              <a:gd name="connsiteX5628" fmla="*/ 7521968 w 12184002"/>
              <a:gd name="connsiteY5628" fmla="*/ 1896434 h 3882143"/>
              <a:gd name="connsiteX5629" fmla="*/ 7536261 w 12184002"/>
              <a:gd name="connsiteY5629" fmla="*/ 1890485 h 3882143"/>
              <a:gd name="connsiteX5630" fmla="*/ 7536261 w 12184002"/>
              <a:gd name="connsiteY5630" fmla="*/ 1741660 h 3882143"/>
              <a:gd name="connsiteX5631" fmla="*/ 7428745 w 12184002"/>
              <a:gd name="connsiteY5631" fmla="*/ 1741660 h 3882143"/>
              <a:gd name="connsiteX5632" fmla="*/ 7428745 w 12184002"/>
              <a:gd name="connsiteY5632" fmla="*/ 1912889 h 3882143"/>
              <a:gd name="connsiteX5633" fmla="*/ 7424988 w 12184002"/>
              <a:gd name="connsiteY5633" fmla="*/ 1916644 h 3882143"/>
              <a:gd name="connsiteX5634" fmla="*/ 7421232 w 12184002"/>
              <a:gd name="connsiteY5634" fmla="*/ 1912889 h 3882143"/>
              <a:gd name="connsiteX5635" fmla="*/ 7421232 w 12184002"/>
              <a:gd name="connsiteY5635" fmla="*/ 1734072 h 3882143"/>
              <a:gd name="connsiteX5636" fmla="*/ 7536261 w 12184002"/>
              <a:gd name="connsiteY5636" fmla="*/ 1734072 h 3882143"/>
              <a:gd name="connsiteX5637" fmla="*/ 7536261 w 12184002"/>
              <a:gd name="connsiteY5637" fmla="*/ 1655933 h 3882143"/>
              <a:gd name="connsiteX5638" fmla="*/ 7358195 w 12184002"/>
              <a:gd name="connsiteY5638" fmla="*/ 1655933 h 3882143"/>
              <a:gd name="connsiteX5639" fmla="*/ 7358195 w 12184002"/>
              <a:gd name="connsiteY5639" fmla="*/ 1734222 h 3882143"/>
              <a:gd name="connsiteX5640" fmla="*/ 7235728 w 12184002"/>
              <a:gd name="connsiteY5640" fmla="*/ 1734222 h 3882143"/>
              <a:gd name="connsiteX5641" fmla="*/ 7235728 w 12184002"/>
              <a:gd name="connsiteY5641" fmla="*/ 1808529 h 3882143"/>
              <a:gd name="connsiteX5642" fmla="*/ 7335956 w 12184002"/>
              <a:gd name="connsiteY5642" fmla="*/ 1808529 h 3882143"/>
              <a:gd name="connsiteX5643" fmla="*/ 7335956 w 12184002"/>
              <a:gd name="connsiteY5643" fmla="*/ 1909057 h 3882143"/>
              <a:gd name="connsiteX5644" fmla="*/ 7332199 w 12184002"/>
              <a:gd name="connsiteY5644" fmla="*/ 1912814 h 3882143"/>
              <a:gd name="connsiteX5645" fmla="*/ 7328442 w 12184002"/>
              <a:gd name="connsiteY5645" fmla="*/ 1909057 h 3882143"/>
              <a:gd name="connsiteX5646" fmla="*/ 7328442 w 12184002"/>
              <a:gd name="connsiteY5646" fmla="*/ 1816043 h 3882143"/>
              <a:gd name="connsiteX5647" fmla="*/ 7235728 w 12184002"/>
              <a:gd name="connsiteY5647" fmla="*/ 1816043 h 3882143"/>
              <a:gd name="connsiteX5648" fmla="*/ 7235728 w 12184002"/>
              <a:gd name="connsiteY5648" fmla="*/ 1901769 h 3882143"/>
              <a:gd name="connsiteX5649" fmla="*/ 7231971 w 12184002"/>
              <a:gd name="connsiteY5649" fmla="*/ 1905526 h 3882143"/>
              <a:gd name="connsiteX5650" fmla="*/ 7228215 w 12184002"/>
              <a:gd name="connsiteY5650" fmla="*/ 1901769 h 3882143"/>
              <a:gd name="connsiteX5651" fmla="*/ 7228215 w 12184002"/>
              <a:gd name="connsiteY5651" fmla="*/ 1726634 h 3882143"/>
              <a:gd name="connsiteX5652" fmla="*/ 7350682 w 12184002"/>
              <a:gd name="connsiteY5652" fmla="*/ 1726634 h 3882143"/>
              <a:gd name="connsiteX5653" fmla="*/ 7350682 w 12184002"/>
              <a:gd name="connsiteY5653" fmla="*/ 1655933 h 3882143"/>
              <a:gd name="connsiteX5654" fmla="*/ 7261649 w 12184002"/>
              <a:gd name="connsiteY5654" fmla="*/ 1655933 h 3882143"/>
              <a:gd name="connsiteX5655" fmla="*/ 7261649 w 12184002"/>
              <a:gd name="connsiteY5655" fmla="*/ 1480874 h 3882143"/>
              <a:gd name="connsiteX5656" fmla="*/ 7265405 w 12184002"/>
              <a:gd name="connsiteY5656" fmla="*/ 1477117 h 3882143"/>
              <a:gd name="connsiteX5657" fmla="*/ 7265481 w 12184002"/>
              <a:gd name="connsiteY5657" fmla="*/ 1477117 h 3882143"/>
              <a:gd name="connsiteX5658" fmla="*/ 7269237 w 12184002"/>
              <a:gd name="connsiteY5658" fmla="*/ 1480874 h 3882143"/>
              <a:gd name="connsiteX5659" fmla="*/ 7269237 w 12184002"/>
              <a:gd name="connsiteY5659" fmla="*/ 1648421 h 3882143"/>
              <a:gd name="connsiteX5660" fmla="*/ 7536261 w 12184002"/>
              <a:gd name="connsiteY5660" fmla="*/ 1648421 h 3882143"/>
              <a:gd name="connsiteX5661" fmla="*/ 7536261 w 12184002"/>
              <a:gd name="connsiteY5661" fmla="*/ 1451045 h 3882143"/>
              <a:gd name="connsiteX5662" fmla="*/ 7669397 w 12184002"/>
              <a:gd name="connsiteY5662" fmla="*/ 1451045 h 3882143"/>
              <a:gd name="connsiteX5663" fmla="*/ 7763236 w 12184002"/>
              <a:gd name="connsiteY5663" fmla="*/ 1426740 h 3882143"/>
              <a:gd name="connsiteX5664" fmla="*/ 7761210 w 12184002"/>
              <a:gd name="connsiteY5664" fmla="*/ 1421818 h 3882143"/>
              <a:gd name="connsiteX5665" fmla="*/ 7785477 w 12184002"/>
              <a:gd name="connsiteY5665" fmla="*/ 1397400 h 3882143"/>
              <a:gd name="connsiteX5666" fmla="*/ 4398526 w 12184002"/>
              <a:gd name="connsiteY5666" fmla="*/ 1397400 h 3882143"/>
              <a:gd name="connsiteX5667" fmla="*/ 4422794 w 12184002"/>
              <a:gd name="connsiteY5667" fmla="*/ 1421818 h 3882143"/>
              <a:gd name="connsiteX5668" fmla="*/ 4420766 w 12184002"/>
              <a:gd name="connsiteY5668" fmla="*/ 1426740 h 3882143"/>
              <a:gd name="connsiteX5669" fmla="*/ 4514606 w 12184002"/>
              <a:gd name="connsiteY5669" fmla="*/ 1451045 h 3882143"/>
              <a:gd name="connsiteX5670" fmla="*/ 4647742 w 12184002"/>
              <a:gd name="connsiteY5670" fmla="*/ 1451045 h 3882143"/>
              <a:gd name="connsiteX5671" fmla="*/ 4647742 w 12184002"/>
              <a:gd name="connsiteY5671" fmla="*/ 1648421 h 3882143"/>
              <a:gd name="connsiteX5672" fmla="*/ 4914766 w 12184002"/>
              <a:gd name="connsiteY5672" fmla="*/ 1648421 h 3882143"/>
              <a:gd name="connsiteX5673" fmla="*/ 4914766 w 12184002"/>
              <a:gd name="connsiteY5673" fmla="*/ 1480874 h 3882143"/>
              <a:gd name="connsiteX5674" fmla="*/ 4918523 w 12184002"/>
              <a:gd name="connsiteY5674" fmla="*/ 1477117 h 3882143"/>
              <a:gd name="connsiteX5675" fmla="*/ 4918598 w 12184002"/>
              <a:gd name="connsiteY5675" fmla="*/ 1477117 h 3882143"/>
              <a:gd name="connsiteX5676" fmla="*/ 4922354 w 12184002"/>
              <a:gd name="connsiteY5676" fmla="*/ 1480874 h 3882143"/>
              <a:gd name="connsiteX5677" fmla="*/ 4922354 w 12184002"/>
              <a:gd name="connsiteY5677" fmla="*/ 1655933 h 3882143"/>
              <a:gd name="connsiteX5678" fmla="*/ 4833322 w 12184002"/>
              <a:gd name="connsiteY5678" fmla="*/ 1655933 h 3882143"/>
              <a:gd name="connsiteX5679" fmla="*/ 4833322 w 12184002"/>
              <a:gd name="connsiteY5679" fmla="*/ 1726634 h 3882143"/>
              <a:gd name="connsiteX5680" fmla="*/ 4955788 w 12184002"/>
              <a:gd name="connsiteY5680" fmla="*/ 1726634 h 3882143"/>
              <a:gd name="connsiteX5681" fmla="*/ 4955788 w 12184002"/>
              <a:gd name="connsiteY5681" fmla="*/ 1901769 h 3882143"/>
              <a:gd name="connsiteX5682" fmla="*/ 4952033 w 12184002"/>
              <a:gd name="connsiteY5682" fmla="*/ 1905526 h 3882143"/>
              <a:gd name="connsiteX5683" fmla="*/ 4948276 w 12184002"/>
              <a:gd name="connsiteY5683" fmla="*/ 1901769 h 3882143"/>
              <a:gd name="connsiteX5684" fmla="*/ 4948276 w 12184002"/>
              <a:gd name="connsiteY5684" fmla="*/ 1816043 h 3882143"/>
              <a:gd name="connsiteX5685" fmla="*/ 4855560 w 12184002"/>
              <a:gd name="connsiteY5685" fmla="*/ 1816043 h 3882143"/>
              <a:gd name="connsiteX5686" fmla="*/ 4855560 w 12184002"/>
              <a:gd name="connsiteY5686" fmla="*/ 1909057 h 3882143"/>
              <a:gd name="connsiteX5687" fmla="*/ 4851805 w 12184002"/>
              <a:gd name="connsiteY5687" fmla="*/ 1912814 h 3882143"/>
              <a:gd name="connsiteX5688" fmla="*/ 4848048 w 12184002"/>
              <a:gd name="connsiteY5688" fmla="*/ 1909057 h 3882143"/>
              <a:gd name="connsiteX5689" fmla="*/ 4848048 w 12184002"/>
              <a:gd name="connsiteY5689" fmla="*/ 1808529 h 3882143"/>
              <a:gd name="connsiteX5690" fmla="*/ 4948276 w 12184002"/>
              <a:gd name="connsiteY5690" fmla="*/ 1808529 h 3882143"/>
              <a:gd name="connsiteX5691" fmla="*/ 4948276 w 12184002"/>
              <a:gd name="connsiteY5691" fmla="*/ 1734222 h 3882143"/>
              <a:gd name="connsiteX5692" fmla="*/ 4825808 w 12184002"/>
              <a:gd name="connsiteY5692" fmla="*/ 1734222 h 3882143"/>
              <a:gd name="connsiteX5693" fmla="*/ 4825808 w 12184002"/>
              <a:gd name="connsiteY5693" fmla="*/ 1655933 h 3882143"/>
              <a:gd name="connsiteX5694" fmla="*/ 4647742 w 12184002"/>
              <a:gd name="connsiteY5694" fmla="*/ 1655933 h 3882143"/>
              <a:gd name="connsiteX5695" fmla="*/ 4647742 w 12184002"/>
              <a:gd name="connsiteY5695" fmla="*/ 1734072 h 3882143"/>
              <a:gd name="connsiteX5696" fmla="*/ 4762771 w 12184002"/>
              <a:gd name="connsiteY5696" fmla="*/ 1734072 h 3882143"/>
              <a:gd name="connsiteX5697" fmla="*/ 4762771 w 12184002"/>
              <a:gd name="connsiteY5697" fmla="*/ 1912889 h 3882143"/>
              <a:gd name="connsiteX5698" fmla="*/ 4759015 w 12184002"/>
              <a:gd name="connsiteY5698" fmla="*/ 1916644 h 3882143"/>
              <a:gd name="connsiteX5699" fmla="*/ 4755259 w 12184002"/>
              <a:gd name="connsiteY5699" fmla="*/ 1912889 h 3882143"/>
              <a:gd name="connsiteX5700" fmla="*/ 4755259 w 12184002"/>
              <a:gd name="connsiteY5700" fmla="*/ 1741660 h 3882143"/>
              <a:gd name="connsiteX5701" fmla="*/ 4647742 w 12184002"/>
              <a:gd name="connsiteY5701" fmla="*/ 1741660 h 3882143"/>
              <a:gd name="connsiteX5702" fmla="*/ 4647742 w 12184002"/>
              <a:gd name="connsiteY5702" fmla="*/ 1890485 h 3882143"/>
              <a:gd name="connsiteX5703" fmla="*/ 4662036 w 12184002"/>
              <a:gd name="connsiteY5703" fmla="*/ 1896434 h 3882143"/>
              <a:gd name="connsiteX5704" fmla="*/ 4669154 w 12184002"/>
              <a:gd name="connsiteY5704" fmla="*/ 1913715 h 3882143"/>
              <a:gd name="connsiteX5705" fmla="*/ 4644887 w 12184002"/>
              <a:gd name="connsiteY5705" fmla="*/ 1938133 h 3882143"/>
              <a:gd name="connsiteX5706" fmla="*/ 4620620 w 12184002"/>
              <a:gd name="connsiteY5706" fmla="*/ 1913715 h 3882143"/>
              <a:gd name="connsiteX5707" fmla="*/ 4627738 w 12184002"/>
              <a:gd name="connsiteY5707" fmla="*/ 1896462 h 3882143"/>
              <a:gd name="connsiteX5708" fmla="*/ 4640229 w 12184002"/>
              <a:gd name="connsiteY5708" fmla="*/ 1891243 h 3882143"/>
              <a:gd name="connsiteX5709" fmla="*/ 4640229 w 12184002"/>
              <a:gd name="connsiteY5709" fmla="*/ 1458634 h 3882143"/>
              <a:gd name="connsiteX5710" fmla="*/ 4513179 w 12184002"/>
              <a:gd name="connsiteY5710" fmla="*/ 1458484 h 3882143"/>
              <a:gd name="connsiteX5711" fmla="*/ 4417870 w 12184002"/>
              <a:gd name="connsiteY5711" fmla="*/ 1433770 h 3882143"/>
              <a:gd name="connsiteX5712" fmla="*/ 4415675 w 12184002"/>
              <a:gd name="connsiteY5712" fmla="*/ 1439099 h 3882143"/>
              <a:gd name="connsiteX5713" fmla="*/ 4398526 w 12184002"/>
              <a:gd name="connsiteY5713" fmla="*/ 1446237 h 3882143"/>
              <a:gd name="connsiteX5714" fmla="*/ 4374257 w 12184002"/>
              <a:gd name="connsiteY5714" fmla="*/ 1421818 h 3882143"/>
              <a:gd name="connsiteX5715" fmla="*/ 4398526 w 12184002"/>
              <a:gd name="connsiteY5715" fmla="*/ 1397400 h 3882143"/>
              <a:gd name="connsiteX5716" fmla="*/ 10076139 w 12184002"/>
              <a:gd name="connsiteY5716" fmla="*/ 1365394 h 3882143"/>
              <a:gd name="connsiteX5717" fmla="*/ 10218892 w 12184002"/>
              <a:gd name="connsiteY5717" fmla="*/ 1365394 h 3882143"/>
              <a:gd name="connsiteX5718" fmla="*/ 10218817 w 12184002"/>
              <a:gd name="connsiteY5718" fmla="*/ 1365468 h 3882143"/>
              <a:gd name="connsiteX5719" fmla="*/ 10083577 w 12184002"/>
              <a:gd name="connsiteY5719" fmla="*/ 1501158 h 3882143"/>
              <a:gd name="connsiteX5720" fmla="*/ 10083577 w 12184002"/>
              <a:gd name="connsiteY5720" fmla="*/ 1715590 h 3882143"/>
              <a:gd name="connsiteX5721" fmla="*/ 10079821 w 12184002"/>
              <a:gd name="connsiteY5721" fmla="*/ 1719346 h 3882143"/>
              <a:gd name="connsiteX5722" fmla="*/ 10076064 w 12184002"/>
              <a:gd name="connsiteY5722" fmla="*/ 1715590 h 3882143"/>
              <a:gd name="connsiteX5723" fmla="*/ 10076064 w 12184002"/>
              <a:gd name="connsiteY5723" fmla="*/ 1498003 h 3882143"/>
              <a:gd name="connsiteX5724" fmla="*/ 10200635 w 12184002"/>
              <a:gd name="connsiteY5724" fmla="*/ 1372982 h 3882143"/>
              <a:gd name="connsiteX5725" fmla="*/ 10083652 w 12184002"/>
              <a:gd name="connsiteY5725" fmla="*/ 1372982 h 3882143"/>
              <a:gd name="connsiteX5726" fmla="*/ 10083652 w 12184002"/>
              <a:gd name="connsiteY5726" fmla="*/ 1406416 h 3882143"/>
              <a:gd name="connsiteX5727" fmla="*/ 10079895 w 12184002"/>
              <a:gd name="connsiteY5727" fmla="*/ 1410172 h 3882143"/>
              <a:gd name="connsiteX5728" fmla="*/ 10076139 w 12184002"/>
              <a:gd name="connsiteY5728" fmla="*/ 1406416 h 3882143"/>
              <a:gd name="connsiteX5729" fmla="*/ 1965111 w 12184002"/>
              <a:gd name="connsiteY5729" fmla="*/ 1365394 h 3882143"/>
              <a:gd name="connsiteX5730" fmla="*/ 2107865 w 12184002"/>
              <a:gd name="connsiteY5730" fmla="*/ 1365394 h 3882143"/>
              <a:gd name="connsiteX5731" fmla="*/ 2107865 w 12184002"/>
              <a:gd name="connsiteY5731" fmla="*/ 1406416 h 3882143"/>
              <a:gd name="connsiteX5732" fmla="*/ 2104107 w 12184002"/>
              <a:gd name="connsiteY5732" fmla="*/ 1410172 h 3882143"/>
              <a:gd name="connsiteX5733" fmla="*/ 2100350 w 12184002"/>
              <a:gd name="connsiteY5733" fmla="*/ 1406416 h 3882143"/>
              <a:gd name="connsiteX5734" fmla="*/ 2100350 w 12184002"/>
              <a:gd name="connsiteY5734" fmla="*/ 1372982 h 3882143"/>
              <a:gd name="connsiteX5735" fmla="*/ 1983367 w 12184002"/>
              <a:gd name="connsiteY5735" fmla="*/ 1372982 h 3882143"/>
              <a:gd name="connsiteX5736" fmla="*/ 2107939 w 12184002"/>
              <a:gd name="connsiteY5736" fmla="*/ 1498003 h 3882143"/>
              <a:gd name="connsiteX5737" fmla="*/ 2107939 w 12184002"/>
              <a:gd name="connsiteY5737" fmla="*/ 1715590 h 3882143"/>
              <a:gd name="connsiteX5738" fmla="*/ 2104181 w 12184002"/>
              <a:gd name="connsiteY5738" fmla="*/ 1719346 h 3882143"/>
              <a:gd name="connsiteX5739" fmla="*/ 2100426 w 12184002"/>
              <a:gd name="connsiteY5739" fmla="*/ 1715590 h 3882143"/>
              <a:gd name="connsiteX5740" fmla="*/ 2100426 w 12184002"/>
              <a:gd name="connsiteY5740" fmla="*/ 1501158 h 3882143"/>
              <a:gd name="connsiteX5741" fmla="*/ 1965186 w 12184002"/>
              <a:gd name="connsiteY5741" fmla="*/ 1365468 h 3882143"/>
              <a:gd name="connsiteX5742" fmla="*/ 8005918 w 12184002"/>
              <a:gd name="connsiteY5742" fmla="*/ 1365392 h 3882143"/>
              <a:gd name="connsiteX5743" fmla="*/ 8148597 w 12184002"/>
              <a:gd name="connsiteY5743" fmla="*/ 1365392 h 3882143"/>
              <a:gd name="connsiteX5744" fmla="*/ 8148597 w 12184002"/>
              <a:gd name="connsiteY5744" fmla="*/ 1406341 h 3882143"/>
              <a:gd name="connsiteX5745" fmla="*/ 8144840 w 12184002"/>
              <a:gd name="connsiteY5745" fmla="*/ 1410097 h 3882143"/>
              <a:gd name="connsiteX5746" fmla="*/ 8141083 w 12184002"/>
              <a:gd name="connsiteY5746" fmla="*/ 1406341 h 3882143"/>
              <a:gd name="connsiteX5747" fmla="*/ 8141083 w 12184002"/>
              <a:gd name="connsiteY5747" fmla="*/ 1372906 h 3882143"/>
              <a:gd name="connsiteX5748" fmla="*/ 8024100 w 12184002"/>
              <a:gd name="connsiteY5748" fmla="*/ 1372906 h 3882143"/>
              <a:gd name="connsiteX5749" fmla="*/ 8148671 w 12184002"/>
              <a:gd name="connsiteY5749" fmla="*/ 1497928 h 3882143"/>
              <a:gd name="connsiteX5750" fmla="*/ 8148671 w 12184002"/>
              <a:gd name="connsiteY5750" fmla="*/ 1691613 h 3882143"/>
              <a:gd name="connsiteX5751" fmla="*/ 8162063 w 12184002"/>
              <a:gd name="connsiteY5751" fmla="*/ 1697209 h 3882143"/>
              <a:gd name="connsiteX5752" fmla="*/ 8169182 w 12184002"/>
              <a:gd name="connsiteY5752" fmla="*/ 1714461 h 3882143"/>
              <a:gd name="connsiteX5753" fmla="*/ 8144914 w 12184002"/>
              <a:gd name="connsiteY5753" fmla="*/ 1738880 h 3882143"/>
              <a:gd name="connsiteX5754" fmla="*/ 8120646 w 12184002"/>
              <a:gd name="connsiteY5754" fmla="*/ 1714461 h 3882143"/>
              <a:gd name="connsiteX5755" fmla="*/ 8127765 w 12184002"/>
              <a:gd name="connsiteY5755" fmla="*/ 1697182 h 3882143"/>
              <a:gd name="connsiteX5756" fmla="*/ 8141159 w 12184002"/>
              <a:gd name="connsiteY5756" fmla="*/ 1691607 h 3882143"/>
              <a:gd name="connsiteX5757" fmla="*/ 8141159 w 12184002"/>
              <a:gd name="connsiteY5757" fmla="*/ 1501083 h 3882143"/>
              <a:gd name="connsiteX5758" fmla="*/ 4035406 w 12184002"/>
              <a:gd name="connsiteY5758" fmla="*/ 1365392 h 3882143"/>
              <a:gd name="connsiteX5759" fmla="*/ 4178085 w 12184002"/>
              <a:gd name="connsiteY5759" fmla="*/ 1365392 h 3882143"/>
              <a:gd name="connsiteX5760" fmla="*/ 4042844 w 12184002"/>
              <a:gd name="connsiteY5760" fmla="*/ 1501083 h 3882143"/>
              <a:gd name="connsiteX5761" fmla="*/ 4042844 w 12184002"/>
              <a:gd name="connsiteY5761" fmla="*/ 1691607 h 3882143"/>
              <a:gd name="connsiteX5762" fmla="*/ 4056238 w 12184002"/>
              <a:gd name="connsiteY5762" fmla="*/ 1697182 h 3882143"/>
              <a:gd name="connsiteX5763" fmla="*/ 4063358 w 12184002"/>
              <a:gd name="connsiteY5763" fmla="*/ 1714461 h 3882143"/>
              <a:gd name="connsiteX5764" fmla="*/ 4039088 w 12184002"/>
              <a:gd name="connsiteY5764" fmla="*/ 1738880 h 3882143"/>
              <a:gd name="connsiteX5765" fmla="*/ 4014821 w 12184002"/>
              <a:gd name="connsiteY5765" fmla="*/ 1714461 h 3882143"/>
              <a:gd name="connsiteX5766" fmla="*/ 4021939 w 12184002"/>
              <a:gd name="connsiteY5766" fmla="*/ 1697209 h 3882143"/>
              <a:gd name="connsiteX5767" fmla="*/ 4035331 w 12184002"/>
              <a:gd name="connsiteY5767" fmla="*/ 1691613 h 3882143"/>
              <a:gd name="connsiteX5768" fmla="*/ 4035331 w 12184002"/>
              <a:gd name="connsiteY5768" fmla="*/ 1497928 h 3882143"/>
              <a:gd name="connsiteX5769" fmla="*/ 4159902 w 12184002"/>
              <a:gd name="connsiteY5769" fmla="*/ 1372906 h 3882143"/>
              <a:gd name="connsiteX5770" fmla="*/ 4042921 w 12184002"/>
              <a:gd name="connsiteY5770" fmla="*/ 1372906 h 3882143"/>
              <a:gd name="connsiteX5771" fmla="*/ 4042921 w 12184002"/>
              <a:gd name="connsiteY5771" fmla="*/ 1406341 h 3882143"/>
              <a:gd name="connsiteX5772" fmla="*/ 4039163 w 12184002"/>
              <a:gd name="connsiteY5772" fmla="*/ 1410097 h 3882143"/>
              <a:gd name="connsiteX5773" fmla="*/ 4035406 w 12184002"/>
              <a:gd name="connsiteY5773" fmla="*/ 1406341 h 3882143"/>
              <a:gd name="connsiteX5774" fmla="*/ 10298909 w 12184002"/>
              <a:gd name="connsiteY5774" fmla="*/ 1365318 h 3882143"/>
              <a:gd name="connsiteX5775" fmla="*/ 10302666 w 12184002"/>
              <a:gd name="connsiteY5775" fmla="*/ 1369075 h 3882143"/>
              <a:gd name="connsiteX5776" fmla="*/ 10302666 w 12184002"/>
              <a:gd name="connsiteY5776" fmla="*/ 1458332 h 3882143"/>
              <a:gd name="connsiteX5777" fmla="*/ 10206196 w 12184002"/>
              <a:gd name="connsiteY5777" fmla="*/ 1462089 h 3882143"/>
              <a:gd name="connsiteX5778" fmla="*/ 10206196 w 12184002"/>
              <a:gd name="connsiteY5778" fmla="*/ 1797408 h 3882143"/>
              <a:gd name="connsiteX5779" fmla="*/ 9983576 w 12184002"/>
              <a:gd name="connsiteY5779" fmla="*/ 1797408 h 3882143"/>
              <a:gd name="connsiteX5780" fmla="*/ 9983576 w 12184002"/>
              <a:gd name="connsiteY5780" fmla="*/ 1894877 h 3882143"/>
              <a:gd name="connsiteX5781" fmla="*/ 9999597 w 12184002"/>
              <a:gd name="connsiteY5781" fmla="*/ 1901573 h 3882143"/>
              <a:gd name="connsiteX5782" fmla="*/ 10006715 w 12184002"/>
              <a:gd name="connsiteY5782" fmla="*/ 1918825 h 3882143"/>
              <a:gd name="connsiteX5783" fmla="*/ 9999597 w 12184002"/>
              <a:gd name="connsiteY5783" fmla="*/ 1936105 h 3882143"/>
              <a:gd name="connsiteX5784" fmla="*/ 9987665 w 12184002"/>
              <a:gd name="connsiteY5784" fmla="*/ 1941072 h 3882143"/>
              <a:gd name="connsiteX5785" fmla="*/ 9999597 w 12184002"/>
              <a:gd name="connsiteY5785" fmla="*/ 1946038 h 3882143"/>
              <a:gd name="connsiteX5786" fmla="*/ 10006715 w 12184002"/>
              <a:gd name="connsiteY5786" fmla="*/ 1963318 h 3882143"/>
              <a:gd name="connsiteX5787" fmla="*/ 9999597 w 12184002"/>
              <a:gd name="connsiteY5787" fmla="*/ 1980571 h 3882143"/>
              <a:gd name="connsiteX5788" fmla="*/ 9983576 w 12184002"/>
              <a:gd name="connsiteY5788" fmla="*/ 1987266 h 3882143"/>
              <a:gd name="connsiteX5789" fmla="*/ 9983576 w 12184002"/>
              <a:gd name="connsiteY5789" fmla="*/ 2084735 h 3882143"/>
              <a:gd name="connsiteX5790" fmla="*/ 10206196 w 12184002"/>
              <a:gd name="connsiteY5790" fmla="*/ 2084735 h 3882143"/>
              <a:gd name="connsiteX5791" fmla="*/ 10206196 w 12184002"/>
              <a:gd name="connsiteY5791" fmla="*/ 2420054 h 3882143"/>
              <a:gd name="connsiteX5792" fmla="*/ 10302666 w 12184002"/>
              <a:gd name="connsiteY5792" fmla="*/ 2423811 h 3882143"/>
              <a:gd name="connsiteX5793" fmla="*/ 10302666 w 12184002"/>
              <a:gd name="connsiteY5793" fmla="*/ 2513068 h 3882143"/>
              <a:gd name="connsiteX5794" fmla="*/ 10298909 w 12184002"/>
              <a:gd name="connsiteY5794" fmla="*/ 2516825 h 3882143"/>
              <a:gd name="connsiteX5795" fmla="*/ 10298909 w 12184002"/>
              <a:gd name="connsiteY5795" fmla="*/ 2516751 h 3882143"/>
              <a:gd name="connsiteX5796" fmla="*/ 10295153 w 12184002"/>
              <a:gd name="connsiteY5796" fmla="*/ 2512994 h 3882143"/>
              <a:gd name="connsiteX5797" fmla="*/ 10295153 w 12184002"/>
              <a:gd name="connsiteY5797" fmla="*/ 2431023 h 3882143"/>
              <a:gd name="connsiteX5798" fmla="*/ 10198681 w 12184002"/>
              <a:gd name="connsiteY5798" fmla="*/ 2427267 h 3882143"/>
              <a:gd name="connsiteX5799" fmla="*/ 10198681 w 12184002"/>
              <a:gd name="connsiteY5799" fmla="*/ 2092247 h 3882143"/>
              <a:gd name="connsiteX5800" fmla="*/ 9976062 w 12184002"/>
              <a:gd name="connsiteY5800" fmla="*/ 2092247 h 3882143"/>
              <a:gd name="connsiteX5801" fmla="*/ 9976062 w 12184002"/>
              <a:gd name="connsiteY5801" fmla="*/ 1985078 h 3882143"/>
              <a:gd name="connsiteX5802" fmla="*/ 9965299 w 12184002"/>
              <a:gd name="connsiteY5802" fmla="*/ 1980599 h 3882143"/>
              <a:gd name="connsiteX5803" fmla="*/ 9958179 w 12184002"/>
              <a:gd name="connsiteY5803" fmla="*/ 1963318 h 3882143"/>
              <a:gd name="connsiteX5804" fmla="*/ 9965298 w 12184002"/>
              <a:gd name="connsiteY5804" fmla="*/ 1946038 h 3882143"/>
              <a:gd name="connsiteX5805" fmla="*/ 9977232 w 12184002"/>
              <a:gd name="connsiteY5805" fmla="*/ 1941072 h 3882143"/>
              <a:gd name="connsiteX5806" fmla="*/ 9965298 w 12184002"/>
              <a:gd name="connsiteY5806" fmla="*/ 1936105 h 3882143"/>
              <a:gd name="connsiteX5807" fmla="*/ 9958179 w 12184002"/>
              <a:gd name="connsiteY5807" fmla="*/ 1918825 h 3882143"/>
              <a:gd name="connsiteX5808" fmla="*/ 9965299 w 12184002"/>
              <a:gd name="connsiteY5808" fmla="*/ 1901544 h 3882143"/>
              <a:gd name="connsiteX5809" fmla="*/ 9976062 w 12184002"/>
              <a:gd name="connsiteY5809" fmla="*/ 1897065 h 3882143"/>
              <a:gd name="connsiteX5810" fmla="*/ 9976062 w 12184002"/>
              <a:gd name="connsiteY5810" fmla="*/ 1789896 h 3882143"/>
              <a:gd name="connsiteX5811" fmla="*/ 10198681 w 12184002"/>
              <a:gd name="connsiteY5811" fmla="*/ 1789896 h 3882143"/>
              <a:gd name="connsiteX5812" fmla="*/ 10198681 w 12184002"/>
              <a:gd name="connsiteY5812" fmla="*/ 1454876 h 3882143"/>
              <a:gd name="connsiteX5813" fmla="*/ 10295153 w 12184002"/>
              <a:gd name="connsiteY5813" fmla="*/ 1451120 h 3882143"/>
              <a:gd name="connsiteX5814" fmla="*/ 10295153 w 12184002"/>
              <a:gd name="connsiteY5814" fmla="*/ 1369149 h 3882143"/>
              <a:gd name="connsiteX5815" fmla="*/ 10298909 w 12184002"/>
              <a:gd name="connsiteY5815" fmla="*/ 1365392 h 3882143"/>
              <a:gd name="connsiteX5816" fmla="*/ 8148597 w 12184002"/>
              <a:gd name="connsiteY5816" fmla="*/ 1365318 h 3882143"/>
              <a:gd name="connsiteX5817" fmla="*/ 8148671 w 12184002"/>
              <a:gd name="connsiteY5817" fmla="*/ 1365392 h 3882143"/>
              <a:gd name="connsiteX5818" fmla="*/ 8148597 w 12184002"/>
              <a:gd name="connsiteY5818" fmla="*/ 1365392 h 3882143"/>
              <a:gd name="connsiteX5819" fmla="*/ 4035406 w 12184002"/>
              <a:gd name="connsiteY5819" fmla="*/ 1365318 h 3882143"/>
              <a:gd name="connsiteX5820" fmla="*/ 4035406 w 12184002"/>
              <a:gd name="connsiteY5820" fmla="*/ 1365392 h 3882143"/>
              <a:gd name="connsiteX5821" fmla="*/ 4035331 w 12184002"/>
              <a:gd name="connsiteY5821" fmla="*/ 1365392 h 3882143"/>
              <a:gd name="connsiteX5822" fmla="*/ 1885093 w 12184002"/>
              <a:gd name="connsiteY5822" fmla="*/ 1365318 h 3882143"/>
              <a:gd name="connsiteX5823" fmla="*/ 1885093 w 12184002"/>
              <a:gd name="connsiteY5823" fmla="*/ 1365392 h 3882143"/>
              <a:gd name="connsiteX5824" fmla="*/ 1888849 w 12184002"/>
              <a:gd name="connsiteY5824" fmla="*/ 1369149 h 3882143"/>
              <a:gd name="connsiteX5825" fmla="*/ 1888849 w 12184002"/>
              <a:gd name="connsiteY5825" fmla="*/ 1451120 h 3882143"/>
              <a:gd name="connsiteX5826" fmla="*/ 1985321 w 12184002"/>
              <a:gd name="connsiteY5826" fmla="*/ 1454876 h 3882143"/>
              <a:gd name="connsiteX5827" fmla="*/ 1985321 w 12184002"/>
              <a:gd name="connsiteY5827" fmla="*/ 1789896 h 3882143"/>
              <a:gd name="connsiteX5828" fmla="*/ 2207941 w 12184002"/>
              <a:gd name="connsiteY5828" fmla="*/ 1789896 h 3882143"/>
              <a:gd name="connsiteX5829" fmla="*/ 2207941 w 12184002"/>
              <a:gd name="connsiteY5829" fmla="*/ 1897065 h 3882143"/>
              <a:gd name="connsiteX5830" fmla="*/ 2218704 w 12184002"/>
              <a:gd name="connsiteY5830" fmla="*/ 1901544 h 3882143"/>
              <a:gd name="connsiteX5831" fmla="*/ 2225823 w 12184002"/>
              <a:gd name="connsiteY5831" fmla="*/ 1918825 h 3882143"/>
              <a:gd name="connsiteX5832" fmla="*/ 2218704 w 12184002"/>
              <a:gd name="connsiteY5832" fmla="*/ 1936105 h 3882143"/>
              <a:gd name="connsiteX5833" fmla="*/ 2206771 w 12184002"/>
              <a:gd name="connsiteY5833" fmla="*/ 1941072 h 3882143"/>
              <a:gd name="connsiteX5834" fmla="*/ 2218704 w 12184002"/>
              <a:gd name="connsiteY5834" fmla="*/ 1946038 h 3882143"/>
              <a:gd name="connsiteX5835" fmla="*/ 2225823 w 12184002"/>
              <a:gd name="connsiteY5835" fmla="*/ 1963318 h 3882143"/>
              <a:gd name="connsiteX5836" fmla="*/ 2218704 w 12184002"/>
              <a:gd name="connsiteY5836" fmla="*/ 1980599 h 3882143"/>
              <a:gd name="connsiteX5837" fmla="*/ 2207941 w 12184002"/>
              <a:gd name="connsiteY5837" fmla="*/ 1985078 h 3882143"/>
              <a:gd name="connsiteX5838" fmla="*/ 2207941 w 12184002"/>
              <a:gd name="connsiteY5838" fmla="*/ 2092247 h 3882143"/>
              <a:gd name="connsiteX5839" fmla="*/ 1985321 w 12184002"/>
              <a:gd name="connsiteY5839" fmla="*/ 2092247 h 3882143"/>
              <a:gd name="connsiteX5840" fmla="*/ 1985321 w 12184002"/>
              <a:gd name="connsiteY5840" fmla="*/ 2427267 h 3882143"/>
              <a:gd name="connsiteX5841" fmla="*/ 1888849 w 12184002"/>
              <a:gd name="connsiteY5841" fmla="*/ 2431023 h 3882143"/>
              <a:gd name="connsiteX5842" fmla="*/ 1888849 w 12184002"/>
              <a:gd name="connsiteY5842" fmla="*/ 2512994 h 3882143"/>
              <a:gd name="connsiteX5843" fmla="*/ 1885093 w 12184002"/>
              <a:gd name="connsiteY5843" fmla="*/ 2516751 h 3882143"/>
              <a:gd name="connsiteX5844" fmla="*/ 1885093 w 12184002"/>
              <a:gd name="connsiteY5844" fmla="*/ 2516825 h 3882143"/>
              <a:gd name="connsiteX5845" fmla="*/ 1881336 w 12184002"/>
              <a:gd name="connsiteY5845" fmla="*/ 2513068 h 3882143"/>
              <a:gd name="connsiteX5846" fmla="*/ 1881336 w 12184002"/>
              <a:gd name="connsiteY5846" fmla="*/ 2423811 h 3882143"/>
              <a:gd name="connsiteX5847" fmla="*/ 1977807 w 12184002"/>
              <a:gd name="connsiteY5847" fmla="*/ 2420054 h 3882143"/>
              <a:gd name="connsiteX5848" fmla="*/ 1977807 w 12184002"/>
              <a:gd name="connsiteY5848" fmla="*/ 2084735 h 3882143"/>
              <a:gd name="connsiteX5849" fmla="*/ 2200428 w 12184002"/>
              <a:gd name="connsiteY5849" fmla="*/ 2084735 h 3882143"/>
              <a:gd name="connsiteX5850" fmla="*/ 2200428 w 12184002"/>
              <a:gd name="connsiteY5850" fmla="*/ 1987266 h 3882143"/>
              <a:gd name="connsiteX5851" fmla="*/ 2184406 w 12184002"/>
              <a:gd name="connsiteY5851" fmla="*/ 1980571 h 3882143"/>
              <a:gd name="connsiteX5852" fmla="*/ 2177287 w 12184002"/>
              <a:gd name="connsiteY5852" fmla="*/ 1963318 h 3882143"/>
              <a:gd name="connsiteX5853" fmla="*/ 2184406 w 12184002"/>
              <a:gd name="connsiteY5853" fmla="*/ 1946038 h 3882143"/>
              <a:gd name="connsiteX5854" fmla="*/ 2196338 w 12184002"/>
              <a:gd name="connsiteY5854" fmla="*/ 1941072 h 3882143"/>
              <a:gd name="connsiteX5855" fmla="*/ 2184406 w 12184002"/>
              <a:gd name="connsiteY5855" fmla="*/ 1936105 h 3882143"/>
              <a:gd name="connsiteX5856" fmla="*/ 2177287 w 12184002"/>
              <a:gd name="connsiteY5856" fmla="*/ 1918825 h 3882143"/>
              <a:gd name="connsiteX5857" fmla="*/ 2184406 w 12184002"/>
              <a:gd name="connsiteY5857" fmla="*/ 1901573 h 3882143"/>
              <a:gd name="connsiteX5858" fmla="*/ 2200428 w 12184002"/>
              <a:gd name="connsiteY5858" fmla="*/ 1894877 h 3882143"/>
              <a:gd name="connsiteX5859" fmla="*/ 2200428 w 12184002"/>
              <a:gd name="connsiteY5859" fmla="*/ 1797408 h 3882143"/>
              <a:gd name="connsiteX5860" fmla="*/ 1977807 w 12184002"/>
              <a:gd name="connsiteY5860" fmla="*/ 1797408 h 3882143"/>
              <a:gd name="connsiteX5861" fmla="*/ 1977807 w 12184002"/>
              <a:gd name="connsiteY5861" fmla="*/ 1462089 h 3882143"/>
              <a:gd name="connsiteX5862" fmla="*/ 1881336 w 12184002"/>
              <a:gd name="connsiteY5862" fmla="*/ 1458332 h 3882143"/>
              <a:gd name="connsiteX5863" fmla="*/ 1881336 w 12184002"/>
              <a:gd name="connsiteY5863" fmla="*/ 1369075 h 3882143"/>
              <a:gd name="connsiteX5864" fmla="*/ 1885093 w 12184002"/>
              <a:gd name="connsiteY5864" fmla="*/ 1365318 h 3882143"/>
              <a:gd name="connsiteX5865" fmla="*/ 7928757 w 12184002"/>
              <a:gd name="connsiteY5865" fmla="*/ 1341877 h 3882143"/>
              <a:gd name="connsiteX5866" fmla="*/ 7953024 w 12184002"/>
              <a:gd name="connsiteY5866" fmla="*/ 1366295 h 3882143"/>
              <a:gd name="connsiteX5867" fmla="*/ 7945906 w 12184002"/>
              <a:gd name="connsiteY5867" fmla="*/ 1383575 h 3882143"/>
              <a:gd name="connsiteX5868" fmla="*/ 7929658 w 12184002"/>
              <a:gd name="connsiteY5868" fmla="*/ 1390337 h 3882143"/>
              <a:gd name="connsiteX5869" fmla="*/ 7929658 w 12184002"/>
              <a:gd name="connsiteY5869" fmla="*/ 1451196 h 3882143"/>
              <a:gd name="connsiteX5870" fmla="*/ 8026129 w 12184002"/>
              <a:gd name="connsiteY5870" fmla="*/ 1454952 h 3882143"/>
              <a:gd name="connsiteX5871" fmla="*/ 8026129 w 12184002"/>
              <a:gd name="connsiteY5871" fmla="*/ 1789971 h 3882143"/>
              <a:gd name="connsiteX5872" fmla="*/ 8248749 w 12184002"/>
              <a:gd name="connsiteY5872" fmla="*/ 1789971 h 3882143"/>
              <a:gd name="connsiteX5873" fmla="*/ 8248749 w 12184002"/>
              <a:gd name="connsiteY5873" fmla="*/ 1931523 h 3882143"/>
              <a:gd name="connsiteX5874" fmla="*/ 8244992 w 12184002"/>
              <a:gd name="connsiteY5874" fmla="*/ 1935279 h 3882143"/>
              <a:gd name="connsiteX5875" fmla="*/ 8241236 w 12184002"/>
              <a:gd name="connsiteY5875" fmla="*/ 1931523 h 3882143"/>
              <a:gd name="connsiteX5876" fmla="*/ 8241236 w 12184002"/>
              <a:gd name="connsiteY5876" fmla="*/ 1797485 h 3882143"/>
              <a:gd name="connsiteX5877" fmla="*/ 8018616 w 12184002"/>
              <a:gd name="connsiteY5877" fmla="*/ 1797485 h 3882143"/>
              <a:gd name="connsiteX5878" fmla="*/ 8018616 w 12184002"/>
              <a:gd name="connsiteY5878" fmla="*/ 1462165 h 3882143"/>
              <a:gd name="connsiteX5879" fmla="*/ 7922145 w 12184002"/>
              <a:gd name="connsiteY5879" fmla="*/ 1458408 h 3882143"/>
              <a:gd name="connsiteX5880" fmla="*/ 7922145 w 12184002"/>
              <a:gd name="connsiteY5880" fmla="*/ 1387962 h 3882143"/>
              <a:gd name="connsiteX5881" fmla="*/ 7911608 w 12184002"/>
              <a:gd name="connsiteY5881" fmla="*/ 1383575 h 3882143"/>
              <a:gd name="connsiteX5882" fmla="*/ 7904488 w 12184002"/>
              <a:gd name="connsiteY5882" fmla="*/ 1366295 h 3882143"/>
              <a:gd name="connsiteX5883" fmla="*/ 7928757 w 12184002"/>
              <a:gd name="connsiteY5883" fmla="*/ 1341877 h 3882143"/>
              <a:gd name="connsiteX5884" fmla="*/ 4255247 w 12184002"/>
              <a:gd name="connsiteY5884" fmla="*/ 1341877 h 3882143"/>
              <a:gd name="connsiteX5885" fmla="*/ 4279515 w 12184002"/>
              <a:gd name="connsiteY5885" fmla="*/ 1366295 h 3882143"/>
              <a:gd name="connsiteX5886" fmla="*/ 4272395 w 12184002"/>
              <a:gd name="connsiteY5886" fmla="*/ 1383575 h 3882143"/>
              <a:gd name="connsiteX5887" fmla="*/ 4261857 w 12184002"/>
              <a:gd name="connsiteY5887" fmla="*/ 1387962 h 3882143"/>
              <a:gd name="connsiteX5888" fmla="*/ 4261857 w 12184002"/>
              <a:gd name="connsiteY5888" fmla="*/ 1458408 h 3882143"/>
              <a:gd name="connsiteX5889" fmla="*/ 4165387 w 12184002"/>
              <a:gd name="connsiteY5889" fmla="*/ 1462165 h 3882143"/>
              <a:gd name="connsiteX5890" fmla="*/ 4165387 w 12184002"/>
              <a:gd name="connsiteY5890" fmla="*/ 1797485 h 3882143"/>
              <a:gd name="connsiteX5891" fmla="*/ 3942767 w 12184002"/>
              <a:gd name="connsiteY5891" fmla="*/ 1797485 h 3882143"/>
              <a:gd name="connsiteX5892" fmla="*/ 3942767 w 12184002"/>
              <a:gd name="connsiteY5892" fmla="*/ 1931523 h 3882143"/>
              <a:gd name="connsiteX5893" fmla="*/ 3939011 w 12184002"/>
              <a:gd name="connsiteY5893" fmla="*/ 1935279 h 3882143"/>
              <a:gd name="connsiteX5894" fmla="*/ 3935253 w 12184002"/>
              <a:gd name="connsiteY5894" fmla="*/ 1931523 h 3882143"/>
              <a:gd name="connsiteX5895" fmla="*/ 3935253 w 12184002"/>
              <a:gd name="connsiteY5895" fmla="*/ 1789971 h 3882143"/>
              <a:gd name="connsiteX5896" fmla="*/ 4157874 w 12184002"/>
              <a:gd name="connsiteY5896" fmla="*/ 1789971 h 3882143"/>
              <a:gd name="connsiteX5897" fmla="*/ 4157874 w 12184002"/>
              <a:gd name="connsiteY5897" fmla="*/ 1454952 h 3882143"/>
              <a:gd name="connsiteX5898" fmla="*/ 4254345 w 12184002"/>
              <a:gd name="connsiteY5898" fmla="*/ 1451196 h 3882143"/>
              <a:gd name="connsiteX5899" fmla="*/ 4254345 w 12184002"/>
              <a:gd name="connsiteY5899" fmla="*/ 1390337 h 3882143"/>
              <a:gd name="connsiteX5900" fmla="*/ 4238098 w 12184002"/>
              <a:gd name="connsiteY5900" fmla="*/ 1383575 h 3882143"/>
              <a:gd name="connsiteX5901" fmla="*/ 4230979 w 12184002"/>
              <a:gd name="connsiteY5901" fmla="*/ 1366295 h 3882143"/>
              <a:gd name="connsiteX5902" fmla="*/ 4255247 w 12184002"/>
              <a:gd name="connsiteY5902" fmla="*/ 1341877 h 3882143"/>
              <a:gd name="connsiteX5903" fmla="*/ 10951967 w 12184002"/>
              <a:gd name="connsiteY5903" fmla="*/ 1317008 h 3882143"/>
              <a:gd name="connsiteX5904" fmla="*/ 11215459 w 12184002"/>
              <a:gd name="connsiteY5904" fmla="*/ 1317008 h 3882143"/>
              <a:gd name="connsiteX5905" fmla="*/ 11219216 w 12184002"/>
              <a:gd name="connsiteY5905" fmla="*/ 1320765 h 3882143"/>
              <a:gd name="connsiteX5906" fmla="*/ 11215459 w 12184002"/>
              <a:gd name="connsiteY5906" fmla="*/ 1324520 h 3882143"/>
              <a:gd name="connsiteX5907" fmla="*/ 10951967 w 12184002"/>
              <a:gd name="connsiteY5907" fmla="*/ 1324520 h 3882143"/>
              <a:gd name="connsiteX5908" fmla="*/ 10948210 w 12184002"/>
              <a:gd name="connsiteY5908" fmla="*/ 1320765 h 3882143"/>
              <a:gd name="connsiteX5909" fmla="*/ 10951967 w 12184002"/>
              <a:gd name="connsiteY5909" fmla="*/ 1317008 h 3882143"/>
              <a:gd name="connsiteX5910" fmla="*/ 968544 w 12184002"/>
              <a:gd name="connsiteY5910" fmla="*/ 1317008 h 3882143"/>
              <a:gd name="connsiteX5911" fmla="*/ 1232035 w 12184002"/>
              <a:gd name="connsiteY5911" fmla="*/ 1317008 h 3882143"/>
              <a:gd name="connsiteX5912" fmla="*/ 1235793 w 12184002"/>
              <a:gd name="connsiteY5912" fmla="*/ 1320765 h 3882143"/>
              <a:gd name="connsiteX5913" fmla="*/ 1232035 w 12184002"/>
              <a:gd name="connsiteY5913" fmla="*/ 1324520 h 3882143"/>
              <a:gd name="connsiteX5914" fmla="*/ 968544 w 12184002"/>
              <a:gd name="connsiteY5914" fmla="*/ 1324520 h 3882143"/>
              <a:gd name="connsiteX5915" fmla="*/ 964787 w 12184002"/>
              <a:gd name="connsiteY5915" fmla="*/ 1320765 h 3882143"/>
              <a:gd name="connsiteX5916" fmla="*/ 968544 w 12184002"/>
              <a:gd name="connsiteY5916" fmla="*/ 1317008 h 3882143"/>
              <a:gd name="connsiteX5917" fmla="*/ 10425057 w 12184002"/>
              <a:gd name="connsiteY5917" fmla="*/ 1257502 h 3882143"/>
              <a:gd name="connsiteX5918" fmla="*/ 10425057 w 12184002"/>
              <a:gd name="connsiteY5918" fmla="*/ 1372832 h 3882143"/>
              <a:gd name="connsiteX5919" fmla="*/ 10681112 w 12184002"/>
              <a:gd name="connsiteY5919" fmla="*/ 1372832 h 3882143"/>
              <a:gd name="connsiteX5920" fmla="*/ 10682560 w 12184002"/>
              <a:gd name="connsiteY5920" fmla="*/ 1324520 h 3882143"/>
              <a:gd name="connsiteX5921" fmla="*/ 10520494 w 12184002"/>
              <a:gd name="connsiteY5921" fmla="*/ 1324520 h 3882143"/>
              <a:gd name="connsiteX5922" fmla="*/ 10514861 w 12184002"/>
              <a:gd name="connsiteY5922" fmla="*/ 1338195 h 3882143"/>
              <a:gd name="connsiteX5923" fmla="*/ 10497712 w 12184002"/>
              <a:gd name="connsiteY5923" fmla="*/ 1345332 h 3882143"/>
              <a:gd name="connsiteX5924" fmla="*/ 10473443 w 12184002"/>
              <a:gd name="connsiteY5924" fmla="*/ 1320914 h 3882143"/>
              <a:gd name="connsiteX5925" fmla="*/ 10497712 w 12184002"/>
              <a:gd name="connsiteY5925" fmla="*/ 1296496 h 3882143"/>
              <a:gd name="connsiteX5926" fmla="*/ 10514861 w 12184002"/>
              <a:gd name="connsiteY5926" fmla="*/ 1303661 h 3882143"/>
              <a:gd name="connsiteX5927" fmla="*/ 10520367 w 12184002"/>
              <a:gd name="connsiteY5927" fmla="*/ 1317008 h 3882143"/>
              <a:gd name="connsiteX5928" fmla="*/ 10682785 w 12184002"/>
              <a:gd name="connsiteY5928" fmla="*/ 1317008 h 3882143"/>
              <a:gd name="connsiteX5929" fmla="*/ 10684569 w 12184002"/>
              <a:gd name="connsiteY5929" fmla="*/ 1257502 h 3882143"/>
              <a:gd name="connsiteX5930" fmla="*/ 7540242 w 12184002"/>
              <a:gd name="connsiteY5930" fmla="*/ 1257502 h 3882143"/>
              <a:gd name="connsiteX5931" fmla="*/ 7542026 w 12184002"/>
              <a:gd name="connsiteY5931" fmla="*/ 1317008 h 3882143"/>
              <a:gd name="connsiteX5932" fmla="*/ 7721839 w 12184002"/>
              <a:gd name="connsiteY5932" fmla="*/ 1317008 h 3882143"/>
              <a:gd name="connsiteX5933" fmla="*/ 7725596 w 12184002"/>
              <a:gd name="connsiteY5933" fmla="*/ 1320765 h 3882143"/>
              <a:gd name="connsiteX5934" fmla="*/ 7721839 w 12184002"/>
              <a:gd name="connsiteY5934" fmla="*/ 1324520 h 3882143"/>
              <a:gd name="connsiteX5935" fmla="*/ 7542251 w 12184002"/>
              <a:gd name="connsiteY5935" fmla="*/ 1324520 h 3882143"/>
              <a:gd name="connsiteX5936" fmla="*/ 7543698 w 12184002"/>
              <a:gd name="connsiteY5936" fmla="*/ 1372832 h 3882143"/>
              <a:gd name="connsiteX5937" fmla="*/ 7799753 w 12184002"/>
              <a:gd name="connsiteY5937" fmla="*/ 1372832 h 3882143"/>
              <a:gd name="connsiteX5938" fmla="*/ 7799753 w 12184002"/>
              <a:gd name="connsiteY5938" fmla="*/ 1257502 h 3882143"/>
              <a:gd name="connsiteX5939" fmla="*/ 4384251 w 12184002"/>
              <a:gd name="connsiteY5939" fmla="*/ 1257502 h 3882143"/>
              <a:gd name="connsiteX5940" fmla="*/ 4384251 w 12184002"/>
              <a:gd name="connsiteY5940" fmla="*/ 1372832 h 3882143"/>
              <a:gd name="connsiteX5941" fmla="*/ 4640306 w 12184002"/>
              <a:gd name="connsiteY5941" fmla="*/ 1372832 h 3882143"/>
              <a:gd name="connsiteX5942" fmla="*/ 4641752 w 12184002"/>
              <a:gd name="connsiteY5942" fmla="*/ 1324520 h 3882143"/>
              <a:gd name="connsiteX5943" fmla="*/ 4462164 w 12184002"/>
              <a:gd name="connsiteY5943" fmla="*/ 1324520 h 3882143"/>
              <a:gd name="connsiteX5944" fmla="*/ 4458408 w 12184002"/>
              <a:gd name="connsiteY5944" fmla="*/ 1320765 h 3882143"/>
              <a:gd name="connsiteX5945" fmla="*/ 4462164 w 12184002"/>
              <a:gd name="connsiteY5945" fmla="*/ 1317008 h 3882143"/>
              <a:gd name="connsiteX5946" fmla="*/ 4641978 w 12184002"/>
              <a:gd name="connsiteY5946" fmla="*/ 1317008 h 3882143"/>
              <a:gd name="connsiteX5947" fmla="*/ 4643761 w 12184002"/>
              <a:gd name="connsiteY5947" fmla="*/ 1257502 h 3882143"/>
              <a:gd name="connsiteX5948" fmla="*/ 1499435 w 12184002"/>
              <a:gd name="connsiteY5948" fmla="*/ 1257502 h 3882143"/>
              <a:gd name="connsiteX5949" fmla="*/ 1501217 w 12184002"/>
              <a:gd name="connsiteY5949" fmla="*/ 1317008 h 3882143"/>
              <a:gd name="connsiteX5950" fmla="*/ 1663635 w 12184002"/>
              <a:gd name="connsiteY5950" fmla="*/ 1317008 h 3882143"/>
              <a:gd name="connsiteX5951" fmla="*/ 1669142 w 12184002"/>
              <a:gd name="connsiteY5951" fmla="*/ 1303661 h 3882143"/>
              <a:gd name="connsiteX5952" fmla="*/ 1686291 w 12184002"/>
              <a:gd name="connsiteY5952" fmla="*/ 1296496 h 3882143"/>
              <a:gd name="connsiteX5953" fmla="*/ 1710559 w 12184002"/>
              <a:gd name="connsiteY5953" fmla="*/ 1320914 h 3882143"/>
              <a:gd name="connsiteX5954" fmla="*/ 1686291 w 12184002"/>
              <a:gd name="connsiteY5954" fmla="*/ 1345332 h 3882143"/>
              <a:gd name="connsiteX5955" fmla="*/ 1669142 w 12184002"/>
              <a:gd name="connsiteY5955" fmla="*/ 1338195 h 3882143"/>
              <a:gd name="connsiteX5956" fmla="*/ 1663508 w 12184002"/>
              <a:gd name="connsiteY5956" fmla="*/ 1324520 h 3882143"/>
              <a:gd name="connsiteX5957" fmla="*/ 1501442 w 12184002"/>
              <a:gd name="connsiteY5957" fmla="*/ 1324520 h 3882143"/>
              <a:gd name="connsiteX5958" fmla="*/ 1502890 w 12184002"/>
              <a:gd name="connsiteY5958" fmla="*/ 1372832 h 3882143"/>
              <a:gd name="connsiteX5959" fmla="*/ 1758945 w 12184002"/>
              <a:gd name="connsiteY5959" fmla="*/ 1372832 h 3882143"/>
              <a:gd name="connsiteX5960" fmla="*/ 1758945 w 12184002"/>
              <a:gd name="connsiteY5960" fmla="*/ 1257502 h 3882143"/>
              <a:gd name="connsiteX5961" fmla="*/ 10417544 w 12184002"/>
              <a:gd name="connsiteY5961" fmla="*/ 1249913 h 3882143"/>
              <a:gd name="connsiteX5962" fmla="*/ 10692304 w 12184002"/>
              <a:gd name="connsiteY5962" fmla="*/ 1249913 h 3882143"/>
              <a:gd name="connsiteX5963" fmla="*/ 10688625 w 12184002"/>
              <a:gd name="connsiteY5963" fmla="*/ 1372757 h 3882143"/>
              <a:gd name="connsiteX5964" fmla="*/ 10733029 w 12184002"/>
              <a:gd name="connsiteY5964" fmla="*/ 1372757 h 3882143"/>
              <a:gd name="connsiteX5965" fmla="*/ 10733029 w 12184002"/>
              <a:gd name="connsiteY5965" fmla="*/ 1559012 h 3882143"/>
              <a:gd name="connsiteX5966" fmla="*/ 10729272 w 12184002"/>
              <a:gd name="connsiteY5966" fmla="*/ 1562769 h 3882143"/>
              <a:gd name="connsiteX5967" fmla="*/ 10725515 w 12184002"/>
              <a:gd name="connsiteY5967" fmla="*/ 1559012 h 3882143"/>
              <a:gd name="connsiteX5968" fmla="*/ 10725515 w 12184002"/>
              <a:gd name="connsiteY5968" fmla="*/ 1380344 h 3882143"/>
              <a:gd name="connsiteX5969" fmla="*/ 10417544 w 12184002"/>
              <a:gd name="connsiteY5969" fmla="*/ 1380344 h 3882143"/>
              <a:gd name="connsiteX5970" fmla="*/ 7532428 w 12184002"/>
              <a:gd name="connsiteY5970" fmla="*/ 1249913 h 3882143"/>
              <a:gd name="connsiteX5971" fmla="*/ 7807266 w 12184002"/>
              <a:gd name="connsiteY5971" fmla="*/ 1249913 h 3882143"/>
              <a:gd name="connsiteX5972" fmla="*/ 7807191 w 12184002"/>
              <a:gd name="connsiteY5972" fmla="*/ 1249988 h 3882143"/>
              <a:gd name="connsiteX5973" fmla="*/ 7807191 w 12184002"/>
              <a:gd name="connsiteY5973" fmla="*/ 1380419 h 3882143"/>
              <a:gd name="connsiteX5974" fmla="*/ 7539942 w 12184002"/>
              <a:gd name="connsiteY5974" fmla="*/ 1380419 h 3882143"/>
              <a:gd name="connsiteX5975" fmla="*/ 7499220 w 12184002"/>
              <a:gd name="connsiteY5975" fmla="*/ 1380419 h 3882143"/>
              <a:gd name="connsiteX5976" fmla="*/ 7499220 w 12184002"/>
              <a:gd name="connsiteY5976" fmla="*/ 1559087 h 3882143"/>
              <a:gd name="connsiteX5977" fmla="*/ 7495462 w 12184002"/>
              <a:gd name="connsiteY5977" fmla="*/ 1562843 h 3882143"/>
              <a:gd name="connsiteX5978" fmla="*/ 7491706 w 12184002"/>
              <a:gd name="connsiteY5978" fmla="*/ 1559087 h 3882143"/>
              <a:gd name="connsiteX5979" fmla="*/ 7491706 w 12184002"/>
              <a:gd name="connsiteY5979" fmla="*/ 1372832 h 3882143"/>
              <a:gd name="connsiteX5980" fmla="*/ 7536109 w 12184002"/>
              <a:gd name="connsiteY5980" fmla="*/ 1372832 h 3882143"/>
              <a:gd name="connsiteX5981" fmla="*/ 4376737 w 12184002"/>
              <a:gd name="connsiteY5981" fmla="*/ 1249913 h 3882143"/>
              <a:gd name="connsiteX5982" fmla="*/ 4651575 w 12184002"/>
              <a:gd name="connsiteY5982" fmla="*/ 1249913 h 3882143"/>
              <a:gd name="connsiteX5983" fmla="*/ 4647894 w 12184002"/>
              <a:gd name="connsiteY5983" fmla="*/ 1372832 h 3882143"/>
              <a:gd name="connsiteX5984" fmla="*/ 4692296 w 12184002"/>
              <a:gd name="connsiteY5984" fmla="*/ 1372832 h 3882143"/>
              <a:gd name="connsiteX5985" fmla="*/ 4692296 w 12184002"/>
              <a:gd name="connsiteY5985" fmla="*/ 1559087 h 3882143"/>
              <a:gd name="connsiteX5986" fmla="*/ 4688540 w 12184002"/>
              <a:gd name="connsiteY5986" fmla="*/ 1562843 h 3882143"/>
              <a:gd name="connsiteX5987" fmla="*/ 4684783 w 12184002"/>
              <a:gd name="connsiteY5987" fmla="*/ 1559087 h 3882143"/>
              <a:gd name="connsiteX5988" fmla="*/ 4684783 w 12184002"/>
              <a:gd name="connsiteY5988" fmla="*/ 1380419 h 3882143"/>
              <a:gd name="connsiteX5989" fmla="*/ 4644061 w 12184002"/>
              <a:gd name="connsiteY5989" fmla="*/ 1380419 h 3882143"/>
              <a:gd name="connsiteX5990" fmla="*/ 4376812 w 12184002"/>
              <a:gd name="connsiteY5990" fmla="*/ 1380419 h 3882143"/>
              <a:gd name="connsiteX5991" fmla="*/ 4376812 w 12184002"/>
              <a:gd name="connsiteY5991" fmla="*/ 1249988 h 3882143"/>
              <a:gd name="connsiteX5992" fmla="*/ 1491698 w 12184002"/>
              <a:gd name="connsiteY5992" fmla="*/ 1249913 h 3882143"/>
              <a:gd name="connsiteX5993" fmla="*/ 1766458 w 12184002"/>
              <a:gd name="connsiteY5993" fmla="*/ 1249913 h 3882143"/>
              <a:gd name="connsiteX5994" fmla="*/ 1766458 w 12184002"/>
              <a:gd name="connsiteY5994" fmla="*/ 1380344 h 3882143"/>
              <a:gd name="connsiteX5995" fmla="*/ 1458487 w 12184002"/>
              <a:gd name="connsiteY5995" fmla="*/ 1380344 h 3882143"/>
              <a:gd name="connsiteX5996" fmla="*/ 1458487 w 12184002"/>
              <a:gd name="connsiteY5996" fmla="*/ 1559012 h 3882143"/>
              <a:gd name="connsiteX5997" fmla="*/ 1454731 w 12184002"/>
              <a:gd name="connsiteY5997" fmla="*/ 1562769 h 3882143"/>
              <a:gd name="connsiteX5998" fmla="*/ 1450973 w 12184002"/>
              <a:gd name="connsiteY5998" fmla="*/ 1559012 h 3882143"/>
              <a:gd name="connsiteX5999" fmla="*/ 1450973 w 12184002"/>
              <a:gd name="connsiteY5999" fmla="*/ 1372757 h 3882143"/>
              <a:gd name="connsiteX6000" fmla="*/ 1495377 w 12184002"/>
              <a:gd name="connsiteY6000" fmla="*/ 1372757 h 3882143"/>
              <a:gd name="connsiteX6001" fmla="*/ 10692306 w 12184002"/>
              <a:gd name="connsiteY6001" fmla="*/ 1249839 h 3882143"/>
              <a:gd name="connsiteX6002" fmla="*/ 10692382 w 12184002"/>
              <a:gd name="connsiteY6002" fmla="*/ 1249913 h 3882143"/>
              <a:gd name="connsiteX6003" fmla="*/ 10692304 w 12184002"/>
              <a:gd name="connsiteY6003" fmla="*/ 1249913 h 3882143"/>
              <a:gd name="connsiteX6004" fmla="*/ 1491696 w 12184002"/>
              <a:gd name="connsiteY6004" fmla="*/ 1249839 h 3882143"/>
              <a:gd name="connsiteX6005" fmla="*/ 1491698 w 12184002"/>
              <a:gd name="connsiteY6005" fmla="*/ 1249913 h 3882143"/>
              <a:gd name="connsiteX6006" fmla="*/ 1491620 w 12184002"/>
              <a:gd name="connsiteY6006" fmla="*/ 1249913 h 3882143"/>
              <a:gd name="connsiteX6007" fmla="*/ 10632801 w 12184002"/>
              <a:gd name="connsiteY6007" fmla="*/ 1130752 h 3882143"/>
              <a:gd name="connsiteX6008" fmla="*/ 10729121 w 12184002"/>
              <a:gd name="connsiteY6008" fmla="*/ 1130752 h 3882143"/>
              <a:gd name="connsiteX6009" fmla="*/ 10732955 w 12184002"/>
              <a:gd name="connsiteY6009" fmla="*/ 1222941 h 3882143"/>
              <a:gd name="connsiteX6010" fmla="*/ 10806809 w 12184002"/>
              <a:gd name="connsiteY6010" fmla="*/ 1363665 h 3882143"/>
              <a:gd name="connsiteX6011" fmla="*/ 10807260 w 12184002"/>
              <a:gd name="connsiteY6011" fmla="*/ 1364492 h 3882143"/>
              <a:gd name="connsiteX6012" fmla="*/ 10807260 w 12184002"/>
              <a:gd name="connsiteY6012" fmla="*/ 1559087 h 3882143"/>
              <a:gd name="connsiteX6013" fmla="*/ 10803504 w 12184002"/>
              <a:gd name="connsiteY6013" fmla="*/ 1562843 h 3882143"/>
              <a:gd name="connsiteX6014" fmla="*/ 10799748 w 12184002"/>
              <a:gd name="connsiteY6014" fmla="*/ 1559087 h 3882143"/>
              <a:gd name="connsiteX6015" fmla="*/ 10799748 w 12184002"/>
              <a:gd name="connsiteY6015" fmla="*/ 1366370 h 3882143"/>
              <a:gd name="connsiteX6016" fmla="*/ 10725966 w 12184002"/>
              <a:gd name="connsiteY6016" fmla="*/ 1225646 h 3882143"/>
              <a:gd name="connsiteX6017" fmla="*/ 10721984 w 12184002"/>
              <a:gd name="connsiteY6017" fmla="*/ 1138265 h 3882143"/>
              <a:gd name="connsiteX6018" fmla="*/ 10632801 w 12184002"/>
              <a:gd name="connsiteY6018" fmla="*/ 1138265 h 3882143"/>
              <a:gd name="connsiteX6019" fmla="*/ 10629044 w 12184002"/>
              <a:gd name="connsiteY6019" fmla="*/ 1134509 h 3882143"/>
              <a:gd name="connsiteX6020" fmla="*/ 10632801 w 12184002"/>
              <a:gd name="connsiteY6020" fmla="*/ 1130752 h 3882143"/>
              <a:gd name="connsiteX6021" fmla="*/ 7495539 w 12184002"/>
              <a:gd name="connsiteY6021" fmla="*/ 1130752 h 3882143"/>
              <a:gd name="connsiteX6022" fmla="*/ 7591933 w 12184002"/>
              <a:gd name="connsiteY6022" fmla="*/ 1130752 h 3882143"/>
              <a:gd name="connsiteX6023" fmla="*/ 7595690 w 12184002"/>
              <a:gd name="connsiteY6023" fmla="*/ 1134509 h 3882143"/>
              <a:gd name="connsiteX6024" fmla="*/ 7591933 w 12184002"/>
              <a:gd name="connsiteY6024" fmla="*/ 1138265 h 3882143"/>
              <a:gd name="connsiteX6025" fmla="*/ 7502750 w 12184002"/>
              <a:gd name="connsiteY6025" fmla="*/ 1138265 h 3882143"/>
              <a:gd name="connsiteX6026" fmla="*/ 7499145 w 12184002"/>
              <a:gd name="connsiteY6026" fmla="*/ 1224893 h 3882143"/>
              <a:gd name="connsiteX6027" fmla="*/ 7424988 w 12184002"/>
              <a:gd name="connsiteY6027" fmla="*/ 1366370 h 3882143"/>
              <a:gd name="connsiteX6028" fmla="*/ 7424988 w 12184002"/>
              <a:gd name="connsiteY6028" fmla="*/ 1534245 h 3882143"/>
              <a:gd name="connsiteX6029" fmla="*/ 7440634 w 12184002"/>
              <a:gd name="connsiteY6029" fmla="*/ 1540783 h 3882143"/>
              <a:gd name="connsiteX6030" fmla="*/ 7447754 w 12184002"/>
              <a:gd name="connsiteY6030" fmla="*/ 1558035 h 3882143"/>
              <a:gd name="connsiteX6031" fmla="*/ 7423485 w 12184002"/>
              <a:gd name="connsiteY6031" fmla="*/ 1582453 h 3882143"/>
              <a:gd name="connsiteX6032" fmla="*/ 7399218 w 12184002"/>
              <a:gd name="connsiteY6032" fmla="*/ 1558035 h 3882143"/>
              <a:gd name="connsiteX6033" fmla="*/ 7406337 w 12184002"/>
              <a:gd name="connsiteY6033" fmla="*/ 1540755 h 3882143"/>
              <a:gd name="connsiteX6034" fmla="*/ 7417475 w 12184002"/>
              <a:gd name="connsiteY6034" fmla="*/ 1536118 h 3882143"/>
              <a:gd name="connsiteX6035" fmla="*/ 7417475 w 12184002"/>
              <a:gd name="connsiteY6035" fmla="*/ 1364492 h 3882143"/>
              <a:gd name="connsiteX6036" fmla="*/ 7491706 w 12184002"/>
              <a:gd name="connsiteY6036" fmla="*/ 1222941 h 3882143"/>
              <a:gd name="connsiteX6037" fmla="*/ 4592071 w 12184002"/>
              <a:gd name="connsiteY6037" fmla="*/ 1130752 h 3882143"/>
              <a:gd name="connsiteX6038" fmla="*/ 4688465 w 12184002"/>
              <a:gd name="connsiteY6038" fmla="*/ 1130752 h 3882143"/>
              <a:gd name="connsiteX6039" fmla="*/ 4692296 w 12184002"/>
              <a:gd name="connsiteY6039" fmla="*/ 1222941 h 3882143"/>
              <a:gd name="connsiteX6040" fmla="*/ 4766528 w 12184002"/>
              <a:gd name="connsiteY6040" fmla="*/ 1364492 h 3882143"/>
              <a:gd name="connsiteX6041" fmla="*/ 4766528 w 12184002"/>
              <a:gd name="connsiteY6041" fmla="*/ 1536118 h 3882143"/>
              <a:gd name="connsiteX6042" fmla="*/ 4777666 w 12184002"/>
              <a:gd name="connsiteY6042" fmla="*/ 1540755 h 3882143"/>
              <a:gd name="connsiteX6043" fmla="*/ 4784785 w 12184002"/>
              <a:gd name="connsiteY6043" fmla="*/ 1558035 h 3882143"/>
              <a:gd name="connsiteX6044" fmla="*/ 4760517 w 12184002"/>
              <a:gd name="connsiteY6044" fmla="*/ 1582453 h 3882143"/>
              <a:gd name="connsiteX6045" fmla="*/ 4736250 w 12184002"/>
              <a:gd name="connsiteY6045" fmla="*/ 1558035 h 3882143"/>
              <a:gd name="connsiteX6046" fmla="*/ 4743369 w 12184002"/>
              <a:gd name="connsiteY6046" fmla="*/ 1540783 h 3882143"/>
              <a:gd name="connsiteX6047" fmla="*/ 4759015 w 12184002"/>
              <a:gd name="connsiteY6047" fmla="*/ 1534245 h 3882143"/>
              <a:gd name="connsiteX6048" fmla="*/ 4759015 w 12184002"/>
              <a:gd name="connsiteY6048" fmla="*/ 1366370 h 3882143"/>
              <a:gd name="connsiteX6049" fmla="*/ 4684858 w 12184002"/>
              <a:gd name="connsiteY6049" fmla="*/ 1224893 h 3882143"/>
              <a:gd name="connsiteX6050" fmla="*/ 4681252 w 12184002"/>
              <a:gd name="connsiteY6050" fmla="*/ 1138265 h 3882143"/>
              <a:gd name="connsiteX6051" fmla="*/ 4592071 w 12184002"/>
              <a:gd name="connsiteY6051" fmla="*/ 1138265 h 3882143"/>
              <a:gd name="connsiteX6052" fmla="*/ 4588312 w 12184002"/>
              <a:gd name="connsiteY6052" fmla="*/ 1134509 h 3882143"/>
              <a:gd name="connsiteX6053" fmla="*/ 4592071 w 12184002"/>
              <a:gd name="connsiteY6053" fmla="*/ 1130752 h 3882143"/>
              <a:gd name="connsiteX6054" fmla="*/ 1454881 w 12184002"/>
              <a:gd name="connsiteY6054" fmla="*/ 1130752 h 3882143"/>
              <a:gd name="connsiteX6055" fmla="*/ 1551201 w 12184002"/>
              <a:gd name="connsiteY6055" fmla="*/ 1130752 h 3882143"/>
              <a:gd name="connsiteX6056" fmla="*/ 1554959 w 12184002"/>
              <a:gd name="connsiteY6056" fmla="*/ 1134509 h 3882143"/>
              <a:gd name="connsiteX6057" fmla="*/ 1551201 w 12184002"/>
              <a:gd name="connsiteY6057" fmla="*/ 1138265 h 3882143"/>
              <a:gd name="connsiteX6058" fmla="*/ 1462019 w 12184002"/>
              <a:gd name="connsiteY6058" fmla="*/ 1138265 h 3882143"/>
              <a:gd name="connsiteX6059" fmla="*/ 1458036 w 12184002"/>
              <a:gd name="connsiteY6059" fmla="*/ 1225646 h 3882143"/>
              <a:gd name="connsiteX6060" fmla="*/ 1384255 w 12184002"/>
              <a:gd name="connsiteY6060" fmla="*/ 1366370 h 3882143"/>
              <a:gd name="connsiteX6061" fmla="*/ 1384255 w 12184002"/>
              <a:gd name="connsiteY6061" fmla="*/ 1559087 h 3882143"/>
              <a:gd name="connsiteX6062" fmla="*/ 1380499 w 12184002"/>
              <a:gd name="connsiteY6062" fmla="*/ 1562843 h 3882143"/>
              <a:gd name="connsiteX6063" fmla="*/ 1376742 w 12184002"/>
              <a:gd name="connsiteY6063" fmla="*/ 1559087 h 3882143"/>
              <a:gd name="connsiteX6064" fmla="*/ 1376742 w 12184002"/>
              <a:gd name="connsiteY6064" fmla="*/ 1364492 h 3882143"/>
              <a:gd name="connsiteX6065" fmla="*/ 1377193 w 12184002"/>
              <a:gd name="connsiteY6065" fmla="*/ 1363665 h 3882143"/>
              <a:gd name="connsiteX6066" fmla="*/ 1451049 w 12184002"/>
              <a:gd name="connsiteY6066" fmla="*/ 1222941 h 3882143"/>
              <a:gd name="connsiteX6067" fmla="*/ 6092001 w 12184002"/>
              <a:gd name="connsiteY6067" fmla="*/ 1090631 h 3882143"/>
              <a:gd name="connsiteX6068" fmla="*/ 6038204 w 12184002"/>
              <a:gd name="connsiteY6068" fmla="*/ 1144624 h 3882143"/>
              <a:gd name="connsiteX6069" fmla="*/ 6039284 w 12184002"/>
              <a:gd name="connsiteY6069" fmla="*/ 1145705 h 3882143"/>
              <a:gd name="connsiteX6070" fmla="*/ 6039284 w 12184002"/>
              <a:gd name="connsiteY6070" fmla="*/ 1579298 h 3882143"/>
              <a:gd name="connsiteX6071" fmla="*/ 5842586 w 12184002"/>
              <a:gd name="connsiteY6071" fmla="*/ 1776673 h 3882143"/>
              <a:gd name="connsiteX6072" fmla="*/ 5842586 w 12184002"/>
              <a:gd name="connsiteY6072" fmla="*/ 1935744 h 3882143"/>
              <a:gd name="connsiteX6073" fmla="*/ 5842586 w 12184002"/>
              <a:gd name="connsiteY6073" fmla="*/ 1946399 h 3882143"/>
              <a:gd name="connsiteX6074" fmla="*/ 5842586 w 12184002"/>
              <a:gd name="connsiteY6074" fmla="*/ 2105470 h 3882143"/>
              <a:gd name="connsiteX6075" fmla="*/ 6039284 w 12184002"/>
              <a:gd name="connsiteY6075" fmla="*/ 2302845 h 3882143"/>
              <a:gd name="connsiteX6076" fmla="*/ 6039284 w 12184002"/>
              <a:gd name="connsiteY6076" fmla="*/ 2736439 h 3882143"/>
              <a:gd name="connsiteX6077" fmla="*/ 6038204 w 12184002"/>
              <a:gd name="connsiteY6077" fmla="*/ 2737519 h 3882143"/>
              <a:gd name="connsiteX6078" fmla="*/ 6092001 w 12184002"/>
              <a:gd name="connsiteY6078" fmla="*/ 2791513 h 3882143"/>
              <a:gd name="connsiteX6079" fmla="*/ 6145799 w 12184002"/>
              <a:gd name="connsiteY6079" fmla="*/ 2737519 h 3882143"/>
              <a:gd name="connsiteX6080" fmla="*/ 6144718 w 12184002"/>
              <a:gd name="connsiteY6080" fmla="*/ 2736439 h 3882143"/>
              <a:gd name="connsiteX6081" fmla="*/ 6144718 w 12184002"/>
              <a:gd name="connsiteY6081" fmla="*/ 2302845 h 3882143"/>
              <a:gd name="connsiteX6082" fmla="*/ 6341417 w 12184002"/>
              <a:gd name="connsiteY6082" fmla="*/ 2105470 h 3882143"/>
              <a:gd name="connsiteX6083" fmla="*/ 6341417 w 12184002"/>
              <a:gd name="connsiteY6083" fmla="*/ 1946399 h 3882143"/>
              <a:gd name="connsiteX6084" fmla="*/ 6341417 w 12184002"/>
              <a:gd name="connsiteY6084" fmla="*/ 1935744 h 3882143"/>
              <a:gd name="connsiteX6085" fmla="*/ 6341417 w 12184002"/>
              <a:gd name="connsiteY6085" fmla="*/ 1776673 h 3882143"/>
              <a:gd name="connsiteX6086" fmla="*/ 6144718 w 12184002"/>
              <a:gd name="connsiteY6086" fmla="*/ 1579298 h 3882143"/>
              <a:gd name="connsiteX6087" fmla="*/ 6144718 w 12184002"/>
              <a:gd name="connsiteY6087" fmla="*/ 1145705 h 3882143"/>
              <a:gd name="connsiteX6088" fmla="*/ 6145799 w 12184002"/>
              <a:gd name="connsiteY6088" fmla="*/ 1144624 h 3882143"/>
              <a:gd name="connsiteX6089" fmla="*/ 12143129 w 12184002"/>
              <a:gd name="connsiteY6089" fmla="*/ 1071172 h 3882143"/>
              <a:gd name="connsiteX6090" fmla="*/ 12143204 w 12184002"/>
              <a:gd name="connsiteY6090" fmla="*/ 1071172 h 3882143"/>
              <a:gd name="connsiteX6091" fmla="*/ 12145834 w 12184002"/>
              <a:gd name="connsiteY6091" fmla="*/ 1072299 h 3882143"/>
              <a:gd name="connsiteX6092" fmla="*/ 12145834 w 12184002"/>
              <a:gd name="connsiteY6092" fmla="*/ 1077634 h 3882143"/>
              <a:gd name="connsiteX6093" fmla="*/ 12079051 w 12184002"/>
              <a:gd name="connsiteY6093" fmla="*/ 1144661 h 3882143"/>
              <a:gd name="connsiteX6094" fmla="*/ 12080093 w 12184002"/>
              <a:gd name="connsiteY6094" fmla="*/ 1145705 h 3882143"/>
              <a:gd name="connsiteX6095" fmla="*/ 12080093 w 12184002"/>
              <a:gd name="connsiteY6095" fmla="*/ 1579298 h 3882143"/>
              <a:gd name="connsiteX6096" fmla="*/ 11883395 w 12184002"/>
              <a:gd name="connsiteY6096" fmla="*/ 1776673 h 3882143"/>
              <a:gd name="connsiteX6097" fmla="*/ 11883395 w 12184002"/>
              <a:gd name="connsiteY6097" fmla="*/ 1935744 h 3882143"/>
              <a:gd name="connsiteX6098" fmla="*/ 11883395 w 12184002"/>
              <a:gd name="connsiteY6098" fmla="*/ 1946399 h 3882143"/>
              <a:gd name="connsiteX6099" fmla="*/ 11883395 w 12184002"/>
              <a:gd name="connsiteY6099" fmla="*/ 2105470 h 3882143"/>
              <a:gd name="connsiteX6100" fmla="*/ 12080093 w 12184002"/>
              <a:gd name="connsiteY6100" fmla="*/ 2302845 h 3882143"/>
              <a:gd name="connsiteX6101" fmla="*/ 12080093 w 12184002"/>
              <a:gd name="connsiteY6101" fmla="*/ 2736439 h 3882143"/>
              <a:gd name="connsiteX6102" fmla="*/ 12079051 w 12184002"/>
              <a:gd name="connsiteY6102" fmla="*/ 2737483 h 3882143"/>
              <a:gd name="connsiteX6103" fmla="*/ 12145834 w 12184002"/>
              <a:gd name="connsiteY6103" fmla="*/ 2804509 h 3882143"/>
              <a:gd name="connsiteX6104" fmla="*/ 12145834 w 12184002"/>
              <a:gd name="connsiteY6104" fmla="*/ 2809844 h 3882143"/>
              <a:gd name="connsiteX6105" fmla="*/ 12143204 w 12184002"/>
              <a:gd name="connsiteY6105" fmla="*/ 2810971 h 3882143"/>
              <a:gd name="connsiteX6106" fmla="*/ 12143129 w 12184002"/>
              <a:gd name="connsiteY6106" fmla="*/ 2810971 h 3882143"/>
              <a:gd name="connsiteX6107" fmla="*/ 12140499 w 12184002"/>
              <a:gd name="connsiteY6107" fmla="*/ 2809844 h 3882143"/>
              <a:gd name="connsiteX6108" fmla="*/ 11934560 w 12184002"/>
              <a:gd name="connsiteY6108" fmla="*/ 2603154 h 3882143"/>
              <a:gd name="connsiteX6109" fmla="*/ 11934560 w 12184002"/>
              <a:gd name="connsiteY6109" fmla="*/ 2597818 h 3882143"/>
              <a:gd name="connsiteX6110" fmla="*/ 11939894 w 12184002"/>
              <a:gd name="connsiteY6110" fmla="*/ 2597818 h 3882143"/>
              <a:gd name="connsiteX6111" fmla="*/ 12072580 w 12184002"/>
              <a:gd name="connsiteY6111" fmla="*/ 2730988 h 3882143"/>
              <a:gd name="connsiteX6112" fmla="*/ 12072580 w 12184002"/>
              <a:gd name="connsiteY6112" fmla="*/ 2306002 h 3882143"/>
              <a:gd name="connsiteX6113" fmla="*/ 11875881 w 12184002"/>
              <a:gd name="connsiteY6113" fmla="*/ 2108626 h 3882143"/>
              <a:gd name="connsiteX6114" fmla="*/ 11875881 w 12184002"/>
              <a:gd name="connsiteY6114" fmla="*/ 1946399 h 3882143"/>
              <a:gd name="connsiteX6115" fmla="*/ 11875881 w 12184002"/>
              <a:gd name="connsiteY6115" fmla="*/ 1935744 h 3882143"/>
              <a:gd name="connsiteX6116" fmla="*/ 11875881 w 12184002"/>
              <a:gd name="connsiteY6116" fmla="*/ 1773517 h 3882143"/>
              <a:gd name="connsiteX6117" fmla="*/ 12072580 w 12184002"/>
              <a:gd name="connsiteY6117" fmla="*/ 1576142 h 3882143"/>
              <a:gd name="connsiteX6118" fmla="*/ 12072580 w 12184002"/>
              <a:gd name="connsiteY6118" fmla="*/ 1151156 h 3882143"/>
              <a:gd name="connsiteX6119" fmla="*/ 11939894 w 12184002"/>
              <a:gd name="connsiteY6119" fmla="*/ 1284326 h 3882143"/>
              <a:gd name="connsiteX6120" fmla="*/ 11934560 w 12184002"/>
              <a:gd name="connsiteY6120" fmla="*/ 1284326 h 3882143"/>
              <a:gd name="connsiteX6121" fmla="*/ 11934560 w 12184002"/>
              <a:gd name="connsiteY6121" fmla="*/ 1278990 h 3882143"/>
              <a:gd name="connsiteX6122" fmla="*/ 12140499 w 12184002"/>
              <a:gd name="connsiteY6122" fmla="*/ 1072299 h 3882143"/>
              <a:gd name="connsiteX6123" fmla="*/ 12143129 w 12184002"/>
              <a:gd name="connsiteY6123" fmla="*/ 1071172 h 3882143"/>
              <a:gd name="connsiteX6124" fmla="*/ 6081681 w 12184002"/>
              <a:gd name="connsiteY6124" fmla="*/ 1071172 h 3882143"/>
              <a:gd name="connsiteX6125" fmla="*/ 6081756 w 12184002"/>
              <a:gd name="connsiteY6125" fmla="*/ 1071172 h 3882143"/>
              <a:gd name="connsiteX6126" fmla="*/ 6084386 w 12184002"/>
              <a:gd name="connsiteY6126" fmla="*/ 1072299 h 3882143"/>
              <a:gd name="connsiteX6127" fmla="*/ 6092001 w 12184002"/>
              <a:gd name="connsiteY6127" fmla="*/ 1079942 h 3882143"/>
              <a:gd name="connsiteX6128" fmla="*/ 6099617 w 12184002"/>
              <a:gd name="connsiteY6128" fmla="*/ 1072299 h 3882143"/>
              <a:gd name="connsiteX6129" fmla="*/ 6102247 w 12184002"/>
              <a:gd name="connsiteY6129" fmla="*/ 1071172 h 3882143"/>
              <a:gd name="connsiteX6130" fmla="*/ 6102322 w 12184002"/>
              <a:gd name="connsiteY6130" fmla="*/ 1071172 h 3882143"/>
              <a:gd name="connsiteX6131" fmla="*/ 6104951 w 12184002"/>
              <a:gd name="connsiteY6131" fmla="*/ 1072299 h 3882143"/>
              <a:gd name="connsiteX6132" fmla="*/ 6104951 w 12184002"/>
              <a:gd name="connsiteY6132" fmla="*/ 1077634 h 3882143"/>
              <a:gd name="connsiteX6133" fmla="*/ 6097326 w 12184002"/>
              <a:gd name="connsiteY6133" fmla="*/ 1085286 h 3882143"/>
              <a:gd name="connsiteX6134" fmla="*/ 6272871 w 12184002"/>
              <a:gd name="connsiteY6134" fmla="*/ 1261470 h 3882143"/>
              <a:gd name="connsiteX6135" fmla="*/ 6284390 w 12184002"/>
              <a:gd name="connsiteY6135" fmla="*/ 1256675 h 3882143"/>
              <a:gd name="connsiteX6136" fmla="*/ 6308658 w 12184002"/>
              <a:gd name="connsiteY6136" fmla="*/ 1281093 h 3882143"/>
              <a:gd name="connsiteX6137" fmla="*/ 6284390 w 12184002"/>
              <a:gd name="connsiteY6137" fmla="*/ 1305511 h 3882143"/>
              <a:gd name="connsiteX6138" fmla="*/ 6260123 w 12184002"/>
              <a:gd name="connsiteY6138" fmla="*/ 1281093 h 3882143"/>
              <a:gd name="connsiteX6139" fmla="*/ 6266454 w 12184002"/>
              <a:gd name="connsiteY6139" fmla="*/ 1265721 h 3882143"/>
              <a:gd name="connsiteX6140" fmla="*/ 6152231 w 12184002"/>
              <a:gd name="connsiteY6140" fmla="*/ 1151081 h 3882143"/>
              <a:gd name="connsiteX6141" fmla="*/ 6152231 w 12184002"/>
              <a:gd name="connsiteY6141" fmla="*/ 1576142 h 3882143"/>
              <a:gd name="connsiteX6142" fmla="*/ 6348930 w 12184002"/>
              <a:gd name="connsiteY6142" fmla="*/ 1773517 h 3882143"/>
              <a:gd name="connsiteX6143" fmla="*/ 6348930 w 12184002"/>
              <a:gd name="connsiteY6143" fmla="*/ 1935744 h 3882143"/>
              <a:gd name="connsiteX6144" fmla="*/ 6348930 w 12184002"/>
              <a:gd name="connsiteY6144" fmla="*/ 1946399 h 3882143"/>
              <a:gd name="connsiteX6145" fmla="*/ 6348930 w 12184002"/>
              <a:gd name="connsiteY6145" fmla="*/ 2108626 h 3882143"/>
              <a:gd name="connsiteX6146" fmla="*/ 6152231 w 12184002"/>
              <a:gd name="connsiteY6146" fmla="*/ 2306002 h 3882143"/>
              <a:gd name="connsiteX6147" fmla="*/ 6152231 w 12184002"/>
              <a:gd name="connsiteY6147" fmla="*/ 2731062 h 3882143"/>
              <a:gd name="connsiteX6148" fmla="*/ 6266454 w 12184002"/>
              <a:gd name="connsiteY6148" fmla="*/ 2616422 h 3882143"/>
              <a:gd name="connsiteX6149" fmla="*/ 6260123 w 12184002"/>
              <a:gd name="connsiteY6149" fmla="*/ 2601050 h 3882143"/>
              <a:gd name="connsiteX6150" fmla="*/ 6284390 w 12184002"/>
              <a:gd name="connsiteY6150" fmla="*/ 2576632 h 3882143"/>
              <a:gd name="connsiteX6151" fmla="*/ 6308658 w 12184002"/>
              <a:gd name="connsiteY6151" fmla="*/ 2601050 h 3882143"/>
              <a:gd name="connsiteX6152" fmla="*/ 6284390 w 12184002"/>
              <a:gd name="connsiteY6152" fmla="*/ 2625468 h 3882143"/>
              <a:gd name="connsiteX6153" fmla="*/ 6272871 w 12184002"/>
              <a:gd name="connsiteY6153" fmla="*/ 2620673 h 3882143"/>
              <a:gd name="connsiteX6154" fmla="*/ 6097326 w 12184002"/>
              <a:gd name="connsiteY6154" fmla="*/ 2796858 h 3882143"/>
              <a:gd name="connsiteX6155" fmla="*/ 6104951 w 12184002"/>
              <a:gd name="connsiteY6155" fmla="*/ 2804509 h 3882143"/>
              <a:gd name="connsiteX6156" fmla="*/ 6104951 w 12184002"/>
              <a:gd name="connsiteY6156" fmla="*/ 2809844 h 3882143"/>
              <a:gd name="connsiteX6157" fmla="*/ 6102322 w 12184002"/>
              <a:gd name="connsiteY6157" fmla="*/ 2810971 h 3882143"/>
              <a:gd name="connsiteX6158" fmla="*/ 6102247 w 12184002"/>
              <a:gd name="connsiteY6158" fmla="*/ 2810971 h 3882143"/>
              <a:gd name="connsiteX6159" fmla="*/ 6099617 w 12184002"/>
              <a:gd name="connsiteY6159" fmla="*/ 2809844 h 3882143"/>
              <a:gd name="connsiteX6160" fmla="*/ 6092001 w 12184002"/>
              <a:gd name="connsiteY6160" fmla="*/ 2802202 h 3882143"/>
              <a:gd name="connsiteX6161" fmla="*/ 6084386 w 12184002"/>
              <a:gd name="connsiteY6161" fmla="*/ 2809844 h 3882143"/>
              <a:gd name="connsiteX6162" fmla="*/ 6081756 w 12184002"/>
              <a:gd name="connsiteY6162" fmla="*/ 2810971 h 3882143"/>
              <a:gd name="connsiteX6163" fmla="*/ 6081681 w 12184002"/>
              <a:gd name="connsiteY6163" fmla="*/ 2810971 h 3882143"/>
              <a:gd name="connsiteX6164" fmla="*/ 6079052 w 12184002"/>
              <a:gd name="connsiteY6164" fmla="*/ 2809844 h 3882143"/>
              <a:gd name="connsiteX6165" fmla="*/ 6079052 w 12184002"/>
              <a:gd name="connsiteY6165" fmla="*/ 2804509 h 3882143"/>
              <a:gd name="connsiteX6166" fmla="*/ 6086676 w 12184002"/>
              <a:gd name="connsiteY6166" fmla="*/ 2796858 h 3882143"/>
              <a:gd name="connsiteX6167" fmla="*/ 5911133 w 12184002"/>
              <a:gd name="connsiteY6167" fmla="*/ 2620673 h 3882143"/>
              <a:gd name="connsiteX6168" fmla="*/ 5899612 w 12184002"/>
              <a:gd name="connsiteY6168" fmla="*/ 2625468 h 3882143"/>
              <a:gd name="connsiteX6169" fmla="*/ 5875345 w 12184002"/>
              <a:gd name="connsiteY6169" fmla="*/ 2601050 h 3882143"/>
              <a:gd name="connsiteX6170" fmla="*/ 5899612 w 12184002"/>
              <a:gd name="connsiteY6170" fmla="*/ 2576632 h 3882143"/>
              <a:gd name="connsiteX6171" fmla="*/ 5923881 w 12184002"/>
              <a:gd name="connsiteY6171" fmla="*/ 2601050 h 3882143"/>
              <a:gd name="connsiteX6172" fmla="*/ 5917550 w 12184002"/>
              <a:gd name="connsiteY6172" fmla="*/ 2616422 h 3882143"/>
              <a:gd name="connsiteX6173" fmla="*/ 6031772 w 12184002"/>
              <a:gd name="connsiteY6173" fmla="*/ 2731062 h 3882143"/>
              <a:gd name="connsiteX6174" fmla="*/ 6031772 w 12184002"/>
              <a:gd name="connsiteY6174" fmla="*/ 2306002 h 3882143"/>
              <a:gd name="connsiteX6175" fmla="*/ 5835072 w 12184002"/>
              <a:gd name="connsiteY6175" fmla="*/ 2108626 h 3882143"/>
              <a:gd name="connsiteX6176" fmla="*/ 5835072 w 12184002"/>
              <a:gd name="connsiteY6176" fmla="*/ 1946399 h 3882143"/>
              <a:gd name="connsiteX6177" fmla="*/ 5835072 w 12184002"/>
              <a:gd name="connsiteY6177" fmla="*/ 1935744 h 3882143"/>
              <a:gd name="connsiteX6178" fmla="*/ 5835072 w 12184002"/>
              <a:gd name="connsiteY6178" fmla="*/ 1773517 h 3882143"/>
              <a:gd name="connsiteX6179" fmla="*/ 6031772 w 12184002"/>
              <a:gd name="connsiteY6179" fmla="*/ 1576142 h 3882143"/>
              <a:gd name="connsiteX6180" fmla="*/ 6031772 w 12184002"/>
              <a:gd name="connsiteY6180" fmla="*/ 1151081 h 3882143"/>
              <a:gd name="connsiteX6181" fmla="*/ 5917550 w 12184002"/>
              <a:gd name="connsiteY6181" fmla="*/ 1265721 h 3882143"/>
              <a:gd name="connsiteX6182" fmla="*/ 5923881 w 12184002"/>
              <a:gd name="connsiteY6182" fmla="*/ 1281093 h 3882143"/>
              <a:gd name="connsiteX6183" fmla="*/ 5899612 w 12184002"/>
              <a:gd name="connsiteY6183" fmla="*/ 1305511 h 3882143"/>
              <a:gd name="connsiteX6184" fmla="*/ 5875345 w 12184002"/>
              <a:gd name="connsiteY6184" fmla="*/ 1281093 h 3882143"/>
              <a:gd name="connsiteX6185" fmla="*/ 5899612 w 12184002"/>
              <a:gd name="connsiteY6185" fmla="*/ 1256675 h 3882143"/>
              <a:gd name="connsiteX6186" fmla="*/ 5911133 w 12184002"/>
              <a:gd name="connsiteY6186" fmla="*/ 1261470 h 3882143"/>
              <a:gd name="connsiteX6187" fmla="*/ 6086676 w 12184002"/>
              <a:gd name="connsiteY6187" fmla="*/ 1085286 h 3882143"/>
              <a:gd name="connsiteX6188" fmla="*/ 6079052 w 12184002"/>
              <a:gd name="connsiteY6188" fmla="*/ 1077634 h 3882143"/>
              <a:gd name="connsiteX6189" fmla="*/ 6079052 w 12184002"/>
              <a:gd name="connsiteY6189" fmla="*/ 1072299 h 3882143"/>
              <a:gd name="connsiteX6190" fmla="*/ 6081681 w 12184002"/>
              <a:gd name="connsiteY6190" fmla="*/ 1071172 h 3882143"/>
              <a:gd name="connsiteX6191" fmla="*/ 40799 w 12184002"/>
              <a:gd name="connsiteY6191" fmla="*/ 1071172 h 3882143"/>
              <a:gd name="connsiteX6192" fmla="*/ 40873 w 12184002"/>
              <a:gd name="connsiteY6192" fmla="*/ 1071172 h 3882143"/>
              <a:gd name="connsiteX6193" fmla="*/ 43503 w 12184002"/>
              <a:gd name="connsiteY6193" fmla="*/ 1072299 h 3882143"/>
              <a:gd name="connsiteX6194" fmla="*/ 249443 w 12184002"/>
              <a:gd name="connsiteY6194" fmla="*/ 1278990 h 3882143"/>
              <a:gd name="connsiteX6195" fmla="*/ 249443 w 12184002"/>
              <a:gd name="connsiteY6195" fmla="*/ 1284326 h 3882143"/>
              <a:gd name="connsiteX6196" fmla="*/ 244109 w 12184002"/>
              <a:gd name="connsiteY6196" fmla="*/ 1284326 h 3882143"/>
              <a:gd name="connsiteX6197" fmla="*/ 111422 w 12184002"/>
              <a:gd name="connsiteY6197" fmla="*/ 1151156 h 3882143"/>
              <a:gd name="connsiteX6198" fmla="*/ 111422 w 12184002"/>
              <a:gd name="connsiteY6198" fmla="*/ 1576142 h 3882143"/>
              <a:gd name="connsiteX6199" fmla="*/ 308121 w 12184002"/>
              <a:gd name="connsiteY6199" fmla="*/ 1773517 h 3882143"/>
              <a:gd name="connsiteX6200" fmla="*/ 308121 w 12184002"/>
              <a:gd name="connsiteY6200" fmla="*/ 1935744 h 3882143"/>
              <a:gd name="connsiteX6201" fmla="*/ 308121 w 12184002"/>
              <a:gd name="connsiteY6201" fmla="*/ 1946399 h 3882143"/>
              <a:gd name="connsiteX6202" fmla="*/ 308121 w 12184002"/>
              <a:gd name="connsiteY6202" fmla="*/ 2108626 h 3882143"/>
              <a:gd name="connsiteX6203" fmla="*/ 111422 w 12184002"/>
              <a:gd name="connsiteY6203" fmla="*/ 2306002 h 3882143"/>
              <a:gd name="connsiteX6204" fmla="*/ 111422 w 12184002"/>
              <a:gd name="connsiteY6204" fmla="*/ 2730988 h 3882143"/>
              <a:gd name="connsiteX6205" fmla="*/ 244109 w 12184002"/>
              <a:gd name="connsiteY6205" fmla="*/ 2597818 h 3882143"/>
              <a:gd name="connsiteX6206" fmla="*/ 249443 w 12184002"/>
              <a:gd name="connsiteY6206" fmla="*/ 2597818 h 3882143"/>
              <a:gd name="connsiteX6207" fmla="*/ 249443 w 12184002"/>
              <a:gd name="connsiteY6207" fmla="*/ 2603154 h 3882143"/>
              <a:gd name="connsiteX6208" fmla="*/ 43503 w 12184002"/>
              <a:gd name="connsiteY6208" fmla="*/ 2809844 h 3882143"/>
              <a:gd name="connsiteX6209" fmla="*/ 40873 w 12184002"/>
              <a:gd name="connsiteY6209" fmla="*/ 2810971 h 3882143"/>
              <a:gd name="connsiteX6210" fmla="*/ 40799 w 12184002"/>
              <a:gd name="connsiteY6210" fmla="*/ 2810971 h 3882143"/>
              <a:gd name="connsiteX6211" fmla="*/ 38168 w 12184002"/>
              <a:gd name="connsiteY6211" fmla="*/ 2809844 h 3882143"/>
              <a:gd name="connsiteX6212" fmla="*/ 38168 w 12184002"/>
              <a:gd name="connsiteY6212" fmla="*/ 2804509 h 3882143"/>
              <a:gd name="connsiteX6213" fmla="*/ 104952 w 12184002"/>
              <a:gd name="connsiteY6213" fmla="*/ 2737483 h 3882143"/>
              <a:gd name="connsiteX6214" fmla="*/ 103909 w 12184002"/>
              <a:gd name="connsiteY6214" fmla="*/ 2736439 h 3882143"/>
              <a:gd name="connsiteX6215" fmla="*/ 103909 w 12184002"/>
              <a:gd name="connsiteY6215" fmla="*/ 2302845 h 3882143"/>
              <a:gd name="connsiteX6216" fmla="*/ 300609 w 12184002"/>
              <a:gd name="connsiteY6216" fmla="*/ 2105470 h 3882143"/>
              <a:gd name="connsiteX6217" fmla="*/ 300609 w 12184002"/>
              <a:gd name="connsiteY6217" fmla="*/ 1946399 h 3882143"/>
              <a:gd name="connsiteX6218" fmla="*/ 300609 w 12184002"/>
              <a:gd name="connsiteY6218" fmla="*/ 1935744 h 3882143"/>
              <a:gd name="connsiteX6219" fmla="*/ 300609 w 12184002"/>
              <a:gd name="connsiteY6219" fmla="*/ 1776673 h 3882143"/>
              <a:gd name="connsiteX6220" fmla="*/ 103909 w 12184002"/>
              <a:gd name="connsiteY6220" fmla="*/ 1579298 h 3882143"/>
              <a:gd name="connsiteX6221" fmla="*/ 103909 w 12184002"/>
              <a:gd name="connsiteY6221" fmla="*/ 1145705 h 3882143"/>
              <a:gd name="connsiteX6222" fmla="*/ 104952 w 12184002"/>
              <a:gd name="connsiteY6222" fmla="*/ 1144661 h 3882143"/>
              <a:gd name="connsiteX6223" fmla="*/ 38168 w 12184002"/>
              <a:gd name="connsiteY6223" fmla="*/ 1077634 h 3882143"/>
              <a:gd name="connsiteX6224" fmla="*/ 38168 w 12184002"/>
              <a:gd name="connsiteY6224" fmla="*/ 1072299 h 3882143"/>
              <a:gd name="connsiteX6225" fmla="*/ 40799 w 12184002"/>
              <a:gd name="connsiteY6225" fmla="*/ 1071172 h 3882143"/>
              <a:gd name="connsiteX6226" fmla="*/ 9345168 w 12184002"/>
              <a:gd name="connsiteY6226" fmla="*/ 1070796 h 3882143"/>
              <a:gd name="connsiteX6227" fmla="*/ 9565909 w 12184002"/>
              <a:gd name="connsiteY6227" fmla="*/ 1070796 h 3882143"/>
              <a:gd name="connsiteX6228" fmla="*/ 9565909 w 12184002"/>
              <a:gd name="connsiteY6228" fmla="*/ 1152692 h 3882143"/>
              <a:gd name="connsiteX6229" fmla="*/ 9568765 w 12184002"/>
              <a:gd name="connsiteY6229" fmla="*/ 1155546 h 3882143"/>
              <a:gd name="connsiteX6230" fmla="*/ 9565909 w 12184002"/>
              <a:gd name="connsiteY6230" fmla="*/ 1158401 h 3882143"/>
              <a:gd name="connsiteX6231" fmla="*/ 9565909 w 12184002"/>
              <a:gd name="connsiteY6231" fmla="*/ 1296434 h 3882143"/>
              <a:gd name="connsiteX6232" fmla="*/ 9577273 w 12184002"/>
              <a:gd name="connsiteY6232" fmla="*/ 1301182 h 3882143"/>
              <a:gd name="connsiteX6233" fmla="*/ 9584392 w 12184002"/>
              <a:gd name="connsiteY6233" fmla="*/ 1318435 h 3882143"/>
              <a:gd name="connsiteX6234" fmla="*/ 9560124 w 12184002"/>
              <a:gd name="connsiteY6234" fmla="*/ 1342853 h 3882143"/>
              <a:gd name="connsiteX6235" fmla="*/ 9535856 w 12184002"/>
              <a:gd name="connsiteY6235" fmla="*/ 1318435 h 3882143"/>
              <a:gd name="connsiteX6236" fmla="*/ 9542975 w 12184002"/>
              <a:gd name="connsiteY6236" fmla="*/ 1301155 h 3882143"/>
              <a:gd name="connsiteX6237" fmla="*/ 9558396 w 12184002"/>
              <a:gd name="connsiteY6237" fmla="*/ 1294737 h 3882143"/>
              <a:gd name="connsiteX6238" fmla="*/ 9558396 w 12184002"/>
              <a:gd name="connsiteY6238" fmla="*/ 1159302 h 3882143"/>
              <a:gd name="connsiteX6239" fmla="*/ 9427589 w 12184002"/>
              <a:gd name="connsiteY6239" fmla="*/ 1159302 h 3882143"/>
              <a:gd name="connsiteX6240" fmla="*/ 9427589 w 12184002"/>
              <a:gd name="connsiteY6240" fmla="*/ 1406190 h 3882143"/>
              <a:gd name="connsiteX6241" fmla="*/ 9503624 w 12184002"/>
              <a:gd name="connsiteY6241" fmla="*/ 1406190 h 3882143"/>
              <a:gd name="connsiteX6242" fmla="*/ 9503624 w 12184002"/>
              <a:gd name="connsiteY6242" fmla="*/ 1261585 h 3882143"/>
              <a:gd name="connsiteX6243" fmla="*/ 9487677 w 12184002"/>
              <a:gd name="connsiteY6243" fmla="*/ 1254948 h 3882143"/>
              <a:gd name="connsiteX6244" fmla="*/ 9480557 w 12184002"/>
              <a:gd name="connsiteY6244" fmla="*/ 1237667 h 3882143"/>
              <a:gd name="connsiteX6245" fmla="*/ 9504827 w 12184002"/>
              <a:gd name="connsiteY6245" fmla="*/ 1213249 h 3882143"/>
              <a:gd name="connsiteX6246" fmla="*/ 9529094 w 12184002"/>
              <a:gd name="connsiteY6246" fmla="*/ 1237667 h 3882143"/>
              <a:gd name="connsiteX6247" fmla="*/ 9521975 w 12184002"/>
              <a:gd name="connsiteY6247" fmla="*/ 1254948 h 3882143"/>
              <a:gd name="connsiteX6248" fmla="*/ 9511213 w 12184002"/>
              <a:gd name="connsiteY6248" fmla="*/ 1259427 h 3882143"/>
              <a:gd name="connsiteX6249" fmla="*/ 9511213 w 12184002"/>
              <a:gd name="connsiteY6249" fmla="*/ 1413704 h 3882143"/>
              <a:gd name="connsiteX6250" fmla="*/ 9427589 w 12184002"/>
              <a:gd name="connsiteY6250" fmla="*/ 1413704 h 3882143"/>
              <a:gd name="connsiteX6251" fmla="*/ 9427589 w 12184002"/>
              <a:gd name="connsiteY6251" fmla="*/ 1490941 h 3882143"/>
              <a:gd name="connsiteX6252" fmla="*/ 9423831 w 12184002"/>
              <a:gd name="connsiteY6252" fmla="*/ 1494698 h 3882143"/>
              <a:gd name="connsiteX6253" fmla="*/ 9420077 w 12184002"/>
              <a:gd name="connsiteY6253" fmla="*/ 1490941 h 3882143"/>
              <a:gd name="connsiteX6254" fmla="*/ 9420077 w 12184002"/>
              <a:gd name="connsiteY6254" fmla="*/ 1151789 h 3882143"/>
              <a:gd name="connsiteX6255" fmla="*/ 9558396 w 12184002"/>
              <a:gd name="connsiteY6255" fmla="*/ 1151789 h 3882143"/>
              <a:gd name="connsiteX6256" fmla="*/ 9558396 w 12184002"/>
              <a:gd name="connsiteY6256" fmla="*/ 1078385 h 3882143"/>
              <a:gd name="connsiteX6257" fmla="*/ 9352755 w 12184002"/>
              <a:gd name="connsiteY6257" fmla="*/ 1078385 h 3882143"/>
              <a:gd name="connsiteX6258" fmla="*/ 9352755 w 12184002"/>
              <a:gd name="connsiteY6258" fmla="*/ 1538125 h 3882143"/>
              <a:gd name="connsiteX6259" fmla="*/ 9515344 w 12184002"/>
              <a:gd name="connsiteY6259" fmla="*/ 1652628 h 3882143"/>
              <a:gd name="connsiteX6260" fmla="*/ 9516245 w 12184002"/>
              <a:gd name="connsiteY6260" fmla="*/ 1657888 h 3882143"/>
              <a:gd name="connsiteX6261" fmla="*/ 9510987 w 12184002"/>
              <a:gd name="connsiteY6261" fmla="*/ 1658790 h 3882143"/>
              <a:gd name="connsiteX6262" fmla="*/ 9345168 w 12184002"/>
              <a:gd name="connsiteY6262" fmla="*/ 1542031 h 3882143"/>
              <a:gd name="connsiteX6263" fmla="*/ 8658901 w 12184002"/>
              <a:gd name="connsiteY6263" fmla="*/ 1070796 h 3882143"/>
              <a:gd name="connsiteX6264" fmla="*/ 8879642 w 12184002"/>
              <a:gd name="connsiteY6264" fmla="*/ 1070796 h 3882143"/>
              <a:gd name="connsiteX6265" fmla="*/ 8879642 w 12184002"/>
              <a:gd name="connsiteY6265" fmla="*/ 1542031 h 3882143"/>
              <a:gd name="connsiteX6266" fmla="*/ 8730441 w 12184002"/>
              <a:gd name="connsiteY6266" fmla="*/ 1647089 h 3882143"/>
              <a:gd name="connsiteX6267" fmla="*/ 8732230 w 12184002"/>
              <a:gd name="connsiteY6267" fmla="*/ 1651425 h 3882143"/>
              <a:gd name="connsiteX6268" fmla="*/ 8707963 w 12184002"/>
              <a:gd name="connsiteY6268" fmla="*/ 1675843 h 3882143"/>
              <a:gd name="connsiteX6269" fmla="*/ 8683694 w 12184002"/>
              <a:gd name="connsiteY6269" fmla="*/ 1651425 h 3882143"/>
              <a:gd name="connsiteX6270" fmla="*/ 8707963 w 12184002"/>
              <a:gd name="connsiteY6270" fmla="*/ 1627007 h 3882143"/>
              <a:gd name="connsiteX6271" fmla="*/ 8725112 w 12184002"/>
              <a:gd name="connsiteY6271" fmla="*/ 1634172 h 3882143"/>
              <a:gd name="connsiteX6272" fmla="*/ 8727490 w 12184002"/>
              <a:gd name="connsiteY6272" fmla="*/ 1639935 h 3882143"/>
              <a:gd name="connsiteX6273" fmla="*/ 8872053 w 12184002"/>
              <a:gd name="connsiteY6273" fmla="*/ 1538125 h 3882143"/>
              <a:gd name="connsiteX6274" fmla="*/ 8872053 w 12184002"/>
              <a:gd name="connsiteY6274" fmla="*/ 1078385 h 3882143"/>
              <a:gd name="connsiteX6275" fmla="*/ 8666414 w 12184002"/>
              <a:gd name="connsiteY6275" fmla="*/ 1078385 h 3882143"/>
              <a:gd name="connsiteX6276" fmla="*/ 8666414 w 12184002"/>
              <a:gd name="connsiteY6276" fmla="*/ 1151789 h 3882143"/>
              <a:gd name="connsiteX6277" fmla="*/ 8804733 w 12184002"/>
              <a:gd name="connsiteY6277" fmla="*/ 1151789 h 3882143"/>
              <a:gd name="connsiteX6278" fmla="*/ 8804733 w 12184002"/>
              <a:gd name="connsiteY6278" fmla="*/ 1490941 h 3882143"/>
              <a:gd name="connsiteX6279" fmla="*/ 8800976 w 12184002"/>
              <a:gd name="connsiteY6279" fmla="*/ 1494698 h 3882143"/>
              <a:gd name="connsiteX6280" fmla="*/ 8797220 w 12184002"/>
              <a:gd name="connsiteY6280" fmla="*/ 1490941 h 3882143"/>
              <a:gd name="connsiteX6281" fmla="*/ 8797220 w 12184002"/>
              <a:gd name="connsiteY6281" fmla="*/ 1413779 h 3882143"/>
              <a:gd name="connsiteX6282" fmla="*/ 8713673 w 12184002"/>
              <a:gd name="connsiteY6282" fmla="*/ 1413779 h 3882143"/>
              <a:gd name="connsiteX6283" fmla="*/ 8713673 w 12184002"/>
              <a:gd name="connsiteY6283" fmla="*/ 1245181 h 3882143"/>
              <a:gd name="connsiteX6284" fmla="*/ 8717430 w 12184002"/>
              <a:gd name="connsiteY6284" fmla="*/ 1241424 h 3882143"/>
              <a:gd name="connsiteX6285" fmla="*/ 8717505 w 12184002"/>
              <a:gd name="connsiteY6285" fmla="*/ 1241499 h 3882143"/>
              <a:gd name="connsiteX6286" fmla="*/ 8721262 w 12184002"/>
              <a:gd name="connsiteY6286" fmla="*/ 1245256 h 3882143"/>
              <a:gd name="connsiteX6287" fmla="*/ 8721262 w 12184002"/>
              <a:gd name="connsiteY6287" fmla="*/ 1406267 h 3882143"/>
              <a:gd name="connsiteX6288" fmla="*/ 8797220 w 12184002"/>
              <a:gd name="connsiteY6288" fmla="*/ 1406267 h 3882143"/>
              <a:gd name="connsiteX6289" fmla="*/ 8797220 w 12184002"/>
              <a:gd name="connsiteY6289" fmla="*/ 1159302 h 3882143"/>
              <a:gd name="connsiteX6290" fmla="*/ 8666414 w 12184002"/>
              <a:gd name="connsiteY6290" fmla="*/ 1159302 h 3882143"/>
              <a:gd name="connsiteX6291" fmla="*/ 8666414 w 12184002"/>
              <a:gd name="connsiteY6291" fmla="*/ 1323245 h 3882143"/>
              <a:gd name="connsiteX6292" fmla="*/ 8662657 w 12184002"/>
              <a:gd name="connsiteY6292" fmla="*/ 1327001 h 3882143"/>
              <a:gd name="connsiteX6293" fmla="*/ 8658901 w 12184002"/>
              <a:gd name="connsiteY6293" fmla="*/ 1323245 h 3882143"/>
              <a:gd name="connsiteX6294" fmla="*/ 8658901 w 12184002"/>
              <a:gd name="connsiteY6294" fmla="*/ 1158401 h 3882143"/>
              <a:gd name="connsiteX6295" fmla="*/ 8656045 w 12184002"/>
              <a:gd name="connsiteY6295" fmla="*/ 1155546 h 3882143"/>
              <a:gd name="connsiteX6296" fmla="*/ 8658901 w 12184002"/>
              <a:gd name="connsiteY6296" fmla="*/ 1152692 h 3882143"/>
              <a:gd name="connsiteX6297" fmla="*/ 3304361 w 12184002"/>
              <a:gd name="connsiteY6297" fmla="*/ 1070796 h 3882143"/>
              <a:gd name="connsiteX6298" fmla="*/ 3525102 w 12184002"/>
              <a:gd name="connsiteY6298" fmla="*/ 1070796 h 3882143"/>
              <a:gd name="connsiteX6299" fmla="*/ 3525102 w 12184002"/>
              <a:gd name="connsiteY6299" fmla="*/ 1152692 h 3882143"/>
              <a:gd name="connsiteX6300" fmla="*/ 3527957 w 12184002"/>
              <a:gd name="connsiteY6300" fmla="*/ 1155546 h 3882143"/>
              <a:gd name="connsiteX6301" fmla="*/ 3525102 w 12184002"/>
              <a:gd name="connsiteY6301" fmla="*/ 1158401 h 3882143"/>
              <a:gd name="connsiteX6302" fmla="*/ 3525102 w 12184002"/>
              <a:gd name="connsiteY6302" fmla="*/ 1323245 h 3882143"/>
              <a:gd name="connsiteX6303" fmla="*/ 3521346 w 12184002"/>
              <a:gd name="connsiteY6303" fmla="*/ 1327001 h 3882143"/>
              <a:gd name="connsiteX6304" fmla="*/ 3517589 w 12184002"/>
              <a:gd name="connsiteY6304" fmla="*/ 1323245 h 3882143"/>
              <a:gd name="connsiteX6305" fmla="*/ 3517589 w 12184002"/>
              <a:gd name="connsiteY6305" fmla="*/ 1159302 h 3882143"/>
              <a:gd name="connsiteX6306" fmla="*/ 3386782 w 12184002"/>
              <a:gd name="connsiteY6306" fmla="*/ 1159302 h 3882143"/>
              <a:gd name="connsiteX6307" fmla="*/ 3386782 w 12184002"/>
              <a:gd name="connsiteY6307" fmla="*/ 1406267 h 3882143"/>
              <a:gd name="connsiteX6308" fmla="*/ 3462741 w 12184002"/>
              <a:gd name="connsiteY6308" fmla="*/ 1406267 h 3882143"/>
              <a:gd name="connsiteX6309" fmla="*/ 3462741 w 12184002"/>
              <a:gd name="connsiteY6309" fmla="*/ 1245256 h 3882143"/>
              <a:gd name="connsiteX6310" fmla="*/ 3466498 w 12184002"/>
              <a:gd name="connsiteY6310" fmla="*/ 1241499 h 3882143"/>
              <a:gd name="connsiteX6311" fmla="*/ 3466573 w 12184002"/>
              <a:gd name="connsiteY6311" fmla="*/ 1241424 h 3882143"/>
              <a:gd name="connsiteX6312" fmla="*/ 3470329 w 12184002"/>
              <a:gd name="connsiteY6312" fmla="*/ 1245181 h 3882143"/>
              <a:gd name="connsiteX6313" fmla="*/ 3470329 w 12184002"/>
              <a:gd name="connsiteY6313" fmla="*/ 1413779 h 3882143"/>
              <a:gd name="connsiteX6314" fmla="*/ 3386782 w 12184002"/>
              <a:gd name="connsiteY6314" fmla="*/ 1413779 h 3882143"/>
              <a:gd name="connsiteX6315" fmla="*/ 3386782 w 12184002"/>
              <a:gd name="connsiteY6315" fmla="*/ 1490941 h 3882143"/>
              <a:gd name="connsiteX6316" fmla="*/ 3383026 w 12184002"/>
              <a:gd name="connsiteY6316" fmla="*/ 1494698 h 3882143"/>
              <a:gd name="connsiteX6317" fmla="*/ 3379269 w 12184002"/>
              <a:gd name="connsiteY6317" fmla="*/ 1490941 h 3882143"/>
              <a:gd name="connsiteX6318" fmla="*/ 3379269 w 12184002"/>
              <a:gd name="connsiteY6318" fmla="*/ 1151789 h 3882143"/>
              <a:gd name="connsiteX6319" fmla="*/ 3517589 w 12184002"/>
              <a:gd name="connsiteY6319" fmla="*/ 1151789 h 3882143"/>
              <a:gd name="connsiteX6320" fmla="*/ 3517589 w 12184002"/>
              <a:gd name="connsiteY6320" fmla="*/ 1078385 h 3882143"/>
              <a:gd name="connsiteX6321" fmla="*/ 3311950 w 12184002"/>
              <a:gd name="connsiteY6321" fmla="*/ 1078385 h 3882143"/>
              <a:gd name="connsiteX6322" fmla="*/ 3311950 w 12184002"/>
              <a:gd name="connsiteY6322" fmla="*/ 1538125 h 3882143"/>
              <a:gd name="connsiteX6323" fmla="*/ 3456513 w 12184002"/>
              <a:gd name="connsiteY6323" fmla="*/ 1639935 h 3882143"/>
              <a:gd name="connsiteX6324" fmla="*/ 3458891 w 12184002"/>
              <a:gd name="connsiteY6324" fmla="*/ 1634172 h 3882143"/>
              <a:gd name="connsiteX6325" fmla="*/ 3476040 w 12184002"/>
              <a:gd name="connsiteY6325" fmla="*/ 1627007 h 3882143"/>
              <a:gd name="connsiteX6326" fmla="*/ 3500308 w 12184002"/>
              <a:gd name="connsiteY6326" fmla="*/ 1651425 h 3882143"/>
              <a:gd name="connsiteX6327" fmla="*/ 3476040 w 12184002"/>
              <a:gd name="connsiteY6327" fmla="*/ 1675843 h 3882143"/>
              <a:gd name="connsiteX6328" fmla="*/ 3451772 w 12184002"/>
              <a:gd name="connsiteY6328" fmla="*/ 1651425 h 3882143"/>
              <a:gd name="connsiteX6329" fmla="*/ 3453561 w 12184002"/>
              <a:gd name="connsiteY6329" fmla="*/ 1647089 h 3882143"/>
              <a:gd name="connsiteX6330" fmla="*/ 3304361 w 12184002"/>
              <a:gd name="connsiteY6330" fmla="*/ 1542031 h 3882143"/>
              <a:gd name="connsiteX6331" fmla="*/ 2618094 w 12184002"/>
              <a:gd name="connsiteY6331" fmla="*/ 1070796 h 3882143"/>
              <a:gd name="connsiteX6332" fmla="*/ 2838835 w 12184002"/>
              <a:gd name="connsiteY6332" fmla="*/ 1070796 h 3882143"/>
              <a:gd name="connsiteX6333" fmla="*/ 2838835 w 12184002"/>
              <a:gd name="connsiteY6333" fmla="*/ 1542031 h 3882143"/>
              <a:gd name="connsiteX6334" fmla="*/ 2673016 w 12184002"/>
              <a:gd name="connsiteY6334" fmla="*/ 1658790 h 3882143"/>
              <a:gd name="connsiteX6335" fmla="*/ 2667757 w 12184002"/>
              <a:gd name="connsiteY6335" fmla="*/ 1657888 h 3882143"/>
              <a:gd name="connsiteX6336" fmla="*/ 2668659 w 12184002"/>
              <a:gd name="connsiteY6336" fmla="*/ 1652628 h 3882143"/>
              <a:gd name="connsiteX6337" fmla="*/ 2831247 w 12184002"/>
              <a:gd name="connsiteY6337" fmla="*/ 1538125 h 3882143"/>
              <a:gd name="connsiteX6338" fmla="*/ 2831247 w 12184002"/>
              <a:gd name="connsiteY6338" fmla="*/ 1078385 h 3882143"/>
              <a:gd name="connsiteX6339" fmla="*/ 2625607 w 12184002"/>
              <a:gd name="connsiteY6339" fmla="*/ 1078385 h 3882143"/>
              <a:gd name="connsiteX6340" fmla="*/ 2625607 w 12184002"/>
              <a:gd name="connsiteY6340" fmla="*/ 1151789 h 3882143"/>
              <a:gd name="connsiteX6341" fmla="*/ 2763927 w 12184002"/>
              <a:gd name="connsiteY6341" fmla="*/ 1151789 h 3882143"/>
              <a:gd name="connsiteX6342" fmla="*/ 2763927 w 12184002"/>
              <a:gd name="connsiteY6342" fmla="*/ 1490941 h 3882143"/>
              <a:gd name="connsiteX6343" fmla="*/ 2760171 w 12184002"/>
              <a:gd name="connsiteY6343" fmla="*/ 1494698 h 3882143"/>
              <a:gd name="connsiteX6344" fmla="*/ 2756414 w 12184002"/>
              <a:gd name="connsiteY6344" fmla="*/ 1490941 h 3882143"/>
              <a:gd name="connsiteX6345" fmla="*/ 2756414 w 12184002"/>
              <a:gd name="connsiteY6345" fmla="*/ 1413704 h 3882143"/>
              <a:gd name="connsiteX6346" fmla="*/ 2672790 w 12184002"/>
              <a:gd name="connsiteY6346" fmla="*/ 1413704 h 3882143"/>
              <a:gd name="connsiteX6347" fmla="*/ 2672790 w 12184002"/>
              <a:gd name="connsiteY6347" fmla="*/ 1259427 h 3882143"/>
              <a:gd name="connsiteX6348" fmla="*/ 2662028 w 12184002"/>
              <a:gd name="connsiteY6348" fmla="*/ 1254948 h 3882143"/>
              <a:gd name="connsiteX6349" fmla="*/ 2654908 w 12184002"/>
              <a:gd name="connsiteY6349" fmla="*/ 1237667 h 3882143"/>
              <a:gd name="connsiteX6350" fmla="*/ 2679176 w 12184002"/>
              <a:gd name="connsiteY6350" fmla="*/ 1213249 h 3882143"/>
              <a:gd name="connsiteX6351" fmla="*/ 2703445 w 12184002"/>
              <a:gd name="connsiteY6351" fmla="*/ 1237667 h 3882143"/>
              <a:gd name="connsiteX6352" fmla="*/ 2696326 w 12184002"/>
              <a:gd name="connsiteY6352" fmla="*/ 1254948 h 3882143"/>
              <a:gd name="connsiteX6353" fmla="*/ 2680379 w 12184002"/>
              <a:gd name="connsiteY6353" fmla="*/ 1261585 h 3882143"/>
              <a:gd name="connsiteX6354" fmla="*/ 2680379 w 12184002"/>
              <a:gd name="connsiteY6354" fmla="*/ 1406190 h 3882143"/>
              <a:gd name="connsiteX6355" fmla="*/ 2756414 w 12184002"/>
              <a:gd name="connsiteY6355" fmla="*/ 1406190 h 3882143"/>
              <a:gd name="connsiteX6356" fmla="*/ 2756414 w 12184002"/>
              <a:gd name="connsiteY6356" fmla="*/ 1159302 h 3882143"/>
              <a:gd name="connsiteX6357" fmla="*/ 2625607 w 12184002"/>
              <a:gd name="connsiteY6357" fmla="*/ 1159302 h 3882143"/>
              <a:gd name="connsiteX6358" fmla="*/ 2625607 w 12184002"/>
              <a:gd name="connsiteY6358" fmla="*/ 1294737 h 3882143"/>
              <a:gd name="connsiteX6359" fmla="*/ 2641028 w 12184002"/>
              <a:gd name="connsiteY6359" fmla="*/ 1301155 h 3882143"/>
              <a:gd name="connsiteX6360" fmla="*/ 2648146 w 12184002"/>
              <a:gd name="connsiteY6360" fmla="*/ 1318435 h 3882143"/>
              <a:gd name="connsiteX6361" fmla="*/ 2623878 w 12184002"/>
              <a:gd name="connsiteY6361" fmla="*/ 1342853 h 3882143"/>
              <a:gd name="connsiteX6362" fmla="*/ 2599610 w 12184002"/>
              <a:gd name="connsiteY6362" fmla="*/ 1318435 h 3882143"/>
              <a:gd name="connsiteX6363" fmla="*/ 2606729 w 12184002"/>
              <a:gd name="connsiteY6363" fmla="*/ 1301182 h 3882143"/>
              <a:gd name="connsiteX6364" fmla="*/ 2618094 w 12184002"/>
              <a:gd name="connsiteY6364" fmla="*/ 1296434 h 3882143"/>
              <a:gd name="connsiteX6365" fmla="*/ 2618094 w 12184002"/>
              <a:gd name="connsiteY6365" fmla="*/ 1158401 h 3882143"/>
              <a:gd name="connsiteX6366" fmla="*/ 2615239 w 12184002"/>
              <a:gd name="connsiteY6366" fmla="*/ 1155546 h 3882143"/>
              <a:gd name="connsiteX6367" fmla="*/ 2618094 w 12184002"/>
              <a:gd name="connsiteY6367" fmla="*/ 1152692 h 3882143"/>
              <a:gd name="connsiteX6368" fmla="*/ 9654342 w 12184002"/>
              <a:gd name="connsiteY6368" fmla="*/ 1053440 h 3882143"/>
              <a:gd name="connsiteX6369" fmla="*/ 9654342 w 12184002"/>
              <a:gd name="connsiteY6369" fmla="*/ 1053515 h 3882143"/>
              <a:gd name="connsiteX6370" fmla="*/ 9658098 w 12184002"/>
              <a:gd name="connsiteY6370" fmla="*/ 1057271 h 3882143"/>
              <a:gd name="connsiteX6371" fmla="*/ 9658098 w 12184002"/>
              <a:gd name="connsiteY6371" fmla="*/ 1371103 h 3882143"/>
              <a:gd name="connsiteX6372" fmla="*/ 9580336 w 12184002"/>
              <a:gd name="connsiteY6372" fmla="*/ 1449166 h 3882143"/>
              <a:gd name="connsiteX6373" fmla="*/ 9580336 w 12184002"/>
              <a:gd name="connsiteY6373" fmla="*/ 1697556 h 3882143"/>
              <a:gd name="connsiteX6374" fmla="*/ 9686950 w 12184002"/>
              <a:gd name="connsiteY6374" fmla="*/ 1804546 h 3882143"/>
              <a:gd name="connsiteX6375" fmla="*/ 9686950 w 12184002"/>
              <a:gd name="connsiteY6375" fmla="*/ 1934393 h 3882143"/>
              <a:gd name="connsiteX6376" fmla="*/ 9686950 w 12184002"/>
              <a:gd name="connsiteY6376" fmla="*/ 1947750 h 3882143"/>
              <a:gd name="connsiteX6377" fmla="*/ 9686950 w 12184002"/>
              <a:gd name="connsiteY6377" fmla="*/ 2077597 h 3882143"/>
              <a:gd name="connsiteX6378" fmla="*/ 9580336 w 12184002"/>
              <a:gd name="connsiteY6378" fmla="*/ 2184587 h 3882143"/>
              <a:gd name="connsiteX6379" fmla="*/ 9580336 w 12184002"/>
              <a:gd name="connsiteY6379" fmla="*/ 2432977 h 3882143"/>
              <a:gd name="connsiteX6380" fmla="*/ 9658098 w 12184002"/>
              <a:gd name="connsiteY6380" fmla="*/ 2511040 h 3882143"/>
              <a:gd name="connsiteX6381" fmla="*/ 9658098 w 12184002"/>
              <a:gd name="connsiteY6381" fmla="*/ 2824872 h 3882143"/>
              <a:gd name="connsiteX6382" fmla="*/ 9654342 w 12184002"/>
              <a:gd name="connsiteY6382" fmla="*/ 2828629 h 3882143"/>
              <a:gd name="connsiteX6383" fmla="*/ 9654342 w 12184002"/>
              <a:gd name="connsiteY6383" fmla="*/ 2828703 h 3882143"/>
              <a:gd name="connsiteX6384" fmla="*/ 9650585 w 12184002"/>
              <a:gd name="connsiteY6384" fmla="*/ 2824946 h 3882143"/>
              <a:gd name="connsiteX6385" fmla="*/ 9650585 w 12184002"/>
              <a:gd name="connsiteY6385" fmla="*/ 2514271 h 3882143"/>
              <a:gd name="connsiteX6386" fmla="*/ 9572822 w 12184002"/>
              <a:gd name="connsiteY6386" fmla="*/ 2436208 h 3882143"/>
              <a:gd name="connsiteX6387" fmla="*/ 9572822 w 12184002"/>
              <a:gd name="connsiteY6387" fmla="*/ 2181506 h 3882143"/>
              <a:gd name="connsiteX6388" fmla="*/ 9679437 w 12184002"/>
              <a:gd name="connsiteY6388" fmla="*/ 2074516 h 3882143"/>
              <a:gd name="connsiteX6389" fmla="*/ 9679437 w 12184002"/>
              <a:gd name="connsiteY6389" fmla="*/ 1947750 h 3882143"/>
              <a:gd name="connsiteX6390" fmla="*/ 9679437 w 12184002"/>
              <a:gd name="connsiteY6390" fmla="*/ 1934393 h 3882143"/>
              <a:gd name="connsiteX6391" fmla="*/ 9679437 w 12184002"/>
              <a:gd name="connsiteY6391" fmla="*/ 1807627 h 3882143"/>
              <a:gd name="connsiteX6392" fmla="*/ 9572822 w 12184002"/>
              <a:gd name="connsiteY6392" fmla="*/ 1700637 h 3882143"/>
              <a:gd name="connsiteX6393" fmla="*/ 9572822 w 12184002"/>
              <a:gd name="connsiteY6393" fmla="*/ 1445935 h 3882143"/>
              <a:gd name="connsiteX6394" fmla="*/ 9650585 w 12184002"/>
              <a:gd name="connsiteY6394" fmla="*/ 1367873 h 3882143"/>
              <a:gd name="connsiteX6395" fmla="*/ 9650585 w 12184002"/>
              <a:gd name="connsiteY6395" fmla="*/ 1057197 h 3882143"/>
              <a:gd name="connsiteX6396" fmla="*/ 9654342 w 12184002"/>
              <a:gd name="connsiteY6396" fmla="*/ 1053440 h 3882143"/>
              <a:gd name="connsiteX6397" fmla="*/ 2529661 w 12184002"/>
              <a:gd name="connsiteY6397" fmla="*/ 1053440 h 3882143"/>
              <a:gd name="connsiteX6398" fmla="*/ 2533418 w 12184002"/>
              <a:gd name="connsiteY6398" fmla="*/ 1057197 h 3882143"/>
              <a:gd name="connsiteX6399" fmla="*/ 2533418 w 12184002"/>
              <a:gd name="connsiteY6399" fmla="*/ 1367873 h 3882143"/>
              <a:gd name="connsiteX6400" fmla="*/ 2611180 w 12184002"/>
              <a:gd name="connsiteY6400" fmla="*/ 1445935 h 3882143"/>
              <a:gd name="connsiteX6401" fmla="*/ 2611180 w 12184002"/>
              <a:gd name="connsiteY6401" fmla="*/ 1700637 h 3882143"/>
              <a:gd name="connsiteX6402" fmla="*/ 2504566 w 12184002"/>
              <a:gd name="connsiteY6402" fmla="*/ 1807627 h 3882143"/>
              <a:gd name="connsiteX6403" fmla="*/ 2504566 w 12184002"/>
              <a:gd name="connsiteY6403" fmla="*/ 1934393 h 3882143"/>
              <a:gd name="connsiteX6404" fmla="*/ 2504566 w 12184002"/>
              <a:gd name="connsiteY6404" fmla="*/ 1947750 h 3882143"/>
              <a:gd name="connsiteX6405" fmla="*/ 2504566 w 12184002"/>
              <a:gd name="connsiteY6405" fmla="*/ 2074516 h 3882143"/>
              <a:gd name="connsiteX6406" fmla="*/ 2611180 w 12184002"/>
              <a:gd name="connsiteY6406" fmla="*/ 2181506 h 3882143"/>
              <a:gd name="connsiteX6407" fmla="*/ 2611180 w 12184002"/>
              <a:gd name="connsiteY6407" fmla="*/ 2436208 h 3882143"/>
              <a:gd name="connsiteX6408" fmla="*/ 2533418 w 12184002"/>
              <a:gd name="connsiteY6408" fmla="*/ 2514271 h 3882143"/>
              <a:gd name="connsiteX6409" fmla="*/ 2533418 w 12184002"/>
              <a:gd name="connsiteY6409" fmla="*/ 2824946 h 3882143"/>
              <a:gd name="connsiteX6410" fmla="*/ 2529661 w 12184002"/>
              <a:gd name="connsiteY6410" fmla="*/ 2828703 h 3882143"/>
              <a:gd name="connsiteX6411" fmla="*/ 2529661 w 12184002"/>
              <a:gd name="connsiteY6411" fmla="*/ 2828629 h 3882143"/>
              <a:gd name="connsiteX6412" fmla="*/ 2525905 w 12184002"/>
              <a:gd name="connsiteY6412" fmla="*/ 2824872 h 3882143"/>
              <a:gd name="connsiteX6413" fmla="*/ 2525905 w 12184002"/>
              <a:gd name="connsiteY6413" fmla="*/ 2511040 h 3882143"/>
              <a:gd name="connsiteX6414" fmla="*/ 2603668 w 12184002"/>
              <a:gd name="connsiteY6414" fmla="*/ 2432977 h 3882143"/>
              <a:gd name="connsiteX6415" fmla="*/ 2603668 w 12184002"/>
              <a:gd name="connsiteY6415" fmla="*/ 2184587 h 3882143"/>
              <a:gd name="connsiteX6416" fmla="*/ 2497053 w 12184002"/>
              <a:gd name="connsiteY6416" fmla="*/ 2077597 h 3882143"/>
              <a:gd name="connsiteX6417" fmla="*/ 2497053 w 12184002"/>
              <a:gd name="connsiteY6417" fmla="*/ 1947750 h 3882143"/>
              <a:gd name="connsiteX6418" fmla="*/ 2497053 w 12184002"/>
              <a:gd name="connsiteY6418" fmla="*/ 1934393 h 3882143"/>
              <a:gd name="connsiteX6419" fmla="*/ 2497053 w 12184002"/>
              <a:gd name="connsiteY6419" fmla="*/ 1804546 h 3882143"/>
              <a:gd name="connsiteX6420" fmla="*/ 2603668 w 12184002"/>
              <a:gd name="connsiteY6420" fmla="*/ 1697556 h 3882143"/>
              <a:gd name="connsiteX6421" fmla="*/ 2603668 w 12184002"/>
              <a:gd name="connsiteY6421" fmla="*/ 1449166 h 3882143"/>
              <a:gd name="connsiteX6422" fmla="*/ 2525905 w 12184002"/>
              <a:gd name="connsiteY6422" fmla="*/ 1371103 h 3882143"/>
              <a:gd name="connsiteX6423" fmla="*/ 2525905 w 12184002"/>
              <a:gd name="connsiteY6423" fmla="*/ 1057271 h 3882143"/>
              <a:gd name="connsiteX6424" fmla="*/ 2529661 w 12184002"/>
              <a:gd name="connsiteY6424" fmla="*/ 1053515 h 3882143"/>
              <a:gd name="connsiteX6425" fmla="*/ 8570470 w 12184002"/>
              <a:gd name="connsiteY6425" fmla="*/ 1053365 h 3882143"/>
              <a:gd name="connsiteX6426" fmla="*/ 8574226 w 12184002"/>
              <a:gd name="connsiteY6426" fmla="*/ 1057122 h 3882143"/>
              <a:gd name="connsiteX6427" fmla="*/ 8574226 w 12184002"/>
              <a:gd name="connsiteY6427" fmla="*/ 1367797 h 3882143"/>
              <a:gd name="connsiteX6428" fmla="*/ 8651989 w 12184002"/>
              <a:gd name="connsiteY6428" fmla="*/ 1445861 h 3882143"/>
              <a:gd name="connsiteX6429" fmla="*/ 8651989 w 12184002"/>
              <a:gd name="connsiteY6429" fmla="*/ 1700562 h 3882143"/>
              <a:gd name="connsiteX6430" fmla="*/ 8545375 w 12184002"/>
              <a:gd name="connsiteY6430" fmla="*/ 1807552 h 3882143"/>
              <a:gd name="connsiteX6431" fmla="*/ 8545375 w 12184002"/>
              <a:gd name="connsiteY6431" fmla="*/ 1915107 h 3882143"/>
              <a:gd name="connsiteX6432" fmla="*/ 8559217 w 12184002"/>
              <a:gd name="connsiteY6432" fmla="*/ 1920869 h 3882143"/>
              <a:gd name="connsiteX6433" fmla="*/ 8566336 w 12184002"/>
              <a:gd name="connsiteY6433" fmla="*/ 1938149 h 3882143"/>
              <a:gd name="connsiteX6434" fmla="*/ 8565130 w 12184002"/>
              <a:gd name="connsiteY6434" fmla="*/ 1941072 h 3882143"/>
              <a:gd name="connsiteX6435" fmla="*/ 8566336 w 12184002"/>
              <a:gd name="connsiteY6435" fmla="*/ 1943994 h 3882143"/>
              <a:gd name="connsiteX6436" fmla="*/ 8559217 w 12184002"/>
              <a:gd name="connsiteY6436" fmla="*/ 1961274 h 3882143"/>
              <a:gd name="connsiteX6437" fmla="*/ 8545375 w 12184002"/>
              <a:gd name="connsiteY6437" fmla="*/ 1967036 h 3882143"/>
              <a:gd name="connsiteX6438" fmla="*/ 8545375 w 12184002"/>
              <a:gd name="connsiteY6438" fmla="*/ 2074591 h 3882143"/>
              <a:gd name="connsiteX6439" fmla="*/ 8651989 w 12184002"/>
              <a:gd name="connsiteY6439" fmla="*/ 2181581 h 3882143"/>
              <a:gd name="connsiteX6440" fmla="*/ 8651989 w 12184002"/>
              <a:gd name="connsiteY6440" fmla="*/ 2436283 h 3882143"/>
              <a:gd name="connsiteX6441" fmla="*/ 8574226 w 12184002"/>
              <a:gd name="connsiteY6441" fmla="*/ 2514346 h 3882143"/>
              <a:gd name="connsiteX6442" fmla="*/ 8574226 w 12184002"/>
              <a:gd name="connsiteY6442" fmla="*/ 2825021 h 3882143"/>
              <a:gd name="connsiteX6443" fmla="*/ 8570470 w 12184002"/>
              <a:gd name="connsiteY6443" fmla="*/ 2828778 h 3882143"/>
              <a:gd name="connsiteX6444" fmla="*/ 8570470 w 12184002"/>
              <a:gd name="connsiteY6444" fmla="*/ 2828703 h 3882143"/>
              <a:gd name="connsiteX6445" fmla="*/ 8566712 w 12184002"/>
              <a:gd name="connsiteY6445" fmla="*/ 2824946 h 3882143"/>
              <a:gd name="connsiteX6446" fmla="*/ 8566712 w 12184002"/>
              <a:gd name="connsiteY6446" fmla="*/ 2511114 h 3882143"/>
              <a:gd name="connsiteX6447" fmla="*/ 8644476 w 12184002"/>
              <a:gd name="connsiteY6447" fmla="*/ 2433052 h 3882143"/>
              <a:gd name="connsiteX6448" fmla="*/ 8644476 w 12184002"/>
              <a:gd name="connsiteY6448" fmla="*/ 2184662 h 3882143"/>
              <a:gd name="connsiteX6449" fmla="*/ 8537861 w 12184002"/>
              <a:gd name="connsiteY6449" fmla="*/ 2077672 h 3882143"/>
              <a:gd name="connsiteX6450" fmla="*/ 8537861 w 12184002"/>
              <a:gd name="connsiteY6450" fmla="*/ 1966661 h 3882143"/>
              <a:gd name="connsiteX6451" fmla="*/ 8524919 w 12184002"/>
              <a:gd name="connsiteY6451" fmla="*/ 1961274 h 3882143"/>
              <a:gd name="connsiteX6452" fmla="*/ 8517800 w 12184002"/>
              <a:gd name="connsiteY6452" fmla="*/ 1943994 h 3882143"/>
              <a:gd name="connsiteX6453" fmla="*/ 8519004 w 12184002"/>
              <a:gd name="connsiteY6453" fmla="*/ 1941072 h 3882143"/>
              <a:gd name="connsiteX6454" fmla="*/ 8517800 w 12184002"/>
              <a:gd name="connsiteY6454" fmla="*/ 1938149 h 3882143"/>
              <a:gd name="connsiteX6455" fmla="*/ 8524919 w 12184002"/>
              <a:gd name="connsiteY6455" fmla="*/ 1920869 h 3882143"/>
              <a:gd name="connsiteX6456" fmla="*/ 8537861 w 12184002"/>
              <a:gd name="connsiteY6456" fmla="*/ 1915482 h 3882143"/>
              <a:gd name="connsiteX6457" fmla="*/ 8537861 w 12184002"/>
              <a:gd name="connsiteY6457" fmla="*/ 1804472 h 3882143"/>
              <a:gd name="connsiteX6458" fmla="*/ 8644476 w 12184002"/>
              <a:gd name="connsiteY6458" fmla="*/ 1697482 h 3882143"/>
              <a:gd name="connsiteX6459" fmla="*/ 8644476 w 12184002"/>
              <a:gd name="connsiteY6459" fmla="*/ 1449091 h 3882143"/>
              <a:gd name="connsiteX6460" fmla="*/ 8566712 w 12184002"/>
              <a:gd name="connsiteY6460" fmla="*/ 1371029 h 3882143"/>
              <a:gd name="connsiteX6461" fmla="*/ 8566712 w 12184002"/>
              <a:gd name="connsiteY6461" fmla="*/ 1057197 h 3882143"/>
              <a:gd name="connsiteX6462" fmla="*/ 8570470 w 12184002"/>
              <a:gd name="connsiteY6462" fmla="*/ 1053440 h 3882143"/>
              <a:gd name="connsiteX6463" fmla="*/ 3613534 w 12184002"/>
              <a:gd name="connsiteY6463" fmla="*/ 1053365 h 3882143"/>
              <a:gd name="connsiteX6464" fmla="*/ 3613534 w 12184002"/>
              <a:gd name="connsiteY6464" fmla="*/ 1053440 h 3882143"/>
              <a:gd name="connsiteX6465" fmla="*/ 3617291 w 12184002"/>
              <a:gd name="connsiteY6465" fmla="*/ 1057197 h 3882143"/>
              <a:gd name="connsiteX6466" fmla="*/ 3617291 w 12184002"/>
              <a:gd name="connsiteY6466" fmla="*/ 1371029 h 3882143"/>
              <a:gd name="connsiteX6467" fmla="*/ 3539527 w 12184002"/>
              <a:gd name="connsiteY6467" fmla="*/ 1449091 h 3882143"/>
              <a:gd name="connsiteX6468" fmla="*/ 3539527 w 12184002"/>
              <a:gd name="connsiteY6468" fmla="*/ 1697482 h 3882143"/>
              <a:gd name="connsiteX6469" fmla="*/ 3646141 w 12184002"/>
              <a:gd name="connsiteY6469" fmla="*/ 1804472 h 3882143"/>
              <a:gd name="connsiteX6470" fmla="*/ 3646141 w 12184002"/>
              <a:gd name="connsiteY6470" fmla="*/ 1915482 h 3882143"/>
              <a:gd name="connsiteX6471" fmla="*/ 3659084 w 12184002"/>
              <a:gd name="connsiteY6471" fmla="*/ 1920869 h 3882143"/>
              <a:gd name="connsiteX6472" fmla="*/ 3666202 w 12184002"/>
              <a:gd name="connsiteY6472" fmla="*/ 1938149 h 3882143"/>
              <a:gd name="connsiteX6473" fmla="*/ 3664998 w 12184002"/>
              <a:gd name="connsiteY6473" fmla="*/ 1941072 h 3882143"/>
              <a:gd name="connsiteX6474" fmla="*/ 3666202 w 12184002"/>
              <a:gd name="connsiteY6474" fmla="*/ 1943994 h 3882143"/>
              <a:gd name="connsiteX6475" fmla="*/ 3659084 w 12184002"/>
              <a:gd name="connsiteY6475" fmla="*/ 1961274 h 3882143"/>
              <a:gd name="connsiteX6476" fmla="*/ 3646141 w 12184002"/>
              <a:gd name="connsiteY6476" fmla="*/ 1966661 h 3882143"/>
              <a:gd name="connsiteX6477" fmla="*/ 3646141 w 12184002"/>
              <a:gd name="connsiteY6477" fmla="*/ 2077672 h 3882143"/>
              <a:gd name="connsiteX6478" fmla="*/ 3539527 w 12184002"/>
              <a:gd name="connsiteY6478" fmla="*/ 2184662 h 3882143"/>
              <a:gd name="connsiteX6479" fmla="*/ 3539527 w 12184002"/>
              <a:gd name="connsiteY6479" fmla="*/ 2433052 h 3882143"/>
              <a:gd name="connsiteX6480" fmla="*/ 3617291 w 12184002"/>
              <a:gd name="connsiteY6480" fmla="*/ 2511114 h 3882143"/>
              <a:gd name="connsiteX6481" fmla="*/ 3617291 w 12184002"/>
              <a:gd name="connsiteY6481" fmla="*/ 2824946 h 3882143"/>
              <a:gd name="connsiteX6482" fmla="*/ 3613534 w 12184002"/>
              <a:gd name="connsiteY6482" fmla="*/ 2828703 h 3882143"/>
              <a:gd name="connsiteX6483" fmla="*/ 3613534 w 12184002"/>
              <a:gd name="connsiteY6483" fmla="*/ 2828778 h 3882143"/>
              <a:gd name="connsiteX6484" fmla="*/ 3609777 w 12184002"/>
              <a:gd name="connsiteY6484" fmla="*/ 2825021 h 3882143"/>
              <a:gd name="connsiteX6485" fmla="*/ 3609777 w 12184002"/>
              <a:gd name="connsiteY6485" fmla="*/ 2514346 h 3882143"/>
              <a:gd name="connsiteX6486" fmla="*/ 3532014 w 12184002"/>
              <a:gd name="connsiteY6486" fmla="*/ 2436283 h 3882143"/>
              <a:gd name="connsiteX6487" fmla="*/ 3532014 w 12184002"/>
              <a:gd name="connsiteY6487" fmla="*/ 2181581 h 3882143"/>
              <a:gd name="connsiteX6488" fmla="*/ 3638629 w 12184002"/>
              <a:gd name="connsiteY6488" fmla="*/ 2074591 h 3882143"/>
              <a:gd name="connsiteX6489" fmla="*/ 3638629 w 12184002"/>
              <a:gd name="connsiteY6489" fmla="*/ 1967036 h 3882143"/>
              <a:gd name="connsiteX6490" fmla="*/ 3624786 w 12184002"/>
              <a:gd name="connsiteY6490" fmla="*/ 1961274 h 3882143"/>
              <a:gd name="connsiteX6491" fmla="*/ 3617667 w 12184002"/>
              <a:gd name="connsiteY6491" fmla="*/ 1943994 h 3882143"/>
              <a:gd name="connsiteX6492" fmla="*/ 3618873 w 12184002"/>
              <a:gd name="connsiteY6492" fmla="*/ 1941072 h 3882143"/>
              <a:gd name="connsiteX6493" fmla="*/ 3617667 w 12184002"/>
              <a:gd name="connsiteY6493" fmla="*/ 1938149 h 3882143"/>
              <a:gd name="connsiteX6494" fmla="*/ 3624786 w 12184002"/>
              <a:gd name="connsiteY6494" fmla="*/ 1920869 h 3882143"/>
              <a:gd name="connsiteX6495" fmla="*/ 3638629 w 12184002"/>
              <a:gd name="connsiteY6495" fmla="*/ 1915107 h 3882143"/>
              <a:gd name="connsiteX6496" fmla="*/ 3638629 w 12184002"/>
              <a:gd name="connsiteY6496" fmla="*/ 1807552 h 3882143"/>
              <a:gd name="connsiteX6497" fmla="*/ 3532014 w 12184002"/>
              <a:gd name="connsiteY6497" fmla="*/ 1700562 h 3882143"/>
              <a:gd name="connsiteX6498" fmla="*/ 3532014 w 12184002"/>
              <a:gd name="connsiteY6498" fmla="*/ 1445861 h 3882143"/>
              <a:gd name="connsiteX6499" fmla="*/ 3609777 w 12184002"/>
              <a:gd name="connsiteY6499" fmla="*/ 1367797 h 3882143"/>
              <a:gd name="connsiteX6500" fmla="*/ 3609777 w 12184002"/>
              <a:gd name="connsiteY6500" fmla="*/ 1057122 h 3882143"/>
              <a:gd name="connsiteX6501" fmla="*/ 3613534 w 12184002"/>
              <a:gd name="connsiteY6501" fmla="*/ 1053365 h 3882143"/>
              <a:gd name="connsiteX6502" fmla="*/ 10725667 w 12184002"/>
              <a:gd name="connsiteY6502" fmla="*/ 1045100 h 3882143"/>
              <a:gd name="connsiteX6503" fmla="*/ 10796217 w 12184002"/>
              <a:gd name="connsiteY6503" fmla="*/ 1045100 h 3882143"/>
              <a:gd name="connsiteX6504" fmla="*/ 10796217 w 12184002"/>
              <a:gd name="connsiteY6504" fmla="*/ 1189356 h 3882143"/>
              <a:gd name="connsiteX6505" fmla="*/ 10920862 w 12184002"/>
              <a:gd name="connsiteY6505" fmla="*/ 1413704 h 3882143"/>
              <a:gd name="connsiteX6506" fmla="*/ 11048514 w 12184002"/>
              <a:gd name="connsiteY6506" fmla="*/ 1413704 h 3882143"/>
              <a:gd name="connsiteX6507" fmla="*/ 11052271 w 12184002"/>
              <a:gd name="connsiteY6507" fmla="*/ 1417460 h 3882143"/>
              <a:gd name="connsiteX6508" fmla="*/ 11048514 w 12184002"/>
              <a:gd name="connsiteY6508" fmla="*/ 1421217 h 3882143"/>
              <a:gd name="connsiteX6509" fmla="*/ 10916429 w 12184002"/>
              <a:gd name="connsiteY6509" fmla="*/ 1421217 h 3882143"/>
              <a:gd name="connsiteX6510" fmla="*/ 10789154 w 12184002"/>
              <a:gd name="connsiteY6510" fmla="*/ 1192135 h 3882143"/>
              <a:gd name="connsiteX6511" fmla="*/ 10788703 w 12184002"/>
              <a:gd name="connsiteY6511" fmla="*/ 1191309 h 3882143"/>
              <a:gd name="connsiteX6512" fmla="*/ 10788703 w 12184002"/>
              <a:gd name="connsiteY6512" fmla="*/ 1052614 h 3882143"/>
              <a:gd name="connsiteX6513" fmla="*/ 10725667 w 12184002"/>
              <a:gd name="connsiteY6513" fmla="*/ 1052614 h 3882143"/>
              <a:gd name="connsiteX6514" fmla="*/ 10721910 w 12184002"/>
              <a:gd name="connsiteY6514" fmla="*/ 1048857 h 3882143"/>
              <a:gd name="connsiteX6515" fmla="*/ 10725667 w 12184002"/>
              <a:gd name="connsiteY6515" fmla="*/ 1045100 h 3882143"/>
              <a:gd name="connsiteX6516" fmla="*/ 1387786 w 12184002"/>
              <a:gd name="connsiteY6516" fmla="*/ 1045100 h 3882143"/>
              <a:gd name="connsiteX6517" fmla="*/ 1458336 w 12184002"/>
              <a:gd name="connsiteY6517" fmla="*/ 1045100 h 3882143"/>
              <a:gd name="connsiteX6518" fmla="*/ 1462094 w 12184002"/>
              <a:gd name="connsiteY6518" fmla="*/ 1048857 h 3882143"/>
              <a:gd name="connsiteX6519" fmla="*/ 1458336 w 12184002"/>
              <a:gd name="connsiteY6519" fmla="*/ 1052614 h 3882143"/>
              <a:gd name="connsiteX6520" fmla="*/ 1395300 w 12184002"/>
              <a:gd name="connsiteY6520" fmla="*/ 1052614 h 3882143"/>
              <a:gd name="connsiteX6521" fmla="*/ 1395300 w 12184002"/>
              <a:gd name="connsiteY6521" fmla="*/ 1191309 h 3882143"/>
              <a:gd name="connsiteX6522" fmla="*/ 1394849 w 12184002"/>
              <a:gd name="connsiteY6522" fmla="*/ 1192135 h 3882143"/>
              <a:gd name="connsiteX6523" fmla="*/ 1267573 w 12184002"/>
              <a:gd name="connsiteY6523" fmla="*/ 1421217 h 3882143"/>
              <a:gd name="connsiteX6524" fmla="*/ 1135489 w 12184002"/>
              <a:gd name="connsiteY6524" fmla="*/ 1421217 h 3882143"/>
              <a:gd name="connsiteX6525" fmla="*/ 1131732 w 12184002"/>
              <a:gd name="connsiteY6525" fmla="*/ 1417460 h 3882143"/>
              <a:gd name="connsiteX6526" fmla="*/ 1135489 w 12184002"/>
              <a:gd name="connsiteY6526" fmla="*/ 1413704 h 3882143"/>
              <a:gd name="connsiteX6527" fmla="*/ 1263140 w 12184002"/>
              <a:gd name="connsiteY6527" fmla="*/ 1413704 h 3882143"/>
              <a:gd name="connsiteX6528" fmla="*/ 1387786 w 12184002"/>
              <a:gd name="connsiteY6528" fmla="*/ 1189356 h 3882143"/>
              <a:gd name="connsiteX6529" fmla="*/ 7501399 w 12184002"/>
              <a:gd name="connsiteY6529" fmla="*/ 1029097 h 3882143"/>
              <a:gd name="connsiteX6530" fmla="*/ 7525666 w 12184002"/>
              <a:gd name="connsiteY6530" fmla="*/ 1053516 h 3882143"/>
              <a:gd name="connsiteX6531" fmla="*/ 7501399 w 12184002"/>
              <a:gd name="connsiteY6531" fmla="*/ 1077933 h 3882143"/>
              <a:gd name="connsiteX6532" fmla="*/ 7477131 w 12184002"/>
              <a:gd name="connsiteY6532" fmla="*/ 1053516 h 3882143"/>
              <a:gd name="connsiteX6533" fmla="*/ 7477502 w 12184002"/>
              <a:gd name="connsiteY6533" fmla="*/ 1052614 h 3882143"/>
              <a:gd name="connsiteX6534" fmla="*/ 7436184 w 12184002"/>
              <a:gd name="connsiteY6534" fmla="*/ 1052614 h 3882143"/>
              <a:gd name="connsiteX6535" fmla="*/ 7436184 w 12184002"/>
              <a:gd name="connsiteY6535" fmla="*/ 1191310 h 3882143"/>
              <a:gd name="connsiteX6536" fmla="*/ 7309509 w 12184002"/>
              <a:gd name="connsiteY6536" fmla="*/ 1419340 h 3882143"/>
              <a:gd name="connsiteX6537" fmla="*/ 7308457 w 12184002"/>
              <a:gd name="connsiteY6537" fmla="*/ 1421293 h 3882143"/>
              <a:gd name="connsiteX6538" fmla="*/ 7176373 w 12184002"/>
              <a:gd name="connsiteY6538" fmla="*/ 1421293 h 3882143"/>
              <a:gd name="connsiteX6539" fmla="*/ 7172616 w 12184002"/>
              <a:gd name="connsiteY6539" fmla="*/ 1417536 h 3882143"/>
              <a:gd name="connsiteX6540" fmla="*/ 7176373 w 12184002"/>
              <a:gd name="connsiteY6540" fmla="*/ 1413779 h 3882143"/>
              <a:gd name="connsiteX6541" fmla="*/ 7304023 w 12184002"/>
              <a:gd name="connsiteY6541" fmla="*/ 1413779 h 3882143"/>
              <a:gd name="connsiteX6542" fmla="*/ 7428669 w 12184002"/>
              <a:gd name="connsiteY6542" fmla="*/ 1189432 h 3882143"/>
              <a:gd name="connsiteX6543" fmla="*/ 7428669 w 12184002"/>
              <a:gd name="connsiteY6543" fmla="*/ 1045101 h 3882143"/>
              <a:gd name="connsiteX6544" fmla="*/ 7480598 w 12184002"/>
              <a:gd name="connsiteY6544" fmla="*/ 1045101 h 3882143"/>
              <a:gd name="connsiteX6545" fmla="*/ 7484250 w 12184002"/>
              <a:gd name="connsiteY6545" fmla="*/ 1036235 h 3882143"/>
              <a:gd name="connsiteX6546" fmla="*/ 7501399 w 12184002"/>
              <a:gd name="connsiteY6546" fmla="*/ 1029097 h 3882143"/>
              <a:gd name="connsiteX6547" fmla="*/ 4682605 w 12184002"/>
              <a:gd name="connsiteY6547" fmla="*/ 1029097 h 3882143"/>
              <a:gd name="connsiteX6548" fmla="*/ 4699753 w 12184002"/>
              <a:gd name="connsiteY6548" fmla="*/ 1036235 h 3882143"/>
              <a:gd name="connsiteX6549" fmla="*/ 4703406 w 12184002"/>
              <a:gd name="connsiteY6549" fmla="*/ 1045101 h 3882143"/>
              <a:gd name="connsiteX6550" fmla="*/ 4755333 w 12184002"/>
              <a:gd name="connsiteY6550" fmla="*/ 1045101 h 3882143"/>
              <a:gd name="connsiteX6551" fmla="*/ 4755333 w 12184002"/>
              <a:gd name="connsiteY6551" fmla="*/ 1189432 h 3882143"/>
              <a:gd name="connsiteX6552" fmla="*/ 4879980 w 12184002"/>
              <a:gd name="connsiteY6552" fmla="*/ 1413779 h 3882143"/>
              <a:gd name="connsiteX6553" fmla="*/ 5007631 w 12184002"/>
              <a:gd name="connsiteY6553" fmla="*/ 1413779 h 3882143"/>
              <a:gd name="connsiteX6554" fmla="*/ 5011388 w 12184002"/>
              <a:gd name="connsiteY6554" fmla="*/ 1417536 h 3882143"/>
              <a:gd name="connsiteX6555" fmla="*/ 5007631 w 12184002"/>
              <a:gd name="connsiteY6555" fmla="*/ 1421293 h 3882143"/>
              <a:gd name="connsiteX6556" fmla="*/ 4875546 w 12184002"/>
              <a:gd name="connsiteY6556" fmla="*/ 1421293 h 3882143"/>
              <a:gd name="connsiteX6557" fmla="*/ 4874494 w 12184002"/>
              <a:gd name="connsiteY6557" fmla="*/ 1419340 h 3882143"/>
              <a:gd name="connsiteX6558" fmla="*/ 4747820 w 12184002"/>
              <a:gd name="connsiteY6558" fmla="*/ 1191310 h 3882143"/>
              <a:gd name="connsiteX6559" fmla="*/ 4747820 w 12184002"/>
              <a:gd name="connsiteY6559" fmla="*/ 1052614 h 3882143"/>
              <a:gd name="connsiteX6560" fmla="*/ 4706500 w 12184002"/>
              <a:gd name="connsiteY6560" fmla="*/ 1052614 h 3882143"/>
              <a:gd name="connsiteX6561" fmla="*/ 4706872 w 12184002"/>
              <a:gd name="connsiteY6561" fmla="*/ 1053516 h 3882143"/>
              <a:gd name="connsiteX6562" fmla="*/ 4682605 w 12184002"/>
              <a:gd name="connsiteY6562" fmla="*/ 1077933 h 3882143"/>
              <a:gd name="connsiteX6563" fmla="*/ 4658337 w 12184002"/>
              <a:gd name="connsiteY6563" fmla="*/ 1053516 h 3882143"/>
              <a:gd name="connsiteX6564" fmla="*/ 4682605 w 12184002"/>
              <a:gd name="connsiteY6564" fmla="*/ 1029097 h 3882143"/>
              <a:gd name="connsiteX6565" fmla="*/ 10862934 w 12184002"/>
              <a:gd name="connsiteY6565" fmla="*/ 970643 h 3882143"/>
              <a:gd name="connsiteX6566" fmla="*/ 10863010 w 12184002"/>
              <a:gd name="connsiteY6566" fmla="*/ 970717 h 3882143"/>
              <a:gd name="connsiteX6567" fmla="*/ 10866767 w 12184002"/>
              <a:gd name="connsiteY6567" fmla="*/ 974474 h 3882143"/>
              <a:gd name="connsiteX6568" fmla="*/ 10866767 w 12184002"/>
              <a:gd name="connsiteY6568" fmla="*/ 1151639 h 3882143"/>
              <a:gd name="connsiteX6569" fmla="*/ 10953621 w 12184002"/>
              <a:gd name="connsiteY6569" fmla="*/ 1238794 h 3882143"/>
              <a:gd name="connsiteX6570" fmla="*/ 11159861 w 12184002"/>
              <a:gd name="connsiteY6570" fmla="*/ 1238794 h 3882143"/>
              <a:gd name="connsiteX6571" fmla="*/ 11163618 w 12184002"/>
              <a:gd name="connsiteY6571" fmla="*/ 1242551 h 3882143"/>
              <a:gd name="connsiteX6572" fmla="*/ 11159861 w 12184002"/>
              <a:gd name="connsiteY6572" fmla="*/ 1246307 h 3882143"/>
              <a:gd name="connsiteX6573" fmla="*/ 10950465 w 12184002"/>
              <a:gd name="connsiteY6573" fmla="*/ 1246307 h 3882143"/>
              <a:gd name="connsiteX6574" fmla="*/ 10859178 w 12184002"/>
              <a:gd name="connsiteY6574" fmla="*/ 1154720 h 3882143"/>
              <a:gd name="connsiteX6575" fmla="*/ 10859178 w 12184002"/>
              <a:gd name="connsiteY6575" fmla="*/ 974400 h 3882143"/>
              <a:gd name="connsiteX6576" fmla="*/ 10862934 w 12184002"/>
              <a:gd name="connsiteY6576" fmla="*/ 970643 h 3882143"/>
              <a:gd name="connsiteX6577" fmla="*/ 1321068 w 12184002"/>
              <a:gd name="connsiteY6577" fmla="*/ 970643 h 3882143"/>
              <a:gd name="connsiteX6578" fmla="*/ 1324824 w 12184002"/>
              <a:gd name="connsiteY6578" fmla="*/ 974400 h 3882143"/>
              <a:gd name="connsiteX6579" fmla="*/ 1324824 w 12184002"/>
              <a:gd name="connsiteY6579" fmla="*/ 1154720 h 3882143"/>
              <a:gd name="connsiteX6580" fmla="*/ 1233538 w 12184002"/>
              <a:gd name="connsiteY6580" fmla="*/ 1246307 h 3882143"/>
              <a:gd name="connsiteX6581" fmla="*/ 1024142 w 12184002"/>
              <a:gd name="connsiteY6581" fmla="*/ 1246307 h 3882143"/>
              <a:gd name="connsiteX6582" fmla="*/ 1020384 w 12184002"/>
              <a:gd name="connsiteY6582" fmla="*/ 1242551 h 3882143"/>
              <a:gd name="connsiteX6583" fmla="*/ 1024142 w 12184002"/>
              <a:gd name="connsiteY6583" fmla="*/ 1238794 h 3882143"/>
              <a:gd name="connsiteX6584" fmla="*/ 1230382 w 12184002"/>
              <a:gd name="connsiteY6584" fmla="*/ 1238794 h 3882143"/>
              <a:gd name="connsiteX6585" fmla="*/ 1317237 w 12184002"/>
              <a:gd name="connsiteY6585" fmla="*/ 1151639 h 3882143"/>
              <a:gd name="connsiteX6586" fmla="*/ 1317237 w 12184002"/>
              <a:gd name="connsiteY6586" fmla="*/ 974474 h 3882143"/>
              <a:gd name="connsiteX6587" fmla="*/ 1320993 w 12184002"/>
              <a:gd name="connsiteY6587" fmla="*/ 970717 h 3882143"/>
              <a:gd name="connsiteX6588" fmla="*/ 7361950 w 12184002"/>
              <a:gd name="connsiteY6588" fmla="*/ 970568 h 3882143"/>
              <a:gd name="connsiteX6589" fmla="*/ 7365707 w 12184002"/>
              <a:gd name="connsiteY6589" fmla="*/ 974325 h 3882143"/>
              <a:gd name="connsiteX6590" fmla="*/ 7365707 w 12184002"/>
              <a:gd name="connsiteY6590" fmla="*/ 1154645 h 3882143"/>
              <a:gd name="connsiteX6591" fmla="*/ 7274422 w 12184002"/>
              <a:gd name="connsiteY6591" fmla="*/ 1246232 h 3882143"/>
              <a:gd name="connsiteX6592" fmla="*/ 7089415 w 12184002"/>
              <a:gd name="connsiteY6592" fmla="*/ 1246232 h 3882143"/>
              <a:gd name="connsiteX6593" fmla="*/ 7083751 w 12184002"/>
              <a:gd name="connsiteY6593" fmla="*/ 1259981 h 3882143"/>
              <a:gd name="connsiteX6594" fmla="*/ 7066602 w 12184002"/>
              <a:gd name="connsiteY6594" fmla="*/ 1267119 h 3882143"/>
              <a:gd name="connsiteX6595" fmla="*/ 7042335 w 12184002"/>
              <a:gd name="connsiteY6595" fmla="*/ 1242700 h 3882143"/>
              <a:gd name="connsiteX6596" fmla="*/ 7066602 w 12184002"/>
              <a:gd name="connsiteY6596" fmla="*/ 1218282 h 3882143"/>
              <a:gd name="connsiteX6597" fmla="*/ 7083751 w 12184002"/>
              <a:gd name="connsiteY6597" fmla="*/ 1225447 h 3882143"/>
              <a:gd name="connsiteX6598" fmla="*/ 7089226 w 12184002"/>
              <a:gd name="connsiteY6598" fmla="*/ 1238719 h 3882143"/>
              <a:gd name="connsiteX6599" fmla="*/ 7271266 w 12184002"/>
              <a:gd name="connsiteY6599" fmla="*/ 1238719 h 3882143"/>
              <a:gd name="connsiteX6600" fmla="*/ 7358119 w 12184002"/>
              <a:gd name="connsiteY6600" fmla="*/ 1151565 h 3882143"/>
              <a:gd name="connsiteX6601" fmla="*/ 7358119 w 12184002"/>
              <a:gd name="connsiteY6601" fmla="*/ 974400 h 3882143"/>
              <a:gd name="connsiteX6602" fmla="*/ 7361876 w 12184002"/>
              <a:gd name="connsiteY6602" fmla="*/ 970643 h 3882143"/>
              <a:gd name="connsiteX6603" fmla="*/ 4822052 w 12184002"/>
              <a:gd name="connsiteY6603" fmla="*/ 970568 h 3882143"/>
              <a:gd name="connsiteX6604" fmla="*/ 4822127 w 12184002"/>
              <a:gd name="connsiteY6604" fmla="*/ 970643 h 3882143"/>
              <a:gd name="connsiteX6605" fmla="*/ 4825884 w 12184002"/>
              <a:gd name="connsiteY6605" fmla="*/ 974400 h 3882143"/>
              <a:gd name="connsiteX6606" fmla="*/ 4825884 w 12184002"/>
              <a:gd name="connsiteY6606" fmla="*/ 1151565 h 3882143"/>
              <a:gd name="connsiteX6607" fmla="*/ 4912738 w 12184002"/>
              <a:gd name="connsiteY6607" fmla="*/ 1238719 h 3882143"/>
              <a:gd name="connsiteX6608" fmla="*/ 5094776 w 12184002"/>
              <a:gd name="connsiteY6608" fmla="*/ 1238719 h 3882143"/>
              <a:gd name="connsiteX6609" fmla="*/ 5100252 w 12184002"/>
              <a:gd name="connsiteY6609" fmla="*/ 1225447 h 3882143"/>
              <a:gd name="connsiteX6610" fmla="*/ 5117401 w 12184002"/>
              <a:gd name="connsiteY6610" fmla="*/ 1218282 h 3882143"/>
              <a:gd name="connsiteX6611" fmla="*/ 5141668 w 12184002"/>
              <a:gd name="connsiteY6611" fmla="*/ 1242700 h 3882143"/>
              <a:gd name="connsiteX6612" fmla="*/ 5117401 w 12184002"/>
              <a:gd name="connsiteY6612" fmla="*/ 1267119 h 3882143"/>
              <a:gd name="connsiteX6613" fmla="*/ 5100252 w 12184002"/>
              <a:gd name="connsiteY6613" fmla="*/ 1259981 h 3882143"/>
              <a:gd name="connsiteX6614" fmla="*/ 5094588 w 12184002"/>
              <a:gd name="connsiteY6614" fmla="*/ 1246232 h 3882143"/>
              <a:gd name="connsiteX6615" fmla="*/ 4909581 w 12184002"/>
              <a:gd name="connsiteY6615" fmla="*/ 1246232 h 3882143"/>
              <a:gd name="connsiteX6616" fmla="*/ 4818295 w 12184002"/>
              <a:gd name="connsiteY6616" fmla="*/ 1154645 h 3882143"/>
              <a:gd name="connsiteX6617" fmla="*/ 4818295 w 12184002"/>
              <a:gd name="connsiteY6617" fmla="*/ 974325 h 3882143"/>
              <a:gd name="connsiteX6618" fmla="*/ 4822052 w 12184002"/>
              <a:gd name="connsiteY6618" fmla="*/ 970568 h 3882143"/>
              <a:gd name="connsiteX6619" fmla="*/ 11044756 w 12184002"/>
              <a:gd name="connsiteY6619" fmla="*/ 911066 h 3882143"/>
              <a:gd name="connsiteX6620" fmla="*/ 11044907 w 12184002"/>
              <a:gd name="connsiteY6620" fmla="*/ 911140 h 3882143"/>
              <a:gd name="connsiteX6621" fmla="*/ 11047537 w 12184002"/>
              <a:gd name="connsiteY6621" fmla="*/ 912269 h 3882143"/>
              <a:gd name="connsiteX6622" fmla="*/ 11161814 w 12184002"/>
              <a:gd name="connsiteY6622" fmla="*/ 1026843 h 3882143"/>
              <a:gd name="connsiteX6623" fmla="*/ 11161814 w 12184002"/>
              <a:gd name="connsiteY6623" fmla="*/ 1028271 h 3882143"/>
              <a:gd name="connsiteX6624" fmla="*/ 11161588 w 12184002"/>
              <a:gd name="connsiteY6624" fmla="*/ 1174028 h 3882143"/>
              <a:gd name="connsiteX6625" fmla="*/ 11157983 w 12184002"/>
              <a:gd name="connsiteY6625" fmla="*/ 1175607 h 3882143"/>
              <a:gd name="connsiteX6626" fmla="*/ 10991261 w 12184002"/>
              <a:gd name="connsiteY6626" fmla="*/ 1175607 h 3882143"/>
              <a:gd name="connsiteX6627" fmla="*/ 10922289 w 12184002"/>
              <a:gd name="connsiteY6627" fmla="*/ 1106334 h 3882143"/>
              <a:gd name="connsiteX6628" fmla="*/ 10922289 w 12184002"/>
              <a:gd name="connsiteY6628" fmla="*/ 1046715 h 3882143"/>
              <a:gd name="connsiteX6629" fmla="*/ 10920036 w 12184002"/>
              <a:gd name="connsiteY6629" fmla="*/ 1047655 h 3882143"/>
              <a:gd name="connsiteX6630" fmla="*/ 10895767 w 12184002"/>
              <a:gd name="connsiteY6630" fmla="*/ 1023236 h 3882143"/>
              <a:gd name="connsiteX6631" fmla="*/ 10920036 w 12184002"/>
              <a:gd name="connsiteY6631" fmla="*/ 998818 h 3882143"/>
              <a:gd name="connsiteX6632" fmla="*/ 10944303 w 12184002"/>
              <a:gd name="connsiteY6632" fmla="*/ 1023236 h 3882143"/>
              <a:gd name="connsiteX6633" fmla="*/ 10937184 w 12184002"/>
              <a:gd name="connsiteY6633" fmla="*/ 1040517 h 3882143"/>
              <a:gd name="connsiteX6634" fmla="*/ 10929803 w 12184002"/>
              <a:gd name="connsiteY6634" fmla="*/ 1043588 h 3882143"/>
              <a:gd name="connsiteX6635" fmla="*/ 10929803 w 12184002"/>
              <a:gd name="connsiteY6635" fmla="*/ 1103179 h 3882143"/>
              <a:gd name="connsiteX6636" fmla="*/ 10994418 w 12184002"/>
              <a:gd name="connsiteY6636" fmla="*/ 1168018 h 3882143"/>
              <a:gd name="connsiteX6637" fmla="*/ 11063240 w 12184002"/>
              <a:gd name="connsiteY6637" fmla="*/ 1168018 h 3882143"/>
              <a:gd name="connsiteX6638" fmla="*/ 11063240 w 12184002"/>
              <a:gd name="connsiteY6638" fmla="*/ 1080263 h 3882143"/>
              <a:gd name="connsiteX6639" fmla="*/ 10973455 w 12184002"/>
              <a:gd name="connsiteY6639" fmla="*/ 990103 h 3882143"/>
              <a:gd name="connsiteX6640" fmla="*/ 10973455 w 12184002"/>
              <a:gd name="connsiteY6640" fmla="*/ 984768 h 3882143"/>
              <a:gd name="connsiteX6641" fmla="*/ 10976085 w 12184002"/>
              <a:gd name="connsiteY6641" fmla="*/ 983642 h 3882143"/>
              <a:gd name="connsiteX6642" fmla="*/ 10978715 w 12184002"/>
              <a:gd name="connsiteY6642" fmla="*/ 984768 h 3882143"/>
              <a:gd name="connsiteX6643" fmla="*/ 11070753 w 12184002"/>
              <a:gd name="connsiteY6643" fmla="*/ 1077108 h 3882143"/>
              <a:gd name="connsiteX6644" fmla="*/ 11070753 w 12184002"/>
              <a:gd name="connsiteY6644" fmla="*/ 1168018 h 3882143"/>
              <a:gd name="connsiteX6645" fmla="*/ 11156330 w 12184002"/>
              <a:gd name="connsiteY6645" fmla="*/ 1168018 h 3882143"/>
              <a:gd name="connsiteX6646" fmla="*/ 11154300 w 12184002"/>
              <a:gd name="connsiteY6646" fmla="*/ 1030073 h 3882143"/>
              <a:gd name="connsiteX6647" fmla="*/ 11042128 w 12184002"/>
              <a:gd name="connsiteY6647" fmla="*/ 917532 h 3882143"/>
              <a:gd name="connsiteX6648" fmla="*/ 11042128 w 12184002"/>
              <a:gd name="connsiteY6648" fmla="*/ 912195 h 3882143"/>
              <a:gd name="connsiteX6649" fmla="*/ 11044756 w 12184002"/>
              <a:gd name="connsiteY6649" fmla="*/ 911066 h 3882143"/>
              <a:gd name="connsiteX6650" fmla="*/ 1139246 w 12184002"/>
              <a:gd name="connsiteY6650" fmla="*/ 911066 h 3882143"/>
              <a:gd name="connsiteX6651" fmla="*/ 1141875 w 12184002"/>
              <a:gd name="connsiteY6651" fmla="*/ 912195 h 3882143"/>
              <a:gd name="connsiteX6652" fmla="*/ 1141875 w 12184002"/>
              <a:gd name="connsiteY6652" fmla="*/ 917532 h 3882143"/>
              <a:gd name="connsiteX6653" fmla="*/ 1029702 w 12184002"/>
              <a:gd name="connsiteY6653" fmla="*/ 1030073 h 3882143"/>
              <a:gd name="connsiteX6654" fmla="*/ 1027672 w 12184002"/>
              <a:gd name="connsiteY6654" fmla="*/ 1168018 h 3882143"/>
              <a:gd name="connsiteX6655" fmla="*/ 1113250 w 12184002"/>
              <a:gd name="connsiteY6655" fmla="*/ 1168018 h 3882143"/>
              <a:gd name="connsiteX6656" fmla="*/ 1113250 w 12184002"/>
              <a:gd name="connsiteY6656" fmla="*/ 1077108 h 3882143"/>
              <a:gd name="connsiteX6657" fmla="*/ 1205289 w 12184002"/>
              <a:gd name="connsiteY6657" fmla="*/ 984768 h 3882143"/>
              <a:gd name="connsiteX6658" fmla="*/ 1207918 w 12184002"/>
              <a:gd name="connsiteY6658" fmla="*/ 983642 h 3882143"/>
              <a:gd name="connsiteX6659" fmla="*/ 1210548 w 12184002"/>
              <a:gd name="connsiteY6659" fmla="*/ 984768 h 3882143"/>
              <a:gd name="connsiteX6660" fmla="*/ 1210548 w 12184002"/>
              <a:gd name="connsiteY6660" fmla="*/ 990103 h 3882143"/>
              <a:gd name="connsiteX6661" fmla="*/ 1120763 w 12184002"/>
              <a:gd name="connsiteY6661" fmla="*/ 1080263 h 3882143"/>
              <a:gd name="connsiteX6662" fmla="*/ 1120763 w 12184002"/>
              <a:gd name="connsiteY6662" fmla="*/ 1168018 h 3882143"/>
              <a:gd name="connsiteX6663" fmla="*/ 1189585 w 12184002"/>
              <a:gd name="connsiteY6663" fmla="*/ 1168018 h 3882143"/>
              <a:gd name="connsiteX6664" fmla="*/ 1254199 w 12184002"/>
              <a:gd name="connsiteY6664" fmla="*/ 1103179 h 3882143"/>
              <a:gd name="connsiteX6665" fmla="*/ 1254199 w 12184002"/>
              <a:gd name="connsiteY6665" fmla="*/ 1043588 h 3882143"/>
              <a:gd name="connsiteX6666" fmla="*/ 1246819 w 12184002"/>
              <a:gd name="connsiteY6666" fmla="*/ 1040517 h 3882143"/>
              <a:gd name="connsiteX6667" fmla="*/ 1239699 w 12184002"/>
              <a:gd name="connsiteY6667" fmla="*/ 1023236 h 3882143"/>
              <a:gd name="connsiteX6668" fmla="*/ 1263966 w 12184002"/>
              <a:gd name="connsiteY6668" fmla="*/ 998818 h 3882143"/>
              <a:gd name="connsiteX6669" fmla="*/ 1288236 w 12184002"/>
              <a:gd name="connsiteY6669" fmla="*/ 1023236 h 3882143"/>
              <a:gd name="connsiteX6670" fmla="*/ 1263966 w 12184002"/>
              <a:gd name="connsiteY6670" fmla="*/ 1047655 h 3882143"/>
              <a:gd name="connsiteX6671" fmla="*/ 1261713 w 12184002"/>
              <a:gd name="connsiteY6671" fmla="*/ 1046715 h 3882143"/>
              <a:gd name="connsiteX6672" fmla="*/ 1261713 w 12184002"/>
              <a:gd name="connsiteY6672" fmla="*/ 1106334 h 3882143"/>
              <a:gd name="connsiteX6673" fmla="*/ 1192741 w 12184002"/>
              <a:gd name="connsiteY6673" fmla="*/ 1175607 h 3882143"/>
              <a:gd name="connsiteX6674" fmla="*/ 1026019 w 12184002"/>
              <a:gd name="connsiteY6674" fmla="*/ 1175607 h 3882143"/>
              <a:gd name="connsiteX6675" fmla="*/ 1022414 w 12184002"/>
              <a:gd name="connsiteY6675" fmla="*/ 1174028 h 3882143"/>
              <a:gd name="connsiteX6676" fmla="*/ 1022188 w 12184002"/>
              <a:gd name="connsiteY6676" fmla="*/ 1028271 h 3882143"/>
              <a:gd name="connsiteX6677" fmla="*/ 1022188 w 12184002"/>
              <a:gd name="connsiteY6677" fmla="*/ 1026843 h 3882143"/>
              <a:gd name="connsiteX6678" fmla="*/ 1136465 w 12184002"/>
              <a:gd name="connsiteY6678" fmla="*/ 912269 h 3882143"/>
              <a:gd name="connsiteX6679" fmla="*/ 1139095 w 12184002"/>
              <a:gd name="connsiteY6679" fmla="*/ 911140 h 3882143"/>
              <a:gd name="connsiteX6680" fmla="*/ 7180054 w 12184002"/>
              <a:gd name="connsiteY6680" fmla="*/ 911065 h 3882143"/>
              <a:gd name="connsiteX6681" fmla="*/ 7180130 w 12184002"/>
              <a:gd name="connsiteY6681" fmla="*/ 911140 h 3882143"/>
              <a:gd name="connsiteX6682" fmla="*/ 7182759 w 12184002"/>
              <a:gd name="connsiteY6682" fmla="*/ 912266 h 3882143"/>
              <a:gd name="connsiteX6683" fmla="*/ 7182759 w 12184002"/>
              <a:gd name="connsiteY6683" fmla="*/ 917602 h 3882143"/>
              <a:gd name="connsiteX6684" fmla="*/ 7070661 w 12184002"/>
              <a:gd name="connsiteY6684" fmla="*/ 1030073 h 3882143"/>
              <a:gd name="connsiteX6685" fmla="*/ 7070661 w 12184002"/>
              <a:gd name="connsiteY6685" fmla="*/ 1168094 h 3882143"/>
              <a:gd name="connsiteX6686" fmla="*/ 7154057 w 12184002"/>
              <a:gd name="connsiteY6686" fmla="*/ 1168094 h 3882143"/>
              <a:gd name="connsiteX6687" fmla="*/ 7154057 w 12184002"/>
              <a:gd name="connsiteY6687" fmla="*/ 1077108 h 3882143"/>
              <a:gd name="connsiteX6688" fmla="*/ 7246096 w 12184002"/>
              <a:gd name="connsiteY6688" fmla="*/ 984768 h 3882143"/>
              <a:gd name="connsiteX6689" fmla="*/ 7248726 w 12184002"/>
              <a:gd name="connsiteY6689" fmla="*/ 983642 h 3882143"/>
              <a:gd name="connsiteX6690" fmla="*/ 7251356 w 12184002"/>
              <a:gd name="connsiteY6690" fmla="*/ 984768 h 3882143"/>
              <a:gd name="connsiteX6691" fmla="*/ 7251356 w 12184002"/>
              <a:gd name="connsiteY6691" fmla="*/ 990103 h 3882143"/>
              <a:gd name="connsiteX6692" fmla="*/ 7161571 w 12184002"/>
              <a:gd name="connsiteY6692" fmla="*/ 1080263 h 3882143"/>
              <a:gd name="connsiteX6693" fmla="*/ 7161571 w 12184002"/>
              <a:gd name="connsiteY6693" fmla="*/ 1168094 h 3882143"/>
              <a:gd name="connsiteX6694" fmla="*/ 7230468 w 12184002"/>
              <a:gd name="connsiteY6694" fmla="*/ 1168094 h 3882143"/>
              <a:gd name="connsiteX6695" fmla="*/ 7295084 w 12184002"/>
              <a:gd name="connsiteY6695" fmla="*/ 1103254 h 3882143"/>
              <a:gd name="connsiteX6696" fmla="*/ 7295084 w 12184002"/>
              <a:gd name="connsiteY6696" fmla="*/ 1019180 h 3882143"/>
              <a:gd name="connsiteX6697" fmla="*/ 7298840 w 12184002"/>
              <a:gd name="connsiteY6697" fmla="*/ 1015423 h 3882143"/>
              <a:gd name="connsiteX6698" fmla="*/ 7302596 w 12184002"/>
              <a:gd name="connsiteY6698" fmla="*/ 1019180 h 3882143"/>
              <a:gd name="connsiteX6699" fmla="*/ 7302596 w 12184002"/>
              <a:gd name="connsiteY6699" fmla="*/ 1106410 h 3882143"/>
              <a:gd name="connsiteX6700" fmla="*/ 7233625 w 12184002"/>
              <a:gd name="connsiteY6700" fmla="*/ 1175682 h 3882143"/>
              <a:gd name="connsiteX6701" fmla="*/ 7063147 w 12184002"/>
              <a:gd name="connsiteY6701" fmla="*/ 1175682 h 3882143"/>
              <a:gd name="connsiteX6702" fmla="*/ 7063147 w 12184002"/>
              <a:gd name="connsiteY6702" fmla="*/ 1026918 h 3882143"/>
              <a:gd name="connsiteX6703" fmla="*/ 7177425 w 12184002"/>
              <a:gd name="connsiteY6703" fmla="*/ 912192 h 3882143"/>
              <a:gd name="connsiteX6704" fmla="*/ 7180054 w 12184002"/>
              <a:gd name="connsiteY6704" fmla="*/ 911065 h 3882143"/>
              <a:gd name="connsiteX6705" fmla="*/ 5003949 w 12184002"/>
              <a:gd name="connsiteY6705" fmla="*/ 911065 h 3882143"/>
              <a:gd name="connsiteX6706" fmla="*/ 5006579 w 12184002"/>
              <a:gd name="connsiteY6706" fmla="*/ 912192 h 3882143"/>
              <a:gd name="connsiteX6707" fmla="*/ 5120856 w 12184002"/>
              <a:gd name="connsiteY6707" fmla="*/ 1026918 h 3882143"/>
              <a:gd name="connsiteX6708" fmla="*/ 5120856 w 12184002"/>
              <a:gd name="connsiteY6708" fmla="*/ 1175682 h 3882143"/>
              <a:gd name="connsiteX6709" fmla="*/ 4950379 w 12184002"/>
              <a:gd name="connsiteY6709" fmla="*/ 1175682 h 3882143"/>
              <a:gd name="connsiteX6710" fmla="*/ 4881407 w 12184002"/>
              <a:gd name="connsiteY6710" fmla="*/ 1106410 h 3882143"/>
              <a:gd name="connsiteX6711" fmla="*/ 4881407 w 12184002"/>
              <a:gd name="connsiteY6711" fmla="*/ 1019180 h 3882143"/>
              <a:gd name="connsiteX6712" fmla="*/ 4885164 w 12184002"/>
              <a:gd name="connsiteY6712" fmla="*/ 1015423 h 3882143"/>
              <a:gd name="connsiteX6713" fmla="*/ 4888920 w 12184002"/>
              <a:gd name="connsiteY6713" fmla="*/ 1019180 h 3882143"/>
              <a:gd name="connsiteX6714" fmla="*/ 4888920 w 12184002"/>
              <a:gd name="connsiteY6714" fmla="*/ 1103254 h 3882143"/>
              <a:gd name="connsiteX6715" fmla="*/ 4953535 w 12184002"/>
              <a:gd name="connsiteY6715" fmla="*/ 1168094 h 3882143"/>
              <a:gd name="connsiteX6716" fmla="*/ 5022433 w 12184002"/>
              <a:gd name="connsiteY6716" fmla="*/ 1168094 h 3882143"/>
              <a:gd name="connsiteX6717" fmla="*/ 5022433 w 12184002"/>
              <a:gd name="connsiteY6717" fmla="*/ 1080263 h 3882143"/>
              <a:gd name="connsiteX6718" fmla="*/ 4932648 w 12184002"/>
              <a:gd name="connsiteY6718" fmla="*/ 990103 h 3882143"/>
              <a:gd name="connsiteX6719" fmla="*/ 4932648 w 12184002"/>
              <a:gd name="connsiteY6719" fmla="*/ 984768 h 3882143"/>
              <a:gd name="connsiteX6720" fmla="*/ 4935278 w 12184002"/>
              <a:gd name="connsiteY6720" fmla="*/ 983642 h 3882143"/>
              <a:gd name="connsiteX6721" fmla="*/ 4937907 w 12184002"/>
              <a:gd name="connsiteY6721" fmla="*/ 984768 h 3882143"/>
              <a:gd name="connsiteX6722" fmla="*/ 5029945 w 12184002"/>
              <a:gd name="connsiteY6722" fmla="*/ 1077108 h 3882143"/>
              <a:gd name="connsiteX6723" fmla="*/ 5029945 w 12184002"/>
              <a:gd name="connsiteY6723" fmla="*/ 1168094 h 3882143"/>
              <a:gd name="connsiteX6724" fmla="*/ 5113343 w 12184002"/>
              <a:gd name="connsiteY6724" fmla="*/ 1168094 h 3882143"/>
              <a:gd name="connsiteX6725" fmla="*/ 5113343 w 12184002"/>
              <a:gd name="connsiteY6725" fmla="*/ 1030073 h 3882143"/>
              <a:gd name="connsiteX6726" fmla="*/ 5001245 w 12184002"/>
              <a:gd name="connsiteY6726" fmla="*/ 917602 h 3882143"/>
              <a:gd name="connsiteX6727" fmla="*/ 5001245 w 12184002"/>
              <a:gd name="connsiteY6727" fmla="*/ 912266 h 3882143"/>
              <a:gd name="connsiteX6728" fmla="*/ 5003873 w 12184002"/>
              <a:gd name="connsiteY6728" fmla="*/ 911140 h 3882143"/>
              <a:gd name="connsiteX6729" fmla="*/ 9654340 w 12184002"/>
              <a:gd name="connsiteY6729" fmla="*/ 908888 h 3882143"/>
              <a:gd name="connsiteX6730" fmla="*/ 9658098 w 12184002"/>
              <a:gd name="connsiteY6730" fmla="*/ 912646 h 3882143"/>
              <a:gd name="connsiteX6731" fmla="*/ 9658098 w 12184002"/>
              <a:gd name="connsiteY6731" fmla="*/ 1006032 h 3882143"/>
              <a:gd name="connsiteX6732" fmla="*/ 9274918 w 12184002"/>
              <a:gd name="connsiteY6732" fmla="*/ 1006032 h 3882143"/>
              <a:gd name="connsiteX6733" fmla="*/ 9274918 w 12184002"/>
              <a:gd name="connsiteY6733" fmla="*/ 1578471 h 3882143"/>
              <a:gd name="connsiteX6734" fmla="*/ 9591830 w 12184002"/>
              <a:gd name="connsiteY6734" fmla="*/ 1789520 h 3882143"/>
              <a:gd name="connsiteX6735" fmla="*/ 9591830 w 12184002"/>
              <a:gd name="connsiteY6735" fmla="*/ 1914137 h 3882143"/>
              <a:gd name="connsiteX6736" fmla="*/ 9592806 w 12184002"/>
              <a:gd name="connsiteY6736" fmla="*/ 1913731 h 3882143"/>
              <a:gd name="connsiteX6737" fmla="*/ 9617074 w 12184002"/>
              <a:gd name="connsiteY6737" fmla="*/ 1938149 h 3882143"/>
              <a:gd name="connsiteX6738" fmla="*/ 9615868 w 12184002"/>
              <a:gd name="connsiteY6738" fmla="*/ 1941072 h 3882143"/>
              <a:gd name="connsiteX6739" fmla="*/ 9617074 w 12184002"/>
              <a:gd name="connsiteY6739" fmla="*/ 1943994 h 3882143"/>
              <a:gd name="connsiteX6740" fmla="*/ 9592806 w 12184002"/>
              <a:gd name="connsiteY6740" fmla="*/ 1968412 h 3882143"/>
              <a:gd name="connsiteX6741" fmla="*/ 9591830 w 12184002"/>
              <a:gd name="connsiteY6741" fmla="*/ 1968006 h 3882143"/>
              <a:gd name="connsiteX6742" fmla="*/ 9591830 w 12184002"/>
              <a:gd name="connsiteY6742" fmla="*/ 2092623 h 3882143"/>
              <a:gd name="connsiteX6743" fmla="*/ 9274918 w 12184002"/>
              <a:gd name="connsiteY6743" fmla="*/ 2303672 h 3882143"/>
              <a:gd name="connsiteX6744" fmla="*/ 9274918 w 12184002"/>
              <a:gd name="connsiteY6744" fmla="*/ 2876111 h 3882143"/>
              <a:gd name="connsiteX6745" fmla="*/ 9658098 w 12184002"/>
              <a:gd name="connsiteY6745" fmla="*/ 2876111 h 3882143"/>
              <a:gd name="connsiteX6746" fmla="*/ 9658098 w 12184002"/>
              <a:gd name="connsiteY6746" fmla="*/ 2969497 h 3882143"/>
              <a:gd name="connsiteX6747" fmla="*/ 9654340 w 12184002"/>
              <a:gd name="connsiteY6747" fmla="*/ 2973255 h 3882143"/>
              <a:gd name="connsiteX6748" fmla="*/ 9650585 w 12184002"/>
              <a:gd name="connsiteY6748" fmla="*/ 2969497 h 3882143"/>
              <a:gd name="connsiteX6749" fmla="*/ 9650585 w 12184002"/>
              <a:gd name="connsiteY6749" fmla="*/ 2883625 h 3882143"/>
              <a:gd name="connsiteX6750" fmla="*/ 9267406 w 12184002"/>
              <a:gd name="connsiteY6750" fmla="*/ 2883625 h 3882143"/>
              <a:gd name="connsiteX6751" fmla="*/ 9267406 w 12184002"/>
              <a:gd name="connsiteY6751" fmla="*/ 2299540 h 3882143"/>
              <a:gd name="connsiteX6752" fmla="*/ 9584316 w 12184002"/>
              <a:gd name="connsiteY6752" fmla="*/ 2088491 h 3882143"/>
              <a:gd name="connsiteX6753" fmla="*/ 9584316 w 12184002"/>
              <a:gd name="connsiteY6753" fmla="*/ 1964878 h 3882143"/>
              <a:gd name="connsiteX6754" fmla="*/ 9575657 w 12184002"/>
              <a:gd name="connsiteY6754" fmla="*/ 1961274 h 3882143"/>
              <a:gd name="connsiteX6755" fmla="*/ 9568538 w 12184002"/>
              <a:gd name="connsiteY6755" fmla="*/ 1943994 h 3882143"/>
              <a:gd name="connsiteX6756" fmla="*/ 9569742 w 12184002"/>
              <a:gd name="connsiteY6756" fmla="*/ 1941072 h 3882143"/>
              <a:gd name="connsiteX6757" fmla="*/ 9568538 w 12184002"/>
              <a:gd name="connsiteY6757" fmla="*/ 1938149 h 3882143"/>
              <a:gd name="connsiteX6758" fmla="*/ 9575657 w 12184002"/>
              <a:gd name="connsiteY6758" fmla="*/ 1920869 h 3882143"/>
              <a:gd name="connsiteX6759" fmla="*/ 9584316 w 12184002"/>
              <a:gd name="connsiteY6759" fmla="*/ 1917265 h 3882143"/>
              <a:gd name="connsiteX6760" fmla="*/ 9584316 w 12184002"/>
              <a:gd name="connsiteY6760" fmla="*/ 1793653 h 3882143"/>
              <a:gd name="connsiteX6761" fmla="*/ 9267406 w 12184002"/>
              <a:gd name="connsiteY6761" fmla="*/ 1582603 h 3882143"/>
              <a:gd name="connsiteX6762" fmla="*/ 9267406 w 12184002"/>
              <a:gd name="connsiteY6762" fmla="*/ 998518 h 3882143"/>
              <a:gd name="connsiteX6763" fmla="*/ 9650585 w 12184002"/>
              <a:gd name="connsiteY6763" fmla="*/ 998518 h 3882143"/>
              <a:gd name="connsiteX6764" fmla="*/ 9650585 w 12184002"/>
              <a:gd name="connsiteY6764" fmla="*/ 912646 h 3882143"/>
              <a:gd name="connsiteX6765" fmla="*/ 9654340 w 12184002"/>
              <a:gd name="connsiteY6765" fmla="*/ 908888 h 3882143"/>
              <a:gd name="connsiteX6766" fmla="*/ 2529662 w 12184002"/>
              <a:gd name="connsiteY6766" fmla="*/ 908888 h 3882143"/>
              <a:gd name="connsiteX6767" fmla="*/ 2533418 w 12184002"/>
              <a:gd name="connsiteY6767" fmla="*/ 912646 h 3882143"/>
              <a:gd name="connsiteX6768" fmla="*/ 2533418 w 12184002"/>
              <a:gd name="connsiteY6768" fmla="*/ 998518 h 3882143"/>
              <a:gd name="connsiteX6769" fmla="*/ 2916598 w 12184002"/>
              <a:gd name="connsiteY6769" fmla="*/ 998518 h 3882143"/>
              <a:gd name="connsiteX6770" fmla="*/ 2916598 w 12184002"/>
              <a:gd name="connsiteY6770" fmla="*/ 1582603 h 3882143"/>
              <a:gd name="connsiteX6771" fmla="*/ 2599686 w 12184002"/>
              <a:gd name="connsiteY6771" fmla="*/ 1793653 h 3882143"/>
              <a:gd name="connsiteX6772" fmla="*/ 2599686 w 12184002"/>
              <a:gd name="connsiteY6772" fmla="*/ 1917265 h 3882143"/>
              <a:gd name="connsiteX6773" fmla="*/ 2608346 w 12184002"/>
              <a:gd name="connsiteY6773" fmla="*/ 1920869 h 3882143"/>
              <a:gd name="connsiteX6774" fmla="*/ 2615464 w 12184002"/>
              <a:gd name="connsiteY6774" fmla="*/ 1938149 h 3882143"/>
              <a:gd name="connsiteX6775" fmla="*/ 2614260 w 12184002"/>
              <a:gd name="connsiteY6775" fmla="*/ 1941072 h 3882143"/>
              <a:gd name="connsiteX6776" fmla="*/ 2615464 w 12184002"/>
              <a:gd name="connsiteY6776" fmla="*/ 1943994 h 3882143"/>
              <a:gd name="connsiteX6777" fmla="*/ 2608346 w 12184002"/>
              <a:gd name="connsiteY6777" fmla="*/ 1961274 h 3882143"/>
              <a:gd name="connsiteX6778" fmla="*/ 2599686 w 12184002"/>
              <a:gd name="connsiteY6778" fmla="*/ 1964878 h 3882143"/>
              <a:gd name="connsiteX6779" fmla="*/ 2599686 w 12184002"/>
              <a:gd name="connsiteY6779" fmla="*/ 2088491 h 3882143"/>
              <a:gd name="connsiteX6780" fmla="*/ 2916598 w 12184002"/>
              <a:gd name="connsiteY6780" fmla="*/ 2299540 h 3882143"/>
              <a:gd name="connsiteX6781" fmla="*/ 2916598 w 12184002"/>
              <a:gd name="connsiteY6781" fmla="*/ 2883625 h 3882143"/>
              <a:gd name="connsiteX6782" fmla="*/ 2533418 w 12184002"/>
              <a:gd name="connsiteY6782" fmla="*/ 2883625 h 3882143"/>
              <a:gd name="connsiteX6783" fmla="*/ 2533418 w 12184002"/>
              <a:gd name="connsiteY6783" fmla="*/ 2969497 h 3882143"/>
              <a:gd name="connsiteX6784" fmla="*/ 2529662 w 12184002"/>
              <a:gd name="connsiteY6784" fmla="*/ 2973255 h 3882143"/>
              <a:gd name="connsiteX6785" fmla="*/ 2525905 w 12184002"/>
              <a:gd name="connsiteY6785" fmla="*/ 2969497 h 3882143"/>
              <a:gd name="connsiteX6786" fmla="*/ 2525905 w 12184002"/>
              <a:gd name="connsiteY6786" fmla="*/ 2876111 h 3882143"/>
              <a:gd name="connsiteX6787" fmla="*/ 2909084 w 12184002"/>
              <a:gd name="connsiteY6787" fmla="*/ 2876111 h 3882143"/>
              <a:gd name="connsiteX6788" fmla="*/ 2909084 w 12184002"/>
              <a:gd name="connsiteY6788" fmla="*/ 2303672 h 3882143"/>
              <a:gd name="connsiteX6789" fmla="*/ 2592172 w 12184002"/>
              <a:gd name="connsiteY6789" fmla="*/ 2092623 h 3882143"/>
              <a:gd name="connsiteX6790" fmla="*/ 2592172 w 12184002"/>
              <a:gd name="connsiteY6790" fmla="*/ 1968006 h 3882143"/>
              <a:gd name="connsiteX6791" fmla="*/ 2591196 w 12184002"/>
              <a:gd name="connsiteY6791" fmla="*/ 1968412 h 3882143"/>
              <a:gd name="connsiteX6792" fmla="*/ 2566928 w 12184002"/>
              <a:gd name="connsiteY6792" fmla="*/ 1943994 h 3882143"/>
              <a:gd name="connsiteX6793" fmla="*/ 2568134 w 12184002"/>
              <a:gd name="connsiteY6793" fmla="*/ 1941072 h 3882143"/>
              <a:gd name="connsiteX6794" fmla="*/ 2566928 w 12184002"/>
              <a:gd name="connsiteY6794" fmla="*/ 1938149 h 3882143"/>
              <a:gd name="connsiteX6795" fmla="*/ 2591196 w 12184002"/>
              <a:gd name="connsiteY6795" fmla="*/ 1913731 h 3882143"/>
              <a:gd name="connsiteX6796" fmla="*/ 2592172 w 12184002"/>
              <a:gd name="connsiteY6796" fmla="*/ 1914138 h 3882143"/>
              <a:gd name="connsiteX6797" fmla="*/ 2592172 w 12184002"/>
              <a:gd name="connsiteY6797" fmla="*/ 1789520 h 3882143"/>
              <a:gd name="connsiteX6798" fmla="*/ 2909084 w 12184002"/>
              <a:gd name="connsiteY6798" fmla="*/ 1578471 h 3882143"/>
              <a:gd name="connsiteX6799" fmla="*/ 2909084 w 12184002"/>
              <a:gd name="connsiteY6799" fmla="*/ 1006032 h 3882143"/>
              <a:gd name="connsiteX6800" fmla="*/ 2525905 w 12184002"/>
              <a:gd name="connsiteY6800" fmla="*/ 1006032 h 3882143"/>
              <a:gd name="connsiteX6801" fmla="*/ 2525905 w 12184002"/>
              <a:gd name="connsiteY6801" fmla="*/ 912646 h 3882143"/>
              <a:gd name="connsiteX6802" fmla="*/ 2529662 w 12184002"/>
              <a:gd name="connsiteY6802" fmla="*/ 908888 h 3882143"/>
              <a:gd name="connsiteX6803" fmla="*/ 8570470 w 12184002"/>
              <a:gd name="connsiteY6803" fmla="*/ 908886 h 3882143"/>
              <a:gd name="connsiteX6804" fmla="*/ 8574226 w 12184002"/>
              <a:gd name="connsiteY6804" fmla="*/ 912644 h 3882143"/>
              <a:gd name="connsiteX6805" fmla="*/ 8574226 w 12184002"/>
              <a:gd name="connsiteY6805" fmla="*/ 998518 h 3882143"/>
              <a:gd name="connsiteX6806" fmla="*/ 8957405 w 12184002"/>
              <a:gd name="connsiteY6806" fmla="*/ 998518 h 3882143"/>
              <a:gd name="connsiteX6807" fmla="*/ 8957405 w 12184002"/>
              <a:gd name="connsiteY6807" fmla="*/ 1582603 h 3882143"/>
              <a:gd name="connsiteX6808" fmla="*/ 8640493 w 12184002"/>
              <a:gd name="connsiteY6808" fmla="*/ 1793653 h 3882143"/>
              <a:gd name="connsiteX6809" fmla="*/ 8640493 w 12184002"/>
              <a:gd name="connsiteY6809" fmla="*/ 1931537 h 3882143"/>
              <a:gd name="connsiteX6810" fmla="*/ 8640493 w 12184002"/>
              <a:gd name="connsiteY6810" fmla="*/ 1950606 h 3882143"/>
              <a:gd name="connsiteX6811" fmla="*/ 8640493 w 12184002"/>
              <a:gd name="connsiteY6811" fmla="*/ 2088491 h 3882143"/>
              <a:gd name="connsiteX6812" fmla="*/ 8957405 w 12184002"/>
              <a:gd name="connsiteY6812" fmla="*/ 2299540 h 3882143"/>
              <a:gd name="connsiteX6813" fmla="*/ 8957405 w 12184002"/>
              <a:gd name="connsiteY6813" fmla="*/ 2883625 h 3882143"/>
              <a:gd name="connsiteX6814" fmla="*/ 8574226 w 12184002"/>
              <a:gd name="connsiteY6814" fmla="*/ 2883625 h 3882143"/>
              <a:gd name="connsiteX6815" fmla="*/ 8574226 w 12184002"/>
              <a:gd name="connsiteY6815" fmla="*/ 2969499 h 3882143"/>
              <a:gd name="connsiteX6816" fmla="*/ 8570470 w 12184002"/>
              <a:gd name="connsiteY6816" fmla="*/ 2973257 h 3882143"/>
              <a:gd name="connsiteX6817" fmla="*/ 8566713 w 12184002"/>
              <a:gd name="connsiteY6817" fmla="*/ 2969499 h 3882143"/>
              <a:gd name="connsiteX6818" fmla="*/ 8566713 w 12184002"/>
              <a:gd name="connsiteY6818" fmla="*/ 2876111 h 3882143"/>
              <a:gd name="connsiteX6819" fmla="*/ 8949892 w 12184002"/>
              <a:gd name="connsiteY6819" fmla="*/ 2876111 h 3882143"/>
              <a:gd name="connsiteX6820" fmla="*/ 8949892 w 12184002"/>
              <a:gd name="connsiteY6820" fmla="*/ 2303672 h 3882143"/>
              <a:gd name="connsiteX6821" fmla="*/ 8632980 w 12184002"/>
              <a:gd name="connsiteY6821" fmla="*/ 2092623 h 3882143"/>
              <a:gd name="connsiteX6822" fmla="*/ 8632980 w 12184002"/>
              <a:gd name="connsiteY6822" fmla="*/ 1950606 h 3882143"/>
              <a:gd name="connsiteX6823" fmla="*/ 8632980 w 12184002"/>
              <a:gd name="connsiteY6823" fmla="*/ 1931537 h 3882143"/>
              <a:gd name="connsiteX6824" fmla="*/ 8632980 w 12184002"/>
              <a:gd name="connsiteY6824" fmla="*/ 1789520 h 3882143"/>
              <a:gd name="connsiteX6825" fmla="*/ 8949892 w 12184002"/>
              <a:gd name="connsiteY6825" fmla="*/ 1578471 h 3882143"/>
              <a:gd name="connsiteX6826" fmla="*/ 8949892 w 12184002"/>
              <a:gd name="connsiteY6826" fmla="*/ 1006032 h 3882143"/>
              <a:gd name="connsiteX6827" fmla="*/ 8566713 w 12184002"/>
              <a:gd name="connsiteY6827" fmla="*/ 1006032 h 3882143"/>
              <a:gd name="connsiteX6828" fmla="*/ 8566713 w 12184002"/>
              <a:gd name="connsiteY6828" fmla="*/ 912644 h 3882143"/>
              <a:gd name="connsiteX6829" fmla="*/ 8570470 w 12184002"/>
              <a:gd name="connsiteY6829" fmla="*/ 908886 h 3882143"/>
              <a:gd name="connsiteX6830" fmla="*/ 3613534 w 12184002"/>
              <a:gd name="connsiteY6830" fmla="*/ 908886 h 3882143"/>
              <a:gd name="connsiteX6831" fmla="*/ 3617290 w 12184002"/>
              <a:gd name="connsiteY6831" fmla="*/ 912644 h 3882143"/>
              <a:gd name="connsiteX6832" fmla="*/ 3617290 w 12184002"/>
              <a:gd name="connsiteY6832" fmla="*/ 1006032 h 3882143"/>
              <a:gd name="connsiteX6833" fmla="*/ 3234110 w 12184002"/>
              <a:gd name="connsiteY6833" fmla="*/ 1006032 h 3882143"/>
              <a:gd name="connsiteX6834" fmla="*/ 3234110 w 12184002"/>
              <a:gd name="connsiteY6834" fmla="*/ 1578471 h 3882143"/>
              <a:gd name="connsiteX6835" fmla="*/ 3551022 w 12184002"/>
              <a:gd name="connsiteY6835" fmla="*/ 1789520 h 3882143"/>
              <a:gd name="connsiteX6836" fmla="*/ 3551022 w 12184002"/>
              <a:gd name="connsiteY6836" fmla="*/ 1931537 h 3882143"/>
              <a:gd name="connsiteX6837" fmla="*/ 3551022 w 12184002"/>
              <a:gd name="connsiteY6837" fmla="*/ 1950606 h 3882143"/>
              <a:gd name="connsiteX6838" fmla="*/ 3551022 w 12184002"/>
              <a:gd name="connsiteY6838" fmla="*/ 2092623 h 3882143"/>
              <a:gd name="connsiteX6839" fmla="*/ 3234110 w 12184002"/>
              <a:gd name="connsiteY6839" fmla="*/ 2303672 h 3882143"/>
              <a:gd name="connsiteX6840" fmla="*/ 3234110 w 12184002"/>
              <a:gd name="connsiteY6840" fmla="*/ 2876111 h 3882143"/>
              <a:gd name="connsiteX6841" fmla="*/ 3617290 w 12184002"/>
              <a:gd name="connsiteY6841" fmla="*/ 2876111 h 3882143"/>
              <a:gd name="connsiteX6842" fmla="*/ 3617290 w 12184002"/>
              <a:gd name="connsiteY6842" fmla="*/ 2969499 h 3882143"/>
              <a:gd name="connsiteX6843" fmla="*/ 3613534 w 12184002"/>
              <a:gd name="connsiteY6843" fmla="*/ 2973257 h 3882143"/>
              <a:gd name="connsiteX6844" fmla="*/ 3609777 w 12184002"/>
              <a:gd name="connsiteY6844" fmla="*/ 2969499 h 3882143"/>
              <a:gd name="connsiteX6845" fmla="*/ 3609777 w 12184002"/>
              <a:gd name="connsiteY6845" fmla="*/ 2883625 h 3882143"/>
              <a:gd name="connsiteX6846" fmla="*/ 3226597 w 12184002"/>
              <a:gd name="connsiteY6846" fmla="*/ 2883625 h 3882143"/>
              <a:gd name="connsiteX6847" fmla="*/ 3226597 w 12184002"/>
              <a:gd name="connsiteY6847" fmla="*/ 2299540 h 3882143"/>
              <a:gd name="connsiteX6848" fmla="*/ 3543509 w 12184002"/>
              <a:gd name="connsiteY6848" fmla="*/ 2088491 h 3882143"/>
              <a:gd name="connsiteX6849" fmla="*/ 3543509 w 12184002"/>
              <a:gd name="connsiteY6849" fmla="*/ 1950606 h 3882143"/>
              <a:gd name="connsiteX6850" fmla="*/ 3543509 w 12184002"/>
              <a:gd name="connsiteY6850" fmla="*/ 1931537 h 3882143"/>
              <a:gd name="connsiteX6851" fmla="*/ 3543509 w 12184002"/>
              <a:gd name="connsiteY6851" fmla="*/ 1793653 h 3882143"/>
              <a:gd name="connsiteX6852" fmla="*/ 3226597 w 12184002"/>
              <a:gd name="connsiteY6852" fmla="*/ 1582603 h 3882143"/>
              <a:gd name="connsiteX6853" fmla="*/ 3226597 w 12184002"/>
              <a:gd name="connsiteY6853" fmla="*/ 998518 h 3882143"/>
              <a:gd name="connsiteX6854" fmla="*/ 3609777 w 12184002"/>
              <a:gd name="connsiteY6854" fmla="*/ 998518 h 3882143"/>
              <a:gd name="connsiteX6855" fmla="*/ 3609777 w 12184002"/>
              <a:gd name="connsiteY6855" fmla="*/ 912644 h 3882143"/>
              <a:gd name="connsiteX6856" fmla="*/ 3613534 w 12184002"/>
              <a:gd name="connsiteY6856" fmla="*/ 908886 h 3882143"/>
              <a:gd name="connsiteX6857" fmla="*/ 9537509 w 12184002"/>
              <a:gd name="connsiteY6857" fmla="*/ 907983 h 3882143"/>
              <a:gd name="connsiteX6858" fmla="*/ 9561776 w 12184002"/>
              <a:gd name="connsiteY6858" fmla="*/ 932401 h 3882143"/>
              <a:gd name="connsiteX6859" fmla="*/ 9537509 w 12184002"/>
              <a:gd name="connsiteY6859" fmla="*/ 956819 h 3882143"/>
              <a:gd name="connsiteX6860" fmla="*/ 9520359 w 12184002"/>
              <a:gd name="connsiteY6860" fmla="*/ 949681 h 3882143"/>
              <a:gd name="connsiteX6861" fmla="*/ 9516215 w 12184002"/>
              <a:gd name="connsiteY6861" fmla="*/ 939623 h 3882143"/>
              <a:gd name="connsiteX6862" fmla="*/ 9197231 w 12184002"/>
              <a:gd name="connsiteY6862" fmla="*/ 939623 h 3882143"/>
              <a:gd name="connsiteX6863" fmla="*/ 9194375 w 12184002"/>
              <a:gd name="connsiteY6863" fmla="*/ 1659465 h 3882143"/>
              <a:gd name="connsiteX6864" fmla="*/ 9442239 w 12184002"/>
              <a:gd name="connsiteY6864" fmla="*/ 1821452 h 3882143"/>
              <a:gd name="connsiteX6865" fmla="*/ 9433737 w 12184002"/>
              <a:gd name="connsiteY6865" fmla="*/ 1941072 h 3882143"/>
              <a:gd name="connsiteX6866" fmla="*/ 9442239 w 12184002"/>
              <a:gd name="connsiteY6866" fmla="*/ 2060691 h 3882143"/>
              <a:gd name="connsiteX6867" fmla="*/ 9194375 w 12184002"/>
              <a:gd name="connsiteY6867" fmla="*/ 2222679 h 3882143"/>
              <a:gd name="connsiteX6868" fmla="*/ 9197231 w 12184002"/>
              <a:gd name="connsiteY6868" fmla="*/ 2942521 h 3882143"/>
              <a:gd name="connsiteX6869" fmla="*/ 9516215 w 12184002"/>
              <a:gd name="connsiteY6869" fmla="*/ 2942521 h 3882143"/>
              <a:gd name="connsiteX6870" fmla="*/ 9520359 w 12184002"/>
              <a:gd name="connsiteY6870" fmla="*/ 2932462 h 3882143"/>
              <a:gd name="connsiteX6871" fmla="*/ 9537509 w 12184002"/>
              <a:gd name="connsiteY6871" fmla="*/ 2925325 h 3882143"/>
              <a:gd name="connsiteX6872" fmla="*/ 9561776 w 12184002"/>
              <a:gd name="connsiteY6872" fmla="*/ 2949742 h 3882143"/>
              <a:gd name="connsiteX6873" fmla="*/ 9537509 w 12184002"/>
              <a:gd name="connsiteY6873" fmla="*/ 2974161 h 3882143"/>
              <a:gd name="connsiteX6874" fmla="*/ 9520359 w 12184002"/>
              <a:gd name="connsiteY6874" fmla="*/ 2967023 h 3882143"/>
              <a:gd name="connsiteX6875" fmla="*/ 9513391 w 12184002"/>
              <a:gd name="connsiteY6875" fmla="*/ 2950110 h 3882143"/>
              <a:gd name="connsiteX6876" fmla="*/ 9189642 w 12184002"/>
              <a:gd name="connsiteY6876" fmla="*/ 2950110 h 3882143"/>
              <a:gd name="connsiteX6877" fmla="*/ 9186712 w 12184002"/>
              <a:gd name="connsiteY6877" fmla="*/ 2218620 h 3882143"/>
              <a:gd name="connsiteX6878" fmla="*/ 9434350 w 12184002"/>
              <a:gd name="connsiteY6878" fmla="*/ 2056784 h 3882143"/>
              <a:gd name="connsiteX6879" fmla="*/ 9426407 w 12184002"/>
              <a:gd name="connsiteY6879" fmla="*/ 1945223 h 3882143"/>
              <a:gd name="connsiteX6880" fmla="*/ 9425861 w 12184002"/>
              <a:gd name="connsiteY6880" fmla="*/ 1944595 h 3882143"/>
              <a:gd name="connsiteX6881" fmla="*/ 9426112 w 12184002"/>
              <a:gd name="connsiteY6881" fmla="*/ 1941072 h 3882143"/>
              <a:gd name="connsiteX6882" fmla="*/ 9425861 w 12184002"/>
              <a:gd name="connsiteY6882" fmla="*/ 1937548 h 3882143"/>
              <a:gd name="connsiteX6883" fmla="*/ 9426407 w 12184002"/>
              <a:gd name="connsiteY6883" fmla="*/ 1936920 h 3882143"/>
              <a:gd name="connsiteX6884" fmla="*/ 9434350 w 12184002"/>
              <a:gd name="connsiteY6884" fmla="*/ 1825359 h 3882143"/>
              <a:gd name="connsiteX6885" fmla="*/ 9186712 w 12184002"/>
              <a:gd name="connsiteY6885" fmla="*/ 1663523 h 3882143"/>
              <a:gd name="connsiteX6886" fmla="*/ 9189642 w 12184002"/>
              <a:gd name="connsiteY6886" fmla="*/ 932033 h 3882143"/>
              <a:gd name="connsiteX6887" fmla="*/ 9513391 w 12184002"/>
              <a:gd name="connsiteY6887" fmla="*/ 932033 h 3882143"/>
              <a:gd name="connsiteX6888" fmla="*/ 9520359 w 12184002"/>
              <a:gd name="connsiteY6888" fmla="*/ 915120 h 3882143"/>
              <a:gd name="connsiteX6889" fmla="*/ 9537509 w 12184002"/>
              <a:gd name="connsiteY6889" fmla="*/ 907983 h 3882143"/>
              <a:gd name="connsiteX6890" fmla="*/ 2646494 w 12184002"/>
              <a:gd name="connsiteY6890" fmla="*/ 907983 h 3882143"/>
              <a:gd name="connsiteX6891" fmla="*/ 2663643 w 12184002"/>
              <a:gd name="connsiteY6891" fmla="*/ 915120 h 3882143"/>
              <a:gd name="connsiteX6892" fmla="*/ 2670611 w 12184002"/>
              <a:gd name="connsiteY6892" fmla="*/ 932033 h 3882143"/>
              <a:gd name="connsiteX6893" fmla="*/ 2994361 w 12184002"/>
              <a:gd name="connsiteY6893" fmla="*/ 932033 h 3882143"/>
              <a:gd name="connsiteX6894" fmla="*/ 2997291 w 12184002"/>
              <a:gd name="connsiteY6894" fmla="*/ 1663523 h 3882143"/>
              <a:gd name="connsiteX6895" fmla="*/ 2749652 w 12184002"/>
              <a:gd name="connsiteY6895" fmla="*/ 1825359 h 3882143"/>
              <a:gd name="connsiteX6896" fmla="*/ 2757596 w 12184002"/>
              <a:gd name="connsiteY6896" fmla="*/ 1936920 h 3882143"/>
              <a:gd name="connsiteX6897" fmla="*/ 2758142 w 12184002"/>
              <a:gd name="connsiteY6897" fmla="*/ 1937548 h 3882143"/>
              <a:gd name="connsiteX6898" fmla="*/ 2757891 w 12184002"/>
              <a:gd name="connsiteY6898" fmla="*/ 1941072 h 3882143"/>
              <a:gd name="connsiteX6899" fmla="*/ 2758142 w 12184002"/>
              <a:gd name="connsiteY6899" fmla="*/ 1944595 h 3882143"/>
              <a:gd name="connsiteX6900" fmla="*/ 2757596 w 12184002"/>
              <a:gd name="connsiteY6900" fmla="*/ 1945223 h 3882143"/>
              <a:gd name="connsiteX6901" fmla="*/ 2749652 w 12184002"/>
              <a:gd name="connsiteY6901" fmla="*/ 2056784 h 3882143"/>
              <a:gd name="connsiteX6902" fmla="*/ 2997291 w 12184002"/>
              <a:gd name="connsiteY6902" fmla="*/ 2218620 h 3882143"/>
              <a:gd name="connsiteX6903" fmla="*/ 2994361 w 12184002"/>
              <a:gd name="connsiteY6903" fmla="*/ 2950110 h 3882143"/>
              <a:gd name="connsiteX6904" fmla="*/ 2670611 w 12184002"/>
              <a:gd name="connsiteY6904" fmla="*/ 2950110 h 3882143"/>
              <a:gd name="connsiteX6905" fmla="*/ 2663643 w 12184002"/>
              <a:gd name="connsiteY6905" fmla="*/ 2967023 h 3882143"/>
              <a:gd name="connsiteX6906" fmla="*/ 2646494 w 12184002"/>
              <a:gd name="connsiteY6906" fmla="*/ 2974161 h 3882143"/>
              <a:gd name="connsiteX6907" fmla="*/ 2622226 w 12184002"/>
              <a:gd name="connsiteY6907" fmla="*/ 2949742 h 3882143"/>
              <a:gd name="connsiteX6908" fmla="*/ 2646494 w 12184002"/>
              <a:gd name="connsiteY6908" fmla="*/ 2925325 h 3882143"/>
              <a:gd name="connsiteX6909" fmla="*/ 2663643 w 12184002"/>
              <a:gd name="connsiteY6909" fmla="*/ 2932462 h 3882143"/>
              <a:gd name="connsiteX6910" fmla="*/ 2667788 w 12184002"/>
              <a:gd name="connsiteY6910" fmla="*/ 2942521 h 3882143"/>
              <a:gd name="connsiteX6911" fmla="*/ 2986772 w 12184002"/>
              <a:gd name="connsiteY6911" fmla="*/ 2942521 h 3882143"/>
              <a:gd name="connsiteX6912" fmla="*/ 2989628 w 12184002"/>
              <a:gd name="connsiteY6912" fmla="*/ 2222679 h 3882143"/>
              <a:gd name="connsiteX6913" fmla="*/ 2741764 w 12184002"/>
              <a:gd name="connsiteY6913" fmla="*/ 2060691 h 3882143"/>
              <a:gd name="connsiteX6914" fmla="*/ 2750265 w 12184002"/>
              <a:gd name="connsiteY6914" fmla="*/ 1941072 h 3882143"/>
              <a:gd name="connsiteX6915" fmla="*/ 2741764 w 12184002"/>
              <a:gd name="connsiteY6915" fmla="*/ 1821452 h 3882143"/>
              <a:gd name="connsiteX6916" fmla="*/ 2989628 w 12184002"/>
              <a:gd name="connsiteY6916" fmla="*/ 1659465 h 3882143"/>
              <a:gd name="connsiteX6917" fmla="*/ 2986772 w 12184002"/>
              <a:gd name="connsiteY6917" fmla="*/ 939623 h 3882143"/>
              <a:gd name="connsiteX6918" fmla="*/ 2667788 w 12184002"/>
              <a:gd name="connsiteY6918" fmla="*/ 939623 h 3882143"/>
              <a:gd name="connsiteX6919" fmla="*/ 2663643 w 12184002"/>
              <a:gd name="connsiteY6919" fmla="*/ 949681 h 3882143"/>
              <a:gd name="connsiteX6920" fmla="*/ 2646494 w 12184002"/>
              <a:gd name="connsiteY6920" fmla="*/ 956819 h 3882143"/>
              <a:gd name="connsiteX6921" fmla="*/ 2622226 w 12184002"/>
              <a:gd name="connsiteY6921" fmla="*/ 932401 h 3882143"/>
              <a:gd name="connsiteX6922" fmla="*/ 2646494 w 12184002"/>
              <a:gd name="connsiteY6922" fmla="*/ 907983 h 3882143"/>
              <a:gd name="connsiteX6923" fmla="*/ 12146886 w 12184002"/>
              <a:gd name="connsiteY6923" fmla="*/ 892434 h 3882143"/>
              <a:gd name="connsiteX6924" fmla="*/ 12149516 w 12184002"/>
              <a:gd name="connsiteY6924" fmla="*/ 893561 h 3882143"/>
              <a:gd name="connsiteX6925" fmla="*/ 12149516 w 12184002"/>
              <a:gd name="connsiteY6925" fmla="*/ 898896 h 3882143"/>
              <a:gd name="connsiteX6926" fmla="*/ 11779560 w 12184002"/>
              <a:gd name="connsiteY6926" fmla="*/ 1270199 h 3882143"/>
              <a:gd name="connsiteX6927" fmla="*/ 11779560 w 12184002"/>
              <a:gd name="connsiteY6927" fmla="*/ 1531363 h 3882143"/>
              <a:gd name="connsiteX6928" fmla="*/ 11831401 w 12184002"/>
              <a:gd name="connsiteY6928" fmla="*/ 1479337 h 3882143"/>
              <a:gd name="connsiteX6929" fmla="*/ 11831401 w 12184002"/>
              <a:gd name="connsiteY6929" fmla="*/ 1281996 h 3882143"/>
              <a:gd name="connsiteX6930" fmla="*/ 12003232 w 12184002"/>
              <a:gd name="connsiteY6930" fmla="*/ 1109565 h 3882143"/>
              <a:gd name="connsiteX6931" fmla="*/ 12005861 w 12184002"/>
              <a:gd name="connsiteY6931" fmla="*/ 1108439 h 3882143"/>
              <a:gd name="connsiteX6932" fmla="*/ 12005861 w 12184002"/>
              <a:gd name="connsiteY6932" fmla="*/ 1108513 h 3882143"/>
              <a:gd name="connsiteX6933" fmla="*/ 12008492 w 12184002"/>
              <a:gd name="connsiteY6933" fmla="*/ 1109641 h 3882143"/>
              <a:gd name="connsiteX6934" fmla="*/ 12008492 w 12184002"/>
              <a:gd name="connsiteY6934" fmla="*/ 1114975 h 3882143"/>
              <a:gd name="connsiteX6935" fmla="*/ 11838916 w 12184002"/>
              <a:gd name="connsiteY6935" fmla="*/ 1285151 h 3882143"/>
              <a:gd name="connsiteX6936" fmla="*/ 11838916 w 12184002"/>
              <a:gd name="connsiteY6936" fmla="*/ 1471795 h 3882143"/>
              <a:gd name="connsiteX6937" fmla="*/ 11969797 w 12184002"/>
              <a:gd name="connsiteY6937" fmla="*/ 1340449 h 3882143"/>
              <a:gd name="connsiteX6938" fmla="*/ 11975131 w 12184002"/>
              <a:gd name="connsiteY6938" fmla="*/ 1340449 h 3882143"/>
              <a:gd name="connsiteX6939" fmla="*/ 11975131 w 12184002"/>
              <a:gd name="connsiteY6939" fmla="*/ 1345783 h 3882143"/>
              <a:gd name="connsiteX6940" fmla="*/ 11772047 w 12184002"/>
              <a:gd name="connsiteY6940" fmla="*/ 1549620 h 3882143"/>
              <a:gd name="connsiteX6941" fmla="*/ 11772047 w 12184002"/>
              <a:gd name="connsiteY6941" fmla="*/ 1267044 h 3882143"/>
              <a:gd name="connsiteX6942" fmla="*/ 12144257 w 12184002"/>
              <a:gd name="connsiteY6942" fmla="*/ 893561 h 3882143"/>
              <a:gd name="connsiteX6943" fmla="*/ 12146886 w 12184002"/>
              <a:gd name="connsiteY6943" fmla="*/ 892434 h 3882143"/>
              <a:gd name="connsiteX6944" fmla="*/ 37116 w 12184002"/>
              <a:gd name="connsiteY6944" fmla="*/ 892434 h 3882143"/>
              <a:gd name="connsiteX6945" fmla="*/ 39746 w 12184002"/>
              <a:gd name="connsiteY6945" fmla="*/ 893561 h 3882143"/>
              <a:gd name="connsiteX6946" fmla="*/ 411956 w 12184002"/>
              <a:gd name="connsiteY6946" fmla="*/ 1267044 h 3882143"/>
              <a:gd name="connsiteX6947" fmla="*/ 411956 w 12184002"/>
              <a:gd name="connsiteY6947" fmla="*/ 1549620 h 3882143"/>
              <a:gd name="connsiteX6948" fmla="*/ 208871 w 12184002"/>
              <a:gd name="connsiteY6948" fmla="*/ 1345783 h 3882143"/>
              <a:gd name="connsiteX6949" fmla="*/ 208871 w 12184002"/>
              <a:gd name="connsiteY6949" fmla="*/ 1340449 h 3882143"/>
              <a:gd name="connsiteX6950" fmla="*/ 214205 w 12184002"/>
              <a:gd name="connsiteY6950" fmla="*/ 1340449 h 3882143"/>
              <a:gd name="connsiteX6951" fmla="*/ 345086 w 12184002"/>
              <a:gd name="connsiteY6951" fmla="*/ 1471795 h 3882143"/>
              <a:gd name="connsiteX6952" fmla="*/ 345086 w 12184002"/>
              <a:gd name="connsiteY6952" fmla="*/ 1285151 h 3882143"/>
              <a:gd name="connsiteX6953" fmla="*/ 175510 w 12184002"/>
              <a:gd name="connsiteY6953" fmla="*/ 1114975 h 3882143"/>
              <a:gd name="connsiteX6954" fmla="*/ 175510 w 12184002"/>
              <a:gd name="connsiteY6954" fmla="*/ 1109641 h 3882143"/>
              <a:gd name="connsiteX6955" fmla="*/ 178141 w 12184002"/>
              <a:gd name="connsiteY6955" fmla="*/ 1108513 h 3882143"/>
              <a:gd name="connsiteX6956" fmla="*/ 178141 w 12184002"/>
              <a:gd name="connsiteY6956" fmla="*/ 1108439 h 3882143"/>
              <a:gd name="connsiteX6957" fmla="*/ 180770 w 12184002"/>
              <a:gd name="connsiteY6957" fmla="*/ 1109565 h 3882143"/>
              <a:gd name="connsiteX6958" fmla="*/ 352601 w 12184002"/>
              <a:gd name="connsiteY6958" fmla="*/ 1281996 h 3882143"/>
              <a:gd name="connsiteX6959" fmla="*/ 352601 w 12184002"/>
              <a:gd name="connsiteY6959" fmla="*/ 1479337 h 3882143"/>
              <a:gd name="connsiteX6960" fmla="*/ 404442 w 12184002"/>
              <a:gd name="connsiteY6960" fmla="*/ 1531363 h 3882143"/>
              <a:gd name="connsiteX6961" fmla="*/ 404442 w 12184002"/>
              <a:gd name="connsiteY6961" fmla="*/ 1270199 h 3882143"/>
              <a:gd name="connsiteX6962" fmla="*/ 34486 w 12184002"/>
              <a:gd name="connsiteY6962" fmla="*/ 898896 h 3882143"/>
              <a:gd name="connsiteX6963" fmla="*/ 34486 w 12184002"/>
              <a:gd name="connsiteY6963" fmla="*/ 893561 h 3882143"/>
              <a:gd name="connsiteX6964" fmla="*/ 37116 w 12184002"/>
              <a:gd name="connsiteY6964" fmla="*/ 892434 h 3882143"/>
              <a:gd name="connsiteX6965" fmla="*/ 6078000 w 12184002"/>
              <a:gd name="connsiteY6965" fmla="*/ 892431 h 3882143"/>
              <a:gd name="connsiteX6966" fmla="*/ 6080630 w 12184002"/>
              <a:gd name="connsiteY6966" fmla="*/ 893558 h 3882143"/>
              <a:gd name="connsiteX6967" fmla="*/ 6092001 w 12184002"/>
              <a:gd name="connsiteY6967" fmla="*/ 904969 h 3882143"/>
              <a:gd name="connsiteX6968" fmla="*/ 6103374 w 12184002"/>
              <a:gd name="connsiteY6968" fmla="*/ 893558 h 3882143"/>
              <a:gd name="connsiteX6969" fmla="*/ 6106003 w 12184002"/>
              <a:gd name="connsiteY6969" fmla="*/ 892431 h 3882143"/>
              <a:gd name="connsiteX6970" fmla="*/ 6108633 w 12184002"/>
              <a:gd name="connsiteY6970" fmla="*/ 893558 h 3882143"/>
              <a:gd name="connsiteX6971" fmla="*/ 6108633 w 12184002"/>
              <a:gd name="connsiteY6971" fmla="*/ 898894 h 3882143"/>
              <a:gd name="connsiteX6972" fmla="*/ 6097291 w 12184002"/>
              <a:gd name="connsiteY6972" fmla="*/ 910277 h 3882143"/>
              <a:gd name="connsiteX6973" fmla="*/ 6452839 w 12184002"/>
              <a:gd name="connsiteY6973" fmla="*/ 1267044 h 3882143"/>
              <a:gd name="connsiteX6974" fmla="*/ 6452839 w 12184002"/>
              <a:gd name="connsiteY6974" fmla="*/ 1549620 h 3882143"/>
              <a:gd name="connsiteX6975" fmla="*/ 6249754 w 12184002"/>
              <a:gd name="connsiteY6975" fmla="*/ 1345783 h 3882143"/>
              <a:gd name="connsiteX6976" fmla="*/ 6249754 w 12184002"/>
              <a:gd name="connsiteY6976" fmla="*/ 1340449 h 3882143"/>
              <a:gd name="connsiteX6977" fmla="*/ 6255088 w 12184002"/>
              <a:gd name="connsiteY6977" fmla="*/ 1340449 h 3882143"/>
              <a:gd name="connsiteX6978" fmla="*/ 6385895 w 12184002"/>
              <a:gd name="connsiteY6978" fmla="*/ 1471720 h 3882143"/>
              <a:gd name="connsiteX6979" fmla="*/ 6385895 w 12184002"/>
              <a:gd name="connsiteY6979" fmla="*/ 1285075 h 3882143"/>
              <a:gd name="connsiteX6980" fmla="*/ 6216320 w 12184002"/>
              <a:gd name="connsiteY6980" fmla="*/ 1114899 h 3882143"/>
              <a:gd name="connsiteX6981" fmla="*/ 6216320 w 12184002"/>
              <a:gd name="connsiteY6981" fmla="*/ 1109565 h 3882143"/>
              <a:gd name="connsiteX6982" fmla="*/ 6218949 w 12184002"/>
              <a:gd name="connsiteY6982" fmla="*/ 1108436 h 3882143"/>
              <a:gd name="connsiteX6983" fmla="*/ 6218949 w 12184002"/>
              <a:gd name="connsiteY6983" fmla="*/ 1108362 h 3882143"/>
              <a:gd name="connsiteX6984" fmla="*/ 6221580 w 12184002"/>
              <a:gd name="connsiteY6984" fmla="*/ 1109490 h 3882143"/>
              <a:gd name="connsiteX6985" fmla="*/ 6393409 w 12184002"/>
              <a:gd name="connsiteY6985" fmla="*/ 1281920 h 3882143"/>
              <a:gd name="connsiteX6986" fmla="*/ 6393409 w 12184002"/>
              <a:gd name="connsiteY6986" fmla="*/ 1479260 h 3882143"/>
              <a:gd name="connsiteX6987" fmla="*/ 6445327 w 12184002"/>
              <a:gd name="connsiteY6987" fmla="*/ 1531363 h 3882143"/>
              <a:gd name="connsiteX6988" fmla="*/ 6445327 w 12184002"/>
              <a:gd name="connsiteY6988" fmla="*/ 1270199 h 3882143"/>
              <a:gd name="connsiteX6989" fmla="*/ 6092001 w 12184002"/>
              <a:gd name="connsiteY6989" fmla="*/ 915586 h 3882143"/>
              <a:gd name="connsiteX6990" fmla="*/ 5738677 w 12184002"/>
              <a:gd name="connsiteY6990" fmla="*/ 1270199 h 3882143"/>
              <a:gd name="connsiteX6991" fmla="*/ 5738677 w 12184002"/>
              <a:gd name="connsiteY6991" fmla="*/ 1531363 h 3882143"/>
              <a:gd name="connsiteX6992" fmla="*/ 5790595 w 12184002"/>
              <a:gd name="connsiteY6992" fmla="*/ 1479260 h 3882143"/>
              <a:gd name="connsiteX6993" fmla="*/ 5790595 w 12184002"/>
              <a:gd name="connsiteY6993" fmla="*/ 1281920 h 3882143"/>
              <a:gd name="connsiteX6994" fmla="*/ 5962424 w 12184002"/>
              <a:gd name="connsiteY6994" fmla="*/ 1109490 h 3882143"/>
              <a:gd name="connsiteX6995" fmla="*/ 5965054 w 12184002"/>
              <a:gd name="connsiteY6995" fmla="*/ 1108362 h 3882143"/>
              <a:gd name="connsiteX6996" fmla="*/ 5965054 w 12184002"/>
              <a:gd name="connsiteY6996" fmla="*/ 1108436 h 3882143"/>
              <a:gd name="connsiteX6997" fmla="*/ 5967683 w 12184002"/>
              <a:gd name="connsiteY6997" fmla="*/ 1109565 h 3882143"/>
              <a:gd name="connsiteX6998" fmla="*/ 5967683 w 12184002"/>
              <a:gd name="connsiteY6998" fmla="*/ 1114899 h 3882143"/>
              <a:gd name="connsiteX6999" fmla="*/ 5798107 w 12184002"/>
              <a:gd name="connsiteY6999" fmla="*/ 1285075 h 3882143"/>
              <a:gd name="connsiteX7000" fmla="*/ 5798107 w 12184002"/>
              <a:gd name="connsiteY7000" fmla="*/ 1471720 h 3882143"/>
              <a:gd name="connsiteX7001" fmla="*/ 5928914 w 12184002"/>
              <a:gd name="connsiteY7001" fmla="*/ 1340449 h 3882143"/>
              <a:gd name="connsiteX7002" fmla="*/ 5934248 w 12184002"/>
              <a:gd name="connsiteY7002" fmla="*/ 1340449 h 3882143"/>
              <a:gd name="connsiteX7003" fmla="*/ 5934248 w 12184002"/>
              <a:gd name="connsiteY7003" fmla="*/ 1345783 h 3882143"/>
              <a:gd name="connsiteX7004" fmla="*/ 5731164 w 12184002"/>
              <a:gd name="connsiteY7004" fmla="*/ 1549620 h 3882143"/>
              <a:gd name="connsiteX7005" fmla="*/ 5731164 w 12184002"/>
              <a:gd name="connsiteY7005" fmla="*/ 1267044 h 3882143"/>
              <a:gd name="connsiteX7006" fmla="*/ 6086712 w 12184002"/>
              <a:gd name="connsiteY7006" fmla="*/ 910277 h 3882143"/>
              <a:gd name="connsiteX7007" fmla="*/ 6075369 w 12184002"/>
              <a:gd name="connsiteY7007" fmla="*/ 898894 h 3882143"/>
              <a:gd name="connsiteX7008" fmla="*/ 6075369 w 12184002"/>
              <a:gd name="connsiteY7008" fmla="*/ 893558 h 3882143"/>
              <a:gd name="connsiteX7009" fmla="*/ 6078000 w 12184002"/>
              <a:gd name="connsiteY7009" fmla="*/ 892431 h 3882143"/>
              <a:gd name="connsiteX7010" fmla="*/ 12147788 w 12184002"/>
              <a:gd name="connsiteY7010" fmla="*/ 800248 h 3882143"/>
              <a:gd name="connsiteX7011" fmla="*/ 12150418 w 12184002"/>
              <a:gd name="connsiteY7011" fmla="*/ 801375 h 3882143"/>
              <a:gd name="connsiteX7012" fmla="*/ 12150418 w 12184002"/>
              <a:gd name="connsiteY7012" fmla="*/ 806712 h 3882143"/>
              <a:gd name="connsiteX7013" fmla="*/ 11618250 w 12184002"/>
              <a:gd name="connsiteY7013" fmla="*/ 1340900 h 3882143"/>
              <a:gd name="connsiteX7014" fmla="*/ 11618250 w 12184002"/>
              <a:gd name="connsiteY7014" fmla="*/ 1410098 h 3882143"/>
              <a:gd name="connsiteX7015" fmla="*/ 11697890 w 12184002"/>
              <a:gd name="connsiteY7015" fmla="*/ 1410098 h 3882143"/>
              <a:gd name="connsiteX7016" fmla="*/ 11697890 w 12184002"/>
              <a:gd name="connsiteY7016" fmla="*/ 1528677 h 3882143"/>
              <a:gd name="connsiteX7017" fmla="*/ 11708878 w 12184002"/>
              <a:gd name="connsiteY7017" fmla="*/ 1533268 h 3882143"/>
              <a:gd name="connsiteX7018" fmla="*/ 11715998 w 12184002"/>
              <a:gd name="connsiteY7018" fmla="*/ 1550521 h 3882143"/>
              <a:gd name="connsiteX7019" fmla="*/ 11691730 w 12184002"/>
              <a:gd name="connsiteY7019" fmla="*/ 1574939 h 3882143"/>
              <a:gd name="connsiteX7020" fmla="*/ 11667461 w 12184002"/>
              <a:gd name="connsiteY7020" fmla="*/ 1550521 h 3882143"/>
              <a:gd name="connsiteX7021" fmla="*/ 11674580 w 12184002"/>
              <a:gd name="connsiteY7021" fmla="*/ 1533240 h 3882143"/>
              <a:gd name="connsiteX7022" fmla="*/ 11690377 w 12184002"/>
              <a:gd name="connsiteY7022" fmla="*/ 1526665 h 3882143"/>
              <a:gd name="connsiteX7023" fmla="*/ 11690377 w 12184002"/>
              <a:gd name="connsiteY7023" fmla="*/ 1417611 h 3882143"/>
              <a:gd name="connsiteX7024" fmla="*/ 11618250 w 12184002"/>
              <a:gd name="connsiteY7024" fmla="*/ 1417611 h 3882143"/>
              <a:gd name="connsiteX7025" fmla="*/ 11618250 w 12184002"/>
              <a:gd name="connsiteY7025" fmla="*/ 1793353 h 3882143"/>
              <a:gd name="connsiteX7026" fmla="*/ 11496534 w 12184002"/>
              <a:gd name="connsiteY7026" fmla="*/ 1915519 h 3882143"/>
              <a:gd name="connsiteX7027" fmla="*/ 11491199 w 12184002"/>
              <a:gd name="connsiteY7027" fmla="*/ 1915519 h 3882143"/>
              <a:gd name="connsiteX7028" fmla="*/ 11491199 w 12184002"/>
              <a:gd name="connsiteY7028" fmla="*/ 1910185 h 3882143"/>
              <a:gd name="connsiteX7029" fmla="*/ 11610660 w 12184002"/>
              <a:gd name="connsiteY7029" fmla="*/ 1790273 h 3882143"/>
              <a:gd name="connsiteX7030" fmla="*/ 11610660 w 12184002"/>
              <a:gd name="connsiteY7030" fmla="*/ 1417160 h 3882143"/>
              <a:gd name="connsiteX7031" fmla="*/ 11607354 w 12184002"/>
              <a:gd name="connsiteY7031" fmla="*/ 1413855 h 3882143"/>
              <a:gd name="connsiteX7032" fmla="*/ 11610660 w 12184002"/>
              <a:gd name="connsiteY7032" fmla="*/ 1410548 h 3882143"/>
              <a:gd name="connsiteX7033" fmla="*/ 11610660 w 12184002"/>
              <a:gd name="connsiteY7033" fmla="*/ 1337820 h 3882143"/>
              <a:gd name="connsiteX7034" fmla="*/ 12145159 w 12184002"/>
              <a:gd name="connsiteY7034" fmla="*/ 801375 h 3882143"/>
              <a:gd name="connsiteX7035" fmla="*/ 12147788 w 12184002"/>
              <a:gd name="connsiteY7035" fmla="*/ 800248 h 3882143"/>
              <a:gd name="connsiteX7036" fmla="*/ 36214 w 12184002"/>
              <a:gd name="connsiteY7036" fmla="*/ 800248 h 3882143"/>
              <a:gd name="connsiteX7037" fmla="*/ 38844 w 12184002"/>
              <a:gd name="connsiteY7037" fmla="*/ 801375 h 3882143"/>
              <a:gd name="connsiteX7038" fmla="*/ 573342 w 12184002"/>
              <a:gd name="connsiteY7038" fmla="*/ 1337820 h 3882143"/>
              <a:gd name="connsiteX7039" fmla="*/ 573342 w 12184002"/>
              <a:gd name="connsiteY7039" fmla="*/ 1410548 h 3882143"/>
              <a:gd name="connsiteX7040" fmla="*/ 576648 w 12184002"/>
              <a:gd name="connsiteY7040" fmla="*/ 1413855 h 3882143"/>
              <a:gd name="connsiteX7041" fmla="*/ 573342 w 12184002"/>
              <a:gd name="connsiteY7041" fmla="*/ 1417160 h 3882143"/>
              <a:gd name="connsiteX7042" fmla="*/ 573342 w 12184002"/>
              <a:gd name="connsiteY7042" fmla="*/ 1790273 h 3882143"/>
              <a:gd name="connsiteX7043" fmla="*/ 692805 w 12184002"/>
              <a:gd name="connsiteY7043" fmla="*/ 1910185 h 3882143"/>
              <a:gd name="connsiteX7044" fmla="*/ 692805 w 12184002"/>
              <a:gd name="connsiteY7044" fmla="*/ 1915519 h 3882143"/>
              <a:gd name="connsiteX7045" fmla="*/ 687469 w 12184002"/>
              <a:gd name="connsiteY7045" fmla="*/ 1915519 h 3882143"/>
              <a:gd name="connsiteX7046" fmla="*/ 565754 w 12184002"/>
              <a:gd name="connsiteY7046" fmla="*/ 1793353 h 3882143"/>
              <a:gd name="connsiteX7047" fmla="*/ 565754 w 12184002"/>
              <a:gd name="connsiteY7047" fmla="*/ 1417611 h 3882143"/>
              <a:gd name="connsiteX7048" fmla="*/ 493625 w 12184002"/>
              <a:gd name="connsiteY7048" fmla="*/ 1417611 h 3882143"/>
              <a:gd name="connsiteX7049" fmla="*/ 493625 w 12184002"/>
              <a:gd name="connsiteY7049" fmla="*/ 1526665 h 3882143"/>
              <a:gd name="connsiteX7050" fmla="*/ 509423 w 12184002"/>
              <a:gd name="connsiteY7050" fmla="*/ 1533240 h 3882143"/>
              <a:gd name="connsiteX7051" fmla="*/ 516541 w 12184002"/>
              <a:gd name="connsiteY7051" fmla="*/ 1550521 h 3882143"/>
              <a:gd name="connsiteX7052" fmla="*/ 492273 w 12184002"/>
              <a:gd name="connsiteY7052" fmla="*/ 1574939 h 3882143"/>
              <a:gd name="connsiteX7053" fmla="*/ 468005 w 12184002"/>
              <a:gd name="connsiteY7053" fmla="*/ 1550521 h 3882143"/>
              <a:gd name="connsiteX7054" fmla="*/ 475124 w 12184002"/>
              <a:gd name="connsiteY7054" fmla="*/ 1533268 h 3882143"/>
              <a:gd name="connsiteX7055" fmla="*/ 486113 w 12184002"/>
              <a:gd name="connsiteY7055" fmla="*/ 1528677 h 3882143"/>
              <a:gd name="connsiteX7056" fmla="*/ 486113 w 12184002"/>
              <a:gd name="connsiteY7056" fmla="*/ 1410098 h 3882143"/>
              <a:gd name="connsiteX7057" fmla="*/ 565754 w 12184002"/>
              <a:gd name="connsiteY7057" fmla="*/ 1410098 h 3882143"/>
              <a:gd name="connsiteX7058" fmla="*/ 565754 w 12184002"/>
              <a:gd name="connsiteY7058" fmla="*/ 1340900 h 3882143"/>
              <a:gd name="connsiteX7059" fmla="*/ 33584 w 12184002"/>
              <a:gd name="connsiteY7059" fmla="*/ 806712 h 3882143"/>
              <a:gd name="connsiteX7060" fmla="*/ 33584 w 12184002"/>
              <a:gd name="connsiteY7060" fmla="*/ 801375 h 3882143"/>
              <a:gd name="connsiteX7061" fmla="*/ 36214 w 12184002"/>
              <a:gd name="connsiteY7061" fmla="*/ 800248 h 3882143"/>
              <a:gd name="connsiteX7062" fmla="*/ 6077022 w 12184002"/>
              <a:gd name="connsiteY7062" fmla="*/ 800245 h 3882143"/>
              <a:gd name="connsiteX7063" fmla="*/ 6077173 w 12184002"/>
              <a:gd name="connsiteY7063" fmla="*/ 800319 h 3882143"/>
              <a:gd name="connsiteX7064" fmla="*/ 6079804 w 12184002"/>
              <a:gd name="connsiteY7064" fmla="*/ 801447 h 3882143"/>
              <a:gd name="connsiteX7065" fmla="*/ 6092001 w 12184002"/>
              <a:gd name="connsiteY7065" fmla="*/ 813690 h 3882143"/>
              <a:gd name="connsiteX7066" fmla="*/ 6104200 w 12184002"/>
              <a:gd name="connsiteY7066" fmla="*/ 801447 h 3882143"/>
              <a:gd name="connsiteX7067" fmla="*/ 6106830 w 12184002"/>
              <a:gd name="connsiteY7067" fmla="*/ 800319 h 3882143"/>
              <a:gd name="connsiteX7068" fmla="*/ 6106980 w 12184002"/>
              <a:gd name="connsiteY7068" fmla="*/ 800245 h 3882143"/>
              <a:gd name="connsiteX7069" fmla="*/ 6109610 w 12184002"/>
              <a:gd name="connsiteY7069" fmla="*/ 801371 h 3882143"/>
              <a:gd name="connsiteX7070" fmla="*/ 6109610 w 12184002"/>
              <a:gd name="connsiteY7070" fmla="*/ 806707 h 3882143"/>
              <a:gd name="connsiteX7071" fmla="*/ 6097327 w 12184002"/>
              <a:gd name="connsiteY7071" fmla="*/ 819035 h 3882143"/>
              <a:gd name="connsiteX7072" fmla="*/ 6614300 w 12184002"/>
              <a:gd name="connsiteY7072" fmla="*/ 1337894 h 3882143"/>
              <a:gd name="connsiteX7073" fmla="*/ 6614300 w 12184002"/>
              <a:gd name="connsiteY7073" fmla="*/ 1413705 h 3882143"/>
              <a:gd name="connsiteX7074" fmla="*/ 6614451 w 12184002"/>
              <a:gd name="connsiteY7074" fmla="*/ 1413855 h 3882143"/>
              <a:gd name="connsiteX7075" fmla="*/ 6614300 w 12184002"/>
              <a:gd name="connsiteY7075" fmla="*/ 1414005 h 3882143"/>
              <a:gd name="connsiteX7076" fmla="*/ 6614300 w 12184002"/>
              <a:gd name="connsiteY7076" fmla="*/ 1790347 h 3882143"/>
              <a:gd name="connsiteX7077" fmla="*/ 6713221 w 12184002"/>
              <a:gd name="connsiteY7077" fmla="*/ 1889641 h 3882143"/>
              <a:gd name="connsiteX7078" fmla="*/ 6729931 w 12184002"/>
              <a:gd name="connsiteY7078" fmla="*/ 1882685 h 3882143"/>
              <a:gd name="connsiteX7079" fmla="*/ 6754198 w 12184002"/>
              <a:gd name="connsiteY7079" fmla="*/ 1907103 h 3882143"/>
              <a:gd name="connsiteX7080" fmla="*/ 6729931 w 12184002"/>
              <a:gd name="connsiteY7080" fmla="*/ 1931522 h 3882143"/>
              <a:gd name="connsiteX7081" fmla="*/ 6705663 w 12184002"/>
              <a:gd name="connsiteY7081" fmla="*/ 1907103 h 3882143"/>
              <a:gd name="connsiteX7082" fmla="*/ 6709848 w 12184002"/>
              <a:gd name="connsiteY7082" fmla="*/ 1896945 h 3882143"/>
              <a:gd name="connsiteX7083" fmla="*/ 6606711 w 12184002"/>
              <a:gd name="connsiteY7083" fmla="*/ 1793428 h 3882143"/>
              <a:gd name="connsiteX7084" fmla="*/ 6606711 w 12184002"/>
              <a:gd name="connsiteY7084" fmla="*/ 1417611 h 3882143"/>
              <a:gd name="connsiteX7085" fmla="*/ 6534359 w 12184002"/>
              <a:gd name="connsiteY7085" fmla="*/ 1417611 h 3882143"/>
              <a:gd name="connsiteX7086" fmla="*/ 6534359 w 12184002"/>
              <a:gd name="connsiteY7086" fmla="*/ 1559088 h 3882143"/>
              <a:gd name="connsiteX7087" fmla="*/ 6530602 w 12184002"/>
              <a:gd name="connsiteY7087" fmla="*/ 1562844 h 3882143"/>
              <a:gd name="connsiteX7088" fmla="*/ 6526846 w 12184002"/>
              <a:gd name="connsiteY7088" fmla="*/ 1559088 h 3882143"/>
              <a:gd name="connsiteX7089" fmla="*/ 6526846 w 12184002"/>
              <a:gd name="connsiteY7089" fmla="*/ 1410098 h 3882143"/>
              <a:gd name="connsiteX7090" fmla="*/ 6606711 w 12184002"/>
              <a:gd name="connsiteY7090" fmla="*/ 1410098 h 3882143"/>
              <a:gd name="connsiteX7091" fmla="*/ 6606711 w 12184002"/>
              <a:gd name="connsiteY7091" fmla="*/ 1340975 h 3882143"/>
              <a:gd name="connsiteX7092" fmla="*/ 6092001 w 12184002"/>
              <a:gd name="connsiteY7092" fmla="*/ 824380 h 3882143"/>
              <a:gd name="connsiteX7093" fmla="*/ 5577292 w 12184002"/>
              <a:gd name="connsiteY7093" fmla="*/ 1340975 h 3882143"/>
              <a:gd name="connsiteX7094" fmla="*/ 5577292 w 12184002"/>
              <a:gd name="connsiteY7094" fmla="*/ 1410098 h 3882143"/>
              <a:gd name="connsiteX7095" fmla="*/ 5657158 w 12184002"/>
              <a:gd name="connsiteY7095" fmla="*/ 1410098 h 3882143"/>
              <a:gd name="connsiteX7096" fmla="*/ 5657158 w 12184002"/>
              <a:gd name="connsiteY7096" fmla="*/ 1559088 h 3882143"/>
              <a:gd name="connsiteX7097" fmla="*/ 5653401 w 12184002"/>
              <a:gd name="connsiteY7097" fmla="*/ 1562844 h 3882143"/>
              <a:gd name="connsiteX7098" fmla="*/ 5649644 w 12184002"/>
              <a:gd name="connsiteY7098" fmla="*/ 1559088 h 3882143"/>
              <a:gd name="connsiteX7099" fmla="*/ 5649644 w 12184002"/>
              <a:gd name="connsiteY7099" fmla="*/ 1417611 h 3882143"/>
              <a:gd name="connsiteX7100" fmla="*/ 5577292 w 12184002"/>
              <a:gd name="connsiteY7100" fmla="*/ 1417611 h 3882143"/>
              <a:gd name="connsiteX7101" fmla="*/ 5577292 w 12184002"/>
              <a:gd name="connsiteY7101" fmla="*/ 1793428 h 3882143"/>
              <a:gd name="connsiteX7102" fmla="*/ 5474156 w 12184002"/>
              <a:gd name="connsiteY7102" fmla="*/ 1896945 h 3882143"/>
              <a:gd name="connsiteX7103" fmla="*/ 5478340 w 12184002"/>
              <a:gd name="connsiteY7103" fmla="*/ 1907103 h 3882143"/>
              <a:gd name="connsiteX7104" fmla="*/ 5454072 w 12184002"/>
              <a:gd name="connsiteY7104" fmla="*/ 1931522 h 3882143"/>
              <a:gd name="connsiteX7105" fmla="*/ 5429805 w 12184002"/>
              <a:gd name="connsiteY7105" fmla="*/ 1907103 h 3882143"/>
              <a:gd name="connsiteX7106" fmla="*/ 5454072 w 12184002"/>
              <a:gd name="connsiteY7106" fmla="*/ 1882685 h 3882143"/>
              <a:gd name="connsiteX7107" fmla="*/ 5470783 w 12184002"/>
              <a:gd name="connsiteY7107" fmla="*/ 1889641 h 3882143"/>
              <a:gd name="connsiteX7108" fmla="*/ 5569703 w 12184002"/>
              <a:gd name="connsiteY7108" fmla="*/ 1790347 h 3882143"/>
              <a:gd name="connsiteX7109" fmla="*/ 5569703 w 12184002"/>
              <a:gd name="connsiteY7109" fmla="*/ 1414005 h 3882143"/>
              <a:gd name="connsiteX7110" fmla="*/ 5569553 w 12184002"/>
              <a:gd name="connsiteY7110" fmla="*/ 1413855 h 3882143"/>
              <a:gd name="connsiteX7111" fmla="*/ 5569703 w 12184002"/>
              <a:gd name="connsiteY7111" fmla="*/ 1413705 h 3882143"/>
              <a:gd name="connsiteX7112" fmla="*/ 5569703 w 12184002"/>
              <a:gd name="connsiteY7112" fmla="*/ 1337894 h 3882143"/>
              <a:gd name="connsiteX7113" fmla="*/ 6086676 w 12184002"/>
              <a:gd name="connsiteY7113" fmla="*/ 819035 h 3882143"/>
              <a:gd name="connsiteX7114" fmla="*/ 6074394 w 12184002"/>
              <a:gd name="connsiteY7114" fmla="*/ 806707 h 3882143"/>
              <a:gd name="connsiteX7115" fmla="*/ 6074394 w 12184002"/>
              <a:gd name="connsiteY7115" fmla="*/ 801371 h 3882143"/>
              <a:gd name="connsiteX7116" fmla="*/ 6077022 w 12184002"/>
              <a:gd name="connsiteY7116" fmla="*/ 800245 h 3882143"/>
              <a:gd name="connsiteX7117" fmla="*/ 9046362 w 12184002"/>
              <a:gd name="connsiteY7117" fmla="*/ 774848 h 3882143"/>
              <a:gd name="connsiteX7118" fmla="*/ 9050119 w 12184002"/>
              <a:gd name="connsiteY7118" fmla="*/ 778606 h 3882143"/>
              <a:gd name="connsiteX7119" fmla="*/ 9050119 w 12184002"/>
              <a:gd name="connsiteY7119" fmla="*/ 1675017 h 3882143"/>
              <a:gd name="connsiteX7120" fmla="*/ 8932235 w 12184002"/>
              <a:gd name="connsiteY7120" fmla="*/ 1793352 h 3882143"/>
              <a:gd name="connsiteX7121" fmla="*/ 8932235 w 12184002"/>
              <a:gd name="connsiteY7121" fmla="*/ 1935955 h 3882143"/>
              <a:gd name="connsiteX7122" fmla="*/ 8928478 w 12184002"/>
              <a:gd name="connsiteY7122" fmla="*/ 1939711 h 3882143"/>
              <a:gd name="connsiteX7123" fmla="*/ 8924722 w 12184002"/>
              <a:gd name="connsiteY7123" fmla="*/ 1935955 h 3882143"/>
              <a:gd name="connsiteX7124" fmla="*/ 8924722 w 12184002"/>
              <a:gd name="connsiteY7124" fmla="*/ 1791924 h 3882143"/>
              <a:gd name="connsiteX7125" fmla="*/ 8784824 w 12184002"/>
              <a:gd name="connsiteY7125" fmla="*/ 1791924 h 3882143"/>
              <a:gd name="connsiteX7126" fmla="*/ 8784824 w 12184002"/>
              <a:gd name="connsiteY7126" fmla="*/ 1906107 h 3882143"/>
              <a:gd name="connsiteX7127" fmla="*/ 8798066 w 12184002"/>
              <a:gd name="connsiteY7127" fmla="*/ 1911640 h 3882143"/>
              <a:gd name="connsiteX7128" fmla="*/ 8805185 w 12184002"/>
              <a:gd name="connsiteY7128" fmla="*/ 1928892 h 3882143"/>
              <a:gd name="connsiteX7129" fmla="*/ 8800168 w 12184002"/>
              <a:gd name="connsiteY7129" fmla="*/ 1941072 h 3882143"/>
              <a:gd name="connsiteX7130" fmla="*/ 8805185 w 12184002"/>
              <a:gd name="connsiteY7130" fmla="*/ 1953251 h 3882143"/>
              <a:gd name="connsiteX7131" fmla="*/ 8798066 w 12184002"/>
              <a:gd name="connsiteY7131" fmla="*/ 1970503 h 3882143"/>
              <a:gd name="connsiteX7132" fmla="*/ 8784824 w 12184002"/>
              <a:gd name="connsiteY7132" fmla="*/ 1976037 h 3882143"/>
              <a:gd name="connsiteX7133" fmla="*/ 8784824 w 12184002"/>
              <a:gd name="connsiteY7133" fmla="*/ 2090219 h 3882143"/>
              <a:gd name="connsiteX7134" fmla="*/ 8924722 w 12184002"/>
              <a:gd name="connsiteY7134" fmla="*/ 2090219 h 3882143"/>
              <a:gd name="connsiteX7135" fmla="*/ 8924722 w 12184002"/>
              <a:gd name="connsiteY7135" fmla="*/ 1946188 h 3882143"/>
              <a:gd name="connsiteX7136" fmla="*/ 8928478 w 12184002"/>
              <a:gd name="connsiteY7136" fmla="*/ 1942433 h 3882143"/>
              <a:gd name="connsiteX7137" fmla="*/ 8932235 w 12184002"/>
              <a:gd name="connsiteY7137" fmla="*/ 1946188 h 3882143"/>
              <a:gd name="connsiteX7138" fmla="*/ 8932235 w 12184002"/>
              <a:gd name="connsiteY7138" fmla="*/ 2088791 h 3882143"/>
              <a:gd name="connsiteX7139" fmla="*/ 9050119 w 12184002"/>
              <a:gd name="connsiteY7139" fmla="*/ 2207126 h 3882143"/>
              <a:gd name="connsiteX7140" fmla="*/ 9050119 w 12184002"/>
              <a:gd name="connsiteY7140" fmla="*/ 3103538 h 3882143"/>
              <a:gd name="connsiteX7141" fmla="*/ 9046362 w 12184002"/>
              <a:gd name="connsiteY7141" fmla="*/ 3107296 h 3882143"/>
              <a:gd name="connsiteX7142" fmla="*/ 9042607 w 12184002"/>
              <a:gd name="connsiteY7142" fmla="*/ 3103538 h 3882143"/>
              <a:gd name="connsiteX7143" fmla="*/ 9042607 w 12184002"/>
              <a:gd name="connsiteY7143" fmla="*/ 2210282 h 3882143"/>
              <a:gd name="connsiteX7144" fmla="*/ 8932235 w 12184002"/>
              <a:gd name="connsiteY7144" fmla="*/ 2099487 h 3882143"/>
              <a:gd name="connsiteX7145" fmla="*/ 8932235 w 12184002"/>
              <a:gd name="connsiteY7145" fmla="*/ 2182708 h 3882143"/>
              <a:gd name="connsiteX7146" fmla="*/ 8928478 w 12184002"/>
              <a:gd name="connsiteY7146" fmla="*/ 2186464 h 3882143"/>
              <a:gd name="connsiteX7147" fmla="*/ 8928478 w 12184002"/>
              <a:gd name="connsiteY7147" fmla="*/ 2186539 h 3882143"/>
              <a:gd name="connsiteX7148" fmla="*/ 8924722 w 12184002"/>
              <a:gd name="connsiteY7148" fmla="*/ 2182782 h 3882143"/>
              <a:gd name="connsiteX7149" fmla="*/ 8924722 w 12184002"/>
              <a:gd name="connsiteY7149" fmla="*/ 2097806 h 3882143"/>
              <a:gd name="connsiteX7150" fmla="*/ 8777311 w 12184002"/>
              <a:gd name="connsiteY7150" fmla="*/ 2097806 h 3882143"/>
              <a:gd name="connsiteX7151" fmla="*/ 8777311 w 12184002"/>
              <a:gd name="connsiteY7151" fmla="*/ 1976168 h 3882143"/>
              <a:gd name="connsiteX7152" fmla="*/ 8763767 w 12184002"/>
              <a:gd name="connsiteY7152" fmla="*/ 1970531 h 3882143"/>
              <a:gd name="connsiteX7153" fmla="*/ 8756649 w 12184002"/>
              <a:gd name="connsiteY7153" fmla="*/ 1953251 h 3882143"/>
              <a:gd name="connsiteX7154" fmla="*/ 8761666 w 12184002"/>
              <a:gd name="connsiteY7154" fmla="*/ 1941072 h 3882143"/>
              <a:gd name="connsiteX7155" fmla="*/ 8756649 w 12184002"/>
              <a:gd name="connsiteY7155" fmla="*/ 1928892 h 3882143"/>
              <a:gd name="connsiteX7156" fmla="*/ 8763767 w 12184002"/>
              <a:gd name="connsiteY7156" fmla="*/ 1911612 h 3882143"/>
              <a:gd name="connsiteX7157" fmla="*/ 8777311 w 12184002"/>
              <a:gd name="connsiteY7157" fmla="*/ 1905975 h 3882143"/>
              <a:gd name="connsiteX7158" fmla="*/ 8777311 w 12184002"/>
              <a:gd name="connsiteY7158" fmla="*/ 1784337 h 3882143"/>
              <a:gd name="connsiteX7159" fmla="*/ 8924722 w 12184002"/>
              <a:gd name="connsiteY7159" fmla="*/ 1784337 h 3882143"/>
              <a:gd name="connsiteX7160" fmla="*/ 8924722 w 12184002"/>
              <a:gd name="connsiteY7160" fmla="*/ 1699361 h 3882143"/>
              <a:gd name="connsiteX7161" fmla="*/ 8928478 w 12184002"/>
              <a:gd name="connsiteY7161" fmla="*/ 1695604 h 3882143"/>
              <a:gd name="connsiteX7162" fmla="*/ 8928478 w 12184002"/>
              <a:gd name="connsiteY7162" fmla="*/ 1695679 h 3882143"/>
              <a:gd name="connsiteX7163" fmla="*/ 8932235 w 12184002"/>
              <a:gd name="connsiteY7163" fmla="*/ 1699436 h 3882143"/>
              <a:gd name="connsiteX7164" fmla="*/ 8932235 w 12184002"/>
              <a:gd name="connsiteY7164" fmla="*/ 1782656 h 3882143"/>
              <a:gd name="connsiteX7165" fmla="*/ 9042607 w 12184002"/>
              <a:gd name="connsiteY7165" fmla="*/ 1671861 h 3882143"/>
              <a:gd name="connsiteX7166" fmla="*/ 9042607 w 12184002"/>
              <a:gd name="connsiteY7166" fmla="*/ 778606 h 3882143"/>
              <a:gd name="connsiteX7167" fmla="*/ 9046362 w 12184002"/>
              <a:gd name="connsiteY7167" fmla="*/ 774848 h 3882143"/>
              <a:gd name="connsiteX7168" fmla="*/ 3137640 w 12184002"/>
              <a:gd name="connsiteY7168" fmla="*/ 774848 h 3882143"/>
              <a:gd name="connsiteX7169" fmla="*/ 3141397 w 12184002"/>
              <a:gd name="connsiteY7169" fmla="*/ 778606 h 3882143"/>
              <a:gd name="connsiteX7170" fmla="*/ 3141397 w 12184002"/>
              <a:gd name="connsiteY7170" fmla="*/ 1671861 h 3882143"/>
              <a:gd name="connsiteX7171" fmla="*/ 3251768 w 12184002"/>
              <a:gd name="connsiteY7171" fmla="*/ 1782656 h 3882143"/>
              <a:gd name="connsiteX7172" fmla="*/ 3251768 w 12184002"/>
              <a:gd name="connsiteY7172" fmla="*/ 1699436 h 3882143"/>
              <a:gd name="connsiteX7173" fmla="*/ 3255524 w 12184002"/>
              <a:gd name="connsiteY7173" fmla="*/ 1695679 h 3882143"/>
              <a:gd name="connsiteX7174" fmla="*/ 3255524 w 12184002"/>
              <a:gd name="connsiteY7174" fmla="*/ 1695604 h 3882143"/>
              <a:gd name="connsiteX7175" fmla="*/ 3259280 w 12184002"/>
              <a:gd name="connsiteY7175" fmla="*/ 1699361 h 3882143"/>
              <a:gd name="connsiteX7176" fmla="*/ 3259280 w 12184002"/>
              <a:gd name="connsiteY7176" fmla="*/ 1784337 h 3882143"/>
              <a:gd name="connsiteX7177" fmla="*/ 3406692 w 12184002"/>
              <a:gd name="connsiteY7177" fmla="*/ 1784337 h 3882143"/>
              <a:gd name="connsiteX7178" fmla="*/ 3406692 w 12184002"/>
              <a:gd name="connsiteY7178" fmla="*/ 1905975 h 3882143"/>
              <a:gd name="connsiteX7179" fmla="*/ 3420235 w 12184002"/>
              <a:gd name="connsiteY7179" fmla="*/ 1911612 h 3882143"/>
              <a:gd name="connsiteX7180" fmla="*/ 3427354 w 12184002"/>
              <a:gd name="connsiteY7180" fmla="*/ 1928892 h 3882143"/>
              <a:gd name="connsiteX7181" fmla="*/ 3422336 w 12184002"/>
              <a:gd name="connsiteY7181" fmla="*/ 1941072 h 3882143"/>
              <a:gd name="connsiteX7182" fmla="*/ 3427354 w 12184002"/>
              <a:gd name="connsiteY7182" fmla="*/ 1953251 h 3882143"/>
              <a:gd name="connsiteX7183" fmla="*/ 3420235 w 12184002"/>
              <a:gd name="connsiteY7183" fmla="*/ 1970531 h 3882143"/>
              <a:gd name="connsiteX7184" fmla="*/ 3406692 w 12184002"/>
              <a:gd name="connsiteY7184" fmla="*/ 1976168 h 3882143"/>
              <a:gd name="connsiteX7185" fmla="*/ 3406692 w 12184002"/>
              <a:gd name="connsiteY7185" fmla="*/ 2097806 h 3882143"/>
              <a:gd name="connsiteX7186" fmla="*/ 3259280 w 12184002"/>
              <a:gd name="connsiteY7186" fmla="*/ 2097806 h 3882143"/>
              <a:gd name="connsiteX7187" fmla="*/ 3259280 w 12184002"/>
              <a:gd name="connsiteY7187" fmla="*/ 2182782 h 3882143"/>
              <a:gd name="connsiteX7188" fmla="*/ 3255524 w 12184002"/>
              <a:gd name="connsiteY7188" fmla="*/ 2186539 h 3882143"/>
              <a:gd name="connsiteX7189" fmla="*/ 3255524 w 12184002"/>
              <a:gd name="connsiteY7189" fmla="*/ 2186464 h 3882143"/>
              <a:gd name="connsiteX7190" fmla="*/ 3251768 w 12184002"/>
              <a:gd name="connsiteY7190" fmla="*/ 2182708 h 3882143"/>
              <a:gd name="connsiteX7191" fmla="*/ 3251768 w 12184002"/>
              <a:gd name="connsiteY7191" fmla="*/ 2099487 h 3882143"/>
              <a:gd name="connsiteX7192" fmla="*/ 3141397 w 12184002"/>
              <a:gd name="connsiteY7192" fmla="*/ 2210282 h 3882143"/>
              <a:gd name="connsiteX7193" fmla="*/ 3141397 w 12184002"/>
              <a:gd name="connsiteY7193" fmla="*/ 3103538 h 3882143"/>
              <a:gd name="connsiteX7194" fmla="*/ 3137640 w 12184002"/>
              <a:gd name="connsiteY7194" fmla="*/ 3107296 h 3882143"/>
              <a:gd name="connsiteX7195" fmla="*/ 3133884 w 12184002"/>
              <a:gd name="connsiteY7195" fmla="*/ 3103538 h 3882143"/>
              <a:gd name="connsiteX7196" fmla="*/ 3133884 w 12184002"/>
              <a:gd name="connsiteY7196" fmla="*/ 2207126 h 3882143"/>
              <a:gd name="connsiteX7197" fmla="*/ 3251768 w 12184002"/>
              <a:gd name="connsiteY7197" fmla="*/ 2088791 h 3882143"/>
              <a:gd name="connsiteX7198" fmla="*/ 3251768 w 12184002"/>
              <a:gd name="connsiteY7198" fmla="*/ 1946188 h 3882143"/>
              <a:gd name="connsiteX7199" fmla="*/ 3255524 w 12184002"/>
              <a:gd name="connsiteY7199" fmla="*/ 1942433 h 3882143"/>
              <a:gd name="connsiteX7200" fmla="*/ 3259280 w 12184002"/>
              <a:gd name="connsiteY7200" fmla="*/ 1946188 h 3882143"/>
              <a:gd name="connsiteX7201" fmla="*/ 3259280 w 12184002"/>
              <a:gd name="connsiteY7201" fmla="*/ 2090219 h 3882143"/>
              <a:gd name="connsiteX7202" fmla="*/ 3399179 w 12184002"/>
              <a:gd name="connsiteY7202" fmla="*/ 2090219 h 3882143"/>
              <a:gd name="connsiteX7203" fmla="*/ 3399179 w 12184002"/>
              <a:gd name="connsiteY7203" fmla="*/ 1976037 h 3882143"/>
              <a:gd name="connsiteX7204" fmla="*/ 3385936 w 12184002"/>
              <a:gd name="connsiteY7204" fmla="*/ 1970503 h 3882143"/>
              <a:gd name="connsiteX7205" fmla="*/ 3378818 w 12184002"/>
              <a:gd name="connsiteY7205" fmla="*/ 1953251 h 3882143"/>
              <a:gd name="connsiteX7206" fmla="*/ 3383835 w 12184002"/>
              <a:gd name="connsiteY7206" fmla="*/ 1941072 h 3882143"/>
              <a:gd name="connsiteX7207" fmla="*/ 3378818 w 12184002"/>
              <a:gd name="connsiteY7207" fmla="*/ 1928892 h 3882143"/>
              <a:gd name="connsiteX7208" fmla="*/ 3385936 w 12184002"/>
              <a:gd name="connsiteY7208" fmla="*/ 1911640 h 3882143"/>
              <a:gd name="connsiteX7209" fmla="*/ 3399179 w 12184002"/>
              <a:gd name="connsiteY7209" fmla="*/ 1906107 h 3882143"/>
              <a:gd name="connsiteX7210" fmla="*/ 3399179 w 12184002"/>
              <a:gd name="connsiteY7210" fmla="*/ 1791924 h 3882143"/>
              <a:gd name="connsiteX7211" fmla="*/ 3259280 w 12184002"/>
              <a:gd name="connsiteY7211" fmla="*/ 1791924 h 3882143"/>
              <a:gd name="connsiteX7212" fmla="*/ 3259280 w 12184002"/>
              <a:gd name="connsiteY7212" fmla="*/ 1935955 h 3882143"/>
              <a:gd name="connsiteX7213" fmla="*/ 3255524 w 12184002"/>
              <a:gd name="connsiteY7213" fmla="*/ 1939711 h 3882143"/>
              <a:gd name="connsiteX7214" fmla="*/ 3251768 w 12184002"/>
              <a:gd name="connsiteY7214" fmla="*/ 1935955 h 3882143"/>
              <a:gd name="connsiteX7215" fmla="*/ 3251768 w 12184002"/>
              <a:gd name="connsiteY7215" fmla="*/ 1793352 h 3882143"/>
              <a:gd name="connsiteX7216" fmla="*/ 3133884 w 12184002"/>
              <a:gd name="connsiteY7216" fmla="*/ 1675017 h 3882143"/>
              <a:gd name="connsiteX7217" fmla="*/ 3133884 w 12184002"/>
              <a:gd name="connsiteY7217" fmla="*/ 778606 h 3882143"/>
              <a:gd name="connsiteX7218" fmla="*/ 3137640 w 12184002"/>
              <a:gd name="connsiteY7218" fmla="*/ 774848 h 3882143"/>
              <a:gd name="connsiteX7219" fmla="*/ 11574445 w 12184002"/>
              <a:gd name="connsiteY7219" fmla="*/ 757420 h 3882143"/>
              <a:gd name="connsiteX7220" fmla="*/ 11574445 w 12184002"/>
              <a:gd name="connsiteY7220" fmla="*/ 757495 h 3882143"/>
              <a:gd name="connsiteX7221" fmla="*/ 11577075 w 12184002"/>
              <a:gd name="connsiteY7221" fmla="*/ 758622 h 3882143"/>
              <a:gd name="connsiteX7222" fmla="*/ 11577075 w 12184002"/>
              <a:gd name="connsiteY7222" fmla="*/ 763957 h 3882143"/>
              <a:gd name="connsiteX7223" fmla="*/ 11452956 w 12184002"/>
              <a:gd name="connsiteY7223" fmla="*/ 888526 h 3882143"/>
              <a:gd name="connsiteX7224" fmla="*/ 11452956 w 12184002"/>
              <a:gd name="connsiteY7224" fmla="*/ 1104921 h 3882143"/>
              <a:gd name="connsiteX7225" fmla="*/ 11454165 w 12184002"/>
              <a:gd name="connsiteY7225" fmla="*/ 1104925 h 3882143"/>
              <a:gd name="connsiteX7226" fmla="*/ 11517004 w 12184002"/>
              <a:gd name="connsiteY7226" fmla="*/ 1104708 h 3882143"/>
              <a:gd name="connsiteX7227" fmla="*/ 11548761 w 12184002"/>
              <a:gd name="connsiteY7227" fmla="*/ 1104446 h 3882143"/>
              <a:gd name="connsiteX7228" fmla="*/ 11549427 w 12184002"/>
              <a:gd name="connsiteY7228" fmla="*/ 1103780 h 3882143"/>
              <a:gd name="connsiteX7229" fmla="*/ 11550082 w 12184002"/>
              <a:gd name="connsiteY7229" fmla="*/ 1104434 h 3882143"/>
              <a:gd name="connsiteX7230" fmla="*/ 11638384 w 12184002"/>
              <a:gd name="connsiteY7230" fmla="*/ 1103705 h 3882143"/>
              <a:gd name="connsiteX7231" fmla="*/ 11642216 w 12184002"/>
              <a:gd name="connsiteY7231" fmla="*/ 1107462 h 3882143"/>
              <a:gd name="connsiteX7232" fmla="*/ 11638459 w 12184002"/>
              <a:gd name="connsiteY7232" fmla="*/ 1111294 h 3882143"/>
              <a:gd name="connsiteX7233" fmla="*/ 11602653 w 12184002"/>
              <a:gd name="connsiteY7233" fmla="*/ 1111666 h 3882143"/>
              <a:gd name="connsiteX7234" fmla="*/ 11553184 w 12184002"/>
              <a:gd name="connsiteY7234" fmla="*/ 1112057 h 3882143"/>
              <a:gd name="connsiteX7235" fmla="*/ 11553184 w 12184002"/>
              <a:gd name="connsiteY7235" fmla="*/ 1196944 h 3882143"/>
              <a:gd name="connsiteX7236" fmla="*/ 11549427 w 12184002"/>
              <a:gd name="connsiteY7236" fmla="*/ 1200701 h 3882143"/>
              <a:gd name="connsiteX7237" fmla="*/ 11545670 w 12184002"/>
              <a:gd name="connsiteY7237" fmla="*/ 1196944 h 3882143"/>
              <a:gd name="connsiteX7238" fmla="*/ 11545670 w 12184002"/>
              <a:gd name="connsiteY7238" fmla="*/ 1112117 h 3882143"/>
              <a:gd name="connsiteX7239" fmla="*/ 11528466 w 12184002"/>
              <a:gd name="connsiteY7239" fmla="*/ 1112254 h 3882143"/>
              <a:gd name="connsiteX7240" fmla="*/ 11382108 w 12184002"/>
              <a:gd name="connsiteY7240" fmla="*/ 1112098 h 3882143"/>
              <a:gd name="connsiteX7241" fmla="*/ 11376756 w 12184002"/>
              <a:gd name="connsiteY7241" fmla="*/ 1111824 h 3882143"/>
              <a:gd name="connsiteX7242" fmla="*/ 11463475 w 12184002"/>
              <a:gd name="connsiteY7242" fmla="*/ 1198823 h 3882143"/>
              <a:gd name="connsiteX7243" fmla="*/ 11463475 w 12184002"/>
              <a:gd name="connsiteY7243" fmla="*/ 1269523 h 3882143"/>
              <a:gd name="connsiteX7244" fmla="*/ 11459718 w 12184002"/>
              <a:gd name="connsiteY7244" fmla="*/ 1273279 h 3882143"/>
              <a:gd name="connsiteX7245" fmla="*/ 11455962 w 12184002"/>
              <a:gd name="connsiteY7245" fmla="*/ 1269523 h 3882143"/>
              <a:gd name="connsiteX7246" fmla="*/ 11455962 w 12184002"/>
              <a:gd name="connsiteY7246" fmla="*/ 1201979 h 3882143"/>
              <a:gd name="connsiteX7247" fmla="*/ 11363397 w 12184002"/>
              <a:gd name="connsiteY7247" fmla="*/ 1109114 h 3882143"/>
              <a:gd name="connsiteX7248" fmla="*/ 11363397 w 12184002"/>
              <a:gd name="connsiteY7248" fmla="*/ 1106860 h 3882143"/>
              <a:gd name="connsiteX7249" fmla="*/ 11363397 w 12184002"/>
              <a:gd name="connsiteY7249" fmla="*/ 850434 h 3882143"/>
              <a:gd name="connsiteX7250" fmla="*/ 11446570 w 12184002"/>
              <a:gd name="connsiteY7250" fmla="*/ 766963 h 3882143"/>
              <a:gd name="connsiteX7251" fmla="*/ 11449200 w 12184002"/>
              <a:gd name="connsiteY7251" fmla="*/ 765835 h 3882143"/>
              <a:gd name="connsiteX7252" fmla="*/ 11449275 w 12184002"/>
              <a:gd name="connsiteY7252" fmla="*/ 765760 h 3882143"/>
              <a:gd name="connsiteX7253" fmla="*/ 11451904 w 12184002"/>
              <a:gd name="connsiteY7253" fmla="*/ 766887 h 3882143"/>
              <a:gd name="connsiteX7254" fmla="*/ 11451904 w 12184002"/>
              <a:gd name="connsiteY7254" fmla="*/ 772224 h 3882143"/>
              <a:gd name="connsiteX7255" fmla="*/ 11370911 w 12184002"/>
              <a:gd name="connsiteY7255" fmla="*/ 853515 h 3882143"/>
              <a:gd name="connsiteX7256" fmla="*/ 11370911 w 12184002"/>
              <a:gd name="connsiteY7256" fmla="*/ 1103800 h 3882143"/>
              <a:gd name="connsiteX7257" fmla="*/ 11402581 w 12184002"/>
              <a:gd name="connsiteY7257" fmla="*/ 1104761 h 3882143"/>
              <a:gd name="connsiteX7258" fmla="*/ 11445441 w 12184002"/>
              <a:gd name="connsiteY7258" fmla="*/ 1104897 h 3882143"/>
              <a:gd name="connsiteX7259" fmla="*/ 11445441 w 12184002"/>
              <a:gd name="connsiteY7259" fmla="*/ 885371 h 3882143"/>
              <a:gd name="connsiteX7260" fmla="*/ 11571816 w 12184002"/>
              <a:gd name="connsiteY7260" fmla="*/ 758548 h 3882143"/>
              <a:gd name="connsiteX7261" fmla="*/ 11574445 w 12184002"/>
              <a:gd name="connsiteY7261" fmla="*/ 757420 h 3882143"/>
              <a:gd name="connsiteX7262" fmla="*/ 609557 w 12184002"/>
              <a:gd name="connsiteY7262" fmla="*/ 757420 h 3882143"/>
              <a:gd name="connsiteX7263" fmla="*/ 612186 w 12184002"/>
              <a:gd name="connsiteY7263" fmla="*/ 758548 h 3882143"/>
              <a:gd name="connsiteX7264" fmla="*/ 738561 w 12184002"/>
              <a:gd name="connsiteY7264" fmla="*/ 885371 h 3882143"/>
              <a:gd name="connsiteX7265" fmla="*/ 738561 w 12184002"/>
              <a:gd name="connsiteY7265" fmla="*/ 1104897 h 3882143"/>
              <a:gd name="connsiteX7266" fmla="*/ 781422 w 12184002"/>
              <a:gd name="connsiteY7266" fmla="*/ 1104761 h 3882143"/>
              <a:gd name="connsiteX7267" fmla="*/ 813093 w 12184002"/>
              <a:gd name="connsiteY7267" fmla="*/ 1103800 h 3882143"/>
              <a:gd name="connsiteX7268" fmla="*/ 813093 w 12184002"/>
              <a:gd name="connsiteY7268" fmla="*/ 853515 h 3882143"/>
              <a:gd name="connsiteX7269" fmla="*/ 732098 w 12184002"/>
              <a:gd name="connsiteY7269" fmla="*/ 772224 h 3882143"/>
              <a:gd name="connsiteX7270" fmla="*/ 732098 w 12184002"/>
              <a:gd name="connsiteY7270" fmla="*/ 766887 h 3882143"/>
              <a:gd name="connsiteX7271" fmla="*/ 734728 w 12184002"/>
              <a:gd name="connsiteY7271" fmla="*/ 765760 h 3882143"/>
              <a:gd name="connsiteX7272" fmla="*/ 734803 w 12184002"/>
              <a:gd name="connsiteY7272" fmla="*/ 765835 h 3882143"/>
              <a:gd name="connsiteX7273" fmla="*/ 737433 w 12184002"/>
              <a:gd name="connsiteY7273" fmla="*/ 766963 h 3882143"/>
              <a:gd name="connsiteX7274" fmla="*/ 820605 w 12184002"/>
              <a:gd name="connsiteY7274" fmla="*/ 850434 h 3882143"/>
              <a:gd name="connsiteX7275" fmla="*/ 820605 w 12184002"/>
              <a:gd name="connsiteY7275" fmla="*/ 1106860 h 3882143"/>
              <a:gd name="connsiteX7276" fmla="*/ 820605 w 12184002"/>
              <a:gd name="connsiteY7276" fmla="*/ 1109114 h 3882143"/>
              <a:gd name="connsiteX7277" fmla="*/ 728041 w 12184002"/>
              <a:gd name="connsiteY7277" fmla="*/ 1201979 h 3882143"/>
              <a:gd name="connsiteX7278" fmla="*/ 728041 w 12184002"/>
              <a:gd name="connsiteY7278" fmla="*/ 1269523 h 3882143"/>
              <a:gd name="connsiteX7279" fmla="*/ 724284 w 12184002"/>
              <a:gd name="connsiteY7279" fmla="*/ 1273279 h 3882143"/>
              <a:gd name="connsiteX7280" fmla="*/ 720528 w 12184002"/>
              <a:gd name="connsiteY7280" fmla="*/ 1269523 h 3882143"/>
              <a:gd name="connsiteX7281" fmla="*/ 720528 w 12184002"/>
              <a:gd name="connsiteY7281" fmla="*/ 1198823 h 3882143"/>
              <a:gd name="connsiteX7282" fmla="*/ 807246 w 12184002"/>
              <a:gd name="connsiteY7282" fmla="*/ 1111824 h 3882143"/>
              <a:gd name="connsiteX7283" fmla="*/ 801895 w 12184002"/>
              <a:gd name="connsiteY7283" fmla="*/ 1112098 h 3882143"/>
              <a:gd name="connsiteX7284" fmla="*/ 655537 w 12184002"/>
              <a:gd name="connsiteY7284" fmla="*/ 1112254 h 3882143"/>
              <a:gd name="connsiteX7285" fmla="*/ 638332 w 12184002"/>
              <a:gd name="connsiteY7285" fmla="*/ 1112117 h 3882143"/>
              <a:gd name="connsiteX7286" fmla="*/ 638332 w 12184002"/>
              <a:gd name="connsiteY7286" fmla="*/ 1196944 h 3882143"/>
              <a:gd name="connsiteX7287" fmla="*/ 634576 w 12184002"/>
              <a:gd name="connsiteY7287" fmla="*/ 1200701 h 3882143"/>
              <a:gd name="connsiteX7288" fmla="*/ 630818 w 12184002"/>
              <a:gd name="connsiteY7288" fmla="*/ 1196944 h 3882143"/>
              <a:gd name="connsiteX7289" fmla="*/ 630818 w 12184002"/>
              <a:gd name="connsiteY7289" fmla="*/ 1112057 h 3882143"/>
              <a:gd name="connsiteX7290" fmla="*/ 581349 w 12184002"/>
              <a:gd name="connsiteY7290" fmla="*/ 1111666 h 3882143"/>
              <a:gd name="connsiteX7291" fmla="*/ 545543 w 12184002"/>
              <a:gd name="connsiteY7291" fmla="*/ 1111294 h 3882143"/>
              <a:gd name="connsiteX7292" fmla="*/ 541786 w 12184002"/>
              <a:gd name="connsiteY7292" fmla="*/ 1107462 h 3882143"/>
              <a:gd name="connsiteX7293" fmla="*/ 545618 w 12184002"/>
              <a:gd name="connsiteY7293" fmla="*/ 1103705 h 3882143"/>
              <a:gd name="connsiteX7294" fmla="*/ 633920 w 12184002"/>
              <a:gd name="connsiteY7294" fmla="*/ 1104434 h 3882143"/>
              <a:gd name="connsiteX7295" fmla="*/ 634576 w 12184002"/>
              <a:gd name="connsiteY7295" fmla="*/ 1103780 h 3882143"/>
              <a:gd name="connsiteX7296" fmla="*/ 635241 w 12184002"/>
              <a:gd name="connsiteY7296" fmla="*/ 1104446 h 3882143"/>
              <a:gd name="connsiteX7297" fmla="*/ 666998 w 12184002"/>
              <a:gd name="connsiteY7297" fmla="*/ 1104708 h 3882143"/>
              <a:gd name="connsiteX7298" fmla="*/ 729838 w 12184002"/>
              <a:gd name="connsiteY7298" fmla="*/ 1104925 h 3882143"/>
              <a:gd name="connsiteX7299" fmla="*/ 731046 w 12184002"/>
              <a:gd name="connsiteY7299" fmla="*/ 1104921 h 3882143"/>
              <a:gd name="connsiteX7300" fmla="*/ 731046 w 12184002"/>
              <a:gd name="connsiteY7300" fmla="*/ 888526 h 3882143"/>
              <a:gd name="connsiteX7301" fmla="*/ 606927 w 12184002"/>
              <a:gd name="connsiteY7301" fmla="*/ 763957 h 3882143"/>
              <a:gd name="connsiteX7302" fmla="*/ 606927 w 12184002"/>
              <a:gd name="connsiteY7302" fmla="*/ 758622 h 3882143"/>
              <a:gd name="connsiteX7303" fmla="*/ 609557 w 12184002"/>
              <a:gd name="connsiteY7303" fmla="*/ 757495 h 3882143"/>
              <a:gd name="connsiteX7304" fmla="*/ 6650365 w 12184002"/>
              <a:gd name="connsiteY7304" fmla="*/ 757342 h 3882143"/>
              <a:gd name="connsiteX7305" fmla="*/ 6652994 w 12184002"/>
              <a:gd name="connsiteY7305" fmla="*/ 758469 h 3882143"/>
              <a:gd name="connsiteX7306" fmla="*/ 6779369 w 12184002"/>
              <a:gd name="connsiteY7306" fmla="*/ 885294 h 3882143"/>
              <a:gd name="connsiteX7307" fmla="*/ 6779369 w 12184002"/>
              <a:gd name="connsiteY7307" fmla="*/ 1104796 h 3882143"/>
              <a:gd name="connsiteX7308" fmla="*/ 6822154 w 12184002"/>
              <a:gd name="connsiteY7308" fmla="*/ 1104825 h 3882143"/>
              <a:gd name="connsiteX7309" fmla="*/ 6853976 w 12184002"/>
              <a:gd name="connsiteY7309" fmla="*/ 1103869 h 3882143"/>
              <a:gd name="connsiteX7310" fmla="*/ 6853976 w 12184002"/>
              <a:gd name="connsiteY7310" fmla="*/ 853588 h 3882143"/>
              <a:gd name="connsiteX7311" fmla="*/ 6772982 w 12184002"/>
              <a:gd name="connsiteY7311" fmla="*/ 772294 h 3882143"/>
              <a:gd name="connsiteX7312" fmla="*/ 6772982 w 12184002"/>
              <a:gd name="connsiteY7312" fmla="*/ 766959 h 3882143"/>
              <a:gd name="connsiteX7313" fmla="*/ 6775612 w 12184002"/>
              <a:gd name="connsiteY7313" fmla="*/ 765832 h 3882143"/>
              <a:gd name="connsiteX7314" fmla="*/ 6775688 w 12184002"/>
              <a:gd name="connsiteY7314" fmla="*/ 765907 h 3882143"/>
              <a:gd name="connsiteX7315" fmla="*/ 6778317 w 12184002"/>
              <a:gd name="connsiteY7315" fmla="*/ 767036 h 3882143"/>
              <a:gd name="connsiteX7316" fmla="*/ 6861489 w 12184002"/>
              <a:gd name="connsiteY7316" fmla="*/ 850508 h 3882143"/>
              <a:gd name="connsiteX7317" fmla="*/ 6861489 w 12184002"/>
              <a:gd name="connsiteY7317" fmla="*/ 1109189 h 3882143"/>
              <a:gd name="connsiteX7318" fmla="*/ 6768925 w 12184002"/>
              <a:gd name="connsiteY7318" fmla="*/ 1202055 h 3882143"/>
              <a:gd name="connsiteX7319" fmla="*/ 6768925 w 12184002"/>
              <a:gd name="connsiteY7319" fmla="*/ 1269599 h 3882143"/>
              <a:gd name="connsiteX7320" fmla="*/ 6765169 w 12184002"/>
              <a:gd name="connsiteY7320" fmla="*/ 1273356 h 3882143"/>
              <a:gd name="connsiteX7321" fmla="*/ 6761412 w 12184002"/>
              <a:gd name="connsiteY7321" fmla="*/ 1269599 h 3882143"/>
              <a:gd name="connsiteX7322" fmla="*/ 6761412 w 12184002"/>
              <a:gd name="connsiteY7322" fmla="*/ 1198898 h 3882143"/>
              <a:gd name="connsiteX7323" fmla="*/ 6848411 w 12184002"/>
              <a:gd name="connsiteY7323" fmla="*/ 1111617 h 3882143"/>
              <a:gd name="connsiteX7324" fmla="*/ 6810838 w 12184002"/>
              <a:gd name="connsiteY7324" fmla="*/ 1112551 h 3882143"/>
              <a:gd name="connsiteX7325" fmla="*/ 6776112 w 12184002"/>
              <a:gd name="connsiteY7325" fmla="*/ 1112446 h 3882143"/>
              <a:gd name="connsiteX7326" fmla="*/ 6775612 w 12184002"/>
              <a:gd name="connsiteY7326" fmla="*/ 1112946 h 3882143"/>
              <a:gd name="connsiteX7327" fmla="*/ 6775108 w 12184002"/>
              <a:gd name="connsiteY7327" fmla="*/ 1112443 h 3882143"/>
              <a:gd name="connsiteX7328" fmla="*/ 6679141 w 12184002"/>
              <a:gd name="connsiteY7328" fmla="*/ 1112153 h 3882143"/>
              <a:gd name="connsiteX7329" fmla="*/ 6679141 w 12184002"/>
              <a:gd name="connsiteY7329" fmla="*/ 1196944 h 3882143"/>
              <a:gd name="connsiteX7330" fmla="*/ 6675384 w 12184002"/>
              <a:gd name="connsiteY7330" fmla="*/ 1200701 h 3882143"/>
              <a:gd name="connsiteX7331" fmla="*/ 6671628 w 12184002"/>
              <a:gd name="connsiteY7331" fmla="*/ 1196944 h 3882143"/>
              <a:gd name="connsiteX7332" fmla="*/ 6671628 w 12184002"/>
              <a:gd name="connsiteY7332" fmla="*/ 1112123 h 3882143"/>
              <a:gd name="connsiteX7333" fmla="*/ 6614009 w 12184002"/>
              <a:gd name="connsiteY7333" fmla="*/ 1111634 h 3882143"/>
              <a:gd name="connsiteX7334" fmla="*/ 6586350 w 12184002"/>
              <a:gd name="connsiteY7334" fmla="*/ 1111368 h 3882143"/>
              <a:gd name="connsiteX7335" fmla="*/ 6582594 w 12184002"/>
              <a:gd name="connsiteY7335" fmla="*/ 1107537 h 3882143"/>
              <a:gd name="connsiteX7336" fmla="*/ 6586350 w 12184002"/>
              <a:gd name="connsiteY7336" fmla="*/ 1103780 h 3882143"/>
              <a:gd name="connsiteX7337" fmla="*/ 6674677 w 12184002"/>
              <a:gd name="connsiteY7337" fmla="*/ 1104486 h 3882143"/>
              <a:gd name="connsiteX7338" fmla="*/ 6675384 w 12184002"/>
              <a:gd name="connsiteY7338" fmla="*/ 1103780 h 3882143"/>
              <a:gd name="connsiteX7339" fmla="*/ 6676102 w 12184002"/>
              <a:gd name="connsiteY7339" fmla="*/ 1104497 h 3882143"/>
              <a:gd name="connsiteX7340" fmla="*/ 6707731 w 12184002"/>
              <a:gd name="connsiteY7340" fmla="*/ 1104750 h 3882143"/>
              <a:gd name="connsiteX7341" fmla="*/ 6771856 w 12184002"/>
              <a:gd name="connsiteY7341" fmla="*/ 1104792 h 3882143"/>
              <a:gd name="connsiteX7342" fmla="*/ 6771856 w 12184002"/>
              <a:gd name="connsiteY7342" fmla="*/ 888449 h 3882143"/>
              <a:gd name="connsiteX7343" fmla="*/ 6647735 w 12184002"/>
              <a:gd name="connsiteY7343" fmla="*/ 763879 h 3882143"/>
              <a:gd name="connsiteX7344" fmla="*/ 6647735 w 12184002"/>
              <a:gd name="connsiteY7344" fmla="*/ 758544 h 3882143"/>
              <a:gd name="connsiteX7345" fmla="*/ 6650365 w 12184002"/>
              <a:gd name="connsiteY7345" fmla="*/ 757417 h 3882143"/>
              <a:gd name="connsiteX7346" fmla="*/ 5533638 w 12184002"/>
              <a:gd name="connsiteY7346" fmla="*/ 757342 h 3882143"/>
              <a:gd name="connsiteX7347" fmla="*/ 5533638 w 12184002"/>
              <a:gd name="connsiteY7347" fmla="*/ 757417 h 3882143"/>
              <a:gd name="connsiteX7348" fmla="*/ 5536268 w 12184002"/>
              <a:gd name="connsiteY7348" fmla="*/ 758544 h 3882143"/>
              <a:gd name="connsiteX7349" fmla="*/ 5536268 w 12184002"/>
              <a:gd name="connsiteY7349" fmla="*/ 763879 h 3882143"/>
              <a:gd name="connsiteX7350" fmla="*/ 5412147 w 12184002"/>
              <a:gd name="connsiteY7350" fmla="*/ 888449 h 3882143"/>
              <a:gd name="connsiteX7351" fmla="*/ 5412147 w 12184002"/>
              <a:gd name="connsiteY7351" fmla="*/ 1104792 h 3882143"/>
              <a:gd name="connsiteX7352" fmla="*/ 5476273 w 12184002"/>
              <a:gd name="connsiteY7352" fmla="*/ 1104750 h 3882143"/>
              <a:gd name="connsiteX7353" fmla="*/ 5507902 w 12184002"/>
              <a:gd name="connsiteY7353" fmla="*/ 1104497 h 3882143"/>
              <a:gd name="connsiteX7354" fmla="*/ 5508619 w 12184002"/>
              <a:gd name="connsiteY7354" fmla="*/ 1103780 h 3882143"/>
              <a:gd name="connsiteX7355" fmla="*/ 5509326 w 12184002"/>
              <a:gd name="connsiteY7355" fmla="*/ 1104486 h 3882143"/>
              <a:gd name="connsiteX7356" fmla="*/ 5597652 w 12184002"/>
              <a:gd name="connsiteY7356" fmla="*/ 1103780 h 3882143"/>
              <a:gd name="connsiteX7357" fmla="*/ 5601408 w 12184002"/>
              <a:gd name="connsiteY7357" fmla="*/ 1107537 h 3882143"/>
              <a:gd name="connsiteX7358" fmla="*/ 5597652 w 12184002"/>
              <a:gd name="connsiteY7358" fmla="*/ 1111368 h 3882143"/>
              <a:gd name="connsiteX7359" fmla="*/ 5569995 w 12184002"/>
              <a:gd name="connsiteY7359" fmla="*/ 1111634 h 3882143"/>
              <a:gd name="connsiteX7360" fmla="*/ 5512375 w 12184002"/>
              <a:gd name="connsiteY7360" fmla="*/ 1112123 h 3882143"/>
              <a:gd name="connsiteX7361" fmla="*/ 5512375 w 12184002"/>
              <a:gd name="connsiteY7361" fmla="*/ 1196944 h 3882143"/>
              <a:gd name="connsiteX7362" fmla="*/ 5508619 w 12184002"/>
              <a:gd name="connsiteY7362" fmla="*/ 1200701 h 3882143"/>
              <a:gd name="connsiteX7363" fmla="*/ 5504863 w 12184002"/>
              <a:gd name="connsiteY7363" fmla="*/ 1196944 h 3882143"/>
              <a:gd name="connsiteX7364" fmla="*/ 5504863 w 12184002"/>
              <a:gd name="connsiteY7364" fmla="*/ 1112153 h 3882143"/>
              <a:gd name="connsiteX7365" fmla="*/ 5408894 w 12184002"/>
              <a:gd name="connsiteY7365" fmla="*/ 1112443 h 3882143"/>
              <a:gd name="connsiteX7366" fmla="*/ 5408392 w 12184002"/>
              <a:gd name="connsiteY7366" fmla="*/ 1112946 h 3882143"/>
              <a:gd name="connsiteX7367" fmla="*/ 5407892 w 12184002"/>
              <a:gd name="connsiteY7367" fmla="*/ 1112446 h 3882143"/>
              <a:gd name="connsiteX7368" fmla="*/ 5373166 w 12184002"/>
              <a:gd name="connsiteY7368" fmla="*/ 1112551 h 3882143"/>
              <a:gd name="connsiteX7369" fmla="*/ 5335592 w 12184002"/>
              <a:gd name="connsiteY7369" fmla="*/ 1111617 h 3882143"/>
              <a:gd name="connsiteX7370" fmla="*/ 5422592 w 12184002"/>
              <a:gd name="connsiteY7370" fmla="*/ 1198898 h 3882143"/>
              <a:gd name="connsiteX7371" fmla="*/ 5422592 w 12184002"/>
              <a:gd name="connsiteY7371" fmla="*/ 1269599 h 3882143"/>
              <a:gd name="connsiteX7372" fmla="*/ 5418835 w 12184002"/>
              <a:gd name="connsiteY7372" fmla="*/ 1273356 h 3882143"/>
              <a:gd name="connsiteX7373" fmla="*/ 5415079 w 12184002"/>
              <a:gd name="connsiteY7373" fmla="*/ 1269599 h 3882143"/>
              <a:gd name="connsiteX7374" fmla="*/ 5415079 w 12184002"/>
              <a:gd name="connsiteY7374" fmla="*/ 1202055 h 3882143"/>
              <a:gd name="connsiteX7375" fmla="*/ 5322514 w 12184002"/>
              <a:gd name="connsiteY7375" fmla="*/ 1109189 h 3882143"/>
              <a:gd name="connsiteX7376" fmla="*/ 5322514 w 12184002"/>
              <a:gd name="connsiteY7376" fmla="*/ 850508 h 3882143"/>
              <a:gd name="connsiteX7377" fmla="*/ 5405687 w 12184002"/>
              <a:gd name="connsiteY7377" fmla="*/ 767036 h 3882143"/>
              <a:gd name="connsiteX7378" fmla="*/ 5408316 w 12184002"/>
              <a:gd name="connsiteY7378" fmla="*/ 765907 h 3882143"/>
              <a:gd name="connsiteX7379" fmla="*/ 5408392 w 12184002"/>
              <a:gd name="connsiteY7379" fmla="*/ 765832 h 3882143"/>
              <a:gd name="connsiteX7380" fmla="*/ 5411022 w 12184002"/>
              <a:gd name="connsiteY7380" fmla="*/ 766959 h 3882143"/>
              <a:gd name="connsiteX7381" fmla="*/ 5411022 w 12184002"/>
              <a:gd name="connsiteY7381" fmla="*/ 772294 h 3882143"/>
              <a:gd name="connsiteX7382" fmla="*/ 5330027 w 12184002"/>
              <a:gd name="connsiteY7382" fmla="*/ 853588 h 3882143"/>
              <a:gd name="connsiteX7383" fmla="*/ 5330027 w 12184002"/>
              <a:gd name="connsiteY7383" fmla="*/ 1103869 h 3882143"/>
              <a:gd name="connsiteX7384" fmla="*/ 5361850 w 12184002"/>
              <a:gd name="connsiteY7384" fmla="*/ 1104825 h 3882143"/>
              <a:gd name="connsiteX7385" fmla="*/ 5404635 w 12184002"/>
              <a:gd name="connsiteY7385" fmla="*/ 1104796 h 3882143"/>
              <a:gd name="connsiteX7386" fmla="*/ 5404635 w 12184002"/>
              <a:gd name="connsiteY7386" fmla="*/ 885294 h 3882143"/>
              <a:gd name="connsiteX7387" fmla="*/ 5531008 w 12184002"/>
              <a:gd name="connsiteY7387" fmla="*/ 758469 h 3882143"/>
              <a:gd name="connsiteX7388" fmla="*/ 5533638 w 12184002"/>
              <a:gd name="connsiteY7388" fmla="*/ 757342 h 3882143"/>
              <a:gd name="connsiteX7389" fmla="*/ 10996521 w 12184002"/>
              <a:gd name="connsiteY7389" fmla="*/ 687550 h 3882143"/>
              <a:gd name="connsiteX7390" fmla="*/ 11000278 w 12184002"/>
              <a:gd name="connsiteY7390" fmla="*/ 691306 h 3882143"/>
              <a:gd name="connsiteX7391" fmla="*/ 11000278 w 12184002"/>
              <a:gd name="connsiteY7391" fmla="*/ 911066 h 3882143"/>
              <a:gd name="connsiteX7392" fmla="*/ 10881492 w 12184002"/>
              <a:gd name="connsiteY7392" fmla="*/ 911066 h 3882143"/>
              <a:gd name="connsiteX7393" fmla="*/ 10877735 w 12184002"/>
              <a:gd name="connsiteY7393" fmla="*/ 907308 h 3882143"/>
              <a:gd name="connsiteX7394" fmla="*/ 10881492 w 12184002"/>
              <a:gd name="connsiteY7394" fmla="*/ 903553 h 3882143"/>
              <a:gd name="connsiteX7395" fmla="*/ 10992764 w 12184002"/>
              <a:gd name="connsiteY7395" fmla="*/ 903553 h 3882143"/>
              <a:gd name="connsiteX7396" fmla="*/ 10992764 w 12184002"/>
              <a:gd name="connsiteY7396" fmla="*/ 691382 h 3882143"/>
              <a:gd name="connsiteX7397" fmla="*/ 10996521 w 12184002"/>
              <a:gd name="connsiteY7397" fmla="*/ 687624 h 3882143"/>
              <a:gd name="connsiteX7398" fmla="*/ 1187482 w 12184002"/>
              <a:gd name="connsiteY7398" fmla="*/ 687550 h 3882143"/>
              <a:gd name="connsiteX7399" fmla="*/ 1187482 w 12184002"/>
              <a:gd name="connsiteY7399" fmla="*/ 687624 h 3882143"/>
              <a:gd name="connsiteX7400" fmla="*/ 1191238 w 12184002"/>
              <a:gd name="connsiteY7400" fmla="*/ 691382 h 3882143"/>
              <a:gd name="connsiteX7401" fmla="*/ 1191238 w 12184002"/>
              <a:gd name="connsiteY7401" fmla="*/ 903553 h 3882143"/>
              <a:gd name="connsiteX7402" fmla="*/ 1302511 w 12184002"/>
              <a:gd name="connsiteY7402" fmla="*/ 903553 h 3882143"/>
              <a:gd name="connsiteX7403" fmla="*/ 1306268 w 12184002"/>
              <a:gd name="connsiteY7403" fmla="*/ 907308 h 3882143"/>
              <a:gd name="connsiteX7404" fmla="*/ 1302511 w 12184002"/>
              <a:gd name="connsiteY7404" fmla="*/ 911066 h 3882143"/>
              <a:gd name="connsiteX7405" fmla="*/ 1183725 w 12184002"/>
              <a:gd name="connsiteY7405" fmla="*/ 911066 h 3882143"/>
              <a:gd name="connsiteX7406" fmla="*/ 1183725 w 12184002"/>
              <a:gd name="connsiteY7406" fmla="*/ 691306 h 3882143"/>
              <a:gd name="connsiteX7407" fmla="*/ 1187482 w 12184002"/>
              <a:gd name="connsiteY7407" fmla="*/ 687550 h 3882143"/>
              <a:gd name="connsiteX7408" fmla="*/ 10126779 w 12184002"/>
              <a:gd name="connsiteY7408" fmla="*/ 686272 h 3882143"/>
              <a:gd name="connsiteX7409" fmla="*/ 10130537 w 12184002"/>
              <a:gd name="connsiteY7409" fmla="*/ 690029 h 3882143"/>
              <a:gd name="connsiteX7410" fmla="*/ 10130537 w 12184002"/>
              <a:gd name="connsiteY7410" fmla="*/ 727596 h 3882143"/>
              <a:gd name="connsiteX7411" fmla="*/ 10128508 w 12184002"/>
              <a:gd name="connsiteY7411" fmla="*/ 729625 h 3882143"/>
              <a:gd name="connsiteX7412" fmla="*/ 10265099 w 12184002"/>
              <a:gd name="connsiteY7412" fmla="*/ 729625 h 3882143"/>
              <a:gd name="connsiteX7413" fmla="*/ 10268856 w 12184002"/>
              <a:gd name="connsiteY7413" fmla="*/ 733381 h 3882143"/>
              <a:gd name="connsiteX7414" fmla="*/ 10265099 w 12184002"/>
              <a:gd name="connsiteY7414" fmla="*/ 737137 h 3882143"/>
              <a:gd name="connsiteX7415" fmla="*/ 10003786 w 12184002"/>
              <a:gd name="connsiteY7415" fmla="*/ 737137 h 3882143"/>
              <a:gd name="connsiteX7416" fmla="*/ 10003786 w 12184002"/>
              <a:gd name="connsiteY7416" fmla="*/ 1262461 h 3882143"/>
              <a:gd name="connsiteX7417" fmla="*/ 10000029 w 12184002"/>
              <a:gd name="connsiteY7417" fmla="*/ 1266217 h 3882143"/>
              <a:gd name="connsiteX7418" fmla="*/ 9996273 w 12184002"/>
              <a:gd name="connsiteY7418" fmla="*/ 1262461 h 3882143"/>
              <a:gd name="connsiteX7419" fmla="*/ 9996273 w 12184002"/>
              <a:gd name="connsiteY7419" fmla="*/ 729625 h 3882143"/>
              <a:gd name="connsiteX7420" fmla="*/ 10125051 w 12184002"/>
              <a:gd name="connsiteY7420" fmla="*/ 729625 h 3882143"/>
              <a:gd name="connsiteX7421" fmla="*/ 10123023 w 12184002"/>
              <a:gd name="connsiteY7421" fmla="*/ 727596 h 3882143"/>
              <a:gd name="connsiteX7422" fmla="*/ 10123023 w 12184002"/>
              <a:gd name="connsiteY7422" fmla="*/ 690029 h 3882143"/>
              <a:gd name="connsiteX7423" fmla="*/ 10126779 w 12184002"/>
              <a:gd name="connsiteY7423" fmla="*/ 686272 h 3882143"/>
              <a:gd name="connsiteX7424" fmla="*/ 2057224 w 12184002"/>
              <a:gd name="connsiteY7424" fmla="*/ 686272 h 3882143"/>
              <a:gd name="connsiteX7425" fmla="*/ 2060979 w 12184002"/>
              <a:gd name="connsiteY7425" fmla="*/ 690029 h 3882143"/>
              <a:gd name="connsiteX7426" fmla="*/ 2060979 w 12184002"/>
              <a:gd name="connsiteY7426" fmla="*/ 727596 h 3882143"/>
              <a:gd name="connsiteX7427" fmla="*/ 2058951 w 12184002"/>
              <a:gd name="connsiteY7427" fmla="*/ 729625 h 3882143"/>
              <a:gd name="connsiteX7428" fmla="*/ 2187730 w 12184002"/>
              <a:gd name="connsiteY7428" fmla="*/ 729625 h 3882143"/>
              <a:gd name="connsiteX7429" fmla="*/ 2187730 w 12184002"/>
              <a:gd name="connsiteY7429" fmla="*/ 1262461 h 3882143"/>
              <a:gd name="connsiteX7430" fmla="*/ 2183974 w 12184002"/>
              <a:gd name="connsiteY7430" fmla="*/ 1266217 h 3882143"/>
              <a:gd name="connsiteX7431" fmla="*/ 2180217 w 12184002"/>
              <a:gd name="connsiteY7431" fmla="*/ 1262461 h 3882143"/>
              <a:gd name="connsiteX7432" fmla="*/ 2180217 w 12184002"/>
              <a:gd name="connsiteY7432" fmla="*/ 737137 h 3882143"/>
              <a:gd name="connsiteX7433" fmla="*/ 1918904 w 12184002"/>
              <a:gd name="connsiteY7433" fmla="*/ 737137 h 3882143"/>
              <a:gd name="connsiteX7434" fmla="*/ 1915146 w 12184002"/>
              <a:gd name="connsiteY7434" fmla="*/ 733381 h 3882143"/>
              <a:gd name="connsiteX7435" fmla="*/ 1918904 w 12184002"/>
              <a:gd name="connsiteY7435" fmla="*/ 729625 h 3882143"/>
              <a:gd name="connsiteX7436" fmla="*/ 2055495 w 12184002"/>
              <a:gd name="connsiteY7436" fmla="*/ 729625 h 3882143"/>
              <a:gd name="connsiteX7437" fmla="*/ 2053467 w 12184002"/>
              <a:gd name="connsiteY7437" fmla="*/ 727596 h 3882143"/>
              <a:gd name="connsiteX7438" fmla="*/ 2053467 w 12184002"/>
              <a:gd name="connsiteY7438" fmla="*/ 690029 h 3882143"/>
              <a:gd name="connsiteX7439" fmla="*/ 2057224 w 12184002"/>
              <a:gd name="connsiteY7439" fmla="*/ 686272 h 3882143"/>
              <a:gd name="connsiteX7440" fmla="*/ 8098031 w 12184002"/>
              <a:gd name="connsiteY7440" fmla="*/ 686269 h 3882143"/>
              <a:gd name="connsiteX7441" fmla="*/ 8101788 w 12184002"/>
              <a:gd name="connsiteY7441" fmla="*/ 690025 h 3882143"/>
              <a:gd name="connsiteX7442" fmla="*/ 8101788 w 12184002"/>
              <a:gd name="connsiteY7442" fmla="*/ 729621 h 3882143"/>
              <a:gd name="connsiteX7443" fmla="*/ 8228463 w 12184002"/>
              <a:gd name="connsiteY7443" fmla="*/ 729621 h 3882143"/>
              <a:gd name="connsiteX7444" fmla="*/ 8228463 w 12184002"/>
              <a:gd name="connsiteY7444" fmla="*/ 1262461 h 3882143"/>
              <a:gd name="connsiteX7445" fmla="*/ 8224706 w 12184002"/>
              <a:gd name="connsiteY7445" fmla="*/ 1266217 h 3882143"/>
              <a:gd name="connsiteX7446" fmla="*/ 8220950 w 12184002"/>
              <a:gd name="connsiteY7446" fmla="*/ 1262461 h 3882143"/>
              <a:gd name="connsiteX7447" fmla="*/ 8220950 w 12184002"/>
              <a:gd name="connsiteY7447" fmla="*/ 737134 h 3882143"/>
              <a:gd name="connsiteX7448" fmla="*/ 8100963 w 12184002"/>
              <a:gd name="connsiteY7448" fmla="*/ 737134 h 3882143"/>
              <a:gd name="connsiteX7449" fmla="*/ 8098031 w 12184002"/>
              <a:gd name="connsiteY7449" fmla="*/ 740064 h 3882143"/>
              <a:gd name="connsiteX7450" fmla="*/ 8095101 w 12184002"/>
              <a:gd name="connsiteY7450" fmla="*/ 737134 h 3882143"/>
              <a:gd name="connsiteX7451" fmla="*/ 7959711 w 12184002"/>
              <a:gd name="connsiteY7451" fmla="*/ 737134 h 3882143"/>
              <a:gd name="connsiteX7452" fmla="*/ 7955955 w 12184002"/>
              <a:gd name="connsiteY7452" fmla="*/ 733378 h 3882143"/>
              <a:gd name="connsiteX7453" fmla="*/ 7959711 w 12184002"/>
              <a:gd name="connsiteY7453" fmla="*/ 729621 h 3882143"/>
              <a:gd name="connsiteX7454" fmla="*/ 8094275 w 12184002"/>
              <a:gd name="connsiteY7454" fmla="*/ 729621 h 3882143"/>
              <a:gd name="connsiteX7455" fmla="*/ 8094275 w 12184002"/>
              <a:gd name="connsiteY7455" fmla="*/ 690025 h 3882143"/>
              <a:gd name="connsiteX7456" fmla="*/ 8098031 w 12184002"/>
              <a:gd name="connsiteY7456" fmla="*/ 686269 h 3882143"/>
              <a:gd name="connsiteX7457" fmla="*/ 4085972 w 12184002"/>
              <a:gd name="connsiteY7457" fmla="*/ 686269 h 3882143"/>
              <a:gd name="connsiteX7458" fmla="*/ 4089728 w 12184002"/>
              <a:gd name="connsiteY7458" fmla="*/ 690025 h 3882143"/>
              <a:gd name="connsiteX7459" fmla="*/ 4089728 w 12184002"/>
              <a:gd name="connsiteY7459" fmla="*/ 729621 h 3882143"/>
              <a:gd name="connsiteX7460" fmla="*/ 4224292 w 12184002"/>
              <a:gd name="connsiteY7460" fmla="*/ 729621 h 3882143"/>
              <a:gd name="connsiteX7461" fmla="*/ 4228048 w 12184002"/>
              <a:gd name="connsiteY7461" fmla="*/ 733378 h 3882143"/>
              <a:gd name="connsiteX7462" fmla="*/ 4224292 w 12184002"/>
              <a:gd name="connsiteY7462" fmla="*/ 737134 h 3882143"/>
              <a:gd name="connsiteX7463" fmla="*/ 4088902 w 12184002"/>
              <a:gd name="connsiteY7463" fmla="*/ 737134 h 3882143"/>
              <a:gd name="connsiteX7464" fmla="*/ 4085972 w 12184002"/>
              <a:gd name="connsiteY7464" fmla="*/ 740064 h 3882143"/>
              <a:gd name="connsiteX7465" fmla="*/ 4083041 w 12184002"/>
              <a:gd name="connsiteY7465" fmla="*/ 737134 h 3882143"/>
              <a:gd name="connsiteX7466" fmla="*/ 3963054 w 12184002"/>
              <a:gd name="connsiteY7466" fmla="*/ 737134 h 3882143"/>
              <a:gd name="connsiteX7467" fmla="*/ 3963054 w 12184002"/>
              <a:gd name="connsiteY7467" fmla="*/ 1262461 h 3882143"/>
              <a:gd name="connsiteX7468" fmla="*/ 3959296 w 12184002"/>
              <a:gd name="connsiteY7468" fmla="*/ 1266217 h 3882143"/>
              <a:gd name="connsiteX7469" fmla="*/ 3955539 w 12184002"/>
              <a:gd name="connsiteY7469" fmla="*/ 1262461 h 3882143"/>
              <a:gd name="connsiteX7470" fmla="*/ 3955539 w 12184002"/>
              <a:gd name="connsiteY7470" fmla="*/ 729621 h 3882143"/>
              <a:gd name="connsiteX7471" fmla="*/ 4082214 w 12184002"/>
              <a:gd name="connsiteY7471" fmla="*/ 729621 h 3882143"/>
              <a:gd name="connsiteX7472" fmla="*/ 4082214 w 12184002"/>
              <a:gd name="connsiteY7472" fmla="*/ 690025 h 3882143"/>
              <a:gd name="connsiteX7473" fmla="*/ 4085972 w 12184002"/>
              <a:gd name="connsiteY7473" fmla="*/ 686269 h 3882143"/>
              <a:gd name="connsiteX7474" fmla="*/ 7232497 w 12184002"/>
              <a:gd name="connsiteY7474" fmla="*/ 658240 h 3882143"/>
              <a:gd name="connsiteX7475" fmla="*/ 7256764 w 12184002"/>
              <a:gd name="connsiteY7475" fmla="*/ 682659 h 3882143"/>
              <a:gd name="connsiteX7476" fmla="*/ 7232497 w 12184002"/>
              <a:gd name="connsiteY7476" fmla="*/ 707076 h 3882143"/>
              <a:gd name="connsiteX7477" fmla="*/ 7232046 w 12184002"/>
              <a:gd name="connsiteY7477" fmla="*/ 706889 h 3882143"/>
              <a:gd name="connsiteX7478" fmla="*/ 7232046 w 12184002"/>
              <a:gd name="connsiteY7478" fmla="*/ 903626 h 3882143"/>
              <a:gd name="connsiteX7479" fmla="*/ 7343318 w 12184002"/>
              <a:gd name="connsiteY7479" fmla="*/ 903626 h 3882143"/>
              <a:gd name="connsiteX7480" fmla="*/ 7347075 w 12184002"/>
              <a:gd name="connsiteY7480" fmla="*/ 907383 h 3882143"/>
              <a:gd name="connsiteX7481" fmla="*/ 7343318 w 12184002"/>
              <a:gd name="connsiteY7481" fmla="*/ 911140 h 3882143"/>
              <a:gd name="connsiteX7482" fmla="*/ 7224533 w 12184002"/>
              <a:gd name="connsiteY7482" fmla="*/ 911140 h 3882143"/>
              <a:gd name="connsiteX7483" fmla="*/ 7224533 w 12184002"/>
              <a:gd name="connsiteY7483" fmla="*/ 703762 h 3882143"/>
              <a:gd name="connsiteX7484" fmla="*/ 7215347 w 12184002"/>
              <a:gd name="connsiteY7484" fmla="*/ 699940 h 3882143"/>
              <a:gd name="connsiteX7485" fmla="*/ 7208228 w 12184002"/>
              <a:gd name="connsiteY7485" fmla="*/ 682659 h 3882143"/>
              <a:gd name="connsiteX7486" fmla="*/ 7232497 w 12184002"/>
              <a:gd name="connsiteY7486" fmla="*/ 658240 h 3882143"/>
              <a:gd name="connsiteX7487" fmla="*/ 4951507 w 12184002"/>
              <a:gd name="connsiteY7487" fmla="*/ 658240 h 3882143"/>
              <a:gd name="connsiteX7488" fmla="*/ 4975775 w 12184002"/>
              <a:gd name="connsiteY7488" fmla="*/ 682659 h 3882143"/>
              <a:gd name="connsiteX7489" fmla="*/ 4968656 w 12184002"/>
              <a:gd name="connsiteY7489" fmla="*/ 699940 h 3882143"/>
              <a:gd name="connsiteX7490" fmla="*/ 4959471 w 12184002"/>
              <a:gd name="connsiteY7490" fmla="*/ 703762 h 3882143"/>
              <a:gd name="connsiteX7491" fmla="*/ 4959471 w 12184002"/>
              <a:gd name="connsiteY7491" fmla="*/ 911140 h 3882143"/>
              <a:gd name="connsiteX7492" fmla="*/ 4840685 w 12184002"/>
              <a:gd name="connsiteY7492" fmla="*/ 911140 h 3882143"/>
              <a:gd name="connsiteX7493" fmla="*/ 4836928 w 12184002"/>
              <a:gd name="connsiteY7493" fmla="*/ 907383 h 3882143"/>
              <a:gd name="connsiteX7494" fmla="*/ 4840685 w 12184002"/>
              <a:gd name="connsiteY7494" fmla="*/ 903626 h 3882143"/>
              <a:gd name="connsiteX7495" fmla="*/ 4951957 w 12184002"/>
              <a:gd name="connsiteY7495" fmla="*/ 903626 h 3882143"/>
              <a:gd name="connsiteX7496" fmla="*/ 4951957 w 12184002"/>
              <a:gd name="connsiteY7496" fmla="*/ 706889 h 3882143"/>
              <a:gd name="connsiteX7497" fmla="*/ 4951507 w 12184002"/>
              <a:gd name="connsiteY7497" fmla="*/ 707076 h 3882143"/>
              <a:gd name="connsiteX7498" fmla="*/ 4927239 w 12184002"/>
              <a:gd name="connsiteY7498" fmla="*/ 682659 h 3882143"/>
              <a:gd name="connsiteX7499" fmla="*/ 4951507 w 12184002"/>
              <a:gd name="connsiteY7499" fmla="*/ 658240 h 3882143"/>
              <a:gd name="connsiteX7500" fmla="*/ 9986129 w 12184002"/>
              <a:gd name="connsiteY7500" fmla="*/ 622634 h 3882143"/>
              <a:gd name="connsiteX7501" fmla="*/ 10256459 w 12184002"/>
              <a:gd name="connsiteY7501" fmla="*/ 622634 h 3882143"/>
              <a:gd name="connsiteX7502" fmla="*/ 10256533 w 12184002"/>
              <a:gd name="connsiteY7502" fmla="*/ 622709 h 3882143"/>
              <a:gd name="connsiteX7503" fmla="*/ 10260291 w 12184002"/>
              <a:gd name="connsiteY7503" fmla="*/ 626466 h 3882143"/>
              <a:gd name="connsiteX7504" fmla="*/ 10256533 w 12184002"/>
              <a:gd name="connsiteY7504" fmla="*/ 630223 h 3882143"/>
              <a:gd name="connsiteX7505" fmla="*/ 9991014 w 12184002"/>
              <a:gd name="connsiteY7505" fmla="*/ 630223 h 3882143"/>
              <a:gd name="connsiteX7506" fmla="*/ 9946235 w 12184002"/>
              <a:gd name="connsiteY7506" fmla="*/ 728422 h 3882143"/>
              <a:gd name="connsiteX7507" fmla="*/ 9946235 w 12184002"/>
              <a:gd name="connsiteY7507" fmla="*/ 1311597 h 3882143"/>
              <a:gd name="connsiteX7508" fmla="*/ 9942477 w 12184002"/>
              <a:gd name="connsiteY7508" fmla="*/ 1315355 h 3882143"/>
              <a:gd name="connsiteX7509" fmla="*/ 9938721 w 12184002"/>
              <a:gd name="connsiteY7509" fmla="*/ 1311597 h 3882143"/>
              <a:gd name="connsiteX7510" fmla="*/ 9938721 w 12184002"/>
              <a:gd name="connsiteY7510" fmla="*/ 727596 h 3882143"/>
              <a:gd name="connsiteX7511" fmla="*/ 1927543 w 12184002"/>
              <a:gd name="connsiteY7511" fmla="*/ 622634 h 3882143"/>
              <a:gd name="connsiteX7512" fmla="*/ 2197873 w 12184002"/>
              <a:gd name="connsiteY7512" fmla="*/ 622634 h 3882143"/>
              <a:gd name="connsiteX7513" fmla="*/ 2245281 w 12184002"/>
              <a:gd name="connsiteY7513" fmla="*/ 727596 h 3882143"/>
              <a:gd name="connsiteX7514" fmla="*/ 2245281 w 12184002"/>
              <a:gd name="connsiteY7514" fmla="*/ 1311597 h 3882143"/>
              <a:gd name="connsiteX7515" fmla="*/ 2241525 w 12184002"/>
              <a:gd name="connsiteY7515" fmla="*/ 1315355 h 3882143"/>
              <a:gd name="connsiteX7516" fmla="*/ 2237769 w 12184002"/>
              <a:gd name="connsiteY7516" fmla="*/ 1311597 h 3882143"/>
              <a:gd name="connsiteX7517" fmla="*/ 2237769 w 12184002"/>
              <a:gd name="connsiteY7517" fmla="*/ 728422 h 3882143"/>
              <a:gd name="connsiteX7518" fmla="*/ 2192990 w 12184002"/>
              <a:gd name="connsiteY7518" fmla="*/ 630223 h 3882143"/>
              <a:gd name="connsiteX7519" fmla="*/ 1927469 w 12184002"/>
              <a:gd name="connsiteY7519" fmla="*/ 630223 h 3882143"/>
              <a:gd name="connsiteX7520" fmla="*/ 1923712 w 12184002"/>
              <a:gd name="connsiteY7520" fmla="*/ 626466 h 3882143"/>
              <a:gd name="connsiteX7521" fmla="*/ 1927469 w 12184002"/>
              <a:gd name="connsiteY7521" fmla="*/ 622709 h 3882143"/>
              <a:gd name="connsiteX7522" fmla="*/ 8238831 w 12184002"/>
              <a:gd name="connsiteY7522" fmla="*/ 622557 h 3882143"/>
              <a:gd name="connsiteX7523" fmla="*/ 8286240 w 12184002"/>
              <a:gd name="connsiteY7523" fmla="*/ 726690 h 3882143"/>
              <a:gd name="connsiteX7524" fmla="*/ 8286240 w 12184002"/>
              <a:gd name="connsiteY7524" fmla="*/ 1311523 h 3882143"/>
              <a:gd name="connsiteX7525" fmla="*/ 8282483 w 12184002"/>
              <a:gd name="connsiteY7525" fmla="*/ 1315278 h 3882143"/>
              <a:gd name="connsiteX7526" fmla="*/ 8278727 w 12184002"/>
              <a:gd name="connsiteY7526" fmla="*/ 1311523 h 3882143"/>
              <a:gd name="connsiteX7527" fmla="*/ 8278727 w 12184002"/>
              <a:gd name="connsiteY7527" fmla="*/ 728343 h 3882143"/>
              <a:gd name="connsiteX7528" fmla="*/ 8233947 w 12184002"/>
              <a:gd name="connsiteY7528" fmla="*/ 630145 h 3882143"/>
              <a:gd name="connsiteX7529" fmla="*/ 7968427 w 12184002"/>
              <a:gd name="connsiteY7529" fmla="*/ 630145 h 3882143"/>
              <a:gd name="connsiteX7530" fmla="*/ 7964671 w 12184002"/>
              <a:gd name="connsiteY7530" fmla="*/ 626388 h 3882143"/>
              <a:gd name="connsiteX7531" fmla="*/ 7968427 w 12184002"/>
              <a:gd name="connsiteY7531" fmla="*/ 622631 h 3882143"/>
              <a:gd name="connsiteX7532" fmla="*/ 8238756 w 12184002"/>
              <a:gd name="connsiteY7532" fmla="*/ 622631 h 3882143"/>
              <a:gd name="connsiteX7533" fmla="*/ 3945172 w 12184002"/>
              <a:gd name="connsiteY7533" fmla="*/ 622557 h 3882143"/>
              <a:gd name="connsiteX7534" fmla="*/ 3945247 w 12184002"/>
              <a:gd name="connsiteY7534" fmla="*/ 622631 h 3882143"/>
              <a:gd name="connsiteX7535" fmla="*/ 4215576 w 12184002"/>
              <a:gd name="connsiteY7535" fmla="*/ 622631 h 3882143"/>
              <a:gd name="connsiteX7536" fmla="*/ 4219333 w 12184002"/>
              <a:gd name="connsiteY7536" fmla="*/ 626388 h 3882143"/>
              <a:gd name="connsiteX7537" fmla="*/ 4215576 w 12184002"/>
              <a:gd name="connsiteY7537" fmla="*/ 630145 h 3882143"/>
              <a:gd name="connsiteX7538" fmla="*/ 3950056 w 12184002"/>
              <a:gd name="connsiteY7538" fmla="*/ 630145 h 3882143"/>
              <a:gd name="connsiteX7539" fmla="*/ 3905275 w 12184002"/>
              <a:gd name="connsiteY7539" fmla="*/ 728343 h 3882143"/>
              <a:gd name="connsiteX7540" fmla="*/ 3905275 w 12184002"/>
              <a:gd name="connsiteY7540" fmla="*/ 1311523 h 3882143"/>
              <a:gd name="connsiteX7541" fmla="*/ 3901519 w 12184002"/>
              <a:gd name="connsiteY7541" fmla="*/ 1315278 h 3882143"/>
              <a:gd name="connsiteX7542" fmla="*/ 3897762 w 12184002"/>
              <a:gd name="connsiteY7542" fmla="*/ 1311523 h 3882143"/>
              <a:gd name="connsiteX7543" fmla="*/ 3897762 w 12184002"/>
              <a:gd name="connsiteY7543" fmla="*/ 726690 h 3882143"/>
              <a:gd name="connsiteX7544" fmla="*/ 8303295 w 12184002"/>
              <a:gd name="connsiteY7544" fmla="*/ 590170 h 3882143"/>
              <a:gd name="connsiteX7545" fmla="*/ 8327564 w 12184002"/>
              <a:gd name="connsiteY7545" fmla="*/ 614588 h 3882143"/>
              <a:gd name="connsiteX7546" fmla="*/ 8320445 w 12184002"/>
              <a:gd name="connsiteY7546" fmla="*/ 631868 h 3882143"/>
              <a:gd name="connsiteX7547" fmla="*/ 8316435 w 12184002"/>
              <a:gd name="connsiteY7547" fmla="*/ 633537 h 3882143"/>
              <a:gd name="connsiteX7548" fmla="*/ 8352357 w 12184002"/>
              <a:gd name="connsiteY7548" fmla="*/ 703626 h 3882143"/>
              <a:gd name="connsiteX7549" fmla="*/ 8352357 w 12184002"/>
              <a:gd name="connsiteY7549" fmla="*/ 1498680 h 3882143"/>
              <a:gd name="connsiteX7550" fmla="*/ 8555669 w 12184002"/>
              <a:gd name="connsiteY7550" fmla="*/ 1498680 h 3882143"/>
              <a:gd name="connsiteX7551" fmla="*/ 8560156 w 12184002"/>
              <a:gd name="connsiteY7551" fmla="*/ 1487785 h 3882143"/>
              <a:gd name="connsiteX7552" fmla="*/ 8577306 w 12184002"/>
              <a:gd name="connsiteY7552" fmla="*/ 1480647 h 3882143"/>
              <a:gd name="connsiteX7553" fmla="*/ 8601574 w 12184002"/>
              <a:gd name="connsiteY7553" fmla="*/ 1505066 h 3882143"/>
              <a:gd name="connsiteX7554" fmla="*/ 8577306 w 12184002"/>
              <a:gd name="connsiteY7554" fmla="*/ 1529483 h 3882143"/>
              <a:gd name="connsiteX7555" fmla="*/ 8560156 w 12184002"/>
              <a:gd name="connsiteY7555" fmla="*/ 1522346 h 3882143"/>
              <a:gd name="connsiteX7556" fmla="*/ 8553503 w 12184002"/>
              <a:gd name="connsiteY7556" fmla="*/ 1506193 h 3882143"/>
              <a:gd name="connsiteX7557" fmla="*/ 8223880 w 12184002"/>
              <a:gd name="connsiteY7557" fmla="*/ 1506193 h 3882143"/>
              <a:gd name="connsiteX7558" fmla="*/ 8223880 w 12184002"/>
              <a:gd name="connsiteY7558" fmla="*/ 1352095 h 3882143"/>
              <a:gd name="connsiteX7559" fmla="*/ 8227637 w 12184002"/>
              <a:gd name="connsiteY7559" fmla="*/ 1348337 h 3882143"/>
              <a:gd name="connsiteX7560" fmla="*/ 8231394 w 12184002"/>
              <a:gd name="connsiteY7560" fmla="*/ 1352095 h 3882143"/>
              <a:gd name="connsiteX7561" fmla="*/ 8231394 w 12184002"/>
              <a:gd name="connsiteY7561" fmla="*/ 1498680 h 3882143"/>
              <a:gd name="connsiteX7562" fmla="*/ 8344844 w 12184002"/>
              <a:gd name="connsiteY7562" fmla="*/ 1498680 h 3882143"/>
              <a:gd name="connsiteX7563" fmla="*/ 8344844 w 12184002"/>
              <a:gd name="connsiteY7563" fmla="*/ 705504 h 3882143"/>
              <a:gd name="connsiteX7564" fmla="*/ 8309438 w 12184002"/>
              <a:gd name="connsiteY7564" fmla="*/ 636450 h 3882143"/>
              <a:gd name="connsiteX7565" fmla="*/ 8303295 w 12184002"/>
              <a:gd name="connsiteY7565" fmla="*/ 639006 h 3882143"/>
              <a:gd name="connsiteX7566" fmla="*/ 8279028 w 12184002"/>
              <a:gd name="connsiteY7566" fmla="*/ 614588 h 3882143"/>
              <a:gd name="connsiteX7567" fmla="*/ 8303295 w 12184002"/>
              <a:gd name="connsiteY7567" fmla="*/ 590170 h 3882143"/>
              <a:gd name="connsiteX7568" fmla="*/ 3880708 w 12184002"/>
              <a:gd name="connsiteY7568" fmla="*/ 590170 h 3882143"/>
              <a:gd name="connsiteX7569" fmla="*/ 3904976 w 12184002"/>
              <a:gd name="connsiteY7569" fmla="*/ 614588 h 3882143"/>
              <a:gd name="connsiteX7570" fmla="*/ 3880708 w 12184002"/>
              <a:gd name="connsiteY7570" fmla="*/ 639006 h 3882143"/>
              <a:gd name="connsiteX7571" fmla="*/ 3874564 w 12184002"/>
              <a:gd name="connsiteY7571" fmla="*/ 636450 h 3882143"/>
              <a:gd name="connsiteX7572" fmla="*/ 3839159 w 12184002"/>
              <a:gd name="connsiteY7572" fmla="*/ 705504 h 3882143"/>
              <a:gd name="connsiteX7573" fmla="*/ 3839159 w 12184002"/>
              <a:gd name="connsiteY7573" fmla="*/ 1498680 h 3882143"/>
              <a:gd name="connsiteX7574" fmla="*/ 3952610 w 12184002"/>
              <a:gd name="connsiteY7574" fmla="*/ 1498680 h 3882143"/>
              <a:gd name="connsiteX7575" fmla="*/ 3952610 w 12184002"/>
              <a:gd name="connsiteY7575" fmla="*/ 1352095 h 3882143"/>
              <a:gd name="connsiteX7576" fmla="*/ 3956367 w 12184002"/>
              <a:gd name="connsiteY7576" fmla="*/ 1348337 h 3882143"/>
              <a:gd name="connsiteX7577" fmla="*/ 3960124 w 12184002"/>
              <a:gd name="connsiteY7577" fmla="*/ 1352095 h 3882143"/>
              <a:gd name="connsiteX7578" fmla="*/ 3960124 w 12184002"/>
              <a:gd name="connsiteY7578" fmla="*/ 1506193 h 3882143"/>
              <a:gd name="connsiteX7579" fmla="*/ 3630499 w 12184002"/>
              <a:gd name="connsiteY7579" fmla="*/ 1506193 h 3882143"/>
              <a:gd name="connsiteX7580" fmla="*/ 3623846 w 12184002"/>
              <a:gd name="connsiteY7580" fmla="*/ 1522346 h 3882143"/>
              <a:gd name="connsiteX7581" fmla="*/ 3606696 w 12184002"/>
              <a:gd name="connsiteY7581" fmla="*/ 1529483 h 3882143"/>
              <a:gd name="connsiteX7582" fmla="*/ 3582429 w 12184002"/>
              <a:gd name="connsiteY7582" fmla="*/ 1505066 h 3882143"/>
              <a:gd name="connsiteX7583" fmla="*/ 3606696 w 12184002"/>
              <a:gd name="connsiteY7583" fmla="*/ 1480647 h 3882143"/>
              <a:gd name="connsiteX7584" fmla="*/ 3623846 w 12184002"/>
              <a:gd name="connsiteY7584" fmla="*/ 1487785 h 3882143"/>
              <a:gd name="connsiteX7585" fmla="*/ 3628333 w 12184002"/>
              <a:gd name="connsiteY7585" fmla="*/ 1498680 h 3882143"/>
              <a:gd name="connsiteX7586" fmla="*/ 3831645 w 12184002"/>
              <a:gd name="connsiteY7586" fmla="*/ 1498680 h 3882143"/>
              <a:gd name="connsiteX7587" fmla="*/ 3831645 w 12184002"/>
              <a:gd name="connsiteY7587" fmla="*/ 703626 h 3882143"/>
              <a:gd name="connsiteX7588" fmla="*/ 3867567 w 12184002"/>
              <a:gd name="connsiteY7588" fmla="*/ 633537 h 3882143"/>
              <a:gd name="connsiteX7589" fmla="*/ 3863559 w 12184002"/>
              <a:gd name="connsiteY7589" fmla="*/ 631868 h 3882143"/>
              <a:gd name="connsiteX7590" fmla="*/ 3856439 w 12184002"/>
              <a:gd name="connsiteY7590" fmla="*/ 614588 h 3882143"/>
              <a:gd name="connsiteX7591" fmla="*/ 3880708 w 12184002"/>
              <a:gd name="connsiteY7591" fmla="*/ 590170 h 3882143"/>
              <a:gd name="connsiteX7592" fmla="*/ 9919562 w 12184002"/>
              <a:gd name="connsiteY7592" fmla="*/ 580025 h 3882143"/>
              <a:gd name="connsiteX7593" fmla="*/ 9943829 w 12184002"/>
              <a:gd name="connsiteY7593" fmla="*/ 604444 h 3882143"/>
              <a:gd name="connsiteX7594" fmla="*/ 9919562 w 12184002"/>
              <a:gd name="connsiteY7594" fmla="*/ 628862 h 3882143"/>
              <a:gd name="connsiteX7595" fmla="*/ 9919255 w 12184002"/>
              <a:gd name="connsiteY7595" fmla="*/ 628734 h 3882143"/>
              <a:gd name="connsiteX7596" fmla="*/ 9879891 w 12184002"/>
              <a:gd name="connsiteY7596" fmla="*/ 705507 h 3882143"/>
              <a:gd name="connsiteX7597" fmla="*/ 9879891 w 12184002"/>
              <a:gd name="connsiteY7597" fmla="*/ 1498680 h 3882143"/>
              <a:gd name="connsiteX7598" fmla="*/ 9993417 w 12184002"/>
              <a:gd name="connsiteY7598" fmla="*/ 1498680 h 3882143"/>
              <a:gd name="connsiteX7599" fmla="*/ 9993417 w 12184002"/>
              <a:gd name="connsiteY7599" fmla="*/ 1352095 h 3882143"/>
              <a:gd name="connsiteX7600" fmla="*/ 9997174 w 12184002"/>
              <a:gd name="connsiteY7600" fmla="*/ 1348337 h 3882143"/>
              <a:gd name="connsiteX7601" fmla="*/ 9997249 w 12184002"/>
              <a:gd name="connsiteY7601" fmla="*/ 1348337 h 3882143"/>
              <a:gd name="connsiteX7602" fmla="*/ 10001006 w 12184002"/>
              <a:gd name="connsiteY7602" fmla="*/ 1352095 h 3882143"/>
              <a:gd name="connsiteX7603" fmla="*/ 10001006 w 12184002"/>
              <a:gd name="connsiteY7603" fmla="*/ 1506193 h 3882143"/>
              <a:gd name="connsiteX7604" fmla="*/ 9642847 w 12184002"/>
              <a:gd name="connsiteY7604" fmla="*/ 1506193 h 3882143"/>
              <a:gd name="connsiteX7605" fmla="*/ 9639089 w 12184002"/>
              <a:gd name="connsiteY7605" fmla="*/ 1502436 h 3882143"/>
              <a:gd name="connsiteX7606" fmla="*/ 9642847 w 12184002"/>
              <a:gd name="connsiteY7606" fmla="*/ 1498680 h 3882143"/>
              <a:gd name="connsiteX7607" fmla="*/ 9872378 w 12184002"/>
              <a:gd name="connsiteY7607" fmla="*/ 1498680 h 3882143"/>
              <a:gd name="connsiteX7608" fmla="*/ 9872378 w 12184002"/>
              <a:gd name="connsiteY7608" fmla="*/ 703629 h 3882143"/>
              <a:gd name="connsiteX7609" fmla="*/ 9912258 w 12184002"/>
              <a:gd name="connsiteY7609" fmla="*/ 625818 h 3882143"/>
              <a:gd name="connsiteX7610" fmla="*/ 9902401 w 12184002"/>
              <a:gd name="connsiteY7610" fmla="*/ 621710 h 3882143"/>
              <a:gd name="connsiteX7611" fmla="*/ 9895293 w 12184002"/>
              <a:gd name="connsiteY7611" fmla="*/ 604444 h 3882143"/>
              <a:gd name="connsiteX7612" fmla="*/ 9919562 w 12184002"/>
              <a:gd name="connsiteY7612" fmla="*/ 580025 h 3882143"/>
              <a:gd name="connsiteX7613" fmla="*/ 2264441 w 12184002"/>
              <a:gd name="connsiteY7613" fmla="*/ 580025 h 3882143"/>
              <a:gd name="connsiteX7614" fmla="*/ 2288710 w 12184002"/>
              <a:gd name="connsiteY7614" fmla="*/ 604444 h 3882143"/>
              <a:gd name="connsiteX7615" fmla="*/ 2281601 w 12184002"/>
              <a:gd name="connsiteY7615" fmla="*/ 621710 h 3882143"/>
              <a:gd name="connsiteX7616" fmla="*/ 2271746 w 12184002"/>
              <a:gd name="connsiteY7616" fmla="*/ 625818 h 3882143"/>
              <a:gd name="connsiteX7617" fmla="*/ 2311625 w 12184002"/>
              <a:gd name="connsiteY7617" fmla="*/ 703629 h 3882143"/>
              <a:gd name="connsiteX7618" fmla="*/ 2311625 w 12184002"/>
              <a:gd name="connsiteY7618" fmla="*/ 1498680 h 3882143"/>
              <a:gd name="connsiteX7619" fmla="*/ 2541156 w 12184002"/>
              <a:gd name="connsiteY7619" fmla="*/ 1498680 h 3882143"/>
              <a:gd name="connsiteX7620" fmla="*/ 2544913 w 12184002"/>
              <a:gd name="connsiteY7620" fmla="*/ 1502436 h 3882143"/>
              <a:gd name="connsiteX7621" fmla="*/ 2541156 w 12184002"/>
              <a:gd name="connsiteY7621" fmla="*/ 1506193 h 3882143"/>
              <a:gd name="connsiteX7622" fmla="*/ 2182997 w 12184002"/>
              <a:gd name="connsiteY7622" fmla="*/ 1506193 h 3882143"/>
              <a:gd name="connsiteX7623" fmla="*/ 2182997 w 12184002"/>
              <a:gd name="connsiteY7623" fmla="*/ 1352095 h 3882143"/>
              <a:gd name="connsiteX7624" fmla="*/ 2186754 w 12184002"/>
              <a:gd name="connsiteY7624" fmla="*/ 1348337 h 3882143"/>
              <a:gd name="connsiteX7625" fmla="*/ 2186828 w 12184002"/>
              <a:gd name="connsiteY7625" fmla="*/ 1348337 h 3882143"/>
              <a:gd name="connsiteX7626" fmla="*/ 2190585 w 12184002"/>
              <a:gd name="connsiteY7626" fmla="*/ 1352095 h 3882143"/>
              <a:gd name="connsiteX7627" fmla="*/ 2190585 w 12184002"/>
              <a:gd name="connsiteY7627" fmla="*/ 1498680 h 3882143"/>
              <a:gd name="connsiteX7628" fmla="*/ 2304111 w 12184002"/>
              <a:gd name="connsiteY7628" fmla="*/ 1498680 h 3882143"/>
              <a:gd name="connsiteX7629" fmla="*/ 2304111 w 12184002"/>
              <a:gd name="connsiteY7629" fmla="*/ 705507 h 3882143"/>
              <a:gd name="connsiteX7630" fmla="*/ 2264748 w 12184002"/>
              <a:gd name="connsiteY7630" fmla="*/ 628734 h 3882143"/>
              <a:gd name="connsiteX7631" fmla="*/ 2264441 w 12184002"/>
              <a:gd name="connsiteY7631" fmla="*/ 628862 h 3882143"/>
              <a:gd name="connsiteX7632" fmla="*/ 2240174 w 12184002"/>
              <a:gd name="connsiteY7632" fmla="*/ 604444 h 3882143"/>
              <a:gd name="connsiteX7633" fmla="*/ 2264441 w 12184002"/>
              <a:gd name="connsiteY7633" fmla="*/ 580025 h 3882143"/>
              <a:gd name="connsiteX7634" fmla="*/ 10938969 w 12184002"/>
              <a:gd name="connsiteY7634" fmla="*/ 564706 h 3882143"/>
              <a:gd name="connsiteX7635" fmla="*/ 11067071 w 12184002"/>
              <a:gd name="connsiteY7635" fmla="*/ 564706 h 3882143"/>
              <a:gd name="connsiteX7636" fmla="*/ 11067071 w 12184002"/>
              <a:gd name="connsiteY7636" fmla="*/ 564781 h 3882143"/>
              <a:gd name="connsiteX7637" fmla="*/ 11067071 w 12184002"/>
              <a:gd name="connsiteY7637" fmla="*/ 835111 h 3882143"/>
              <a:gd name="connsiteX7638" fmla="*/ 11228532 w 12184002"/>
              <a:gd name="connsiteY7638" fmla="*/ 997091 h 3882143"/>
              <a:gd name="connsiteX7639" fmla="*/ 11228532 w 12184002"/>
              <a:gd name="connsiteY7639" fmla="*/ 1400556 h 3882143"/>
              <a:gd name="connsiteX7640" fmla="*/ 11064291 w 12184002"/>
              <a:gd name="connsiteY7640" fmla="*/ 1565324 h 3882143"/>
              <a:gd name="connsiteX7641" fmla="*/ 11064291 w 12184002"/>
              <a:gd name="connsiteY7641" fmla="*/ 1909132 h 3882143"/>
              <a:gd name="connsiteX7642" fmla="*/ 11060535 w 12184002"/>
              <a:gd name="connsiteY7642" fmla="*/ 1912889 h 3882143"/>
              <a:gd name="connsiteX7643" fmla="*/ 11056777 w 12184002"/>
              <a:gd name="connsiteY7643" fmla="*/ 1909132 h 3882143"/>
              <a:gd name="connsiteX7644" fmla="*/ 11056777 w 12184002"/>
              <a:gd name="connsiteY7644" fmla="*/ 1562166 h 3882143"/>
              <a:gd name="connsiteX7645" fmla="*/ 11221019 w 12184002"/>
              <a:gd name="connsiteY7645" fmla="*/ 1397400 h 3882143"/>
              <a:gd name="connsiteX7646" fmla="*/ 11221019 w 12184002"/>
              <a:gd name="connsiteY7646" fmla="*/ 1000171 h 3882143"/>
              <a:gd name="connsiteX7647" fmla="*/ 11059558 w 12184002"/>
              <a:gd name="connsiteY7647" fmla="*/ 838190 h 3882143"/>
              <a:gd name="connsiteX7648" fmla="*/ 11059558 w 12184002"/>
              <a:gd name="connsiteY7648" fmla="*/ 572295 h 3882143"/>
              <a:gd name="connsiteX7649" fmla="*/ 10946482 w 12184002"/>
              <a:gd name="connsiteY7649" fmla="*/ 572295 h 3882143"/>
              <a:gd name="connsiteX7650" fmla="*/ 10946482 w 12184002"/>
              <a:gd name="connsiteY7650" fmla="*/ 750662 h 3882143"/>
              <a:gd name="connsiteX7651" fmla="*/ 10524233 w 12184002"/>
              <a:gd name="connsiteY7651" fmla="*/ 1174480 h 3882143"/>
              <a:gd name="connsiteX7652" fmla="*/ 10518899 w 12184002"/>
              <a:gd name="connsiteY7652" fmla="*/ 1174480 h 3882143"/>
              <a:gd name="connsiteX7653" fmla="*/ 10518899 w 12184002"/>
              <a:gd name="connsiteY7653" fmla="*/ 1169145 h 3882143"/>
              <a:gd name="connsiteX7654" fmla="*/ 10938969 w 12184002"/>
              <a:gd name="connsiteY7654" fmla="*/ 747580 h 3882143"/>
              <a:gd name="connsiteX7655" fmla="*/ 1116931 w 12184002"/>
              <a:gd name="connsiteY7655" fmla="*/ 564706 h 3882143"/>
              <a:gd name="connsiteX7656" fmla="*/ 1245033 w 12184002"/>
              <a:gd name="connsiteY7656" fmla="*/ 564706 h 3882143"/>
              <a:gd name="connsiteX7657" fmla="*/ 1245033 w 12184002"/>
              <a:gd name="connsiteY7657" fmla="*/ 747580 h 3882143"/>
              <a:gd name="connsiteX7658" fmla="*/ 1665103 w 12184002"/>
              <a:gd name="connsiteY7658" fmla="*/ 1169145 h 3882143"/>
              <a:gd name="connsiteX7659" fmla="*/ 1665103 w 12184002"/>
              <a:gd name="connsiteY7659" fmla="*/ 1174480 h 3882143"/>
              <a:gd name="connsiteX7660" fmla="*/ 1659769 w 12184002"/>
              <a:gd name="connsiteY7660" fmla="*/ 1174480 h 3882143"/>
              <a:gd name="connsiteX7661" fmla="*/ 1237520 w 12184002"/>
              <a:gd name="connsiteY7661" fmla="*/ 750662 h 3882143"/>
              <a:gd name="connsiteX7662" fmla="*/ 1237520 w 12184002"/>
              <a:gd name="connsiteY7662" fmla="*/ 572295 h 3882143"/>
              <a:gd name="connsiteX7663" fmla="*/ 1124446 w 12184002"/>
              <a:gd name="connsiteY7663" fmla="*/ 572295 h 3882143"/>
              <a:gd name="connsiteX7664" fmla="*/ 1124446 w 12184002"/>
              <a:gd name="connsiteY7664" fmla="*/ 838190 h 3882143"/>
              <a:gd name="connsiteX7665" fmla="*/ 962983 w 12184002"/>
              <a:gd name="connsiteY7665" fmla="*/ 1000171 h 3882143"/>
              <a:gd name="connsiteX7666" fmla="*/ 962983 w 12184002"/>
              <a:gd name="connsiteY7666" fmla="*/ 1397400 h 3882143"/>
              <a:gd name="connsiteX7667" fmla="*/ 1127225 w 12184002"/>
              <a:gd name="connsiteY7667" fmla="*/ 1562166 h 3882143"/>
              <a:gd name="connsiteX7668" fmla="*/ 1127225 w 12184002"/>
              <a:gd name="connsiteY7668" fmla="*/ 1909132 h 3882143"/>
              <a:gd name="connsiteX7669" fmla="*/ 1123468 w 12184002"/>
              <a:gd name="connsiteY7669" fmla="*/ 1912889 h 3882143"/>
              <a:gd name="connsiteX7670" fmla="*/ 1119712 w 12184002"/>
              <a:gd name="connsiteY7670" fmla="*/ 1909132 h 3882143"/>
              <a:gd name="connsiteX7671" fmla="*/ 1119712 w 12184002"/>
              <a:gd name="connsiteY7671" fmla="*/ 1565324 h 3882143"/>
              <a:gd name="connsiteX7672" fmla="*/ 955470 w 12184002"/>
              <a:gd name="connsiteY7672" fmla="*/ 1400556 h 3882143"/>
              <a:gd name="connsiteX7673" fmla="*/ 955470 w 12184002"/>
              <a:gd name="connsiteY7673" fmla="*/ 997091 h 3882143"/>
              <a:gd name="connsiteX7674" fmla="*/ 1116931 w 12184002"/>
              <a:gd name="connsiteY7674" fmla="*/ 835111 h 3882143"/>
              <a:gd name="connsiteX7675" fmla="*/ 1116931 w 12184002"/>
              <a:gd name="connsiteY7675" fmla="*/ 564781 h 3882143"/>
              <a:gd name="connsiteX7676" fmla="*/ 7285841 w 12184002"/>
              <a:gd name="connsiteY7676" fmla="*/ 564628 h 3882143"/>
              <a:gd name="connsiteX7677" fmla="*/ 7285915 w 12184002"/>
              <a:gd name="connsiteY7677" fmla="*/ 564702 h 3882143"/>
              <a:gd name="connsiteX7678" fmla="*/ 7285841 w 12184002"/>
              <a:gd name="connsiteY7678" fmla="*/ 564702 h 3882143"/>
              <a:gd name="connsiteX7679" fmla="*/ 4898163 w 12184002"/>
              <a:gd name="connsiteY7679" fmla="*/ 564628 h 3882143"/>
              <a:gd name="connsiteX7680" fmla="*/ 4898163 w 12184002"/>
              <a:gd name="connsiteY7680" fmla="*/ 564702 h 3882143"/>
              <a:gd name="connsiteX7681" fmla="*/ 4898087 w 12184002"/>
              <a:gd name="connsiteY7681" fmla="*/ 564702 h 3882143"/>
              <a:gd name="connsiteX7682" fmla="*/ 7650613 w 12184002"/>
              <a:gd name="connsiteY7682" fmla="*/ 550352 h 3882143"/>
              <a:gd name="connsiteX7683" fmla="*/ 7887733 w 12184002"/>
              <a:gd name="connsiteY7683" fmla="*/ 550352 h 3882143"/>
              <a:gd name="connsiteX7684" fmla="*/ 7887733 w 12184002"/>
              <a:gd name="connsiteY7684" fmla="*/ 550427 h 3882143"/>
              <a:gd name="connsiteX7685" fmla="*/ 7891491 w 12184002"/>
              <a:gd name="connsiteY7685" fmla="*/ 554184 h 3882143"/>
              <a:gd name="connsiteX7686" fmla="*/ 7887733 w 12184002"/>
              <a:gd name="connsiteY7686" fmla="*/ 557941 h 3882143"/>
              <a:gd name="connsiteX7687" fmla="*/ 7658126 w 12184002"/>
              <a:gd name="connsiteY7687" fmla="*/ 557941 h 3882143"/>
              <a:gd name="connsiteX7688" fmla="*/ 7658126 w 12184002"/>
              <a:gd name="connsiteY7688" fmla="*/ 616169 h 3882143"/>
              <a:gd name="connsiteX7689" fmla="*/ 7685427 w 12184002"/>
              <a:gd name="connsiteY7689" fmla="*/ 643567 h 3882143"/>
              <a:gd name="connsiteX7690" fmla="*/ 7686076 w 12184002"/>
              <a:gd name="connsiteY7690" fmla="*/ 642917 h 3882143"/>
              <a:gd name="connsiteX7691" fmla="*/ 7866689 w 12184002"/>
              <a:gd name="connsiteY7691" fmla="*/ 642917 h 3882143"/>
              <a:gd name="connsiteX7692" fmla="*/ 7868857 w 12184002"/>
              <a:gd name="connsiteY7692" fmla="*/ 637655 h 3882143"/>
              <a:gd name="connsiteX7693" fmla="*/ 7886005 w 12184002"/>
              <a:gd name="connsiteY7693" fmla="*/ 630517 h 3882143"/>
              <a:gd name="connsiteX7694" fmla="*/ 7910273 w 12184002"/>
              <a:gd name="connsiteY7694" fmla="*/ 654935 h 3882143"/>
              <a:gd name="connsiteX7695" fmla="*/ 7886005 w 12184002"/>
              <a:gd name="connsiteY7695" fmla="*/ 679353 h 3882143"/>
              <a:gd name="connsiteX7696" fmla="*/ 7861738 w 12184002"/>
              <a:gd name="connsiteY7696" fmla="*/ 654935 h 3882143"/>
              <a:gd name="connsiteX7697" fmla="*/ 7863594 w 12184002"/>
              <a:gd name="connsiteY7697" fmla="*/ 650431 h 3882143"/>
              <a:gd name="connsiteX7698" fmla="*/ 7692266 w 12184002"/>
              <a:gd name="connsiteY7698" fmla="*/ 650431 h 3882143"/>
              <a:gd name="connsiteX7699" fmla="*/ 7886833 w 12184002"/>
              <a:gd name="connsiteY7699" fmla="*/ 845685 h 3882143"/>
              <a:gd name="connsiteX7700" fmla="*/ 7886833 w 12184002"/>
              <a:gd name="connsiteY7700" fmla="*/ 733377 h 3882143"/>
              <a:gd name="connsiteX7701" fmla="*/ 7890589 w 12184002"/>
              <a:gd name="connsiteY7701" fmla="*/ 729621 h 3882143"/>
              <a:gd name="connsiteX7702" fmla="*/ 7894346 w 12184002"/>
              <a:gd name="connsiteY7702" fmla="*/ 733377 h 3882143"/>
              <a:gd name="connsiteX7703" fmla="*/ 7894346 w 12184002"/>
              <a:gd name="connsiteY7703" fmla="*/ 853224 h 3882143"/>
              <a:gd name="connsiteX7704" fmla="*/ 8061142 w 12184002"/>
              <a:gd name="connsiteY7704" fmla="*/ 1020607 h 3882143"/>
              <a:gd name="connsiteX7705" fmla="*/ 8061142 w 12184002"/>
              <a:gd name="connsiteY7705" fmla="*/ 931691 h 3882143"/>
              <a:gd name="connsiteX7706" fmla="*/ 8049852 w 12184002"/>
              <a:gd name="connsiteY7706" fmla="*/ 926992 h 3882143"/>
              <a:gd name="connsiteX7707" fmla="*/ 8042733 w 12184002"/>
              <a:gd name="connsiteY7707" fmla="*/ 909710 h 3882143"/>
              <a:gd name="connsiteX7708" fmla="*/ 8067002 w 12184002"/>
              <a:gd name="connsiteY7708" fmla="*/ 885293 h 3882143"/>
              <a:gd name="connsiteX7709" fmla="*/ 8091269 w 12184002"/>
              <a:gd name="connsiteY7709" fmla="*/ 909710 h 3882143"/>
              <a:gd name="connsiteX7710" fmla="*/ 8084151 w 12184002"/>
              <a:gd name="connsiteY7710" fmla="*/ 926992 h 3882143"/>
              <a:gd name="connsiteX7711" fmla="*/ 8068655 w 12184002"/>
              <a:gd name="connsiteY7711" fmla="*/ 933440 h 3882143"/>
              <a:gd name="connsiteX7712" fmla="*/ 8068655 w 12184002"/>
              <a:gd name="connsiteY7712" fmla="*/ 1038864 h 3882143"/>
              <a:gd name="connsiteX7713" fmla="*/ 7650613 w 12184002"/>
              <a:gd name="connsiteY7713" fmla="*/ 619324 h 3882143"/>
              <a:gd name="connsiteX7714" fmla="*/ 4296270 w 12184002"/>
              <a:gd name="connsiteY7714" fmla="*/ 550352 h 3882143"/>
              <a:gd name="connsiteX7715" fmla="*/ 4533390 w 12184002"/>
              <a:gd name="connsiteY7715" fmla="*/ 550352 h 3882143"/>
              <a:gd name="connsiteX7716" fmla="*/ 4533390 w 12184002"/>
              <a:gd name="connsiteY7716" fmla="*/ 619324 h 3882143"/>
              <a:gd name="connsiteX7717" fmla="*/ 4115349 w 12184002"/>
              <a:gd name="connsiteY7717" fmla="*/ 1038864 h 3882143"/>
              <a:gd name="connsiteX7718" fmla="*/ 4115349 w 12184002"/>
              <a:gd name="connsiteY7718" fmla="*/ 933440 h 3882143"/>
              <a:gd name="connsiteX7719" fmla="*/ 4099853 w 12184002"/>
              <a:gd name="connsiteY7719" fmla="*/ 926992 h 3882143"/>
              <a:gd name="connsiteX7720" fmla="*/ 4092734 w 12184002"/>
              <a:gd name="connsiteY7720" fmla="*/ 909710 h 3882143"/>
              <a:gd name="connsiteX7721" fmla="*/ 4117002 w 12184002"/>
              <a:gd name="connsiteY7721" fmla="*/ 885293 h 3882143"/>
              <a:gd name="connsiteX7722" fmla="*/ 4141270 w 12184002"/>
              <a:gd name="connsiteY7722" fmla="*/ 909710 h 3882143"/>
              <a:gd name="connsiteX7723" fmla="*/ 4134151 w 12184002"/>
              <a:gd name="connsiteY7723" fmla="*/ 926992 h 3882143"/>
              <a:gd name="connsiteX7724" fmla="*/ 4122862 w 12184002"/>
              <a:gd name="connsiteY7724" fmla="*/ 931691 h 3882143"/>
              <a:gd name="connsiteX7725" fmla="*/ 4122862 w 12184002"/>
              <a:gd name="connsiteY7725" fmla="*/ 1020607 h 3882143"/>
              <a:gd name="connsiteX7726" fmla="*/ 4289657 w 12184002"/>
              <a:gd name="connsiteY7726" fmla="*/ 853224 h 3882143"/>
              <a:gd name="connsiteX7727" fmla="*/ 4289657 w 12184002"/>
              <a:gd name="connsiteY7727" fmla="*/ 733377 h 3882143"/>
              <a:gd name="connsiteX7728" fmla="*/ 4293415 w 12184002"/>
              <a:gd name="connsiteY7728" fmla="*/ 729621 h 3882143"/>
              <a:gd name="connsiteX7729" fmla="*/ 4297171 w 12184002"/>
              <a:gd name="connsiteY7729" fmla="*/ 733377 h 3882143"/>
              <a:gd name="connsiteX7730" fmla="*/ 4297171 w 12184002"/>
              <a:gd name="connsiteY7730" fmla="*/ 845685 h 3882143"/>
              <a:gd name="connsiteX7731" fmla="*/ 4491736 w 12184002"/>
              <a:gd name="connsiteY7731" fmla="*/ 650431 h 3882143"/>
              <a:gd name="connsiteX7732" fmla="*/ 4320410 w 12184002"/>
              <a:gd name="connsiteY7732" fmla="*/ 650431 h 3882143"/>
              <a:gd name="connsiteX7733" fmla="*/ 4322264 w 12184002"/>
              <a:gd name="connsiteY7733" fmla="*/ 654935 h 3882143"/>
              <a:gd name="connsiteX7734" fmla="*/ 4297997 w 12184002"/>
              <a:gd name="connsiteY7734" fmla="*/ 679353 h 3882143"/>
              <a:gd name="connsiteX7735" fmla="*/ 4273730 w 12184002"/>
              <a:gd name="connsiteY7735" fmla="*/ 654935 h 3882143"/>
              <a:gd name="connsiteX7736" fmla="*/ 4297997 w 12184002"/>
              <a:gd name="connsiteY7736" fmla="*/ 630517 h 3882143"/>
              <a:gd name="connsiteX7737" fmla="*/ 4315146 w 12184002"/>
              <a:gd name="connsiteY7737" fmla="*/ 637655 h 3882143"/>
              <a:gd name="connsiteX7738" fmla="*/ 4317314 w 12184002"/>
              <a:gd name="connsiteY7738" fmla="*/ 642917 h 3882143"/>
              <a:gd name="connsiteX7739" fmla="*/ 4497927 w 12184002"/>
              <a:gd name="connsiteY7739" fmla="*/ 642917 h 3882143"/>
              <a:gd name="connsiteX7740" fmla="*/ 4498577 w 12184002"/>
              <a:gd name="connsiteY7740" fmla="*/ 643567 h 3882143"/>
              <a:gd name="connsiteX7741" fmla="*/ 4525878 w 12184002"/>
              <a:gd name="connsiteY7741" fmla="*/ 616169 h 3882143"/>
              <a:gd name="connsiteX7742" fmla="*/ 4525878 w 12184002"/>
              <a:gd name="connsiteY7742" fmla="*/ 557941 h 3882143"/>
              <a:gd name="connsiteX7743" fmla="*/ 4296270 w 12184002"/>
              <a:gd name="connsiteY7743" fmla="*/ 557941 h 3882143"/>
              <a:gd name="connsiteX7744" fmla="*/ 4292513 w 12184002"/>
              <a:gd name="connsiteY7744" fmla="*/ 554184 h 3882143"/>
              <a:gd name="connsiteX7745" fmla="*/ 4296270 w 12184002"/>
              <a:gd name="connsiteY7745" fmla="*/ 550427 h 3882143"/>
              <a:gd name="connsiteX7746" fmla="*/ 12068898 w 12184002"/>
              <a:gd name="connsiteY7746" fmla="*/ 542389 h 3882143"/>
              <a:gd name="connsiteX7747" fmla="*/ 12145007 w 12184002"/>
              <a:gd name="connsiteY7747" fmla="*/ 542389 h 3882143"/>
              <a:gd name="connsiteX7748" fmla="*/ 12145007 w 12184002"/>
              <a:gd name="connsiteY7748" fmla="*/ 542463 h 3882143"/>
              <a:gd name="connsiteX7749" fmla="*/ 12148764 w 12184002"/>
              <a:gd name="connsiteY7749" fmla="*/ 546220 h 3882143"/>
              <a:gd name="connsiteX7750" fmla="*/ 12145007 w 12184002"/>
              <a:gd name="connsiteY7750" fmla="*/ 549977 h 3882143"/>
              <a:gd name="connsiteX7751" fmla="*/ 12076410 w 12184002"/>
              <a:gd name="connsiteY7751" fmla="*/ 549977 h 3882143"/>
              <a:gd name="connsiteX7752" fmla="*/ 12076410 w 12184002"/>
              <a:gd name="connsiteY7752" fmla="*/ 635555 h 3882143"/>
              <a:gd name="connsiteX7753" fmla="*/ 12072655 w 12184002"/>
              <a:gd name="connsiteY7753" fmla="*/ 639313 h 3882143"/>
              <a:gd name="connsiteX7754" fmla="*/ 12068898 w 12184002"/>
              <a:gd name="connsiteY7754" fmla="*/ 635555 h 3882143"/>
              <a:gd name="connsiteX7755" fmla="*/ 38996 w 12184002"/>
              <a:gd name="connsiteY7755" fmla="*/ 542389 h 3882143"/>
              <a:gd name="connsiteX7756" fmla="*/ 115104 w 12184002"/>
              <a:gd name="connsiteY7756" fmla="*/ 542389 h 3882143"/>
              <a:gd name="connsiteX7757" fmla="*/ 115104 w 12184002"/>
              <a:gd name="connsiteY7757" fmla="*/ 635555 h 3882143"/>
              <a:gd name="connsiteX7758" fmla="*/ 111348 w 12184002"/>
              <a:gd name="connsiteY7758" fmla="*/ 639313 h 3882143"/>
              <a:gd name="connsiteX7759" fmla="*/ 107592 w 12184002"/>
              <a:gd name="connsiteY7759" fmla="*/ 635555 h 3882143"/>
              <a:gd name="connsiteX7760" fmla="*/ 107592 w 12184002"/>
              <a:gd name="connsiteY7760" fmla="*/ 549977 h 3882143"/>
              <a:gd name="connsiteX7761" fmla="*/ 38996 w 12184002"/>
              <a:gd name="connsiteY7761" fmla="*/ 549977 h 3882143"/>
              <a:gd name="connsiteX7762" fmla="*/ 35238 w 12184002"/>
              <a:gd name="connsiteY7762" fmla="*/ 546220 h 3882143"/>
              <a:gd name="connsiteX7763" fmla="*/ 38996 w 12184002"/>
              <a:gd name="connsiteY7763" fmla="*/ 542463 h 3882143"/>
              <a:gd name="connsiteX7764" fmla="*/ 6028091 w 12184002"/>
              <a:gd name="connsiteY7764" fmla="*/ 542386 h 3882143"/>
              <a:gd name="connsiteX7765" fmla="*/ 6079804 w 12184002"/>
              <a:gd name="connsiteY7765" fmla="*/ 542386 h 3882143"/>
              <a:gd name="connsiteX7766" fmla="*/ 6104200 w 12184002"/>
              <a:gd name="connsiteY7766" fmla="*/ 542386 h 3882143"/>
              <a:gd name="connsiteX7767" fmla="*/ 6155912 w 12184002"/>
              <a:gd name="connsiteY7767" fmla="*/ 542386 h 3882143"/>
              <a:gd name="connsiteX7768" fmla="*/ 6155912 w 12184002"/>
              <a:gd name="connsiteY7768" fmla="*/ 635477 h 3882143"/>
              <a:gd name="connsiteX7769" fmla="*/ 6152155 w 12184002"/>
              <a:gd name="connsiteY7769" fmla="*/ 639234 h 3882143"/>
              <a:gd name="connsiteX7770" fmla="*/ 6148400 w 12184002"/>
              <a:gd name="connsiteY7770" fmla="*/ 635477 h 3882143"/>
              <a:gd name="connsiteX7771" fmla="*/ 6148400 w 12184002"/>
              <a:gd name="connsiteY7771" fmla="*/ 549900 h 3882143"/>
              <a:gd name="connsiteX7772" fmla="*/ 6104200 w 12184002"/>
              <a:gd name="connsiteY7772" fmla="*/ 549900 h 3882143"/>
              <a:gd name="connsiteX7773" fmla="*/ 6079804 w 12184002"/>
              <a:gd name="connsiteY7773" fmla="*/ 549900 h 3882143"/>
              <a:gd name="connsiteX7774" fmla="*/ 6035603 w 12184002"/>
              <a:gd name="connsiteY7774" fmla="*/ 549900 h 3882143"/>
              <a:gd name="connsiteX7775" fmla="*/ 6035603 w 12184002"/>
              <a:gd name="connsiteY7775" fmla="*/ 635477 h 3882143"/>
              <a:gd name="connsiteX7776" fmla="*/ 6031847 w 12184002"/>
              <a:gd name="connsiteY7776" fmla="*/ 639234 h 3882143"/>
              <a:gd name="connsiteX7777" fmla="*/ 6028091 w 12184002"/>
              <a:gd name="connsiteY7777" fmla="*/ 635477 h 3882143"/>
              <a:gd name="connsiteX7778" fmla="*/ 10326784 w 12184002"/>
              <a:gd name="connsiteY7778" fmla="*/ 534645 h 3882143"/>
              <a:gd name="connsiteX7779" fmla="*/ 10343933 w 12184002"/>
              <a:gd name="connsiteY7779" fmla="*/ 541810 h 3882143"/>
              <a:gd name="connsiteX7780" fmla="*/ 10347458 w 12184002"/>
              <a:gd name="connsiteY7780" fmla="*/ 550355 h 3882143"/>
              <a:gd name="connsiteX7781" fmla="*/ 10574197 w 12184002"/>
              <a:gd name="connsiteY7781" fmla="*/ 550355 h 3882143"/>
              <a:gd name="connsiteX7782" fmla="*/ 10574197 w 12184002"/>
              <a:gd name="connsiteY7782" fmla="*/ 619254 h 3882143"/>
              <a:gd name="connsiteX7783" fmla="*/ 10156155 w 12184002"/>
              <a:gd name="connsiteY7783" fmla="*/ 1038789 h 3882143"/>
              <a:gd name="connsiteX7784" fmla="*/ 10156155 w 12184002"/>
              <a:gd name="connsiteY7784" fmla="*/ 906781 h 3882143"/>
              <a:gd name="connsiteX7785" fmla="*/ 10159912 w 12184002"/>
              <a:gd name="connsiteY7785" fmla="*/ 903028 h 3882143"/>
              <a:gd name="connsiteX7786" fmla="*/ 10163669 w 12184002"/>
              <a:gd name="connsiteY7786" fmla="*/ 906781 h 3882143"/>
              <a:gd name="connsiteX7787" fmla="*/ 10163669 w 12184002"/>
              <a:gd name="connsiteY7787" fmla="*/ 1020532 h 3882143"/>
              <a:gd name="connsiteX7788" fmla="*/ 10332533 w 12184002"/>
              <a:gd name="connsiteY7788" fmla="*/ 851077 h 3882143"/>
              <a:gd name="connsiteX7789" fmla="*/ 10330465 w 12184002"/>
              <a:gd name="connsiteY7789" fmla="*/ 849009 h 3882143"/>
              <a:gd name="connsiteX7790" fmla="*/ 10330465 w 12184002"/>
              <a:gd name="connsiteY7790" fmla="*/ 743348 h 3882143"/>
              <a:gd name="connsiteX7791" fmla="*/ 10317148 w 12184002"/>
              <a:gd name="connsiteY7791" fmla="*/ 737806 h 3882143"/>
              <a:gd name="connsiteX7792" fmla="*/ 10310028 w 12184002"/>
              <a:gd name="connsiteY7792" fmla="*/ 720524 h 3882143"/>
              <a:gd name="connsiteX7793" fmla="*/ 10334298 w 12184002"/>
              <a:gd name="connsiteY7793" fmla="*/ 696107 h 3882143"/>
              <a:gd name="connsiteX7794" fmla="*/ 10358565 w 12184002"/>
              <a:gd name="connsiteY7794" fmla="*/ 720524 h 3882143"/>
              <a:gd name="connsiteX7795" fmla="*/ 10351446 w 12184002"/>
              <a:gd name="connsiteY7795" fmla="*/ 737806 h 3882143"/>
              <a:gd name="connsiteX7796" fmla="*/ 10337978 w 12184002"/>
              <a:gd name="connsiteY7796" fmla="*/ 743411 h 3882143"/>
              <a:gd name="connsiteX7797" fmla="*/ 10337978 w 12184002"/>
              <a:gd name="connsiteY7797" fmla="*/ 845613 h 3882143"/>
              <a:gd name="connsiteX7798" fmla="*/ 10532470 w 12184002"/>
              <a:gd name="connsiteY7798" fmla="*/ 650434 h 3882143"/>
              <a:gd name="connsiteX7799" fmla="*/ 10337077 w 12184002"/>
              <a:gd name="connsiteY7799" fmla="*/ 650434 h 3882143"/>
              <a:gd name="connsiteX7800" fmla="*/ 10333320 w 12184002"/>
              <a:gd name="connsiteY7800" fmla="*/ 646678 h 3882143"/>
              <a:gd name="connsiteX7801" fmla="*/ 10337077 w 12184002"/>
              <a:gd name="connsiteY7801" fmla="*/ 642921 h 3882143"/>
              <a:gd name="connsiteX7802" fmla="*/ 10538734 w 12184002"/>
              <a:gd name="connsiteY7802" fmla="*/ 642921 h 3882143"/>
              <a:gd name="connsiteX7803" fmla="*/ 10539347 w 12184002"/>
              <a:gd name="connsiteY7803" fmla="*/ 643534 h 3882143"/>
              <a:gd name="connsiteX7804" fmla="*/ 10566684 w 12184002"/>
              <a:gd name="connsiteY7804" fmla="*/ 616099 h 3882143"/>
              <a:gd name="connsiteX7805" fmla="*/ 10566684 w 12184002"/>
              <a:gd name="connsiteY7805" fmla="*/ 557870 h 3882143"/>
              <a:gd name="connsiteX7806" fmla="*/ 10350560 w 12184002"/>
              <a:gd name="connsiteY7806" fmla="*/ 557870 h 3882143"/>
              <a:gd name="connsiteX7807" fmla="*/ 10351052 w 12184002"/>
              <a:gd name="connsiteY7807" fmla="*/ 559063 h 3882143"/>
              <a:gd name="connsiteX7808" fmla="*/ 10326784 w 12184002"/>
              <a:gd name="connsiteY7808" fmla="*/ 583482 h 3882143"/>
              <a:gd name="connsiteX7809" fmla="*/ 10302516 w 12184002"/>
              <a:gd name="connsiteY7809" fmla="*/ 559063 h 3882143"/>
              <a:gd name="connsiteX7810" fmla="*/ 10326784 w 12184002"/>
              <a:gd name="connsiteY7810" fmla="*/ 534645 h 3882143"/>
              <a:gd name="connsiteX7811" fmla="*/ 1857218 w 12184002"/>
              <a:gd name="connsiteY7811" fmla="*/ 534645 h 3882143"/>
              <a:gd name="connsiteX7812" fmla="*/ 1881487 w 12184002"/>
              <a:gd name="connsiteY7812" fmla="*/ 559063 h 3882143"/>
              <a:gd name="connsiteX7813" fmla="*/ 1857218 w 12184002"/>
              <a:gd name="connsiteY7813" fmla="*/ 583482 h 3882143"/>
              <a:gd name="connsiteX7814" fmla="*/ 1832951 w 12184002"/>
              <a:gd name="connsiteY7814" fmla="*/ 559063 h 3882143"/>
              <a:gd name="connsiteX7815" fmla="*/ 1833443 w 12184002"/>
              <a:gd name="connsiteY7815" fmla="*/ 557870 h 3882143"/>
              <a:gd name="connsiteX7816" fmla="*/ 1617318 w 12184002"/>
              <a:gd name="connsiteY7816" fmla="*/ 557870 h 3882143"/>
              <a:gd name="connsiteX7817" fmla="*/ 1617318 w 12184002"/>
              <a:gd name="connsiteY7817" fmla="*/ 616099 h 3882143"/>
              <a:gd name="connsiteX7818" fmla="*/ 1644656 w 12184002"/>
              <a:gd name="connsiteY7818" fmla="*/ 643534 h 3882143"/>
              <a:gd name="connsiteX7819" fmla="*/ 1645268 w 12184002"/>
              <a:gd name="connsiteY7819" fmla="*/ 642921 h 3882143"/>
              <a:gd name="connsiteX7820" fmla="*/ 1846925 w 12184002"/>
              <a:gd name="connsiteY7820" fmla="*/ 642921 h 3882143"/>
              <a:gd name="connsiteX7821" fmla="*/ 1850683 w 12184002"/>
              <a:gd name="connsiteY7821" fmla="*/ 646678 h 3882143"/>
              <a:gd name="connsiteX7822" fmla="*/ 1846925 w 12184002"/>
              <a:gd name="connsiteY7822" fmla="*/ 650434 h 3882143"/>
              <a:gd name="connsiteX7823" fmla="*/ 1651532 w 12184002"/>
              <a:gd name="connsiteY7823" fmla="*/ 650434 h 3882143"/>
              <a:gd name="connsiteX7824" fmla="*/ 1846024 w 12184002"/>
              <a:gd name="connsiteY7824" fmla="*/ 845613 h 3882143"/>
              <a:gd name="connsiteX7825" fmla="*/ 1846024 w 12184002"/>
              <a:gd name="connsiteY7825" fmla="*/ 743411 h 3882143"/>
              <a:gd name="connsiteX7826" fmla="*/ 1832557 w 12184002"/>
              <a:gd name="connsiteY7826" fmla="*/ 737806 h 3882143"/>
              <a:gd name="connsiteX7827" fmla="*/ 1825438 w 12184002"/>
              <a:gd name="connsiteY7827" fmla="*/ 720524 h 3882143"/>
              <a:gd name="connsiteX7828" fmla="*/ 1849705 w 12184002"/>
              <a:gd name="connsiteY7828" fmla="*/ 696107 h 3882143"/>
              <a:gd name="connsiteX7829" fmla="*/ 1873974 w 12184002"/>
              <a:gd name="connsiteY7829" fmla="*/ 720524 h 3882143"/>
              <a:gd name="connsiteX7830" fmla="*/ 1866855 w 12184002"/>
              <a:gd name="connsiteY7830" fmla="*/ 737806 h 3882143"/>
              <a:gd name="connsiteX7831" fmla="*/ 1853537 w 12184002"/>
              <a:gd name="connsiteY7831" fmla="*/ 743348 h 3882143"/>
              <a:gd name="connsiteX7832" fmla="*/ 1853537 w 12184002"/>
              <a:gd name="connsiteY7832" fmla="*/ 849009 h 3882143"/>
              <a:gd name="connsiteX7833" fmla="*/ 1851470 w 12184002"/>
              <a:gd name="connsiteY7833" fmla="*/ 851077 h 3882143"/>
              <a:gd name="connsiteX7834" fmla="*/ 2020334 w 12184002"/>
              <a:gd name="connsiteY7834" fmla="*/ 1020532 h 3882143"/>
              <a:gd name="connsiteX7835" fmla="*/ 2020334 w 12184002"/>
              <a:gd name="connsiteY7835" fmla="*/ 906781 h 3882143"/>
              <a:gd name="connsiteX7836" fmla="*/ 2024090 w 12184002"/>
              <a:gd name="connsiteY7836" fmla="*/ 903028 h 3882143"/>
              <a:gd name="connsiteX7837" fmla="*/ 2027847 w 12184002"/>
              <a:gd name="connsiteY7837" fmla="*/ 906781 h 3882143"/>
              <a:gd name="connsiteX7838" fmla="*/ 2027847 w 12184002"/>
              <a:gd name="connsiteY7838" fmla="*/ 1038789 h 3882143"/>
              <a:gd name="connsiteX7839" fmla="*/ 1609805 w 12184002"/>
              <a:gd name="connsiteY7839" fmla="*/ 619254 h 3882143"/>
              <a:gd name="connsiteX7840" fmla="*/ 1609805 w 12184002"/>
              <a:gd name="connsiteY7840" fmla="*/ 550355 h 3882143"/>
              <a:gd name="connsiteX7841" fmla="*/ 1836544 w 12184002"/>
              <a:gd name="connsiteY7841" fmla="*/ 550355 h 3882143"/>
              <a:gd name="connsiteX7842" fmla="*/ 1840069 w 12184002"/>
              <a:gd name="connsiteY7842" fmla="*/ 541810 h 3882143"/>
              <a:gd name="connsiteX7843" fmla="*/ 1857218 w 12184002"/>
              <a:gd name="connsiteY7843" fmla="*/ 534645 h 3882143"/>
              <a:gd name="connsiteX7844" fmla="*/ 10751963 w 12184002"/>
              <a:gd name="connsiteY7844" fmla="*/ 530145 h 3882143"/>
              <a:gd name="connsiteX7845" fmla="*/ 10755719 w 12184002"/>
              <a:gd name="connsiteY7845" fmla="*/ 533902 h 3882143"/>
              <a:gd name="connsiteX7846" fmla="*/ 10755719 w 12184002"/>
              <a:gd name="connsiteY7846" fmla="*/ 648255 h 3882143"/>
              <a:gd name="connsiteX7847" fmla="*/ 10189966 w 12184002"/>
              <a:gd name="connsiteY7847" fmla="*/ 1216028 h 3882143"/>
              <a:gd name="connsiteX7848" fmla="*/ 10184632 w 12184002"/>
              <a:gd name="connsiteY7848" fmla="*/ 1216028 h 3882143"/>
              <a:gd name="connsiteX7849" fmla="*/ 10184632 w 12184002"/>
              <a:gd name="connsiteY7849" fmla="*/ 1210694 h 3882143"/>
              <a:gd name="connsiteX7850" fmla="*/ 10748207 w 12184002"/>
              <a:gd name="connsiteY7850" fmla="*/ 645100 h 3882143"/>
              <a:gd name="connsiteX7851" fmla="*/ 10748207 w 12184002"/>
              <a:gd name="connsiteY7851" fmla="*/ 533902 h 3882143"/>
              <a:gd name="connsiteX7852" fmla="*/ 10751963 w 12184002"/>
              <a:gd name="connsiteY7852" fmla="*/ 530145 h 3882143"/>
              <a:gd name="connsiteX7853" fmla="*/ 1432040 w 12184002"/>
              <a:gd name="connsiteY7853" fmla="*/ 530145 h 3882143"/>
              <a:gd name="connsiteX7854" fmla="*/ 1435796 w 12184002"/>
              <a:gd name="connsiteY7854" fmla="*/ 533902 h 3882143"/>
              <a:gd name="connsiteX7855" fmla="*/ 1435796 w 12184002"/>
              <a:gd name="connsiteY7855" fmla="*/ 645100 h 3882143"/>
              <a:gd name="connsiteX7856" fmla="*/ 1999371 w 12184002"/>
              <a:gd name="connsiteY7856" fmla="*/ 1210694 h 3882143"/>
              <a:gd name="connsiteX7857" fmla="*/ 1999371 w 12184002"/>
              <a:gd name="connsiteY7857" fmla="*/ 1216028 h 3882143"/>
              <a:gd name="connsiteX7858" fmla="*/ 1994037 w 12184002"/>
              <a:gd name="connsiteY7858" fmla="*/ 1216028 h 3882143"/>
              <a:gd name="connsiteX7859" fmla="*/ 1428283 w 12184002"/>
              <a:gd name="connsiteY7859" fmla="*/ 648255 h 3882143"/>
              <a:gd name="connsiteX7860" fmla="*/ 1428283 w 12184002"/>
              <a:gd name="connsiteY7860" fmla="*/ 533902 h 3882143"/>
              <a:gd name="connsiteX7861" fmla="*/ 1432040 w 12184002"/>
              <a:gd name="connsiteY7861" fmla="*/ 530145 h 3882143"/>
              <a:gd name="connsiteX7862" fmla="*/ 7472847 w 12184002"/>
              <a:gd name="connsiteY7862" fmla="*/ 530142 h 3882143"/>
              <a:gd name="connsiteX7863" fmla="*/ 7476605 w 12184002"/>
              <a:gd name="connsiteY7863" fmla="*/ 533899 h 3882143"/>
              <a:gd name="connsiteX7864" fmla="*/ 7476605 w 12184002"/>
              <a:gd name="connsiteY7864" fmla="*/ 645097 h 3882143"/>
              <a:gd name="connsiteX7865" fmla="*/ 8027522 w 12184002"/>
              <a:gd name="connsiteY7865" fmla="*/ 1197991 h 3882143"/>
              <a:gd name="connsiteX7866" fmla="*/ 8029718 w 12184002"/>
              <a:gd name="connsiteY7866" fmla="*/ 1192661 h 3882143"/>
              <a:gd name="connsiteX7867" fmla="*/ 8046867 w 12184002"/>
              <a:gd name="connsiteY7867" fmla="*/ 1185524 h 3882143"/>
              <a:gd name="connsiteX7868" fmla="*/ 8071135 w 12184002"/>
              <a:gd name="connsiteY7868" fmla="*/ 1209942 h 3882143"/>
              <a:gd name="connsiteX7869" fmla="*/ 8046867 w 12184002"/>
              <a:gd name="connsiteY7869" fmla="*/ 1234360 h 3882143"/>
              <a:gd name="connsiteX7870" fmla="*/ 8022598 w 12184002"/>
              <a:gd name="connsiteY7870" fmla="*/ 1209942 h 3882143"/>
              <a:gd name="connsiteX7871" fmla="*/ 8024407 w 12184002"/>
              <a:gd name="connsiteY7871" fmla="*/ 1205553 h 3882143"/>
              <a:gd name="connsiteX7872" fmla="*/ 7469092 w 12184002"/>
              <a:gd name="connsiteY7872" fmla="*/ 648252 h 3882143"/>
              <a:gd name="connsiteX7873" fmla="*/ 7469092 w 12184002"/>
              <a:gd name="connsiteY7873" fmla="*/ 533899 h 3882143"/>
              <a:gd name="connsiteX7874" fmla="*/ 7472847 w 12184002"/>
              <a:gd name="connsiteY7874" fmla="*/ 530142 h 3882143"/>
              <a:gd name="connsiteX7875" fmla="*/ 4711155 w 12184002"/>
              <a:gd name="connsiteY7875" fmla="*/ 530142 h 3882143"/>
              <a:gd name="connsiteX7876" fmla="*/ 4714912 w 12184002"/>
              <a:gd name="connsiteY7876" fmla="*/ 533899 h 3882143"/>
              <a:gd name="connsiteX7877" fmla="*/ 4714912 w 12184002"/>
              <a:gd name="connsiteY7877" fmla="*/ 648252 h 3882143"/>
              <a:gd name="connsiteX7878" fmla="*/ 4159596 w 12184002"/>
              <a:gd name="connsiteY7878" fmla="*/ 1205553 h 3882143"/>
              <a:gd name="connsiteX7879" fmla="*/ 4161405 w 12184002"/>
              <a:gd name="connsiteY7879" fmla="*/ 1209942 h 3882143"/>
              <a:gd name="connsiteX7880" fmla="*/ 4137136 w 12184002"/>
              <a:gd name="connsiteY7880" fmla="*/ 1234360 h 3882143"/>
              <a:gd name="connsiteX7881" fmla="*/ 4112869 w 12184002"/>
              <a:gd name="connsiteY7881" fmla="*/ 1209942 h 3882143"/>
              <a:gd name="connsiteX7882" fmla="*/ 4137136 w 12184002"/>
              <a:gd name="connsiteY7882" fmla="*/ 1185524 h 3882143"/>
              <a:gd name="connsiteX7883" fmla="*/ 4154286 w 12184002"/>
              <a:gd name="connsiteY7883" fmla="*/ 1192661 h 3882143"/>
              <a:gd name="connsiteX7884" fmla="*/ 4156481 w 12184002"/>
              <a:gd name="connsiteY7884" fmla="*/ 1197991 h 3882143"/>
              <a:gd name="connsiteX7885" fmla="*/ 4707398 w 12184002"/>
              <a:gd name="connsiteY7885" fmla="*/ 645097 h 3882143"/>
              <a:gd name="connsiteX7886" fmla="*/ 4707398 w 12184002"/>
              <a:gd name="connsiteY7886" fmla="*/ 533899 h 3882143"/>
              <a:gd name="connsiteX7887" fmla="*/ 4711155 w 12184002"/>
              <a:gd name="connsiteY7887" fmla="*/ 530142 h 3882143"/>
              <a:gd name="connsiteX7888" fmla="*/ 9053726 w 12184002"/>
              <a:gd name="connsiteY7888" fmla="*/ 501514 h 3882143"/>
              <a:gd name="connsiteX7889" fmla="*/ 9053726 w 12184002"/>
              <a:gd name="connsiteY7889" fmla="*/ 530891 h 3882143"/>
              <a:gd name="connsiteX7890" fmla="*/ 9053801 w 12184002"/>
              <a:gd name="connsiteY7890" fmla="*/ 530816 h 3882143"/>
              <a:gd name="connsiteX7891" fmla="*/ 9197380 w 12184002"/>
              <a:gd name="connsiteY7891" fmla="*/ 530816 h 3882143"/>
              <a:gd name="connsiteX7892" fmla="*/ 9197380 w 12184002"/>
              <a:gd name="connsiteY7892" fmla="*/ 501514 h 3882143"/>
              <a:gd name="connsiteX7893" fmla="*/ 2986623 w 12184002"/>
              <a:gd name="connsiteY7893" fmla="*/ 501514 h 3882143"/>
              <a:gd name="connsiteX7894" fmla="*/ 2986623 w 12184002"/>
              <a:gd name="connsiteY7894" fmla="*/ 530816 h 3882143"/>
              <a:gd name="connsiteX7895" fmla="*/ 3130202 w 12184002"/>
              <a:gd name="connsiteY7895" fmla="*/ 530816 h 3882143"/>
              <a:gd name="connsiteX7896" fmla="*/ 3130277 w 12184002"/>
              <a:gd name="connsiteY7896" fmla="*/ 530891 h 3882143"/>
              <a:gd name="connsiteX7897" fmla="*/ 3130277 w 12184002"/>
              <a:gd name="connsiteY7897" fmla="*/ 501514 h 3882143"/>
              <a:gd name="connsiteX7898" fmla="*/ 11029955 w 12184002"/>
              <a:gd name="connsiteY7898" fmla="*/ 482810 h 3882143"/>
              <a:gd name="connsiteX7899" fmla="*/ 11141303 w 12184002"/>
              <a:gd name="connsiteY7899" fmla="*/ 482810 h 3882143"/>
              <a:gd name="connsiteX7900" fmla="*/ 11141303 w 12184002"/>
              <a:gd name="connsiteY7900" fmla="*/ 896191 h 3882143"/>
              <a:gd name="connsiteX7901" fmla="*/ 11137546 w 12184002"/>
              <a:gd name="connsiteY7901" fmla="*/ 899948 h 3882143"/>
              <a:gd name="connsiteX7902" fmla="*/ 11133790 w 12184002"/>
              <a:gd name="connsiteY7902" fmla="*/ 896191 h 3882143"/>
              <a:gd name="connsiteX7903" fmla="*/ 11133790 w 12184002"/>
              <a:gd name="connsiteY7903" fmla="*/ 490324 h 3882143"/>
              <a:gd name="connsiteX7904" fmla="*/ 11029955 w 12184002"/>
              <a:gd name="connsiteY7904" fmla="*/ 490324 h 3882143"/>
              <a:gd name="connsiteX7905" fmla="*/ 11026198 w 12184002"/>
              <a:gd name="connsiteY7905" fmla="*/ 486567 h 3882143"/>
              <a:gd name="connsiteX7906" fmla="*/ 11029955 w 12184002"/>
              <a:gd name="connsiteY7906" fmla="*/ 482810 h 3882143"/>
              <a:gd name="connsiteX7907" fmla="*/ 1042700 w 12184002"/>
              <a:gd name="connsiteY7907" fmla="*/ 482810 h 3882143"/>
              <a:gd name="connsiteX7908" fmla="*/ 1154047 w 12184002"/>
              <a:gd name="connsiteY7908" fmla="*/ 482810 h 3882143"/>
              <a:gd name="connsiteX7909" fmla="*/ 1157804 w 12184002"/>
              <a:gd name="connsiteY7909" fmla="*/ 486567 h 3882143"/>
              <a:gd name="connsiteX7910" fmla="*/ 1154047 w 12184002"/>
              <a:gd name="connsiteY7910" fmla="*/ 490324 h 3882143"/>
              <a:gd name="connsiteX7911" fmla="*/ 1050212 w 12184002"/>
              <a:gd name="connsiteY7911" fmla="*/ 490324 h 3882143"/>
              <a:gd name="connsiteX7912" fmla="*/ 1050212 w 12184002"/>
              <a:gd name="connsiteY7912" fmla="*/ 896191 h 3882143"/>
              <a:gd name="connsiteX7913" fmla="*/ 1046456 w 12184002"/>
              <a:gd name="connsiteY7913" fmla="*/ 899948 h 3882143"/>
              <a:gd name="connsiteX7914" fmla="*/ 1042700 w 12184002"/>
              <a:gd name="connsiteY7914" fmla="*/ 896191 h 3882143"/>
              <a:gd name="connsiteX7915" fmla="*/ 7184713 w 12184002"/>
              <a:gd name="connsiteY7915" fmla="*/ 461467 h 3882143"/>
              <a:gd name="connsiteX7916" fmla="*/ 7208980 w 12184002"/>
              <a:gd name="connsiteY7916" fmla="*/ 485885 h 3882143"/>
              <a:gd name="connsiteX7917" fmla="*/ 7184713 w 12184002"/>
              <a:gd name="connsiteY7917" fmla="*/ 510303 h 3882143"/>
              <a:gd name="connsiteX7918" fmla="*/ 7167563 w 12184002"/>
              <a:gd name="connsiteY7918" fmla="*/ 503166 h 3882143"/>
              <a:gd name="connsiteX7919" fmla="*/ 7162303 w 12184002"/>
              <a:gd name="connsiteY7919" fmla="*/ 490395 h 3882143"/>
              <a:gd name="connsiteX7920" fmla="*/ 7091096 w 12184002"/>
              <a:gd name="connsiteY7920" fmla="*/ 490395 h 3882143"/>
              <a:gd name="connsiteX7921" fmla="*/ 7091096 w 12184002"/>
              <a:gd name="connsiteY7921" fmla="*/ 901921 h 3882143"/>
              <a:gd name="connsiteX7922" fmla="*/ 7157739 w 12184002"/>
              <a:gd name="connsiteY7922" fmla="*/ 835032 h 3882143"/>
              <a:gd name="connsiteX7923" fmla="*/ 7157739 w 12184002"/>
              <a:gd name="connsiteY7923" fmla="*/ 564702 h 3882143"/>
              <a:gd name="connsiteX7924" fmla="*/ 7285841 w 12184002"/>
              <a:gd name="connsiteY7924" fmla="*/ 564702 h 3882143"/>
              <a:gd name="connsiteX7925" fmla="*/ 7285841 w 12184002"/>
              <a:gd name="connsiteY7925" fmla="*/ 747503 h 3882143"/>
              <a:gd name="connsiteX7926" fmla="*/ 7705911 w 12184002"/>
              <a:gd name="connsiteY7926" fmla="*/ 1169070 h 3882143"/>
              <a:gd name="connsiteX7927" fmla="*/ 7705911 w 12184002"/>
              <a:gd name="connsiteY7927" fmla="*/ 1174405 h 3882143"/>
              <a:gd name="connsiteX7928" fmla="*/ 7700577 w 12184002"/>
              <a:gd name="connsiteY7928" fmla="*/ 1174405 h 3882143"/>
              <a:gd name="connsiteX7929" fmla="*/ 7278328 w 12184002"/>
              <a:gd name="connsiteY7929" fmla="*/ 750582 h 3882143"/>
              <a:gd name="connsiteX7930" fmla="*/ 7278328 w 12184002"/>
              <a:gd name="connsiteY7930" fmla="*/ 572217 h 3882143"/>
              <a:gd name="connsiteX7931" fmla="*/ 7165252 w 12184002"/>
              <a:gd name="connsiteY7931" fmla="*/ 572217 h 3882143"/>
              <a:gd name="connsiteX7932" fmla="*/ 7165252 w 12184002"/>
              <a:gd name="connsiteY7932" fmla="*/ 838113 h 3882143"/>
              <a:gd name="connsiteX7933" fmla="*/ 7003866 w 12184002"/>
              <a:gd name="connsiteY7933" fmla="*/ 1000095 h 3882143"/>
              <a:gd name="connsiteX7934" fmla="*/ 7003866 w 12184002"/>
              <a:gd name="connsiteY7934" fmla="*/ 1317008 h 3882143"/>
              <a:gd name="connsiteX7935" fmla="*/ 7272844 w 12184002"/>
              <a:gd name="connsiteY7935" fmla="*/ 1317008 h 3882143"/>
              <a:gd name="connsiteX7936" fmla="*/ 7276601 w 12184002"/>
              <a:gd name="connsiteY7936" fmla="*/ 1320765 h 3882143"/>
              <a:gd name="connsiteX7937" fmla="*/ 7272844 w 12184002"/>
              <a:gd name="connsiteY7937" fmla="*/ 1324520 h 3882143"/>
              <a:gd name="connsiteX7938" fmla="*/ 7003866 w 12184002"/>
              <a:gd name="connsiteY7938" fmla="*/ 1324520 h 3882143"/>
              <a:gd name="connsiteX7939" fmla="*/ 7003866 w 12184002"/>
              <a:gd name="connsiteY7939" fmla="*/ 1397326 h 3882143"/>
              <a:gd name="connsiteX7940" fmla="*/ 7168033 w 12184002"/>
              <a:gd name="connsiteY7940" fmla="*/ 1562092 h 3882143"/>
              <a:gd name="connsiteX7941" fmla="*/ 7168033 w 12184002"/>
              <a:gd name="connsiteY7941" fmla="*/ 1909058 h 3882143"/>
              <a:gd name="connsiteX7942" fmla="*/ 7164276 w 12184002"/>
              <a:gd name="connsiteY7942" fmla="*/ 1912814 h 3882143"/>
              <a:gd name="connsiteX7943" fmla="*/ 7160519 w 12184002"/>
              <a:gd name="connsiteY7943" fmla="*/ 1909058 h 3882143"/>
              <a:gd name="connsiteX7944" fmla="*/ 7160519 w 12184002"/>
              <a:gd name="connsiteY7944" fmla="*/ 1565248 h 3882143"/>
              <a:gd name="connsiteX7945" fmla="*/ 6996353 w 12184002"/>
              <a:gd name="connsiteY7945" fmla="*/ 1400481 h 3882143"/>
              <a:gd name="connsiteX7946" fmla="*/ 6996353 w 12184002"/>
              <a:gd name="connsiteY7946" fmla="*/ 997015 h 3882143"/>
              <a:gd name="connsiteX7947" fmla="*/ 7083582 w 12184002"/>
              <a:gd name="connsiteY7947" fmla="*/ 909463 h 3882143"/>
              <a:gd name="connsiteX7948" fmla="*/ 7083582 w 12184002"/>
              <a:gd name="connsiteY7948" fmla="*/ 482806 h 3882143"/>
              <a:gd name="connsiteX7949" fmla="*/ 7161712 w 12184002"/>
              <a:gd name="connsiteY7949" fmla="*/ 482806 h 3882143"/>
              <a:gd name="connsiteX7950" fmla="*/ 7167563 w 12184002"/>
              <a:gd name="connsiteY7950" fmla="*/ 468604 h 3882143"/>
              <a:gd name="connsiteX7951" fmla="*/ 7184713 w 12184002"/>
              <a:gd name="connsiteY7951" fmla="*/ 461467 h 3882143"/>
              <a:gd name="connsiteX7952" fmla="*/ 4999291 w 12184002"/>
              <a:gd name="connsiteY7952" fmla="*/ 461467 h 3882143"/>
              <a:gd name="connsiteX7953" fmla="*/ 5016440 w 12184002"/>
              <a:gd name="connsiteY7953" fmla="*/ 468604 h 3882143"/>
              <a:gd name="connsiteX7954" fmla="*/ 5022290 w 12184002"/>
              <a:gd name="connsiteY7954" fmla="*/ 482806 h 3882143"/>
              <a:gd name="connsiteX7955" fmla="*/ 5100421 w 12184002"/>
              <a:gd name="connsiteY7955" fmla="*/ 482806 h 3882143"/>
              <a:gd name="connsiteX7956" fmla="*/ 5100421 w 12184002"/>
              <a:gd name="connsiteY7956" fmla="*/ 909463 h 3882143"/>
              <a:gd name="connsiteX7957" fmla="*/ 5187651 w 12184002"/>
              <a:gd name="connsiteY7957" fmla="*/ 997015 h 3882143"/>
              <a:gd name="connsiteX7958" fmla="*/ 5187651 w 12184002"/>
              <a:gd name="connsiteY7958" fmla="*/ 1400481 h 3882143"/>
              <a:gd name="connsiteX7959" fmla="*/ 5023485 w 12184002"/>
              <a:gd name="connsiteY7959" fmla="*/ 1565248 h 3882143"/>
              <a:gd name="connsiteX7960" fmla="*/ 5023485 w 12184002"/>
              <a:gd name="connsiteY7960" fmla="*/ 1909058 h 3882143"/>
              <a:gd name="connsiteX7961" fmla="*/ 5019728 w 12184002"/>
              <a:gd name="connsiteY7961" fmla="*/ 1912814 h 3882143"/>
              <a:gd name="connsiteX7962" fmla="*/ 5015971 w 12184002"/>
              <a:gd name="connsiteY7962" fmla="*/ 1909058 h 3882143"/>
              <a:gd name="connsiteX7963" fmla="*/ 5015971 w 12184002"/>
              <a:gd name="connsiteY7963" fmla="*/ 1562092 h 3882143"/>
              <a:gd name="connsiteX7964" fmla="*/ 5180137 w 12184002"/>
              <a:gd name="connsiteY7964" fmla="*/ 1397326 h 3882143"/>
              <a:gd name="connsiteX7965" fmla="*/ 5180137 w 12184002"/>
              <a:gd name="connsiteY7965" fmla="*/ 1324520 h 3882143"/>
              <a:gd name="connsiteX7966" fmla="*/ 4911160 w 12184002"/>
              <a:gd name="connsiteY7966" fmla="*/ 1324520 h 3882143"/>
              <a:gd name="connsiteX7967" fmla="*/ 4907403 w 12184002"/>
              <a:gd name="connsiteY7967" fmla="*/ 1320765 h 3882143"/>
              <a:gd name="connsiteX7968" fmla="*/ 4911160 w 12184002"/>
              <a:gd name="connsiteY7968" fmla="*/ 1317008 h 3882143"/>
              <a:gd name="connsiteX7969" fmla="*/ 5180137 w 12184002"/>
              <a:gd name="connsiteY7969" fmla="*/ 1317008 h 3882143"/>
              <a:gd name="connsiteX7970" fmla="*/ 5180137 w 12184002"/>
              <a:gd name="connsiteY7970" fmla="*/ 1000095 h 3882143"/>
              <a:gd name="connsiteX7971" fmla="*/ 5018751 w 12184002"/>
              <a:gd name="connsiteY7971" fmla="*/ 838113 h 3882143"/>
              <a:gd name="connsiteX7972" fmla="*/ 5018751 w 12184002"/>
              <a:gd name="connsiteY7972" fmla="*/ 572217 h 3882143"/>
              <a:gd name="connsiteX7973" fmla="*/ 4905675 w 12184002"/>
              <a:gd name="connsiteY7973" fmla="*/ 572217 h 3882143"/>
              <a:gd name="connsiteX7974" fmla="*/ 4905675 w 12184002"/>
              <a:gd name="connsiteY7974" fmla="*/ 750582 h 3882143"/>
              <a:gd name="connsiteX7975" fmla="*/ 4483426 w 12184002"/>
              <a:gd name="connsiteY7975" fmla="*/ 1174405 h 3882143"/>
              <a:gd name="connsiteX7976" fmla="*/ 4478092 w 12184002"/>
              <a:gd name="connsiteY7976" fmla="*/ 1174405 h 3882143"/>
              <a:gd name="connsiteX7977" fmla="*/ 4478092 w 12184002"/>
              <a:gd name="connsiteY7977" fmla="*/ 1169070 h 3882143"/>
              <a:gd name="connsiteX7978" fmla="*/ 4898163 w 12184002"/>
              <a:gd name="connsiteY7978" fmla="*/ 747503 h 3882143"/>
              <a:gd name="connsiteX7979" fmla="*/ 4898163 w 12184002"/>
              <a:gd name="connsiteY7979" fmla="*/ 564702 h 3882143"/>
              <a:gd name="connsiteX7980" fmla="*/ 5026264 w 12184002"/>
              <a:gd name="connsiteY7980" fmla="*/ 564702 h 3882143"/>
              <a:gd name="connsiteX7981" fmla="*/ 5026264 w 12184002"/>
              <a:gd name="connsiteY7981" fmla="*/ 835032 h 3882143"/>
              <a:gd name="connsiteX7982" fmla="*/ 5092907 w 12184002"/>
              <a:gd name="connsiteY7982" fmla="*/ 901921 h 3882143"/>
              <a:gd name="connsiteX7983" fmla="*/ 5092907 w 12184002"/>
              <a:gd name="connsiteY7983" fmla="*/ 490395 h 3882143"/>
              <a:gd name="connsiteX7984" fmla="*/ 5021701 w 12184002"/>
              <a:gd name="connsiteY7984" fmla="*/ 490395 h 3882143"/>
              <a:gd name="connsiteX7985" fmla="*/ 5016440 w 12184002"/>
              <a:gd name="connsiteY7985" fmla="*/ 503166 h 3882143"/>
              <a:gd name="connsiteX7986" fmla="*/ 4999291 w 12184002"/>
              <a:gd name="connsiteY7986" fmla="*/ 510303 h 3882143"/>
              <a:gd name="connsiteX7987" fmla="*/ 4975023 w 12184002"/>
              <a:gd name="connsiteY7987" fmla="*/ 485885 h 3882143"/>
              <a:gd name="connsiteX7988" fmla="*/ 4999291 w 12184002"/>
              <a:gd name="connsiteY7988" fmla="*/ 461467 h 3882143"/>
              <a:gd name="connsiteX7989" fmla="*/ 11859727 w 12184002"/>
              <a:gd name="connsiteY7989" fmla="*/ 397156 h 3882143"/>
              <a:gd name="connsiteX7990" fmla="*/ 11859802 w 12184002"/>
              <a:gd name="connsiteY7990" fmla="*/ 397156 h 3882143"/>
              <a:gd name="connsiteX7991" fmla="*/ 11863559 w 12184002"/>
              <a:gd name="connsiteY7991" fmla="*/ 400914 h 3882143"/>
              <a:gd name="connsiteX7992" fmla="*/ 11863559 w 12184002"/>
              <a:gd name="connsiteY7992" fmla="*/ 564328 h 3882143"/>
              <a:gd name="connsiteX7993" fmla="*/ 11722064 w 12184002"/>
              <a:gd name="connsiteY7993" fmla="*/ 710916 h 3882143"/>
              <a:gd name="connsiteX7994" fmla="*/ 11686916 w 12184002"/>
              <a:gd name="connsiteY7994" fmla="*/ 745775 h 3882143"/>
              <a:gd name="connsiteX7995" fmla="*/ 11766487 w 12184002"/>
              <a:gd name="connsiteY7995" fmla="*/ 825642 h 3882143"/>
              <a:gd name="connsiteX7996" fmla="*/ 11882042 w 12184002"/>
              <a:gd name="connsiteY7996" fmla="*/ 709636 h 3882143"/>
              <a:gd name="connsiteX7997" fmla="*/ 11836211 w 12184002"/>
              <a:gd name="connsiteY7997" fmla="*/ 668614 h 3882143"/>
              <a:gd name="connsiteX7998" fmla="*/ 11783092 w 12184002"/>
              <a:gd name="connsiteY7998" fmla="*/ 721958 h 3882143"/>
              <a:gd name="connsiteX7999" fmla="*/ 11777757 w 12184002"/>
              <a:gd name="connsiteY7999" fmla="*/ 721958 h 3882143"/>
              <a:gd name="connsiteX8000" fmla="*/ 11777757 w 12184002"/>
              <a:gd name="connsiteY8000" fmla="*/ 716624 h 3882143"/>
              <a:gd name="connsiteX8001" fmla="*/ 11835910 w 12184002"/>
              <a:gd name="connsiteY8001" fmla="*/ 658246 h 3882143"/>
              <a:gd name="connsiteX8002" fmla="*/ 11835910 w 12184002"/>
              <a:gd name="connsiteY8002" fmla="*/ 658171 h 3882143"/>
              <a:gd name="connsiteX8003" fmla="*/ 11893012 w 12184002"/>
              <a:gd name="connsiteY8003" fmla="*/ 709335 h 3882143"/>
              <a:gd name="connsiteX8004" fmla="*/ 11766487 w 12184002"/>
              <a:gd name="connsiteY8004" fmla="*/ 836311 h 3882143"/>
              <a:gd name="connsiteX8005" fmla="*/ 11681560 w 12184002"/>
              <a:gd name="connsiteY8005" fmla="*/ 751089 h 3882143"/>
              <a:gd name="connsiteX8006" fmla="*/ 11643570 w 12184002"/>
              <a:gd name="connsiteY8006" fmla="*/ 788767 h 3882143"/>
              <a:gd name="connsiteX8007" fmla="*/ 11700896 w 12184002"/>
              <a:gd name="connsiteY8007" fmla="*/ 846304 h 3882143"/>
              <a:gd name="connsiteX8008" fmla="*/ 11613365 w 12184002"/>
              <a:gd name="connsiteY8008" fmla="*/ 934209 h 3882143"/>
              <a:gd name="connsiteX8009" fmla="*/ 11608031 w 12184002"/>
              <a:gd name="connsiteY8009" fmla="*/ 934209 h 3882143"/>
              <a:gd name="connsiteX8010" fmla="*/ 11608031 w 12184002"/>
              <a:gd name="connsiteY8010" fmla="*/ 928875 h 3882143"/>
              <a:gd name="connsiteX8011" fmla="*/ 11690227 w 12184002"/>
              <a:gd name="connsiteY8011" fmla="*/ 846379 h 3882143"/>
              <a:gd name="connsiteX8012" fmla="*/ 11638173 w 12184002"/>
              <a:gd name="connsiteY8012" fmla="*/ 794115 h 3882143"/>
              <a:gd name="connsiteX8013" fmla="*/ 11528165 w 12184002"/>
              <a:gd name="connsiteY8013" fmla="*/ 902501 h 3882143"/>
              <a:gd name="connsiteX8014" fmla="*/ 11528165 w 12184002"/>
              <a:gd name="connsiteY8014" fmla="*/ 1025640 h 3882143"/>
              <a:gd name="connsiteX8015" fmla="*/ 11738688 w 12184002"/>
              <a:gd name="connsiteY8015" fmla="*/ 1025640 h 3882143"/>
              <a:gd name="connsiteX8016" fmla="*/ 11742444 w 12184002"/>
              <a:gd name="connsiteY8016" fmla="*/ 1029397 h 3882143"/>
              <a:gd name="connsiteX8017" fmla="*/ 11738688 w 12184002"/>
              <a:gd name="connsiteY8017" fmla="*/ 1033154 h 3882143"/>
              <a:gd name="connsiteX8018" fmla="*/ 11520651 w 12184002"/>
              <a:gd name="connsiteY8018" fmla="*/ 1033154 h 3882143"/>
              <a:gd name="connsiteX8019" fmla="*/ 11520651 w 12184002"/>
              <a:gd name="connsiteY8019" fmla="*/ 899270 h 3882143"/>
              <a:gd name="connsiteX8020" fmla="*/ 11521778 w 12184002"/>
              <a:gd name="connsiteY8020" fmla="*/ 898143 h 3882143"/>
              <a:gd name="connsiteX8021" fmla="*/ 11627055 w 12184002"/>
              <a:gd name="connsiteY8021" fmla="*/ 794315 h 3882143"/>
              <a:gd name="connsiteX8022" fmla="*/ 11634478 w 12184002"/>
              <a:gd name="connsiteY8022" fmla="*/ 786947 h 3882143"/>
              <a:gd name="connsiteX8023" fmla="*/ 11634478 w 12184002"/>
              <a:gd name="connsiteY8023" fmla="*/ 785070 h 3882143"/>
              <a:gd name="connsiteX8024" fmla="*/ 11637107 w 12184002"/>
              <a:gd name="connsiteY8024" fmla="*/ 783943 h 3882143"/>
              <a:gd name="connsiteX8025" fmla="*/ 11637183 w 12184002"/>
              <a:gd name="connsiteY8025" fmla="*/ 783868 h 3882143"/>
              <a:gd name="connsiteX8026" fmla="*/ 11637457 w 12184002"/>
              <a:gd name="connsiteY8026" fmla="*/ 783985 h 3882143"/>
              <a:gd name="connsiteX8027" fmla="*/ 11733335 w 12184002"/>
              <a:gd name="connsiteY8027" fmla="*/ 688767 h 3882143"/>
              <a:gd name="connsiteX8028" fmla="*/ 11855970 w 12184002"/>
              <a:gd name="connsiteY8028" fmla="*/ 563351 h 3882143"/>
              <a:gd name="connsiteX8029" fmla="*/ 11855970 w 12184002"/>
              <a:gd name="connsiteY8029" fmla="*/ 452153 h 3882143"/>
              <a:gd name="connsiteX8030" fmla="*/ 11675651 w 12184002"/>
              <a:gd name="connsiteY8030" fmla="*/ 452153 h 3882143"/>
              <a:gd name="connsiteX8031" fmla="*/ 11675651 w 12184002"/>
              <a:gd name="connsiteY8031" fmla="*/ 645923 h 3882143"/>
              <a:gd name="connsiteX8032" fmla="*/ 11794962 w 12184002"/>
              <a:gd name="connsiteY8032" fmla="*/ 526160 h 3882143"/>
              <a:gd name="connsiteX8033" fmla="*/ 11752587 w 12184002"/>
              <a:gd name="connsiteY8033" fmla="*/ 526160 h 3882143"/>
              <a:gd name="connsiteX8034" fmla="*/ 11748830 w 12184002"/>
              <a:gd name="connsiteY8034" fmla="*/ 522403 h 3882143"/>
              <a:gd name="connsiteX8035" fmla="*/ 11752587 w 12184002"/>
              <a:gd name="connsiteY8035" fmla="*/ 518648 h 3882143"/>
              <a:gd name="connsiteX8036" fmla="*/ 11813145 w 12184002"/>
              <a:gd name="connsiteY8036" fmla="*/ 518648 h 3882143"/>
              <a:gd name="connsiteX8037" fmla="*/ 11668061 w 12184002"/>
              <a:gd name="connsiteY8037" fmla="*/ 664255 h 3882143"/>
              <a:gd name="connsiteX8038" fmla="*/ 11668061 w 12184002"/>
              <a:gd name="connsiteY8038" fmla="*/ 444640 h 3882143"/>
              <a:gd name="connsiteX8039" fmla="*/ 11855970 w 12184002"/>
              <a:gd name="connsiteY8039" fmla="*/ 444640 h 3882143"/>
              <a:gd name="connsiteX8040" fmla="*/ 11855970 w 12184002"/>
              <a:gd name="connsiteY8040" fmla="*/ 400914 h 3882143"/>
              <a:gd name="connsiteX8041" fmla="*/ 11859727 w 12184002"/>
              <a:gd name="connsiteY8041" fmla="*/ 397156 h 3882143"/>
              <a:gd name="connsiteX8042" fmla="*/ 324201 w 12184002"/>
              <a:gd name="connsiteY8042" fmla="*/ 397156 h 3882143"/>
              <a:gd name="connsiteX8043" fmla="*/ 324275 w 12184002"/>
              <a:gd name="connsiteY8043" fmla="*/ 397156 h 3882143"/>
              <a:gd name="connsiteX8044" fmla="*/ 328032 w 12184002"/>
              <a:gd name="connsiteY8044" fmla="*/ 400914 h 3882143"/>
              <a:gd name="connsiteX8045" fmla="*/ 328032 w 12184002"/>
              <a:gd name="connsiteY8045" fmla="*/ 444640 h 3882143"/>
              <a:gd name="connsiteX8046" fmla="*/ 515941 w 12184002"/>
              <a:gd name="connsiteY8046" fmla="*/ 444640 h 3882143"/>
              <a:gd name="connsiteX8047" fmla="*/ 515941 w 12184002"/>
              <a:gd name="connsiteY8047" fmla="*/ 664255 h 3882143"/>
              <a:gd name="connsiteX8048" fmla="*/ 370857 w 12184002"/>
              <a:gd name="connsiteY8048" fmla="*/ 518648 h 3882143"/>
              <a:gd name="connsiteX8049" fmla="*/ 431416 w 12184002"/>
              <a:gd name="connsiteY8049" fmla="*/ 518648 h 3882143"/>
              <a:gd name="connsiteX8050" fmla="*/ 435172 w 12184002"/>
              <a:gd name="connsiteY8050" fmla="*/ 522403 h 3882143"/>
              <a:gd name="connsiteX8051" fmla="*/ 431416 w 12184002"/>
              <a:gd name="connsiteY8051" fmla="*/ 526160 h 3882143"/>
              <a:gd name="connsiteX8052" fmla="*/ 389040 w 12184002"/>
              <a:gd name="connsiteY8052" fmla="*/ 526160 h 3882143"/>
              <a:gd name="connsiteX8053" fmla="*/ 508352 w 12184002"/>
              <a:gd name="connsiteY8053" fmla="*/ 645923 h 3882143"/>
              <a:gd name="connsiteX8054" fmla="*/ 508352 w 12184002"/>
              <a:gd name="connsiteY8054" fmla="*/ 452153 h 3882143"/>
              <a:gd name="connsiteX8055" fmla="*/ 328032 w 12184002"/>
              <a:gd name="connsiteY8055" fmla="*/ 452153 h 3882143"/>
              <a:gd name="connsiteX8056" fmla="*/ 328032 w 12184002"/>
              <a:gd name="connsiteY8056" fmla="*/ 563351 h 3882143"/>
              <a:gd name="connsiteX8057" fmla="*/ 450668 w 12184002"/>
              <a:gd name="connsiteY8057" fmla="*/ 688767 h 3882143"/>
              <a:gd name="connsiteX8058" fmla="*/ 546545 w 12184002"/>
              <a:gd name="connsiteY8058" fmla="*/ 783985 h 3882143"/>
              <a:gd name="connsiteX8059" fmla="*/ 546819 w 12184002"/>
              <a:gd name="connsiteY8059" fmla="*/ 783868 h 3882143"/>
              <a:gd name="connsiteX8060" fmla="*/ 546896 w 12184002"/>
              <a:gd name="connsiteY8060" fmla="*/ 783943 h 3882143"/>
              <a:gd name="connsiteX8061" fmla="*/ 549525 w 12184002"/>
              <a:gd name="connsiteY8061" fmla="*/ 785070 h 3882143"/>
              <a:gd name="connsiteX8062" fmla="*/ 549525 w 12184002"/>
              <a:gd name="connsiteY8062" fmla="*/ 786947 h 3882143"/>
              <a:gd name="connsiteX8063" fmla="*/ 556947 w 12184002"/>
              <a:gd name="connsiteY8063" fmla="*/ 794315 h 3882143"/>
              <a:gd name="connsiteX8064" fmla="*/ 662225 w 12184002"/>
              <a:gd name="connsiteY8064" fmla="*/ 898143 h 3882143"/>
              <a:gd name="connsiteX8065" fmla="*/ 663352 w 12184002"/>
              <a:gd name="connsiteY8065" fmla="*/ 899270 h 3882143"/>
              <a:gd name="connsiteX8066" fmla="*/ 663352 w 12184002"/>
              <a:gd name="connsiteY8066" fmla="*/ 1033154 h 3882143"/>
              <a:gd name="connsiteX8067" fmla="*/ 445314 w 12184002"/>
              <a:gd name="connsiteY8067" fmla="*/ 1033154 h 3882143"/>
              <a:gd name="connsiteX8068" fmla="*/ 441559 w 12184002"/>
              <a:gd name="connsiteY8068" fmla="*/ 1029397 h 3882143"/>
              <a:gd name="connsiteX8069" fmla="*/ 445314 w 12184002"/>
              <a:gd name="connsiteY8069" fmla="*/ 1025640 h 3882143"/>
              <a:gd name="connsiteX8070" fmla="*/ 655838 w 12184002"/>
              <a:gd name="connsiteY8070" fmla="*/ 1025640 h 3882143"/>
              <a:gd name="connsiteX8071" fmla="*/ 655838 w 12184002"/>
              <a:gd name="connsiteY8071" fmla="*/ 902501 h 3882143"/>
              <a:gd name="connsiteX8072" fmla="*/ 545829 w 12184002"/>
              <a:gd name="connsiteY8072" fmla="*/ 794115 h 3882143"/>
              <a:gd name="connsiteX8073" fmla="*/ 493776 w 12184002"/>
              <a:gd name="connsiteY8073" fmla="*/ 846379 h 3882143"/>
              <a:gd name="connsiteX8074" fmla="*/ 575971 w 12184002"/>
              <a:gd name="connsiteY8074" fmla="*/ 928875 h 3882143"/>
              <a:gd name="connsiteX8075" fmla="*/ 575971 w 12184002"/>
              <a:gd name="connsiteY8075" fmla="*/ 934209 h 3882143"/>
              <a:gd name="connsiteX8076" fmla="*/ 570637 w 12184002"/>
              <a:gd name="connsiteY8076" fmla="*/ 934209 h 3882143"/>
              <a:gd name="connsiteX8077" fmla="*/ 483107 w 12184002"/>
              <a:gd name="connsiteY8077" fmla="*/ 846304 h 3882143"/>
              <a:gd name="connsiteX8078" fmla="*/ 540432 w 12184002"/>
              <a:gd name="connsiteY8078" fmla="*/ 788767 h 3882143"/>
              <a:gd name="connsiteX8079" fmla="*/ 502442 w 12184002"/>
              <a:gd name="connsiteY8079" fmla="*/ 751089 h 3882143"/>
              <a:gd name="connsiteX8080" fmla="*/ 417515 w 12184002"/>
              <a:gd name="connsiteY8080" fmla="*/ 836311 h 3882143"/>
              <a:gd name="connsiteX8081" fmla="*/ 290991 w 12184002"/>
              <a:gd name="connsiteY8081" fmla="*/ 709335 h 3882143"/>
              <a:gd name="connsiteX8082" fmla="*/ 348092 w 12184002"/>
              <a:gd name="connsiteY8082" fmla="*/ 658171 h 3882143"/>
              <a:gd name="connsiteX8083" fmla="*/ 348092 w 12184002"/>
              <a:gd name="connsiteY8083" fmla="*/ 658246 h 3882143"/>
              <a:gd name="connsiteX8084" fmla="*/ 406245 w 12184002"/>
              <a:gd name="connsiteY8084" fmla="*/ 716624 h 3882143"/>
              <a:gd name="connsiteX8085" fmla="*/ 406245 w 12184002"/>
              <a:gd name="connsiteY8085" fmla="*/ 721958 h 3882143"/>
              <a:gd name="connsiteX8086" fmla="*/ 400911 w 12184002"/>
              <a:gd name="connsiteY8086" fmla="*/ 721958 h 3882143"/>
              <a:gd name="connsiteX8087" fmla="*/ 347791 w 12184002"/>
              <a:gd name="connsiteY8087" fmla="*/ 668614 h 3882143"/>
              <a:gd name="connsiteX8088" fmla="*/ 301960 w 12184002"/>
              <a:gd name="connsiteY8088" fmla="*/ 709636 h 3882143"/>
              <a:gd name="connsiteX8089" fmla="*/ 417515 w 12184002"/>
              <a:gd name="connsiteY8089" fmla="*/ 825642 h 3882143"/>
              <a:gd name="connsiteX8090" fmla="*/ 497086 w 12184002"/>
              <a:gd name="connsiteY8090" fmla="*/ 745775 h 3882143"/>
              <a:gd name="connsiteX8091" fmla="*/ 461938 w 12184002"/>
              <a:gd name="connsiteY8091" fmla="*/ 710916 h 3882143"/>
              <a:gd name="connsiteX8092" fmla="*/ 320443 w 12184002"/>
              <a:gd name="connsiteY8092" fmla="*/ 564328 h 3882143"/>
              <a:gd name="connsiteX8093" fmla="*/ 320443 w 12184002"/>
              <a:gd name="connsiteY8093" fmla="*/ 400914 h 3882143"/>
              <a:gd name="connsiteX8094" fmla="*/ 324201 w 12184002"/>
              <a:gd name="connsiteY8094" fmla="*/ 397156 h 3882143"/>
              <a:gd name="connsiteX8095" fmla="*/ 6365084 w 12184002"/>
              <a:gd name="connsiteY8095" fmla="*/ 397153 h 3882143"/>
              <a:gd name="connsiteX8096" fmla="*/ 6365159 w 12184002"/>
              <a:gd name="connsiteY8096" fmla="*/ 397153 h 3882143"/>
              <a:gd name="connsiteX8097" fmla="*/ 6368916 w 12184002"/>
              <a:gd name="connsiteY8097" fmla="*/ 400910 h 3882143"/>
              <a:gd name="connsiteX8098" fmla="*/ 6368916 w 12184002"/>
              <a:gd name="connsiteY8098" fmla="*/ 444638 h 3882143"/>
              <a:gd name="connsiteX8099" fmla="*/ 6556750 w 12184002"/>
              <a:gd name="connsiteY8099" fmla="*/ 444638 h 3882143"/>
              <a:gd name="connsiteX8100" fmla="*/ 6556824 w 12184002"/>
              <a:gd name="connsiteY8100" fmla="*/ 444638 h 3882143"/>
              <a:gd name="connsiteX8101" fmla="*/ 6556824 w 12184002"/>
              <a:gd name="connsiteY8101" fmla="*/ 664252 h 3882143"/>
              <a:gd name="connsiteX8102" fmla="*/ 6411743 w 12184002"/>
              <a:gd name="connsiteY8102" fmla="*/ 518644 h 3882143"/>
              <a:gd name="connsiteX8103" fmla="*/ 6464787 w 12184002"/>
              <a:gd name="connsiteY8103" fmla="*/ 518644 h 3882143"/>
              <a:gd name="connsiteX8104" fmla="*/ 6468749 w 12184002"/>
              <a:gd name="connsiteY8104" fmla="*/ 509027 h 3882143"/>
              <a:gd name="connsiteX8105" fmla="*/ 6485898 w 12184002"/>
              <a:gd name="connsiteY8105" fmla="*/ 501889 h 3882143"/>
              <a:gd name="connsiteX8106" fmla="*/ 6510166 w 12184002"/>
              <a:gd name="connsiteY8106" fmla="*/ 526306 h 3882143"/>
              <a:gd name="connsiteX8107" fmla="*/ 6485898 w 12184002"/>
              <a:gd name="connsiteY8107" fmla="*/ 550725 h 3882143"/>
              <a:gd name="connsiteX8108" fmla="*/ 6461630 w 12184002"/>
              <a:gd name="connsiteY8108" fmla="*/ 526306 h 3882143"/>
              <a:gd name="connsiteX8109" fmla="*/ 6461691 w 12184002"/>
              <a:gd name="connsiteY8109" fmla="*/ 526157 h 3882143"/>
              <a:gd name="connsiteX8110" fmla="*/ 6429923 w 12184002"/>
              <a:gd name="connsiteY8110" fmla="*/ 526157 h 3882143"/>
              <a:gd name="connsiteX8111" fmla="*/ 6549236 w 12184002"/>
              <a:gd name="connsiteY8111" fmla="*/ 645919 h 3882143"/>
              <a:gd name="connsiteX8112" fmla="*/ 6549236 w 12184002"/>
              <a:gd name="connsiteY8112" fmla="*/ 452151 h 3882143"/>
              <a:gd name="connsiteX8113" fmla="*/ 6368916 w 12184002"/>
              <a:gd name="connsiteY8113" fmla="*/ 452151 h 3882143"/>
              <a:gd name="connsiteX8114" fmla="*/ 6368916 w 12184002"/>
              <a:gd name="connsiteY8114" fmla="*/ 563348 h 3882143"/>
              <a:gd name="connsiteX8115" fmla="*/ 6491495 w 12184002"/>
              <a:gd name="connsiteY8115" fmla="*/ 688764 h 3882143"/>
              <a:gd name="connsiteX8116" fmla="*/ 6587450 w 12184002"/>
              <a:gd name="connsiteY8116" fmla="*/ 784047 h 3882143"/>
              <a:gd name="connsiteX8117" fmla="*/ 6587703 w 12184002"/>
              <a:gd name="connsiteY8117" fmla="*/ 783940 h 3882143"/>
              <a:gd name="connsiteX8118" fmla="*/ 6587779 w 12184002"/>
              <a:gd name="connsiteY8118" fmla="*/ 784014 h 3882143"/>
              <a:gd name="connsiteX8119" fmla="*/ 6590408 w 12184002"/>
              <a:gd name="connsiteY8119" fmla="*/ 785142 h 3882143"/>
              <a:gd name="connsiteX8120" fmla="*/ 6590408 w 12184002"/>
              <a:gd name="connsiteY8120" fmla="*/ 786984 h 3882143"/>
              <a:gd name="connsiteX8121" fmla="*/ 6597788 w 12184002"/>
              <a:gd name="connsiteY8121" fmla="*/ 794312 h 3882143"/>
              <a:gd name="connsiteX8122" fmla="*/ 6703109 w 12184002"/>
              <a:gd name="connsiteY8122" fmla="*/ 898142 h 3882143"/>
              <a:gd name="connsiteX8123" fmla="*/ 6704236 w 12184002"/>
              <a:gd name="connsiteY8123" fmla="*/ 899269 h 3882143"/>
              <a:gd name="connsiteX8124" fmla="*/ 6704236 w 12184002"/>
              <a:gd name="connsiteY8124" fmla="*/ 1033154 h 3882143"/>
              <a:gd name="connsiteX8125" fmla="*/ 6514691 w 12184002"/>
              <a:gd name="connsiteY8125" fmla="*/ 1033154 h 3882143"/>
              <a:gd name="connsiteX8126" fmla="*/ 6510109 w 12184002"/>
              <a:gd name="connsiteY8126" fmla="*/ 1044274 h 3882143"/>
              <a:gd name="connsiteX8127" fmla="*/ 6492961 w 12184002"/>
              <a:gd name="connsiteY8127" fmla="*/ 1051411 h 3882143"/>
              <a:gd name="connsiteX8128" fmla="*/ 6468692 w 12184002"/>
              <a:gd name="connsiteY8128" fmla="*/ 1026993 h 3882143"/>
              <a:gd name="connsiteX8129" fmla="*/ 6492961 w 12184002"/>
              <a:gd name="connsiteY8129" fmla="*/ 1002575 h 3882143"/>
              <a:gd name="connsiteX8130" fmla="*/ 6510109 w 12184002"/>
              <a:gd name="connsiteY8130" fmla="*/ 1009740 h 3882143"/>
              <a:gd name="connsiteX8131" fmla="*/ 6516670 w 12184002"/>
              <a:gd name="connsiteY8131" fmla="*/ 1025640 h 3882143"/>
              <a:gd name="connsiteX8132" fmla="*/ 6696722 w 12184002"/>
              <a:gd name="connsiteY8132" fmla="*/ 1025640 h 3882143"/>
              <a:gd name="connsiteX8133" fmla="*/ 6696722 w 12184002"/>
              <a:gd name="connsiteY8133" fmla="*/ 902499 h 3882143"/>
              <a:gd name="connsiteX8134" fmla="*/ 6586752 w 12184002"/>
              <a:gd name="connsiteY8134" fmla="*/ 794147 h 3882143"/>
              <a:gd name="connsiteX8135" fmla="*/ 6534660 w 12184002"/>
              <a:gd name="connsiteY8135" fmla="*/ 846451 h 3882143"/>
              <a:gd name="connsiteX8136" fmla="*/ 6597004 w 12184002"/>
              <a:gd name="connsiteY8136" fmla="*/ 909023 h 3882143"/>
              <a:gd name="connsiteX8137" fmla="*/ 6611596 w 12184002"/>
              <a:gd name="connsiteY8137" fmla="*/ 902948 h 3882143"/>
              <a:gd name="connsiteX8138" fmla="*/ 6635863 w 12184002"/>
              <a:gd name="connsiteY8138" fmla="*/ 927367 h 3882143"/>
              <a:gd name="connsiteX8139" fmla="*/ 6611596 w 12184002"/>
              <a:gd name="connsiteY8139" fmla="*/ 951784 h 3882143"/>
              <a:gd name="connsiteX8140" fmla="*/ 6587329 w 12184002"/>
              <a:gd name="connsiteY8140" fmla="*/ 927367 h 3882143"/>
              <a:gd name="connsiteX8141" fmla="*/ 6592393 w 12184002"/>
              <a:gd name="connsiteY8141" fmla="*/ 915071 h 3882143"/>
              <a:gd name="connsiteX8142" fmla="*/ 6523990 w 12184002"/>
              <a:gd name="connsiteY8142" fmla="*/ 846375 h 3882143"/>
              <a:gd name="connsiteX8143" fmla="*/ 6581355 w 12184002"/>
              <a:gd name="connsiteY8143" fmla="*/ 788798 h 3882143"/>
              <a:gd name="connsiteX8144" fmla="*/ 6543329 w 12184002"/>
              <a:gd name="connsiteY8144" fmla="*/ 751082 h 3882143"/>
              <a:gd name="connsiteX8145" fmla="*/ 6458323 w 12184002"/>
              <a:gd name="connsiteY8145" fmla="*/ 836382 h 3882143"/>
              <a:gd name="connsiteX8146" fmla="*/ 6331799 w 12184002"/>
              <a:gd name="connsiteY8146" fmla="*/ 709407 h 3882143"/>
              <a:gd name="connsiteX8147" fmla="*/ 6388900 w 12184002"/>
              <a:gd name="connsiteY8147" fmla="*/ 658241 h 3882143"/>
              <a:gd name="connsiteX8148" fmla="*/ 6388900 w 12184002"/>
              <a:gd name="connsiteY8148" fmla="*/ 658315 h 3882143"/>
              <a:gd name="connsiteX8149" fmla="*/ 6447054 w 12184002"/>
              <a:gd name="connsiteY8149" fmla="*/ 716695 h 3882143"/>
              <a:gd name="connsiteX8150" fmla="*/ 6447054 w 12184002"/>
              <a:gd name="connsiteY8150" fmla="*/ 722030 h 3882143"/>
              <a:gd name="connsiteX8151" fmla="*/ 6441720 w 12184002"/>
              <a:gd name="connsiteY8151" fmla="*/ 722030 h 3882143"/>
              <a:gd name="connsiteX8152" fmla="*/ 6388601 w 12184002"/>
              <a:gd name="connsiteY8152" fmla="*/ 668684 h 3882143"/>
              <a:gd name="connsiteX8153" fmla="*/ 6342769 w 12184002"/>
              <a:gd name="connsiteY8153" fmla="*/ 709707 h 3882143"/>
              <a:gd name="connsiteX8154" fmla="*/ 6458323 w 12184002"/>
              <a:gd name="connsiteY8154" fmla="*/ 825714 h 3882143"/>
              <a:gd name="connsiteX8155" fmla="*/ 6537973 w 12184002"/>
              <a:gd name="connsiteY8155" fmla="*/ 745768 h 3882143"/>
              <a:gd name="connsiteX8156" fmla="*/ 6502821 w 12184002"/>
              <a:gd name="connsiteY8156" fmla="*/ 710901 h 3882143"/>
              <a:gd name="connsiteX8157" fmla="*/ 6361327 w 12184002"/>
              <a:gd name="connsiteY8157" fmla="*/ 564325 h 3882143"/>
              <a:gd name="connsiteX8158" fmla="*/ 6361327 w 12184002"/>
              <a:gd name="connsiteY8158" fmla="*/ 400910 h 3882143"/>
              <a:gd name="connsiteX8159" fmla="*/ 6365084 w 12184002"/>
              <a:gd name="connsiteY8159" fmla="*/ 397153 h 3882143"/>
              <a:gd name="connsiteX8160" fmla="*/ 5818845 w 12184002"/>
              <a:gd name="connsiteY8160" fmla="*/ 397153 h 3882143"/>
              <a:gd name="connsiteX8161" fmla="*/ 5818920 w 12184002"/>
              <a:gd name="connsiteY8161" fmla="*/ 397153 h 3882143"/>
              <a:gd name="connsiteX8162" fmla="*/ 5822676 w 12184002"/>
              <a:gd name="connsiteY8162" fmla="*/ 400910 h 3882143"/>
              <a:gd name="connsiteX8163" fmla="*/ 5822676 w 12184002"/>
              <a:gd name="connsiteY8163" fmla="*/ 564325 h 3882143"/>
              <a:gd name="connsiteX8164" fmla="*/ 5681182 w 12184002"/>
              <a:gd name="connsiteY8164" fmla="*/ 710901 h 3882143"/>
              <a:gd name="connsiteX8165" fmla="*/ 5646030 w 12184002"/>
              <a:gd name="connsiteY8165" fmla="*/ 745768 h 3882143"/>
              <a:gd name="connsiteX8166" fmla="*/ 5725679 w 12184002"/>
              <a:gd name="connsiteY8166" fmla="*/ 825714 h 3882143"/>
              <a:gd name="connsiteX8167" fmla="*/ 5841234 w 12184002"/>
              <a:gd name="connsiteY8167" fmla="*/ 709707 h 3882143"/>
              <a:gd name="connsiteX8168" fmla="*/ 5795403 w 12184002"/>
              <a:gd name="connsiteY8168" fmla="*/ 668684 h 3882143"/>
              <a:gd name="connsiteX8169" fmla="*/ 5742284 w 12184002"/>
              <a:gd name="connsiteY8169" fmla="*/ 722030 h 3882143"/>
              <a:gd name="connsiteX8170" fmla="*/ 5736950 w 12184002"/>
              <a:gd name="connsiteY8170" fmla="*/ 722030 h 3882143"/>
              <a:gd name="connsiteX8171" fmla="*/ 5736950 w 12184002"/>
              <a:gd name="connsiteY8171" fmla="*/ 716695 h 3882143"/>
              <a:gd name="connsiteX8172" fmla="*/ 5795102 w 12184002"/>
              <a:gd name="connsiteY8172" fmla="*/ 658315 h 3882143"/>
              <a:gd name="connsiteX8173" fmla="*/ 5795102 w 12184002"/>
              <a:gd name="connsiteY8173" fmla="*/ 658241 h 3882143"/>
              <a:gd name="connsiteX8174" fmla="*/ 5852205 w 12184002"/>
              <a:gd name="connsiteY8174" fmla="*/ 709407 h 3882143"/>
              <a:gd name="connsiteX8175" fmla="*/ 5725679 w 12184002"/>
              <a:gd name="connsiteY8175" fmla="*/ 836382 h 3882143"/>
              <a:gd name="connsiteX8176" fmla="*/ 5640674 w 12184002"/>
              <a:gd name="connsiteY8176" fmla="*/ 751082 h 3882143"/>
              <a:gd name="connsiteX8177" fmla="*/ 5602648 w 12184002"/>
              <a:gd name="connsiteY8177" fmla="*/ 788798 h 3882143"/>
              <a:gd name="connsiteX8178" fmla="*/ 5660013 w 12184002"/>
              <a:gd name="connsiteY8178" fmla="*/ 846375 h 3882143"/>
              <a:gd name="connsiteX8179" fmla="*/ 5591610 w 12184002"/>
              <a:gd name="connsiteY8179" fmla="*/ 915071 h 3882143"/>
              <a:gd name="connsiteX8180" fmla="*/ 5596674 w 12184002"/>
              <a:gd name="connsiteY8180" fmla="*/ 927367 h 3882143"/>
              <a:gd name="connsiteX8181" fmla="*/ 5572407 w 12184002"/>
              <a:gd name="connsiteY8181" fmla="*/ 951784 h 3882143"/>
              <a:gd name="connsiteX8182" fmla="*/ 5548139 w 12184002"/>
              <a:gd name="connsiteY8182" fmla="*/ 927367 h 3882143"/>
              <a:gd name="connsiteX8183" fmla="*/ 5572407 w 12184002"/>
              <a:gd name="connsiteY8183" fmla="*/ 902948 h 3882143"/>
              <a:gd name="connsiteX8184" fmla="*/ 5586999 w 12184002"/>
              <a:gd name="connsiteY8184" fmla="*/ 909023 h 3882143"/>
              <a:gd name="connsiteX8185" fmla="*/ 5649344 w 12184002"/>
              <a:gd name="connsiteY8185" fmla="*/ 846451 h 3882143"/>
              <a:gd name="connsiteX8186" fmla="*/ 5597251 w 12184002"/>
              <a:gd name="connsiteY8186" fmla="*/ 794147 h 3882143"/>
              <a:gd name="connsiteX8187" fmla="*/ 5487281 w 12184002"/>
              <a:gd name="connsiteY8187" fmla="*/ 902499 h 3882143"/>
              <a:gd name="connsiteX8188" fmla="*/ 5487281 w 12184002"/>
              <a:gd name="connsiteY8188" fmla="*/ 1025640 h 3882143"/>
              <a:gd name="connsiteX8189" fmla="*/ 5667333 w 12184002"/>
              <a:gd name="connsiteY8189" fmla="*/ 1025640 h 3882143"/>
              <a:gd name="connsiteX8190" fmla="*/ 5673893 w 12184002"/>
              <a:gd name="connsiteY8190" fmla="*/ 1009740 h 3882143"/>
              <a:gd name="connsiteX8191" fmla="*/ 5691042 w 12184002"/>
              <a:gd name="connsiteY8191" fmla="*/ 1002575 h 3882143"/>
              <a:gd name="connsiteX8192" fmla="*/ 5715310 w 12184002"/>
              <a:gd name="connsiteY8192" fmla="*/ 1026993 h 3882143"/>
              <a:gd name="connsiteX8193" fmla="*/ 5691042 w 12184002"/>
              <a:gd name="connsiteY8193" fmla="*/ 1051411 h 3882143"/>
              <a:gd name="connsiteX8194" fmla="*/ 5673893 w 12184002"/>
              <a:gd name="connsiteY8194" fmla="*/ 1044274 h 3882143"/>
              <a:gd name="connsiteX8195" fmla="*/ 5669313 w 12184002"/>
              <a:gd name="connsiteY8195" fmla="*/ 1033154 h 3882143"/>
              <a:gd name="connsiteX8196" fmla="*/ 5479768 w 12184002"/>
              <a:gd name="connsiteY8196" fmla="*/ 1033154 h 3882143"/>
              <a:gd name="connsiteX8197" fmla="*/ 5479768 w 12184002"/>
              <a:gd name="connsiteY8197" fmla="*/ 899269 h 3882143"/>
              <a:gd name="connsiteX8198" fmla="*/ 5480895 w 12184002"/>
              <a:gd name="connsiteY8198" fmla="*/ 898142 h 3882143"/>
              <a:gd name="connsiteX8199" fmla="*/ 5586215 w 12184002"/>
              <a:gd name="connsiteY8199" fmla="*/ 794312 h 3882143"/>
              <a:gd name="connsiteX8200" fmla="*/ 5593595 w 12184002"/>
              <a:gd name="connsiteY8200" fmla="*/ 786984 h 3882143"/>
              <a:gd name="connsiteX8201" fmla="*/ 5593595 w 12184002"/>
              <a:gd name="connsiteY8201" fmla="*/ 785142 h 3882143"/>
              <a:gd name="connsiteX8202" fmla="*/ 5596225 w 12184002"/>
              <a:gd name="connsiteY8202" fmla="*/ 784014 h 3882143"/>
              <a:gd name="connsiteX8203" fmla="*/ 5596300 w 12184002"/>
              <a:gd name="connsiteY8203" fmla="*/ 783940 h 3882143"/>
              <a:gd name="connsiteX8204" fmla="*/ 5596552 w 12184002"/>
              <a:gd name="connsiteY8204" fmla="*/ 784047 h 3882143"/>
              <a:gd name="connsiteX8205" fmla="*/ 5692507 w 12184002"/>
              <a:gd name="connsiteY8205" fmla="*/ 688764 h 3882143"/>
              <a:gd name="connsiteX8206" fmla="*/ 5815087 w 12184002"/>
              <a:gd name="connsiteY8206" fmla="*/ 563348 h 3882143"/>
              <a:gd name="connsiteX8207" fmla="*/ 5815087 w 12184002"/>
              <a:gd name="connsiteY8207" fmla="*/ 452151 h 3882143"/>
              <a:gd name="connsiteX8208" fmla="*/ 5634768 w 12184002"/>
              <a:gd name="connsiteY8208" fmla="*/ 452151 h 3882143"/>
              <a:gd name="connsiteX8209" fmla="*/ 5634768 w 12184002"/>
              <a:gd name="connsiteY8209" fmla="*/ 645919 h 3882143"/>
              <a:gd name="connsiteX8210" fmla="*/ 5754081 w 12184002"/>
              <a:gd name="connsiteY8210" fmla="*/ 526157 h 3882143"/>
              <a:gd name="connsiteX8211" fmla="*/ 5722312 w 12184002"/>
              <a:gd name="connsiteY8211" fmla="*/ 526157 h 3882143"/>
              <a:gd name="connsiteX8212" fmla="*/ 5722374 w 12184002"/>
              <a:gd name="connsiteY8212" fmla="*/ 526306 h 3882143"/>
              <a:gd name="connsiteX8213" fmla="*/ 5698105 w 12184002"/>
              <a:gd name="connsiteY8213" fmla="*/ 550725 h 3882143"/>
              <a:gd name="connsiteX8214" fmla="*/ 5673837 w 12184002"/>
              <a:gd name="connsiteY8214" fmla="*/ 526306 h 3882143"/>
              <a:gd name="connsiteX8215" fmla="*/ 5698105 w 12184002"/>
              <a:gd name="connsiteY8215" fmla="*/ 501889 h 3882143"/>
              <a:gd name="connsiteX8216" fmla="*/ 5715255 w 12184002"/>
              <a:gd name="connsiteY8216" fmla="*/ 509027 h 3882143"/>
              <a:gd name="connsiteX8217" fmla="*/ 5719216 w 12184002"/>
              <a:gd name="connsiteY8217" fmla="*/ 518644 h 3882143"/>
              <a:gd name="connsiteX8218" fmla="*/ 5772261 w 12184002"/>
              <a:gd name="connsiteY8218" fmla="*/ 518644 h 3882143"/>
              <a:gd name="connsiteX8219" fmla="*/ 5627178 w 12184002"/>
              <a:gd name="connsiteY8219" fmla="*/ 664252 h 3882143"/>
              <a:gd name="connsiteX8220" fmla="*/ 5627178 w 12184002"/>
              <a:gd name="connsiteY8220" fmla="*/ 444638 h 3882143"/>
              <a:gd name="connsiteX8221" fmla="*/ 5627254 w 12184002"/>
              <a:gd name="connsiteY8221" fmla="*/ 444638 h 3882143"/>
              <a:gd name="connsiteX8222" fmla="*/ 5815087 w 12184002"/>
              <a:gd name="connsiteY8222" fmla="*/ 444638 h 3882143"/>
              <a:gd name="connsiteX8223" fmla="*/ 5815087 w 12184002"/>
              <a:gd name="connsiteY8223" fmla="*/ 400910 h 3882143"/>
              <a:gd name="connsiteX8224" fmla="*/ 5818845 w 12184002"/>
              <a:gd name="connsiteY8224" fmla="*/ 397153 h 3882143"/>
              <a:gd name="connsiteX8225" fmla="*/ 9848560 w 12184002"/>
              <a:gd name="connsiteY8225" fmla="*/ 353808 h 3882143"/>
              <a:gd name="connsiteX8226" fmla="*/ 10179523 w 12184002"/>
              <a:gd name="connsiteY8226" fmla="*/ 353808 h 3882143"/>
              <a:gd name="connsiteX8227" fmla="*/ 10179448 w 12184002"/>
              <a:gd name="connsiteY8227" fmla="*/ 353883 h 3882143"/>
              <a:gd name="connsiteX8228" fmla="*/ 10179448 w 12184002"/>
              <a:gd name="connsiteY8228" fmla="*/ 497312 h 3882143"/>
              <a:gd name="connsiteX8229" fmla="*/ 9886728 w 12184002"/>
              <a:gd name="connsiteY8229" fmla="*/ 497312 h 3882143"/>
              <a:gd name="connsiteX8230" fmla="*/ 9886728 w 12184002"/>
              <a:gd name="connsiteY8230" fmla="*/ 420377 h 3882143"/>
              <a:gd name="connsiteX8231" fmla="*/ 9997098 w 12184002"/>
              <a:gd name="connsiteY8231" fmla="*/ 420377 h 3882143"/>
              <a:gd name="connsiteX8232" fmla="*/ 10000856 w 12184002"/>
              <a:gd name="connsiteY8232" fmla="*/ 424133 h 3882143"/>
              <a:gd name="connsiteX8233" fmla="*/ 9997098 w 12184002"/>
              <a:gd name="connsiteY8233" fmla="*/ 427887 h 3882143"/>
              <a:gd name="connsiteX8234" fmla="*/ 9894316 w 12184002"/>
              <a:gd name="connsiteY8234" fmla="*/ 427887 h 3882143"/>
              <a:gd name="connsiteX8235" fmla="*/ 9894316 w 12184002"/>
              <a:gd name="connsiteY8235" fmla="*/ 489723 h 3882143"/>
              <a:gd name="connsiteX8236" fmla="*/ 10172009 w 12184002"/>
              <a:gd name="connsiteY8236" fmla="*/ 489723 h 3882143"/>
              <a:gd name="connsiteX8237" fmla="*/ 10172009 w 12184002"/>
              <a:gd name="connsiteY8237" fmla="*/ 361397 h 3882143"/>
              <a:gd name="connsiteX8238" fmla="*/ 9851867 w 12184002"/>
              <a:gd name="connsiteY8238" fmla="*/ 361397 h 3882143"/>
              <a:gd name="connsiteX8239" fmla="*/ 9723314 w 12184002"/>
              <a:gd name="connsiteY8239" fmla="*/ 498964 h 3882143"/>
              <a:gd name="connsiteX8240" fmla="*/ 9717979 w 12184002"/>
              <a:gd name="connsiteY8240" fmla="*/ 499115 h 3882143"/>
              <a:gd name="connsiteX8241" fmla="*/ 9717828 w 12184002"/>
              <a:gd name="connsiteY8241" fmla="*/ 493780 h 3882143"/>
              <a:gd name="connsiteX8242" fmla="*/ 2004480 w 12184002"/>
              <a:gd name="connsiteY8242" fmla="*/ 353808 h 3882143"/>
              <a:gd name="connsiteX8243" fmla="*/ 2335442 w 12184002"/>
              <a:gd name="connsiteY8243" fmla="*/ 353808 h 3882143"/>
              <a:gd name="connsiteX8244" fmla="*/ 2466174 w 12184002"/>
              <a:gd name="connsiteY8244" fmla="*/ 493780 h 3882143"/>
              <a:gd name="connsiteX8245" fmla="*/ 2466024 w 12184002"/>
              <a:gd name="connsiteY8245" fmla="*/ 499115 h 3882143"/>
              <a:gd name="connsiteX8246" fmla="*/ 2460688 w 12184002"/>
              <a:gd name="connsiteY8246" fmla="*/ 498964 h 3882143"/>
              <a:gd name="connsiteX8247" fmla="*/ 2332137 w 12184002"/>
              <a:gd name="connsiteY8247" fmla="*/ 361397 h 3882143"/>
              <a:gd name="connsiteX8248" fmla="*/ 2011993 w 12184002"/>
              <a:gd name="connsiteY8248" fmla="*/ 361397 h 3882143"/>
              <a:gd name="connsiteX8249" fmla="*/ 2011993 w 12184002"/>
              <a:gd name="connsiteY8249" fmla="*/ 489723 h 3882143"/>
              <a:gd name="connsiteX8250" fmla="*/ 2289687 w 12184002"/>
              <a:gd name="connsiteY8250" fmla="*/ 489723 h 3882143"/>
              <a:gd name="connsiteX8251" fmla="*/ 2289687 w 12184002"/>
              <a:gd name="connsiteY8251" fmla="*/ 427887 h 3882143"/>
              <a:gd name="connsiteX8252" fmla="*/ 2186904 w 12184002"/>
              <a:gd name="connsiteY8252" fmla="*/ 427887 h 3882143"/>
              <a:gd name="connsiteX8253" fmla="*/ 2183147 w 12184002"/>
              <a:gd name="connsiteY8253" fmla="*/ 424133 h 3882143"/>
              <a:gd name="connsiteX8254" fmla="*/ 2186904 w 12184002"/>
              <a:gd name="connsiteY8254" fmla="*/ 420377 h 3882143"/>
              <a:gd name="connsiteX8255" fmla="*/ 2297274 w 12184002"/>
              <a:gd name="connsiteY8255" fmla="*/ 420377 h 3882143"/>
              <a:gd name="connsiteX8256" fmla="*/ 2297274 w 12184002"/>
              <a:gd name="connsiteY8256" fmla="*/ 497312 h 3882143"/>
              <a:gd name="connsiteX8257" fmla="*/ 2004555 w 12184002"/>
              <a:gd name="connsiteY8257" fmla="*/ 497312 h 3882143"/>
              <a:gd name="connsiteX8258" fmla="*/ 2004555 w 12184002"/>
              <a:gd name="connsiteY8258" fmla="*/ 353883 h 3882143"/>
              <a:gd name="connsiteX8259" fmla="*/ 8045288 w 12184002"/>
              <a:gd name="connsiteY8259" fmla="*/ 353804 h 3882143"/>
              <a:gd name="connsiteX8260" fmla="*/ 8376245 w 12184002"/>
              <a:gd name="connsiteY8260" fmla="*/ 353804 h 3882143"/>
              <a:gd name="connsiteX8261" fmla="*/ 8506907 w 12184002"/>
              <a:gd name="connsiteY8261" fmla="*/ 493701 h 3882143"/>
              <a:gd name="connsiteX8262" fmla="*/ 8506756 w 12184002"/>
              <a:gd name="connsiteY8262" fmla="*/ 499036 h 3882143"/>
              <a:gd name="connsiteX8263" fmla="*/ 8501422 w 12184002"/>
              <a:gd name="connsiteY8263" fmla="*/ 498886 h 3882143"/>
              <a:gd name="connsiteX8264" fmla="*/ 8372869 w 12184002"/>
              <a:gd name="connsiteY8264" fmla="*/ 361318 h 3882143"/>
              <a:gd name="connsiteX8265" fmla="*/ 8052726 w 12184002"/>
              <a:gd name="connsiteY8265" fmla="*/ 361318 h 3882143"/>
              <a:gd name="connsiteX8266" fmla="*/ 8052726 w 12184002"/>
              <a:gd name="connsiteY8266" fmla="*/ 489644 h 3882143"/>
              <a:gd name="connsiteX8267" fmla="*/ 8330419 w 12184002"/>
              <a:gd name="connsiteY8267" fmla="*/ 489644 h 3882143"/>
              <a:gd name="connsiteX8268" fmla="*/ 8330419 w 12184002"/>
              <a:gd name="connsiteY8268" fmla="*/ 427810 h 3882143"/>
              <a:gd name="connsiteX8269" fmla="*/ 8227637 w 12184002"/>
              <a:gd name="connsiteY8269" fmla="*/ 427810 h 3882143"/>
              <a:gd name="connsiteX8270" fmla="*/ 8223880 w 12184002"/>
              <a:gd name="connsiteY8270" fmla="*/ 424055 h 3882143"/>
              <a:gd name="connsiteX8271" fmla="*/ 8227637 w 12184002"/>
              <a:gd name="connsiteY8271" fmla="*/ 420298 h 3882143"/>
              <a:gd name="connsiteX8272" fmla="*/ 8338008 w 12184002"/>
              <a:gd name="connsiteY8272" fmla="*/ 420298 h 3882143"/>
              <a:gd name="connsiteX8273" fmla="*/ 8338008 w 12184002"/>
              <a:gd name="connsiteY8273" fmla="*/ 497233 h 3882143"/>
              <a:gd name="connsiteX8274" fmla="*/ 8045288 w 12184002"/>
              <a:gd name="connsiteY8274" fmla="*/ 497233 h 3882143"/>
              <a:gd name="connsiteX8275" fmla="*/ 3807758 w 12184002"/>
              <a:gd name="connsiteY8275" fmla="*/ 353804 h 3882143"/>
              <a:gd name="connsiteX8276" fmla="*/ 4138715 w 12184002"/>
              <a:gd name="connsiteY8276" fmla="*/ 353804 h 3882143"/>
              <a:gd name="connsiteX8277" fmla="*/ 4138715 w 12184002"/>
              <a:gd name="connsiteY8277" fmla="*/ 497233 h 3882143"/>
              <a:gd name="connsiteX8278" fmla="*/ 3845996 w 12184002"/>
              <a:gd name="connsiteY8278" fmla="*/ 497233 h 3882143"/>
              <a:gd name="connsiteX8279" fmla="*/ 3845996 w 12184002"/>
              <a:gd name="connsiteY8279" fmla="*/ 420298 h 3882143"/>
              <a:gd name="connsiteX8280" fmla="*/ 3956367 w 12184002"/>
              <a:gd name="connsiteY8280" fmla="*/ 420298 h 3882143"/>
              <a:gd name="connsiteX8281" fmla="*/ 3960124 w 12184002"/>
              <a:gd name="connsiteY8281" fmla="*/ 424055 h 3882143"/>
              <a:gd name="connsiteX8282" fmla="*/ 3956367 w 12184002"/>
              <a:gd name="connsiteY8282" fmla="*/ 427810 h 3882143"/>
              <a:gd name="connsiteX8283" fmla="*/ 3853584 w 12184002"/>
              <a:gd name="connsiteY8283" fmla="*/ 427810 h 3882143"/>
              <a:gd name="connsiteX8284" fmla="*/ 3853584 w 12184002"/>
              <a:gd name="connsiteY8284" fmla="*/ 489644 h 3882143"/>
              <a:gd name="connsiteX8285" fmla="*/ 4131277 w 12184002"/>
              <a:gd name="connsiteY8285" fmla="*/ 489644 h 3882143"/>
              <a:gd name="connsiteX8286" fmla="*/ 4131277 w 12184002"/>
              <a:gd name="connsiteY8286" fmla="*/ 361318 h 3882143"/>
              <a:gd name="connsiteX8287" fmla="*/ 3811134 w 12184002"/>
              <a:gd name="connsiteY8287" fmla="*/ 361318 h 3882143"/>
              <a:gd name="connsiteX8288" fmla="*/ 3682580 w 12184002"/>
              <a:gd name="connsiteY8288" fmla="*/ 498886 h 3882143"/>
              <a:gd name="connsiteX8289" fmla="*/ 3677246 w 12184002"/>
              <a:gd name="connsiteY8289" fmla="*/ 499036 h 3882143"/>
              <a:gd name="connsiteX8290" fmla="*/ 3677096 w 12184002"/>
              <a:gd name="connsiteY8290" fmla="*/ 493701 h 3882143"/>
              <a:gd name="connsiteX8291" fmla="*/ 8376175 w 12184002"/>
              <a:gd name="connsiteY8291" fmla="*/ 353730 h 3882143"/>
              <a:gd name="connsiteX8292" fmla="*/ 8376251 w 12184002"/>
              <a:gd name="connsiteY8292" fmla="*/ 353804 h 3882143"/>
              <a:gd name="connsiteX8293" fmla="*/ 8376245 w 12184002"/>
              <a:gd name="connsiteY8293" fmla="*/ 353804 h 3882143"/>
              <a:gd name="connsiteX8294" fmla="*/ 3807829 w 12184002"/>
              <a:gd name="connsiteY8294" fmla="*/ 353730 h 3882143"/>
              <a:gd name="connsiteX8295" fmla="*/ 3807758 w 12184002"/>
              <a:gd name="connsiteY8295" fmla="*/ 353804 h 3882143"/>
              <a:gd name="connsiteX8296" fmla="*/ 3807752 w 12184002"/>
              <a:gd name="connsiteY8296" fmla="*/ 353804 h 3882143"/>
              <a:gd name="connsiteX8297" fmla="*/ 10864887 w 12184002"/>
              <a:gd name="connsiteY8297" fmla="*/ 330065 h 3882143"/>
              <a:gd name="connsiteX8298" fmla="*/ 11137546 w 12184002"/>
              <a:gd name="connsiteY8298" fmla="*/ 330065 h 3882143"/>
              <a:gd name="connsiteX8299" fmla="*/ 11137546 w 12184002"/>
              <a:gd name="connsiteY8299" fmla="*/ 442761 h 3882143"/>
              <a:gd name="connsiteX8300" fmla="*/ 11073006 w 12184002"/>
              <a:gd name="connsiteY8300" fmla="*/ 386038 h 3882143"/>
              <a:gd name="connsiteX8301" fmla="*/ 11022441 w 12184002"/>
              <a:gd name="connsiteY8301" fmla="*/ 386038 h 3882143"/>
              <a:gd name="connsiteX8302" fmla="*/ 11018686 w 12184002"/>
              <a:gd name="connsiteY8302" fmla="*/ 382281 h 3882143"/>
              <a:gd name="connsiteX8303" fmla="*/ 11022441 w 12184002"/>
              <a:gd name="connsiteY8303" fmla="*/ 378524 h 3882143"/>
              <a:gd name="connsiteX8304" fmla="*/ 11075786 w 12184002"/>
              <a:gd name="connsiteY8304" fmla="*/ 378524 h 3882143"/>
              <a:gd name="connsiteX8305" fmla="*/ 11129957 w 12184002"/>
              <a:gd name="connsiteY8305" fmla="*/ 426083 h 3882143"/>
              <a:gd name="connsiteX8306" fmla="*/ 11129957 w 12184002"/>
              <a:gd name="connsiteY8306" fmla="*/ 337653 h 3882143"/>
              <a:gd name="connsiteX8307" fmla="*/ 10883070 w 12184002"/>
              <a:gd name="connsiteY8307" fmla="*/ 337653 h 3882143"/>
              <a:gd name="connsiteX8308" fmla="*/ 10995394 w 12184002"/>
              <a:gd name="connsiteY8308" fmla="*/ 450351 h 3882143"/>
              <a:gd name="connsiteX8309" fmla="*/ 10995394 w 12184002"/>
              <a:gd name="connsiteY8309" fmla="*/ 455685 h 3882143"/>
              <a:gd name="connsiteX8310" fmla="*/ 10990059 w 12184002"/>
              <a:gd name="connsiteY8310" fmla="*/ 455685 h 3882143"/>
              <a:gd name="connsiteX8311" fmla="*/ 1046456 w 12184002"/>
              <a:gd name="connsiteY8311" fmla="*/ 330065 h 3882143"/>
              <a:gd name="connsiteX8312" fmla="*/ 1319115 w 12184002"/>
              <a:gd name="connsiteY8312" fmla="*/ 330065 h 3882143"/>
              <a:gd name="connsiteX8313" fmla="*/ 1193944 w 12184002"/>
              <a:gd name="connsiteY8313" fmla="*/ 455685 h 3882143"/>
              <a:gd name="connsiteX8314" fmla="*/ 1188609 w 12184002"/>
              <a:gd name="connsiteY8314" fmla="*/ 455685 h 3882143"/>
              <a:gd name="connsiteX8315" fmla="*/ 1188609 w 12184002"/>
              <a:gd name="connsiteY8315" fmla="*/ 450351 h 3882143"/>
              <a:gd name="connsiteX8316" fmla="*/ 1300934 w 12184002"/>
              <a:gd name="connsiteY8316" fmla="*/ 337653 h 3882143"/>
              <a:gd name="connsiteX8317" fmla="*/ 1054046 w 12184002"/>
              <a:gd name="connsiteY8317" fmla="*/ 337653 h 3882143"/>
              <a:gd name="connsiteX8318" fmla="*/ 1054046 w 12184002"/>
              <a:gd name="connsiteY8318" fmla="*/ 426083 h 3882143"/>
              <a:gd name="connsiteX8319" fmla="*/ 1108216 w 12184002"/>
              <a:gd name="connsiteY8319" fmla="*/ 378524 h 3882143"/>
              <a:gd name="connsiteX8320" fmla="*/ 1161561 w 12184002"/>
              <a:gd name="connsiteY8320" fmla="*/ 378524 h 3882143"/>
              <a:gd name="connsiteX8321" fmla="*/ 1165318 w 12184002"/>
              <a:gd name="connsiteY8321" fmla="*/ 382281 h 3882143"/>
              <a:gd name="connsiteX8322" fmla="*/ 1161561 w 12184002"/>
              <a:gd name="connsiteY8322" fmla="*/ 386038 h 3882143"/>
              <a:gd name="connsiteX8323" fmla="*/ 1110996 w 12184002"/>
              <a:gd name="connsiteY8323" fmla="*/ 386038 h 3882143"/>
              <a:gd name="connsiteX8324" fmla="*/ 1046456 w 12184002"/>
              <a:gd name="connsiteY8324" fmla="*/ 442761 h 3882143"/>
              <a:gd name="connsiteX8325" fmla="*/ 7087189 w 12184002"/>
              <a:gd name="connsiteY8325" fmla="*/ 330062 h 3882143"/>
              <a:gd name="connsiteX8326" fmla="*/ 7359847 w 12184002"/>
              <a:gd name="connsiteY8326" fmla="*/ 330062 h 3882143"/>
              <a:gd name="connsiteX8327" fmla="*/ 7234676 w 12184002"/>
              <a:gd name="connsiteY8327" fmla="*/ 455683 h 3882143"/>
              <a:gd name="connsiteX8328" fmla="*/ 7229342 w 12184002"/>
              <a:gd name="connsiteY8328" fmla="*/ 455683 h 3882143"/>
              <a:gd name="connsiteX8329" fmla="*/ 7229342 w 12184002"/>
              <a:gd name="connsiteY8329" fmla="*/ 450349 h 3882143"/>
              <a:gd name="connsiteX8330" fmla="*/ 7341666 w 12184002"/>
              <a:gd name="connsiteY8330" fmla="*/ 337649 h 3882143"/>
              <a:gd name="connsiteX8331" fmla="*/ 7094777 w 12184002"/>
              <a:gd name="connsiteY8331" fmla="*/ 337649 h 3882143"/>
              <a:gd name="connsiteX8332" fmla="*/ 7094777 w 12184002"/>
              <a:gd name="connsiteY8332" fmla="*/ 426080 h 3882143"/>
              <a:gd name="connsiteX8333" fmla="*/ 7148949 w 12184002"/>
              <a:gd name="connsiteY8333" fmla="*/ 378521 h 3882143"/>
              <a:gd name="connsiteX8334" fmla="*/ 7202293 w 12184002"/>
              <a:gd name="connsiteY8334" fmla="*/ 378521 h 3882143"/>
              <a:gd name="connsiteX8335" fmla="*/ 7206049 w 12184002"/>
              <a:gd name="connsiteY8335" fmla="*/ 382278 h 3882143"/>
              <a:gd name="connsiteX8336" fmla="*/ 7202293 w 12184002"/>
              <a:gd name="connsiteY8336" fmla="*/ 386035 h 3882143"/>
              <a:gd name="connsiteX8337" fmla="*/ 7151728 w 12184002"/>
              <a:gd name="connsiteY8337" fmla="*/ 386035 h 3882143"/>
              <a:gd name="connsiteX8338" fmla="*/ 7087189 w 12184002"/>
              <a:gd name="connsiteY8338" fmla="*/ 442760 h 3882143"/>
              <a:gd name="connsiteX8339" fmla="*/ 4824155 w 12184002"/>
              <a:gd name="connsiteY8339" fmla="*/ 330062 h 3882143"/>
              <a:gd name="connsiteX8340" fmla="*/ 5096815 w 12184002"/>
              <a:gd name="connsiteY8340" fmla="*/ 330062 h 3882143"/>
              <a:gd name="connsiteX8341" fmla="*/ 5096815 w 12184002"/>
              <a:gd name="connsiteY8341" fmla="*/ 442760 h 3882143"/>
              <a:gd name="connsiteX8342" fmla="*/ 5032275 w 12184002"/>
              <a:gd name="connsiteY8342" fmla="*/ 386035 h 3882143"/>
              <a:gd name="connsiteX8343" fmla="*/ 4981710 w 12184002"/>
              <a:gd name="connsiteY8343" fmla="*/ 386035 h 3882143"/>
              <a:gd name="connsiteX8344" fmla="*/ 4977954 w 12184002"/>
              <a:gd name="connsiteY8344" fmla="*/ 382278 h 3882143"/>
              <a:gd name="connsiteX8345" fmla="*/ 4981710 w 12184002"/>
              <a:gd name="connsiteY8345" fmla="*/ 378521 h 3882143"/>
              <a:gd name="connsiteX8346" fmla="*/ 5035054 w 12184002"/>
              <a:gd name="connsiteY8346" fmla="*/ 378521 h 3882143"/>
              <a:gd name="connsiteX8347" fmla="*/ 5089226 w 12184002"/>
              <a:gd name="connsiteY8347" fmla="*/ 426080 h 3882143"/>
              <a:gd name="connsiteX8348" fmla="*/ 5089226 w 12184002"/>
              <a:gd name="connsiteY8348" fmla="*/ 337649 h 3882143"/>
              <a:gd name="connsiteX8349" fmla="*/ 4842338 w 12184002"/>
              <a:gd name="connsiteY8349" fmla="*/ 337649 h 3882143"/>
              <a:gd name="connsiteX8350" fmla="*/ 4954662 w 12184002"/>
              <a:gd name="connsiteY8350" fmla="*/ 450349 h 3882143"/>
              <a:gd name="connsiteX8351" fmla="*/ 4954662 w 12184002"/>
              <a:gd name="connsiteY8351" fmla="*/ 455683 h 3882143"/>
              <a:gd name="connsiteX8352" fmla="*/ 4949328 w 12184002"/>
              <a:gd name="connsiteY8352" fmla="*/ 455683 h 3882143"/>
              <a:gd name="connsiteX8353" fmla="*/ 10577053 w 12184002"/>
              <a:gd name="connsiteY8353" fmla="*/ 284310 h 3882143"/>
              <a:gd name="connsiteX8354" fmla="*/ 10577127 w 12184002"/>
              <a:gd name="connsiteY8354" fmla="*/ 284385 h 3882143"/>
              <a:gd name="connsiteX8355" fmla="*/ 10577053 w 12184002"/>
              <a:gd name="connsiteY8355" fmla="*/ 284385 h 3882143"/>
              <a:gd name="connsiteX8356" fmla="*/ 1606950 w 12184002"/>
              <a:gd name="connsiteY8356" fmla="*/ 284310 h 3882143"/>
              <a:gd name="connsiteX8357" fmla="*/ 1606950 w 12184002"/>
              <a:gd name="connsiteY8357" fmla="*/ 284385 h 3882143"/>
              <a:gd name="connsiteX8358" fmla="*/ 1606875 w 12184002"/>
              <a:gd name="connsiteY8358" fmla="*/ 284385 h 3882143"/>
              <a:gd name="connsiteX8359" fmla="*/ 9829927 w 12184002"/>
              <a:gd name="connsiteY8359" fmla="*/ 274243 h 3882143"/>
              <a:gd name="connsiteX8360" fmla="*/ 10197930 w 12184002"/>
              <a:gd name="connsiteY8360" fmla="*/ 274243 h 3882143"/>
              <a:gd name="connsiteX8361" fmla="*/ 10197856 w 12184002"/>
              <a:gd name="connsiteY8361" fmla="*/ 274317 h 3882143"/>
              <a:gd name="connsiteX8362" fmla="*/ 10254355 w 12184002"/>
              <a:gd name="connsiteY8362" fmla="*/ 356438 h 3882143"/>
              <a:gd name="connsiteX8363" fmla="*/ 10254355 w 12184002"/>
              <a:gd name="connsiteY8363" fmla="*/ 566660 h 3882143"/>
              <a:gd name="connsiteX8364" fmla="*/ 9858327 w 12184002"/>
              <a:gd name="connsiteY8364" fmla="*/ 566660 h 3882143"/>
              <a:gd name="connsiteX8365" fmla="*/ 9813624 w 12184002"/>
              <a:gd name="connsiteY8365" fmla="*/ 662006 h 3882143"/>
              <a:gd name="connsiteX8366" fmla="*/ 9813624 w 12184002"/>
              <a:gd name="connsiteY8366" fmla="*/ 1377941 h 3882143"/>
              <a:gd name="connsiteX8367" fmla="*/ 9685043 w 12184002"/>
              <a:gd name="connsiteY8367" fmla="*/ 1423515 h 3882143"/>
              <a:gd name="connsiteX8368" fmla="*/ 9687475 w 12184002"/>
              <a:gd name="connsiteY8368" fmla="*/ 1429407 h 3882143"/>
              <a:gd name="connsiteX8369" fmla="*/ 9663206 w 12184002"/>
              <a:gd name="connsiteY8369" fmla="*/ 1453825 h 3882143"/>
              <a:gd name="connsiteX8370" fmla="*/ 9638938 w 12184002"/>
              <a:gd name="connsiteY8370" fmla="*/ 1429407 h 3882143"/>
              <a:gd name="connsiteX8371" fmla="*/ 9663206 w 12184002"/>
              <a:gd name="connsiteY8371" fmla="*/ 1404989 h 3882143"/>
              <a:gd name="connsiteX8372" fmla="*/ 9680355 w 12184002"/>
              <a:gd name="connsiteY8372" fmla="*/ 1412155 h 3882143"/>
              <a:gd name="connsiteX8373" fmla="*/ 9682159 w 12184002"/>
              <a:gd name="connsiteY8373" fmla="*/ 1416524 h 3882143"/>
              <a:gd name="connsiteX8374" fmla="*/ 9722562 w 12184002"/>
              <a:gd name="connsiteY8374" fmla="*/ 1402209 h 3882143"/>
              <a:gd name="connsiteX8375" fmla="*/ 9722562 w 12184002"/>
              <a:gd name="connsiteY8375" fmla="*/ 637136 h 3882143"/>
              <a:gd name="connsiteX8376" fmla="*/ 9786349 w 12184002"/>
              <a:gd name="connsiteY8376" fmla="*/ 509107 h 3882143"/>
              <a:gd name="connsiteX8377" fmla="*/ 9789730 w 12184002"/>
              <a:gd name="connsiteY8377" fmla="*/ 507003 h 3882143"/>
              <a:gd name="connsiteX8378" fmla="*/ 9789730 w 12184002"/>
              <a:gd name="connsiteY8378" fmla="*/ 506928 h 3882143"/>
              <a:gd name="connsiteX8379" fmla="*/ 9791383 w 12184002"/>
              <a:gd name="connsiteY8379" fmla="*/ 507303 h 3882143"/>
              <a:gd name="connsiteX8380" fmla="*/ 9793037 w 12184002"/>
              <a:gd name="connsiteY8380" fmla="*/ 512413 h 3882143"/>
              <a:gd name="connsiteX8381" fmla="*/ 9730075 w 12184002"/>
              <a:gd name="connsiteY8381" fmla="*/ 638863 h 3882143"/>
              <a:gd name="connsiteX8382" fmla="*/ 9730075 w 12184002"/>
              <a:gd name="connsiteY8382" fmla="*/ 1399548 h 3882143"/>
              <a:gd name="connsiteX8383" fmla="*/ 9806110 w 12184002"/>
              <a:gd name="connsiteY8383" fmla="*/ 1372607 h 3882143"/>
              <a:gd name="connsiteX8384" fmla="*/ 9806110 w 12184002"/>
              <a:gd name="connsiteY8384" fmla="*/ 661181 h 3882143"/>
              <a:gd name="connsiteX8385" fmla="*/ 9853594 w 12184002"/>
              <a:gd name="connsiteY8385" fmla="*/ 559073 h 3882143"/>
              <a:gd name="connsiteX8386" fmla="*/ 10246917 w 12184002"/>
              <a:gd name="connsiteY8386" fmla="*/ 559073 h 3882143"/>
              <a:gd name="connsiteX8387" fmla="*/ 10246917 w 12184002"/>
              <a:gd name="connsiteY8387" fmla="*/ 358768 h 3882143"/>
              <a:gd name="connsiteX8388" fmla="*/ 10193948 w 12184002"/>
              <a:gd name="connsiteY8388" fmla="*/ 281832 h 3882143"/>
              <a:gd name="connsiteX8389" fmla="*/ 9833082 w 12184002"/>
              <a:gd name="connsiteY8389" fmla="*/ 281832 h 3882143"/>
              <a:gd name="connsiteX8390" fmla="*/ 9731878 w 12184002"/>
              <a:gd name="connsiteY8390" fmla="*/ 383335 h 3882143"/>
              <a:gd name="connsiteX8391" fmla="*/ 9726544 w 12184002"/>
              <a:gd name="connsiteY8391" fmla="*/ 383335 h 3882143"/>
              <a:gd name="connsiteX8392" fmla="*/ 9726544 w 12184002"/>
              <a:gd name="connsiteY8392" fmla="*/ 378001 h 3882143"/>
              <a:gd name="connsiteX8393" fmla="*/ 1986073 w 12184002"/>
              <a:gd name="connsiteY8393" fmla="*/ 274243 h 3882143"/>
              <a:gd name="connsiteX8394" fmla="*/ 2354075 w 12184002"/>
              <a:gd name="connsiteY8394" fmla="*/ 274243 h 3882143"/>
              <a:gd name="connsiteX8395" fmla="*/ 2457458 w 12184002"/>
              <a:gd name="connsiteY8395" fmla="*/ 378001 h 3882143"/>
              <a:gd name="connsiteX8396" fmla="*/ 2457458 w 12184002"/>
              <a:gd name="connsiteY8396" fmla="*/ 383335 h 3882143"/>
              <a:gd name="connsiteX8397" fmla="*/ 2452124 w 12184002"/>
              <a:gd name="connsiteY8397" fmla="*/ 383335 h 3882143"/>
              <a:gd name="connsiteX8398" fmla="*/ 2350920 w 12184002"/>
              <a:gd name="connsiteY8398" fmla="*/ 281832 h 3882143"/>
              <a:gd name="connsiteX8399" fmla="*/ 1990055 w 12184002"/>
              <a:gd name="connsiteY8399" fmla="*/ 281832 h 3882143"/>
              <a:gd name="connsiteX8400" fmla="*/ 1937086 w 12184002"/>
              <a:gd name="connsiteY8400" fmla="*/ 358768 h 3882143"/>
              <a:gd name="connsiteX8401" fmla="*/ 1937086 w 12184002"/>
              <a:gd name="connsiteY8401" fmla="*/ 559073 h 3882143"/>
              <a:gd name="connsiteX8402" fmla="*/ 2330408 w 12184002"/>
              <a:gd name="connsiteY8402" fmla="*/ 559073 h 3882143"/>
              <a:gd name="connsiteX8403" fmla="*/ 2377893 w 12184002"/>
              <a:gd name="connsiteY8403" fmla="*/ 661181 h 3882143"/>
              <a:gd name="connsiteX8404" fmla="*/ 2377893 w 12184002"/>
              <a:gd name="connsiteY8404" fmla="*/ 1372607 h 3882143"/>
              <a:gd name="connsiteX8405" fmla="*/ 2453927 w 12184002"/>
              <a:gd name="connsiteY8405" fmla="*/ 1399548 h 3882143"/>
              <a:gd name="connsiteX8406" fmla="*/ 2453927 w 12184002"/>
              <a:gd name="connsiteY8406" fmla="*/ 638863 h 3882143"/>
              <a:gd name="connsiteX8407" fmla="*/ 2390967 w 12184002"/>
              <a:gd name="connsiteY8407" fmla="*/ 512413 h 3882143"/>
              <a:gd name="connsiteX8408" fmla="*/ 2392619 w 12184002"/>
              <a:gd name="connsiteY8408" fmla="*/ 507303 h 3882143"/>
              <a:gd name="connsiteX8409" fmla="*/ 2394272 w 12184002"/>
              <a:gd name="connsiteY8409" fmla="*/ 506928 h 3882143"/>
              <a:gd name="connsiteX8410" fmla="*/ 2394272 w 12184002"/>
              <a:gd name="connsiteY8410" fmla="*/ 507003 h 3882143"/>
              <a:gd name="connsiteX8411" fmla="*/ 2397653 w 12184002"/>
              <a:gd name="connsiteY8411" fmla="*/ 509107 h 3882143"/>
              <a:gd name="connsiteX8412" fmla="*/ 2461441 w 12184002"/>
              <a:gd name="connsiteY8412" fmla="*/ 637136 h 3882143"/>
              <a:gd name="connsiteX8413" fmla="*/ 2461441 w 12184002"/>
              <a:gd name="connsiteY8413" fmla="*/ 1402209 h 3882143"/>
              <a:gd name="connsiteX8414" fmla="*/ 2501844 w 12184002"/>
              <a:gd name="connsiteY8414" fmla="*/ 1416524 h 3882143"/>
              <a:gd name="connsiteX8415" fmla="*/ 2503647 w 12184002"/>
              <a:gd name="connsiteY8415" fmla="*/ 1412155 h 3882143"/>
              <a:gd name="connsiteX8416" fmla="*/ 2520796 w 12184002"/>
              <a:gd name="connsiteY8416" fmla="*/ 1404989 h 3882143"/>
              <a:gd name="connsiteX8417" fmla="*/ 2545064 w 12184002"/>
              <a:gd name="connsiteY8417" fmla="*/ 1429407 h 3882143"/>
              <a:gd name="connsiteX8418" fmla="*/ 2520796 w 12184002"/>
              <a:gd name="connsiteY8418" fmla="*/ 1453825 h 3882143"/>
              <a:gd name="connsiteX8419" fmla="*/ 2496529 w 12184002"/>
              <a:gd name="connsiteY8419" fmla="*/ 1429407 h 3882143"/>
              <a:gd name="connsiteX8420" fmla="*/ 2498959 w 12184002"/>
              <a:gd name="connsiteY8420" fmla="*/ 1423515 h 3882143"/>
              <a:gd name="connsiteX8421" fmla="*/ 2370378 w 12184002"/>
              <a:gd name="connsiteY8421" fmla="*/ 1377941 h 3882143"/>
              <a:gd name="connsiteX8422" fmla="*/ 2370378 w 12184002"/>
              <a:gd name="connsiteY8422" fmla="*/ 662006 h 3882143"/>
              <a:gd name="connsiteX8423" fmla="*/ 2325675 w 12184002"/>
              <a:gd name="connsiteY8423" fmla="*/ 566660 h 3882143"/>
              <a:gd name="connsiteX8424" fmla="*/ 1929647 w 12184002"/>
              <a:gd name="connsiteY8424" fmla="*/ 566660 h 3882143"/>
              <a:gd name="connsiteX8425" fmla="*/ 1929647 w 12184002"/>
              <a:gd name="connsiteY8425" fmla="*/ 356438 h 3882143"/>
              <a:gd name="connsiteX8426" fmla="*/ 1986148 w 12184002"/>
              <a:gd name="connsiteY8426" fmla="*/ 274317 h 3882143"/>
              <a:gd name="connsiteX8427" fmla="*/ 8026880 w 12184002"/>
              <a:gd name="connsiteY8427" fmla="*/ 274238 h 3882143"/>
              <a:gd name="connsiteX8428" fmla="*/ 8394807 w 12184002"/>
              <a:gd name="connsiteY8428" fmla="*/ 274238 h 3882143"/>
              <a:gd name="connsiteX8429" fmla="*/ 8498116 w 12184002"/>
              <a:gd name="connsiteY8429" fmla="*/ 377922 h 3882143"/>
              <a:gd name="connsiteX8430" fmla="*/ 8498116 w 12184002"/>
              <a:gd name="connsiteY8430" fmla="*/ 383257 h 3882143"/>
              <a:gd name="connsiteX8431" fmla="*/ 8492781 w 12184002"/>
              <a:gd name="connsiteY8431" fmla="*/ 383257 h 3882143"/>
              <a:gd name="connsiteX8432" fmla="*/ 8391652 w 12184002"/>
              <a:gd name="connsiteY8432" fmla="*/ 281753 h 3882143"/>
              <a:gd name="connsiteX8433" fmla="*/ 8030787 w 12184002"/>
              <a:gd name="connsiteY8433" fmla="*/ 281753 h 3882143"/>
              <a:gd name="connsiteX8434" fmla="*/ 7977818 w 12184002"/>
              <a:gd name="connsiteY8434" fmla="*/ 358689 h 3882143"/>
              <a:gd name="connsiteX8435" fmla="*/ 7977818 w 12184002"/>
              <a:gd name="connsiteY8435" fmla="*/ 558994 h 3882143"/>
              <a:gd name="connsiteX8436" fmla="*/ 8371140 w 12184002"/>
              <a:gd name="connsiteY8436" fmla="*/ 558994 h 3882143"/>
              <a:gd name="connsiteX8437" fmla="*/ 8418249 w 12184002"/>
              <a:gd name="connsiteY8437" fmla="*/ 659448 h 3882143"/>
              <a:gd name="connsiteX8438" fmla="*/ 8418624 w 12184002"/>
              <a:gd name="connsiteY8438" fmla="*/ 660198 h 3882143"/>
              <a:gd name="connsiteX8439" fmla="*/ 8418624 w 12184002"/>
              <a:gd name="connsiteY8439" fmla="*/ 1372530 h 3882143"/>
              <a:gd name="connsiteX8440" fmla="*/ 8494735 w 12184002"/>
              <a:gd name="connsiteY8440" fmla="*/ 1399497 h 3882143"/>
              <a:gd name="connsiteX8441" fmla="*/ 8494735 w 12184002"/>
              <a:gd name="connsiteY8441" fmla="*/ 638936 h 3882143"/>
              <a:gd name="connsiteX8442" fmla="*/ 8431773 w 12184002"/>
              <a:gd name="connsiteY8442" fmla="*/ 512485 h 3882143"/>
              <a:gd name="connsiteX8443" fmla="*/ 8433427 w 12184002"/>
              <a:gd name="connsiteY8443" fmla="*/ 507376 h 3882143"/>
              <a:gd name="connsiteX8444" fmla="*/ 8435079 w 12184002"/>
              <a:gd name="connsiteY8444" fmla="*/ 507001 h 3882143"/>
              <a:gd name="connsiteX8445" fmla="*/ 8435079 w 12184002"/>
              <a:gd name="connsiteY8445" fmla="*/ 507076 h 3882143"/>
              <a:gd name="connsiteX8446" fmla="*/ 8438459 w 12184002"/>
              <a:gd name="connsiteY8446" fmla="*/ 509180 h 3882143"/>
              <a:gd name="connsiteX8447" fmla="*/ 8502247 w 12184002"/>
              <a:gd name="connsiteY8447" fmla="*/ 637208 h 3882143"/>
              <a:gd name="connsiteX8448" fmla="*/ 8502247 w 12184002"/>
              <a:gd name="connsiteY8448" fmla="*/ 1402160 h 3882143"/>
              <a:gd name="connsiteX8449" fmla="*/ 8563030 w 12184002"/>
              <a:gd name="connsiteY8449" fmla="*/ 1423696 h 3882143"/>
              <a:gd name="connsiteX8450" fmla="*/ 8565360 w 12184002"/>
              <a:gd name="connsiteY8450" fmla="*/ 1428505 h 3882143"/>
              <a:gd name="connsiteX8451" fmla="*/ 8560551 w 12184002"/>
              <a:gd name="connsiteY8451" fmla="*/ 1430833 h 3882143"/>
              <a:gd name="connsiteX8452" fmla="*/ 8411111 w 12184002"/>
              <a:gd name="connsiteY8452" fmla="*/ 1377865 h 3882143"/>
              <a:gd name="connsiteX8453" fmla="*/ 8411111 w 12184002"/>
              <a:gd name="connsiteY8453" fmla="*/ 661926 h 3882143"/>
              <a:gd name="connsiteX8454" fmla="*/ 8366407 w 12184002"/>
              <a:gd name="connsiteY8454" fmla="*/ 566582 h 3882143"/>
              <a:gd name="connsiteX8455" fmla="*/ 7970380 w 12184002"/>
              <a:gd name="connsiteY8455" fmla="*/ 566582 h 3882143"/>
              <a:gd name="connsiteX8456" fmla="*/ 7970380 w 12184002"/>
              <a:gd name="connsiteY8456" fmla="*/ 356360 h 3882143"/>
              <a:gd name="connsiteX8457" fmla="*/ 3789195 w 12184002"/>
              <a:gd name="connsiteY8457" fmla="*/ 274238 h 3882143"/>
              <a:gd name="connsiteX8458" fmla="*/ 4157123 w 12184002"/>
              <a:gd name="connsiteY8458" fmla="*/ 274238 h 3882143"/>
              <a:gd name="connsiteX8459" fmla="*/ 4213624 w 12184002"/>
              <a:gd name="connsiteY8459" fmla="*/ 356360 h 3882143"/>
              <a:gd name="connsiteX8460" fmla="*/ 4213624 w 12184002"/>
              <a:gd name="connsiteY8460" fmla="*/ 566582 h 3882143"/>
              <a:gd name="connsiteX8461" fmla="*/ 3817596 w 12184002"/>
              <a:gd name="connsiteY8461" fmla="*/ 566582 h 3882143"/>
              <a:gd name="connsiteX8462" fmla="*/ 3772891 w 12184002"/>
              <a:gd name="connsiteY8462" fmla="*/ 661926 h 3882143"/>
              <a:gd name="connsiteX8463" fmla="*/ 3772891 w 12184002"/>
              <a:gd name="connsiteY8463" fmla="*/ 1377865 h 3882143"/>
              <a:gd name="connsiteX8464" fmla="*/ 3623452 w 12184002"/>
              <a:gd name="connsiteY8464" fmla="*/ 1430833 h 3882143"/>
              <a:gd name="connsiteX8465" fmla="*/ 3618643 w 12184002"/>
              <a:gd name="connsiteY8465" fmla="*/ 1428505 h 3882143"/>
              <a:gd name="connsiteX8466" fmla="*/ 3620972 w 12184002"/>
              <a:gd name="connsiteY8466" fmla="*/ 1423696 h 3882143"/>
              <a:gd name="connsiteX8467" fmla="*/ 3681755 w 12184002"/>
              <a:gd name="connsiteY8467" fmla="*/ 1402160 h 3882143"/>
              <a:gd name="connsiteX8468" fmla="*/ 3681755 w 12184002"/>
              <a:gd name="connsiteY8468" fmla="*/ 637208 h 3882143"/>
              <a:gd name="connsiteX8469" fmla="*/ 3745543 w 12184002"/>
              <a:gd name="connsiteY8469" fmla="*/ 509180 h 3882143"/>
              <a:gd name="connsiteX8470" fmla="*/ 3748924 w 12184002"/>
              <a:gd name="connsiteY8470" fmla="*/ 507076 h 3882143"/>
              <a:gd name="connsiteX8471" fmla="*/ 3748924 w 12184002"/>
              <a:gd name="connsiteY8471" fmla="*/ 507001 h 3882143"/>
              <a:gd name="connsiteX8472" fmla="*/ 3750577 w 12184002"/>
              <a:gd name="connsiteY8472" fmla="*/ 507376 h 3882143"/>
              <a:gd name="connsiteX8473" fmla="*/ 3752229 w 12184002"/>
              <a:gd name="connsiteY8473" fmla="*/ 512485 h 3882143"/>
              <a:gd name="connsiteX8474" fmla="*/ 3689268 w 12184002"/>
              <a:gd name="connsiteY8474" fmla="*/ 638936 h 3882143"/>
              <a:gd name="connsiteX8475" fmla="*/ 3689268 w 12184002"/>
              <a:gd name="connsiteY8475" fmla="*/ 1399497 h 3882143"/>
              <a:gd name="connsiteX8476" fmla="*/ 3765378 w 12184002"/>
              <a:gd name="connsiteY8476" fmla="*/ 1372530 h 3882143"/>
              <a:gd name="connsiteX8477" fmla="*/ 3765378 w 12184002"/>
              <a:gd name="connsiteY8477" fmla="*/ 660198 h 3882143"/>
              <a:gd name="connsiteX8478" fmla="*/ 3765754 w 12184002"/>
              <a:gd name="connsiteY8478" fmla="*/ 659448 h 3882143"/>
              <a:gd name="connsiteX8479" fmla="*/ 3812863 w 12184002"/>
              <a:gd name="connsiteY8479" fmla="*/ 558994 h 3882143"/>
              <a:gd name="connsiteX8480" fmla="*/ 4206186 w 12184002"/>
              <a:gd name="connsiteY8480" fmla="*/ 558994 h 3882143"/>
              <a:gd name="connsiteX8481" fmla="*/ 4206186 w 12184002"/>
              <a:gd name="connsiteY8481" fmla="*/ 358689 h 3882143"/>
              <a:gd name="connsiteX8482" fmla="*/ 4153217 w 12184002"/>
              <a:gd name="connsiteY8482" fmla="*/ 281753 h 3882143"/>
              <a:gd name="connsiteX8483" fmla="*/ 3792351 w 12184002"/>
              <a:gd name="connsiteY8483" fmla="*/ 281753 h 3882143"/>
              <a:gd name="connsiteX8484" fmla="*/ 3691221 w 12184002"/>
              <a:gd name="connsiteY8484" fmla="*/ 383257 h 3882143"/>
              <a:gd name="connsiteX8485" fmla="*/ 3685888 w 12184002"/>
              <a:gd name="connsiteY8485" fmla="*/ 383257 h 3882143"/>
              <a:gd name="connsiteX8486" fmla="*/ 3685888 w 12184002"/>
              <a:gd name="connsiteY8486" fmla="*/ 377922 h 3882143"/>
              <a:gd name="connsiteX8487" fmla="*/ 8394732 w 12184002"/>
              <a:gd name="connsiteY8487" fmla="*/ 274163 h 3882143"/>
              <a:gd name="connsiteX8488" fmla="*/ 8394882 w 12184002"/>
              <a:gd name="connsiteY8488" fmla="*/ 274238 h 3882143"/>
              <a:gd name="connsiteX8489" fmla="*/ 8394807 w 12184002"/>
              <a:gd name="connsiteY8489" fmla="*/ 274238 h 3882143"/>
              <a:gd name="connsiteX8490" fmla="*/ 3789271 w 12184002"/>
              <a:gd name="connsiteY8490" fmla="*/ 274163 h 3882143"/>
              <a:gd name="connsiteX8491" fmla="*/ 3789195 w 12184002"/>
              <a:gd name="connsiteY8491" fmla="*/ 274238 h 3882143"/>
              <a:gd name="connsiteX8492" fmla="*/ 3789121 w 12184002"/>
              <a:gd name="connsiteY8492" fmla="*/ 274238 h 3882143"/>
              <a:gd name="connsiteX8493" fmla="*/ 9241634 w 12184002"/>
              <a:gd name="connsiteY8493" fmla="*/ 235017 h 3882143"/>
              <a:gd name="connsiteX8494" fmla="*/ 9304296 w 12184002"/>
              <a:gd name="connsiteY8494" fmla="*/ 235017 h 3882143"/>
              <a:gd name="connsiteX8495" fmla="*/ 9304296 w 12184002"/>
              <a:gd name="connsiteY8495" fmla="*/ 438478 h 3882143"/>
              <a:gd name="connsiteX8496" fmla="*/ 8932086 w 12184002"/>
              <a:gd name="connsiteY8496" fmla="*/ 438478 h 3882143"/>
              <a:gd name="connsiteX8497" fmla="*/ 8928329 w 12184002"/>
              <a:gd name="connsiteY8497" fmla="*/ 434721 h 3882143"/>
              <a:gd name="connsiteX8498" fmla="*/ 8932086 w 12184002"/>
              <a:gd name="connsiteY8498" fmla="*/ 430963 h 3882143"/>
              <a:gd name="connsiteX8499" fmla="*/ 9296782 w 12184002"/>
              <a:gd name="connsiteY8499" fmla="*/ 430963 h 3882143"/>
              <a:gd name="connsiteX8500" fmla="*/ 9296782 w 12184002"/>
              <a:gd name="connsiteY8500" fmla="*/ 242530 h 3882143"/>
              <a:gd name="connsiteX8501" fmla="*/ 9241634 w 12184002"/>
              <a:gd name="connsiteY8501" fmla="*/ 242530 h 3882143"/>
              <a:gd name="connsiteX8502" fmla="*/ 9237877 w 12184002"/>
              <a:gd name="connsiteY8502" fmla="*/ 238773 h 3882143"/>
              <a:gd name="connsiteX8503" fmla="*/ 9241634 w 12184002"/>
              <a:gd name="connsiteY8503" fmla="*/ 235017 h 3882143"/>
              <a:gd name="connsiteX8504" fmla="*/ 2879706 w 12184002"/>
              <a:gd name="connsiteY8504" fmla="*/ 235017 h 3882143"/>
              <a:gd name="connsiteX8505" fmla="*/ 2942369 w 12184002"/>
              <a:gd name="connsiteY8505" fmla="*/ 235017 h 3882143"/>
              <a:gd name="connsiteX8506" fmla="*/ 2946125 w 12184002"/>
              <a:gd name="connsiteY8506" fmla="*/ 238773 h 3882143"/>
              <a:gd name="connsiteX8507" fmla="*/ 2942369 w 12184002"/>
              <a:gd name="connsiteY8507" fmla="*/ 242530 h 3882143"/>
              <a:gd name="connsiteX8508" fmla="*/ 2887221 w 12184002"/>
              <a:gd name="connsiteY8508" fmla="*/ 242530 h 3882143"/>
              <a:gd name="connsiteX8509" fmla="*/ 2887221 w 12184002"/>
              <a:gd name="connsiteY8509" fmla="*/ 430963 h 3882143"/>
              <a:gd name="connsiteX8510" fmla="*/ 3251917 w 12184002"/>
              <a:gd name="connsiteY8510" fmla="*/ 430963 h 3882143"/>
              <a:gd name="connsiteX8511" fmla="*/ 3255674 w 12184002"/>
              <a:gd name="connsiteY8511" fmla="*/ 434721 h 3882143"/>
              <a:gd name="connsiteX8512" fmla="*/ 3251917 w 12184002"/>
              <a:gd name="connsiteY8512" fmla="*/ 438478 h 3882143"/>
              <a:gd name="connsiteX8513" fmla="*/ 2879706 w 12184002"/>
              <a:gd name="connsiteY8513" fmla="*/ 438478 h 3882143"/>
              <a:gd name="connsiteX8514" fmla="*/ 9304296 w 12184002"/>
              <a:gd name="connsiteY8514" fmla="*/ 234941 h 3882143"/>
              <a:gd name="connsiteX8515" fmla="*/ 9304371 w 12184002"/>
              <a:gd name="connsiteY8515" fmla="*/ 235017 h 3882143"/>
              <a:gd name="connsiteX8516" fmla="*/ 9304296 w 12184002"/>
              <a:gd name="connsiteY8516" fmla="*/ 235017 h 3882143"/>
              <a:gd name="connsiteX8517" fmla="*/ 2879706 w 12184002"/>
              <a:gd name="connsiteY8517" fmla="*/ 234941 h 3882143"/>
              <a:gd name="connsiteX8518" fmla="*/ 2879706 w 12184002"/>
              <a:gd name="connsiteY8518" fmla="*/ 235017 h 3882143"/>
              <a:gd name="connsiteX8519" fmla="*/ 2879632 w 12184002"/>
              <a:gd name="connsiteY8519" fmla="*/ 235017 h 3882143"/>
              <a:gd name="connsiteX8520" fmla="*/ 9068377 w 12184002"/>
              <a:gd name="connsiteY8520" fmla="*/ 112999 h 3882143"/>
              <a:gd name="connsiteX8521" fmla="*/ 9311733 w 12184002"/>
              <a:gd name="connsiteY8521" fmla="*/ 112999 h 3882143"/>
              <a:gd name="connsiteX8522" fmla="*/ 9311733 w 12184002"/>
              <a:gd name="connsiteY8522" fmla="*/ 190762 h 3882143"/>
              <a:gd name="connsiteX8523" fmla="*/ 9307976 w 12184002"/>
              <a:gd name="connsiteY8523" fmla="*/ 194518 h 3882143"/>
              <a:gd name="connsiteX8524" fmla="*/ 9304220 w 12184002"/>
              <a:gd name="connsiteY8524" fmla="*/ 190762 h 3882143"/>
              <a:gd name="connsiteX8525" fmla="*/ 9304220 w 12184002"/>
              <a:gd name="connsiteY8525" fmla="*/ 120588 h 3882143"/>
              <a:gd name="connsiteX8526" fmla="*/ 9075965 w 12184002"/>
              <a:gd name="connsiteY8526" fmla="*/ 120588 h 3882143"/>
              <a:gd name="connsiteX8527" fmla="*/ 9075965 w 12184002"/>
              <a:gd name="connsiteY8527" fmla="*/ 183100 h 3882143"/>
              <a:gd name="connsiteX8528" fmla="*/ 9079497 w 12184002"/>
              <a:gd name="connsiteY8528" fmla="*/ 179568 h 3882143"/>
              <a:gd name="connsiteX8529" fmla="*/ 9178972 w 12184002"/>
              <a:gd name="connsiteY8529" fmla="*/ 179568 h 3882143"/>
              <a:gd name="connsiteX8530" fmla="*/ 9182729 w 12184002"/>
              <a:gd name="connsiteY8530" fmla="*/ 183324 h 3882143"/>
              <a:gd name="connsiteX8531" fmla="*/ 9178972 w 12184002"/>
              <a:gd name="connsiteY8531" fmla="*/ 187080 h 3882143"/>
              <a:gd name="connsiteX8532" fmla="*/ 9079497 w 12184002"/>
              <a:gd name="connsiteY8532" fmla="*/ 187080 h 3882143"/>
              <a:gd name="connsiteX8533" fmla="*/ 9075965 w 12184002"/>
              <a:gd name="connsiteY8533" fmla="*/ 183549 h 3882143"/>
              <a:gd name="connsiteX8534" fmla="*/ 9075965 w 12184002"/>
              <a:gd name="connsiteY8534" fmla="*/ 233589 h 3882143"/>
              <a:gd name="connsiteX8535" fmla="*/ 9199184 w 12184002"/>
              <a:gd name="connsiteY8535" fmla="*/ 357258 h 3882143"/>
              <a:gd name="connsiteX8536" fmla="*/ 9199184 w 12184002"/>
              <a:gd name="connsiteY8536" fmla="*/ 309098 h 3882143"/>
              <a:gd name="connsiteX8537" fmla="*/ 9202940 w 12184002"/>
              <a:gd name="connsiteY8537" fmla="*/ 305340 h 3882143"/>
              <a:gd name="connsiteX8538" fmla="*/ 9206697 w 12184002"/>
              <a:gd name="connsiteY8538" fmla="*/ 309098 h 3882143"/>
              <a:gd name="connsiteX8539" fmla="*/ 9206697 w 12184002"/>
              <a:gd name="connsiteY8539" fmla="*/ 375515 h 3882143"/>
              <a:gd name="connsiteX8540" fmla="*/ 9068377 w 12184002"/>
              <a:gd name="connsiteY8540" fmla="*/ 236669 h 3882143"/>
              <a:gd name="connsiteX8541" fmla="*/ 2872269 w 12184002"/>
              <a:gd name="connsiteY8541" fmla="*/ 112999 h 3882143"/>
              <a:gd name="connsiteX8542" fmla="*/ 3115627 w 12184002"/>
              <a:gd name="connsiteY8542" fmla="*/ 112999 h 3882143"/>
              <a:gd name="connsiteX8543" fmla="*/ 3115627 w 12184002"/>
              <a:gd name="connsiteY8543" fmla="*/ 236669 h 3882143"/>
              <a:gd name="connsiteX8544" fmla="*/ 2977305 w 12184002"/>
              <a:gd name="connsiteY8544" fmla="*/ 375515 h 3882143"/>
              <a:gd name="connsiteX8545" fmla="*/ 2977305 w 12184002"/>
              <a:gd name="connsiteY8545" fmla="*/ 309098 h 3882143"/>
              <a:gd name="connsiteX8546" fmla="*/ 2981062 w 12184002"/>
              <a:gd name="connsiteY8546" fmla="*/ 305340 h 3882143"/>
              <a:gd name="connsiteX8547" fmla="*/ 2984820 w 12184002"/>
              <a:gd name="connsiteY8547" fmla="*/ 309098 h 3882143"/>
              <a:gd name="connsiteX8548" fmla="*/ 2984820 w 12184002"/>
              <a:gd name="connsiteY8548" fmla="*/ 357258 h 3882143"/>
              <a:gd name="connsiteX8549" fmla="*/ 3108037 w 12184002"/>
              <a:gd name="connsiteY8549" fmla="*/ 233589 h 3882143"/>
              <a:gd name="connsiteX8550" fmla="*/ 3108037 w 12184002"/>
              <a:gd name="connsiteY8550" fmla="*/ 183549 h 3882143"/>
              <a:gd name="connsiteX8551" fmla="*/ 3104506 w 12184002"/>
              <a:gd name="connsiteY8551" fmla="*/ 187080 h 3882143"/>
              <a:gd name="connsiteX8552" fmla="*/ 3005030 w 12184002"/>
              <a:gd name="connsiteY8552" fmla="*/ 187080 h 3882143"/>
              <a:gd name="connsiteX8553" fmla="*/ 3001273 w 12184002"/>
              <a:gd name="connsiteY8553" fmla="*/ 183324 h 3882143"/>
              <a:gd name="connsiteX8554" fmla="*/ 3005030 w 12184002"/>
              <a:gd name="connsiteY8554" fmla="*/ 179568 h 3882143"/>
              <a:gd name="connsiteX8555" fmla="*/ 3104506 w 12184002"/>
              <a:gd name="connsiteY8555" fmla="*/ 179568 h 3882143"/>
              <a:gd name="connsiteX8556" fmla="*/ 3108037 w 12184002"/>
              <a:gd name="connsiteY8556" fmla="*/ 183100 h 3882143"/>
              <a:gd name="connsiteX8557" fmla="*/ 3108037 w 12184002"/>
              <a:gd name="connsiteY8557" fmla="*/ 120588 h 3882143"/>
              <a:gd name="connsiteX8558" fmla="*/ 2879783 w 12184002"/>
              <a:gd name="connsiteY8558" fmla="*/ 120588 h 3882143"/>
              <a:gd name="connsiteX8559" fmla="*/ 2879783 w 12184002"/>
              <a:gd name="connsiteY8559" fmla="*/ 190762 h 3882143"/>
              <a:gd name="connsiteX8560" fmla="*/ 2876026 w 12184002"/>
              <a:gd name="connsiteY8560" fmla="*/ 194518 h 3882143"/>
              <a:gd name="connsiteX8561" fmla="*/ 2872269 w 12184002"/>
              <a:gd name="connsiteY8561" fmla="*/ 190762 h 3882143"/>
              <a:gd name="connsiteX8562" fmla="*/ 8216141 w 12184002"/>
              <a:gd name="connsiteY8562" fmla="*/ 53120 h 3882143"/>
              <a:gd name="connsiteX8563" fmla="*/ 8368812 w 12184002"/>
              <a:gd name="connsiteY8563" fmla="*/ 53120 h 3882143"/>
              <a:gd name="connsiteX8564" fmla="*/ 8372568 w 12184002"/>
              <a:gd name="connsiteY8564" fmla="*/ 56877 h 3882143"/>
              <a:gd name="connsiteX8565" fmla="*/ 8368812 w 12184002"/>
              <a:gd name="connsiteY8565" fmla="*/ 60634 h 3882143"/>
              <a:gd name="connsiteX8566" fmla="*/ 8216141 w 12184002"/>
              <a:gd name="connsiteY8566" fmla="*/ 60634 h 3882143"/>
              <a:gd name="connsiteX8567" fmla="*/ 8212385 w 12184002"/>
              <a:gd name="connsiteY8567" fmla="*/ 56877 h 3882143"/>
              <a:gd name="connsiteX8568" fmla="*/ 8216141 w 12184002"/>
              <a:gd name="connsiteY8568" fmla="*/ 53120 h 3882143"/>
              <a:gd name="connsiteX8569" fmla="*/ 3815192 w 12184002"/>
              <a:gd name="connsiteY8569" fmla="*/ 53120 h 3882143"/>
              <a:gd name="connsiteX8570" fmla="*/ 3967862 w 12184002"/>
              <a:gd name="connsiteY8570" fmla="*/ 53120 h 3882143"/>
              <a:gd name="connsiteX8571" fmla="*/ 3971619 w 12184002"/>
              <a:gd name="connsiteY8571" fmla="*/ 56877 h 3882143"/>
              <a:gd name="connsiteX8572" fmla="*/ 3967862 w 12184002"/>
              <a:gd name="connsiteY8572" fmla="*/ 60634 h 3882143"/>
              <a:gd name="connsiteX8573" fmla="*/ 3815192 w 12184002"/>
              <a:gd name="connsiteY8573" fmla="*/ 60634 h 3882143"/>
              <a:gd name="connsiteX8574" fmla="*/ 3811435 w 12184002"/>
              <a:gd name="connsiteY8574" fmla="*/ 56877 h 3882143"/>
              <a:gd name="connsiteX8575" fmla="*/ 3815192 w 12184002"/>
              <a:gd name="connsiteY8575" fmla="*/ 53120 h 3882143"/>
              <a:gd name="connsiteX8576" fmla="*/ 9013154 w 12184002"/>
              <a:gd name="connsiteY8576" fmla="*/ 46431 h 3882143"/>
              <a:gd name="connsiteX8577" fmla="*/ 9319021 w 12184002"/>
              <a:gd name="connsiteY8577" fmla="*/ 46431 h 3882143"/>
              <a:gd name="connsiteX8578" fmla="*/ 9319096 w 12184002"/>
              <a:gd name="connsiteY8578" fmla="*/ 46505 h 3882143"/>
              <a:gd name="connsiteX8579" fmla="*/ 9322853 w 12184002"/>
              <a:gd name="connsiteY8579" fmla="*/ 50263 h 3882143"/>
              <a:gd name="connsiteX8580" fmla="*/ 9319096 w 12184002"/>
              <a:gd name="connsiteY8580" fmla="*/ 54020 h 3882143"/>
              <a:gd name="connsiteX8581" fmla="*/ 9020742 w 12184002"/>
              <a:gd name="connsiteY8581" fmla="*/ 54020 h 3882143"/>
              <a:gd name="connsiteX8582" fmla="*/ 9020742 w 12184002"/>
              <a:gd name="connsiteY8582" fmla="*/ 285280 h 3882143"/>
              <a:gd name="connsiteX8583" fmla="*/ 9111729 w 12184002"/>
              <a:gd name="connsiteY8583" fmla="*/ 376642 h 3882143"/>
              <a:gd name="connsiteX8584" fmla="*/ 9111729 w 12184002"/>
              <a:gd name="connsiteY8584" fmla="*/ 381976 h 3882143"/>
              <a:gd name="connsiteX8585" fmla="*/ 9106394 w 12184002"/>
              <a:gd name="connsiteY8585" fmla="*/ 381976 h 3882143"/>
              <a:gd name="connsiteX8586" fmla="*/ 9013154 w 12184002"/>
              <a:gd name="connsiteY8586" fmla="*/ 288435 h 3882143"/>
              <a:gd name="connsiteX8587" fmla="*/ 2864981 w 12184002"/>
              <a:gd name="connsiteY8587" fmla="*/ 46431 h 3882143"/>
              <a:gd name="connsiteX8588" fmla="*/ 3170849 w 12184002"/>
              <a:gd name="connsiteY8588" fmla="*/ 46431 h 3882143"/>
              <a:gd name="connsiteX8589" fmla="*/ 3170849 w 12184002"/>
              <a:gd name="connsiteY8589" fmla="*/ 288435 h 3882143"/>
              <a:gd name="connsiteX8590" fmla="*/ 3077609 w 12184002"/>
              <a:gd name="connsiteY8590" fmla="*/ 381976 h 3882143"/>
              <a:gd name="connsiteX8591" fmla="*/ 3072274 w 12184002"/>
              <a:gd name="connsiteY8591" fmla="*/ 381976 h 3882143"/>
              <a:gd name="connsiteX8592" fmla="*/ 3072274 w 12184002"/>
              <a:gd name="connsiteY8592" fmla="*/ 376642 h 3882143"/>
              <a:gd name="connsiteX8593" fmla="*/ 3163261 w 12184002"/>
              <a:gd name="connsiteY8593" fmla="*/ 285280 h 3882143"/>
              <a:gd name="connsiteX8594" fmla="*/ 3163261 w 12184002"/>
              <a:gd name="connsiteY8594" fmla="*/ 54020 h 3882143"/>
              <a:gd name="connsiteX8595" fmla="*/ 2864906 w 12184002"/>
              <a:gd name="connsiteY8595" fmla="*/ 54020 h 3882143"/>
              <a:gd name="connsiteX8596" fmla="*/ 2861150 w 12184002"/>
              <a:gd name="connsiteY8596" fmla="*/ 50263 h 3882143"/>
              <a:gd name="connsiteX8597" fmla="*/ 2864906 w 12184002"/>
              <a:gd name="connsiteY8597" fmla="*/ 46505 h 3882143"/>
              <a:gd name="connsiteX8598" fmla="*/ 6472899 w 12184002"/>
              <a:gd name="connsiteY8598" fmla="*/ 45154 h 3882143"/>
              <a:gd name="connsiteX8599" fmla="*/ 6472974 w 12184002"/>
              <a:gd name="connsiteY8599" fmla="*/ 45229 h 3882143"/>
              <a:gd name="connsiteX8600" fmla="*/ 6472825 w 12184002"/>
              <a:gd name="connsiteY8600" fmla="*/ 45229 h 3882143"/>
              <a:gd name="connsiteX8601" fmla="*/ 5711103 w 12184002"/>
              <a:gd name="connsiteY8601" fmla="*/ 45154 h 3882143"/>
              <a:gd name="connsiteX8602" fmla="*/ 5711178 w 12184002"/>
              <a:gd name="connsiteY8602" fmla="*/ 45229 h 3882143"/>
              <a:gd name="connsiteX8603" fmla="*/ 5711028 w 12184002"/>
              <a:gd name="connsiteY8603" fmla="*/ 45229 h 3882143"/>
              <a:gd name="connsiteX8604" fmla="*/ 10012577 w 12184002"/>
              <a:gd name="connsiteY8604" fmla="*/ 30126 h 3882143"/>
              <a:gd name="connsiteX8605" fmla="*/ 10036845 w 12184002"/>
              <a:gd name="connsiteY8605" fmla="*/ 54544 h 3882143"/>
              <a:gd name="connsiteX8606" fmla="*/ 10012577 w 12184002"/>
              <a:gd name="connsiteY8606" fmla="*/ 78962 h 3882143"/>
              <a:gd name="connsiteX8607" fmla="*/ 9995428 w 12184002"/>
              <a:gd name="connsiteY8607" fmla="*/ 71826 h 3882143"/>
              <a:gd name="connsiteX8608" fmla="*/ 9990819 w 12184002"/>
              <a:gd name="connsiteY8608" fmla="*/ 60637 h 3882143"/>
              <a:gd name="connsiteX8609" fmla="*/ 9855997 w 12184002"/>
              <a:gd name="connsiteY8609" fmla="*/ 60637 h 3882143"/>
              <a:gd name="connsiteX8610" fmla="*/ 9852243 w 12184002"/>
              <a:gd name="connsiteY8610" fmla="*/ 56881 h 3882143"/>
              <a:gd name="connsiteX8611" fmla="*/ 9855997 w 12184002"/>
              <a:gd name="connsiteY8611" fmla="*/ 53123 h 3882143"/>
              <a:gd name="connsiteX8612" fmla="*/ 9988894 w 12184002"/>
              <a:gd name="connsiteY8612" fmla="*/ 53123 h 3882143"/>
              <a:gd name="connsiteX8613" fmla="*/ 9995428 w 12184002"/>
              <a:gd name="connsiteY8613" fmla="*/ 37264 h 3882143"/>
              <a:gd name="connsiteX8614" fmla="*/ 10012577 w 12184002"/>
              <a:gd name="connsiteY8614" fmla="*/ 30126 h 3882143"/>
              <a:gd name="connsiteX8615" fmla="*/ 2171426 w 12184002"/>
              <a:gd name="connsiteY8615" fmla="*/ 30126 h 3882143"/>
              <a:gd name="connsiteX8616" fmla="*/ 2188575 w 12184002"/>
              <a:gd name="connsiteY8616" fmla="*/ 37264 h 3882143"/>
              <a:gd name="connsiteX8617" fmla="*/ 2195109 w 12184002"/>
              <a:gd name="connsiteY8617" fmla="*/ 53123 h 3882143"/>
              <a:gd name="connsiteX8618" fmla="*/ 2328005 w 12184002"/>
              <a:gd name="connsiteY8618" fmla="*/ 53123 h 3882143"/>
              <a:gd name="connsiteX8619" fmla="*/ 2331761 w 12184002"/>
              <a:gd name="connsiteY8619" fmla="*/ 56881 h 3882143"/>
              <a:gd name="connsiteX8620" fmla="*/ 2328005 w 12184002"/>
              <a:gd name="connsiteY8620" fmla="*/ 60637 h 3882143"/>
              <a:gd name="connsiteX8621" fmla="*/ 2193184 w 12184002"/>
              <a:gd name="connsiteY8621" fmla="*/ 60637 h 3882143"/>
              <a:gd name="connsiteX8622" fmla="*/ 2188575 w 12184002"/>
              <a:gd name="connsiteY8622" fmla="*/ 71826 h 3882143"/>
              <a:gd name="connsiteX8623" fmla="*/ 2171426 w 12184002"/>
              <a:gd name="connsiteY8623" fmla="*/ 78962 h 3882143"/>
              <a:gd name="connsiteX8624" fmla="*/ 2147157 w 12184002"/>
              <a:gd name="connsiteY8624" fmla="*/ 54544 h 3882143"/>
              <a:gd name="connsiteX8625" fmla="*/ 2171426 w 12184002"/>
              <a:gd name="connsiteY8625" fmla="*/ 30126 h 3882143"/>
              <a:gd name="connsiteX8626" fmla="*/ 10449250 w 12184002"/>
              <a:gd name="connsiteY8626" fmla="*/ 28630 h 3882143"/>
              <a:gd name="connsiteX8627" fmla="*/ 10483587 w 12184002"/>
              <a:gd name="connsiteY8627" fmla="*/ 59962 h 3882143"/>
              <a:gd name="connsiteX8628" fmla="*/ 10483812 w 12184002"/>
              <a:gd name="connsiteY8628" fmla="*/ 65296 h 3882143"/>
              <a:gd name="connsiteX8629" fmla="*/ 10478477 w 12184002"/>
              <a:gd name="connsiteY8629" fmla="*/ 65520 h 3882143"/>
              <a:gd name="connsiteX8630" fmla="*/ 10449476 w 12184002"/>
              <a:gd name="connsiteY8630" fmla="*/ 38999 h 3882143"/>
              <a:gd name="connsiteX8631" fmla="*/ 10343688 w 12184002"/>
              <a:gd name="connsiteY8631" fmla="*/ 145238 h 3882143"/>
              <a:gd name="connsiteX8632" fmla="*/ 10343688 w 12184002"/>
              <a:gd name="connsiteY8632" fmla="*/ 400991 h 3882143"/>
              <a:gd name="connsiteX8633" fmla="*/ 10339931 w 12184002"/>
              <a:gd name="connsiteY8633" fmla="*/ 404747 h 3882143"/>
              <a:gd name="connsiteX8634" fmla="*/ 10336174 w 12184002"/>
              <a:gd name="connsiteY8634" fmla="*/ 400991 h 3882143"/>
              <a:gd name="connsiteX8635" fmla="*/ 10336174 w 12184002"/>
              <a:gd name="connsiteY8635" fmla="*/ 142083 h 3882143"/>
              <a:gd name="connsiteX8636" fmla="*/ 1734752 w 12184002"/>
              <a:gd name="connsiteY8636" fmla="*/ 28630 h 3882143"/>
              <a:gd name="connsiteX8637" fmla="*/ 1847828 w 12184002"/>
              <a:gd name="connsiteY8637" fmla="*/ 142083 h 3882143"/>
              <a:gd name="connsiteX8638" fmla="*/ 1847828 w 12184002"/>
              <a:gd name="connsiteY8638" fmla="*/ 400991 h 3882143"/>
              <a:gd name="connsiteX8639" fmla="*/ 1844071 w 12184002"/>
              <a:gd name="connsiteY8639" fmla="*/ 404747 h 3882143"/>
              <a:gd name="connsiteX8640" fmla="*/ 1840314 w 12184002"/>
              <a:gd name="connsiteY8640" fmla="*/ 400991 h 3882143"/>
              <a:gd name="connsiteX8641" fmla="*/ 1840314 w 12184002"/>
              <a:gd name="connsiteY8641" fmla="*/ 145238 h 3882143"/>
              <a:gd name="connsiteX8642" fmla="*/ 1734527 w 12184002"/>
              <a:gd name="connsiteY8642" fmla="*/ 38999 h 3882143"/>
              <a:gd name="connsiteX8643" fmla="*/ 1705526 w 12184002"/>
              <a:gd name="connsiteY8643" fmla="*/ 65520 h 3882143"/>
              <a:gd name="connsiteX8644" fmla="*/ 1700191 w 12184002"/>
              <a:gd name="connsiteY8644" fmla="*/ 65296 h 3882143"/>
              <a:gd name="connsiteX8645" fmla="*/ 1700415 w 12184002"/>
              <a:gd name="connsiteY8645" fmla="*/ 59962 h 3882143"/>
              <a:gd name="connsiteX8646" fmla="*/ 7775485 w 12184002"/>
              <a:gd name="connsiteY8646" fmla="*/ 28477 h 3882143"/>
              <a:gd name="connsiteX8647" fmla="*/ 7888636 w 12184002"/>
              <a:gd name="connsiteY8647" fmla="*/ 142004 h 3882143"/>
              <a:gd name="connsiteX8648" fmla="*/ 7888636 w 12184002"/>
              <a:gd name="connsiteY8648" fmla="*/ 400913 h 3882143"/>
              <a:gd name="connsiteX8649" fmla="*/ 7884879 w 12184002"/>
              <a:gd name="connsiteY8649" fmla="*/ 404670 h 3882143"/>
              <a:gd name="connsiteX8650" fmla="*/ 7881123 w 12184002"/>
              <a:gd name="connsiteY8650" fmla="*/ 400913 h 3882143"/>
              <a:gd name="connsiteX8651" fmla="*/ 7881123 w 12184002"/>
              <a:gd name="connsiteY8651" fmla="*/ 145159 h 3882143"/>
              <a:gd name="connsiteX8652" fmla="*/ 7775260 w 12184002"/>
              <a:gd name="connsiteY8652" fmla="*/ 38920 h 3882143"/>
              <a:gd name="connsiteX8653" fmla="*/ 7761562 w 12184002"/>
              <a:gd name="connsiteY8653" fmla="*/ 51447 h 3882143"/>
              <a:gd name="connsiteX8654" fmla="*/ 7766995 w 12184002"/>
              <a:gd name="connsiteY8654" fmla="*/ 64612 h 3882143"/>
              <a:gd name="connsiteX8655" fmla="*/ 7742726 w 12184002"/>
              <a:gd name="connsiteY8655" fmla="*/ 89030 h 3882143"/>
              <a:gd name="connsiteX8656" fmla="*/ 7718458 w 12184002"/>
              <a:gd name="connsiteY8656" fmla="*/ 64612 h 3882143"/>
              <a:gd name="connsiteX8657" fmla="*/ 7742726 w 12184002"/>
              <a:gd name="connsiteY8657" fmla="*/ 40194 h 3882143"/>
              <a:gd name="connsiteX8658" fmla="*/ 7756444 w 12184002"/>
              <a:gd name="connsiteY8658" fmla="*/ 45927 h 3882143"/>
              <a:gd name="connsiteX8659" fmla="*/ 7775485 w 12184002"/>
              <a:gd name="connsiteY8659" fmla="*/ 28551 h 3882143"/>
              <a:gd name="connsiteX8660" fmla="*/ 4408518 w 12184002"/>
              <a:gd name="connsiteY8660" fmla="*/ 28477 h 3882143"/>
              <a:gd name="connsiteX8661" fmla="*/ 4408518 w 12184002"/>
              <a:gd name="connsiteY8661" fmla="*/ 28551 h 3882143"/>
              <a:gd name="connsiteX8662" fmla="*/ 4427558 w 12184002"/>
              <a:gd name="connsiteY8662" fmla="*/ 45927 h 3882143"/>
              <a:gd name="connsiteX8663" fmla="*/ 4441277 w 12184002"/>
              <a:gd name="connsiteY8663" fmla="*/ 40194 h 3882143"/>
              <a:gd name="connsiteX8664" fmla="*/ 4465544 w 12184002"/>
              <a:gd name="connsiteY8664" fmla="*/ 64612 h 3882143"/>
              <a:gd name="connsiteX8665" fmla="*/ 4441277 w 12184002"/>
              <a:gd name="connsiteY8665" fmla="*/ 89030 h 3882143"/>
              <a:gd name="connsiteX8666" fmla="*/ 4417008 w 12184002"/>
              <a:gd name="connsiteY8666" fmla="*/ 64612 h 3882143"/>
              <a:gd name="connsiteX8667" fmla="*/ 4422441 w 12184002"/>
              <a:gd name="connsiteY8667" fmla="*/ 51447 h 3882143"/>
              <a:gd name="connsiteX8668" fmla="*/ 4408743 w 12184002"/>
              <a:gd name="connsiteY8668" fmla="*/ 38920 h 3882143"/>
              <a:gd name="connsiteX8669" fmla="*/ 4302881 w 12184002"/>
              <a:gd name="connsiteY8669" fmla="*/ 145159 h 3882143"/>
              <a:gd name="connsiteX8670" fmla="*/ 4302881 w 12184002"/>
              <a:gd name="connsiteY8670" fmla="*/ 400913 h 3882143"/>
              <a:gd name="connsiteX8671" fmla="*/ 4299125 w 12184002"/>
              <a:gd name="connsiteY8671" fmla="*/ 404670 h 3882143"/>
              <a:gd name="connsiteX8672" fmla="*/ 4295367 w 12184002"/>
              <a:gd name="connsiteY8672" fmla="*/ 400913 h 3882143"/>
              <a:gd name="connsiteX8673" fmla="*/ 4295367 w 12184002"/>
              <a:gd name="connsiteY8673" fmla="*/ 142004 h 3882143"/>
              <a:gd name="connsiteX8674" fmla="*/ 10128732 w 12184002"/>
              <a:gd name="connsiteY8674" fmla="*/ 9698 h 3882143"/>
              <a:gd name="connsiteX8675" fmla="*/ 10244812 w 12184002"/>
              <a:gd name="connsiteY8675" fmla="*/ 9698 h 3882143"/>
              <a:gd name="connsiteX8676" fmla="*/ 10248569 w 12184002"/>
              <a:gd name="connsiteY8676" fmla="*/ 13454 h 3882143"/>
              <a:gd name="connsiteX8677" fmla="*/ 10244812 w 12184002"/>
              <a:gd name="connsiteY8677" fmla="*/ 17210 h 3882143"/>
              <a:gd name="connsiteX8678" fmla="*/ 10136245 w 12184002"/>
              <a:gd name="connsiteY8678" fmla="*/ 17210 h 3882143"/>
              <a:gd name="connsiteX8679" fmla="*/ 10136245 w 12184002"/>
              <a:gd name="connsiteY8679" fmla="*/ 138626 h 3882143"/>
              <a:gd name="connsiteX8680" fmla="*/ 9812721 w 12184002"/>
              <a:gd name="connsiteY8680" fmla="*/ 138626 h 3882143"/>
              <a:gd name="connsiteX8681" fmla="*/ 9808965 w 12184002"/>
              <a:gd name="connsiteY8681" fmla="*/ 134869 h 3882143"/>
              <a:gd name="connsiteX8682" fmla="*/ 9812721 w 12184002"/>
              <a:gd name="connsiteY8682" fmla="*/ 131112 h 3882143"/>
              <a:gd name="connsiteX8683" fmla="*/ 10128732 w 12184002"/>
              <a:gd name="connsiteY8683" fmla="*/ 131112 h 3882143"/>
              <a:gd name="connsiteX8684" fmla="*/ 1939190 w 12184002"/>
              <a:gd name="connsiteY8684" fmla="*/ 9698 h 3882143"/>
              <a:gd name="connsiteX8685" fmla="*/ 2055271 w 12184002"/>
              <a:gd name="connsiteY8685" fmla="*/ 9698 h 3882143"/>
              <a:gd name="connsiteX8686" fmla="*/ 2055271 w 12184002"/>
              <a:gd name="connsiteY8686" fmla="*/ 131112 h 3882143"/>
              <a:gd name="connsiteX8687" fmla="*/ 2371281 w 12184002"/>
              <a:gd name="connsiteY8687" fmla="*/ 131112 h 3882143"/>
              <a:gd name="connsiteX8688" fmla="*/ 2375037 w 12184002"/>
              <a:gd name="connsiteY8688" fmla="*/ 134869 h 3882143"/>
              <a:gd name="connsiteX8689" fmla="*/ 2371281 w 12184002"/>
              <a:gd name="connsiteY8689" fmla="*/ 138626 h 3882143"/>
              <a:gd name="connsiteX8690" fmla="*/ 2047757 w 12184002"/>
              <a:gd name="connsiteY8690" fmla="*/ 138626 h 3882143"/>
              <a:gd name="connsiteX8691" fmla="*/ 2047757 w 12184002"/>
              <a:gd name="connsiteY8691" fmla="*/ 17210 h 3882143"/>
              <a:gd name="connsiteX8692" fmla="*/ 1939190 w 12184002"/>
              <a:gd name="connsiteY8692" fmla="*/ 17210 h 3882143"/>
              <a:gd name="connsiteX8693" fmla="*/ 1935433 w 12184002"/>
              <a:gd name="connsiteY8693" fmla="*/ 13454 h 3882143"/>
              <a:gd name="connsiteX8694" fmla="*/ 1939190 w 12184002"/>
              <a:gd name="connsiteY8694" fmla="*/ 9698 h 3882143"/>
              <a:gd name="connsiteX8695" fmla="*/ 7979846 w 12184002"/>
              <a:gd name="connsiteY8695" fmla="*/ 9695 h 3882143"/>
              <a:gd name="connsiteX8696" fmla="*/ 8095927 w 12184002"/>
              <a:gd name="connsiteY8696" fmla="*/ 9695 h 3882143"/>
              <a:gd name="connsiteX8697" fmla="*/ 8095927 w 12184002"/>
              <a:gd name="connsiteY8697" fmla="*/ 131109 h 3882143"/>
              <a:gd name="connsiteX8698" fmla="*/ 8411938 w 12184002"/>
              <a:gd name="connsiteY8698" fmla="*/ 131109 h 3882143"/>
              <a:gd name="connsiteX8699" fmla="*/ 8415694 w 12184002"/>
              <a:gd name="connsiteY8699" fmla="*/ 134866 h 3882143"/>
              <a:gd name="connsiteX8700" fmla="*/ 8411938 w 12184002"/>
              <a:gd name="connsiteY8700" fmla="*/ 138623 h 3882143"/>
              <a:gd name="connsiteX8701" fmla="*/ 8088414 w 12184002"/>
              <a:gd name="connsiteY8701" fmla="*/ 138623 h 3882143"/>
              <a:gd name="connsiteX8702" fmla="*/ 8088414 w 12184002"/>
              <a:gd name="connsiteY8702" fmla="*/ 17207 h 3882143"/>
              <a:gd name="connsiteX8703" fmla="*/ 7979846 w 12184002"/>
              <a:gd name="connsiteY8703" fmla="*/ 17207 h 3882143"/>
              <a:gd name="connsiteX8704" fmla="*/ 7976091 w 12184002"/>
              <a:gd name="connsiteY8704" fmla="*/ 13451 h 3882143"/>
              <a:gd name="connsiteX8705" fmla="*/ 7979846 w 12184002"/>
              <a:gd name="connsiteY8705" fmla="*/ 9695 h 3882143"/>
              <a:gd name="connsiteX8706" fmla="*/ 4088075 w 12184002"/>
              <a:gd name="connsiteY8706" fmla="*/ 9695 h 3882143"/>
              <a:gd name="connsiteX8707" fmla="*/ 4204156 w 12184002"/>
              <a:gd name="connsiteY8707" fmla="*/ 9695 h 3882143"/>
              <a:gd name="connsiteX8708" fmla="*/ 4207913 w 12184002"/>
              <a:gd name="connsiteY8708" fmla="*/ 13451 h 3882143"/>
              <a:gd name="connsiteX8709" fmla="*/ 4204156 w 12184002"/>
              <a:gd name="connsiteY8709" fmla="*/ 17207 h 3882143"/>
              <a:gd name="connsiteX8710" fmla="*/ 4095589 w 12184002"/>
              <a:gd name="connsiteY8710" fmla="*/ 17207 h 3882143"/>
              <a:gd name="connsiteX8711" fmla="*/ 4095589 w 12184002"/>
              <a:gd name="connsiteY8711" fmla="*/ 138623 h 3882143"/>
              <a:gd name="connsiteX8712" fmla="*/ 3772066 w 12184002"/>
              <a:gd name="connsiteY8712" fmla="*/ 138623 h 3882143"/>
              <a:gd name="connsiteX8713" fmla="*/ 3768309 w 12184002"/>
              <a:gd name="connsiteY8713" fmla="*/ 134866 h 3882143"/>
              <a:gd name="connsiteX8714" fmla="*/ 3772066 w 12184002"/>
              <a:gd name="connsiteY8714" fmla="*/ 131109 h 3882143"/>
              <a:gd name="connsiteX8715" fmla="*/ 4088075 w 12184002"/>
              <a:gd name="connsiteY8715" fmla="*/ 131109 h 3882143"/>
              <a:gd name="connsiteX8716" fmla="*/ 12072655 w 12184002"/>
              <a:gd name="connsiteY8716" fmla="*/ 528 h 3882143"/>
              <a:gd name="connsiteX8717" fmla="*/ 12076410 w 12184002"/>
              <a:gd name="connsiteY8717" fmla="*/ 4285 h 3882143"/>
              <a:gd name="connsiteX8718" fmla="*/ 12076410 w 12184002"/>
              <a:gd name="connsiteY8718" fmla="*/ 299409 h 3882143"/>
              <a:gd name="connsiteX8719" fmla="*/ 12120870 w 12184002"/>
              <a:gd name="connsiteY8719" fmla="*/ 299409 h 3882143"/>
              <a:gd name="connsiteX8720" fmla="*/ 12127032 w 12184002"/>
              <a:gd name="connsiteY8720" fmla="*/ 284452 h 3882143"/>
              <a:gd name="connsiteX8721" fmla="*/ 12144182 w 12184002"/>
              <a:gd name="connsiteY8721" fmla="*/ 277314 h 3882143"/>
              <a:gd name="connsiteX8722" fmla="*/ 12168450 w 12184002"/>
              <a:gd name="connsiteY8722" fmla="*/ 301732 h 3882143"/>
              <a:gd name="connsiteX8723" fmla="*/ 12144182 w 12184002"/>
              <a:gd name="connsiteY8723" fmla="*/ 326151 h 3882143"/>
              <a:gd name="connsiteX8724" fmla="*/ 12127032 w 12184002"/>
              <a:gd name="connsiteY8724" fmla="*/ 319013 h 3882143"/>
              <a:gd name="connsiteX8725" fmla="*/ 12122051 w 12184002"/>
              <a:gd name="connsiteY8725" fmla="*/ 306923 h 3882143"/>
              <a:gd name="connsiteX8726" fmla="*/ 12068898 w 12184002"/>
              <a:gd name="connsiteY8726" fmla="*/ 306923 h 3882143"/>
              <a:gd name="connsiteX8727" fmla="*/ 12068898 w 12184002"/>
              <a:gd name="connsiteY8727" fmla="*/ 4285 h 3882143"/>
              <a:gd name="connsiteX8728" fmla="*/ 12072655 w 12184002"/>
              <a:gd name="connsiteY8728" fmla="*/ 528 h 3882143"/>
              <a:gd name="connsiteX8729" fmla="*/ 11552206 w 12184002"/>
              <a:gd name="connsiteY8729" fmla="*/ 528 h 3882143"/>
              <a:gd name="connsiteX8730" fmla="*/ 11555963 w 12184002"/>
              <a:gd name="connsiteY8730" fmla="*/ 4285 h 3882143"/>
              <a:gd name="connsiteX8731" fmla="*/ 11555963 w 12184002"/>
              <a:gd name="connsiteY8731" fmla="*/ 201060 h 3882143"/>
              <a:gd name="connsiteX8732" fmla="*/ 11607430 w 12184002"/>
              <a:gd name="connsiteY8732" fmla="*/ 252752 h 3882143"/>
              <a:gd name="connsiteX8733" fmla="*/ 11607430 w 12184002"/>
              <a:gd name="connsiteY8733" fmla="*/ 341709 h 3882143"/>
              <a:gd name="connsiteX8734" fmla="*/ 11607881 w 12184002"/>
              <a:gd name="connsiteY8734" fmla="*/ 341258 h 3882143"/>
              <a:gd name="connsiteX8735" fmla="*/ 11740737 w 12184002"/>
              <a:gd name="connsiteY8735" fmla="*/ 341258 h 3882143"/>
              <a:gd name="connsiteX8736" fmla="*/ 11663931 w 12184002"/>
              <a:gd name="connsiteY8736" fmla="*/ 264172 h 3882143"/>
              <a:gd name="connsiteX8737" fmla="*/ 11663931 w 12184002"/>
              <a:gd name="connsiteY8737" fmla="*/ 176191 h 3882143"/>
              <a:gd name="connsiteX8738" fmla="*/ 11619827 w 12184002"/>
              <a:gd name="connsiteY8738" fmla="*/ 131937 h 3882143"/>
              <a:gd name="connsiteX8739" fmla="*/ 11619827 w 12184002"/>
              <a:gd name="connsiteY8739" fmla="*/ 126602 h 3882143"/>
              <a:gd name="connsiteX8740" fmla="*/ 11622457 w 12184002"/>
              <a:gd name="connsiteY8740" fmla="*/ 125475 h 3882143"/>
              <a:gd name="connsiteX8741" fmla="*/ 11625086 w 12184002"/>
              <a:gd name="connsiteY8741" fmla="*/ 126602 h 3882143"/>
              <a:gd name="connsiteX8742" fmla="*/ 11671443 w 12184002"/>
              <a:gd name="connsiteY8742" fmla="*/ 173110 h 3882143"/>
              <a:gd name="connsiteX8743" fmla="*/ 11671443 w 12184002"/>
              <a:gd name="connsiteY8743" fmla="*/ 261090 h 3882143"/>
              <a:gd name="connsiteX8744" fmla="*/ 11751387 w 12184002"/>
              <a:gd name="connsiteY8744" fmla="*/ 341258 h 3882143"/>
              <a:gd name="connsiteX8745" fmla="*/ 11782190 w 12184002"/>
              <a:gd name="connsiteY8745" fmla="*/ 341258 h 3882143"/>
              <a:gd name="connsiteX8746" fmla="*/ 11782190 w 12184002"/>
              <a:gd name="connsiteY8746" fmla="*/ 272437 h 3882143"/>
              <a:gd name="connsiteX8747" fmla="*/ 11785946 w 12184002"/>
              <a:gd name="connsiteY8747" fmla="*/ 268680 h 3882143"/>
              <a:gd name="connsiteX8748" fmla="*/ 11789703 w 12184002"/>
              <a:gd name="connsiteY8748" fmla="*/ 272437 h 3882143"/>
              <a:gd name="connsiteX8749" fmla="*/ 11789703 w 12184002"/>
              <a:gd name="connsiteY8749" fmla="*/ 341258 h 3882143"/>
              <a:gd name="connsiteX8750" fmla="*/ 11822160 w 12184002"/>
              <a:gd name="connsiteY8750" fmla="*/ 341258 h 3882143"/>
              <a:gd name="connsiteX8751" fmla="*/ 11825917 w 12184002"/>
              <a:gd name="connsiteY8751" fmla="*/ 345015 h 3882143"/>
              <a:gd name="connsiteX8752" fmla="*/ 11822160 w 12184002"/>
              <a:gd name="connsiteY8752" fmla="*/ 348770 h 3882143"/>
              <a:gd name="connsiteX8753" fmla="*/ 11786022 w 12184002"/>
              <a:gd name="connsiteY8753" fmla="*/ 348770 h 3882143"/>
              <a:gd name="connsiteX8754" fmla="*/ 11785946 w 12184002"/>
              <a:gd name="connsiteY8754" fmla="*/ 348847 h 3882143"/>
              <a:gd name="connsiteX8755" fmla="*/ 11785870 w 12184002"/>
              <a:gd name="connsiteY8755" fmla="*/ 348770 h 3882143"/>
              <a:gd name="connsiteX8756" fmla="*/ 11607881 w 12184002"/>
              <a:gd name="connsiteY8756" fmla="*/ 348770 h 3882143"/>
              <a:gd name="connsiteX8757" fmla="*/ 11607430 w 12184002"/>
              <a:gd name="connsiteY8757" fmla="*/ 348319 h 3882143"/>
              <a:gd name="connsiteX8758" fmla="*/ 11607430 w 12184002"/>
              <a:gd name="connsiteY8758" fmla="*/ 642693 h 3882143"/>
              <a:gd name="connsiteX8759" fmla="*/ 11522153 w 12184002"/>
              <a:gd name="connsiteY8759" fmla="*/ 728270 h 3882143"/>
              <a:gd name="connsiteX8760" fmla="*/ 11516818 w 12184002"/>
              <a:gd name="connsiteY8760" fmla="*/ 728270 h 3882143"/>
              <a:gd name="connsiteX8761" fmla="*/ 11516818 w 12184002"/>
              <a:gd name="connsiteY8761" fmla="*/ 722935 h 3882143"/>
              <a:gd name="connsiteX8762" fmla="*/ 11599917 w 12184002"/>
              <a:gd name="connsiteY8762" fmla="*/ 639537 h 3882143"/>
              <a:gd name="connsiteX8763" fmla="*/ 11599917 w 12184002"/>
              <a:gd name="connsiteY8763" fmla="*/ 255831 h 3882143"/>
              <a:gd name="connsiteX8764" fmla="*/ 11548450 w 12184002"/>
              <a:gd name="connsiteY8764" fmla="*/ 204140 h 3882143"/>
              <a:gd name="connsiteX8765" fmla="*/ 11548450 w 12184002"/>
              <a:gd name="connsiteY8765" fmla="*/ 4285 h 3882143"/>
              <a:gd name="connsiteX8766" fmla="*/ 11552206 w 12184002"/>
              <a:gd name="connsiteY8766" fmla="*/ 528 h 3882143"/>
              <a:gd name="connsiteX8767" fmla="*/ 631796 w 12184002"/>
              <a:gd name="connsiteY8767" fmla="*/ 528 h 3882143"/>
              <a:gd name="connsiteX8768" fmla="*/ 635552 w 12184002"/>
              <a:gd name="connsiteY8768" fmla="*/ 4285 h 3882143"/>
              <a:gd name="connsiteX8769" fmla="*/ 635552 w 12184002"/>
              <a:gd name="connsiteY8769" fmla="*/ 204140 h 3882143"/>
              <a:gd name="connsiteX8770" fmla="*/ 584086 w 12184002"/>
              <a:gd name="connsiteY8770" fmla="*/ 255831 h 3882143"/>
              <a:gd name="connsiteX8771" fmla="*/ 584086 w 12184002"/>
              <a:gd name="connsiteY8771" fmla="*/ 639537 h 3882143"/>
              <a:gd name="connsiteX8772" fmla="*/ 667184 w 12184002"/>
              <a:gd name="connsiteY8772" fmla="*/ 722935 h 3882143"/>
              <a:gd name="connsiteX8773" fmla="*/ 667184 w 12184002"/>
              <a:gd name="connsiteY8773" fmla="*/ 728270 h 3882143"/>
              <a:gd name="connsiteX8774" fmla="*/ 661850 w 12184002"/>
              <a:gd name="connsiteY8774" fmla="*/ 728270 h 3882143"/>
              <a:gd name="connsiteX8775" fmla="*/ 576573 w 12184002"/>
              <a:gd name="connsiteY8775" fmla="*/ 642693 h 3882143"/>
              <a:gd name="connsiteX8776" fmla="*/ 576573 w 12184002"/>
              <a:gd name="connsiteY8776" fmla="*/ 348319 h 3882143"/>
              <a:gd name="connsiteX8777" fmla="*/ 576121 w 12184002"/>
              <a:gd name="connsiteY8777" fmla="*/ 348770 h 3882143"/>
              <a:gd name="connsiteX8778" fmla="*/ 398132 w 12184002"/>
              <a:gd name="connsiteY8778" fmla="*/ 348770 h 3882143"/>
              <a:gd name="connsiteX8779" fmla="*/ 398056 w 12184002"/>
              <a:gd name="connsiteY8779" fmla="*/ 348847 h 3882143"/>
              <a:gd name="connsiteX8780" fmla="*/ 397981 w 12184002"/>
              <a:gd name="connsiteY8780" fmla="*/ 348770 h 3882143"/>
              <a:gd name="connsiteX8781" fmla="*/ 361842 w 12184002"/>
              <a:gd name="connsiteY8781" fmla="*/ 348770 h 3882143"/>
              <a:gd name="connsiteX8782" fmla="*/ 358085 w 12184002"/>
              <a:gd name="connsiteY8782" fmla="*/ 345015 h 3882143"/>
              <a:gd name="connsiteX8783" fmla="*/ 361842 w 12184002"/>
              <a:gd name="connsiteY8783" fmla="*/ 341258 h 3882143"/>
              <a:gd name="connsiteX8784" fmla="*/ 394299 w 12184002"/>
              <a:gd name="connsiteY8784" fmla="*/ 341258 h 3882143"/>
              <a:gd name="connsiteX8785" fmla="*/ 394299 w 12184002"/>
              <a:gd name="connsiteY8785" fmla="*/ 272437 h 3882143"/>
              <a:gd name="connsiteX8786" fmla="*/ 398056 w 12184002"/>
              <a:gd name="connsiteY8786" fmla="*/ 268680 h 3882143"/>
              <a:gd name="connsiteX8787" fmla="*/ 401812 w 12184002"/>
              <a:gd name="connsiteY8787" fmla="*/ 272437 h 3882143"/>
              <a:gd name="connsiteX8788" fmla="*/ 401812 w 12184002"/>
              <a:gd name="connsiteY8788" fmla="*/ 341258 h 3882143"/>
              <a:gd name="connsiteX8789" fmla="*/ 432615 w 12184002"/>
              <a:gd name="connsiteY8789" fmla="*/ 341258 h 3882143"/>
              <a:gd name="connsiteX8790" fmla="*/ 512559 w 12184002"/>
              <a:gd name="connsiteY8790" fmla="*/ 261090 h 3882143"/>
              <a:gd name="connsiteX8791" fmla="*/ 512559 w 12184002"/>
              <a:gd name="connsiteY8791" fmla="*/ 173110 h 3882143"/>
              <a:gd name="connsiteX8792" fmla="*/ 558917 w 12184002"/>
              <a:gd name="connsiteY8792" fmla="*/ 126602 h 3882143"/>
              <a:gd name="connsiteX8793" fmla="*/ 561546 w 12184002"/>
              <a:gd name="connsiteY8793" fmla="*/ 125475 h 3882143"/>
              <a:gd name="connsiteX8794" fmla="*/ 564176 w 12184002"/>
              <a:gd name="connsiteY8794" fmla="*/ 126602 h 3882143"/>
              <a:gd name="connsiteX8795" fmla="*/ 564176 w 12184002"/>
              <a:gd name="connsiteY8795" fmla="*/ 131937 h 3882143"/>
              <a:gd name="connsiteX8796" fmla="*/ 520073 w 12184002"/>
              <a:gd name="connsiteY8796" fmla="*/ 176191 h 3882143"/>
              <a:gd name="connsiteX8797" fmla="*/ 520073 w 12184002"/>
              <a:gd name="connsiteY8797" fmla="*/ 264172 h 3882143"/>
              <a:gd name="connsiteX8798" fmla="*/ 443265 w 12184002"/>
              <a:gd name="connsiteY8798" fmla="*/ 341258 h 3882143"/>
              <a:gd name="connsiteX8799" fmla="*/ 576121 w 12184002"/>
              <a:gd name="connsiteY8799" fmla="*/ 341258 h 3882143"/>
              <a:gd name="connsiteX8800" fmla="*/ 576573 w 12184002"/>
              <a:gd name="connsiteY8800" fmla="*/ 341709 h 3882143"/>
              <a:gd name="connsiteX8801" fmla="*/ 576573 w 12184002"/>
              <a:gd name="connsiteY8801" fmla="*/ 252752 h 3882143"/>
              <a:gd name="connsiteX8802" fmla="*/ 628039 w 12184002"/>
              <a:gd name="connsiteY8802" fmla="*/ 201060 h 3882143"/>
              <a:gd name="connsiteX8803" fmla="*/ 628039 w 12184002"/>
              <a:gd name="connsiteY8803" fmla="*/ 4285 h 3882143"/>
              <a:gd name="connsiteX8804" fmla="*/ 631796 w 12184002"/>
              <a:gd name="connsiteY8804" fmla="*/ 528 h 3882143"/>
              <a:gd name="connsiteX8805" fmla="*/ 111348 w 12184002"/>
              <a:gd name="connsiteY8805" fmla="*/ 528 h 3882143"/>
              <a:gd name="connsiteX8806" fmla="*/ 115104 w 12184002"/>
              <a:gd name="connsiteY8806" fmla="*/ 4285 h 3882143"/>
              <a:gd name="connsiteX8807" fmla="*/ 115104 w 12184002"/>
              <a:gd name="connsiteY8807" fmla="*/ 306923 h 3882143"/>
              <a:gd name="connsiteX8808" fmla="*/ 61951 w 12184002"/>
              <a:gd name="connsiteY8808" fmla="*/ 306923 h 3882143"/>
              <a:gd name="connsiteX8809" fmla="*/ 56970 w 12184002"/>
              <a:gd name="connsiteY8809" fmla="*/ 319013 h 3882143"/>
              <a:gd name="connsiteX8810" fmla="*/ 39820 w 12184002"/>
              <a:gd name="connsiteY8810" fmla="*/ 326151 h 3882143"/>
              <a:gd name="connsiteX8811" fmla="*/ 15553 w 12184002"/>
              <a:gd name="connsiteY8811" fmla="*/ 301732 h 3882143"/>
              <a:gd name="connsiteX8812" fmla="*/ 39820 w 12184002"/>
              <a:gd name="connsiteY8812" fmla="*/ 277314 h 3882143"/>
              <a:gd name="connsiteX8813" fmla="*/ 56970 w 12184002"/>
              <a:gd name="connsiteY8813" fmla="*/ 284452 h 3882143"/>
              <a:gd name="connsiteX8814" fmla="*/ 63132 w 12184002"/>
              <a:gd name="connsiteY8814" fmla="*/ 299409 h 3882143"/>
              <a:gd name="connsiteX8815" fmla="*/ 107592 w 12184002"/>
              <a:gd name="connsiteY8815" fmla="*/ 299409 h 3882143"/>
              <a:gd name="connsiteX8816" fmla="*/ 107592 w 12184002"/>
              <a:gd name="connsiteY8816" fmla="*/ 4285 h 3882143"/>
              <a:gd name="connsiteX8817" fmla="*/ 111348 w 12184002"/>
              <a:gd name="connsiteY8817" fmla="*/ 528 h 3882143"/>
              <a:gd name="connsiteX8818" fmla="*/ 6672604 w 12184002"/>
              <a:gd name="connsiteY8818" fmla="*/ 525 h 3882143"/>
              <a:gd name="connsiteX8819" fmla="*/ 6676362 w 12184002"/>
              <a:gd name="connsiteY8819" fmla="*/ 4282 h 3882143"/>
              <a:gd name="connsiteX8820" fmla="*/ 6676362 w 12184002"/>
              <a:gd name="connsiteY8820" fmla="*/ 204136 h 3882143"/>
              <a:gd name="connsiteX8821" fmla="*/ 6624895 w 12184002"/>
              <a:gd name="connsiteY8821" fmla="*/ 255827 h 3882143"/>
              <a:gd name="connsiteX8822" fmla="*/ 6624895 w 12184002"/>
              <a:gd name="connsiteY8822" fmla="*/ 639533 h 3882143"/>
              <a:gd name="connsiteX8823" fmla="*/ 6707993 w 12184002"/>
              <a:gd name="connsiteY8823" fmla="*/ 722932 h 3882143"/>
              <a:gd name="connsiteX8824" fmla="*/ 6707993 w 12184002"/>
              <a:gd name="connsiteY8824" fmla="*/ 728266 h 3882143"/>
              <a:gd name="connsiteX8825" fmla="*/ 6702658 w 12184002"/>
              <a:gd name="connsiteY8825" fmla="*/ 728266 h 3882143"/>
              <a:gd name="connsiteX8826" fmla="*/ 6617381 w 12184002"/>
              <a:gd name="connsiteY8826" fmla="*/ 642690 h 3882143"/>
              <a:gd name="connsiteX8827" fmla="*/ 6617381 w 12184002"/>
              <a:gd name="connsiteY8827" fmla="*/ 348316 h 3882143"/>
              <a:gd name="connsiteX8828" fmla="*/ 6616930 w 12184002"/>
              <a:gd name="connsiteY8828" fmla="*/ 348767 h 3882143"/>
              <a:gd name="connsiteX8829" fmla="*/ 6438940 w 12184002"/>
              <a:gd name="connsiteY8829" fmla="*/ 348767 h 3882143"/>
              <a:gd name="connsiteX8830" fmla="*/ 6438864 w 12184002"/>
              <a:gd name="connsiteY8830" fmla="*/ 348843 h 3882143"/>
              <a:gd name="connsiteX8831" fmla="*/ 6438788 w 12184002"/>
              <a:gd name="connsiteY8831" fmla="*/ 348767 h 3882143"/>
              <a:gd name="connsiteX8832" fmla="*/ 6402650 w 12184002"/>
              <a:gd name="connsiteY8832" fmla="*/ 348767 h 3882143"/>
              <a:gd name="connsiteX8833" fmla="*/ 6398894 w 12184002"/>
              <a:gd name="connsiteY8833" fmla="*/ 345012 h 3882143"/>
              <a:gd name="connsiteX8834" fmla="*/ 6402650 w 12184002"/>
              <a:gd name="connsiteY8834" fmla="*/ 341255 h 3882143"/>
              <a:gd name="connsiteX8835" fmla="*/ 6435108 w 12184002"/>
              <a:gd name="connsiteY8835" fmla="*/ 341255 h 3882143"/>
              <a:gd name="connsiteX8836" fmla="*/ 6435108 w 12184002"/>
              <a:gd name="connsiteY8836" fmla="*/ 272433 h 3882143"/>
              <a:gd name="connsiteX8837" fmla="*/ 6438864 w 12184002"/>
              <a:gd name="connsiteY8837" fmla="*/ 268676 h 3882143"/>
              <a:gd name="connsiteX8838" fmla="*/ 6442621 w 12184002"/>
              <a:gd name="connsiteY8838" fmla="*/ 272433 h 3882143"/>
              <a:gd name="connsiteX8839" fmla="*/ 6442621 w 12184002"/>
              <a:gd name="connsiteY8839" fmla="*/ 341255 h 3882143"/>
              <a:gd name="connsiteX8840" fmla="*/ 6479579 w 12184002"/>
              <a:gd name="connsiteY8840" fmla="*/ 341255 h 3882143"/>
              <a:gd name="connsiteX8841" fmla="*/ 6553368 w 12184002"/>
              <a:gd name="connsiteY8841" fmla="*/ 261162 h 3882143"/>
              <a:gd name="connsiteX8842" fmla="*/ 6553368 w 12184002"/>
              <a:gd name="connsiteY8842" fmla="*/ 173107 h 3882143"/>
              <a:gd name="connsiteX8843" fmla="*/ 6586054 w 12184002"/>
              <a:gd name="connsiteY8843" fmla="*/ 140315 h 3882143"/>
              <a:gd name="connsiteX8844" fmla="*/ 6579815 w 12184002"/>
              <a:gd name="connsiteY8844" fmla="*/ 125170 h 3882143"/>
              <a:gd name="connsiteX8845" fmla="*/ 6604082 w 12184002"/>
              <a:gd name="connsiteY8845" fmla="*/ 100752 h 3882143"/>
              <a:gd name="connsiteX8846" fmla="*/ 6628350 w 12184002"/>
              <a:gd name="connsiteY8846" fmla="*/ 125170 h 3882143"/>
              <a:gd name="connsiteX8847" fmla="*/ 6604082 w 12184002"/>
              <a:gd name="connsiteY8847" fmla="*/ 149589 h 3882143"/>
              <a:gd name="connsiteX8848" fmla="*/ 6592337 w 12184002"/>
              <a:gd name="connsiteY8848" fmla="*/ 144700 h 3882143"/>
              <a:gd name="connsiteX8849" fmla="*/ 6560956 w 12184002"/>
              <a:gd name="connsiteY8849" fmla="*/ 176188 h 3882143"/>
              <a:gd name="connsiteX8850" fmla="*/ 6560956 w 12184002"/>
              <a:gd name="connsiteY8850" fmla="*/ 264093 h 3882143"/>
              <a:gd name="connsiteX8851" fmla="*/ 6489847 w 12184002"/>
              <a:gd name="connsiteY8851" fmla="*/ 341255 h 3882143"/>
              <a:gd name="connsiteX8852" fmla="*/ 6616930 w 12184002"/>
              <a:gd name="connsiteY8852" fmla="*/ 341255 h 3882143"/>
              <a:gd name="connsiteX8853" fmla="*/ 6617381 w 12184002"/>
              <a:gd name="connsiteY8853" fmla="*/ 341706 h 3882143"/>
              <a:gd name="connsiteX8854" fmla="*/ 6617381 w 12184002"/>
              <a:gd name="connsiteY8854" fmla="*/ 252748 h 3882143"/>
              <a:gd name="connsiteX8855" fmla="*/ 6668847 w 12184002"/>
              <a:gd name="connsiteY8855" fmla="*/ 201056 h 3882143"/>
              <a:gd name="connsiteX8856" fmla="*/ 6668847 w 12184002"/>
              <a:gd name="connsiteY8856" fmla="*/ 4282 h 3882143"/>
              <a:gd name="connsiteX8857" fmla="*/ 6672604 w 12184002"/>
              <a:gd name="connsiteY8857" fmla="*/ 525 h 3882143"/>
              <a:gd name="connsiteX8858" fmla="*/ 6031847 w 12184002"/>
              <a:gd name="connsiteY8858" fmla="*/ 525 h 3882143"/>
              <a:gd name="connsiteX8859" fmla="*/ 6035603 w 12184002"/>
              <a:gd name="connsiteY8859" fmla="*/ 4282 h 3882143"/>
              <a:gd name="connsiteX8860" fmla="*/ 6035603 w 12184002"/>
              <a:gd name="connsiteY8860" fmla="*/ 299331 h 3882143"/>
              <a:gd name="connsiteX8861" fmla="*/ 6090923 w 12184002"/>
              <a:gd name="connsiteY8861" fmla="*/ 299331 h 3882143"/>
              <a:gd name="connsiteX8862" fmla="*/ 6093081 w 12184002"/>
              <a:gd name="connsiteY8862" fmla="*/ 299331 h 3882143"/>
              <a:gd name="connsiteX8863" fmla="*/ 6148400 w 12184002"/>
              <a:gd name="connsiteY8863" fmla="*/ 299331 h 3882143"/>
              <a:gd name="connsiteX8864" fmla="*/ 6148400 w 12184002"/>
              <a:gd name="connsiteY8864" fmla="*/ 4282 h 3882143"/>
              <a:gd name="connsiteX8865" fmla="*/ 6152155 w 12184002"/>
              <a:gd name="connsiteY8865" fmla="*/ 525 h 3882143"/>
              <a:gd name="connsiteX8866" fmla="*/ 6155912 w 12184002"/>
              <a:gd name="connsiteY8866" fmla="*/ 4282 h 3882143"/>
              <a:gd name="connsiteX8867" fmla="*/ 6155912 w 12184002"/>
              <a:gd name="connsiteY8867" fmla="*/ 306844 h 3882143"/>
              <a:gd name="connsiteX8868" fmla="*/ 6093081 w 12184002"/>
              <a:gd name="connsiteY8868" fmla="*/ 306844 h 3882143"/>
              <a:gd name="connsiteX8869" fmla="*/ 6090923 w 12184002"/>
              <a:gd name="connsiteY8869" fmla="*/ 306844 h 3882143"/>
              <a:gd name="connsiteX8870" fmla="*/ 6028091 w 12184002"/>
              <a:gd name="connsiteY8870" fmla="*/ 306844 h 3882143"/>
              <a:gd name="connsiteX8871" fmla="*/ 6028091 w 12184002"/>
              <a:gd name="connsiteY8871" fmla="*/ 4282 h 3882143"/>
              <a:gd name="connsiteX8872" fmla="*/ 6031847 w 12184002"/>
              <a:gd name="connsiteY8872" fmla="*/ 525 h 3882143"/>
              <a:gd name="connsiteX8873" fmla="*/ 5511399 w 12184002"/>
              <a:gd name="connsiteY8873" fmla="*/ 525 h 3882143"/>
              <a:gd name="connsiteX8874" fmla="*/ 5515156 w 12184002"/>
              <a:gd name="connsiteY8874" fmla="*/ 4282 h 3882143"/>
              <a:gd name="connsiteX8875" fmla="*/ 5515156 w 12184002"/>
              <a:gd name="connsiteY8875" fmla="*/ 201056 h 3882143"/>
              <a:gd name="connsiteX8876" fmla="*/ 5566621 w 12184002"/>
              <a:gd name="connsiteY8876" fmla="*/ 252748 h 3882143"/>
              <a:gd name="connsiteX8877" fmla="*/ 5566621 w 12184002"/>
              <a:gd name="connsiteY8877" fmla="*/ 341706 h 3882143"/>
              <a:gd name="connsiteX8878" fmla="*/ 5567073 w 12184002"/>
              <a:gd name="connsiteY8878" fmla="*/ 341255 h 3882143"/>
              <a:gd name="connsiteX8879" fmla="*/ 5694156 w 12184002"/>
              <a:gd name="connsiteY8879" fmla="*/ 341255 h 3882143"/>
              <a:gd name="connsiteX8880" fmla="*/ 5623048 w 12184002"/>
              <a:gd name="connsiteY8880" fmla="*/ 264093 h 3882143"/>
              <a:gd name="connsiteX8881" fmla="*/ 5623048 w 12184002"/>
              <a:gd name="connsiteY8881" fmla="*/ 176188 h 3882143"/>
              <a:gd name="connsiteX8882" fmla="*/ 5591667 w 12184002"/>
              <a:gd name="connsiteY8882" fmla="*/ 144700 h 3882143"/>
              <a:gd name="connsiteX8883" fmla="*/ 5579921 w 12184002"/>
              <a:gd name="connsiteY8883" fmla="*/ 149589 h 3882143"/>
              <a:gd name="connsiteX8884" fmla="*/ 5555653 w 12184002"/>
              <a:gd name="connsiteY8884" fmla="*/ 125170 h 3882143"/>
              <a:gd name="connsiteX8885" fmla="*/ 5579921 w 12184002"/>
              <a:gd name="connsiteY8885" fmla="*/ 100752 h 3882143"/>
              <a:gd name="connsiteX8886" fmla="*/ 5604189 w 12184002"/>
              <a:gd name="connsiteY8886" fmla="*/ 125170 h 3882143"/>
              <a:gd name="connsiteX8887" fmla="*/ 5597950 w 12184002"/>
              <a:gd name="connsiteY8887" fmla="*/ 140315 h 3882143"/>
              <a:gd name="connsiteX8888" fmla="*/ 5630635 w 12184002"/>
              <a:gd name="connsiteY8888" fmla="*/ 173107 h 3882143"/>
              <a:gd name="connsiteX8889" fmla="*/ 5630635 w 12184002"/>
              <a:gd name="connsiteY8889" fmla="*/ 261162 h 3882143"/>
              <a:gd name="connsiteX8890" fmla="*/ 5704424 w 12184002"/>
              <a:gd name="connsiteY8890" fmla="*/ 341255 h 3882143"/>
              <a:gd name="connsiteX8891" fmla="*/ 5741382 w 12184002"/>
              <a:gd name="connsiteY8891" fmla="*/ 341255 h 3882143"/>
              <a:gd name="connsiteX8892" fmla="*/ 5741382 w 12184002"/>
              <a:gd name="connsiteY8892" fmla="*/ 272433 h 3882143"/>
              <a:gd name="connsiteX8893" fmla="*/ 5745139 w 12184002"/>
              <a:gd name="connsiteY8893" fmla="*/ 268676 h 3882143"/>
              <a:gd name="connsiteX8894" fmla="*/ 5748894 w 12184002"/>
              <a:gd name="connsiteY8894" fmla="*/ 272433 h 3882143"/>
              <a:gd name="connsiteX8895" fmla="*/ 5748894 w 12184002"/>
              <a:gd name="connsiteY8895" fmla="*/ 341255 h 3882143"/>
              <a:gd name="connsiteX8896" fmla="*/ 5781353 w 12184002"/>
              <a:gd name="connsiteY8896" fmla="*/ 341255 h 3882143"/>
              <a:gd name="connsiteX8897" fmla="*/ 5785109 w 12184002"/>
              <a:gd name="connsiteY8897" fmla="*/ 345012 h 3882143"/>
              <a:gd name="connsiteX8898" fmla="*/ 5781353 w 12184002"/>
              <a:gd name="connsiteY8898" fmla="*/ 348767 h 3882143"/>
              <a:gd name="connsiteX8899" fmla="*/ 5745214 w 12184002"/>
              <a:gd name="connsiteY8899" fmla="*/ 348767 h 3882143"/>
              <a:gd name="connsiteX8900" fmla="*/ 5745139 w 12184002"/>
              <a:gd name="connsiteY8900" fmla="*/ 348843 h 3882143"/>
              <a:gd name="connsiteX8901" fmla="*/ 5745063 w 12184002"/>
              <a:gd name="connsiteY8901" fmla="*/ 348767 h 3882143"/>
              <a:gd name="connsiteX8902" fmla="*/ 5567073 w 12184002"/>
              <a:gd name="connsiteY8902" fmla="*/ 348767 h 3882143"/>
              <a:gd name="connsiteX8903" fmla="*/ 5566621 w 12184002"/>
              <a:gd name="connsiteY8903" fmla="*/ 348316 h 3882143"/>
              <a:gd name="connsiteX8904" fmla="*/ 5566621 w 12184002"/>
              <a:gd name="connsiteY8904" fmla="*/ 642690 h 3882143"/>
              <a:gd name="connsiteX8905" fmla="*/ 5481346 w 12184002"/>
              <a:gd name="connsiteY8905" fmla="*/ 728266 h 3882143"/>
              <a:gd name="connsiteX8906" fmla="*/ 5476011 w 12184002"/>
              <a:gd name="connsiteY8906" fmla="*/ 728266 h 3882143"/>
              <a:gd name="connsiteX8907" fmla="*/ 5476011 w 12184002"/>
              <a:gd name="connsiteY8907" fmla="*/ 722932 h 3882143"/>
              <a:gd name="connsiteX8908" fmla="*/ 5559108 w 12184002"/>
              <a:gd name="connsiteY8908" fmla="*/ 639533 h 3882143"/>
              <a:gd name="connsiteX8909" fmla="*/ 5559108 w 12184002"/>
              <a:gd name="connsiteY8909" fmla="*/ 255827 h 3882143"/>
              <a:gd name="connsiteX8910" fmla="*/ 5507642 w 12184002"/>
              <a:gd name="connsiteY8910" fmla="*/ 204136 h 3882143"/>
              <a:gd name="connsiteX8911" fmla="*/ 5507642 w 12184002"/>
              <a:gd name="connsiteY8911" fmla="*/ 4282 h 3882143"/>
              <a:gd name="connsiteX8912" fmla="*/ 5511399 w 12184002"/>
              <a:gd name="connsiteY8912" fmla="*/ 525 h 3882143"/>
              <a:gd name="connsiteX8913" fmla="*/ 12018784 w 12184002"/>
              <a:gd name="connsiteY8913" fmla="*/ 0 h 3882143"/>
              <a:gd name="connsiteX8914" fmla="*/ 12026297 w 12184002"/>
              <a:gd name="connsiteY8914" fmla="*/ 0 h 3882143"/>
              <a:gd name="connsiteX8915" fmla="*/ 12026297 w 12184002"/>
              <a:gd name="connsiteY8915" fmla="*/ 835334 h 3882143"/>
              <a:gd name="connsiteX8916" fmla="*/ 11601043 w 12184002"/>
              <a:gd name="connsiteY8916" fmla="*/ 1262085 h 3882143"/>
              <a:gd name="connsiteX8917" fmla="*/ 11558743 w 12184002"/>
              <a:gd name="connsiteY8917" fmla="*/ 1262085 h 3882143"/>
              <a:gd name="connsiteX8918" fmla="*/ 11558743 w 12184002"/>
              <a:gd name="connsiteY8918" fmla="*/ 1334738 h 3882143"/>
              <a:gd name="connsiteX8919" fmla="*/ 11441836 w 12184002"/>
              <a:gd name="connsiteY8919" fmla="*/ 1334738 h 3882143"/>
              <a:gd name="connsiteX8920" fmla="*/ 11441836 w 12184002"/>
              <a:gd name="connsiteY8920" fmla="*/ 1465019 h 3882143"/>
              <a:gd name="connsiteX8921" fmla="*/ 11438079 w 12184002"/>
              <a:gd name="connsiteY8921" fmla="*/ 1468777 h 3882143"/>
              <a:gd name="connsiteX8922" fmla="*/ 11434322 w 12184002"/>
              <a:gd name="connsiteY8922" fmla="*/ 1465019 h 3882143"/>
              <a:gd name="connsiteX8923" fmla="*/ 11434322 w 12184002"/>
              <a:gd name="connsiteY8923" fmla="*/ 1327151 h 3882143"/>
              <a:gd name="connsiteX8924" fmla="*/ 11551230 w 12184002"/>
              <a:gd name="connsiteY8924" fmla="*/ 1327151 h 3882143"/>
              <a:gd name="connsiteX8925" fmla="*/ 11551230 w 12184002"/>
              <a:gd name="connsiteY8925" fmla="*/ 1254497 h 3882143"/>
              <a:gd name="connsiteX8926" fmla="*/ 11597963 w 12184002"/>
              <a:gd name="connsiteY8926" fmla="*/ 1254497 h 3882143"/>
              <a:gd name="connsiteX8927" fmla="*/ 11839106 w 12184002"/>
              <a:gd name="connsiteY8927" fmla="*/ 1012492 h 3882143"/>
              <a:gd name="connsiteX8928" fmla="*/ 11838990 w 12184002"/>
              <a:gd name="connsiteY8928" fmla="*/ 1012492 h 3882143"/>
              <a:gd name="connsiteX8929" fmla="*/ 11800146 w 12184002"/>
              <a:gd name="connsiteY8929" fmla="*/ 973499 h 3882143"/>
              <a:gd name="connsiteX8930" fmla="*/ 11879336 w 12184002"/>
              <a:gd name="connsiteY8930" fmla="*/ 894012 h 3882143"/>
              <a:gd name="connsiteX8931" fmla="*/ 11881967 w 12184002"/>
              <a:gd name="connsiteY8931" fmla="*/ 892885 h 3882143"/>
              <a:gd name="connsiteX8932" fmla="*/ 11882041 w 12184002"/>
              <a:gd name="connsiteY8932" fmla="*/ 892885 h 3882143"/>
              <a:gd name="connsiteX8933" fmla="*/ 11884671 w 12184002"/>
              <a:gd name="connsiteY8933" fmla="*/ 894012 h 3882143"/>
              <a:gd name="connsiteX8934" fmla="*/ 11884671 w 12184002"/>
              <a:gd name="connsiteY8934" fmla="*/ 899344 h 3882143"/>
              <a:gd name="connsiteX8935" fmla="*/ 11810815 w 12184002"/>
              <a:gd name="connsiteY8935" fmla="*/ 973499 h 3882143"/>
              <a:gd name="connsiteX8936" fmla="*/ 11844324 w 12184002"/>
              <a:gd name="connsiteY8936" fmla="*/ 1007158 h 3882143"/>
              <a:gd name="connsiteX8937" fmla="*/ 11844324 w 12184002"/>
              <a:gd name="connsiteY8937" fmla="*/ 1007255 h 3882143"/>
              <a:gd name="connsiteX8938" fmla="*/ 12018784 w 12184002"/>
              <a:gd name="connsiteY8938" fmla="*/ 832179 h 3882143"/>
              <a:gd name="connsiteX8939" fmla="*/ 11594242 w 12184002"/>
              <a:gd name="connsiteY8939" fmla="*/ 0 h 3882143"/>
              <a:gd name="connsiteX8940" fmla="*/ 11603729 w 12184002"/>
              <a:gd name="connsiteY8940" fmla="*/ 0 h 3882143"/>
              <a:gd name="connsiteX8941" fmla="*/ 11609608 w 12184002"/>
              <a:gd name="connsiteY8941" fmla="*/ 5121 h 3882143"/>
              <a:gd name="connsiteX8942" fmla="*/ 11919722 w 12184002"/>
              <a:gd name="connsiteY8942" fmla="*/ 316764 h 3882143"/>
              <a:gd name="connsiteX8943" fmla="*/ 11924191 w 12184002"/>
              <a:gd name="connsiteY8943" fmla="*/ 321316 h 3882143"/>
              <a:gd name="connsiteX8944" fmla="*/ 11924191 w 12184002"/>
              <a:gd name="connsiteY8944" fmla="*/ 52822 h 3882143"/>
              <a:gd name="connsiteX8945" fmla="*/ 11770093 w 12184002"/>
              <a:gd name="connsiteY8945" fmla="*/ 52822 h 3882143"/>
              <a:gd name="connsiteX8946" fmla="*/ 11836338 w 12184002"/>
              <a:gd name="connsiteY8946" fmla="*/ 119313 h 3882143"/>
              <a:gd name="connsiteX8947" fmla="*/ 11837919 w 12184002"/>
              <a:gd name="connsiteY8947" fmla="*/ 115477 h 3882143"/>
              <a:gd name="connsiteX8948" fmla="*/ 11855069 w 12184002"/>
              <a:gd name="connsiteY8948" fmla="*/ 108339 h 3882143"/>
              <a:gd name="connsiteX8949" fmla="*/ 11879336 w 12184002"/>
              <a:gd name="connsiteY8949" fmla="*/ 132758 h 3882143"/>
              <a:gd name="connsiteX8950" fmla="*/ 11855069 w 12184002"/>
              <a:gd name="connsiteY8950" fmla="*/ 157176 h 3882143"/>
              <a:gd name="connsiteX8951" fmla="*/ 11830800 w 12184002"/>
              <a:gd name="connsiteY8951" fmla="*/ 132758 h 3882143"/>
              <a:gd name="connsiteX8952" fmla="*/ 11833222 w 12184002"/>
              <a:gd name="connsiteY8952" fmla="*/ 126879 h 3882143"/>
              <a:gd name="connsiteX8953" fmla="*/ 11751835 w 12184002"/>
              <a:gd name="connsiteY8953" fmla="*/ 45233 h 3882143"/>
              <a:gd name="connsiteX8954" fmla="*/ 11931704 w 12184002"/>
              <a:gd name="connsiteY8954" fmla="*/ 45233 h 3882143"/>
              <a:gd name="connsiteX8955" fmla="*/ 11931704 w 12184002"/>
              <a:gd name="connsiteY8955" fmla="*/ 328967 h 3882143"/>
              <a:gd name="connsiteX8956" fmla="*/ 11958528 w 12184002"/>
              <a:gd name="connsiteY8956" fmla="*/ 356286 h 3882143"/>
              <a:gd name="connsiteX8957" fmla="*/ 11959580 w 12184002"/>
              <a:gd name="connsiteY8957" fmla="*/ 357413 h 3882143"/>
              <a:gd name="connsiteX8958" fmla="*/ 11959580 w 12184002"/>
              <a:gd name="connsiteY8958" fmla="*/ 718052 h 3882143"/>
              <a:gd name="connsiteX8959" fmla="*/ 11723286 w 12184002"/>
              <a:gd name="connsiteY8959" fmla="*/ 955166 h 3882143"/>
              <a:gd name="connsiteX8960" fmla="*/ 11717952 w 12184002"/>
              <a:gd name="connsiteY8960" fmla="*/ 955166 h 3882143"/>
              <a:gd name="connsiteX8961" fmla="*/ 11717952 w 12184002"/>
              <a:gd name="connsiteY8961" fmla="*/ 949831 h 3882143"/>
              <a:gd name="connsiteX8962" fmla="*/ 11951991 w 12184002"/>
              <a:gd name="connsiteY8962" fmla="*/ 714897 h 3882143"/>
              <a:gd name="connsiteX8963" fmla="*/ 11951991 w 12184002"/>
              <a:gd name="connsiteY8963" fmla="*/ 360493 h 3882143"/>
              <a:gd name="connsiteX8964" fmla="*/ 11595109 w 12184002"/>
              <a:gd name="connsiteY8964" fmla="*/ 2032 h 3882143"/>
              <a:gd name="connsiteX8965" fmla="*/ 11470537 w 12184002"/>
              <a:gd name="connsiteY8965" fmla="*/ 0 h 3882143"/>
              <a:gd name="connsiteX8966" fmla="*/ 11478126 w 12184002"/>
              <a:gd name="connsiteY8966" fmla="*/ 0 h 3882143"/>
              <a:gd name="connsiteX8967" fmla="*/ 11478126 w 12184002"/>
              <a:gd name="connsiteY8967" fmla="*/ 231790 h 3882143"/>
              <a:gd name="connsiteX8968" fmla="*/ 11519899 w 12184002"/>
              <a:gd name="connsiteY8968" fmla="*/ 273713 h 3882143"/>
              <a:gd name="connsiteX8969" fmla="*/ 11519899 w 12184002"/>
              <a:gd name="connsiteY8969" fmla="*/ 586870 h 3882143"/>
              <a:gd name="connsiteX8970" fmla="*/ 11312532 w 12184002"/>
              <a:gd name="connsiteY8970" fmla="*/ 794988 h 3882143"/>
              <a:gd name="connsiteX8971" fmla="*/ 11312532 w 12184002"/>
              <a:gd name="connsiteY8971" fmla="*/ 1150513 h 3882143"/>
              <a:gd name="connsiteX8972" fmla="*/ 11373089 w 12184002"/>
              <a:gd name="connsiteY8972" fmla="*/ 1213098 h 3882143"/>
              <a:gd name="connsiteX8973" fmla="*/ 11373089 w 12184002"/>
              <a:gd name="connsiteY8973" fmla="*/ 1506043 h 3882143"/>
              <a:gd name="connsiteX8974" fmla="*/ 11517796 w 12184002"/>
              <a:gd name="connsiteY8974" fmla="*/ 1506043 h 3882143"/>
              <a:gd name="connsiteX8975" fmla="*/ 11517796 w 12184002"/>
              <a:gd name="connsiteY8975" fmla="*/ 1407194 h 3882143"/>
              <a:gd name="connsiteX8976" fmla="*/ 11503651 w 12184002"/>
              <a:gd name="connsiteY8976" fmla="*/ 1401306 h 3882143"/>
              <a:gd name="connsiteX8977" fmla="*/ 11496533 w 12184002"/>
              <a:gd name="connsiteY8977" fmla="*/ 1384026 h 3882143"/>
              <a:gd name="connsiteX8978" fmla="*/ 11520801 w 12184002"/>
              <a:gd name="connsiteY8978" fmla="*/ 1359608 h 3882143"/>
              <a:gd name="connsiteX8979" fmla="*/ 11545068 w 12184002"/>
              <a:gd name="connsiteY8979" fmla="*/ 1384026 h 3882143"/>
              <a:gd name="connsiteX8980" fmla="*/ 11537950 w 12184002"/>
              <a:gd name="connsiteY8980" fmla="*/ 1401306 h 3882143"/>
              <a:gd name="connsiteX8981" fmla="*/ 11525310 w 12184002"/>
              <a:gd name="connsiteY8981" fmla="*/ 1406568 h 3882143"/>
              <a:gd name="connsiteX8982" fmla="*/ 11525310 w 12184002"/>
              <a:gd name="connsiteY8982" fmla="*/ 1506043 h 3882143"/>
              <a:gd name="connsiteX8983" fmla="*/ 11552282 w 12184002"/>
              <a:gd name="connsiteY8983" fmla="*/ 1506043 h 3882143"/>
              <a:gd name="connsiteX8984" fmla="*/ 11556039 w 12184002"/>
              <a:gd name="connsiteY8984" fmla="*/ 1509799 h 3882143"/>
              <a:gd name="connsiteX8985" fmla="*/ 11552282 w 12184002"/>
              <a:gd name="connsiteY8985" fmla="*/ 1513556 h 3882143"/>
              <a:gd name="connsiteX8986" fmla="*/ 11365501 w 12184002"/>
              <a:gd name="connsiteY8986" fmla="*/ 1513556 h 3882143"/>
              <a:gd name="connsiteX8987" fmla="*/ 11365501 w 12184002"/>
              <a:gd name="connsiteY8987" fmla="*/ 1301230 h 3882143"/>
              <a:gd name="connsiteX8988" fmla="*/ 11298932 w 12184002"/>
              <a:gd name="connsiteY8988" fmla="*/ 1301230 h 3882143"/>
              <a:gd name="connsiteX8989" fmla="*/ 11295175 w 12184002"/>
              <a:gd name="connsiteY8989" fmla="*/ 1297474 h 3882143"/>
              <a:gd name="connsiteX8990" fmla="*/ 11298932 w 12184002"/>
              <a:gd name="connsiteY8990" fmla="*/ 1293716 h 3882143"/>
              <a:gd name="connsiteX8991" fmla="*/ 11365501 w 12184002"/>
              <a:gd name="connsiteY8991" fmla="*/ 1293716 h 3882143"/>
              <a:gd name="connsiteX8992" fmla="*/ 11365501 w 12184002"/>
              <a:gd name="connsiteY8992" fmla="*/ 1213023 h 3882143"/>
              <a:gd name="connsiteX8993" fmla="*/ 11306372 w 12184002"/>
              <a:gd name="connsiteY8993" fmla="*/ 1155246 h 3882143"/>
              <a:gd name="connsiteX8994" fmla="*/ 11304944 w 12184002"/>
              <a:gd name="connsiteY8994" fmla="*/ 1154117 h 3882143"/>
              <a:gd name="connsiteX8995" fmla="*/ 11304944 w 12184002"/>
              <a:gd name="connsiteY8995" fmla="*/ 981763 h 3882143"/>
              <a:gd name="connsiteX8996" fmla="*/ 11301788 w 12184002"/>
              <a:gd name="connsiteY8996" fmla="*/ 981763 h 3882143"/>
              <a:gd name="connsiteX8997" fmla="*/ 11213056 w 12184002"/>
              <a:gd name="connsiteY8997" fmla="*/ 892661 h 3882143"/>
              <a:gd name="connsiteX8998" fmla="*/ 11213056 w 12184002"/>
              <a:gd name="connsiteY8998" fmla="*/ 659072 h 3882143"/>
              <a:gd name="connsiteX8999" fmla="*/ 11268053 w 12184002"/>
              <a:gd name="connsiteY8999" fmla="*/ 603925 h 3882143"/>
              <a:gd name="connsiteX9000" fmla="*/ 11268053 w 12184002"/>
              <a:gd name="connsiteY9000" fmla="*/ 325482 h 3882143"/>
              <a:gd name="connsiteX9001" fmla="*/ 11271810 w 12184002"/>
              <a:gd name="connsiteY9001" fmla="*/ 321725 h 3882143"/>
              <a:gd name="connsiteX9002" fmla="*/ 11271810 w 12184002"/>
              <a:gd name="connsiteY9002" fmla="*/ 321799 h 3882143"/>
              <a:gd name="connsiteX9003" fmla="*/ 11275566 w 12184002"/>
              <a:gd name="connsiteY9003" fmla="*/ 325556 h 3882143"/>
              <a:gd name="connsiteX9004" fmla="*/ 11275566 w 12184002"/>
              <a:gd name="connsiteY9004" fmla="*/ 607155 h 3882143"/>
              <a:gd name="connsiteX9005" fmla="*/ 11220569 w 12184002"/>
              <a:gd name="connsiteY9005" fmla="*/ 662303 h 3882143"/>
              <a:gd name="connsiteX9006" fmla="*/ 11220569 w 12184002"/>
              <a:gd name="connsiteY9006" fmla="*/ 889578 h 3882143"/>
              <a:gd name="connsiteX9007" fmla="*/ 11304944 w 12184002"/>
              <a:gd name="connsiteY9007" fmla="*/ 974244 h 3882143"/>
              <a:gd name="connsiteX9008" fmla="*/ 11304944 w 12184002"/>
              <a:gd name="connsiteY9008" fmla="*/ 791832 h 3882143"/>
              <a:gd name="connsiteX9009" fmla="*/ 11512312 w 12184002"/>
              <a:gd name="connsiteY9009" fmla="*/ 583713 h 3882143"/>
              <a:gd name="connsiteX9010" fmla="*/ 11512312 w 12184002"/>
              <a:gd name="connsiteY9010" fmla="*/ 276793 h 3882143"/>
              <a:gd name="connsiteX9011" fmla="*/ 11470537 w 12184002"/>
              <a:gd name="connsiteY9011" fmla="*/ 234870 h 3882143"/>
              <a:gd name="connsiteX9012" fmla="*/ 11412083 w 12184002"/>
              <a:gd name="connsiteY9012" fmla="*/ 0 h 3882143"/>
              <a:gd name="connsiteX9013" fmla="*/ 11419597 w 12184002"/>
              <a:gd name="connsiteY9013" fmla="*/ 0 h 3882143"/>
              <a:gd name="connsiteX9014" fmla="*/ 11419597 w 12184002"/>
              <a:gd name="connsiteY9014" fmla="*/ 276420 h 3882143"/>
              <a:gd name="connsiteX9015" fmla="*/ 11478051 w 12184002"/>
              <a:gd name="connsiteY9015" fmla="*/ 335097 h 3882143"/>
              <a:gd name="connsiteX9016" fmla="*/ 11478051 w 12184002"/>
              <a:gd name="connsiteY9016" fmla="*/ 544946 h 3882143"/>
              <a:gd name="connsiteX9017" fmla="*/ 11283530 w 12184002"/>
              <a:gd name="connsiteY9017" fmla="*/ 740142 h 3882143"/>
              <a:gd name="connsiteX9018" fmla="*/ 11278196 w 12184002"/>
              <a:gd name="connsiteY9018" fmla="*/ 740142 h 3882143"/>
              <a:gd name="connsiteX9019" fmla="*/ 11278196 w 12184002"/>
              <a:gd name="connsiteY9019" fmla="*/ 734807 h 3882143"/>
              <a:gd name="connsiteX9020" fmla="*/ 11350849 w 12184002"/>
              <a:gd name="connsiteY9020" fmla="*/ 661898 h 3882143"/>
              <a:gd name="connsiteX9021" fmla="*/ 11350849 w 12184002"/>
              <a:gd name="connsiteY9021" fmla="*/ 277591 h 3882143"/>
              <a:gd name="connsiteX9022" fmla="*/ 11335202 w 12184002"/>
              <a:gd name="connsiteY9022" fmla="*/ 271078 h 3882143"/>
              <a:gd name="connsiteX9023" fmla="*/ 11328084 w 12184002"/>
              <a:gd name="connsiteY9023" fmla="*/ 253797 h 3882143"/>
              <a:gd name="connsiteX9024" fmla="*/ 11352352 w 12184002"/>
              <a:gd name="connsiteY9024" fmla="*/ 229379 h 3882143"/>
              <a:gd name="connsiteX9025" fmla="*/ 11376619 w 12184002"/>
              <a:gd name="connsiteY9025" fmla="*/ 253797 h 3882143"/>
              <a:gd name="connsiteX9026" fmla="*/ 11369501 w 12184002"/>
              <a:gd name="connsiteY9026" fmla="*/ 271078 h 3882143"/>
              <a:gd name="connsiteX9027" fmla="*/ 11358363 w 12184002"/>
              <a:gd name="connsiteY9027" fmla="*/ 275713 h 3882143"/>
              <a:gd name="connsiteX9028" fmla="*/ 11358363 w 12184002"/>
              <a:gd name="connsiteY9028" fmla="*/ 422252 h 3882143"/>
              <a:gd name="connsiteX9029" fmla="*/ 11413059 w 12184002"/>
              <a:gd name="connsiteY9029" fmla="*/ 422252 h 3882143"/>
              <a:gd name="connsiteX9030" fmla="*/ 11416816 w 12184002"/>
              <a:gd name="connsiteY9030" fmla="*/ 426007 h 3882143"/>
              <a:gd name="connsiteX9031" fmla="*/ 11413059 w 12184002"/>
              <a:gd name="connsiteY9031" fmla="*/ 429765 h 3882143"/>
              <a:gd name="connsiteX9032" fmla="*/ 11358363 w 12184002"/>
              <a:gd name="connsiteY9032" fmla="*/ 429765 h 3882143"/>
              <a:gd name="connsiteX9033" fmla="*/ 11358363 w 12184002"/>
              <a:gd name="connsiteY9033" fmla="*/ 654359 h 3882143"/>
              <a:gd name="connsiteX9034" fmla="*/ 11470537 w 12184002"/>
              <a:gd name="connsiteY9034" fmla="*/ 541788 h 3882143"/>
              <a:gd name="connsiteX9035" fmla="*/ 11470537 w 12184002"/>
              <a:gd name="connsiteY9035" fmla="*/ 338254 h 3882143"/>
              <a:gd name="connsiteX9036" fmla="*/ 11412083 w 12184002"/>
              <a:gd name="connsiteY9036" fmla="*/ 279575 h 3882143"/>
              <a:gd name="connsiteX9037" fmla="*/ 11267376 w 12184002"/>
              <a:gd name="connsiteY9037" fmla="*/ 0 h 3882143"/>
              <a:gd name="connsiteX9038" fmla="*/ 11274890 w 12184002"/>
              <a:gd name="connsiteY9038" fmla="*/ 0 h 3882143"/>
              <a:gd name="connsiteX9039" fmla="*/ 11274890 w 12184002"/>
              <a:gd name="connsiteY9039" fmla="*/ 50792 h 3882143"/>
              <a:gd name="connsiteX9040" fmla="*/ 11347244 w 12184002"/>
              <a:gd name="connsiteY9040" fmla="*/ 50792 h 3882143"/>
              <a:gd name="connsiteX9041" fmla="*/ 11347244 w 12184002"/>
              <a:gd name="connsiteY9041" fmla="*/ 132763 h 3882143"/>
              <a:gd name="connsiteX9042" fmla="*/ 11343486 w 12184002"/>
              <a:gd name="connsiteY9042" fmla="*/ 136519 h 3882143"/>
              <a:gd name="connsiteX9043" fmla="*/ 11339730 w 12184002"/>
              <a:gd name="connsiteY9043" fmla="*/ 132763 h 3882143"/>
              <a:gd name="connsiteX9044" fmla="*/ 11339730 w 12184002"/>
              <a:gd name="connsiteY9044" fmla="*/ 58305 h 3882143"/>
              <a:gd name="connsiteX9045" fmla="*/ 11274890 w 12184002"/>
              <a:gd name="connsiteY9045" fmla="*/ 58305 h 3882143"/>
              <a:gd name="connsiteX9046" fmla="*/ 11274890 w 12184002"/>
              <a:gd name="connsiteY9046" fmla="*/ 212480 h 3882143"/>
              <a:gd name="connsiteX9047" fmla="*/ 11208097 w 12184002"/>
              <a:gd name="connsiteY9047" fmla="*/ 279500 h 3882143"/>
              <a:gd name="connsiteX9048" fmla="*/ 11208097 w 12184002"/>
              <a:gd name="connsiteY9048" fmla="*/ 537828 h 3882143"/>
              <a:gd name="connsiteX9049" fmla="*/ 11223743 w 12184002"/>
              <a:gd name="connsiteY9049" fmla="*/ 544365 h 3882143"/>
              <a:gd name="connsiteX9050" fmla="*/ 11230862 w 12184002"/>
              <a:gd name="connsiteY9050" fmla="*/ 561618 h 3882143"/>
              <a:gd name="connsiteX9051" fmla="*/ 11206594 w 12184002"/>
              <a:gd name="connsiteY9051" fmla="*/ 586036 h 3882143"/>
              <a:gd name="connsiteX9052" fmla="*/ 11182325 w 12184002"/>
              <a:gd name="connsiteY9052" fmla="*/ 561618 h 3882143"/>
              <a:gd name="connsiteX9053" fmla="*/ 11189444 w 12184002"/>
              <a:gd name="connsiteY9053" fmla="*/ 544337 h 3882143"/>
              <a:gd name="connsiteX9054" fmla="*/ 11200583 w 12184002"/>
              <a:gd name="connsiteY9054" fmla="*/ 539701 h 3882143"/>
              <a:gd name="connsiteX9055" fmla="*/ 11200583 w 12184002"/>
              <a:gd name="connsiteY9055" fmla="*/ 276420 h 3882143"/>
              <a:gd name="connsiteX9056" fmla="*/ 11267376 w 12184002"/>
              <a:gd name="connsiteY9056" fmla="*/ 209401 h 3882143"/>
              <a:gd name="connsiteX9057" fmla="*/ 11267376 w 12184002"/>
              <a:gd name="connsiteY9057" fmla="*/ 57328 h 3882143"/>
              <a:gd name="connsiteX9058" fmla="*/ 11264597 w 12184002"/>
              <a:gd name="connsiteY9058" fmla="*/ 54549 h 3882143"/>
              <a:gd name="connsiteX9059" fmla="*/ 11267376 w 12184002"/>
              <a:gd name="connsiteY9059" fmla="*/ 51769 h 3882143"/>
              <a:gd name="connsiteX9060" fmla="*/ 11196452 w 12184002"/>
              <a:gd name="connsiteY9060" fmla="*/ 0 h 3882143"/>
              <a:gd name="connsiteX9061" fmla="*/ 11200956 w 12184002"/>
              <a:gd name="connsiteY9061" fmla="*/ 0 h 3882143"/>
              <a:gd name="connsiteX9062" fmla="*/ 11202461 w 12184002"/>
              <a:gd name="connsiteY9062" fmla="*/ 1506 h 3882143"/>
              <a:gd name="connsiteX9063" fmla="*/ 11202461 w 12184002"/>
              <a:gd name="connsiteY9063" fmla="*/ 146739 h 3882143"/>
              <a:gd name="connsiteX9064" fmla="*/ 11198705 w 12184002"/>
              <a:gd name="connsiteY9064" fmla="*/ 150496 h 3882143"/>
              <a:gd name="connsiteX9065" fmla="*/ 11194948 w 12184002"/>
              <a:gd name="connsiteY9065" fmla="*/ 146739 h 3882143"/>
              <a:gd name="connsiteX9066" fmla="*/ 11194948 w 12184002"/>
              <a:gd name="connsiteY9066" fmla="*/ 1506 h 3882143"/>
              <a:gd name="connsiteX9067" fmla="*/ 10911095 w 12184002"/>
              <a:gd name="connsiteY9067" fmla="*/ 0 h 3882143"/>
              <a:gd name="connsiteX9068" fmla="*/ 11133864 w 12184002"/>
              <a:gd name="connsiteY9068" fmla="*/ 0 h 3882143"/>
              <a:gd name="connsiteX9069" fmla="*/ 11133864 w 12184002"/>
              <a:gd name="connsiteY9069" fmla="*/ 293024 h 3882143"/>
              <a:gd name="connsiteX9070" fmla="*/ 10970450 w 12184002"/>
              <a:gd name="connsiteY9070" fmla="*/ 293024 h 3882143"/>
              <a:gd name="connsiteX9071" fmla="*/ 10970450 w 12184002"/>
              <a:gd name="connsiteY9071" fmla="*/ 61988 h 3882143"/>
              <a:gd name="connsiteX9072" fmla="*/ 11070678 w 12184002"/>
              <a:gd name="connsiteY9072" fmla="*/ 61988 h 3882143"/>
              <a:gd name="connsiteX9073" fmla="*/ 11074434 w 12184002"/>
              <a:gd name="connsiteY9073" fmla="*/ 65744 h 3882143"/>
              <a:gd name="connsiteX9074" fmla="*/ 11070678 w 12184002"/>
              <a:gd name="connsiteY9074" fmla="*/ 69502 h 3882143"/>
              <a:gd name="connsiteX9075" fmla="*/ 10977963 w 12184002"/>
              <a:gd name="connsiteY9075" fmla="*/ 69502 h 3882143"/>
              <a:gd name="connsiteX9076" fmla="*/ 10977963 w 12184002"/>
              <a:gd name="connsiteY9076" fmla="*/ 285361 h 3882143"/>
              <a:gd name="connsiteX9077" fmla="*/ 11126276 w 12184002"/>
              <a:gd name="connsiteY9077" fmla="*/ 285361 h 3882143"/>
              <a:gd name="connsiteX9078" fmla="*/ 11126276 w 12184002"/>
              <a:gd name="connsiteY9078" fmla="*/ 136520 h 3882143"/>
              <a:gd name="connsiteX9079" fmla="*/ 11081872 w 12184002"/>
              <a:gd name="connsiteY9079" fmla="*/ 136520 h 3882143"/>
              <a:gd name="connsiteX9080" fmla="*/ 11081872 w 12184002"/>
              <a:gd name="connsiteY9080" fmla="*/ 244487 h 3882143"/>
              <a:gd name="connsiteX9081" fmla="*/ 11078115 w 12184002"/>
              <a:gd name="connsiteY9081" fmla="*/ 248244 h 3882143"/>
              <a:gd name="connsiteX9082" fmla="*/ 11074359 w 12184002"/>
              <a:gd name="connsiteY9082" fmla="*/ 244487 h 3882143"/>
              <a:gd name="connsiteX9083" fmla="*/ 11074359 w 12184002"/>
              <a:gd name="connsiteY9083" fmla="*/ 136520 h 3882143"/>
              <a:gd name="connsiteX9084" fmla="*/ 11029881 w 12184002"/>
              <a:gd name="connsiteY9084" fmla="*/ 136520 h 3882143"/>
              <a:gd name="connsiteX9085" fmla="*/ 11026124 w 12184002"/>
              <a:gd name="connsiteY9085" fmla="*/ 132764 h 3882143"/>
              <a:gd name="connsiteX9086" fmla="*/ 11029881 w 12184002"/>
              <a:gd name="connsiteY9086" fmla="*/ 129007 h 3882143"/>
              <a:gd name="connsiteX9087" fmla="*/ 11078115 w 12184002"/>
              <a:gd name="connsiteY9087" fmla="*/ 129007 h 3882143"/>
              <a:gd name="connsiteX9088" fmla="*/ 11126276 w 12184002"/>
              <a:gd name="connsiteY9088" fmla="*/ 129007 h 3882143"/>
              <a:gd name="connsiteX9089" fmla="*/ 11126276 w 12184002"/>
              <a:gd name="connsiteY9089" fmla="*/ 2483 h 3882143"/>
              <a:gd name="connsiteX9090" fmla="*/ 10918608 w 12184002"/>
              <a:gd name="connsiteY9090" fmla="*/ 2483 h 3882143"/>
              <a:gd name="connsiteX9091" fmla="*/ 10918608 w 12184002"/>
              <a:gd name="connsiteY9091" fmla="*/ 277998 h 3882143"/>
              <a:gd name="connsiteX9092" fmla="*/ 10914851 w 12184002"/>
              <a:gd name="connsiteY9092" fmla="*/ 281755 h 3882143"/>
              <a:gd name="connsiteX9093" fmla="*/ 10911095 w 12184002"/>
              <a:gd name="connsiteY9093" fmla="*/ 277998 h 3882143"/>
              <a:gd name="connsiteX9094" fmla="*/ 10848058 w 12184002"/>
              <a:gd name="connsiteY9094" fmla="*/ 0 h 3882143"/>
              <a:gd name="connsiteX9095" fmla="*/ 10855646 w 12184002"/>
              <a:gd name="connsiteY9095" fmla="*/ 0 h 3882143"/>
              <a:gd name="connsiteX9096" fmla="*/ 10855646 w 12184002"/>
              <a:gd name="connsiteY9096" fmla="*/ 238553 h 3882143"/>
              <a:gd name="connsiteX9097" fmla="*/ 10799972 w 12184002"/>
              <a:gd name="connsiteY9097" fmla="*/ 294377 h 3882143"/>
              <a:gd name="connsiteX9098" fmla="*/ 10799972 w 12184002"/>
              <a:gd name="connsiteY9098" fmla="*/ 335925 h 3882143"/>
              <a:gd name="connsiteX9099" fmla="*/ 10956550 w 12184002"/>
              <a:gd name="connsiteY9099" fmla="*/ 493102 h 3882143"/>
              <a:gd name="connsiteX9100" fmla="*/ 10956550 w 12184002"/>
              <a:gd name="connsiteY9100" fmla="*/ 498437 h 3882143"/>
              <a:gd name="connsiteX9101" fmla="*/ 10951215 w 12184002"/>
              <a:gd name="connsiteY9101" fmla="*/ 498437 h 3882143"/>
              <a:gd name="connsiteX9102" fmla="*/ 10792384 w 12184002"/>
              <a:gd name="connsiteY9102" fmla="*/ 339081 h 3882143"/>
              <a:gd name="connsiteX9103" fmla="*/ 10792384 w 12184002"/>
              <a:gd name="connsiteY9103" fmla="*/ 291221 h 3882143"/>
              <a:gd name="connsiteX9104" fmla="*/ 10848058 w 12184002"/>
              <a:gd name="connsiteY9104" fmla="*/ 235397 h 3882143"/>
              <a:gd name="connsiteX9105" fmla="*/ 10717927 w 12184002"/>
              <a:gd name="connsiteY9105" fmla="*/ 0 h 3882143"/>
              <a:gd name="connsiteX9106" fmla="*/ 10725440 w 12184002"/>
              <a:gd name="connsiteY9106" fmla="*/ 0 h 3882143"/>
              <a:gd name="connsiteX9107" fmla="*/ 10725440 w 12184002"/>
              <a:gd name="connsiteY9107" fmla="*/ 146591 h 3882143"/>
              <a:gd name="connsiteX9108" fmla="*/ 10654890 w 12184002"/>
              <a:gd name="connsiteY9108" fmla="*/ 217441 h 3882143"/>
              <a:gd name="connsiteX9109" fmla="*/ 10654890 w 12184002"/>
              <a:gd name="connsiteY9109" fmla="*/ 396483 h 3882143"/>
              <a:gd name="connsiteX9110" fmla="*/ 10739114 w 12184002"/>
              <a:gd name="connsiteY9110" fmla="*/ 481007 h 3882143"/>
              <a:gd name="connsiteX9111" fmla="*/ 10832654 w 12184002"/>
              <a:gd name="connsiteY9111" fmla="*/ 481007 h 3882143"/>
              <a:gd name="connsiteX9112" fmla="*/ 10834684 w 12184002"/>
              <a:gd name="connsiteY9112" fmla="*/ 483036 h 3882143"/>
              <a:gd name="connsiteX9113" fmla="*/ 10834684 w 12184002"/>
              <a:gd name="connsiteY9113" fmla="*/ 457414 h 3882143"/>
              <a:gd name="connsiteX9114" fmla="*/ 10736711 w 12184002"/>
              <a:gd name="connsiteY9114" fmla="*/ 359142 h 3882143"/>
              <a:gd name="connsiteX9115" fmla="*/ 10736711 w 12184002"/>
              <a:gd name="connsiteY9115" fmla="*/ 243212 h 3882143"/>
              <a:gd name="connsiteX9116" fmla="*/ 10797193 w 12184002"/>
              <a:gd name="connsiteY9116" fmla="*/ 182504 h 3882143"/>
              <a:gd name="connsiteX9117" fmla="*/ 10797193 w 12184002"/>
              <a:gd name="connsiteY9117" fmla="*/ 0 h 3882143"/>
              <a:gd name="connsiteX9118" fmla="*/ 10804631 w 12184002"/>
              <a:gd name="connsiteY9118" fmla="*/ 0 h 3882143"/>
              <a:gd name="connsiteX9119" fmla="*/ 10804631 w 12184002"/>
              <a:gd name="connsiteY9119" fmla="*/ 185660 h 3882143"/>
              <a:gd name="connsiteX9120" fmla="*/ 10744149 w 12184002"/>
              <a:gd name="connsiteY9120" fmla="*/ 246368 h 3882143"/>
              <a:gd name="connsiteX9121" fmla="*/ 10744149 w 12184002"/>
              <a:gd name="connsiteY9121" fmla="*/ 355987 h 3882143"/>
              <a:gd name="connsiteX9122" fmla="*/ 10842123 w 12184002"/>
              <a:gd name="connsiteY9122" fmla="*/ 454259 h 3882143"/>
              <a:gd name="connsiteX9123" fmla="*/ 10842123 w 12184002"/>
              <a:gd name="connsiteY9123" fmla="*/ 769671 h 3882143"/>
              <a:gd name="connsiteX9124" fmla="*/ 10373140 w 12184002"/>
              <a:gd name="connsiteY9124" fmla="*/ 1240374 h 3882143"/>
              <a:gd name="connsiteX9125" fmla="*/ 10373140 w 12184002"/>
              <a:gd name="connsiteY9125" fmla="*/ 1459534 h 3882143"/>
              <a:gd name="connsiteX9126" fmla="*/ 10395023 w 12184002"/>
              <a:gd name="connsiteY9126" fmla="*/ 1466227 h 3882143"/>
              <a:gd name="connsiteX9127" fmla="*/ 10526037 w 12184002"/>
              <a:gd name="connsiteY9127" fmla="*/ 1517989 h 3882143"/>
              <a:gd name="connsiteX9128" fmla="*/ 10621832 w 12184002"/>
              <a:gd name="connsiteY9128" fmla="*/ 1517989 h 3882143"/>
              <a:gd name="connsiteX9129" fmla="*/ 10621832 w 12184002"/>
              <a:gd name="connsiteY9129" fmla="*/ 1787717 h 3882143"/>
              <a:gd name="connsiteX9130" fmla="*/ 10492678 w 12184002"/>
              <a:gd name="connsiteY9130" fmla="*/ 1917322 h 3882143"/>
              <a:gd name="connsiteX9131" fmla="*/ 10487344 w 12184002"/>
              <a:gd name="connsiteY9131" fmla="*/ 1917322 h 3882143"/>
              <a:gd name="connsiteX9132" fmla="*/ 10487344 w 12184002"/>
              <a:gd name="connsiteY9132" fmla="*/ 1911988 h 3882143"/>
              <a:gd name="connsiteX9133" fmla="*/ 10614244 w 12184002"/>
              <a:gd name="connsiteY9133" fmla="*/ 1784636 h 3882143"/>
              <a:gd name="connsiteX9134" fmla="*/ 10614244 w 12184002"/>
              <a:gd name="connsiteY9134" fmla="*/ 1525577 h 3882143"/>
              <a:gd name="connsiteX9135" fmla="*/ 10525211 w 12184002"/>
              <a:gd name="connsiteY9135" fmla="*/ 1525577 h 3882143"/>
              <a:gd name="connsiteX9136" fmla="*/ 10523783 w 12184002"/>
              <a:gd name="connsiteY9136" fmla="*/ 1525277 h 3882143"/>
              <a:gd name="connsiteX9137" fmla="*/ 10389146 w 12184002"/>
              <a:gd name="connsiteY9137" fmla="*/ 1472153 h 3882143"/>
              <a:gd name="connsiteX9138" fmla="*/ 10373140 w 12184002"/>
              <a:gd name="connsiteY9138" fmla="*/ 1467166 h 3882143"/>
              <a:gd name="connsiteX9139" fmla="*/ 10373140 w 12184002"/>
              <a:gd name="connsiteY9139" fmla="*/ 1533015 h 3882143"/>
              <a:gd name="connsiteX9140" fmla="*/ 10280351 w 12184002"/>
              <a:gd name="connsiteY9140" fmla="*/ 1533015 h 3882143"/>
              <a:gd name="connsiteX9141" fmla="*/ 10280351 w 12184002"/>
              <a:gd name="connsiteY9141" fmla="*/ 1607472 h 3882143"/>
              <a:gd name="connsiteX9142" fmla="*/ 10428739 w 12184002"/>
              <a:gd name="connsiteY9142" fmla="*/ 1607472 h 3882143"/>
              <a:gd name="connsiteX9143" fmla="*/ 10428739 w 12184002"/>
              <a:gd name="connsiteY9143" fmla="*/ 1562769 h 3882143"/>
              <a:gd name="connsiteX9144" fmla="*/ 10432496 w 12184002"/>
              <a:gd name="connsiteY9144" fmla="*/ 1559012 h 3882143"/>
              <a:gd name="connsiteX9145" fmla="*/ 10436253 w 12184002"/>
              <a:gd name="connsiteY9145" fmla="*/ 1562769 h 3882143"/>
              <a:gd name="connsiteX9146" fmla="*/ 10436253 w 12184002"/>
              <a:gd name="connsiteY9146" fmla="*/ 1607472 h 3882143"/>
              <a:gd name="connsiteX9147" fmla="*/ 10495533 w 12184002"/>
              <a:gd name="connsiteY9147" fmla="*/ 1607472 h 3882143"/>
              <a:gd name="connsiteX9148" fmla="*/ 10499289 w 12184002"/>
              <a:gd name="connsiteY9148" fmla="*/ 1611229 h 3882143"/>
              <a:gd name="connsiteX9149" fmla="*/ 10495533 w 12184002"/>
              <a:gd name="connsiteY9149" fmla="*/ 1614985 h 3882143"/>
              <a:gd name="connsiteX9150" fmla="*/ 10280351 w 12184002"/>
              <a:gd name="connsiteY9150" fmla="*/ 1614985 h 3882143"/>
              <a:gd name="connsiteX9151" fmla="*/ 10280351 w 12184002"/>
              <a:gd name="connsiteY9151" fmla="*/ 1689367 h 3882143"/>
              <a:gd name="connsiteX9152" fmla="*/ 10347070 w 12184002"/>
              <a:gd name="connsiteY9152" fmla="*/ 1689367 h 3882143"/>
              <a:gd name="connsiteX9153" fmla="*/ 10347070 w 12184002"/>
              <a:gd name="connsiteY9153" fmla="*/ 1902890 h 3882143"/>
              <a:gd name="connsiteX9154" fmla="*/ 10349399 w 12184002"/>
              <a:gd name="connsiteY9154" fmla="*/ 1901919 h 3882143"/>
              <a:gd name="connsiteX9155" fmla="*/ 10373666 w 12184002"/>
              <a:gd name="connsiteY9155" fmla="*/ 1926338 h 3882143"/>
              <a:gd name="connsiteX9156" fmla="*/ 10367597 w 12184002"/>
              <a:gd name="connsiteY9156" fmla="*/ 1941072 h 3882143"/>
              <a:gd name="connsiteX9157" fmla="*/ 10373666 w 12184002"/>
              <a:gd name="connsiteY9157" fmla="*/ 1955805 h 3882143"/>
              <a:gd name="connsiteX9158" fmla="*/ 10349399 w 12184002"/>
              <a:gd name="connsiteY9158" fmla="*/ 1980224 h 3882143"/>
              <a:gd name="connsiteX9159" fmla="*/ 10347070 w 12184002"/>
              <a:gd name="connsiteY9159" fmla="*/ 1979253 h 3882143"/>
              <a:gd name="connsiteX9160" fmla="*/ 10347070 w 12184002"/>
              <a:gd name="connsiteY9160" fmla="*/ 2192776 h 3882143"/>
              <a:gd name="connsiteX9161" fmla="*/ 10280351 w 12184002"/>
              <a:gd name="connsiteY9161" fmla="*/ 2192776 h 3882143"/>
              <a:gd name="connsiteX9162" fmla="*/ 10280351 w 12184002"/>
              <a:gd name="connsiteY9162" fmla="*/ 2267158 h 3882143"/>
              <a:gd name="connsiteX9163" fmla="*/ 10495533 w 12184002"/>
              <a:gd name="connsiteY9163" fmla="*/ 2267158 h 3882143"/>
              <a:gd name="connsiteX9164" fmla="*/ 10499289 w 12184002"/>
              <a:gd name="connsiteY9164" fmla="*/ 2270914 h 3882143"/>
              <a:gd name="connsiteX9165" fmla="*/ 10495533 w 12184002"/>
              <a:gd name="connsiteY9165" fmla="*/ 2274671 h 3882143"/>
              <a:gd name="connsiteX9166" fmla="*/ 10436253 w 12184002"/>
              <a:gd name="connsiteY9166" fmla="*/ 2274671 h 3882143"/>
              <a:gd name="connsiteX9167" fmla="*/ 10436253 w 12184002"/>
              <a:gd name="connsiteY9167" fmla="*/ 2319374 h 3882143"/>
              <a:gd name="connsiteX9168" fmla="*/ 10432496 w 12184002"/>
              <a:gd name="connsiteY9168" fmla="*/ 2323131 h 3882143"/>
              <a:gd name="connsiteX9169" fmla="*/ 10428739 w 12184002"/>
              <a:gd name="connsiteY9169" fmla="*/ 2319374 h 3882143"/>
              <a:gd name="connsiteX9170" fmla="*/ 10428739 w 12184002"/>
              <a:gd name="connsiteY9170" fmla="*/ 2274671 h 3882143"/>
              <a:gd name="connsiteX9171" fmla="*/ 10280351 w 12184002"/>
              <a:gd name="connsiteY9171" fmla="*/ 2274671 h 3882143"/>
              <a:gd name="connsiteX9172" fmla="*/ 10280351 w 12184002"/>
              <a:gd name="connsiteY9172" fmla="*/ 2349128 h 3882143"/>
              <a:gd name="connsiteX9173" fmla="*/ 10373140 w 12184002"/>
              <a:gd name="connsiteY9173" fmla="*/ 2349128 h 3882143"/>
              <a:gd name="connsiteX9174" fmla="*/ 10373140 w 12184002"/>
              <a:gd name="connsiteY9174" fmla="*/ 2414977 h 3882143"/>
              <a:gd name="connsiteX9175" fmla="*/ 10389146 w 12184002"/>
              <a:gd name="connsiteY9175" fmla="*/ 2409991 h 3882143"/>
              <a:gd name="connsiteX9176" fmla="*/ 10523783 w 12184002"/>
              <a:gd name="connsiteY9176" fmla="*/ 2356867 h 3882143"/>
              <a:gd name="connsiteX9177" fmla="*/ 10525211 w 12184002"/>
              <a:gd name="connsiteY9177" fmla="*/ 2356566 h 3882143"/>
              <a:gd name="connsiteX9178" fmla="*/ 10614244 w 12184002"/>
              <a:gd name="connsiteY9178" fmla="*/ 2356566 h 3882143"/>
              <a:gd name="connsiteX9179" fmla="*/ 10614244 w 12184002"/>
              <a:gd name="connsiteY9179" fmla="*/ 2097507 h 3882143"/>
              <a:gd name="connsiteX9180" fmla="*/ 10487344 w 12184002"/>
              <a:gd name="connsiteY9180" fmla="*/ 1970156 h 3882143"/>
              <a:gd name="connsiteX9181" fmla="*/ 10487344 w 12184002"/>
              <a:gd name="connsiteY9181" fmla="*/ 1964822 h 3882143"/>
              <a:gd name="connsiteX9182" fmla="*/ 10492678 w 12184002"/>
              <a:gd name="connsiteY9182" fmla="*/ 1964822 h 3882143"/>
              <a:gd name="connsiteX9183" fmla="*/ 10621832 w 12184002"/>
              <a:gd name="connsiteY9183" fmla="*/ 2094426 h 3882143"/>
              <a:gd name="connsiteX9184" fmla="*/ 10621832 w 12184002"/>
              <a:gd name="connsiteY9184" fmla="*/ 2364154 h 3882143"/>
              <a:gd name="connsiteX9185" fmla="*/ 10526037 w 12184002"/>
              <a:gd name="connsiteY9185" fmla="*/ 2364154 h 3882143"/>
              <a:gd name="connsiteX9186" fmla="*/ 10395023 w 12184002"/>
              <a:gd name="connsiteY9186" fmla="*/ 2415916 h 3882143"/>
              <a:gd name="connsiteX9187" fmla="*/ 10373140 w 12184002"/>
              <a:gd name="connsiteY9187" fmla="*/ 2422610 h 3882143"/>
              <a:gd name="connsiteX9188" fmla="*/ 10373140 w 12184002"/>
              <a:gd name="connsiteY9188" fmla="*/ 2641769 h 3882143"/>
              <a:gd name="connsiteX9189" fmla="*/ 10842123 w 12184002"/>
              <a:gd name="connsiteY9189" fmla="*/ 3112472 h 3882143"/>
              <a:gd name="connsiteX9190" fmla="*/ 10842123 w 12184002"/>
              <a:gd name="connsiteY9190" fmla="*/ 3427884 h 3882143"/>
              <a:gd name="connsiteX9191" fmla="*/ 10744149 w 12184002"/>
              <a:gd name="connsiteY9191" fmla="*/ 3526156 h 3882143"/>
              <a:gd name="connsiteX9192" fmla="*/ 10744149 w 12184002"/>
              <a:gd name="connsiteY9192" fmla="*/ 3635775 h 3882143"/>
              <a:gd name="connsiteX9193" fmla="*/ 10804631 w 12184002"/>
              <a:gd name="connsiteY9193" fmla="*/ 3696483 h 3882143"/>
              <a:gd name="connsiteX9194" fmla="*/ 10804631 w 12184002"/>
              <a:gd name="connsiteY9194" fmla="*/ 3882143 h 3882143"/>
              <a:gd name="connsiteX9195" fmla="*/ 10797193 w 12184002"/>
              <a:gd name="connsiteY9195" fmla="*/ 3882143 h 3882143"/>
              <a:gd name="connsiteX9196" fmla="*/ 10797193 w 12184002"/>
              <a:gd name="connsiteY9196" fmla="*/ 3699639 h 3882143"/>
              <a:gd name="connsiteX9197" fmla="*/ 10736711 w 12184002"/>
              <a:gd name="connsiteY9197" fmla="*/ 3638931 h 3882143"/>
              <a:gd name="connsiteX9198" fmla="*/ 10736711 w 12184002"/>
              <a:gd name="connsiteY9198" fmla="*/ 3523001 h 3882143"/>
              <a:gd name="connsiteX9199" fmla="*/ 10834684 w 12184002"/>
              <a:gd name="connsiteY9199" fmla="*/ 3424729 h 3882143"/>
              <a:gd name="connsiteX9200" fmla="*/ 10834684 w 12184002"/>
              <a:gd name="connsiteY9200" fmla="*/ 3399107 h 3882143"/>
              <a:gd name="connsiteX9201" fmla="*/ 10832654 w 12184002"/>
              <a:gd name="connsiteY9201" fmla="*/ 3401136 h 3882143"/>
              <a:gd name="connsiteX9202" fmla="*/ 10739114 w 12184002"/>
              <a:gd name="connsiteY9202" fmla="*/ 3401136 h 3882143"/>
              <a:gd name="connsiteX9203" fmla="*/ 10654890 w 12184002"/>
              <a:gd name="connsiteY9203" fmla="*/ 3485660 h 3882143"/>
              <a:gd name="connsiteX9204" fmla="*/ 10654890 w 12184002"/>
              <a:gd name="connsiteY9204" fmla="*/ 3664703 h 3882143"/>
              <a:gd name="connsiteX9205" fmla="*/ 10725440 w 12184002"/>
              <a:gd name="connsiteY9205" fmla="*/ 3735552 h 3882143"/>
              <a:gd name="connsiteX9206" fmla="*/ 10725440 w 12184002"/>
              <a:gd name="connsiteY9206" fmla="*/ 3882143 h 3882143"/>
              <a:gd name="connsiteX9207" fmla="*/ 10717927 w 12184002"/>
              <a:gd name="connsiteY9207" fmla="*/ 3882143 h 3882143"/>
              <a:gd name="connsiteX9208" fmla="*/ 10717927 w 12184002"/>
              <a:gd name="connsiteY9208" fmla="*/ 3842993 h 3882143"/>
              <a:gd name="connsiteX9209" fmla="*/ 10717401 w 12184002"/>
              <a:gd name="connsiteY9209" fmla="*/ 3843519 h 3882143"/>
              <a:gd name="connsiteX9210" fmla="*/ 10597715 w 12184002"/>
              <a:gd name="connsiteY9210" fmla="*/ 3843519 h 3882143"/>
              <a:gd name="connsiteX9211" fmla="*/ 10446514 w 12184002"/>
              <a:gd name="connsiteY9211" fmla="*/ 3691774 h 3882143"/>
              <a:gd name="connsiteX9212" fmla="*/ 10437380 w 12184002"/>
              <a:gd name="connsiteY9212" fmla="*/ 3695590 h 3882143"/>
              <a:gd name="connsiteX9213" fmla="*/ 10413111 w 12184002"/>
              <a:gd name="connsiteY9213" fmla="*/ 3671171 h 3882143"/>
              <a:gd name="connsiteX9214" fmla="*/ 10437380 w 12184002"/>
              <a:gd name="connsiteY9214" fmla="*/ 3646754 h 3882143"/>
              <a:gd name="connsiteX9215" fmla="*/ 10461647 w 12184002"/>
              <a:gd name="connsiteY9215" fmla="*/ 3671171 h 3882143"/>
              <a:gd name="connsiteX9216" fmla="*/ 10454529 w 12184002"/>
              <a:gd name="connsiteY9216" fmla="*/ 3688423 h 3882143"/>
              <a:gd name="connsiteX9217" fmla="*/ 10454033 w 12184002"/>
              <a:gd name="connsiteY9217" fmla="*/ 3688632 h 3882143"/>
              <a:gd name="connsiteX9218" fmla="*/ 10600870 w 12184002"/>
              <a:gd name="connsiteY9218" fmla="*/ 3836007 h 3882143"/>
              <a:gd name="connsiteX9219" fmla="*/ 10717401 w 12184002"/>
              <a:gd name="connsiteY9219" fmla="*/ 3836007 h 3882143"/>
              <a:gd name="connsiteX9220" fmla="*/ 10717927 w 12184002"/>
              <a:gd name="connsiteY9220" fmla="*/ 3836533 h 3882143"/>
              <a:gd name="connsiteX9221" fmla="*/ 10717927 w 12184002"/>
              <a:gd name="connsiteY9221" fmla="*/ 3738709 h 3882143"/>
              <a:gd name="connsiteX9222" fmla="*/ 10647377 w 12184002"/>
              <a:gd name="connsiteY9222" fmla="*/ 3667858 h 3882143"/>
              <a:gd name="connsiteX9223" fmla="*/ 10647377 w 12184002"/>
              <a:gd name="connsiteY9223" fmla="*/ 3482580 h 3882143"/>
              <a:gd name="connsiteX9224" fmla="*/ 10736034 w 12184002"/>
              <a:gd name="connsiteY9224" fmla="*/ 3393622 h 3882143"/>
              <a:gd name="connsiteX9225" fmla="*/ 10832654 w 12184002"/>
              <a:gd name="connsiteY9225" fmla="*/ 3393622 h 3882143"/>
              <a:gd name="connsiteX9226" fmla="*/ 10834684 w 12184002"/>
              <a:gd name="connsiteY9226" fmla="*/ 3395652 h 3882143"/>
              <a:gd name="connsiteX9227" fmla="*/ 10834684 w 12184002"/>
              <a:gd name="connsiteY9227" fmla="*/ 3115629 h 3882143"/>
              <a:gd name="connsiteX9228" fmla="*/ 10370512 w 12184002"/>
              <a:gd name="connsiteY9228" fmla="*/ 2649734 h 3882143"/>
              <a:gd name="connsiteX9229" fmla="*/ 10369383 w 12184002"/>
              <a:gd name="connsiteY9229" fmla="*/ 2650863 h 3882143"/>
              <a:gd name="connsiteX9230" fmla="*/ 10369383 w 12184002"/>
              <a:gd name="connsiteY9230" fmla="*/ 2650788 h 3882143"/>
              <a:gd name="connsiteX9231" fmla="*/ 10365628 w 12184002"/>
              <a:gd name="connsiteY9231" fmla="*/ 2647031 h 3882143"/>
              <a:gd name="connsiteX9232" fmla="*/ 10365628 w 12184002"/>
              <a:gd name="connsiteY9232" fmla="*/ 2644834 h 3882143"/>
              <a:gd name="connsiteX9233" fmla="*/ 10309729 w 12184002"/>
              <a:gd name="connsiteY9233" fmla="*/ 2588727 h 3882143"/>
              <a:gd name="connsiteX9234" fmla="*/ 10222388 w 12184002"/>
              <a:gd name="connsiteY9234" fmla="*/ 2588727 h 3882143"/>
              <a:gd name="connsiteX9235" fmla="*/ 10763365 w 12184002"/>
              <a:gd name="connsiteY9235" fmla="*/ 3131642 h 3882143"/>
              <a:gd name="connsiteX9236" fmla="*/ 10774202 w 12184002"/>
              <a:gd name="connsiteY9236" fmla="*/ 3127132 h 3882143"/>
              <a:gd name="connsiteX9237" fmla="*/ 10798470 w 12184002"/>
              <a:gd name="connsiteY9237" fmla="*/ 3151550 h 3882143"/>
              <a:gd name="connsiteX9238" fmla="*/ 10774202 w 12184002"/>
              <a:gd name="connsiteY9238" fmla="*/ 3175968 h 3882143"/>
              <a:gd name="connsiteX9239" fmla="*/ 10749934 w 12184002"/>
              <a:gd name="connsiteY9239" fmla="*/ 3151550 h 3882143"/>
              <a:gd name="connsiteX9240" fmla="*/ 10756550 w 12184002"/>
              <a:gd name="connsiteY9240" fmla="*/ 3135491 h 3882143"/>
              <a:gd name="connsiteX9241" fmla="*/ 10211737 w 12184002"/>
              <a:gd name="connsiteY9241" fmla="*/ 2588727 h 3882143"/>
              <a:gd name="connsiteX9242" fmla="*/ 10084554 w 12184002"/>
              <a:gd name="connsiteY9242" fmla="*/ 2588727 h 3882143"/>
              <a:gd name="connsiteX9243" fmla="*/ 10084554 w 12184002"/>
              <a:gd name="connsiteY9243" fmla="*/ 2766342 h 3882143"/>
              <a:gd name="connsiteX9244" fmla="*/ 10177419 w 12184002"/>
              <a:gd name="connsiteY9244" fmla="*/ 2766342 h 3882143"/>
              <a:gd name="connsiteX9245" fmla="*/ 10663606 w 12184002"/>
              <a:gd name="connsiteY9245" fmla="*/ 3254249 h 3882143"/>
              <a:gd name="connsiteX9246" fmla="*/ 10663606 w 12184002"/>
              <a:gd name="connsiteY9246" fmla="*/ 3358610 h 3882143"/>
              <a:gd name="connsiteX9247" fmla="*/ 10592229 w 12184002"/>
              <a:gd name="connsiteY9247" fmla="*/ 3430213 h 3882143"/>
              <a:gd name="connsiteX9248" fmla="*/ 10592153 w 12184002"/>
              <a:gd name="connsiteY9248" fmla="*/ 3430063 h 3882143"/>
              <a:gd name="connsiteX9249" fmla="*/ 10402218 w 12184002"/>
              <a:gd name="connsiteY9249" fmla="*/ 3430063 h 3882143"/>
              <a:gd name="connsiteX9250" fmla="*/ 10404246 w 12184002"/>
              <a:gd name="connsiteY9250" fmla="*/ 3432092 h 3882143"/>
              <a:gd name="connsiteX9251" fmla="*/ 10404246 w 12184002"/>
              <a:gd name="connsiteY9251" fmla="*/ 3506398 h 3882143"/>
              <a:gd name="connsiteX9252" fmla="*/ 10481181 w 12184002"/>
              <a:gd name="connsiteY9252" fmla="*/ 3506398 h 3882143"/>
              <a:gd name="connsiteX9253" fmla="*/ 10484938 w 12184002"/>
              <a:gd name="connsiteY9253" fmla="*/ 3510152 h 3882143"/>
              <a:gd name="connsiteX9254" fmla="*/ 10481181 w 12184002"/>
              <a:gd name="connsiteY9254" fmla="*/ 3513910 h 3882143"/>
              <a:gd name="connsiteX9255" fmla="*/ 10404246 w 12184002"/>
              <a:gd name="connsiteY9255" fmla="*/ 3513910 h 3882143"/>
              <a:gd name="connsiteX9256" fmla="*/ 10404246 w 12184002"/>
              <a:gd name="connsiteY9256" fmla="*/ 3590245 h 3882143"/>
              <a:gd name="connsiteX9257" fmla="*/ 10569538 w 12184002"/>
              <a:gd name="connsiteY9257" fmla="*/ 3590245 h 3882143"/>
              <a:gd name="connsiteX9258" fmla="*/ 10569538 w 12184002"/>
              <a:gd name="connsiteY9258" fmla="*/ 3501514 h 3882143"/>
              <a:gd name="connsiteX9259" fmla="*/ 10573296 w 12184002"/>
              <a:gd name="connsiteY9259" fmla="*/ 3497757 h 3882143"/>
              <a:gd name="connsiteX9260" fmla="*/ 10577053 w 12184002"/>
              <a:gd name="connsiteY9260" fmla="*/ 3501514 h 3882143"/>
              <a:gd name="connsiteX9261" fmla="*/ 10577053 w 12184002"/>
              <a:gd name="connsiteY9261" fmla="*/ 3597758 h 3882143"/>
              <a:gd name="connsiteX9262" fmla="*/ 10498968 w 12184002"/>
              <a:gd name="connsiteY9262" fmla="*/ 3597758 h 3882143"/>
              <a:gd name="connsiteX9263" fmla="*/ 10645198 w 12184002"/>
              <a:gd name="connsiteY9263" fmla="*/ 3744496 h 3882143"/>
              <a:gd name="connsiteX9264" fmla="*/ 10645198 w 12184002"/>
              <a:gd name="connsiteY9264" fmla="*/ 3749831 h 3882143"/>
              <a:gd name="connsiteX9265" fmla="*/ 10642568 w 12184002"/>
              <a:gd name="connsiteY9265" fmla="*/ 3750957 h 3882143"/>
              <a:gd name="connsiteX9266" fmla="*/ 10642493 w 12184002"/>
              <a:gd name="connsiteY9266" fmla="*/ 3750957 h 3882143"/>
              <a:gd name="connsiteX9267" fmla="*/ 10639863 w 12184002"/>
              <a:gd name="connsiteY9267" fmla="*/ 3749831 h 3882143"/>
              <a:gd name="connsiteX9268" fmla="*/ 10488315 w 12184002"/>
              <a:gd name="connsiteY9268" fmla="*/ 3597758 h 3882143"/>
              <a:gd name="connsiteX9269" fmla="*/ 10396733 w 12184002"/>
              <a:gd name="connsiteY9269" fmla="*/ 3597758 h 3882143"/>
              <a:gd name="connsiteX9270" fmla="*/ 10396733 w 12184002"/>
              <a:gd name="connsiteY9270" fmla="*/ 3432092 h 3882143"/>
              <a:gd name="connsiteX9271" fmla="*/ 10398761 w 12184002"/>
              <a:gd name="connsiteY9271" fmla="*/ 3430063 h 3882143"/>
              <a:gd name="connsiteX9272" fmla="*/ 10342862 w 12184002"/>
              <a:gd name="connsiteY9272" fmla="*/ 3430063 h 3882143"/>
              <a:gd name="connsiteX9273" fmla="*/ 10339105 w 12184002"/>
              <a:gd name="connsiteY9273" fmla="*/ 3426306 h 3882143"/>
              <a:gd name="connsiteX9274" fmla="*/ 10342862 w 12184002"/>
              <a:gd name="connsiteY9274" fmla="*/ 3422550 h 3882143"/>
              <a:gd name="connsiteX9275" fmla="*/ 10589073 w 12184002"/>
              <a:gd name="connsiteY9275" fmla="*/ 3422550 h 3882143"/>
              <a:gd name="connsiteX9276" fmla="*/ 10656016 w 12184002"/>
              <a:gd name="connsiteY9276" fmla="*/ 3355380 h 3882143"/>
              <a:gd name="connsiteX9277" fmla="*/ 10656016 w 12184002"/>
              <a:gd name="connsiteY9277" fmla="*/ 3257330 h 3882143"/>
              <a:gd name="connsiteX9278" fmla="*/ 10174262 w 12184002"/>
              <a:gd name="connsiteY9278" fmla="*/ 2773856 h 3882143"/>
              <a:gd name="connsiteX9279" fmla="*/ 10084554 w 12184002"/>
              <a:gd name="connsiteY9279" fmla="*/ 2773856 h 3882143"/>
              <a:gd name="connsiteX9280" fmla="*/ 10084554 w 12184002"/>
              <a:gd name="connsiteY9280" fmla="*/ 3046658 h 3882143"/>
              <a:gd name="connsiteX9281" fmla="*/ 10200560 w 12184002"/>
              <a:gd name="connsiteY9281" fmla="*/ 3047032 h 3882143"/>
              <a:gd name="connsiteX9282" fmla="*/ 10295604 w 12184002"/>
              <a:gd name="connsiteY9282" fmla="*/ 3093312 h 3882143"/>
              <a:gd name="connsiteX9283" fmla="*/ 10297332 w 12184002"/>
              <a:gd name="connsiteY9283" fmla="*/ 3098350 h 3882143"/>
              <a:gd name="connsiteX9284" fmla="*/ 10292297 w 12184002"/>
              <a:gd name="connsiteY9284" fmla="*/ 3100075 h 3882143"/>
              <a:gd name="connsiteX9285" fmla="*/ 10198006 w 12184002"/>
              <a:gd name="connsiteY9285" fmla="*/ 3054169 h 3882143"/>
              <a:gd name="connsiteX9286" fmla="*/ 10076965 w 12184002"/>
              <a:gd name="connsiteY9286" fmla="*/ 3054169 h 3882143"/>
              <a:gd name="connsiteX9287" fmla="*/ 10076965 w 12184002"/>
              <a:gd name="connsiteY9287" fmla="*/ 2581139 h 3882143"/>
              <a:gd name="connsiteX9288" fmla="*/ 10207021 w 12184002"/>
              <a:gd name="connsiteY9288" fmla="*/ 2581139 h 3882143"/>
              <a:gd name="connsiteX9289" fmla="*/ 10207021 w 12184002"/>
              <a:gd name="connsiteY9289" fmla="*/ 2578659 h 3882143"/>
              <a:gd name="connsiteX9290" fmla="*/ 10212356 w 12184002"/>
              <a:gd name="connsiteY9290" fmla="*/ 2578659 h 3882143"/>
              <a:gd name="connsiteX9291" fmla="*/ 10214828 w 12184002"/>
              <a:gd name="connsiteY9291" fmla="*/ 2581139 h 3882143"/>
              <a:gd name="connsiteX9292" fmla="*/ 10312733 w 12184002"/>
              <a:gd name="connsiteY9292" fmla="*/ 2581139 h 3882143"/>
              <a:gd name="connsiteX9293" fmla="*/ 10365628 w 12184002"/>
              <a:gd name="connsiteY9293" fmla="*/ 2634228 h 3882143"/>
              <a:gd name="connsiteX9294" fmla="*/ 10365628 w 12184002"/>
              <a:gd name="connsiteY9294" fmla="*/ 2419904 h 3882143"/>
              <a:gd name="connsiteX9295" fmla="*/ 10365628 w 12184002"/>
              <a:gd name="connsiteY9295" fmla="*/ 2356641 h 3882143"/>
              <a:gd name="connsiteX9296" fmla="*/ 10272838 w 12184002"/>
              <a:gd name="connsiteY9296" fmla="*/ 2356641 h 3882143"/>
              <a:gd name="connsiteX9297" fmla="*/ 10272838 w 12184002"/>
              <a:gd name="connsiteY9297" fmla="*/ 2014034 h 3882143"/>
              <a:gd name="connsiteX9298" fmla="*/ 10065095 w 12184002"/>
              <a:gd name="connsiteY9298" fmla="*/ 2014034 h 3882143"/>
              <a:gd name="connsiteX9299" fmla="*/ 10061337 w 12184002"/>
              <a:gd name="connsiteY9299" fmla="*/ 2010277 h 3882143"/>
              <a:gd name="connsiteX9300" fmla="*/ 10065095 w 12184002"/>
              <a:gd name="connsiteY9300" fmla="*/ 2006521 h 3882143"/>
              <a:gd name="connsiteX9301" fmla="*/ 10280351 w 12184002"/>
              <a:gd name="connsiteY9301" fmla="*/ 2006521 h 3882143"/>
              <a:gd name="connsiteX9302" fmla="*/ 10280351 w 12184002"/>
              <a:gd name="connsiteY9302" fmla="*/ 2185262 h 3882143"/>
              <a:gd name="connsiteX9303" fmla="*/ 10339556 w 12184002"/>
              <a:gd name="connsiteY9303" fmla="*/ 2185262 h 3882143"/>
              <a:gd name="connsiteX9304" fmla="*/ 10339556 w 12184002"/>
              <a:gd name="connsiteY9304" fmla="*/ 1976126 h 3882143"/>
              <a:gd name="connsiteX9305" fmla="*/ 10332249 w 12184002"/>
              <a:gd name="connsiteY9305" fmla="*/ 1973086 h 3882143"/>
              <a:gd name="connsiteX9306" fmla="*/ 10325130 w 12184002"/>
              <a:gd name="connsiteY9306" fmla="*/ 1955805 h 3882143"/>
              <a:gd name="connsiteX9307" fmla="*/ 10331200 w 12184002"/>
              <a:gd name="connsiteY9307" fmla="*/ 1941072 h 3882143"/>
              <a:gd name="connsiteX9308" fmla="*/ 10325130 w 12184002"/>
              <a:gd name="connsiteY9308" fmla="*/ 1926338 h 3882143"/>
              <a:gd name="connsiteX9309" fmla="*/ 10332249 w 12184002"/>
              <a:gd name="connsiteY9309" fmla="*/ 1909057 h 3882143"/>
              <a:gd name="connsiteX9310" fmla="*/ 10339556 w 12184002"/>
              <a:gd name="connsiteY9310" fmla="*/ 1906017 h 3882143"/>
              <a:gd name="connsiteX9311" fmla="*/ 10339556 w 12184002"/>
              <a:gd name="connsiteY9311" fmla="*/ 1696881 h 3882143"/>
              <a:gd name="connsiteX9312" fmla="*/ 10280351 w 12184002"/>
              <a:gd name="connsiteY9312" fmla="*/ 1696881 h 3882143"/>
              <a:gd name="connsiteX9313" fmla="*/ 10280351 w 12184002"/>
              <a:gd name="connsiteY9313" fmla="*/ 1875622 h 3882143"/>
              <a:gd name="connsiteX9314" fmla="*/ 10065095 w 12184002"/>
              <a:gd name="connsiteY9314" fmla="*/ 1875622 h 3882143"/>
              <a:gd name="connsiteX9315" fmla="*/ 10061337 w 12184002"/>
              <a:gd name="connsiteY9315" fmla="*/ 1871866 h 3882143"/>
              <a:gd name="connsiteX9316" fmla="*/ 10065095 w 12184002"/>
              <a:gd name="connsiteY9316" fmla="*/ 1868110 h 3882143"/>
              <a:gd name="connsiteX9317" fmla="*/ 10272838 w 12184002"/>
              <a:gd name="connsiteY9317" fmla="*/ 1868110 h 3882143"/>
              <a:gd name="connsiteX9318" fmla="*/ 10272838 w 12184002"/>
              <a:gd name="connsiteY9318" fmla="*/ 1525502 h 3882143"/>
              <a:gd name="connsiteX9319" fmla="*/ 10365628 w 12184002"/>
              <a:gd name="connsiteY9319" fmla="*/ 1525502 h 3882143"/>
              <a:gd name="connsiteX9320" fmla="*/ 10365628 w 12184002"/>
              <a:gd name="connsiteY9320" fmla="*/ 1462239 h 3882143"/>
              <a:gd name="connsiteX9321" fmla="*/ 10365628 w 12184002"/>
              <a:gd name="connsiteY9321" fmla="*/ 1247915 h 3882143"/>
              <a:gd name="connsiteX9322" fmla="*/ 10312733 w 12184002"/>
              <a:gd name="connsiteY9322" fmla="*/ 1301004 h 3882143"/>
              <a:gd name="connsiteX9323" fmla="*/ 10214828 w 12184002"/>
              <a:gd name="connsiteY9323" fmla="*/ 1301004 h 3882143"/>
              <a:gd name="connsiteX9324" fmla="*/ 10212356 w 12184002"/>
              <a:gd name="connsiteY9324" fmla="*/ 1303484 h 3882143"/>
              <a:gd name="connsiteX9325" fmla="*/ 10207021 w 12184002"/>
              <a:gd name="connsiteY9325" fmla="*/ 1303484 h 3882143"/>
              <a:gd name="connsiteX9326" fmla="*/ 10207021 w 12184002"/>
              <a:gd name="connsiteY9326" fmla="*/ 1301004 h 3882143"/>
              <a:gd name="connsiteX9327" fmla="*/ 10076965 w 12184002"/>
              <a:gd name="connsiteY9327" fmla="*/ 1301004 h 3882143"/>
              <a:gd name="connsiteX9328" fmla="*/ 10076965 w 12184002"/>
              <a:gd name="connsiteY9328" fmla="*/ 827974 h 3882143"/>
              <a:gd name="connsiteX9329" fmla="*/ 10198006 w 12184002"/>
              <a:gd name="connsiteY9329" fmla="*/ 827974 h 3882143"/>
              <a:gd name="connsiteX9330" fmla="*/ 10292297 w 12184002"/>
              <a:gd name="connsiteY9330" fmla="*/ 782068 h 3882143"/>
              <a:gd name="connsiteX9331" fmla="*/ 10297332 w 12184002"/>
              <a:gd name="connsiteY9331" fmla="*/ 783793 h 3882143"/>
              <a:gd name="connsiteX9332" fmla="*/ 10295604 w 12184002"/>
              <a:gd name="connsiteY9332" fmla="*/ 788831 h 3882143"/>
              <a:gd name="connsiteX9333" fmla="*/ 10200560 w 12184002"/>
              <a:gd name="connsiteY9333" fmla="*/ 835112 h 3882143"/>
              <a:gd name="connsiteX9334" fmla="*/ 10084554 w 12184002"/>
              <a:gd name="connsiteY9334" fmla="*/ 835486 h 3882143"/>
              <a:gd name="connsiteX9335" fmla="*/ 10084554 w 12184002"/>
              <a:gd name="connsiteY9335" fmla="*/ 1108287 h 3882143"/>
              <a:gd name="connsiteX9336" fmla="*/ 10174262 w 12184002"/>
              <a:gd name="connsiteY9336" fmla="*/ 1108287 h 3882143"/>
              <a:gd name="connsiteX9337" fmla="*/ 10656016 w 12184002"/>
              <a:gd name="connsiteY9337" fmla="*/ 624813 h 3882143"/>
              <a:gd name="connsiteX9338" fmla="*/ 10656016 w 12184002"/>
              <a:gd name="connsiteY9338" fmla="*/ 526763 h 3882143"/>
              <a:gd name="connsiteX9339" fmla="*/ 10589073 w 12184002"/>
              <a:gd name="connsiteY9339" fmla="*/ 459593 h 3882143"/>
              <a:gd name="connsiteX9340" fmla="*/ 10342862 w 12184002"/>
              <a:gd name="connsiteY9340" fmla="*/ 459593 h 3882143"/>
              <a:gd name="connsiteX9341" fmla="*/ 10339105 w 12184002"/>
              <a:gd name="connsiteY9341" fmla="*/ 455837 h 3882143"/>
              <a:gd name="connsiteX9342" fmla="*/ 10342862 w 12184002"/>
              <a:gd name="connsiteY9342" fmla="*/ 452080 h 3882143"/>
              <a:gd name="connsiteX9343" fmla="*/ 10398761 w 12184002"/>
              <a:gd name="connsiteY9343" fmla="*/ 452080 h 3882143"/>
              <a:gd name="connsiteX9344" fmla="*/ 10396733 w 12184002"/>
              <a:gd name="connsiteY9344" fmla="*/ 450051 h 3882143"/>
              <a:gd name="connsiteX9345" fmla="*/ 10396733 w 12184002"/>
              <a:gd name="connsiteY9345" fmla="*/ 284385 h 3882143"/>
              <a:gd name="connsiteX9346" fmla="*/ 10488315 w 12184002"/>
              <a:gd name="connsiteY9346" fmla="*/ 284385 h 3882143"/>
              <a:gd name="connsiteX9347" fmla="*/ 10639863 w 12184002"/>
              <a:gd name="connsiteY9347" fmla="*/ 132313 h 3882143"/>
              <a:gd name="connsiteX9348" fmla="*/ 10642493 w 12184002"/>
              <a:gd name="connsiteY9348" fmla="*/ 131186 h 3882143"/>
              <a:gd name="connsiteX9349" fmla="*/ 10642568 w 12184002"/>
              <a:gd name="connsiteY9349" fmla="*/ 131186 h 3882143"/>
              <a:gd name="connsiteX9350" fmla="*/ 10645198 w 12184002"/>
              <a:gd name="connsiteY9350" fmla="*/ 132313 h 3882143"/>
              <a:gd name="connsiteX9351" fmla="*/ 10645198 w 12184002"/>
              <a:gd name="connsiteY9351" fmla="*/ 137648 h 3882143"/>
              <a:gd name="connsiteX9352" fmla="*/ 10498968 w 12184002"/>
              <a:gd name="connsiteY9352" fmla="*/ 284385 h 3882143"/>
              <a:gd name="connsiteX9353" fmla="*/ 10577053 w 12184002"/>
              <a:gd name="connsiteY9353" fmla="*/ 284385 h 3882143"/>
              <a:gd name="connsiteX9354" fmla="*/ 10577053 w 12184002"/>
              <a:gd name="connsiteY9354" fmla="*/ 380629 h 3882143"/>
              <a:gd name="connsiteX9355" fmla="*/ 10573296 w 12184002"/>
              <a:gd name="connsiteY9355" fmla="*/ 384386 h 3882143"/>
              <a:gd name="connsiteX9356" fmla="*/ 10569538 w 12184002"/>
              <a:gd name="connsiteY9356" fmla="*/ 380629 h 3882143"/>
              <a:gd name="connsiteX9357" fmla="*/ 10569538 w 12184002"/>
              <a:gd name="connsiteY9357" fmla="*/ 291899 h 3882143"/>
              <a:gd name="connsiteX9358" fmla="*/ 10404246 w 12184002"/>
              <a:gd name="connsiteY9358" fmla="*/ 291899 h 3882143"/>
              <a:gd name="connsiteX9359" fmla="*/ 10404246 w 12184002"/>
              <a:gd name="connsiteY9359" fmla="*/ 368233 h 3882143"/>
              <a:gd name="connsiteX9360" fmla="*/ 10481181 w 12184002"/>
              <a:gd name="connsiteY9360" fmla="*/ 368233 h 3882143"/>
              <a:gd name="connsiteX9361" fmla="*/ 10484938 w 12184002"/>
              <a:gd name="connsiteY9361" fmla="*/ 371991 h 3882143"/>
              <a:gd name="connsiteX9362" fmla="*/ 10481181 w 12184002"/>
              <a:gd name="connsiteY9362" fmla="*/ 375746 h 3882143"/>
              <a:gd name="connsiteX9363" fmla="*/ 10404246 w 12184002"/>
              <a:gd name="connsiteY9363" fmla="*/ 375746 h 3882143"/>
              <a:gd name="connsiteX9364" fmla="*/ 10404246 w 12184002"/>
              <a:gd name="connsiteY9364" fmla="*/ 450051 h 3882143"/>
              <a:gd name="connsiteX9365" fmla="*/ 10402218 w 12184002"/>
              <a:gd name="connsiteY9365" fmla="*/ 452080 h 3882143"/>
              <a:gd name="connsiteX9366" fmla="*/ 10592153 w 12184002"/>
              <a:gd name="connsiteY9366" fmla="*/ 452080 h 3882143"/>
              <a:gd name="connsiteX9367" fmla="*/ 10592229 w 12184002"/>
              <a:gd name="connsiteY9367" fmla="*/ 451930 h 3882143"/>
              <a:gd name="connsiteX9368" fmla="*/ 10663606 w 12184002"/>
              <a:gd name="connsiteY9368" fmla="*/ 523533 h 3882143"/>
              <a:gd name="connsiteX9369" fmla="*/ 10663606 w 12184002"/>
              <a:gd name="connsiteY9369" fmla="*/ 627894 h 3882143"/>
              <a:gd name="connsiteX9370" fmla="*/ 10177419 w 12184002"/>
              <a:gd name="connsiteY9370" fmla="*/ 1115801 h 3882143"/>
              <a:gd name="connsiteX9371" fmla="*/ 10084554 w 12184002"/>
              <a:gd name="connsiteY9371" fmla="*/ 1115801 h 3882143"/>
              <a:gd name="connsiteX9372" fmla="*/ 10084554 w 12184002"/>
              <a:gd name="connsiteY9372" fmla="*/ 1293417 h 3882143"/>
              <a:gd name="connsiteX9373" fmla="*/ 10211737 w 12184002"/>
              <a:gd name="connsiteY9373" fmla="*/ 1293417 h 3882143"/>
              <a:gd name="connsiteX9374" fmla="*/ 10756550 w 12184002"/>
              <a:gd name="connsiteY9374" fmla="*/ 746652 h 3882143"/>
              <a:gd name="connsiteX9375" fmla="*/ 10749934 w 12184002"/>
              <a:gd name="connsiteY9375" fmla="*/ 730593 h 3882143"/>
              <a:gd name="connsiteX9376" fmla="*/ 10774202 w 12184002"/>
              <a:gd name="connsiteY9376" fmla="*/ 706175 h 3882143"/>
              <a:gd name="connsiteX9377" fmla="*/ 10798470 w 12184002"/>
              <a:gd name="connsiteY9377" fmla="*/ 730593 h 3882143"/>
              <a:gd name="connsiteX9378" fmla="*/ 10774202 w 12184002"/>
              <a:gd name="connsiteY9378" fmla="*/ 755011 h 3882143"/>
              <a:gd name="connsiteX9379" fmla="*/ 10763365 w 12184002"/>
              <a:gd name="connsiteY9379" fmla="*/ 750502 h 3882143"/>
              <a:gd name="connsiteX9380" fmla="*/ 10222388 w 12184002"/>
              <a:gd name="connsiteY9380" fmla="*/ 1293417 h 3882143"/>
              <a:gd name="connsiteX9381" fmla="*/ 10309729 w 12184002"/>
              <a:gd name="connsiteY9381" fmla="*/ 1293417 h 3882143"/>
              <a:gd name="connsiteX9382" fmla="*/ 10365628 w 12184002"/>
              <a:gd name="connsiteY9382" fmla="*/ 1237309 h 3882143"/>
              <a:gd name="connsiteX9383" fmla="*/ 10365628 w 12184002"/>
              <a:gd name="connsiteY9383" fmla="*/ 1235113 h 3882143"/>
              <a:gd name="connsiteX9384" fmla="*/ 10369383 w 12184002"/>
              <a:gd name="connsiteY9384" fmla="*/ 1231356 h 3882143"/>
              <a:gd name="connsiteX9385" fmla="*/ 10369383 w 12184002"/>
              <a:gd name="connsiteY9385" fmla="*/ 1231280 h 3882143"/>
              <a:gd name="connsiteX9386" fmla="*/ 10370512 w 12184002"/>
              <a:gd name="connsiteY9386" fmla="*/ 1232409 h 3882143"/>
              <a:gd name="connsiteX9387" fmla="*/ 10834684 w 12184002"/>
              <a:gd name="connsiteY9387" fmla="*/ 766515 h 3882143"/>
              <a:gd name="connsiteX9388" fmla="*/ 10834684 w 12184002"/>
              <a:gd name="connsiteY9388" fmla="*/ 486491 h 3882143"/>
              <a:gd name="connsiteX9389" fmla="*/ 10832654 w 12184002"/>
              <a:gd name="connsiteY9389" fmla="*/ 488521 h 3882143"/>
              <a:gd name="connsiteX9390" fmla="*/ 10736034 w 12184002"/>
              <a:gd name="connsiteY9390" fmla="*/ 488521 h 3882143"/>
              <a:gd name="connsiteX9391" fmla="*/ 10647377 w 12184002"/>
              <a:gd name="connsiteY9391" fmla="*/ 399564 h 3882143"/>
              <a:gd name="connsiteX9392" fmla="*/ 10647377 w 12184002"/>
              <a:gd name="connsiteY9392" fmla="*/ 214285 h 3882143"/>
              <a:gd name="connsiteX9393" fmla="*/ 10717927 w 12184002"/>
              <a:gd name="connsiteY9393" fmla="*/ 143434 h 3882143"/>
              <a:gd name="connsiteX9394" fmla="*/ 10717927 w 12184002"/>
              <a:gd name="connsiteY9394" fmla="*/ 45610 h 3882143"/>
              <a:gd name="connsiteX9395" fmla="*/ 10717401 w 12184002"/>
              <a:gd name="connsiteY9395" fmla="*/ 46137 h 3882143"/>
              <a:gd name="connsiteX9396" fmla="*/ 10600870 w 12184002"/>
              <a:gd name="connsiteY9396" fmla="*/ 46137 h 3882143"/>
              <a:gd name="connsiteX9397" fmla="*/ 10454033 w 12184002"/>
              <a:gd name="connsiteY9397" fmla="*/ 193512 h 3882143"/>
              <a:gd name="connsiteX9398" fmla="*/ 10454529 w 12184002"/>
              <a:gd name="connsiteY9398" fmla="*/ 193720 h 3882143"/>
              <a:gd name="connsiteX9399" fmla="*/ 10461647 w 12184002"/>
              <a:gd name="connsiteY9399" fmla="*/ 210972 h 3882143"/>
              <a:gd name="connsiteX9400" fmla="*/ 10437380 w 12184002"/>
              <a:gd name="connsiteY9400" fmla="*/ 235389 h 3882143"/>
              <a:gd name="connsiteX9401" fmla="*/ 10413111 w 12184002"/>
              <a:gd name="connsiteY9401" fmla="*/ 210972 h 3882143"/>
              <a:gd name="connsiteX9402" fmla="*/ 10437380 w 12184002"/>
              <a:gd name="connsiteY9402" fmla="*/ 186553 h 3882143"/>
              <a:gd name="connsiteX9403" fmla="*/ 10446514 w 12184002"/>
              <a:gd name="connsiteY9403" fmla="*/ 190370 h 3882143"/>
              <a:gd name="connsiteX9404" fmla="*/ 10597715 w 12184002"/>
              <a:gd name="connsiteY9404" fmla="*/ 38624 h 3882143"/>
              <a:gd name="connsiteX9405" fmla="*/ 10717401 w 12184002"/>
              <a:gd name="connsiteY9405" fmla="*/ 38624 h 3882143"/>
              <a:gd name="connsiteX9406" fmla="*/ 10717927 w 12184002"/>
              <a:gd name="connsiteY9406" fmla="*/ 39150 h 3882143"/>
              <a:gd name="connsiteX9407" fmla="*/ 10294477 w 12184002"/>
              <a:gd name="connsiteY9407" fmla="*/ 0 h 3882143"/>
              <a:gd name="connsiteX9408" fmla="*/ 10301990 w 12184002"/>
              <a:gd name="connsiteY9408" fmla="*/ 0 h 3882143"/>
              <a:gd name="connsiteX9409" fmla="*/ 10301990 w 12184002"/>
              <a:gd name="connsiteY9409" fmla="*/ 266803 h 3882143"/>
              <a:gd name="connsiteX9410" fmla="*/ 10231815 w 12184002"/>
              <a:gd name="connsiteY9410" fmla="*/ 196402 h 3882143"/>
              <a:gd name="connsiteX9411" fmla="*/ 9814299 w 12184002"/>
              <a:gd name="connsiteY9411" fmla="*/ 196402 h 3882143"/>
              <a:gd name="connsiteX9412" fmla="*/ 9746843 w 12184002"/>
              <a:gd name="connsiteY9412" fmla="*/ 262024 h 3882143"/>
              <a:gd name="connsiteX9413" fmla="*/ 9752841 w 12184002"/>
              <a:gd name="connsiteY9413" fmla="*/ 276564 h 3882143"/>
              <a:gd name="connsiteX9414" fmla="*/ 9728573 w 12184002"/>
              <a:gd name="connsiteY9414" fmla="*/ 300980 h 3882143"/>
              <a:gd name="connsiteX9415" fmla="*/ 9704305 w 12184002"/>
              <a:gd name="connsiteY9415" fmla="*/ 276564 h 3882143"/>
              <a:gd name="connsiteX9416" fmla="*/ 9728573 w 12184002"/>
              <a:gd name="connsiteY9416" fmla="*/ 252144 h 3882143"/>
              <a:gd name="connsiteX9417" fmla="*/ 9740904 w 12184002"/>
              <a:gd name="connsiteY9417" fmla="*/ 257298 h 3882143"/>
              <a:gd name="connsiteX9418" fmla="*/ 9811294 w 12184002"/>
              <a:gd name="connsiteY9418" fmla="*/ 188890 h 3882143"/>
              <a:gd name="connsiteX9419" fmla="*/ 10189290 w 12184002"/>
              <a:gd name="connsiteY9419" fmla="*/ 188890 h 3882143"/>
              <a:gd name="connsiteX9420" fmla="*/ 10189290 w 12184002"/>
              <a:gd name="connsiteY9420" fmla="*/ 81975 h 3882143"/>
              <a:gd name="connsiteX9421" fmla="*/ 10222815 w 12184002"/>
              <a:gd name="connsiteY9421" fmla="*/ 81975 h 3882143"/>
              <a:gd name="connsiteX9422" fmla="*/ 10226687 w 12184002"/>
              <a:gd name="connsiteY9422" fmla="*/ 72577 h 3882143"/>
              <a:gd name="connsiteX9423" fmla="*/ 10243837 w 12184002"/>
              <a:gd name="connsiteY9423" fmla="*/ 65438 h 3882143"/>
              <a:gd name="connsiteX9424" fmla="*/ 10268104 w 12184002"/>
              <a:gd name="connsiteY9424" fmla="*/ 89856 h 3882143"/>
              <a:gd name="connsiteX9425" fmla="*/ 10243837 w 12184002"/>
              <a:gd name="connsiteY9425" fmla="*/ 114274 h 3882143"/>
              <a:gd name="connsiteX9426" fmla="*/ 10219568 w 12184002"/>
              <a:gd name="connsiteY9426" fmla="*/ 89856 h 3882143"/>
              <a:gd name="connsiteX9427" fmla="*/ 10219689 w 12184002"/>
              <a:gd name="connsiteY9427" fmla="*/ 89564 h 3882143"/>
              <a:gd name="connsiteX9428" fmla="*/ 10196804 w 12184002"/>
              <a:gd name="connsiteY9428" fmla="*/ 89564 h 3882143"/>
              <a:gd name="connsiteX9429" fmla="*/ 10196804 w 12184002"/>
              <a:gd name="connsiteY9429" fmla="*/ 188890 h 3882143"/>
              <a:gd name="connsiteX9430" fmla="*/ 10234971 w 12184002"/>
              <a:gd name="connsiteY9430" fmla="*/ 188890 h 3882143"/>
              <a:gd name="connsiteX9431" fmla="*/ 10294477 w 12184002"/>
              <a:gd name="connsiteY9431" fmla="*/ 248621 h 3882143"/>
              <a:gd name="connsiteX9432" fmla="*/ 9777335 w 12184002"/>
              <a:gd name="connsiteY9432" fmla="*/ 0 h 3882143"/>
              <a:gd name="connsiteX9433" fmla="*/ 9784848 w 12184002"/>
              <a:gd name="connsiteY9433" fmla="*/ 0 h 3882143"/>
              <a:gd name="connsiteX9434" fmla="*/ 9784848 w 12184002"/>
              <a:gd name="connsiteY9434" fmla="*/ 67099 h 3882143"/>
              <a:gd name="connsiteX9435" fmla="*/ 9672524 w 12184002"/>
              <a:gd name="connsiteY9435" fmla="*/ 179876 h 3882143"/>
              <a:gd name="connsiteX9436" fmla="*/ 9672524 w 12184002"/>
              <a:gd name="connsiteY9436" fmla="*/ 867267 h 3882143"/>
              <a:gd name="connsiteX9437" fmla="*/ 9374922 w 12184002"/>
              <a:gd name="connsiteY9437" fmla="*/ 867267 h 3882143"/>
              <a:gd name="connsiteX9438" fmla="*/ 9371164 w 12184002"/>
              <a:gd name="connsiteY9438" fmla="*/ 863512 h 3882143"/>
              <a:gd name="connsiteX9439" fmla="*/ 9374922 w 12184002"/>
              <a:gd name="connsiteY9439" fmla="*/ 859754 h 3882143"/>
              <a:gd name="connsiteX9440" fmla="*/ 9665010 w 12184002"/>
              <a:gd name="connsiteY9440" fmla="*/ 859754 h 3882143"/>
              <a:gd name="connsiteX9441" fmla="*/ 9665010 w 12184002"/>
              <a:gd name="connsiteY9441" fmla="*/ 176720 h 3882143"/>
              <a:gd name="connsiteX9442" fmla="*/ 9777335 w 12184002"/>
              <a:gd name="connsiteY9442" fmla="*/ 63943 h 3882143"/>
              <a:gd name="connsiteX9443" fmla="*/ 9659621 w 12184002"/>
              <a:gd name="connsiteY9443" fmla="*/ 0 h 3882143"/>
              <a:gd name="connsiteX9444" fmla="*/ 9668542 w 12184002"/>
              <a:gd name="connsiteY9444" fmla="*/ 0 h 3882143"/>
              <a:gd name="connsiteX9445" fmla="*/ 9668542 w 12184002"/>
              <a:gd name="connsiteY9445" fmla="*/ 1734 h 3882143"/>
              <a:gd name="connsiteX9446" fmla="*/ 9563055 w 12184002"/>
              <a:gd name="connsiteY9446" fmla="*/ 107595 h 3882143"/>
              <a:gd name="connsiteX9447" fmla="*/ 9563055 w 12184002"/>
              <a:gd name="connsiteY9447" fmla="*/ 768995 h 3882143"/>
              <a:gd name="connsiteX9448" fmla="*/ 9484391 w 12184002"/>
              <a:gd name="connsiteY9448" fmla="*/ 768995 h 3882143"/>
              <a:gd name="connsiteX9449" fmla="*/ 9480634 w 12184002"/>
              <a:gd name="connsiteY9449" fmla="*/ 765238 h 3882143"/>
              <a:gd name="connsiteX9450" fmla="*/ 9484391 w 12184002"/>
              <a:gd name="connsiteY9450" fmla="*/ 761480 h 3882143"/>
              <a:gd name="connsiteX9451" fmla="*/ 9555541 w 12184002"/>
              <a:gd name="connsiteY9451" fmla="*/ 761480 h 3882143"/>
              <a:gd name="connsiteX9452" fmla="*/ 9555541 w 12184002"/>
              <a:gd name="connsiteY9452" fmla="*/ 104514 h 3882143"/>
              <a:gd name="connsiteX9453" fmla="*/ 9533204 w 12184002"/>
              <a:gd name="connsiteY9453" fmla="*/ 0 h 3882143"/>
              <a:gd name="connsiteX9454" fmla="*/ 9543878 w 12184002"/>
              <a:gd name="connsiteY9454" fmla="*/ 0 h 3882143"/>
              <a:gd name="connsiteX9455" fmla="*/ 9455013 w 12184002"/>
              <a:gd name="connsiteY9455" fmla="*/ 90239 h 3882143"/>
              <a:gd name="connsiteX9456" fmla="*/ 9455013 w 12184002"/>
              <a:gd name="connsiteY9456" fmla="*/ 655469 h 3882143"/>
              <a:gd name="connsiteX9457" fmla="*/ 9247986 w 12184002"/>
              <a:gd name="connsiteY9457" fmla="*/ 863206 h 3882143"/>
              <a:gd name="connsiteX9458" fmla="*/ 9252604 w 12184002"/>
              <a:gd name="connsiteY9458" fmla="*/ 874399 h 3882143"/>
              <a:gd name="connsiteX9459" fmla="*/ 9228335 w 12184002"/>
              <a:gd name="connsiteY9459" fmla="*/ 898815 h 3882143"/>
              <a:gd name="connsiteX9460" fmla="*/ 9204067 w 12184002"/>
              <a:gd name="connsiteY9460" fmla="*/ 874399 h 3882143"/>
              <a:gd name="connsiteX9461" fmla="*/ 9228335 w 12184002"/>
              <a:gd name="connsiteY9461" fmla="*/ 849980 h 3882143"/>
              <a:gd name="connsiteX9462" fmla="*/ 9243991 w 12184002"/>
              <a:gd name="connsiteY9462" fmla="*/ 856521 h 3882143"/>
              <a:gd name="connsiteX9463" fmla="*/ 9447425 w 12184002"/>
              <a:gd name="connsiteY9463" fmla="*/ 652313 h 3882143"/>
              <a:gd name="connsiteX9464" fmla="*/ 9447425 w 12184002"/>
              <a:gd name="connsiteY9464" fmla="*/ 87083 h 3882143"/>
              <a:gd name="connsiteX9465" fmla="*/ 9440087 w 12184002"/>
              <a:gd name="connsiteY9465" fmla="*/ 0 h 3882143"/>
              <a:gd name="connsiteX9466" fmla="*/ 9450668 w 12184002"/>
              <a:gd name="connsiteY9466" fmla="*/ 0 h 3882143"/>
              <a:gd name="connsiteX9467" fmla="*/ 9387693 w 12184002"/>
              <a:gd name="connsiteY9467" fmla="*/ 63191 h 3882143"/>
              <a:gd name="connsiteX9468" fmla="*/ 9387693 w 12184002"/>
              <a:gd name="connsiteY9468" fmla="*/ 598141 h 3882143"/>
              <a:gd name="connsiteX9469" fmla="*/ 9132165 w 12184002"/>
              <a:gd name="connsiteY9469" fmla="*/ 869295 h 3882143"/>
              <a:gd name="connsiteX9470" fmla="*/ 9132165 w 12184002"/>
              <a:gd name="connsiteY9470" fmla="*/ 1937683 h 3882143"/>
              <a:gd name="connsiteX9471" fmla="*/ 9128776 w 12184002"/>
              <a:gd name="connsiteY9471" fmla="*/ 1941072 h 3882143"/>
              <a:gd name="connsiteX9472" fmla="*/ 9132165 w 12184002"/>
              <a:gd name="connsiteY9472" fmla="*/ 1944460 h 3882143"/>
              <a:gd name="connsiteX9473" fmla="*/ 9132165 w 12184002"/>
              <a:gd name="connsiteY9473" fmla="*/ 3012848 h 3882143"/>
              <a:gd name="connsiteX9474" fmla="*/ 9387693 w 12184002"/>
              <a:gd name="connsiteY9474" fmla="*/ 3284002 h 3882143"/>
              <a:gd name="connsiteX9475" fmla="*/ 9387693 w 12184002"/>
              <a:gd name="connsiteY9475" fmla="*/ 3818952 h 3882143"/>
              <a:gd name="connsiteX9476" fmla="*/ 9450668 w 12184002"/>
              <a:gd name="connsiteY9476" fmla="*/ 3882143 h 3882143"/>
              <a:gd name="connsiteX9477" fmla="*/ 9440087 w 12184002"/>
              <a:gd name="connsiteY9477" fmla="*/ 3882143 h 3882143"/>
              <a:gd name="connsiteX9478" fmla="*/ 9380180 w 12184002"/>
              <a:gd name="connsiteY9478" fmla="*/ 3822031 h 3882143"/>
              <a:gd name="connsiteX9479" fmla="*/ 9380180 w 12184002"/>
              <a:gd name="connsiteY9479" fmla="*/ 3287007 h 3882143"/>
              <a:gd name="connsiteX9480" fmla="*/ 9124652 w 12184002"/>
              <a:gd name="connsiteY9480" fmla="*/ 3015852 h 3882143"/>
              <a:gd name="connsiteX9481" fmla="*/ 9124652 w 12184002"/>
              <a:gd name="connsiteY9481" fmla="*/ 2071059 h 3882143"/>
              <a:gd name="connsiteX9482" fmla="*/ 9123750 w 12184002"/>
              <a:gd name="connsiteY9482" fmla="*/ 2071961 h 3882143"/>
              <a:gd name="connsiteX9483" fmla="*/ 9020593 w 12184002"/>
              <a:gd name="connsiteY9483" fmla="*/ 2071961 h 3882143"/>
              <a:gd name="connsiteX9484" fmla="*/ 9016837 w 12184002"/>
              <a:gd name="connsiteY9484" fmla="*/ 2068204 h 3882143"/>
              <a:gd name="connsiteX9485" fmla="*/ 9020593 w 12184002"/>
              <a:gd name="connsiteY9485" fmla="*/ 2064448 h 3882143"/>
              <a:gd name="connsiteX9486" fmla="*/ 9123750 w 12184002"/>
              <a:gd name="connsiteY9486" fmla="*/ 2064448 h 3882143"/>
              <a:gd name="connsiteX9487" fmla="*/ 9124652 w 12184002"/>
              <a:gd name="connsiteY9487" fmla="*/ 2065350 h 3882143"/>
              <a:gd name="connsiteX9488" fmla="*/ 9124652 w 12184002"/>
              <a:gd name="connsiteY9488" fmla="*/ 1944460 h 3882143"/>
              <a:gd name="connsiteX9489" fmla="*/ 9128040 w 12184002"/>
              <a:gd name="connsiteY9489" fmla="*/ 1941072 h 3882143"/>
              <a:gd name="connsiteX9490" fmla="*/ 9124652 w 12184002"/>
              <a:gd name="connsiteY9490" fmla="*/ 1937683 h 3882143"/>
              <a:gd name="connsiteX9491" fmla="*/ 9124652 w 12184002"/>
              <a:gd name="connsiteY9491" fmla="*/ 1816793 h 3882143"/>
              <a:gd name="connsiteX9492" fmla="*/ 9123750 w 12184002"/>
              <a:gd name="connsiteY9492" fmla="*/ 1817695 h 3882143"/>
              <a:gd name="connsiteX9493" fmla="*/ 9020593 w 12184002"/>
              <a:gd name="connsiteY9493" fmla="*/ 1817695 h 3882143"/>
              <a:gd name="connsiteX9494" fmla="*/ 9016837 w 12184002"/>
              <a:gd name="connsiteY9494" fmla="*/ 1813939 h 3882143"/>
              <a:gd name="connsiteX9495" fmla="*/ 9020593 w 12184002"/>
              <a:gd name="connsiteY9495" fmla="*/ 1810182 h 3882143"/>
              <a:gd name="connsiteX9496" fmla="*/ 9123750 w 12184002"/>
              <a:gd name="connsiteY9496" fmla="*/ 1810182 h 3882143"/>
              <a:gd name="connsiteX9497" fmla="*/ 9124652 w 12184002"/>
              <a:gd name="connsiteY9497" fmla="*/ 1811085 h 3882143"/>
              <a:gd name="connsiteX9498" fmla="*/ 9124652 w 12184002"/>
              <a:gd name="connsiteY9498" fmla="*/ 866291 h 3882143"/>
              <a:gd name="connsiteX9499" fmla="*/ 9380180 w 12184002"/>
              <a:gd name="connsiteY9499" fmla="*/ 595136 h 3882143"/>
              <a:gd name="connsiteX9500" fmla="*/ 9380180 w 12184002"/>
              <a:gd name="connsiteY9500" fmla="*/ 60112 h 3882143"/>
              <a:gd name="connsiteX9501" fmla="*/ 8943130 w 12184002"/>
              <a:gd name="connsiteY9501" fmla="*/ 0 h 3882143"/>
              <a:gd name="connsiteX9502" fmla="*/ 8950644 w 12184002"/>
              <a:gd name="connsiteY9502" fmla="*/ 0 h 3882143"/>
              <a:gd name="connsiteX9503" fmla="*/ 8950644 w 12184002"/>
              <a:gd name="connsiteY9503" fmla="*/ 307445 h 3882143"/>
              <a:gd name="connsiteX9504" fmla="*/ 9008497 w 12184002"/>
              <a:gd name="connsiteY9504" fmla="*/ 365523 h 3882143"/>
              <a:gd name="connsiteX9505" fmla="*/ 9008497 w 12184002"/>
              <a:gd name="connsiteY9505" fmla="*/ 370857 h 3882143"/>
              <a:gd name="connsiteX9506" fmla="*/ 9003162 w 12184002"/>
              <a:gd name="connsiteY9506" fmla="*/ 370857 h 3882143"/>
              <a:gd name="connsiteX9507" fmla="*/ 8943130 w 12184002"/>
              <a:gd name="connsiteY9507" fmla="*/ 310600 h 3882143"/>
              <a:gd name="connsiteX9508" fmla="*/ 8796845 w 12184002"/>
              <a:gd name="connsiteY9508" fmla="*/ 0 h 3882143"/>
              <a:gd name="connsiteX9509" fmla="*/ 8806370 w 12184002"/>
              <a:gd name="connsiteY9509" fmla="*/ 0 h 3882143"/>
              <a:gd name="connsiteX9510" fmla="*/ 8873256 w 12184002"/>
              <a:gd name="connsiteY9510" fmla="*/ 67169 h 3882143"/>
              <a:gd name="connsiteX9511" fmla="*/ 8873256 w 12184002"/>
              <a:gd name="connsiteY9511" fmla="*/ 505045 h 3882143"/>
              <a:gd name="connsiteX9512" fmla="*/ 8969052 w 12184002"/>
              <a:gd name="connsiteY9512" fmla="*/ 505045 h 3882143"/>
              <a:gd name="connsiteX9513" fmla="*/ 8969052 w 12184002"/>
              <a:gd name="connsiteY9513" fmla="*/ 689949 h 3882143"/>
              <a:gd name="connsiteX9514" fmla="*/ 9192121 w 12184002"/>
              <a:gd name="connsiteY9514" fmla="*/ 689949 h 3882143"/>
              <a:gd name="connsiteX9515" fmla="*/ 9305948 w 12184002"/>
              <a:gd name="connsiteY9515" fmla="*/ 575670 h 3882143"/>
              <a:gd name="connsiteX9516" fmla="*/ 9305948 w 12184002"/>
              <a:gd name="connsiteY9516" fmla="*/ 501514 h 3882143"/>
              <a:gd name="connsiteX9517" fmla="*/ 9204969 w 12184002"/>
              <a:gd name="connsiteY9517" fmla="*/ 501514 h 3882143"/>
              <a:gd name="connsiteX9518" fmla="*/ 9204969 w 12184002"/>
              <a:gd name="connsiteY9518" fmla="*/ 538329 h 3882143"/>
              <a:gd name="connsiteX9519" fmla="*/ 9053801 w 12184002"/>
              <a:gd name="connsiteY9519" fmla="*/ 538329 h 3882143"/>
              <a:gd name="connsiteX9520" fmla="*/ 9053726 w 12184002"/>
              <a:gd name="connsiteY9520" fmla="*/ 538254 h 3882143"/>
              <a:gd name="connsiteX9521" fmla="*/ 9053726 w 12184002"/>
              <a:gd name="connsiteY9521" fmla="*/ 612261 h 3882143"/>
              <a:gd name="connsiteX9522" fmla="*/ 9167853 w 12184002"/>
              <a:gd name="connsiteY9522" fmla="*/ 612261 h 3882143"/>
              <a:gd name="connsiteX9523" fmla="*/ 9171610 w 12184002"/>
              <a:gd name="connsiteY9523" fmla="*/ 616017 h 3882143"/>
              <a:gd name="connsiteX9524" fmla="*/ 9167853 w 12184002"/>
              <a:gd name="connsiteY9524" fmla="*/ 619773 h 3882143"/>
              <a:gd name="connsiteX9525" fmla="*/ 9046212 w 12184002"/>
              <a:gd name="connsiteY9525" fmla="*/ 619773 h 3882143"/>
              <a:gd name="connsiteX9526" fmla="*/ 9046212 w 12184002"/>
              <a:gd name="connsiteY9526" fmla="*/ 493850 h 3882143"/>
              <a:gd name="connsiteX9527" fmla="*/ 9313536 w 12184002"/>
              <a:gd name="connsiteY9527" fmla="*/ 493850 h 3882143"/>
              <a:gd name="connsiteX9528" fmla="*/ 9313536 w 12184002"/>
              <a:gd name="connsiteY9528" fmla="*/ 578676 h 3882143"/>
              <a:gd name="connsiteX9529" fmla="*/ 9195277 w 12184002"/>
              <a:gd name="connsiteY9529" fmla="*/ 697386 h 3882143"/>
              <a:gd name="connsiteX9530" fmla="*/ 8961537 w 12184002"/>
              <a:gd name="connsiteY9530" fmla="*/ 697386 h 3882143"/>
              <a:gd name="connsiteX9531" fmla="*/ 8961537 w 12184002"/>
              <a:gd name="connsiteY9531" fmla="*/ 512483 h 3882143"/>
              <a:gd name="connsiteX9532" fmla="*/ 8865743 w 12184002"/>
              <a:gd name="connsiteY9532" fmla="*/ 512483 h 3882143"/>
              <a:gd name="connsiteX9533" fmla="*/ 8865743 w 12184002"/>
              <a:gd name="connsiteY9533" fmla="*/ 70249 h 3882143"/>
              <a:gd name="connsiteX9534" fmla="*/ 8796845 w 12184002"/>
              <a:gd name="connsiteY9534" fmla="*/ 1127 h 3882143"/>
              <a:gd name="connsiteX9535" fmla="*/ 8681010 w 12184002"/>
              <a:gd name="connsiteY9535" fmla="*/ 0 h 3882143"/>
              <a:gd name="connsiteX9536" fmla="*/ 8691609 w 12184002"/>
              <a:gd name="connsiteY9536" fmla="*/ 0 h 3882143"/>
              <a:gd name="connsiteX9537" fmla="*/ 8777460 w 12184002"/>
              <a:gd name="connsiteY9537" fmla="*/ 87157 h 3882143"/>
              <a:gd name="connsiteX9538" fmla="*/ 8777460 w 12184002"/>
              <a:gd name="connsiteY9538" fmla="*/ 652309 h 3882143"/>
              <a:gd name="connsiteX9539" fmla="*/ 8880469 w 12184002"/>
              <a:gd name="connsiteY9539" fmla="*/ 755710 h 3882143"/>
              <a:gd name="connsiteX9540" fmla="*/ 8880469 w 12184002"/>
              <a:gd name="connsiteY9540" fmla="*/ 608504 h 3882143"/>
              <a:gd name="connsiteX9541" fmla="*/ 8884225 w 12184002"/>
              <a:gd name="connsiteY9541" fmla="*/ 604747 h 3882143"/>
              <a:gd name="connsiteX9542" fmla="*/ 8887982 w 12184002"/>
              <a:gd name="connsiteY9542" fmla="*/ 608504 h 3882143"/>
              <a:gd name="connsiteX9543" fmla="*/ 8887982 w 12184002"/>
              <a:gd name="connsiteY9543" fmla="*/ 763253 h 3882143"/>
              <a:gd name="connsiteX9544" fmla="*/ 8993845 w 12184002"/>
              <a:gd name="connsiteY9544" fmla="*/ 869518 h 3882143"/>
              <a:gd name="connsiteX9545" fmla="*/ 8993845 w 12184002"/>
              <a:gd name="connsiteY9545" fmla="*/ 874853 h 3882143"/>
              <a:gd name="connsiteX9546" fmla="*/ 8988511 w 12184002"/>
              <a:gd name="connsiteY9546" fmla="*/ 874853 h 3882143"/>
              <a:gd name="connsiteX9547" fmla="*/ 8769872 w 12184002"/>
              <a:gd name="connsiteY9547" fmla="*/ 655465 h 3882143"/>
              <a:gd name="connsiteX9548" fmla="*/ 8769872 w 12184002"/>
              <a:gd name="connsiteY9548" fmla="*/ 90237 h 3882143"/>
              <a:gd name="connsiteX9549" fmla="*/ 8556343 w 12184002"/>
              <a:gd name="connsiteY9549" fmla="*/ 0 h 3882143"/>
              <a:gd name="connsiteX9550" fmla="*/ 8565342 w 12184002"/>
              <a:gd name="connsiteY9550" fmla="*/ 0 h 3882143"/>
              <a:gd name="connsiteX9551" fmla="*/ 8669344 w 12184002"/>
              <a:gd name="connsiteY9551" fmla="*/ 104436 h 3882143"/>
              <a:gd name="connsiteX9552" fmla="*/ 8669344 w 12184002"/>
              <a:gd name="connsiteY9552" fmla="*/ 761477 h 3882143"/>
              <a:gd name="connsiteX9553" fmla="*/ 8740495 w 12184002"/>
              <a:gd name="connsiteY9553" fmla="*/ 761477 h 3882143"/>
              <a:gd name="connsiteX9554" fmla="*/ 8744253 w 12184002"/>
              <a:gd name="connsiteY9554" fmla="*/ 765234 h 3882143"/>
              <a:gd name="connsiteX9555" fmla="*/ 8740495 w 12184002"/>
              <a:gd name="connsiteY9555" fmla="*/ 768992 h 3882143"/>
              <a:gd name="connsiteX9556" fmla="*/ 8661831 w 12184002"/>
              <a:gd name="connsiteY9556" fmla="*/ 768992 h 3882143"/>
              <a:gd name="connsiteX9557" fmla="*/ 8661831 w 12184002"/>
              <a:gd name="connsiteY9557" fmla="*/ 107593 h 3882143"/>
              <a:gd name="connsiteX9558" fmla="*/ 8556343 w 12184002"/>
              <a:gd name="connsiteY9558" fmla="*/ 1731 h 3882143"/>
              <a:gd name="connsiteX9559" fmla="*/ 8439962 w 12184002"/>
              <a:gd name="connsiteY9559" fmla="*/ 0 h 3882143"/>
              <a:gd name="connsiteX9560" fmla="*/ 8447476 w 12184002"/>
              <a:gd name="connsiteY9560" fmla="*/ 0 h 3882143"/>
              <a:gd name="connsiteX9561" fmla="*/ 8447476 w 12184002"/>
              <a:gd name="connsiteY9561" fmla="*/ 63941 h 3882143"/>
              <a:gd name="connsiteX9562" fmla="*/ 8559800 w 12184002"/>
              <a:gd name="connsiteY9562" fmla="*/ 176717 h 3882143"/>
              <a:gd name="connsiteX9563" fmla="*/ 8559800 w 12184002"/>
              <a:gd name="connsiteY9563" fmla="*/ 859826 h 3882143"/>
              <a:gd name="connsiteX9564" fmla="*/ 8849888 w 12184002"/>
              <a:gd name="connsiteY9564" fmla="*/ 859826 h 3882143"/>
              <a:gd name="connsiteX9565" fmla="*/ 8853646 w 12184002"/>
              <a:gd name="connsiteY9565" fmla="*/ 863583 h 3882143"/>
              <a:gd name="connsiteX9566" fmla="*/ 8849888 w 12184002"/>
              <a:gd name="connsiteY9566" fmla="*/ 867340 h 3882143"/>
              <a:gd name="connsiteX9567" fmla="*/ 8552287 w 12184002"/>
              <a:gd name="connsiteY9567" fmla="*/ 867340 h 3882143"/>
              <a:gd name="connsiteX9568" fmla="*/ 8552287 w 12184002"/>
              <a:gd name="connsiteY9568" fmla="*/ 179872 h 3882143"/>
              <a:gd name="connsiteX9569" fmla="*/ 8439962 w 12184002"/>
              <a:gd name="connsiteY9569" fmla="*/ 67096 h 3882143"/>
              <a:gd name="connsiteX9570" fmla="*/ 7922820 w 12184002"/>
              <a:gd name="connsiteY9570" fmla="*/ 0 h 3882143"/>
              <a:gd name="connsiteX9571" fmla="*/ 7930334 w 12184002"/>
              <a:gd name="connsiteY9571" fmla="*/ 0 h 3882143"/>
              <a:gd name="connsiteX9572" fmla="*/ 7930334 w 12184002"/>
              <a:gd name="connsiteY9572" fmla="*/ 248768 h 3882143"/>
              <a:gd name="connsiteX9573" fmla="*/ 7989839 w 12184002"/>
              <a:gd name="connsiteY9573" fmla="*/ 189036 h 3882143"/>
              <a:gd name="connsiteX9574" fmla="*/ 8028008 w 12184002"/>
              <a:gd name="connsiteY9574" fmla="*/ 189036 h 3882143"/>
              <a:gd name="connsiteX9575" fmla="*/ 8028008 w 12184002"/>
              <a:gd name="connsiteY9575" fmla="*/ 89485 h 3882143"/>
              <a:gd name="connsiteX9576" fmla="*/ 7997356 w 12184002"/>
              <a:gd name="connsiteY9576" fmla="*/ 89485 h 3882143"/>
              <a:gd name="connsiteX9577" fmla="*/ 7991136 w 12184002"/>
              <a:gd name="connsiteY9577" fmla="*/ 104584 h 3882143"/>
              <a:gd name="connsiteX9578" fmla="*/ 7973987 w 12184002"/>
              <a:gd name="connsiteY9578" fmla="*/ 111721 h 3882143"/>
              <a:gd name="connsiteX9579" fmla="*/ 7949719 w 12184002"/>
              <a:gd name="connsiteY9579" fmla="*/ 87303 h 3882143"/>
              <a:gd name="connsiteX9580" fmla="*/ 7973987 w 12184002"/>
              <a:gd name="connsiteY9580" fmla="*/ 62885 h 3882143"/>
              <a:gd name="connsiteX9581" fmla="*/ 7991136 w 12184002"/>
              <a:gd name="connsiteY9581" fmla="*/ 70050 h 3882143"/>
              <a:gd name="connsiteX9582" fmla="*/ 7996055 w 12184002"/>
              <a:gd name="connsiteY9582" fmla="*/ 81971 h 3882143"/>
              <a:gd name="connsiteX9583" fmla="*/ 8035521 w 12184002"/>
              <a:gd name="connsiteY9583" fmla="*/ 81971 h 3882143"/>
              <a:gd name="connsiteX9584" fmla="*/ 8035521 w 12184002"/>
              <a:gd name="connsiteY9584" fmla="*/ 189036 h 3882143"/>
              <a:gd name="connsiteX9585" fmla="*/ 8413516 w 12184002"/>
              <a:gd name="connsiteY9585" fmla="*/ 189036 h 3882143"/>
              <a:gd name="connsiteX9586" fmla="*/ 8506831 w 12184002"/>
              <a:gd name="connsiteY9586" fmla="*/ 279723 h 3882143"/>
              <a:gd name="connsiteX9587" fmla="*/ 8506905 w 12184002"/>
              <a:gd name="connsiteY9587" fmla="*/ 285058 h 3882143"/>
              <a:gd name="connsiteX9588" fmla="*/ 8501571 w 12184002"/>
              <a:gd name="connsiteY9588" fmla="*/ 285133 h 3882143"/>
              <a:gd name="connsiteX9589" fmla="*/ 8410510 w 12184002"/>
              <a:gd name="connsiteY9589" fmla="*/ 196549 h 3882143"/>
              <a:gd name="connsiteX9590" fmla="*/ 7992995 w 12184002"/>
              <a:gd name="connsiteY9590" fmla="*/ 196549 h 3882143"/>
              <a:gd name="connsiteX9591" fmla="*/ 7922820 w 12184002"/>
              <a:gd name="connsiteY9591" fmla="*/ 266950 h 3882143"/>
              <a:gd name="connsiteX9592" fmla="*/ 7420104 w 12184002"/>
              <a:gd name="connsiteY9592" fmla="*/ 0 h 3882143"/>
              <a:gd name="connsiteX9593" fmla="*/ 7427468 w 12184002"/>
              <a:gd name="connsiteY9593" fmla="*/ 0 h 3882143"/>
              <a:gd name="connsiteX9594" fmla="*/ 7427468 w 12184002"/>
              <a:gd name="connsiteY9594" fmla="*/ 182501 h 3882143"/>
              <a:gd name="connsiteX9595" fmla="*/ 7487949 w 12184002"/>
              <a:gd name="connsiteY9595" fmla="*/ 243207 h 3882143"/>
              <a:gd name="connsiteX9596" fmla="*/ 7487949 w 12184002"/>
              <a:gd name="connsiteY9596" fmla="*/ 359139 h 3882143"/>
              <a:gd name="connsiteX9597" fmla="*/ 7389977 w 12184002"/>
              <a:gd name="connsiteY9597" fmla="*/ 457412 h 3882143"/>
              <a:gd name="connsiteX9598" fmla="*/ 7389977 w 12184002"/>
              <a:gd name="connsiteY9598" fmla="*/ 483182 h 3882143"/>
              <a:gd name="connsiteX9599" fmla="*/ 7392156 w 12184002"/>
              <a:gd name="connsiteY9599" fmla="*/ 481004 h 3882143"/>
              <a:gd name="connsiteX9600" fmla="*/ 7485696 w 12184002"/>
              <a:gd name="connsiteY9600" fmla="*/ 481004 h 3882143"/>
              <a:gd name="connsiteX9601" fmla="*/ 7569920 w 12184002"/>
              <a:gd name="connsiteY9601" fmla="*/ 396479 h 3882143"/>
              <a:gd name="connsiteX9602" fmla="*/ 7569920 w 12184002"/>
              <a:gd name="connsiteY9602" fmla="*/ 217437 h 3882143"/>
              <a:gd name="connsiteX9603" fmla="*/ 7499370 w 12184002"/>
              <a:gd name="connsiteY9603" fmla="*/ 146587 h 3882143"/>
              <a:gd name="connsiteX9604" fmla="*/ 7499370 w 12184002"/>
              <a:gd name="connsiteY9604" fmla="*/ 0 h 3882143"/>
              <a:gd name="connsiteX9605" fmla="*/ 7506883 w 12184002"/>
              <a:gd name="connsiteY9605" fmla="*/ 0 h 3882143"/>
              <a:gd name="connsiteX9606" fmla="*/ 7506883 w 12184002"/>
              <a:gd name="connsiteY9606" fmla="*/ 39147 h 3882143"/>
              <a:gd name="connsiteX9607" fmla="*/ 7507409 w 12184002"/>
              <a:gd name="connsiteY9607" fmla="*/ 38621 h 3882143"/>
              <a:gd name="connsiteX9608" fmla="*/ 7627095 w 12184002"/>
              <a:gd name="connsiteY9608" fmla="*/ 38621 h 3882143"/>
              <a:gd name="connsiteX9609" fmla="*/ 7793817 w 12184002"/>
              <a:gd name="connsiteY9609" fmla="*/ 205943 h 3882143"/>
              <a:gd name="connsiteX9610" fmla="*/ 7793817 w 12184002"/>
              <a:gd name="connsiteY9610" fmla="*/ 211276 h 3882143"/>
              <a:gd name="connsiteX9611" fmla="*/ 7788483 w 12184002"/>
              <a:gd name="connsiteY9611" fmla="*/ 211276 h 3882143"/>
              <a:gd name="connsiteX9612" fmla="*/ 7623940 w 12184002"/>
              <a:gd name="connsiteY9612" fmla="*/ 46133 h 3882143"/>
              <a:gd name="connsiteX9613" fmla="*/ 7507409 w 12184002"/>
              <a:gd name="connsiteY9613" fmla="*/ 46133 h 3882143"/>
              <a:gd name="connsiteX9614" fmla="*/ 7506883 w 12184002"/>
              <a:gd name="connsiteY9614" fmla="*/ 45607 h 3882143"/>
              <a:gd name="connsiteX9615" fmla="*/ 7506883 w 12184002"/>
              <a:gd name="connsiteY9615" fmla="*/ 143431 h 3882143"/>
              <a:gd name="connsiteX9616" fmla="*/ 7577434 w 12184002"/>
              <a:gd name="connsiteY9616" fmla="*/ 214281 h 3882143"/>
              <a:gd name="connsiteX9617" fmla="*/ 7577434 w 12184002"/>
              <a:gd name="connsiteY9617" fmla="*/ 399560 h 3882143"/>
              <a:gd name="connsiteX9618" fmla="*/ 7488777 w 12184002"/>
              <a:gd name="connsiteY9618" fmla="*/ 488517 h 3882143"/>
              <a:gd name="connsiteX9619" fmla="*/ 7392156 w 12184002"/>
              <a:gd name="connsiteY9619" fmla="*/ 488517 h 3882143"/>
              <a:gd name="connsiteX9620" fmla="*/ 7389977 w 12184002"/>
              <a:gd name="connsiteY9620" fmla="*/ 486338 h 3882143"/>
              <a:gd name="connsiteX9621" fmla="*/ 7389977 w 12184002"/>
              <a:gd name="connsiteY9621" fmla="*/ 766512 h 3882143"/>
              <a:gd name="connsiteX9622" fmla="*/ 7854296 w 12184002"/>
              <a:gd name="connsiteY9622" fmla="*/ 1232487 h 3882143"/>
              <a:gd name="connsiteX9623" fmla="*/ 7855427 w 12184002"/>
              <a:gd name="connsiteY9623" fmla="*/ 1231356 h 3882143"/>
              <a:gd name="connsiteX9624" fmla="*/ 7855427 w 12184002"/>
              <a:gd name="connsiteY9624" fmla="*/ 1231430 h 3882143"/>
              <a:gd name="connsiteX9625" fmla="*/ 7859183 w 12184002"/>
              <a:gd name="connsiteY9625" fmla="*/ 1235187 h 3882143"/>
              <a:gd name="connsiteX9626" fmla="*/ 7859183 w 12184002"/>
              <a:gd name="connsiteY9626" fmla="*/ 1237393 h 3882143"/>
              <a:gd name="connsiteX9627" fmla="*/ 7915006 w 12184002"/>
              <a:gd name="connsiteY9627" fmla="*/ 1293417 h 3882143"/>
              <a:gd name="connsiteX9628" fmla="*/ 8002466 w 12184002"/>
              <a:gd name="connsiteY9628" fmla="*/ 1293417 h 3882143"/>
              <a:gd name="connsiteX9629" fmla="*/ 7448655 w 12184002"/>
              <a:gd name="connsiteY9629" fmla="*/ 737586 h 3882143"/>
              <a:gd name="connsiteX9630" fmla="*/ 7448655 w 12184002"/>
              <a:gd name="connsiteY9630" fmla="*/ 732251 h 3882143"/>
              <a:gd name="connsiteX9631" fmla="*/ 7451285 w 12184002"/>
              <a:gd name="connsiteY9631" fmla="*/ 731124 h 3882143"/>
              <a:gd name="connsiteX9632" fmla="*/ 7451359 w 12184002"/>
              <a:gd name="connsiteY9632" fmla="*/ 731124 h 3882143"/>
              <a:gd name="connsiteX9633" fmla="*/ 7453991 w 12184002"/>
              <a:gd name="connsiteY9633" fmla="*/ 732251 h 3882143"/>
              <a:gd name="connsiteX9634" fmla="*/ 8008549 w 12184002"/>
              <a:gd name="connsiteY9634" fmla="*/ 1288832 h 3882143"/>
              <a:gd name="connsiteX9635" fmla="*/ 8008549 w 12184002"/>
              <a:gd name="connsiteY9635" fmla="*/ 1293417 h 3882143"/>
              <a:gd name="connsiteX9636" fmla="*/ 8140181 w 12184002"/>
              <a:gd name="connsiteY9636" fmla="*/ 1293417 h 3882143"/>
              <a:gd name="connsiteX9637" fmla="*/ 8140181 w 12184002"/>
              <a:gd name="connsiteY9637" fmla="*/ 1115951 h 3882143"/>
              <a:gd name="connsiteX9638" fmla="*/ 8047468 w 12184002"/>
              <a:gd name="connsiteY9638" fmla="*/ 1115951 h 3882143"/>
              <a:gd name="connsiteX9639" fmla="*/ 7561281 w 12184002"/>
              <a:gd name="connsiteY9639" fmla="*/ 628041 h 3882143"/>
              <a:gd name="connsiteX9640" fmla="*/ 7561281 w 12184002"/>
              <a:gd name="connsiteY9640" fmla="*/ 523680 h 3882143"/>
              <a:gd name="connsiteX9641" fmla="*/ 7632657 w 12184002"/>
              <a:gd name="connsiteY9641" fmla="*/ 452078 h 3882143"/>
              <a:gd name="connsiteX9642" fmla="*/ 7822443 w 12184002"/>
              <a:gd name="connsiteY9642" fmla="*/ 452078 h 3882143"/>
              <a:gd name="connsiteX9643" fmla="*/ 7820489 w 12184002"/>
              <a:gd name="connsiteY9643" fmla="*/ 450123 h 3882143"/>
              <a:gd name="connsiteX9644" fmla="*/ 7820489 w 12184002"/>
              <a:gd name="connsiteY9644" fmla="*/ 375743 h 3882143"/>
              <a:gd name="connsiteX9645" fmla="*/ 7743703 w 12184002"/>
              <a:gd name="connsiteY9645" fmla="*/ 375743 h 3882143"/>
              <a:gd name="connsiteX9646" fmla="*/ 7739946 w 12184002"/>
              <a:gd name="connsiteY9646" fmla="*/ 371986 h 3882143"/>
              <a:gd name="connsiteX9647" fmla="*/ 7743703 w 12184002"/>
              <a:gd name="connsiteY9647" fmla="*/ 368229 h 3882143"/>
              <a:gd name="connsiteX9648" fmla="*/ 7820489 w 12184002"/>
              <a:gd name="connsiteY9648" fmla="*/ 368229 h 3882143"/>
              <a:gd name="connsiteX9649" fmla="*/ 7820489 w 12184002"/>
              <a:gd name="connsiteY9649" fmla="*/ 291969 h 3882143"/>
              <a:gd name="connsiteX9650" fmla="*/ 7655196 w 12184002"/>
              <a:gd name="connsiteY9650" fmla="*/ 291969 h 3882143"/>
              <a:gd name="connsiteX9651" fmla="*/ 7655196 w 12184002"/>
              <a:gd name="connsiteY9651" fmla="*/ 359307 h 3882143"/>
              <a:gd name="connsiteX9652" fmla="*/ 7669416 w 12184002"/>
              <a:gd name="connsiteY9652" fmla="*/ 365248 h 3882143"/>
              <a:gd name="connsiteX9653" fmla="*/ 7676534 w 12184002"/>
              <a:gd name="connsiteY9653" fmla="*/ 382501 h 3882143"/>
              <a:gd name="connsiteX9654" fmla="*/ 7652267 w 12184002"/>
              <a:gd name="connsiteY9654" fmla="*/ 406919 h 3882143"/>
              <a:gd name="connsiteX9655" fmla="*/ 7627999 w 12184002"/>
              <a:gd name="connsiteY9655" fmla="*/ 382501 h 3882143"/>
              <a:gd name="connsiteX9656" fmla="*/ 7635118 w 12184002"/>
              <a:gd name="connsiteY9656" fmla="*/ 365220 h 3882143"/>
              <a:gd name="connsiteX9657" fmla="*/ 7647683 w 12184002"/>
              <a:gd name="connsiteY9657" fmla="*/ 359991 h 3882143"/>
              <a:gd name="connsiteX9658" fmla="*/ 7647683 w 12184002"/>
              <a:gd name="connsiteY9658" fmla="*/ 284381 h 3882143"/>
              <a:gd name="connsiteX9659" fmla="*/ 7725919 w 12184002"/>
              <a:gd name="connsiteY9659" fmla="*/ 284381 h 3882143"/>
              <a:gd name="connsiteX9660" fmla="*/ 7579687 w 12184002"/>
              <a:gd name="connsiteY9660" fmla="*/ 137646 h 3882143"/>
              <a:gd name="connsiteX9661" fmla="*/ 7579687 w 12184002"/>
              <a:gd name="connsiteY9661" fmla="*/ 132310 h 3882143"/>
              <a:gd name="connsiteX9662" fmla="*/ 7582317 w 12184002"/>
              <a:gd name="connsiteY9662" fmla="*/ 131184 h 3882143"/>
              <a:gd name="connsiteX9663" fmla="*/ 7582392 w 12184002"/>
              <a:gd name="connsiteY9663" fmla="*/ 131184 h 3882143"/>
              <a:gd name="connsiteX9664" fmla="*/ 7585022 w 12184002"/>
              <a:gd name="connsiteY9664" fmla="*/ 132310 h 3882143"/>
              <a:gd name="connsiteX9665" fmla="*/ 7736570 w 12184002"/>
              <a:gd name="connsiteY9665" fmla="*/ 284381 h 3882143"/>
              <a:gd name="connsiteX9666" fmla="*/ 7828077 w 12184002"/>
              <a:gd name="connsiteY9666" fmla="*/ 284381 h 3882143"/>
              <a:gd name="connsiteX9667" fmla="*/ 7828003 w 12184002"/>
              <a:gd name="connsiteY9667" fmla="*/ 284455 h 3882143"/>
              <a:gd name="connsiteX9668" fmla="*/ 7828003 w 12184002"/>
              <a:gd name="connsiteY9668" fmla="*/ 450123 h 3882143"/>
              <a:gd name="connsiteX9669" fmla="*/ 7826049 w 12184002"/>
              <a:gd name="connsiteY9669" fmla="*/ 452078 h 3882143"/>
              <a:gd name="connsiteX9670" fmla="*/ 7881949 w 12184002"/>
              <a:gd name="connsiteY9670" fmla="*/ 452078 h 3882143"/>
              <a:gd name="connsiteX9671" fmla="*/ 7882025 w 12184002"/>
              <a:gd name="connsiteY9671" fmla="*/ 452227 h 3882143"/>
              <a:gd name="connsiteX9672" fmla="*/ 7885781 w 12184002"/>
              <a:gd name="connsiteY9672" fmla="*/ 455984 h 3882143"/>
              <a:gd name="connsiteX9673" fmla="*/ 7882025 w 12184002"/>
              <a:gd name="connsiteY9673" fmla="*/ 459742 h 3882143"/>
              <a:gd name="connsiteX9674" fmla="*/ 7635812 w 12184002"/>
              <a:gd name="connsiteY9674" fmla="*/ 459742 h 3882143"/>
              <a:gd name="connsiteX9675" fmla="*/ 7568868 w 12184002"/>
              <a:gd name="connsiteY9675" fmla="*/ 526910 h 3882143"/>
              <a:gd name="connsiteX9676" fmla="*/ 7568868 w 12184002"/>
              <a:gd name="connsiteY9676" fmla="*/ 624960 h 3882143"/>
              <a:gd name="connsiteX9677" fmla="*/ 8050623 w 12184002"/>
              <a:gd name="connsiteY9677" fmla="*/ 1108439 h 3882143"/>
              <a:gd name="connsiteX9678" fmla="*/ 8140181 w 12184002"/>
              <a:gd name="connsiteY9678" fmla="*/ 1108439 h 3882143"/>
              <a:gd name="connsiteX9679" fmla="*/ 8140181 w 12184002"/>
              <a:gd name="connsiteY9679" fmla="*/ 835483 h 3882143"/>
              <a:gd name="connsiteX9680" fmla="*/ 8025002 w 12184002"/>
              <a:gd name="connsiteY9680" fmla="*/ 835483 h 3882143"/>
              <a:gd name="connsiteX9681" fmla="*/ 7929132 w 12184002"/>
              <a:gd name="connsiteY9681" fmla="*/ 788826 h 3882143"/>
              <a:gd name="connsiteX9682" fmla="*/ 7927404 w 12184002"/>
              <a:gd name="connsiteY9682" fmla="*/ 783791 h 3882143"/>
              <a:gd name="connsiteX9683" fmla="*/ 7932438 w 12184002"/>
              <a:gd name="connsiteY9683" fmla="*/ 782064 h 3882143"/>
              <a:gd name="connsiteX9684" fmla="*/ 8026730 w 12184002"/>
              <a:gd name="connsiteY9684" fmla="*/ 827970 h 3882143"/>
              <a:gd name="connsiteX9685" fmla="*/ 8147770 w 12184002"/>
              <a:gd name="connsiteY9685" fmla="*/ 827970 h 3882143"/>
              <a:gd name="connsiteX9686" fmla="*/ 8147770 w 12184002"/>
              <a:gd name="connsiteY9686" fmla="*/ 1301004 h 3882143"/>
              <a:gd name="connsiteX9687" fmla="*/ 7912002 w 12184002"/>
              <a:gd name="connsiteY9687" fmla="*/ 1301004 h 3882143"/>
              <a:gd name="connsiteX9688" fmla="*/ 7859183 w 12184002"/>
              <a:gd name="connsiteY9688" fmla="*/ 1247991 h 3882143"/>
              <a:gd name="connsiteX9689" fmla="*/ 7859183 w 12184002"/>
              <a:gd name="connsiteY9689" fmla="*/ 1462240 h 3882143"/>
              <a:gd name="connsiteX9690" fmla="*/ 7859183 w 12184002"/>
              <a:gd name="connsiteY9690" fmla="*/ 1525577 h 3882143"/>
              <a:gd name="connsiteX9691" fmla="*/ 7951973 w 12184002"/>
              <a:gd name="connsiteY9691" fmla="*/ 1525577 h 3882143"/>
              <a:gd name="connsiteX9692" fmla="*/ 7951973 w 12184002"/>
              <a:gd name="connsiteY9692" fmla="*/ 1610327 h 3882143"/>
              <a:gd name="connsiteX9693" fmla="*/ 7952875 w 12184002"/>
              <a:gd name="connsiteY9693" fmla="*/ 1611229 h 3882143"/>
              <a:gd name="connsiteX9694" fmla="*/ 7951973 w 12184002"/>
              <a:gd name="connsiteY9694" fmla="*/ 1612131 h 3882143"/>
              <a:gd name="connsiteX9695" fmla="*/ 7951973 w 12184002"/>
              <a:gd name="connsiteY9695" fmla="*/ 1868184 h 3882143"/>
              <a:gd name="connsiteX9696" fmla="*/ 8159715 w 12184002"/>
              <a:gd name="connsiteY9696" fmla="*/ 1868184 h 3882143"/>
              <a:gd name="connsiteX9697" fmla="*/ 8163473 w 12184002"/>
              <a:gd name="connsiteY9697" fmla="*/ 1871941 h 3882143"/>
              <a:gd name="connsiteX9698" fmla="*/ 8159715 w 12184002"/>
              <a:gd name="connsiteY9698" fmla="*/ 1875699 h 3882143"/>
              <a:gd name="connsiteX9699" fmla="*/ 7944460 w 12184002"/>
              <a:gd name="connsiteY9699" fmla="*/ 1875699 h 3882143"/>
              <a:gd name="connsiteX9700" fmla="*/ 7944460 w 12184002"/>
              <a:gd name="connsiteY9700" fmla="*/ 1696882 h 3882143"/>
              <a:gd name="connsiteX9701" fmla="*/ 7944384 w 12184002"/>
              <a:gd name="connsiteY9701" fmla="*/ 1696957 h 3882143"/>
              <a:gd name="connsiteX9702" fmla="*/ 7885105 w 12184002"/>
              <a:gd name="connsiteY9702" fmla="*/ 1696957 h 3882143"/>
              <a:gd name="connsiteX9703" fmla="*/ 7885105 w 12184002"/>
              <a:gd name="connsiteY9703" fmla="*/ 1931523 h 3882143"/>
              <a:gd name="connsiteX9704" fmla="*/ 7881348 w 12184002"/>
              <a:gd name="connsiteY9704" fmla="*/ 1935280 h 3882143"/>
              <a:gd name="connsiteX9705" fmla="*/ 7877591 w 12184002"/>
              <a:gd name="connsiteY9705" fmla="*/ 1931523 h 3882143"/>
              <a:gd name="connsiteX9706" fmla="*/ 7877591 w 12184002"/>
              <a:gd name="connsiteY9706" fmla="*/ 1689368 h 3882143"/>
              <a:gd name="connsiteX9707" fmla="*/ 7944460 w 12184002"/>
              <a:gd name="connsiteY9707" fmla="*/ 1689368 h 3882143"/>
              <a:gd name="connsiteX9708" fmla="*/ 7944460 w 12184002"/>
              <a:gd name="connsiteY9708" fmla="*/ 1614985 h 3882143"/>
              <a:gd name="connsiteX9709" fmla="*/ 7741313 w 12184002"/>
              <a:gd name="connsiteY9709" fmla="*/ 1614985 h 3882143"/>
              <a:gd name="connsiteX9710" fmla="*/ 7734781 w 12184002"/>
              <a:gd name="connsiteY9710" fmla="*/ 1630839 h 3882143"/>
              <a:gd name="connsiteX9711" fmla="*/ 7717633 w 12184002"/>
              <a:gd name="connsiteY9711" fmla="*/ 1637977 h 3882143"/>
              <a:gd name="connsiteX9712" fmla="*/ 7693364 w 12184002"/>
              <a:gd name="connsiteY9712" fmla="*/ 1613558 h 3882143"/>
              <a:gd name="connsiteX9713" fmla="*/ 7717633 w 12184002"/>
              <a:gd name="connsiteY9713" fmla="*/ 1589140 h 3882143"/>
              <a:gd name="connsiteX9714" fmla="*/ 7734781 w 12184002"/>
              <a:gd name="connsiteY9714" fmla="*/ 1596306 h 3882143"/>
              <a:gd name="connsiteX9715" fmla="*/ 7739389 w 12184002"/>
              <a:gd name="connsiteY9715" fmla="*/ 1607472 h 3882143"/>
              <a:gd name="connsiteX9716" fmla="*/ 7788559 w 12184002"/>
              <a:gd name="connsiteY9716" fmla="*/ 1607472 h 3882143"/>
              <a:gd name="connsiteX9717" fmla="*/ 7788559 w 12184002"/>
              <a:gd name="connsiteY9717" fmla="*/ 1562769 h 3882143"/>
              <a:gd name="connsiteX9718" fmla="*/ 7792315 w 12184002"/>
              <a:gd name="connsiteY9718" fmla="*/ 1559012 h 3882143"/>
              <a:gd name="connsiteX9719" fmla="*/ 7796072 w 12184002"/>
              <a:gd name="connsiteY9719" fmla="*/ 1562769 h 3882143"/>
              <a:gd name="connsiteX9720" fmla="*/ 7796072 w 12184002"/>
              <a:gd name="connsiteY9720" fmla="*/ 1607472 h 3882143"/>
              <a:gd name="connsiteX9721" fmla="*/ 7944460 w 12184002"/>
              <a:gd name="connsiteY9721" fmla="*/ 1607472 h 3882143"/>
              <a:gd name="connsiteX9722" fmla="*/ 7944460 w 12184002"/>
              <a:gd name="connsiteY9722" fmla="*/ 1533090 h 3882143"/>
              <a:gd name="connsiteX9723" fmla="*/ 7851670 w 12184002"/>
              <a:gd name="connsiteY9723" fmla="*/ 1533090 h 3882143"/>
              <a:gd name="connsiteX9724" fmla="*/ 7851670 w 12184002"/>
              <a:gd name="connsiteY9724" fmla="*/ 1467261 h 3882143"/>
              <a:gd name="connsiteX9725" fmla="*/ 7835783 w 12184002"/>
              <a:gd name="connsiteY9725" fmla="*/ 1472187 h 3882143"/>
              <a:gd name="connsiteX9726" fmla="*/ 7701103 w 12184002"/>
              <a:gd name="connsiteY9726" fmla="*/ 1525351 h 3882143"/>
              <a:gd name="connsiteX9727" fmla="*/ 7610643 w 12184002"/>
              <a:gd name="connsiteY9727" fmla="*/ 1525653 h 3882143"/>
              <a:gd name="connsiteX9728" fmla="*/ 7610643 w 12184002"/>
              <a:gd name="connsiteY9728" fmla="*/ 1784712 h 3882143"/>
              <a:gd name="connsiteX9729" fmla="*/ 7737542 w 12184002"/>
              <a:gd name="connsiteY9729" fmla="*/ 1912063 h 3882143"/>
              <a:gd name="connsiteX9730" fmla="*/ 7737542 w 12184002"/>
              <a:gd name="connsiteY9730" fmla="*/ 1917397 h 3882143"/>
              <a:gd name="connsiteX9731" fmla="*/ 7732208 w 12184002"/>
              <a:gd name="connsiteY9731" fmla="*/ 1917397 h 3882143"/>
              <a:gd name="connsiteX9732" fmla="*/ 7603054 w 12184002"/>
              <a:gd name="connsiteY9732" fmla="*/ 1787793 h 3882143"/>
              <a:gd name="connsiteX9733" fmla="*/ 7603054 w 12184002"/>
              <a:gd name="connsiteY9733" fmla="*/ 1518064 h 3882143"/>
              <a:gd name="connsiteX9734" fmla="*/ 7698850 w 12184002"/>
              <a:gd name="connsiteY9734" fmla="*/ 1518064 h 3882143"/>
              <a:gd name="connsiteX9735" fmla="*/ 7829863 w 12184002"/>
              <a:gd name="connsiteY9735" fmla="*/ 1466303 h 3882143"/>
              <a:gd name="connsiteX9736" fmla="*/ 7851670 w 12184002"/>
              <a:gd name="connsiteY9736" fmla="*/ 1459633 h 3882143"/>
              <a:gd name="connsiteX9737" fmla="*/ 7851670 w 12184002"/>
              <a:gd name="connsiteY9737" fmla="*/ 1240450 h 3882143"/>
              <a:gd name="connsiteX9738" fmla="*/ 7382613 w 12184002"/>
              <a:gd name="connsiteY9738" fmla="*/ 769668 h 3882143"/>
              <a:gd name="connsiteX9739" fmla="*/ 7382613 w 12184002"/>
              <a:gd name="connsiteY9739" fmla="*/ 454257 h 3882143"/>
              <a:gd name="connsiteX9740" fmla="*/ 7480587 w 12184002"/>
              <a:gd name="connsiteY9740" fmla="*/ 355983 h 3882143"/>
              <a:gd name="connsiteX9741" fmla="*/ 7480587 w 12184002"/>
              <a:gd name="connsiteY9741" fmla="*/ 246363 h 3882143"/>
              <a:gd name="connsiteX9742" fmla="*/ 7420104 w 12184002"/>
              <a:gd name="connsiteY9742" fmla="*/ 185656 h 3882143"/>
              <a:gd name="connsiteX9743" fmla="*/ 7369238 w 12184002"/>
              <a:gd name="connsiteY9743" fmla="*/ 0 h 3882143"/>
              <a:gd name="connsiteX9744" fmla="*/ 7376828 w 12184002"/>
              <a:gd name="connsiteY9744" fmla="*/ 0 h 3882143"/>
              <a:gd name="connsiteX9745" fmla="*/ 7376828 w 12184002"/>
              <a:gd name="connsiteY9745" fmla="*/ 235393 h 3882143"/>
              <a:gd name="connsiteX9746" fmla="*/ 7432501 w 12184002"/>
              <a:gd name="connsiteY9746" fmla="*/ 291218 h 3882143"/>
              <a:gd name="connsiteX9747" fmla="*/ 7432501 w 12184002"/>
              <a:gd name="connsiteY9747" fmla="*/ 339078 h 3882143"/>
              <a:gd name="connsiteX9748" fmla="*/ 7273669 w 12184002"/>
              <a:gd name="connsiteY9748" fmla="*/ 498434 h 3882143"/>
              <a:gd name="connsiteX9749" fmla="*/ 7268334 w 12184002"/>
              <a:gd name="connsiteY9749" fmla="*/ 498434 h 3882143"/>
              <a:gd name="connsiteX9750" fmla="*/ 7268334 w 12184002"/>
              <a:gd name="connsiteY9750" fmla="*/ 493099 h 3882143"/>
              <a:gd name="connsiteX9751" fmla="*/ 7424912 w 12184002"/>
              <a:gd name="connsiteY9751" fmla="*/ 335922 h 3882143"/>
              <a:gd name="connsiteX9752" fmla="*/ 7424912 w 12184002"/>
              <a:gd name="connsiteY9752" fmla="*/ 294374 h 3882143"/>
              <a:gd name="connsiteX9753" fmla="*/ 7369238 w 12184002"/>
              <a:gd name="connsiteY9753" fmla="*/ 238549 h 3882143"/>
              <a:gd name="connsiteX9754" fmla="*/ 7090946 w 12184002"/>
              <a:gd name="connsiteY9754" fmla="*/ 0 h 3882143"/>
              <a:gd name="connsiteX9755" fmla="*/ 7313716 w 12184002"/>
              <a:gd name="connsiteY9755" fmla="*/ 0 h 3882143"/>
              <a:gd name="connsiteX9756" fmla="*/ 7313716 w 12184002"/>
              <a:gd name="connsiteY9756" fmla="*/ 277993 h 3882143"/>
              <a:gd name="connsiteX9757" fmla="*/ 7309959 w 12184002"/>
              <a:gd name="connsiteY9757" fmla="*/ 281752 h 3882143"/>
              <a:gd name="connsiteX9758" fmla="*/ 7306203 w 12184002"/>
              <a:gd name="connsiteY9758" fmla="*/ 277993 h 3882143"/>
              <a:gd name="connsiteX9759" fmla="*/ 7306203 w 12184002"/>
              <a:gd name="connsiteY9759" fmla="*/ 2480 h 3882143"/>
              <a:gd name="connsiteX9760" fmla="*/ 7098535 w 12184002"/>
              <a:gd name="connsiteY9760" fmla="*/ 2480 h 3882143"/>
              <a:gd name="connsiteX9761" fmla="*/ 7098535 w 12184002"/>
              <a:gd name="connsiteY9761" fmla="*/ 129004 h 3882143"/>
              <a:gd name="connsiteX9762" fmla="*/ 7146694 w 12184002"/>
              <a:gd name="connsiteY9762" fmla="*/ 129004 h 3882143"/>
              <a:gd name="connsiteX9763" fmla="*/ 7179572 w 12184002"/>
              <a:gd name="connsiteY9763" fmla="*/ 129004 h 3882143"/>
              <a:gd name="connsiteX9764" fmla="*/ 7185144 w 12184002"/>
              <a:gd name="connsiteY9764" fmla="*/ 115478 h 3882143"/>
              <a:gd name="connsiteX9765" fmla="*/ 7202293 w 12184002"/>
              <a:gd name="connsiteY9765" fmla="*/ 108340 h 3882143"/>
              <a:gd name="connsiteX9766" fmla="*/ 7226560 w 12184002"/>
              <a:gd name="connsiteY9766" fmla="*/ 132759 h 3882143"/>
              <a:gd name="connsiteX9767" fmla="*/ 7202293 w 12184002"/>
              <a:gd name="connsiteY9767" fmla="*/ 157177 h 3882143"/>
              <a:gd name="connsiteX9768" fmla="*/ 7185144 w 12184002"/>
              <a:gd name="connsiteY9768" fmla="*/ 150041 h 3882143"/>
              <a:gd name="connsiteX9769" fmla="*/ 7179573 w 12184002"/>
              <a:gd name="connsiteY9769" fmla="*/ 136517 h 3882143"/>
              <a:gd name="connsiteX9770" fmla="*/ 7150451 w 12184002"/>
              <a:gd name="connsiteY9770" fmla="*/ 136517 h 3882143"/>
              <a:gd name="connsiteX9771" fmla="*/ 7150451 w 12184002"/>
              <a:gd name="connsiteY9771" fmla="*/ 244484 h 3882143"/>
              <a:gd name="connsiteX9772" fmla="*/ 7146694 w 12184002"/>
              <a:gd name="connsiteY9772" fmla="*/ 248240 h 3882143"/>
              <a:gd name="connsiteX9773" fmla="*/ 7142938 w 12184002"/>
              <a:gd name="connsiteY9773" fmla="*/ 244484 h 3882143"/>
              <a:gd name="connsiteX9774" fmla="*/ 7142938 w 12184002"/>
              <a:gd name="connsiteY9774" fmla="*/ 136517 h 3882143"/>
              <a:gd name="connsiteX9775" fmla="*/ 7098535 w 12184002"/>
              <a:gd name="connsiteY9775" fmla="*/ 136517 h 3882143"/>
              <a:gd name="connsiteX9776" fmla="*/ 7098535 w 12184002"/>
              <a:gd name="connsiteY9776" fmla="*/ 285282 h 3882143"/>
              <a:gd name="connsiteX9777" fmla="*/ 7246847 w 12184002"/>
              <a:gd name="connsiteY9777" fmla="*/ 285282 h 3882143"/>
              <a:gd name="connsiteX9778" fmla="*/ 7246847 w 12184002"/>
              <a:gd name="connsiteY9778" fmla="*/ 69423 h 3882143"/>
              <a:gd name="connsiteX9779" fmla="*/ 7154134 w 12184002"/>
              <a:gd name="connsiteY9779" fmla="*/ 69423 h 3882143"/>
              <a:gd name="connsiteX9780" fmla="*/ 7150376 w 12184002"/>
              <a:gd name="connsiteY9780" fmla="*/ 65667 h 3882143"/>
              <a:gd name="connsiteX9781" fmla="*/ 7154134 w 12184002"/>
              <a:gd name="connsiteY9781" fmla="*/ 61910 h 3882143"/>
              <a:gd name="connsiteX9782" fmla="*/ 7254361 w 12184002"/>
              <a:gd name="connsiteY9782" fmla="*/ 61910 h 3882143"/>
              <a:gd name="connsiteX9783" fmla="*/ 7254361 w 12184002"/>
              <a:gd name="connsiteY9783" fmla="*/ 292946 h 3882143"/>
              <a:gd name="connsiteX9784" fmla="*/ 7090946 w 12184002"/>
              <a:gd name="connsiteY9784" fmla="*/ 292946 h 3882143"/>
              <a:gd name="connsiteX9785" fmla="*/ 7023775 w 12184002"/>
              <a:gd name="connsiteY9785" fmla="*/ 0 h 3882143"/>
              <a:gd name="connsiteX9786" fmla="*/ 7028285 w 12184002"/>
              <a:gd name="connsiteY9786" fmla="*/ 0 h 3882143"/>
              <a:gd name="connsiteX9787" fmla="*/ 7029788 w 12184002"/>
              <a:gd name="connsiteY9787" fmla="*/ 1503 h 3882143"/>
              <a:gd name="connsiteX9788" fmla="*/ 7029788 w 12184002"/>
              <a:gd name="connsiteY9788" fmla="*/ 146735 h 3882143"/>
              <a:gd name="connsiteX9789" fmla="*/ 7026030 w 12184002"/>
              <a:gd name="connsiteY9789" fmla="*/ 150493 h 3882143"/>
              <a:gd name="connsiteX9790" fmla="*/ 7022274 w 12184002"/>
              <a:gd name="connsiteY9790" fmla="*/ 146735 h 3882143"/>
              <a:gd name="connsiteX9791" fmla="*/ 7022274 w 12184002"/>
              <a:gd name="connsiteY9791" fmla="*/ 1503 h 3882143"/>
              <a:gd name="connsiteX9792" fmla="*/ 6949921 w 12184002"/>
              <a:gd name="connsiteY9792" fmla="*/ 0 h 3882143"/>
              <a:gd name="connsiteX9793" fmla="*/ 6957434 w 12184002"/>
              <a:gd name="connsiteY9793" fmla="*/ 0 h 3882143"/>
              <a:gd name="connsiteX9794" fmla="*/ 6957434 w 12184002"/>
              <a:gd name="connsiteY9794" fmla="*/ 51765 h 3882143"/>
              <a:gd name="connsiteX9795" fmla="*/ 6960214 w 12184002"/>
              <a:gd name="connsiteY9795" fmla="*/ 54546 h 3882143"/>
              <a:gd name="connsiteX9796" fmla="*/ 6957434 w 12184002"/>
              <a:gd name="connsiteY9796" fmla="*/ 57326 h 3882143"/>
              <a:gd name="connsiteX9797" fmla="*/ 6957434 w 12184002"/>
              <a:gd name="connsiteY9797" fmla="*/ 209472 h 3882143"/>
              <a:gd name="connsiteX9798" fmla="*/ 7024227 w 12184002"/>
              <a:gd name="connsiteY9798" fmla="*/ 276491 h 3882143"/>
              <a:gd name="connsiteX9799" fmla="*/ 7024227 w 12184002"/>
              <a:gd name="connsiteY9799" fmla="*/ 571313 h 3882143"/>
              <a:gd name="connsiteX9800" fmla="*/ 7020470 w 12184002"/>
              <a:gd name="connsiteY9800" fmla="*/ 575070 h 3882143"/>
              <a:gd name="connsiteX9801" fmla="*/ 7016714 w 12184002"/>
              <a:gd name="connsiteY9801" fmla="*/ 571313 h 3882143"/>
              <a:gd name="connsiteX9802" fmla="*/ 7016714 w 12184002"/>
              <a:gd name="connsiteY9802" fmla="*/ 279571 h 3882143"/>
              <a:gd name="connsiteX9803" fmla="*/ 6949921 w 12184002"/>
              <a:gd name="connsiteY9803" fmla="*/ 212552 h 3882143"/>
              <a:gd name="connsiteX9804" fmla="*/ 6949921 w 12184002"/>
              <a:gd name="connsiteY9804" fmla="*/ 58302 h 3882143"/>
              <a:gd name="connsiteX9805" fmla="*/ 6885081 w 12184002"/>
              <a:gd name="connsiteY9805" fmla="*/ 58302 h 3882143"/>
              <a:gd name="connsiteX9806" fmla="*/ 6885081 w 12184002"/>
              <a:gd name="connsiteY9806" fmla="*/ 132760 h 3882143"/>
              <a:gd name="connsiteX9807" fmla="*/ 6881324 w 12184002"/>
              <a:gd name="connsiteY9807" fmla="*/ 136516 h 3882143"/>
              <a:gd name="connsiteX9808" fmla="*/ 6877568 w 12184002"/>
              <a:gd name="connsiteY9808" fmla="*/ 132760 h 3882143"/>
              <a:gd name="connsiteX9809" fmla="*/ 6877568 w 12184002"/>
              <a:gd name="connsiteY9809" fmla="*/ 50789 h 3882143"/>
              <a:gd name="connsiteX9810" fmla="*/ 6949921 w 12184002"/>
              <a:gd name="connsiteY9810" fmla="*/ 50789 h 3882143"/>
              <a:gd name="connsiteX9811" fmla="*/ 6805214 w 12184002"/>
              <a:gd name="connsiteY9811" fmla="*/ 0 h 3882143"/>
              <a:gd name="connsiteX9812" fmla="*/ 6812727 w 12184002"/>
              <a:gd name="connsiteY9812" fmla="*/ 0 h 3882143"/>
              <a:gd name="connsiteX9813" fmla="*/ 6812727 w 12184002"/>
              <a:gd name="connsiteY9813" fmla="*/ 279571 h 3882143"/>
              <a:gd name="connsiteX9814" fmla="*/ 6754274 w 12184002"/>
              <a:gd name="connsiteY9814" fmla="*/ 338251 h 3882143"/>
              <a:gd name="connsiteX9815" fmla="*/ 6754274 w 12184002"/>
              <a:gd name="connsiteY9815" fmla="*/ 541785 h 3882143"/>
              <a:gd name="connsiteX9816" fmla="*/ 6866448 w 12184002"/>
              <a:gd name="connsiteY9816" fmla="*/ 654353 h 3882143"/>
              <a:gd name="connsiteX9817" fmla="*/ 6866448 w 12184002"/>
              <a:gd name="connsiteY9817" fmla="*/ 429761 h 3882143"/>
              <a:gd name="connsiteX9818" fmla="*/ 6830166 w 12184002"/>
              <a:gd name="connsiteY9818" fmla="*/ 429761 h 3882143"/>
              <a:gd name="connsiteX9819" fmla="*/ 6824843 w 12184002"/>
              <a:gd name="connsiteY9819" fmla="*/ 442683 h 3882143"/>
              <a:gd name="connsiteX9820" fmla="*/ 6807693 w 12184002"/>
              <a:gd name="connsiteY9820" fmla="*/ 449820 h 3882143"/>
              <a:gd name="connsiteX9821" fmla="*/ 6783426 w 12184002"/>
              <a:gd name="connsiteY9821" fmla="*/ 425402 h 3882143"/>
              <a:gd name="connsiteX9822" fmla="*/ 6807693 w 12184002"/>
              <a:gd name="connsiteY9822" fmla="*/ 400984 h 3882143"/>
              <a:gd name="connsiteX9823" fmla="*/ 6824843 w 12184002"/>
              <a:gd name="connsiteY9823" fmla="*/ 408151 h 3882143"/>
              <a:gd name="connsiteX9824" fmla="*/ 6830660 w 12184002"/>
              <a:gd name="connsiteY9824" fmla="*/ 422248 h 3882143"/>
              <a:gd name="connsiteX9825" fmla="*/ 6866448 w 12184002"/>
              <a:gd name="connsiteY9825" fmla="*/ 422248 h 3882143"/>
              <a:gd name="connsiteX9826" fmla="*/ 6866448 w 12184002"/>
              <a:gd name="connsiteY9826" fmla="*/ 247265 h 3882143"/>
              <a:gd name="connsiteX9827" fmla="*/ 6870204 w 12184002"/>
              <a:gd name="connsiteY9827" fmla="*/ 243508 h 3882143"/>
              <a:gd name="connsiteX9828" fmla="*/ 6873961 w 12184002"/>
              <a:gd name="connsiteY9828" fmla="*/ 247265 h 3882143"/>
              <a:gd name="connsiteX9829" fmla="*/ 6873961 w 12184002"/>
              <a:gd name="connsiteY9829" fmla="*/ 659971 h 3882143"/>
              <a:gd name="connsiteX9830" fmla="*/ 6873000 w 12184002"/>
              <a:gd name="connsiteY9830" fmla="*/ 660930 h 3882143"/>
              <a:gd name="connsiteX9831" fmla="*/ 6934871 w 12184002"/>
              <a:gd name="connsiteY9831" fmla="*/ 723020 h 3882143"/>
              <a:gd name="connsiteX9832" fmla="*/ 6950972 w 12184002"/>
              <a:gd name="connsiteY9832" fmla="*/ 716318 h 3882143"/>
              <a:gd name="connsiteX9833" fmla="*/ 6975241 w 12184002"/>
              <a:gd name="connsiteY9833" fmla="*/ 740737 h 3882143"/>
              <a:gd name="connsiteX9834" fmla="*/ 6950972 w 12184002"/>
              <a:gd name="connsiteY9834" fmla="*/ 765154 h 3882143"/>
              <a:gd name="connsiteX9835" fmla="*/ 6926704 w 12184002"/>
              <a:gd name="connsiteY9835" fmla="*/ 740737 h 3882143"/>
              <a:gd name="connsiteX9836" fmla="*/ 6931142 w 12184002"/>
              <a:gd name="connsiteY9836" fmla="*/ 729964 h 3882143"/>
              <a:gd name="connsiteX9837" fmla="*/ 6746760 w 12184002"/>
              <a:gd name="connsiteY9837" fmla="*/ 544942 h 3882143"/>
              <a:gd name="connsiteX9838" fmla="*/ 6746760 w 12184002"/>
              <a:gd name="connsiteY9838" fmla="*/ 335094 h 3882143"/>
              <a:gd name="connsiteX9839" fmla="*/ 6805214 w 12184002"/>
              <a:gd name="connsiteY9839" fmla="*/ 276416 h 3882143"/>
              <a:gd name="connsiteX9840" fmla="*/ 6746760 w 12184002"/>
              <a:gd name="connsiteY9840" fmla="*/ 0 h 3882143"/>
              <a:gd name="connsiteX9841" fmla="*/ 6754349 w 12184002"/>
              <a:gd name="connsiteY9841" fmla="*/ 0 h 3882143"/>
              <a:gd name="connsiteX9842" fmla="*/ 6754349 w 12184002"/>
              <a:gd name="connsiteY9842" fmla="*/ 234791 h 3882143"/>
              <a:gd name="connsiteX9843" fmla="*/ 6712575 w 12184002"/>
              <a:gd name="connsiteY9843" fmla="*/ 276716 h 3882143"/>
              <a:gd name="connsiteX9844" fmla="*/ 6712575 w 12184002"/>
              <a:gd name="connsiteY9844" fmla="*/ 583635 h 3882143"/>
              <a:gd name="connsiteX9845" fmla="*/ 6919942 w 12184002"/>
              <a:gd name="connsiteY9845" fmla="*/ 791754 h 3882143"/>
              <a:gd name="connsiteX9846" fmla="*/ 6919942 w 12184002"/>
              <a:gd name="connsiteY9846" fmla="*/ 974090 h 3882143"/>
              <a:gd name="connsiteX9847" fmla="*/ 7004241 w 12184002"/>
              <a:gd name="connsiteY9847" fmla="*/ 889502 h 3882143"/>
              <a:gd name="connsiteX9848" fmla="*/ 7004241 w 12184002"/>
              <a:gd name="connsiteY9848" fmla="*/ 662225 h 3882143"/>
              <a:gd name="connsiteX9849" fmla="*/ 6949244 w 12184002"/>
              <a:gd name="connsiteY9849" fmla="*/ 607077 h 3882143"/>
              <a:gd name="connsiteX9850" fmla="*/ 6949244 w 12184002"/>
              <a:gd name="connsiteY9850" fmla="*/ 325477 h 3882143"/>
              <a:gd name="connsiteX9851" fmla="*/ 6953001 w 12184002"/>
              <a:gd name="connsiteY9851" fmla="*/ 321721 h 3882143"/>
              <a:gd name="connsiteX9852" fmla="*/ 6953076 w 12184002"/>
              <a:gd name="connsiteY9852" fmla="*/ 321646 h 3882143"/>
              <a:gd name="connsiteX9853" fmla="*/ 6956833 w 12184002"/>
              <a:gd name="connsiteY9853" fmla="*/ 325403 h 3882143"/>
              <a:gd name="connsiteX9854" fmla="*/ 6956833 w 12184002"/>
              <a:gd name="connsiteY9854" fmla="*/ 603846 h 3882143"/>
              <a:gd name="connsiteX9855" fmla="*/ 7011830 w 12184002"/>
              <a:gd name="connsiteY9855" fmla="*/ 658994 h 3882143"/>
              <a:gd name="connsiteX9856" fmla="*/ 7011830 w 12184002"/>
              <a:gd name="connsiteY9856" fmla="*/ 892582 h 3882143"/>
              <a:gd name="connsiteX9857" fmla="*/ 6923022 w 12184002"/>
              <a:gd name="connsiteY9857" fmla="*/ 981688 h 3882143"/>
              <a:gd name="connsiteX9858" fmla="*/ 6919942 w 12184002"/>
              <a:gd name="connsiteY9858" fmla="*/ 981688 h 3882143"/>
              <a:gd name="connsiteX9859" fmla="*/ 6919942 w 12184002"/>
              <a:gd name="connsiteY9859" fmla="*/ 1154043 h 3882143"/>
              <a:gd name="connsiteX9860" fmla="*/ 6918515 w 12184002"/>
              <a:gd name="connsiteY9860" fmla="*/ 1155170 h 3882143"/>
              <a:gd name="connsiteX9861" fmla="*/ 6859385 w 12184002"/>
              <a:gd name="connsiteY9861" fmla="*/ 1212948 h 3882143"/>
              <a:gd name="connsiteX9862" fmla="*/ 6859385 w 12184002"/>
              <a:gd name="connsiteY9862" fmla="*/ 1293716 h 3882143"/>
              <a:gd name="connsiteX9863" fmla="*/ 6925878 w 12184002"/>
              <a:gd name="connsiteY9863" fmla="*/ 1293716 h 3882143"/>
              <a:gd name="connsiteX9864" fmla="*/ 6929635 w 12184002"/>
              <a:gd name="connsiteY9864" fmla="*/ 1297474 h 3882143"/>
              <a:gd name="connsiteX9865" fmla="*/ 6925878 w 12184002"/>
              <a:gd name="connsiteY9865" fmla="*/ 1301230 h 3882143"/>
              <a:gd name="connsiteX9866" fmla="*/ 6859385 w 12184002"/>
              <a:gd name="connsiteY9866" fmla="*/ 1301230 h 3882143"/>
              <a:gd name="connsiteX9867" fmla="*/ 6859385 w 12184002"/>
              <a:gd name="connsiteY9867" fmla="*/ 1513481 h 3882143"/>
              <a:gd name="connsiteX9868" fmla="*/ 6703258 w 12184002"/>
              <a:gd name="connsiteY9868" fmla="*/ 1513481 h 3882143"/>
              <a:gd name="connsiteX9869" fmla="*/ 6672604 w 12184002"/>
              <a:gd name="connsiteY9869" fmla="*/ 1513481 h 3882143"/>
              <a:gd name="connsiteX9870" fmla="*/ 6668847 w 12184002"/>
              <a:gd name="connsiteY9870" fmla="*/ 1509724 h 3882143"/>
              <a:gd name="connsiteX9871" fmla="*/ 6672604 w 12184002"/>
              <a:gd name="connsiteY9871" fmla="*/ 1505966 h 3882143"/>
              <a:gd name="connsiteX9872" fmla="*/ 6699502 w 12184002"/>
              <a:gd name="connsiteY9872" fmla="*/ 1505966 h 3882143"/>
              <a:gd name="connsiteX9873" fmla="*/ 6699502 w 12184002"/>
              <a:gd name="connsiteY9873" fmla="*/ 1386807 h 3882143"/>
              <a:gd name="connsiteX9874" fmla="*/ 6703258 w 12184002"/>
              <a:gd name="connsiteY9874" fmla="*/ 1383049 h 3882143"/>
              <a:gd name="connsiteX9875" fmla="*/ 6707015 w 12184002"/>
              <a:gd name="connsiteY9875" fmla="*/ 1386807 h 3882143"/>
              <a:gd name="connsiteX9876" fmla="*/ 6707015 w 12184002"/>
              <a:gd name="connsiteY9876" fmla="*/ 1505966 h 3882143"/>
              <a:gd name="connsiteX9877" fmla="*/ 6851797 w 12184002"/>
              <a:gd name="connsiteY9877" fmla="*/ 1505966 h 3882143"/>
              <a:gd name="connsiteX9878" fmla="*/ 6851797 w 12184002"/>
              <a:gd name="connsiteY9878" fmla="*/ 1213023 h 3882143"/>
              <a:gd name="connsiteX9879" fmla="*/ 6912355 w 12184002"/>
              <a:gd name="connsiteY9879" fmla="*/ 1150436 h 3882143"/>
              <a:gd name="connsiteX9880" fmla="*/ 6912355 w 12184002"/>
              <a:gd name="connsiteY9880" fmla="*/ 794910 h 3882143"/>
              <a:gd name="connsiteX9881" fmla="*/ 6704986 w 12184002"/>
              <a:gd name="connsiteY9881" fmla="*/ 586790 h 3882143"/>
              <a:gd name="connsiteX9882" fmla="*/ 6704986 w 12184002"/>
              <a:gd name="connsiteY9882" fmla="*/ 273635 h 3882143"/>
              <a:gd name="connsiteX9883" fmla="*/ 6746760 w 12184002"/>
              <a:gd name="connsiteY9883" fmla="*/ 231711 h 3882143"/>
              <a:gd name="connsiteX9884" fmla="*/ 6621305 w 12184002"/>
              <a:gd name="connsiteY9884" fmla="*/ 0 h 3882143"/>
              <a:gd name="connsiteX9885" fmla="*/ 6630877 w 12184002"/>
              <a:gd name="connsiteY9885" fmla="*/ 0 h 3882143"/>
              <a:gd name="connsiteX9886" fmla="*/ 6629928 w 12184002"/>
              <a:gd name="connsiteY9886" fmla="*/ 2103 h 3882143"/>
              <a:gd name="connsiteX9887" fmla="*/ 6272970 w 12184002"/>
              <a:gd name="connsiteY9887" fmla="*/ 360564 h 3882143"/>
              <a:gd name="connsiteX9888" fmla="*/ 6272970 w 12184002"/>
              <a:gd name="connsiteY9888" fmla="*/ 714968 h 3882143"/>
              <a:gd name="connsiteX9889" fmla="*/ 6507011 w 12184002"/>
              <a:gd name="connsiteY9889" fmla="*/ 949907 h 3882143"/>
              <a:gd name="connsiteX9890" fmla="*/ 6507011 w 12184002"/>
              <a:gd name="connsiteY9890" fmla="*/ 955241 h 3882143"/>
              <a:gd name="connsiteX9891" fmla="*/ 6501676 w 12184002"/>
              <a:gd name="connsiteY9891" fmla="*/ 955241 h 3882143"/>
              <a:gd name="connsiteX9892" fmla="*/ 6265382 w 12184002"/>
              <a:gd name="connsiteY9892" fmla="*/ 718123 h 3882143"/>
              <a:gd name="connsiteX9893" fmla="*/ 6265382 w 12184002"/>
              <a:gd name="connsiteY9893" fmla="*/ 357483 h 3882143"/>
              <a:gd name="connsiteX9894" fmla="*/ 6266433 w 12184002"/>
              <a:gd name="connsiteY9894" fmla="*/ 356357 h 3882143"/>
              <a:gd name="connsiteX9895" fmla="*/ 6294900 w 12184002"/>
              <a:gd name="connsiteY9895" fmla="*/ 327347 h 3882143"/>
              <a:gd name="connsiteX9896" fmla="*/ 6293105 w 12184002"/>
              <a:gd name="connsiteY9896" fmla="*/ 325551 h 3882143"/>
              <a:gd name="connsiteX9897" fmla="*/ 6293105 w 12184002"/>
              <a:gd name="connsiteY9897" fmla="*/ 45229 h 3882143"/>
              <a:gd name="connsiteX9898" fmla="*/ 6472825 w 12184002"/>
              <a:gd name="connsiteY9898" fmla="*/ 45229 h 3882143"/>
              <a:gd name="connsiteX9899" fmla="*/ 6400993 w 12184002"/>
              <a:gd name="connsiteY9899" fmla="*/ 117348 h 3882143"/>
              <a:gd name="connsiteX9900" fmla="*/ 6402518 w 12184002"/>
              <a:gd name="connsiteY9900" fmla="*/ 117984 h 3882143"/>
              <a:gd name="connsiteX9901" fmla="*/ 6409637 w 12184002"/>
              <a:gd name="connsiteY9901" fmla="*/ 135237 h 3882143"/>
              <a:gd name="connsiteX9902" fmla="*/ 6385369 w 12184002"/>
              <a:gd name="connsiteY9902" fmla="*/ 159656 h 3882143"/>
              <a:gd name="connsiteX9903" fmla="*/ 6361101 w 12184002"/>
              <a:gd name="connsiteY9903" fmla="*/ 135237 h 3882143"/>
              <a:gd name="connsiteX9904" fmla="*/ 6385369 w 12184002"/>
              <a:gd name="connsiteY9904" fmla="*/ 110819 h 3882143"/>
              <a:gd name="connsiteX9905" fmla="*/ 6393477 w 12184002"/>
              <a:gd name="connsiteY9905" fmla="*/ 114207 h 3882143"/>
              <a:gd name="connsiteX9906" fmla="*/ 6454717 w 12184002"/>
              <a:gd name="connsiteY9906" fmla="*/ 52742 h 3882143"/>
              <a:gd name="connsiteX9907" fmla="*/ 6300619 w 12184002"/>
              <a:gd name="connsiteY9907" fmla="*/ 52742 h 3882143"/>
              <a:gd name="connsiteX9908" fmla="*/ 6300619 w 12184002"/>
              <a:gd name="connsiteY9908" fmla="*/ 321518 h 3882143"/>
              <a:gd name="connsiteX9909" fmla="*/ 6305214 w 12184002"/>
              <a:gd name="connsiteY9909" fmla="*/ 316835 h 3882143"/>
              <a:gd name="connsiteX9910" fmla="*/ 6615332 w 12184002"/>
              <a:gd name="connsiteY9910" fmla="*/ 5192 h 3882143"/>
              <a:gd name="connsiteX9911" fmla="*/ 6198514 w 12184002"/>
              <a:gd name="connsiteY9911" fmla="*/ 0 h 3882143"/>
              <a:gd name="connsiteX9912" fmla="*/ 6206027 w 12184002"/>
              <a:gd name="connsiteY9912" fmla="*/ 0 h 3882143"/>
              <a:gd name="connsiteX9913" fmla="*/ 6206027 w 12184002"/>
              <a:gd name="connsiteY9913" fmla="*/ 832176 h 3882143"/>
              <a:gd name="connsiteX9914" fmla="*/ 6380560 w 12184002"/>
              <a:gd name="connsiteY9914" fmla="*/ 1007329 h 3882143"/>
              <a:gd name="connsiteX9915" fmla="*/ 6380560 w 12184002"/>
              <a:gd name="connsiteY9915" fmla="*/ 1007158 h 3882143"/>
              <a:gd name="connsiteX9916" fmla="*/ 6414069 w 12184002"/>
              <a:gd name="connsiteY9916" fmla="*/ 973499 h 3882143"/>
              <a:gd name="connsiteX9917" fmla="*/ 6340213 w 12184002"/>
              <a:gd name="connsiteY9917" fmla="*/ 899342 h 3882143"/>
              <a:gd name="connsiteX9918" fmla="*/ 6340213 w 12184002"/>
              <a:gd name="connsiteY9918" fmla="*/ 894008 h 3882143"/>
              <a:gd name="connsiteX9919" fmla="*/ 6342843 w 12184002"/>
              <a:gd name="connsiteY9919" fmla="*/ 892883 h 3882143"/>
              <a:gd name="connsiteX9920" fmla="*/ 6342919 w 12184002"/>
              <a:gd name="connsiteY9920" fmla="*/ 892883 h 3882143"/>
              <a:gd name="connsiteX9921" fmla="*/ 6345549 w 12184002"/>
              <a:gd name="connsiteY9921" fmla="*/ 894008 h 3882143"/>
              <a:gd name="connsiteX9922" fmla="*/ 6424738 w 12184002"/>
              <a:gd name="connsiteY9922" fmla="*/ 973499 h 3882143"/>
              <a:gd name="connsiteX9923" fmla="*/ 6385895 w 12184002"/>
              <a:gd name="connsiteY9923" fmla="*/ 1012492 h 3882143"/>
              <a:gd name="connsiteX9924" fmla="*/ 6385705 w 12184002"/>
              <a:gd name="connsiteY9924" fmla="*/ 1012492 h 3882143"/>
              <a:gd name="connsiteX9925" fmla="*/ 6626848 w 12184002"/>
              <a:gd name="connsiteY9925" fmla="*/ 1254497 h 3882143"/>
              <a:gd name="connsiteX9926" fmla="*/ 6673580 w 12184002"/>
              <a:gd name="connsiteY9926" fmla="*/ 1254497 h 3882143"/>
              <a:gd name="connsiteX9927" fmla="*/ 6673580 w 12184002"/>
              <a:gd name="connsiteY9927" fmla="*/ 1327151 h 3882143"/>
              <a:gd name="connsiteX9928" fmla="*/ 6790488 w 12184002"/>
              <a:gd name="connsiteY9928" fmla="*/ 1327151 h 3882143"/>
              <a:gd name="connsiteX9929" fmla="*/ 6790488 w 12184002"/>
              <a:gd name="connsiteY9929" fmla="*/ 1465019 h 3882143"/>
              <a:gd name="connsiteX9930" fmla="*/ 6786731 w 12184002"/>
              <a:gd name="connsiteY9930" fmla="*/ 1468777 h 3882143"/>
              <a:gd name="connsiteX9931" fmla="*/ 6782976 w 12184002"/>
              <a:gd name="connsiteY9931" fmla="*/ 1465019 h 3882143"/>
              <a:gd name="connsiteX9932" fmla="*/ 6782976 w 12184002"/>
              <a:gd name="connsiteY9932" fmla="*/ 1334738 h 3882143"/>
              <a:gd name="connsiteX9933" fmla="*/ 6666067 w 12184002"/>
              <a:gd name="connsiteY9933" fmla="*/ 1334738 h 3882143"/>
              <a:gd name="connsiteX9934" fmla="*/ 6666067 w 12184002"/>
              <a:gd name="connsiteY9934" fmla="*/ 1262085 h 3882143"/>
              <a:gd name="connsiteX9935" fmla="*/ 6623767 w 12184002"/>
              <a:gd name="connsiteY9935" fmla="*/ 1262085 h 3882143"/>
              <a:gd name="connsiteX9936" fmla="*/ 6198514 w 12184002"/>
              <a:gd name="connsiteY9936" fmla="*/ 835331 h 3882143"/>
              <a:gd name="connsiteX9937" fmla="*/ 5977976 w 12184002"/>
              <a:gd name="connsiteY9937" fmla="*/ 0 h 3882143"/>
              <a:gd name="connsiteX9938" fmla="*/ 5985490 w 12184002"/>
              <a:gd name="connsiteY9938" fmla="*/ 0 h 3882143"/>
              <a:gd name="connsiteX9939" fmla="*/ 5985490 w 12184002"/>
              <a:gd name="connsiteY9939" fmla="*/ 835331 h 3882143"/>
              <a:gd name="connsiteX9940" fmla="*/ 5560235 w 12184002"/>
              <a:gd name="connsiteY9940" fmla="*/ 1262085 h 3882143"/>
              <a:gd name="connsiteX9941" fmla="*/ 5517936 w 12184002"/>
              <a:gd name="connsiteY9941" fmla="*/ 1262085 h 3882143"/>
              <a:gd name="connsiteX9942" fmla="*/ 5517936 w 12184002"/>
              <a:gd name="connsiteY9942" fmla="*/ 1334738 h 3882143"/>
              <a:gd name="connsiteX9943" fmla="*/ 5401028 w 12184002"/>
              <a:gd name="connsiteY9943" fmla="*/ 1334738 h 3882143"/>
              <a:gd name="connsiteX9944" fmla="*/ 5401028 w 12184002"/>
              <a:gd name="connsiteY9944" fmla="*/ 1465019 h 3882143"/>
              <a:gd name="connsiteX9945" fmla="*/ 5397272 w 12184002"/>
              <a:gd name="connsiteY9945" fmla="*/ 1468777 h 3882143"/>
              <a:gd name="connsiteX9946" fmla="*/ 5393515 w 12184002"/>
              <a:gd name="connsiteY9946" fmla="*/ 1465019 h 3882143"/>
              <a:gd name="connsiteX9947" fmla="*/ 5393515 w 12184002"/>
              <a:gd name="connsiteY9947" fmla="*/ 1327151 h 3882143"/>
              <a:gd name="connsiteX9948" fmla="*/ 5510422 w 12184002"/>
              <a:gd name="connsiteY9948" fmla="*/ 1327151 h 3882143"/>
              <a:gd name="connsiteX9949" fmla="*/ 5510422 w 12184002"/>
              <a:gd name="connsiteY9949" fmla="*/ 1254497 h 3882143"/>
              <a:gd name="connsiteX9950" fmla="*/ 5557154 w 12184002"/>
              <a:gd name="connsiteY9950" fmla="*/ 1254497 h 3882143"/>
              <a:gd name="connsiteX9951" fmla="*/ 5798298 w 12184002"/>
              <a:gd name="connsiteY9951" fmla="*/ 1012492 h 3882143"/>
              <a:gd name="connsiteX9952" fmla="*/ 5798107 w 12184002"/>
              <a:gd name="connsiteY9952" fmla="*/ 1012492 h 3882143"/>
              <a:gd name="connsiteX9953" fmla="*/ 5759264 w 12184002"/>
              <a:gd name="connsiteY9953" fmla="*/ 973499 h 3882143"/>
              <a:gd name="connsiteX9954" fmla="*/ 5838454 w 12184002"/>
              <a:gd name="connsiteY9954" fmla="*/ 894008 h 3882143"/>
              <a:gd name="connsiteX9955" fmla="*/ 5841085 w 12184002"/>
              <a:gd name="connsiteY9955" fmla="*/ 892883 h 3882143"/>
              <a:gd name="connsiteX9956" fmla="*/ 5841159 w 12184002"/>
              <a:gd name="connsiteY9956" fmla="*/ 892883 h 3882143"/>
              <a:gd name="connsiteX9957" fmla="*/ 5843789 w 12184002"/>
              <a:gd name="connsiteY9957" fmla="*/ 894008 h 3882143"/>
              <a:gd name="connsiteX9958" fmla="*/ 5843789 w 12184002"/>
              <a:gd name="connsiteY9958" fmla="*/ 899342 h 3882143"/>
              <a:gd name="connsiteX9959" fmla="*/ 5769933 w 12184002"/>
              <a:gd name="connsiteY9959" fmla="*/ 973499 h 3882143"/>
              <a:gd name="connsiteX9960" fmla="*/ 5803442 w 12184002"/>
              <a:gd name="connsiteY9960" fmla="*/ 1007158 h 3882143"/>
              <a:gd name="connsiteX9961" fmla="*/ 5803442 w 12184002"/>
              <a:gd name="connsiteY9961" fmla="*/ 1007329 h 3882143"/>
              <a:gd name="connsiteX9962" fmla="*/ 5977976 w 12184002"/>
              <a:gd name="connsiteY9962" fmla="*/ 832176 h 3882143"/>
              <a:gd name="connsiteX9963" fmla="*/ 5553125 w 12184002"/>
              <a:gd name="connsiteY9963" fmla="*/ 0 h 3882143"/>
              <a:gd name="connsiteX9964" fmla="*/ 5562699 w 12184002"/>
              <a:gd name="connsiteY9964" fmla="*/ 0 h 3882143"/>
              <a:gd name="connsiteX9965" fmla="*/ 5568671 w 12184002"/>
              <a:gd name="connsiteY9965" fmla="*/ 5192 h 3882143"/>
              <a:gd name="connsiteX9966" fmla="*/ 5878789 w 12184002"/>
              <a:gd name="connsiteY9966" fmla="*/ 316835 h 3882143"/>
              <a:gd name="connsiteX9967" fmla="*/ 5883384 w 12184002"/>
              <a:gd name="connsiteY9967" fmla="*/ 321518 h 3882143"/>
              <a:gd name="connsiteX9968" fmla="*/ 5883384 w 12184002"/>
              <a:gd name="connsiteY9968" fmla="*/ 52742 h 3882143"/>
              <a:gd name="connsiteX9969" fmla="*/ 5729286 w 12184002"/>
              <a:gd name="connsiteY9969" fmla="*/ 52742 h 3882143"/>
              <a:gd name="connsiteX9970" fmla="*/ 5790525 w 12184002"/>
              <a:gd name="connsiteY9970" fmla="*/ 114207 h 3882143"/>
              <a:gd name="connsiteX9971" fmla="*/ 5798633 w 12184002"/>
              <a:gd name="connsiteY9971" fmla="*/ 110819 h 3882143"/>
              <a:gd name="connsiteX9972" fmla="*/ 5822902 w 12184002"/>
              <a:gd name="connsiteY9972" fmla="*/ 135237 h 3882143"/>
              <a:gd name="connsiteX9973" fmla="*/ 5798633 w 12184002"/>
              <a:gd name="connsiteY9973" fmla="*/ 159656 h 3882143"/>
              <a:gd name="connsiteX9974" fmla="*/ 5774366 w 12184002"/>
              <a:gd name="connsiteY9974" fmla="*/ 135237 h 3882143"/>
              <a:gd name="connsiteX9975" fmla="*/ 5781485 w 12184002"/>
              <a:gd name="connsiteY9975" fmla="*/ 117984 h 3882143"/>
              <a:gd name="connsiteX9976" fmla="*/ 5783011 w 12184002"/>
              <a:gd name="connsiteY9976" fmla="*/ 117348 h 3882143"/>
              <a:gd name="connsiteX9977" fmla="*/ 5711178 w 12184002"/>
              <a:gd name="connsiteY9977" fmla="*/ 45229 h 3882143"/>
              <a:gd name="connsiteX9978" fmla="*/ 5890898 w 12184002"/>
              <a:gd name="connsiteY9978" fmla="*/ 45229 h 3882143"/>
              <a:gd name="connsiteX9979" fmla="*/ 5890898 w 12184002"/>
              <a:gd name="connsiteY9979" fmla="*/ 325551 h 3882143"/>
              <a:gd name="connsiteX9980" fmla="*/ 5889104 w 12184002"/>
              <a:gd name="connsiteY9980" fmla="*/ 327347 h 3882143"/>
              <a:gd name="connsiteX9981" fmla="*/ 5917570 w 12184002"/>
              <a:gd name="connsiteY9981" fmla="*/ 356357 h 3882143"/>
              <a:gd name="connsiteX9982" fmla="*/ 5918621 w 12184002"/>
              <a:gd name="connsiteY9982" fmla="*/ 357483 h 3882143"/>
              <a:gd name="connsiteX9983" fmla="*/ 5918621 w 12184002"/>
              <a:gd name="connsiteY9983" fmla="*/ 718123 h 3882143"/>
              <a:gd name="connsiteX9984" fmla="*/ 5682328 w 12184002"/>
              <a:gd name="connsiteY9984" fmla="*/ 955241 h 3882143"/>
              <a:gd name="connsiteX9985" fmla="*/ 5676992 w 12184002"/>
              <a:gd name="connsiteY9985" fmla="*/ 955241 h 3882143"/>
              <a:gd name="connsiteX9986" fmla="*/ 5676992 w 12184002"/>
              <a:gd name="connsiteY9986" fmla="*/ 949907 h 3882143"/>
              <a:gd name="connsiteX9987" fmla="*/ 5911033 w 12184002"/>
              <a:gd name="connsiteY9987" fmla="*/ 714968 h 3882143"/>
              <a:gd name="connsiteX9988" fmla="*/ 5911033 w 12184002"/>
              <a:gd name="connsiteY9988" fmla="*/ 360564 h 3882143"/>
              <a:gd name="connsiteX9989" fmla="*/ 5554075 w 12184002"/>
              <a:gd name="connsiteY9989" fmla="*/ 2103 h 3882143"/>
              <a:gd name="connsiteX9990" fmla="*/ 5429654 w 12184002"/>
              <a:gd name="connsiteY9990" fmla="*/ 0 h 3882143"/>
              <a:gd name="connsiteX9991" fmla="*/ 5437243 w 12184002"/>
              <a:gd name="connsiteY9991" fmla="*/ 0 h 3882143"/>
              <a:gd name="connsiteX9992" fmla="*/ 5437243 w 12184002"/>
              <a:gd name="connsiteY9992" fmla="*/ 231711 h 3882143"/>
              <a:gd name="connsiteX9993" fmla="*/ 5479016 w 12184002"/>
              <a:gd name="connsiteY9993" fmla="*/ 273635 h 3882143"/>
              <a:gd name="connsiteX9994" fmla="*/ 5479016 w 12184002"/>
              <a:gd name="connsiteY9994" fmla="*/ 586790 h 3882143"/>
              <a:gd name="connsiteX9995" fmla="*/ 5271648 w 12184002"/>
              <a:gd name="connsiteY9995" fmla="*/ 794910 h 3882143"/>
              <a:gd name="connsiteX9996" fmla="*/ 5271648 w 12184002"/>
              <a:gd name="connsiteY9996" fmla="*/ 1150436 h 3882143"/>
              <a:gd name="connsiteX9997" fmla="*/ 5332206 w 12184002"/>
              <a:gd name="connsiteY9997" fmla="*/ 1213023 h 3882143"/>
              <a:gd name="connsiteX9998" fmla="*/ 5332206 w 12184002"/>
              <a:gd name="connsiteY9998" fmla="*/ 1505966 h 3882143"/>
              <a:gd name="connsiteX9999" fmla="*/ 5476988 w 12184002"/>
              <a:gd name="connsiteY9999" fmla="*/ 1505966 h 3882143"/>
              <a:gd name="connsiteX10000" fmla="*/ 5476988 w 12184002"/>
              <a:gd name="connsiteY10000" fmla="*/ 1386807 h 3882143"/>
              <a:gd name="connsiteX10001" fmla="*/ 5480745 w 12184002"/>
              <a:gd name="connsiteY10001" fmla="*/ 1383049 h 3882143"/>
              <a:gd name="connsiteX10002" fmla="*/ 5484501 w 12184002"/>
              <a:gd name="connsiteY10002" fmla="*/ 1386807 h 3882143"/>
              <a:gd name="connsiteX10003" fmla="*/ 5484501 w 12184002"/>
              <a:gd name="connsiteY10003" fmla="*/ 1505966 h 3882143"/>
              <a:gd name="connsiteX10004" fmla="*/ 5511399 w 12184002"/>
              <a:gd name="connsiteY10004" fmla="*/ 1505966 h 3882143"/>
              <a:gd name="connsiteX10005" fmla="*/ 5515156 w 12184002"/>
              <a:gd name="connsiteY10005" fmla="*/ 1509724 h 3882143"/>
              <a:gd name="connsiteX10006" fmla="*/ 5511399 w 12184002"/>
              <a:gd name="connsiteY10006" fmla="*/ 1513481 h 3882143"/>
              <a:gd name="connsiteX10007" fmla="*/ 5480745 w 12184002"/>
              <a:gd name="connsiteY10007" fmla="*/ 1513481 h 3882143"/>
              <a:gd name="connsiteX10008" fmla="*/ 5324618 w 12184002"/>
              <a:gd name="connsiteY10008" fmla="*/ 1513481 h 3882143"/>
              <a:gd name="connsiteX10009" fmla="*/ 5324618 w 12184002"/>
              <a:gd name="connsiteY10009" fmla="*/ 1301230 h 3882143"/>
              <a:gd name="connsiteX10010" fmla="*/ 5258125 w 12184002"/>
              <a:gd name="connsiteY10010" fmla="*/ 1301230 h 3882143"/>
              <a:gd name="connsiteX10011" fmla="*/ 5254368 w 12184002"/>
              <a:gd name="connsiteY10011" fmla="*/ 1297474 h 3882143"/>
              <a:gd name="connsiteX10012" fmla="*/ 5258125 w 12184002"/>
              <a:gd name="connsiteY10012" fmla="*/ 1293716 h 3882143"/>
              <a:gd name="connsiteX10013" fmla="*/ 5324618 w 12184002"/>
              <a:gd name="connsiteY10013" fmla="*/ 1293716 h 3882143"/>
              <a:gd name="connsiteX10014" fmla="*/ 5324618 w 12184002"/>
              <a:gd name="connsiteY10014" fmla="*/ 1212948 h 3882143"/>
              <a:gd name="connsiteX10015" fmla="*/ 5265489 w 12184002"/>
              <a:gd name="connsiteY10015" fmla="*/ 1155170 h 3882143"/>
              <a:gd name="connsiteX10016" fmla="*/ 5264062 w 12184002"/>
              <a:gd name="connsiteY10016" fmla="*/ 1154043 h 3882143"/>
              <a:gd name="connsiteX10017" fmla="*/ 5264062 w 12184002"/>
              <a:gd name="connsiteY10017" fmla="*/ 981688 h 3882143"/>
              <a:gd name="connsiteX10018" fmla="*/ 5260980 w 12184002"/>
              <a:gd name="connsiteY10018" fmla="*/ 981688 h 3882143"/>
              <a:gd name="connsiteX10019" fmla="*/ 5172174 w 12184002"/>
              <a:gd name="connsiteY10019" fmla="*/ 892582 h 3882143"/>
              <a:gd name="connsiteX10020" fmla="*/ 5172174 w 12184002"/>
              <a:gd name="connsiteY10020" fmla="*/ 658994 h 3882143"/>
              <a:gd name="connsiteX10021" fmla="*/ 5227170 w 12184002"/>
              <a:gd name="connsiteY10021" fmla="*/ 603846 h 3882143"/>
              <a:gd name="connsiteX10022" fmla="*/ 5227170 w 12184002"/>
              <a:gd name="connsiteY10022" fmla="*/ 325403 h 3882143"/>
              <a:gd name="connsiteX10023" fmla="*/ 5230927 w 12184002"/>
              <a:gd name="connsiteY10023" fmla="*/ 321646 h 3882143"/>
              <a:gd name="connsiteX10024" fmla="*/ 5231002 w 12184002"/>
              <a:gd name="connsiteY10024" fmla="*/ 321721 h 3882143"/>
              <a:gd name="connsiteX10025" fmla="*/ 5234759 w 12184002"/>
              <a:gd name="connsiteY10025" fmla="*/ 325477 h 3882143"/>
              <a:gd name="connsiteX10026" fmla="*/ 5234759 w 12184002"/>
              <a:gd name="connsiteY10026" fmla="*/ 607077 h 3882143"/>
              <a:gd name="connsiteX10027" fmla="*/ 5179762 w 12184002"/>
              <a:gd name="connsiteY10027" fmla="*/ 662225 h 3882143"/>
              <a:gd name="connsiteX10028" fmla="*/ 5179762 w 12184002"/>
              <a:gd name="connsiteY10028" fmla="*/ 889502 h 3882143"/>
              <a:gd name="connsiteX10029" fmla="*/ 5264062 w 12184002"/>
              <a:gd name="connsiteY10029" fmla="*/ 974090 h 3882143"/>
              <a:gd name="connsiteX10030" fmla="*/ 5264062 w 12184002"/>
              <a:gd name="connsiteY10030" fmla="*/ 791754 h 3882143"/>
              <a:gd name="connsiteX10031" fmla="*/ 5471429 w 12184002"/>
              <a:gd name="connsiteY10031" fmla="*/ 583635 h 3882143"/>
              <a:gd name="connsiteX10032" fmla="*/ 5471429 w 12184002"/>
              <a:gd name="connsiteY10032" fmla="*/ 276716 h 3882143"/>
              <a:gd name="connsiteX10033" fmla="*/ 5429654 w 12184002"/>
              <a:gd name="connsiteY10033" fmla="*/ 234791 h 3882143"/>
              <a:gd name="connsiteX10034" fmla="*/ 5371275 w 12184002"/>
              <a:gd name="connsiteY10034" fmla="*/ 0 h 3882143"/>
              <a:gd name="connsiteX10035" fmla="*/ 5378788 w 12184002"/>
              <a:gd name="connsiteY10035" fmla="*/ 0 h 3882143"/>
              <a:gd name="connsiteX10036" fmla="*/ 5378788 w 12184002"/>
              <a:gd name="connsiteY10036" fmla="*/ 276416 h 3882143"/>
              <a:gd name="connsiteX10037" fmla="*/ 5437243 w 12184002"/>
              <a:gd name="connsiteY10037" fmla="*/ 335094 h 3882143"/>
              <a:gd name="connsiteX10038" fmla="*/ 5437243 w 12184002"/>
              <a:gd name="connsiteY10038" fmla="*/ 544942 h 3882143"/>
              <a:gd name="connsiteX10039" fmla="*/ 5252861 w 12184002"/>
              <a:gd name="connsiteY10039" fmla="*/ 729964 h 3882143"/>
              <a:gd name="connsiteX10040" fmla="*/ 5257299 w 12184002"/>
              <a:gd name="connsiteY10040" fmla="*/ 740737 h 3882143"/>
              <a:gd name="connsiteX10041" fmla="*/ 5233031 w 12184002"/>
              <a:gd name="connsiteY10041" fmla="*/ 765154 h 3882143"/>
              <a:gd name="connsiteX10042" fmla="*/ 5208763 w 12184002"/>
              <a:gd name="connsiteY10042" fmla="*/ 740737 h 3882143"/>
              <a:gd name="connsiteX10043" fmla="*/ 5233031 w 12184002"/>
              <a:gd name="connsiteY10043" fmla="*/ 716318 h 3882143"/>
              <a:gd name="connsiteX10044" fmla="*/ 5249132 w 12184002"/>
              <a:gd name="connsiteY10044" fmla="*/ 723020 h 3882143"/>
              <a:gd name="connsiteX10045" fmla="*/ 5311002 w 12184002"/>
              <a:gd name="connsiteY10045" fmla="*/ 660930 h 3882143"/>
              <a:gd name="connsiteX10046" fmla="*/ 5310043 w 12184002"/>
              <a:gd name="connsiteY10046" fmla="*/ 659971 h 3882143"/>
              <a:gd name="connsiteX10047" fmla="*/ 5310043 w 12184002"/>
              <a:gd name="connsiteY10047" fmla="*/ 247265 h 3882143"/>
              <a:gd name="connsiteX10048" fmla="*/ 5313800 w 12184002"/>
              <a:gd name="connsiteY10048" fmla="*/ 243508 h 3882143"/>
              <a:gd name="connsiteX10049" fmla="*/ 5317556 w 12184002"/>
              <a:gd name="connsiteY10049" fmla="*/ 247265 h 3882143"/>
              <a:gd name="connsiteX10050" fmla="*/ 5317556 w 12184002"/>
              <a:gd name="connsiteY10050" fmla="*/ 422248 h 3882143"/>
              <a:gd name="connsiteX10051" fmla="*/ 5353344 w 12184002"/>
              <a:gd name="connsiteY10051" fmla="*/ 422248 h 3882143"/>
              <a:gd name="connsiteX10052" fmla="*/ 5359160 w 12184002"/>
              <a:gd name="connsiteY10052" fmla="*/ 408151 h 3882143"/>
              <a:gd name="connsiteX10053" fmla="*/ 5376311 w 12184002"/>
              <a:gd name="connsiteY10053" fmla="*/ 400984 h 3882143"/>
              <a:gd name="connsiteX10054" fmla="*/ 5400577 w 12184002"/>
              <a:gd name="connsiteY10054" fmla="*/ 425402 h 3882143"/>
              <a:gd name="connsiteX10055" fmla="*/ 5376311 w 12184002"/>
              <a:gd name="connsiteY10055" fmla="*/ 449820 h 3882143"/>
              <a:gd name="connsiteX10056" fmla="*/ 5359160 w 12184002"/>
              <a:gd name="connsiteY10056" fmla="*/ 442683 h 3882143"/>
              <a:gd name="connsiteX10057" fmla="*/ 5353836 w 12184002"/>
              <a:gd name="connsiteY10057" fmla="*/ 429761 h 3882143"/>
              <a:gd name="connsiteX10058" fmla="*/ 5317556 w 12184002"/>
              <a:gd name="connsiteY10058" fmla="*/ 429761 h 3882143"/>
              <a:gd name="connsiteX10059" fmla="*/ 5317556 w 12184002"/>
              <a:gd name="connsiteY10059" fmla="*/ 654353 h 3882143"/>
              <a:gd name="connsiteX10060" fmla="*/ 5429728 w 12184002"/>
              <a:gd name="connsiteY10060" fmla="*/ 541785 h 3882143"/>
              <a:gd name="connsiteX10061" fmla="*/ 5429728 w 12184002"/>
              <a:gd name="connsiteY10061" fmla="*/ 338251 h 3882143"/>
              <a:gd name="connsiteX10062" fmla="*/ 5371275 w 12184002"/>
              <a:gd name="connsiteY10062" fmla="*/ 279571 h 3882143"/>
              <a:gd name="connsiteX10063" fmla="*/ 5226570 w 12184002"/>
              <a:gd name="connsiteY10063" fmla="*/ 0 h 3882143"/>
              <a:gd name="connsiteX10064" fmla="*/ 5234082 w 12184002"/>
              <a:gd name="connsiteY10064" fmla="*/ 0 h 3882143"/>
              <a:gd name="connsiteX10065" fmla="*/ 5234082 w 12184002"/>
              <a:gd name="connsiteY10065" fmla="*/ 50789 h 3882143"/>
              <a:gd name="connsiteX10066" fmla="*/ 5306435 w 12184002"/>
              <a:gd name="connsiteY10066" fmla="*/ 50789 h 3882143"/>
              <a:gd name="connsiteX10067" fmla="*/ 5306435 w 12184002"/>
              <a:gd name="connsiteY10067" fmla="*/ 132760 h 3882143"/>
              <a:gd name="connsiteX10068" fmla="*/ 5302679 w 12184002"/>
              <a:gd name="connsiteY10068" fmla="*/ 136516 h 3882143"/>
              <a:gd name="connsiteX10069" fmla="*/ 5298922 w 12184002"/>
              <a:gd name="connsiteY10069" fmla="*/ 132760 h 3882143"/>
              <a:gd name="connsiteX10070" fmla="*/ 5298922 w 12184002"/>
              <a:gd name="connsiteY10070" fmla="*/ 58302 h 3882143"/>
              <a:gd name="connsiteX10071" fmla="*/ 5234082 w 12184002"/>
              <a:gd name="connsiteY10071" fmla="*/ 58302 h 3882143"/>
              <a:gd name="connsiteX10072" fmla="*/ 5234082 w 12184002"/>
              <a:gd name="connsiteY10072" fmla="*/ 212552 h 3882143"/>
              <a:gd name="connsiteX10073" fmla="*/ 5167290 w 12184002"/>
              <a:gd name="connsiteY10073" fmla="*/ 279571 h 3882143"/>
              <a:gd name="connsiteX10074" fmla="*/ 5167290 w 12184002"/>
              <a:gd name="connsiteY10074" fmla="*/ 571313 h 3882143"/>
              <a:gd name="connsiteX10075" fmla="*/ 5163533 w 12184002"/>
              <a:gd name="connsiteY10075" fmla="*/ 575070 h 3882143"/>
              <a:gd name="connsiteX10076" fmla="*/ 5159776 w 12184002"/>
              <a:gd name="connsiteY10076" fmla="*/ 571313 h 3882143"/>
              <a:gd name="connsiteX10077" fmla="*/ 5159776 w 12184002"/>
              <a:gd name="connsiteY10077" fmla="*/ 276491 h 3882143"/>
              <a:gd name="connsiteX10078" fmla="*/ 5226570 w 12184002"/>
              <a:gd name="connsiteY10078" fmla="*/ 209472 h 3882143"/>
              <a:gd name="connsiteX10079" fmla="*/ 5226570 w 12184002"/>
              <a:gd name="connsiteY10079" fmla="*/ 57326 h 3882143"/>
              <a:gd name="connsiteX10080" fmla="*/ 5223788 w 12184002"/>
              <a:gd name="connsiteY10080" fmla="*/ 54546 h 3882143"/>
              <a:gd name="connsiteX10081" fmla="*/ 5226570 w 12184002"/>
              <a:gd name="connsiteY10081" fmla="*/ 51765 h 3882143"/>
              <a:gd name="connsiteX10082" fmla="*/ 5155718 w 12184002"/>
              <a:gd name="connsiteY10082" fmla="*/ 0 h 3882143"/>
              <a:gd name="connsiteX10083" fmla="*/ 5160227 w 12184002"/>
              <a:gd name="connsiteY10083" fmla="*/ 0 h 3882143"/>
              <a:gd name="connsiteX10084" fmla="*/ 5161729 w 12184002"/>
              <a:gd name="connsiteY10084" fmla="*/ 1503 h 3882143"/>
              <a:gd name="connsiteX10085" fmla="*/ 5161729 w 12184002"/>
              <a:gd name="connsiteY10085" fmla="*/ 146735 h 3882143"/>
              <a:gd name="connsiteX10086" fmla="*/ 5157973 w 12184002"/>
              <a:gd name="connsiteY10086" fmla="*/ 150493 h 3882143"/>
              <a:gd name="connsiteX10087" fmla="*/ 5154216 w 12184002"/>
              <a:gd name="connsiteY10087" fmla="*/ 146735 h 3882143"/>
              <a:gd name="connsiteX10088" fmla="*/ 5154216 w 12184002"/>
              <a:gd name="connsiteY10088" fmla="*/ 1503 h 3882143"/>
              <a:gd name="connsiteX10089" fmla="*/ 4870287 w 12184002"/>
              <a:gd name="connsiteY10089" fmla="*/ 0 h 3882143"/>
              <a:gd name="connsiteX10090" fmla="*/ 5093057 w 12184002"/>
              <a:gd name="connsiteY10090" fmla="*/ 0 h 3882143"/>
              <a:gd name="connsiteX10091" fmla="*/ 5093057 w 12184002"/>
              <a:gd name="connsiteY10091" fmla="*/ 292946 h 3882143"/>
              <a:gd name="connsiteX10092" fmla="*/ 4929642 w 12184002"/>
              <a:gd name="connsiteY10092" fmla="*/ 292946 h 3882143"/>
              <a:gd name="connsiteX10093" fmla="*/ 4929642 w 12184002"/>
              <a:gd name="connsiteY10093" fmla="*/ 61910 h 3882143"/>
              <a:gd name="connsiteX10094" fmla="*/ 5029870 w 12184002"/>
              <a:gd name="connsiteY10094" fmla="*/ 61910 h 3882143"/>
              <a:gd name="connsiteX10095" fmla="*/ 5033627 w 12184002"/>
              <a:gd name="connsiteY10095" fmla="*/ 65667 h 3882143"/>
              <a:gd name="connsiteX10096" fmla="*/ 5029870 w 12184002"/>
              <a:gd name="connsiteY10096" fmla="*/ 69423 h 3882143"/>
              <a:gd name="connsiteX10097" fmla="*/ 4937155 w 12184002"/>
              <a:gd name="connsiteY10097" fmla="*/ 69423 h 3882143"/>
              <a:gd name="connsiteX10098" fmla="*/ 4937155 w 12184002"/>
              <a:gd name="connsiteY10098" fmla="*/ 285282 h 3882143"/>
              <a:gd name="connsiteX10099" fmla="*/ 5085469 w 12184002"/>
              <a:gd name="connsiteY10099" fmla="*/ 285282 h 3882143"/>
              <a:gd name="connsiteX10100" fmla="*/ 5085469 w 12184002"/>
              <a:gd name="connsiteY10100" fmla="*/ 136517 h 3882143"/>
              <a:gd name="connsiteX10101" fmla="*/ 5041065 w 12184002"/>
              <a:gd name="connsiteY10101" fmla="*/ 136517 h 3882143"/>
              <a:gd name="connsiteX10102" fmla="*/ 5041065 w 12184002"/>
              <a:gd name="connsiteY10102" fmla="*/ 244484 h 3882143"/>
              <a:gd name="connsiteX10103" fmla="*/ 5037309 w 12184002"/>
              <a:gd name="connsiteY10103" fmla="*/ 248240 h 3882143"/>
              <a:gd name="connsiteX10104" fmla="*/ 5033552 w 12184002"/>
              <a:gd name="connsiteY10104" fmla="*/ 244484 h 3882143"/>
              <a:gd name="connsiteX10105" fmla="*/ 5033552 w 12184002"/>
              <a:gd name="connsiteY10105" fmla="*/ 136517 h 3882143"/>
              <a:gd name="connsiteX10106" fmla="*/ 5004430 w 12184002"/>
              <a:gd name="connsiteY10106" fmla="*/ 136517 h 3882143"/>
              <a:gd name="connsiteX10107" fmla="*/ 4998858 w 12184002"/>
              <a:gd name="connsiteY10107" fmla="*/ 150041 h 3882143"/>
              <a:gd name="connsiteX10108" fmla="*/ 4981710 w 12184002"/>
              <a:gd name="connsiteY10108" fmla="*/ 157177 h 3882143"/>
              <a:gd name="connsiteX10109" fmla="*/ 4957442 w 12184002"/>
              <a:gd name="connsiteY10109" fmla="*/ 132759 h 3882143"/>
              <a:gd name="connsiteX10110" fmla="*/ 4981710 w 12184002"/>
              <a:gd name="connsiteY10110" fmla="*/ 108340 h 3882143"/>
              <a:gd name="connsiteX10111" fmla="*/ 4998858 w 12184002"/>
              <a:gd name="connsiteY10111" fmla="*/ 115478 h 3882143"/>
              <a:gd name="connsiteX10112" fmla="*/ 5004431 w 12184002"/>
              <a:gd name="connsiteY10112" fmla="*/ 129004 h 3882143"/>
              <a:gd name="connsiteX10113" fmla="*/ 5037309 w 12184002"/>
              <a:gd name="connsiteY10113" fmla="*/ 129004 h 3882143"/>
              <a:gd name="connsiteX10114" fmla="*/ 5085469 w 12184002"/>
              <a:gd name="connsiteY10114" fmla="*/ 129004 h 3882143"/>
              <a:gd name="connsiteX10115" fmla="*/ 5085469 w 12184002"/>
              <a:gd name="connsiteY10115" fmla="*/ 2480 h 3882143"/>
              <a:gd name="connsiteX10116" fmla="*/ 4877799 w 12184002"/>
              <a:gd name="connsiteY10116" fmla="*/ 2480 h 3882143"/>
              <a:gd name="connsiteX10117" fmla="*/ 4877799 w 12184002"/>
              <a:gd name="connsiteY10117" fmla="*/ 277993 h 3882143"/>
              <a:gd name="connsiteX10118" fmla="*/ 4874044 w 12184002"/>
              <a:gd name="connsiteY10118" fmla="*/ 281752 h 3882143"/>
              <a:gd name="connsiteX10119" fmla="*/ 4870287 w 12184002"/>
              <a:gd name="connsiteY10119" fmla="*/ 277993 h 3882143"/>
              <a:gd name="connsiteX10120" fmla="*/ 4807176 w 12184002"/>
              <a:gd name="connsiteY10120" fmla="*/ 0 h 3882143"/>
              <a:gd name="connsiteX10121" fmla="*/ 4814764 w 12184002"/>
              <a:gd name="connsiteY10121" fmla="*/ 0 h 3882143"/>
              <a:gd name="connsiteX10122" fmla="*/ 4814764 w 12184002"/>
              <a:gd name="connsiteY10122" fmla="*/ 238549 h 3882143"/>
              <a:gd name="connsiteX10123" fmla="*/ 4759090 w 12184002"/>
              <a:gd name="connsiteY10123" fmla="*/ 294374 h 3882143"/>
              <a:gd name="connsiteX10124" fmla="*/ 4759090 w 12184002"/>
              <a:gd name="connsiteY10124" fmla="*/ 335922 h 3882143"/>
              <a:gd name="connsiteX10125" fmla="*/ 4915669 w 12184002"/>
              <a:gd name="connsiteY10125" fmla="*/ 493099 h 3882143"/>
              <a:gd name="connsiteX10126" fmla="*/ 4915669 w 12184002"/>
              <a:gd name="connsiteY10126" fmla="*/ 498434 h 3882143"/>
              <a:gd name="connsiteX10127" fmla="*/ 4910333 w 12184002"/>
              <a:gd name="connsiteY10127" fmla="*/ 498434 h 3882143"/>
              <a:gd name="connsiteX10128" fmla="*/ 4751502 w 12184002"/>
              <a:gd name="connsiteY10128" fmla="*/ 339078 h 3882143"/>
              <a:gd name="connsiteX10129" fmla="*/ 4751502 w 12184002"/>
              <a:gd name="connsiteY10129" fmla="*/ 291218 h 3882143"/>
              <a:gd name="connsiteX10130" fmla="*/ 4807176 w 12184002"/>
              <a:gd name="connsiteY10130" fmla="*/ 235393 h 3882143"/>
              <a:gd name="connsiteX10131" fmla="*/ 4677120 w 12184002"/>
              <a:gd name="connsiteY10131" fmla="*/ 0 h 3882143"/>
              <a:gd name="connsiteX10132" fmla="*/ 4684633 w 12184002"/>
              <a:gd name="connsiteY10132" fmla="*/ 0 h 3882143"/>
              <a:gd name="connsiteX10133" fmla="*/ 4684633 w 12184002"/>
              <a:gd name="connsiteY10133" fmla="*/ 146587 h 3882143"/>
              <a:gd name="connsiteX10134" fmla="*/ 4614083 w 12184002"/>
              <a:gd name="connsiteY10134" fmla="*/ 217437 h 3882143"/>
              <a:gd name="connsiteX10135" fmla="*/ 4614083 w 12184002"/>
              <a:gd name="connsiteY10135" fmla="*/ 396479 h 3882143"/>
              <a:gd name="connsiteX10136" fmla="*/ 4698308 w 12184002"/>
              <a:gd name="connsiteY10136" fmla="*/ 481004 h 3882143"/>
              <a:gd name="connsiteX10137" fmla="*/ 4791848 w 12184002"/>
              <a:gd name="connsiteY10137" fmla="*/ 481004 h 3882143"/>
              <a:gd name="connsiteX10138" fmla="*/ 4794027 w 12184002"/>
              <a:gd name="connsiteY10138" fmla="*/ 483182 h 3882143"/>
              <a:gd name="connsiteX10139" fmla="*/ 4794027 w 12184002"/>
              <a:gd name="connsiteY10139" fmla="*/ 457412 h 3882143"/>
              <a:gd name="connsiteX10140" fmla="*/ 4696053 w 12184002"/>
              <a:gd name="connsiteY10140" fmla="*/ 359139 h 3882143"/>
              <a:gd name="connsiteX10141" fmla="*/ 4696053 w 12184002"/>
              <a:gd name="connsiteY10141" fmla="*/ 243207 h 3882143"/>
              <a:gd name="connsiteX10142" fmla="*/ 4756535 w 12184002"/>
              <a:gd name="connsiteY10142" fmla="*/ 182501 h 3882143"/>
              <a:gd name="connsiteX10143" fmla="*/ 4756535 w 12184002"/>
              <a:gd name="connsiteY10143" fmla="*/ 0 h 3882143"/>
              <a:gd name="connsiteX10144" fmla="*/ 4763899 w 12184002"/>
              <a:gd name="connsiteY10144" fmla="*/ 0 h 3882143"/>
              <a:gd name="connsiteX10145" fmla="*/ 4763899 w 12184002"/>
              <a:gd name="connsiteY10145" fmla="*/ 185656 h 3882143"/>
              <a:gd name="connsiteX10146" fmla="*/ 4703416 w 12184002"/>
              <a:gd name="connsiteY10146" fmla="*/ 246363 h 3882143"/>
              <a:gd name="connsiteX10147" fmla="*/ 4703416 w 12184002"/>
              <a:gd name="connsiteY10147" fmla="*/ 355983 h 3882143"/>
              <a:gd name="connsiteX10148" fmla="*/ 4801390 w 12184002"/>
              <a:gd name="connsiteY10148" fmla="*/ 454257 h 3882143"/>
              <a:gd name="connsiteX10149" fmla="*/ 4801390 w 12184002"/>
              <a:gd name="connsiteY10149" fmla="*/ 769668 h 3882143"/>
              <a:gd name="connsiteX10150" fmla="*/ 4332334 w 12184002"/>
              <a:gd name="connsiteY10150" fmla="*/ 1240450 h 3882143"/>
              <a:gd name="connsiteX10151" fmla="*/ 4332334 w 12184002"/>
              <a:gd name="connsiteY10151" fmla="*/ 1459633 h 3882143"/>
              <a:gd name="connsiteX10152" fmla="*/ 4354139 w 12184002"/>
              <a:gd name="connsiteY10152" fmla="*/ 1466303 h 3882143"/>
              <a:gd name="connsiteX10153" fmla="*/ 4485154 w 12184002"/>
              <a:gd name="connsiteY10153" fmla="*/ 1518064 h 3882143"/>
              <a:gd name="connsiteX10154" fmla="*/ 4580949 w 12184002"/>
              <a:gd name="connsiteY10154" fmla="*/ 1518064 h 3882143"/>
              <a:gd name="connsiteX10155" fmla="*/ 4580949 w 12184002"/>
              <a:gd name="connsiteY10155" fmla="*/ 1787793 h 3882143"/>
              <a:gd name="connsiteX10156" fmla="*/ 4451795 w 12184002"/>
              <a:gd name="connsiteY10156" fmla="*/ 1917397 h 3882143"/>
              <a:gd name="connsiteX10157" fmla="*/ 4446461 w 12184002"/>
              <a:gd name="connsiteY10157" fmla="*/ 1917397 h 3882143"/>
              <a:gd name="connsiteX10158" fmla="*/ 4446461 w 12184002"/>
              <a:gd name="connsiteY10158" fmla="*/ 1912063 h 3882143"/>
              <a:gd name="connsiteX10159" fmla="*/ 4573360 w 12184002"/>
              <a:gd name="connsiteY10159" fmla="*/ 1784712 h 3882143"/>
              <a:gd name="connsiteX10160" fmla="*/ 4573360 w 12184002"/>
              <a:gd name="connsiteY10160" fmla="*/ 1525653 h 3882143"/>
              <a:gd name="connsiteX10161" fmla="*/ 4482901 w 12184002"/>
              <a:gd name="connsiteY10161" fmla="*/ 1525351 h 3882143"/>
              <a:gd name="connsiteX10162" fmla="*/ 4348220 w 12184002"/>
              <a:gd name="connsiteY10162" fmla="*/ 1472187 h 3882143"/>
              <a:gd name="connsiteX10163" fmla="*/ 4332334 w 12184002"/>
              <a:gd name="connsiteY10163" fmla="*/ 1467261 h 3882143"/>
              <a:gd name="connsiteX10164" fmla="*/ 4332334 w 12184002"/>
              <a:gd name="connsiteY10164" fmla="*/ 1533090 h 3882143"/>
              <a:gd name="connsiteX10165" fmla="*/ 4239544 w 12184002"/>
              <a:gd name="connsiteY10165" fmla="*/ 1533090 h 3882143"/>
              <a:gd name="connsiteX10166" fmla="*/ 4239544 w 12184002"/>
              <a:gd name="connsiteY10166" fmla="*/ 1607472 h 3882143"/>
              <a:gd name="connsiteX10167" fmla="*/ 4387932 w 12184002"/>
              <a:gd name="connsiteY10167" fmla="*/ 1607472 h 3882143"/>
              <a:gd name="connsiteX10168" fmla="*/ 4387932 w 12184002"/>
              <a:gd name="connsiteY10168" fmla="*/ 1562769 h 3882143"/>
              <a:gd name="connsiteX10169" fmla="*/ 4391689 w 12184002"/>
              <a:gd name="connsiteY10169" fmla="*/ 1559012 h 3882143"/>
              <a:gd name="connsiteX10170" fmla="*/ 4395445 w 12184002"/>
              <a:gd name="connsiteY10170" fmla="*/ 1562769 h 3882143"/>
              <a:gd name="connsiteX10171" fmla="*/ 4395445 w 12184002"/>
              <a:gd name="connsiteY10171" fmla="*/ 1607472 h 3882143"/>
              <a:gd name="connsiteX10172" fmla="*/ 4444614 w 12184002"/>
              <a:gd name="connsiteY10172" fmla="*/ 1607472 h 3882143"/>
              <a:gd name="connsiteX10173" fmla="*/ 4449222 w 12184002"/>
              <a:gd name="connsiteY10173" fmla="*/ 1596306 h 3882143"/>
              <a:gd name="connsiteX10174" fmla="*/ 4466371 w 12184002"/>
              <a:gd name="connsiteY10174" fmla="*/ 1589140 h 3882143"/>
              <a:gd name="connsiteX10175" fmla="*/ 4490639 w 12184002"/>
              <a:gd name="connsiteY10175" fmla="*/ 1613558 h 3882143"/>
              <a:gd name="connsiteX10176" fmla="*/ 4466371 w 12184002"/>
              <a:gd name="connsiteY10176" fmla="*/ 1637977 h 3882143"/>
              <a:gd name="connsiteX10177" fmla="*/ 4449222 w 12184002"/>
              <a:gd name="connsiteY10177" fmla="*/ 1630839 h 3882143"/>
              <a:gd name="connsiteX10178" fmla="*/ 4442691 w 12184002"/>
              <a:gd name="connsiteY10178" fmla="*/ 1614985 h 3882143"/>
              <a:gd name="connsiteX10179" fmla="*/ 4239544 w 12184002"/>
              <a:gd name="connsiteY10179" fmla="*/ 1614985 h 3882143"/>
              <a:gd name="connsiteX10180" fmla="*/ 4239544 w 12184002"/>
              <a:gd name="connsiteY10180" fmla="*/ 1689368 h 3882143"/>
              <a:gd name="connsiteX10181" fmla="*/ 4306412 w 12184002"/>
              <a:gd name="connsiteY10181" fmla="*/ 1689368 h 3882143"/>
              <a:gd name="connsiteX10182" fmla="*/ 4306412 w 12184002"/>
              <a:gd name="connsiteY10182" fmla="*/ 1931523 h 3882143"/>
              <a:gd name="connsiteX10183" fmla="*/ 4302655 w 12184002"/>
              <a:gd name="connsiteY10183" fmla="*/ 1935280 h 3882143"/>
              <a:gd name="connsiteX10184" fmla="*/ 4298899 w 12184002"/>
              <a:gd name="connsiteY10184" fmla="*/ 1931523 h 3882143"/>
              <a:gd name="connsiteX10185" fmla="*/ 4298899 w 12184002"/>
              <a:gd name="connsiteY10185" fmla="*/ 1696957 h 3882143"/>
              <a:gd name="connsiteX10186" fmla="*/ 4239619 w 12184002"/>
              <a:gd name="connsiteY10186" fmla="*/ 1696957 h 3882143"/>
              <a:gd name="connsiteX10187" fmla="*/ 4239544 w 12184002"/>
              <a:gd name="connsiteY10187" fmla="*/ 1696882 h 3882143"/>
              <a:gd name="connsiteX10188" fmla="*/ 4239544 w 12184002"/>
              <a:gd name="connsiteY10188" fmla="*/ 1875699 h 3882143"/>
              <a:gd name="connsiteX10189" fmla="*/ 4024287 w 12184002"/>
              <a:gd name="connsiteY10189" fmla="*/ 1875699 h 3882143"/>
              <a:gd name="connsiteX10190" fmla="*/ 4020531 w 12184002"/>
              <a:gd name="connsiteY10190" fmla="*/ 1871941 h 3882143"/>
              <a:gd name="connsiteX10191" fmla="*/ 4024287 w 12184002"/>
              <a:gd name="connsiteY10191" fmla="*/ 1868184 h 3882143"/>
              <a:gd name="connsiteX10192" fmla="*/ 4232031 w 12184002"/>
              <a:gd name="connsiteY10192" fmla="*/ 1868184 h 3882143"/>
              <a:gd name="connsiteX10193" fmla="*/ 4232031 w 12184002"/>
              <a:gd name="connsiteY10193" fmla="*/ 1612131 h 3882143"/>
              <a:gd name="connsiteX10194" fmla="*/ 4231128 w 12184002"/>
              <a:gd name="connsiteY10194" fmla="*/ 1611229 h 3882143"/>
              <a:gd name="connsiteX10195" fmla="*/ 4232031 w 12184002"/>
              <a:gd name="connsiteY10195" fmla="*/ 1610327 h 3882143"/>
              <a:gd name="connsiteX10196" fmla="*/ 4232031 w 12184002"/>
              <a:gd name="connsiteY10196" fmla="*/ 1525577 h 3882143"/>
              <a:gd name="connsiteX10197" fmla="*/ 4324820 w 12184002"/>
              <a:gd name="connsiteY10197" fmla="*/ 1525577 h 3882143"/>
              <a:gd name="connsiteX10198" fmla="*/ 4324820 w 12184002"/>
              <a:gd name="connsiteY10198" fmla="*/ 1462240 h 3882143"/>
              <a:gd name="connsiteX10199" fmla="*/ 4324820 w 12184002"/>
              <a:gd name="connsiteY10199" fmla="*/ 1247991 h 3882143"/>
              <a:gd name="connsiteX10200" fmla="*/ 4272001 w 12184002"/>
              <a:gd name="connsiteY10200" fmla="*/ 1301004 h 3882143"/>
              <a:gd name="connsiteX10201" fmla="*/ 4036233 w 12184002"/>
              <a:gd name="connsiteY10201" fmla="*/ 1301004 h 3882143"/>
              <a:gd name="connsiteX10202" fmla="*/ 4036233 w 12184002"/>
              <a:gd name="connsiteY10202" fmla="*/ 827970 h 3882143"/>
              <a:gd name="connsiteX10203" fmla="*/ 4157273 w 12184002"/>
              <a:gd name="connsiteY10203" fmla="*/ 827970 h 3882143"/>
              <a:gd name="connsiteX10204" fmla="*/ 4251565 w 12184002"/>
              <a:gd name="connsiteY10204" fmla="*/ 782064 h 3882143"/>
              <a:gd name="connsiteX10205" fmla="*/ 4256598 w 12184002"/>
              <a:gd name="connsiteY10205" fmla="*/ 783791 h 3882143"/>
              <a:gd name="connsiteX10206" fmla="*/ 4254871 w 12184002"/>
              <a:gd name="connsiteY10206" fmla="*/ 788826 h 3882143"/>
              <a:gd name="connsiteX10207" fmla="*/ 4159001 w 12184002"/>
              <a:gd name="connsiteY10207" fmla="*/ 835483 h 3882143"/>
              <a:gd name="connsiteX10208" fmla="*/ 4043822 w 12184002"/>
              <a:gd name="connsiteY10208" fmla="*/ 835483 h 3882143"/>
              <a:gd name="connsiteX10209" fmla="*/ 4043822 w 12184002"/>
              <a:gd name="connsiteY10209" fmla="*/ 1108439 h 3882143"/>
              <a:gd name="connsiteX10210" fmla="*/ 4133381 w 12184002"/>
              <a:gd name="connsiteY10210" fmla="*/ 1108439 h 3882143"/>
              <a:gd name="connsiteX10211" fmla="*/ 4615134 w 12184002"/>
              <a:gd name="connsiteY10211" fmla="*/ 624960 h 3882143"/>
              <a:gd name="connsiteX10212" fmla="*/ 4615134 w 12184002"/>
              <a:gd name="connsiteY10212" fmla="*/ 526910 h 3882143"/>
              <a:gd name="connsiteX10213" fmla="*/ 4548191 w 12184002"/>
              <a:gd name="connsiteY10213" fmla="*/ 459742 h 3882143"/>
              <a:gd name="connsiteX10214" fmla="*/ 4301979 w 12184002"/>
              <a:gd name="connsiteY10214" fmla="*/ 459742 h 3882143"/>
              <a:gd name="connsiteX10215" fmla="*/ 4298223 w 12184002"/>
              <a:gd name="connsiteY10215" fmla="*/ 455984 h 3882143"/>
              <a:gd name="connsiteX10216" fmla="*/ 4301979 w 12184002"/>
              <a:gd name="connsiteY10216" fmla="*/ 452227 h 3882143"/>
              <a:gd name="connsiteX10217" fmla="*/ 4302054 w 12184002"/>
              <a:gd name="connsiteY10217" fmla="*/ 452078 h 3882143"/>
              <a:gd name="connsiteX10218" fmla="*/ 4357954 w 12184002"/>
              <a:gd name="connsiteY10218" fmla="*/ 452078 h 3882143"/>
              <a:gd name="connsiteX10219" fmla="*/ 4356001 w 12184002"/>
              <a:gd name="connsiteY10219" fmla="*/ 450123 h 3882143"/>
              <a:gd name="connsiteX10220" fmla="*/ 4356001 w 12184002"/>
              <a:gd name="connsiteY10220" fmla="*/ 284455 h 3882143"/>
              <a:gd name="connsiteX10221" fmla="*/ 4355926 w 12184002"/>
              <a:gd name="connsiteY10221" fmla="*/ 284381 h 3882143"/>
              <a:gd name="connsiteX10222" fmla="*/ 4447433 w 12184002"/>
              <a:gd name="connsiteY10222" fmla="*/ 284381 h 3882143"/>
              <a:gd name="connsiteX10223" fmla="*/ 4598981 w 12184002"/>
              <a:gd name="connsiteY10223" fmla="*/ 132310 h 3882143"/>
              <a:gd name="connsiteX10224" fmla="*/ 4601612 w 12184002"/>
              <a:gd name="connsiteY10224" fmla="*/ 131184 h 3882143"/>
              <a:gd name="connsiteX10225" fmla="*/ 4601686 w 12184002"/>
              <a:gd name="connsiteY10225" fmla="*/ 131184 h 3882143"/>
              <a:gd name="connsiteX10226" fmla="*/ 4604316 w 12184002"/>
              <a:gd name="connsiteY10226" fmla="*/ 132310 h 3882143"/>
              <a:gd name="connsiteX10227" fmla="*/ 4604316 w 12184002"/>
              <a:gd name="connsiteY10227" fmla="*/ 137646 h 3882143"/>
              <a:gd name="connsiteX10228" fmla="*/ 4458085 w 12184002"/>
              <a:gd name="connsiteY10228" fmla="*/ 284381 h 3882143"/>
              <a:gd name="connsiteX10229" fmla="*/ 4536320 w 12184002"/>
              <a:gd name="connsiteY10229" fmla="*/ 284381 h 3882143"/>
              <a:gd name="connsiteX10230" fmla="*/ 4536320 w 12184002"/>
              <a:gd name="connsiteY10230" fmla="*/ 359991 h 3882143"/>
              <a:gd name="connsiteX10231" fmla="*/ 4548884 w 12184002"/>
              <a:gd name="connsiteY10231" fmla="*/ 365220 h 3882143"/>
              <a:gd name="connsiteX10232" fmla="*/ 4556004 w 12184002"/>
              <a:gd name="connsiteY10232" fmla="*/ 382501 h 3882143"/>
              <a:gd name="connsiteX10233" fmla="*/ 4531736 w 12184002"/>
              <a:gd name="connsiteY10233" fmla="*/ 406919 h 3882143"/>
              <a:gd name="connsiteX10234" fmla="*/ 4507468 w 12184002"/>
              <a:gd name="connsiteY10234" fmla="*/ 382501 h 3882143"/>
              <a:gd name="connsiteX10235" fmla="*/ 4514587 w 12184002"/>
              <a:gd name="connsiteY10235" fmla="*/ 365248 h 3882143"/>
              <a:gd name="connsiteX10236" fmla="*/ 4528807 w 12184002"/>
              <a:gd name="connsiteY10236" fmla="*/ 359307 h 3882143"/>
              <a:gd name="connsiteX10237" fmla="*/ 4528807 w 12184002"/>
              <a:gd name="connsiteY10237" fmla="*/ 291969 h 3882143"/>
              <a:gd name="connsiteX10238" fmla="*/ 4363514 w 12184002"/>
              <a:gd name="connsiteY10238" fmla="*/ 291969 h 3882143"/>
              <a:gd name="connsiteX10239" fmla="*/ 4363514 w 12184002"/>
              <a:gd name="connsiteY10239" fmla="*/ 368229 h 3882143"/>
              <a:gd name="connsiteX10240" fmla="*/ 4440300 w 12184002"/>
              <a:gd name="connsiteY10240" fmla="*/ 368229 h 3882143"/>
              <a:gd name="connsiteX10241" fmla="*/ 4444056 w 12184002"/>
              <a:gd name="connsiteY10241" fmla="*/ 371986 h 3882143"/>
              <a:gd name="connsiteX10242" fmla="*/ 4440300 w 12184002"/>
              <a:gd name="connsiteY10242" fmla="*/ 375743 h 3882143"/>
              <a:gd name="connsiteX10243" fmla="*/ 4363514 w 12184002"/>
              <a:gd name="connsiteY10243" fmla="*/ 375743 h 3882143"/>
              <a:gd name="connsiteX10244" fmla="*/ 4363514 w 12184002"/>
              <a:gd name="connsiteY10244" fmla="*/ 450123 h 3882143"/>
              <a:gd name="connsiteX10245" fmla="*/ 4361559 w 12184002"/>
              <a:gd name="connsiteY10245" fmla="*/ 452078 h 3882143"/>
              <a:gd name="connsiteX10246" fmla="*/ 4551346 w 12184002"/>
              <a:gd name="connsiteY10246" fmla="*/ 452078 h 3882143"/>
              <a:gd name="connsiteX10247" fmla="*/ 4622723 w 12184002"/>
              <a:gd name="connsiteY10247" fmla="*/ 523680 h 3882143"/>
              <a:gd name="connsiteX10248" fmla="*/ 4622723 w 12184002"/>
              <a:gd name="connsiteY10248" fmla="*/ 628041 h 3882143"/>
              <a:gd name="connsiteX10249" fmla="*/ 4136536 w 12184002"/>
              <a:gd name="connsiteY10249" fmla="*/ 1115951 h 3882143"/>
              <a:gd name="connsiteX10250" fmla="*/ 4043822 w 12184002"/>
              <a:gd name="connsiteY10250" fmla="*/ 1115951 h 3882143"/>
              <a:gd name="connsiteX10251" fmla="*/ 4043822 w 12184002"/>
              <a:gd name="connsiteY10251" fmla="*/ 1293417 h 3882143"/>
              <a:gd name="connsiteX10252" fmla="*/ 4175455 w 12184002"/>
              <a:gd name="connsiteY10252" fmla="*/ 1293417 h 3882143"/>
              <a:gd name="connsiteX10253" fmla="*/ 4175455 w 12184002"/>
              <a:gd name="connsiteY10253" fmla="*/ 1288832 h 3882143"/>
              <a:gd name="connsiteX10254" fmla="*/ 4730013 w 12184002"/>
              <a:gd name="connsiteY10254" fmla="*/ 732251 h 3882143"/>
              <a:gd name="connsiteX10255" fmla="*/ 4732643 w 12184002"/>
              <a:gd name="connsiteY10255" fmla="*/ 731124 h 3882143"/>
              <a:gd name="connsiteX10256" fmla="*/ 4732718 w 12184002"/>
              <a:gd name="connsiteY10256" fmla="*/ 731124 h 3882143"/>
              <a:gd name="connsiteX10257" fmla="*/ 4735348 w 12184002"/>
              <a:gd name="connsiteY10257" fmla="*/ 732251 h 3882143"/>
              <a:gd name="connsiteX10258" fmla="*/ 4735348 w 12184002"/>
              <a:gd name="connsiteY10258" fmla="*/ 737586 h 3882143"/>
              <a:gd name="connsiteX10259" fmla="*/ 4181536 w 12184002"/>
              <a:gd name="connsiteY10259" fmla="*/ 1293417 h 3882143"/>
              <a:gd name="connsiteX10260" fmla="*/ 4268996 w 12184002"/>
              <a:gd name="connsiteY10260" fmla="*/ 1293417 h 3882143"/>
              <a:gd name="connsiteX10261" fmla="*/ 4324820 w 12184002"/>
              <a:gd name="connsiteY10261" fmla="*/ 1237393 h 3882143"/>
              <a:gd name="connsiteX10262" fmla="*/ 4324820 w 12184002"/>
              <a:gd name="connsiteY10262" fmla="*/ 1235187 h 3882143"/>
              <a:gd name="connsiteX10263" fmla="*/ 4328577 w 12184002"/>
              <a:gd name="connsiteY10263" fmla="*/ 1231430 h 3882143"/>
              <a:gd name="connsiteX10264" fmla="*/ 4328577 w 12184002"/>
              <a:gd name="connsiteY10264" fmla="*/ 1231356 h 3882143"/>
              <a:gd name="connsiteX10265" fmla="*/ 4329708 w 12184002"/>
              <a:gd name="connsiteY10265" fmla="*/ 1232487 h 3882143"/>
              <a:gd name="connsiteX10266" fmla="*/ 4794027 w 12184002"/>
              <a:gd name="connsiteY10266" fmla="*/ 766512 h 3882143"/>
              <a:gd name="connsiteX10267" fmla="*/ 4794027 w 12184002"/>
              <a:gd name="connsiteY10267" fmla="*/ 486338 h 3882143"/>
              <a:gd name="connsiteX10268" fmla="*/ 4791848 w 12184002"/>
              <a:gd name="connsiteY10268" fmla="*/ 488517 h 3882143"/>
              <a:gd name="connsiteX10269" fmla="*/ 4695227 w 12184002"/>
              <a:gd name="connsiteY10269" fmla="*/ 488517 h 3882143"/>
              <a:gd name="connsiteX10270" fmla="*/ 4606570 w 12184002"/>
              <a:gd name="connsiteY10270" fmla="*/ 399560 h 3882143"/>
              <a:gd name="connsiteX10271" fmla="*/ 4606570 w 12184002"/>
              <a:gd name="connsiteY10271" fmla="*/ 214281 h 3882143"/>
              <a:gd name="connsiteX10272" fmla="*/ 4677120 w 12184002"/>
              <a:gd name="connsiteY10272" fmla="*/ 143431 h 3882143"/>
              <a:gd name="connsiteX10273" fmla="*/ 4677120 w 12184002"/>
              <a:gd name="connsiteY10273" fmla="*/ 45607 h 3882143"/>
              <a:gd name="connsiteX10274" fmla="*/ 4676594 w 12184002"/>
              <a:gd name="connsiteY10274" fmla="*/ 46133 h 3882143"/>
              <a:gd name="connsiteX10275" fmla="*/ 4560062 w 12184002"/>
              <a:gd name="connsiteY10275" fmla="*/ 46133 h 3882143"/>
              <a:gd name="connsiteX10276" fmla="*/ 4395520 w 12184002"/>
              <a:gd name="connsiteY10276" fmla="*/ 211276 h 3882143"/>
              <a:gd name="connsiteX10277" fmla="*/ 4390186 w 12184002"/>
              <a:gd name="connsiteY10277" fmla="*/ 211276 h 3882143"/>
              <a:gd name="connsiteX10278" fmla="*/ 4390186 w 12184002"/>
              <a:gd name="connsiteY10278" fmla="*/ 205943 h 3882143"/>
              <a:gd name="connsiteX10279" fmla="*/ 4556908 w 12184002"/>
              <a:gd name="connsiteY10279" fmla="*/ 38621 h 3882143"/>
              <a:gd name="connsiteX10280" fmla="*/ 4676594 w 12184002"/>
              <a:gd name="connsiteY10280" fmla="*/ 38621 h 3882143"/>
              <a:gd name="connsiteX10281" fmla="*/ 4677120 w 12184002"/>
              <a:gd name="connsiteY10281" fmla="*/ 39147 h 3882143"/>
              <a:gd name="connsiteX10282" fmla="*/ 4253670 w 12184002"/>
              <a:gd name="connsiteY10282" fmla="*/ 0 h 3882143"/>
              <a:gd name="connsiteX10283" fmla="*/ 4261182 w 12184002"/>
              <a:gd name="connsiteY10283" fmla="*/ 0 h 3882143"/>
              <a:gd name="connsiteX10284" fmla="*/ 4261182 w 12184002"/>
              <a:gd name="connsiteY10284" fmla="*/ 266950 h 3882143"/>
              <a:gd name="connsiteX10285" fmla="*/ 4191008 w 12184002"/>
              <a:gd name="connsiteY10285" fmla="*/ 196549 h 3882143"/>
              <a:gd name="connsiteX10286" fmla="*/ 3773493 w 12184002"/>
              <a:gd name="connsiteY10286" fmla="*/ 196549 h 3882143"/>
              <a:gd name="connsiteX10287" fmla="*/ 3682431 w 12184002"/>
              <a:gd name="connsiteY10287" fmla="*/ 285133 h 3882143"/>
              <a:gd name="connsiteX10288" fmla="*/ 3677097 w 12184002"/>
              <a:gd name="connsiteY10288" fmla="*/ 285058 h 3882143"/>
              <a:gd name="connsiteX10289" fmla="*/ 3677172 w 12184002"/>
              <a:gd name="connsiteY10289" fmla="*/ 279723 h 3882143"/>
              <a:gd name="connsiteX10290" fmla="*/ 3770487 w 12184002"/>
              <a:gd name="connsiteY10290" fmla="*/ 189036 h 3882143"/>
              <a:gd name="connsiteX10291" fmla="*/ 4148483 w 12184002"/>
              <a:gd name="connsiteY10291" fmla="*/ 189036 h 3882143"/>
              <a:gd name="connsiteX10292" fmla="*/ 4148483 w 12184002"/>
              <a:gd name="connsiteY10292" fmla="*/ 81971 h 3882143"/>
              <a:gd name="connsiteX10293" fmla="*/ 4187948 w 12184002"/>
              <a:gd name="connsiteY10293" fmla="*/ 81971 h 3882143"/>
              <a:gd name="connsiteX10294" fmla="*/ 4192867 w 12184002"/>
              <a:gd name="connsiteY10294" fmla="*/ 70050 h 3882143"/>
              <a:gd name="connsiteX10295" fmla="*/ 4210017 w 12184002"/>
              <a:gd name="connsiteY10295" fmla="*/ 62885 h 3882143"/>
              <a:gd name="connsiteX10296" fmla="*/ 4234285 w 12184002"/>
              <a:gd name="connsiteY10296" fmla="*/ 87303 h 3882143"/>
              <a:gd name="connsiteX10297" fmla="*/ 4210017 w 12184002"/>
              <a:gd name="connsiteY10297" fmla="*/ 111721 h 3882143"/>
              <a:gd name="connsiteX10298" fmla="*/ 4192867 w 12184002"/>
              <a:gd name="connsiteY10298" fmla="*/ 104584 h 3882143"/>
              <a:gd name="connsiteX10299" fmla="*/ 4186647 w 12184002"/>
              <a:gd name="connsiteY10299" fmla="*/ 89485 h 3882143"/>
              <a:gd name="connsiteX10300" fmla="*/ 4155995 w 12184002"/>
              <a:gd name="connsiteY10300" fmla="*/ 89485 h 3882143"/>
              <a:gd name="connsiteX10301" fmla="*/ 4155995 w 12184002"/>
              <a:gd name="connsiteY10301" fmla="*/ 189036 h 3882143"/>
              <a:gd name="connsiteX10302" fmla="*/ 4194165 w 12184002"/>
              <a:gd name="connsiteY10302" fmla="*/ 189036 h 3882143"/>
              <a:gd name="connsiteX10303" fmla="*/ 4253670 w 12184002"/>
              <a:gd name="connsiteY10303" fmla="*/ 248768 h 3882143"/>
              <a:gd name="connsiteX10304" fmla="*/ 3736527 w 12184002"/>
              <a:gd name="connsiteY10304" fmla="*/ 0 h 3882143"/>
              <a:gd name="connsiteX10305" fmla="*/ 3744041 w 12184002"/>
              <a:gd name="connsiteY10305" fmla="*/ 0 h 3882143"/>
              <a:gd name="connsiteX10306" fmla="*/ 3744041 w 12184002"/>
              <a:gd name="connsiteY10306" fmla="*/ 67096 h 3882143"/>
              <a:gd name="connsiteX10307" fmla="*/ 3631717 w 12184002"/>
              <a:gd name="connsiteY10307" fmla="*/ 179872 h 3882143"/>
              <a:gd name="connsiteX10308" fmla="*/ 3631717 w 12184002"/>
              <a:gd name="connsiteY10308" fmla="*/ 867340 h 3882143"/>
              <a:gd name="connsiteX10309" fmla="*/ 3334114 w 12184002"/>
              <a:gd name="connsiteY10309" fmla="*/ 867340 h 3882143"/>
              <a:gd name="connsiteX10310" fmla="*/ 3330357 w 12184002"/>
              <a:gd name="connsiteY10310" fmla="*/ 863583 h 3882143"/>
              <a:gd name="connsiteX10311" fmla="*/ 3334114 w 12184002"/>
              <a:gd name="connsiteY10311" fmla="*/ 859826 h 3882143"/>
              <a:gd name="connsiteX10312" fmla="*/ 3624203 w 12184002"/>
              <a:gd name="connsiteY10312" fmla="*/ 859826 h 3882143"/>
              <a:gd name="connsiteX10313" fmla="*/ 3624203 w 12184002"/>
              <a:gd name="connsiteY10313" fmla="*/ 176717 h 3882143"/>
              <a:gd name="connsiteX10314" fmla="*/ 3736527 w 12184002"/>
              <a:gd name="connsiteY10314" fmla="*/ 63941 h 3882143"/>
              <a:gd name="connsiteX10315" fmla="*/ 3618661 w 12184002"/>
              <a:gd name="connsiteY10315" fmla="*/ 0 h 3882143"/>
              <a:gd name="connsiteX10316" fmla="*/ 3627659 w 12184002"/>
              <a:gd name="connsiteY10316" fmla="*/ 0 h 3882143"/>
              <a:gd name="connsiteX10317" fmla="*/ 3627659 w 12184002"/>
              <a:gd name="connsiteY10317" fmla="*/ 1731 h 3882143"/>
              <a:gd name="connsiteX10318" fmla="*/ 3522172 w 12184002"/>
              <a:gd name="connsiteY10318" fmla="*/ 107593 h 3882143"/>
              <a:gd name="connsiteX10319" fmla="*/ 3522172 w 12184002"/>
              <a:gd name="connsiteY10319" fmla="*/ 768992 h 3882143"/>
              <a:gd name="connsiteX10320" fmla="*/ 3443508 w 12184002"/>
              <a:gd name="connsiteY10320" fmla="*/ 768992 h 3882143"/>
              <a:gd name="connsiteX10321" fmla="*/ 3439751 w 12184002"/>
              <a:gd name="connsiteY10321" fmla="*/ 765234 h 3882143"/>
              <a:gd name="connsiteX10322" fmla="*/ 3443508 w 12184002"/>
              <a:gd name="connsiteY10322" fmla="*/ 761477 h 3882143"/>
              <a:gd name="connsiteX10323" fmla="*/ 3514659 w 12184002"/>
              <a:gd name="connsiteY10323" fmla="*/ 761477 h 3882143"/>
              <a:gd name="connsiteX10324" fmla="*/ 3514659 w 12184002"/>
              <a:gd name="connsiteY10324" fmla="*/ 104436 h 3882143"/>
              <a:gd name="connsiteX10325" fmla="*/ 3492394 w 12184002"/>
              <a:gd name="connsiteY10325" fmla="*/ 0 h 3882143"/>
              <a:gd name="connsiteX10326" fmla="*/ 3502993 w 12184002"/>
              <a:gd name="connsiteY10326" fmla="*/ 0 h 3882143"/>
              <a:gd name="connsiteX10327" fmla="*/ 3414130 w 12184002"/>
              <a:gd name="connsiteY10327" fmla="*/ 90237 h 3882143"/>
              <a:gd name="connsiteX10328" fmla="*/ 3414130 w 12184002"/>
              <a:gd name="connsiteY10328" fmla="*/ 655465 h 3882143"/>
              <a:gd name="connsiteX10329" fmla="*/ 3195492 w 12184002"/>
              <a:gd name="connsiteY10329" fmla="*/ 874853 h 3882143"/>
              <a:gd name="connsiteX10330" fmla="*/ 3190158 w 12184002"/>
              <a:gd name="connsiteY10330" fmla="*/ 874853 h 3882143"/>
              <a:gd name="connsiteX10331" fmla="*/ 3190158 w 12184002"/>
              <a:gd name="connsiteY10331" fmla="*/ 869518 h 3882143"/>
              <a:gd name="connsiteX10332" fmla="*/ 3296020 w 12184002"/>
              <a:gd name="connsiteY10332" fmla="*/ 763253 h 3882143"/>
              <a:gd name="connsiteX10333" fmla="*/ 3296020 w 12184002"/>
              <a:gd name="connsiteY10333" fmla="*/ 608504 h 3882143"/>
              <a:gd name="connsiteX10334" fmla="*/ 3299777 w 12184002"/>
              <a:gd name="connsiteY10334" fmla="*/ 604747 h 3882143"/>
              <a:gd name="connsiteX10335" fmla="*/ 3303534 w 12184002"/>
              <a:gd name="connsiteY10335" fmla="*/ 608504 h 3882143"/>
              <a:gd name="connsiteX10336" fmla="*/ 3303534 w 12184002"/>
              <a:gd name="connsiteY10336" fmla="*/ 755710 h 3882143"/>
              <a:gd name="connsiteX10337" fmla="*/ 3406543 w 12184002"/>
              <a:gd name="connsiteY10337" fmla="*/ 652309 h 3882143"/>
              <a:gd name="connsiteX10338" fmla="*/ 3406543 w 12184002"/>
              <a:gd name="connsiteY10338" fmla="*/ 87157 h 3882143"/>
              <a:gd name="connsiteX10339" fmla="*/ 3377633 w 12184002"/>
              <a:gd name="connsiteY10339" fmla="*/ 0 h 3882143"/>
              <a:gd name="connsiteX10340" fmla="*/ 3387158 w 12184002"/>
              <a:gd name="connsiteY10340" fmla="*/ 0 h 3882143"/>
              <a:gd name="connsiteX10341" fmla="*/ 3387158 w 12184002"/>
              <a:gd name="connsiteY10341" fmla="*/ 1127 h 3882143"/>
              <a:gd name="connsiteX10342" fmla="*/ 3318260 w 12184002"/>
              <a:gd name="connsiteY10342" fmla="*/ 70249 h 3882143"/>
              <a:gd name="connsiteX10343" fmla="*/ 3318260 w 12184002"/>
              <a:gd name="connsiteY10343" fmla="*/ 512483 h 3882143"/>
              <a:gd name="connsiteX10344" fmla="*/ 3222466 w 12184002"/>
              <a:gd name="connsiteY10344" fmla="*/ 512483 h 3882143"/>
              <a:gd name="connsiteX10345" fmla="*/ 3222466 w 12184002"/>
              <a:gd name="connsiteY10345" fmla="*/ 697386 h 3882143"/>
              <a:gd name="connsiteX10346" fmla="*/ 2988726 w 12184002"/>
              <a:gd name="connsiteY10346" fmla="*/ 697386 h 3882143"/>
              <a:gd name="connsiteX10347" fmla="*/ 2870466 w 12184002"/>
              <a:gd name="connsiteY10347" fmla="*/ 578676 h 3882143"/>
              <a:gd name="connsiteX10348" fmla="*/ 2870466 w 12184002"/>
              <a:gd name="connsiteY10348" fmla="*/ 493850 h 3882143"/>
              <a:gd name="connsiteX10349" fmla="*/ 3137790 w 12184002"/>
              <a:gd name="connsiteY10349" fmla="*/ 493850 h 3882143"/>
              <a:gd name="connsiteX10350" fmla="*/ 3137790 w 12184002"/>
              <a:gd name="connsiteY10350" fmla="*/ 619773 h 3882143"/>
              <a:gd name="connsiteX10351" fmla="*/ 3016150 w 12184002"/>
              <a:gd name="connsiteY10351" fmla="*/ 619773 h 3882143"/>
              <a:gd name="connsiteX10352" fmla="*/ 3012393 w 12184002"/>
              <a:gd name="connsiteY10352" fmla="*/ 616017 h 3882143"/>
              <a:gd name="connsiteX10353" fmla="*/ 3016150 w 12184002"/>
              <a:gd name="connsiteY10353" fmla="*/ 612261 h 3882143"/>
              <a:gd name="connsiteX10354" fmla="*/ 3130277 w 12184002"/>
              <a:gd name="connsiteY10354" fmla="*/ 612261 h 3882143"/>
              <a:gd name="connsiteX10355" fmla="*/ 3130277 w 12184002"/>
              <a:gd name="connsiteY10355" fmla="*/ 538254 h 3882143"/>
              <a:gd name="connsiteX10356" fmla="*/ 3130202 w 12184002"/>
              <a:gd name="connsiteY10356" fmla="*/ 538329 h 3882143"/>
              <a:gd name="connsiteX10357" fmla="*/ 2979034 w 12184002"/>
              <a:gd name="connsiteY10357" fmla="*/ 538329 h 3882143"/>
              <a:gd name="connsiteX10358" fmla="*/ 2979034 w 12184002"/>
              <a:gd name="connsiteY10358" fmla="*/ 501514 h 3882143"/>
              <a:gd name="connsiteX10359" fmla="*/ 2878055 w 12184002"/>
              <a:gd name="connsiteY10359" fmla="*/ 501514 h 3882143"/>
              <a:gd name="connsiteX10360" fmla="*/ 2878055 w 12184002"/>
              <a:gd name="connsiteY10360" fmla="*/ 575670 h 3882143"/>
              <a:gd name="connsiteX10361" fmla="*/ 2991881 w 12184002"/>
              <a:gd name="connsiteY10361" fmla="*/ 689949 h 3882143"/>
              <a:gd name="connsiteX10362" fmla="*/ 3214952 w 12184002"/>
              <a:gd name="connsiteY10362" fmla="*/ 689949 h 3882143"/>
              <a:gd name="connsiteX10363" fmla="*/ 3214952 w 12184002"/>
              <a:gd name="connsiteY10363" fmla="*/ 505045 h 3882143"/>
              <a:gd name="connsiteX10364" fmla="*/ 3310747 w 12184002"/>
              <a:gd name="connsiteY10364" fmla="*/ 505045 h 3882143"/>
              <a:gd name="connsiteX10365" fmla="*/ 3310747 w 12184002"/>
              <a:gd name="connsiteY10365" fmla="*/ 67169 h 3882143"/>
              <a:gd name="connsiteX10366" fmla="*/ 3233359 w 12184002"/>
              <a:gd name="connsiteY10366" fmla="*/ 0 h 3882143"/>
              <a:gd name="connsiteX10367" fmla="*/ 3240872 w 12184002"/>
              <a:gd name="connsiteY10367" fmla="*/ 0 h 3882143"/>
              <a:gd name="connsiteX10368" fmla="*/ 3240872 w 12184002"/>
              <a:gd name="connsiteY10368" fmla="*/ 310600 h 3882143"/>
              <a:gd name="connsiteX10369" fmla="*/ 3180842 w 12184002"/>
              <a:gd name="connsiteY10369" fmla="*/ 370857 h 3882143"/>
              <a:gd name="connsiteX10370" fmla="*/ 3175507 w 12184002"/>
              <a:gd name="connsiteY10370" fmla="*/ 370857 h 3882143"/>
              <a:gd name="connsiteX10371" fmla="*/ 3175507 w 12184002"/>
              <a:gd name="connsiteY10371" fmla="*/ 365523 h 3882143"/>
              <a:gd name="connsiteX10372" fmla="*/ 3233359 w 12184002"/>
              <a:gd name="connsiteY10372" fmla="*/ 307445 h 3882143"/>
              <a:gd name="connsiteX10373" fmla="*/ 2733336 w 12184002"/>
              <a:gd name="connsiteY10373" fmla="*/ 0 h 3882143"/>
              <a:gd name="connsiteX10374" fmla="*/ 2743915 w 12184002"/>
              <a:gd name="connsiteY10374" fmla="*/ 0 h 3882143"/>
              <a:gd name="connsiteX10375" fmla="*/ 2803823 w 12184002"/>
              <a:gd name="connsiteY10375" fmla="*/ 60112 h 3882143"/>
              <a:gd name="connsiteX10376" fmla="*/ 2803823 w 12184002"/>
              <a:gd name="connsiteY10376" fmla="*/ 595136 h 3882143"/>
              <a:gd name="connsiteX10377" fmla="*/ 3059351 w 12184002"/>
              <a:gd name="connsiteY10377" fmla="*/ 866291 h 3882143"/>
              <a:gd name="connsiteX10378" fmla="*/ 3059351 w 12184002"/>
              <a:gd name="connsiteY10378" fmla="*/ 1811085 h 3882143"/>
              <a:gd name="connsiteX10379" fmla="*/ 3060252 w 12184002"/>
              <a:gd name="connsiteY10379" fmla="*/ 1810182 h 3882143"/>
              <a:gd name="connsiteX10380" fmla="*/ 3163411 w 12184002"/>
              <a:gd name="connsiteY10380" fmla="*/ 1810182 h 3882143"/>
              <a:gd name="connsiteX10381" fmla="*/ 3167167 w 12184002"/>
              <a:gd name="connsiteY10381" fmla="*/ 1813939 h 3882143"/>
              <a:gd name="connsiteX10382" fmla="*/ 3163411 w 12184002"/>
              <a:gd name="connsiteY10382" fmla="*/ 1817695 h 3882143"/>
              <a:gd name="connsiteX10383" fmla="*/ 3060252 w 12184002"/>
              <a:gd name="connsiteY10383" fmla="*/ 1817695 h 3882143"/>
              <a:gd name="connsiteX10384" fmla="*/ 3059351 w 12184002"/>
              <a:gd name="connsiteY10384" fmla="*/ 1816793 h 3882143"/>
              <a:gd name="connsiteX10385" fmla="*/ 3059351 w 12184002"/>
              <a:gd name="connsiteY10385" fmla="*/ 1937683 h 3882143"/>
              <a:gd name="connsiteX10386" fmla="*/ 3055963 w 12184002"/>
              <a:gd name="connsiteY10386" fmla="*/ 1941072 h 3882143"/>
              <a:gd name="connsiteX10387" fmla="*/ 3059351 w 12184002"/>
              <a:gd name="connsiteY10387" fmla="*/ 1944460 h 3882143"/>
              <a:gd name="connsiteX10388" fmla="*/ 3059351 w 12184002"/>
              <a:gd name="connsiteY10388" fmla="*/ 2065350 h 3882143"/>
              <a:gd name="connsiteX10389" fmla="*/ 3060252 w 12184002"/>
              <a:gd name="connsiteY10389" fmla="*/ 2064448 h 3882143"/>
              <a:gd name="connsiteX10390" fmla="*/ 3163411 w 12184002"/>
              <a:gd name="connsiteY10390" fmla="*/ 2064448 h 3882143"/>
              <a:gd name="connsiteX10391" fmla="*/ 3167167 w 12184002"/>
              <a:gd name="connsiteY10391" fmla="*/ 2068204 h 3882143"/>
              <a:gd name="connsiteX10392" fmla="*/ 3163411 w 12184002"/>
              <a:gd name="connsiteY10392" fmla="*/ 2071961 h 3882143"/>
              <a:gd name="connsiteX10393" fmla="*/ 3060252 w 12184002"/>
              <a:gd name="connsiteY10393" fmla="*/ 2071961 h 3882143"/>
              <a:gd name="connsiteX10394" fmla="*/ 3059351 w 12184002"/>
              <a:gd name="connsiteY10394" fmla="*/ 2071059 h 3882143"/>
              <a:gd name="connsiteX10395" fmla="*/ 3059351 w 12184002"/>
              <a:gd name="connsiteY10395" fmla="*/ 3015852 h 3882143"/>
              <a:gd name="connsiteX10396" fmla="*/ 2803823 w 12184002"/>
              <a:gd name="connsiteY10396" fmla="*/ 3287007 h 3882143"/>
              <a:gd name="connsiteX10397" fmla="*/ 2803823 w 12184002"/>
              <a:gd name="connsiteY10397" fmla="*/ 3822031 h 3882143"/>
              <a:gd name="connsiteX10398" fmla="*/ 2743915 w 12184002"/>
              <a:gd name="connsiteY10398" fmla="*/ 3882143 h 3882143"/>
              <a:gd name="connsiteX10399" fmla="*/ 2733336 w 12184002"/>
              <a:gd name="connsiteY10399" fmla="*/ 3882143 h 3882143"/>
              <a:gd name="connsiteX10400" fmla="*/ 2796311 w 12184002"/>
              <a:gd name="connsiteY10400" fmla="*/ 3818952 h 3882143"/>
              <a:gd name="connsiteX10401" fmla="*/ 2796311 w 12184002"/>
              <a:gd name="connsiteY10401" fmla="*/ 3284002 h 3882143"/>
              <a:gd name="connsiteX10402" fmla="*/ 3051838 w 12184002"/>
              <a:gd name="connsiteY10402" fmla="*/ 3012848 h 3882143"/>
              <a:gd name="connsiteX10403" fmla="*/ 3051838 w 12184002"/>
              <a:gd name="connsiteY10403" fmla="*/ 1944460 h 3882143"/>
              <a:gd name="connsiteX10404" fmla="*/ 3055226 w 12184002"/>
              <a:gd name="connsiteY10404" fmla="*/ 1941072 h 3882143"/>
              <a:gd name="connsiteX10405" fmla="*/ 3051838 w 12184002"/>
              <a:gd name="connsiteY10405" fmla="*/ 1937683 h 3882143"/>
              <a:gd name="connsiteX10406" fmla="*/ 3051838 w 12184002"/>
              <a:gd name="connsiteY10406" fmla="*/ 869295 h 3882143"/>
              <a:gd name="connsiteX10407" fmla="*/ 2796311 w 12184002"/>
              <a:gd name="connsiteY10407" fmla="*/ 598141 h 3882143"/>
              <a:gd name="connsiteX10408" fmla="*/ 2796311 w 12184002"/>
              <a:gd name="connsiteY10408" fmla="*/ 63191 h 3882143"/>
              <a:gd name="connsiteX10409" fmla="*/ 2640125 w 12184002"/>
              <a:gd name="connsiteY10409" fmla="*/ 0 h 3882143"/>
              <a:gd name="connsiteX10410" fmla="*/ 2650799 w 12184002"/>
              <a:gd name="connsiteY10410" fmla="*/ 0 h 3882143"/>
              <a:gd name="connsiteX10411" fmla="*/ 2736579 w 12184002"/>
              <a:gd name="connsiteY10411" fmla="*/ 87083 h 3882143"/>
              <a:gd name="connsiteX10412" fmla="*/ 2736579 w 12184002"/>
              <a:gd name="connsiteY10412" fmla="*/ 652313 h 3882143"/>
              <a:gd name="connsiteX10413" fmla="*/ 2940012 w 12184002"/>
              <a:gd name="connsiteY10413" fmla="*/ 856521 h 3882143"/>
              <a:gd name="connsiteX10414" fmla="*/ 2955667 w 12184002"/>
              <a:gd name="connsiteY10414" fmla="*/ 849980 h 3882143"/>
              <a:gd name="connsiteX10415" fmla="*/ 2979935 w 12184002"/>
              <a:gd name="connsiteY10415" fmla="*/ 874399 h 3882143"/>
              <a:gd name="connsiteX10416" fmla="*/ 2955667 w 12184002"/>
              <a:gd name="connsiteY10416" fmla="*/ 898815 h 3882143"/>
              <a:gd name="connsiteX10417" fmla="*/ 2931399 w 12184002"/>
              <a:gd name="connsiteY10417" fmla="*/ 874399 h 3882143"/>
              <a:gd name="connsiteX10418" fmla="*/ 2936017 w 12184002"/>
              <a:gd name="connsiteY10418" fmla="*/ 863206 h 3882143"/>
              <a:gd name="connsiteX10419" fmla="*/ 2728989 w 12184002"/>
              <a:gd name="connsiteY10419" fmla="*/ 655469 h 3882143"/>
              <a:gd name="connsiteX10420" fmla="*/ 2728989 w 12184002"/>
              <a:gd name="connsiteY10420" fmla="*/ 90239 h 3882143"/>
              <a:gd name="connsiteX10421" fmla="*/ 2515461 w 12184002"/>
              <a:gd name="connsiteY10421" fmla="*/ 0 h 3882143"/>
              <a:gd name="connsiteX10422" fmla="*/ 2524382 w 12184002"/>
              <a:gd name="connsiteY10422" fmla="*/ 0 h 3882143"/>
              <a:gd name="connsiteX10423" fmla="*/ 2628461 w 12184002"/>
              <a:gd name="connsiteY10423" fmla="*/ 104514 h 3882143"/>
              <a:gd name="connsiteX10424" fmla="*/ 2628461 w 12184002"/>
              <a:gd name="connsiteY10424" fmla="*/ 761480 h 3882143"/>
              <a:gd name="connsiteX10425" fmla="*/ 2699612 w 12184002"/>
              <a:gd name="connsiteY10425" fmla="*/ 761480 h 3882143"/>
              <a:gd name="connsiteX10426" fmla="*/ 2703369 w 12184002"/>
              <a:gd name="connsiteY10426" fmla="*/ 765238 h 3882143"/>
              <a:gd name="connsiteX10427" fmla="*/ 2699612 w 12184002"/>
              <a:gd name="connsiteY10427" fmla="*/ 768995 h 3882143"/>
              <a:gd name="connsiteX10428" fmla="*/ 2620948 w 12184002"/>
              <a:gd name="connsiteY10428" fmla="*/ 768995 h 3882143"/>
              <a:gd name="connsiteX10429" fmla="*/ 2620948 w 12184002"/>
              <a:gd name="connsiteY10429" fmla="*/ 107595 h 3882143"/>
              <a:gd name="connsiteX10430" fmla="*/ 2515461 w 12184002"/>
              <a:gd name="connsiteY10430" fmla="*/ 1734 h 3882143"/>
              <a:gd name="connsiteX10431" fmla="*/ 2399155 w 12184002"/>
              <a:gd name="connsiteY10431" fmla="*/ 0 h 3882143"/>
              <a:gd name="connsiteX10432" fmla="*/ 2406667 w 12184002"/>
              <a:gd name="connsiteY10432" fmla="*/ 0 h 3882143"/>
              <a:gd name="connsiteX10433" fmla="*/ 2406667 w 12184002"/>
              <a:gd name="connsiteY10433" fmla="*/ 63943 h 3882143"/>
              <a:gd name="connsiteX10434" fmla="*/ 2518992 w 12184002"/>
              <a:gd name="connsiteY10434" fmla="*/ 176720 h 3882143"/>
              <a:gd name="connsiteX10435" fmla="*/ 2518992 w 12184002"/>
              <a:gd name="connsiteY10435" fmla="*/ 859754 h 3882143"/>
              <a:gd name="connsiteX10436" fmla="*/ 2809082 w 12184002"/>
              <a:gd name="connsiteY10436" fmla="*/ 859754 h 3882143"/>
              <a:gd name="connsiteX10437" fmla="*/ 2812838 w 12184002"/>
              <a:gd name="connsiteY10437" fmla="*/ 863512 h 3882143"/>
              <a:gd name="connsiteX10438" fmla="*/ 2809082 w 12184002"/>
              <a:gd name="connsiteY10438" fmla="*/ 867267 h 3882143"/>
              <a:gd name="connsiteX10439" fmla="*/ 2511478 w 12184002"/>
              <a:gd name="connsiteY10439" fmla="*/ 867267 h 3882143"/>
              <a:gd name="connsiteX10440" fmla="*/ 2511478 w 12184002"/>
              <a:gd name="connsiteY10440" fmla="*/ 179876 h 3882143"/>
              <a:gd name="connsiteX10441" fmla="*/ 2399155 w 12184002"/>
              <a:gd name="connsiteY10441" fmla="*/ 67099 h 3882143"/>
              <a:gd name="connsiteX10442" fmla="*/ 1882013 w 12184002"/>
              <a:gd name="connsiteY10442" fmla="*/ 0 h 3882143"/>
              <a:gd name="connsiteX10443" fmla="*/ 1889526 w 12184002"/>
              <a:gd name="connsiteY10443" fmla="*/ 0 h 3882143"/>
              <a:gd name="connsiteX10444" fmla="*/ 1889526 w 12184002"/>
              <a:gd name="connsiteY10444" fmla="*/ 248621 h 3882143"/>
              <a:gd name="connsiteX10445" fmla="*/ 1949031 w 12184002"/>
              <a:gd name="connsiteY10445" fmla="*/ 188890 h 3882143"/>
              <a:gd name="connsiteX10446" fmla="*/ 1987200 w 12184002"/>
              <a:gd name="connsiteY10446" fmla="*/ 188890 h 3882143"/>
              <a:gd name="connsiteX10447" fmla="*/ 1987200 w 12184002"/>
              <a:gd name="connsiteY10447" fmla="*/ 89564 h 3882143"/>
              <a:gd name="connsiteX10448" fmla="*/ 1964313 w 12184002"/>
              <a:gd name="connsiteY10448" fmla="*/ 89564 h 3882143"/>
              <a:gd name="connsiteX10449" fmla="*/ 1964434 w 12184002"/>
              <a:gd name="connsiteY10449" fmla="*/ 89856 h 3882143"/>
              <a:gd name="connsiteX10450" fmla="*/ 1940165 w 12184002"/>
              <a:gd name="connsiteY10450" fmla="*/ 114274 h 3882143"/>
              <a:gd name="connsiteX10451" fmla="*/ 1915898 w 12184002"/>
              <a:gd name="connsiteY10451" fmla="*/ 89856 h 3882143"/>
              <a:gd name="connsiteX10452" fmla="*/ 1940165 w 12184002"/>
              <a:gd name="connsiteY10452" fmla="*/ 65438 h 3882143"/>
              <a:gd name="connsiteX10453" fmla="*/ 1957315 w 12184002"/>
              <a:gd name="connsiteY10453" fmla="*/ 72577 h 3882143"/>
              <a:gd name="connsiteX10454" fmla="*/ 1961187 w 12184002"/>
              <a:gd name="connsiteY10454" fmla="*/ 81975 h 3882143"/>
              <a:gd name="connsiteX10455" fmla="*/ 1994712 w 12184002"/>
              <a:gd name="connsiteY10455" fmla="*/ 81975 h 3882143"/>
              <a:gd name="connsiteX10456" fmla="*/ 1994712 w 12184002"/>
              <a:gd name="connsiteY10456" fmla="*/ 188890 h 3882143"/>
              <a:gd name="connsiteX10457" fmla="*/ 2372708 w 12184002"/>
              <a:gd name="connsiteY10457" fmla="*/ 188890 h 3882143"/>
              <a:gd name="connsiteX10458" fmla="*/ 2443098 w 12184002"/>
              <a:gd name="connsiteY10458" fmla="*/ 257298 h 3882143"/>
              <a:gd name="connsiteX10459" fmla="*/ 2455429 w 12184002"/>
              <a:gd name="connsiteY10459" fmla="*/ 252144 h 3882143"/>
              <a:gd name="connsiteX10460" fmla="*/ 2479698 w 12184002"/>
              <a:gd name="connsiteY10460" fmla="*/ 276564 h 3882143"/>
              <a:gd name="connsiteX10461" fmla="*/ 2455429 w 12184002"/>
              <a:gd name="connsiteY10461" fmla="*/ 300980 h 3882143"/>
              <a:gd name="connsiteX10462" fmla="*/ 2431161 w 12184002"/>
              <a:gd name="connsiteY10462" fmla="*/ 276564 h 3882143"/>
              <a:gd name="connsiteX10463" fmla="*/ 2437161 w 12184002"/>
              <a:gd name="connsiteY10463" fmla="*/ 262024 h 3882143"/>
              <a:gd name="connsiteX10464" fmla="*/ 2369703 w 12184002"/>
              <a:gd name="connsiteY10464" fmla="*/ 196402 h 3882143"/>
              <a:gd name="connsiteX10465" fmla="*/ 1952188 w 12184002"/>
              <a:gd name="connsiteY10465" fmla="*/ 196402 h 3882143"/>
              <a:gd name="connsiteX10466" fmla="*/ 1882013 w 12184002"/>
              <a:gd name="connsiteY10466" fmla="*/ 266803 h 3882143"/>
              <a:gd name="connsiteX10467" fmla="*/ 1379371 w 12184002"/>
              <a:gd name="connsiteY10467" fmla="*/ 0 h 3882143"/>
              <a:gd name="connsiteX10468" fmla="*/ 1386809 w 12184002"/>
              <a:gd name="connsiteY10468" fmla="*/ 0 h 3882143"/>
              <a:gd name="connsiteX10469" fmla="*/ 1386809 w 12184002"/>
              <a:gd name="connsiteY10469" fmla="*/ 182504 h 3882143"/>
              <a:gd name="connsiteX10470" fmla="*/ 1447291 w 12184002"/>
              <a:gd name="connsiteY10470" fmla="*/ 243212 h 3882143"/>
              <a:gd name="connsiteX10471" fmla="*/ 1447291 w 12184002"/>
              <a:gd name="connsiteY10471" fmla="*/ 359142 h 3882143"/>
              <a:gd name="connsiteX10472" fmla="*/ 1349318 w 12184002"/>
              <a:gd name="connsiteY10472" fmla="*/ 457414 h 3882143"/>
              <a:gd name="connsiteX10473" fmla="*/ 1349318 w 12184002"/>
              <a:gd name="connsiteY10473" fmla="*/ 483036 h 3882143"/>
              <a:gd name="connsiteX10474" fmla="*/ 1351348 w 12184002"/>
              <a:gd name="connsiteY10474" fmla="*/ 481007 h 3882143"/>
              <a:gd name="connsiteX10475" fmla="*/ 1444888 w 12184002"/>
              <a:gd name="connsiteY10475" fmla="*/ 481007 h 3882143"/>
              <a:gd name="connsiteX10476" fmla="*/ 1529113 w 12184002"/>
              <a:gd name="connsiteY10476" fmla="*/ 396483 h 3882143"/>
              <a:gd name="connsiteX10477" fmla="*/ 1529113 w 12184002"/>
              <a:gd name="connsiteY10477" fmla="*/ 217441 h 3882143"/>
              <a:gd name="connsiteX10478" fmla="*/ 1458562 w 12184002"/>
              <a:gd name="connsiteY10478" fmla="*/ 146591 h 3882143"/>
              <a:gd name="connsiteX10479" fmla="*/ 1458562 w 12184002"/>
              <a:gd name="connsiteY10479" fmla="*/ 0 h 3882143"/>
              <a:gd name="connsiteX10480" fmla="*/ 1466075 w 12184002"/>
              <a:gd name="connsiteY10480" fmla="*/ 0 h 3882143"/>
              <a:gd name="connsiteX10481" fmla="*/ 1466075 w 12184002"/>
              <a:gd name="connsiteY10481" fmla="*/ 39150 h 3882143"/>
              <a:gd name="connsiteX10482" fmla="*/ 1466601 w 12184002"/>
              <a:gd name="connsiteY10482" fmla="*/ 38624 h 3882143"/>
              <a:gd name="connsiteX10483" fmla="*/ 1586288 w 12184002"/>
              <a:gd name="connsiteY10483" fmla="*/ 38624 h 3882143"/>
              <a:gd name="connsiteX10484" fmla="*/ 1737488 w 12184002"/>
              <a:gd name="connsiteY10484" fmla="*/ 190370 h 3882143"/>
              <a:gd name="connsiteX10485" fmla="*/ 1746623 w 12184002"/>
              <a:gd name="connsiteY10485" fmla="*/ 186553 h 3882143"/>
              <a:gd name="connsiteX10486" fmla="*/ 1770892 w 12184002"/>
              <a:gd name="connsiteY10486" fmla="*/ 210972 h 3882143"/>
              <a:gd name="connsiteX10487" fmla="*/ 1746623 w 12184002"/>
              <a:gd name="connsiteY10487" fmla="*/ 235389 h 3882143"/>
              <a:gd name="connsiteX10488" fmla="*/ 1722355 w 12184002"/>
              <a:gd name="connsiteY10488" fmla="*/ 210972 h 3882143"/>
              <a:gd name="connsiteX10489" fmla="*/ 1729475 w 12184002"/>
              <a:gd name="connsiteY10489" fmla="*/ 193720 h 3882143"/>
              <a:gd name="connsiteX10490" fmla="*/ 1729969 w 12184002"/>
              <a:gd name="connsiteY10490" fmla="*/ 193512 h 3882143"/>
              <a:gd name="connsiteX10491" fmla="*/ 1583132 w 12184002"/>
              <a:gd name="connsiteY10491" fmla="*/ 46137 h 3882143"/>
              <a:gd name="connsiteX10492" fmla="*/ 1466601 w 12184002"/>
              <a:gd name="connsiteY10492" fmla="*/ 46137 h 3882143"/>
              <a:gd name="connsiteX10493" fmla="*/ 1466075 w 12184002"/>
              <a:gd name="connsiteY10493" fmla="*/ 45610 h 3882143"/>
              <a:gd name="connsiteX10494" fmla="*/ 1466075 w 12184002"/>
              <a:gd name="connsiteY10494" fmla="*/ 143434 h 3882143"/>
              <a:gd name="connsiteX10495" fmla="*/ 1536626 w 12184002"/>
              <a:gd name="connsiteY10495" fmla="*/ 214285 h 3882143"/>
              <a:gd name="connsiteX10496" fmla="*/ 1536626 w 12184002"/>
              <a:gd name="connsiteY10496" fmla="*/ 399564 h 3882143"/>
              <a:gd name="connsiteX10497" fmla="*/ 1447969 w 12184002"/>
              <a:gd name="connsiteY10497" fmla="*/ 488521 h 3882143"/>
              <a:gd name="connsiteX10498" fmla="*/ 1351348 w 12184002"/>
              <a:gd name="connsiteY10498" fmla="*/ 488521 h 3882143"/>
              <a:gd name="connsiteX10499" fmla="*/ 1349318 w 12184002"/>
              <a:gd name="connsiteY10499" fmla="*/ 486491 h 3882143"/>
              <a:gd name="connsiteX10500" fmla="*/ 1349318 w 12184002"/>
              <a:gd name="connsiteY10500" fmla="*/ 766515 h 3882143"/>
              <a:gd name="connsiteX10501" fmla="*/ 1813491 w 12184002"/>
              <a:gd name="connsiteY10501" fmla="*/ 1232409 h 3882143"/>
              <a:gd name="connsiteX10502" fmla="*/ 1814619 w 12184002"/>
              <a:gd name="connsiteY10502" fmla="*/ 1231280 h 3882143"/>
              <a:gd name="connsiteX10503" fmla="*/ 1814619 w 12184002"/>
              <a:gd name="connsiteY10503" fmla="*/ 1231356 h 3882143"/>
              <a:gd name="connsiteX10504" fmla="*/ 1818375 w 12184002"/>
              <a:gd name="connsiteY10504" fmla="*/ 1235113 h 3882143"/>
              <a:gd name="connsiteX10505" fmla="*/ 1818375 w 12184002"/>
              <a:gd name="connsiteY10505" fmla="*/ 1237309 h 3882143"/>
              <a:gd name="connsiteX10506" fmla="*/ 1874273 w 12184002"/>
              <a:gd name="connsiteY10506" fmla="*/ 1293417 h 3882143"/>
              <a:gd name="connsiteX10507" fmla="*/ 1961614 w 12184002"/>
              <a:gd name="connsiteY10507" fmla="*/ 1293417 h 3882143"/>
              <a:gd name="connsiteX10508" fmla="*/ 1420637 w 12184002"/>
              <a:gd name="connsiteY10508" fmla="*/ 750502 h 3882143"/>
              <a:gd name="connsiteX10509" fmla="*/ 1409800 w 12184002"/>
              <a:gd name="connsiteY10509" fmla="*/ 755011 h 3882143"/>
              <a:gd name="connsiteX10510" fmla="*/ 1385532 w 12184002"/>
              <a:gd name="connsiteY10510" fmla="*/ 730593 h 3882143"/>
              <a:gd name="connsiteX10511" fmla="*/ 1409800 w 12184002"/>
              <a:gd name="connsiteY10511" fmla="*/ 706175 h 3882143"/>
              <a:gd name="connsiteX10512" fmla="*/ 1434068 w 12184002"/>
              <a:gd name="connsiteY10512" fmla="*/ 730593 h 3882143"/>
              <a:gd name="connsiteX10513" fmla="*/ 1427453 w 12184002"/>
              <a:gd name="connsiteY10513" fmla="*/ 746652 h 3882143"/>
              <a:gd name="connsiteX10514" fmla="*/ 1972265 w 12184002"/>
              <a:gd name="connsiteY10514" fmla="*/ 1293417 h 3882143"/>
              <a:gd name="connsiteX10515" fmla="*/ 2099448 w 12184002"/>
              <a:gd name="connsiteY10515" fmla="*/ 1293417 h 3882143"/>
              <a:gd name="connsiteX10516" fmla="*/ 2099448 w 12184002"/>
              <a:gd name="connsiteY10516" fmla="*/ 1115801 h 3882143"/>
              <a:gd name="connsiteX10517" fmla="*/ 2006585 w 12184002"/>
              <a:gd name="connsiteY10517" fmla="*/ 1115801 h 3882143"/>
              <a:gd name="connsiteX10518" fmla="*/ 1520397 w 12184002"/>
              <a:gd name="connsiteY10518" fmla="*/ 627894 h 3882143"/>
              <a:gd name="connsiteX10519" fmla="*/ 1520397 w 12184002"/>
              <a:gd name="connsiteY10519" fmla="*/ 523533 h 3882143"/>
              <a:gd name="connsiteX10520" fmla="*/ 1591774 w 12184002"/>
              <a:gd name="connsiteY10520" fmla="*/ 451930 h 3882143"/>
              <a:gd name="connsiteX10521" fmla="*/ 1591849 w 12184002"/>
              <a:gd name="connsiteY10521" fmla="*/ 452080 h 3882143"/>
              <a:gd name="connsiteX10522" fmla="*/ 1781785 w 12184002"/>
              <a:gd name="connsiteY10522" fmla="*/ 452080 h 3882143"/>
              <a:gd name="connsiteX10523" fmla="*/ 1779757 w 12184002"/>
              <a:gd name="connsiteY10523" fmla="*/ 450051 h 3882143"/>
              <a:gd name="connsiteX10524" fmla="*/ 1779757 w 12184002"/>
              <a:gd name="connsiteY10524" fmla="*/ 375746 h 3882143"/>
              <a:gd name="connsiteX10525" fmla="*/ 1702821 w 12184002"/>
              <a:gd name="connsiteY10525" fmla="*/ 375746 h 3882143"/>
              <a:gd name="connsiteX10526" fmla="*/ 1699064 w 12184002"/>
              <a:gd name="connsiteY10526" fmla="*/ 371991 h 3882143"/>
              <a:gd name="connsiteX10527" fmla="*/ 1702821 w 12184002"/>
              <a:gd name="connsiteY10527" fmla="*/ 368233 h 3882143"/>
              <a:gd name="connsiteX10528" fmla="*/ 1779757 w 12184002"/>
              <a:gd name="connsiteY10528" fmla="*/ 368233 h 3882143"/>
              <a:gd name="connsiteX10529" fmla="*/ 1779757 w 12184002"/>
              <a:gd name="connsiteY10529" fmla="*/ 291899 h 3882143"/>
              <a:gd name="connsiteX10530" fmla="*/ 1614464 w 12184002"/>
              <a:gd name="connsiteY10530" fmla="*/ 291899 h 3882143"/>
              <a:gd name="connsiteX10531" fmla="*/ 1614464 w 12184002"/>
              <a:gd name="connsiteY10531" fmla="*/ 380629 h 3882143"/>
              <a:gd name="connsiteX10532" fmla="*/ 1610707 w 12184002"/>
              <a:gd name="connsiteY10532" fmla="*/ 384386 h 3882143"/>
              <a:gd name="connsiteX10533" fmla="*/ 1606950 w 12184002"/>
              <a:gd name="connsiteY10533" fmla="*/ 380629 h 3882143"/>
              <a:gd name="connsiteX10534" fmla="*/ 1606950 w 12184002"/>
              <a:gd name="connsiteY10534" fmla="*/ 284385 h 3882143"/>
              <a:gd name="connsiteX10535" fmla="*/ 1685035 w 12184002"/>
              <a:gd name="connsiteY10535" fmla="*/ 284385 h 3882143"/>
              <a:gd name="connsiteX10536" fmla="*/ 1538805 w 12184002"/>
              <a:gd name="connsiteY10536" fmla="*/ 137648 h 3882143"/>
              <a:gd name="connsiteX10537" fmla="*/ 1538805 w 12184002"/>
              <a:gd name="connsiteY10537" fmla="*/ 132313 h 3882143"/>
              <a:gd name="connsiteX10538" fmla="*/ 1541435 w 12184002"/>
              <a:gd name="connsiteY10538" fmla="*/ 131186 h 3882143"/>
              <a:gd name="connsiteX10539" fmla="*/ 1541510 w 12184002"/>
              <a:gd name="connsiteY10539" fmla="*/ 131186 h 3882143"/>
              <a:gd name="connsiteX10540" fmla="*/ 1544139 w 12184002"/>
              <a:gd name="connsiteY10540" fmla="*/ 132313 h 3882143"/>
              <a:gd name="connsiteX10541" fmla="*/ 1695687 w 12184002"/>
              <a:gd name="connsiteY10541" fmla="*/ 284385 h 3882143"/>
              <a:gd name="connsiteX10542" fmla="*/ 1787270 w 12184002"/>
              <a:gd name="connsiteY10542" fmla="*/ 284385 h 3882143"/>
              <a:gd name="connsiteX10543" fmla="*/ 1787270 w 12184002"/>
              <a:gd name="connsiteY10543" fmla="*/ 450051 h 3882143"/>
              <a:gd name="connsiteX10544" fmla="*/ 1785241 w 12184002"/>
              <a:gd name="connsiteY10544" fmla="*/ 452080 h 3882143"/>
              <a:gd name="connsiteX10545" fmla="*/ 1841142 w 12184002"/>
              <a:gd name="connsiteY10545" fmla="*/ 452080 h 3882143"/>
              <a:gd name="connsiteX10546" fmla="*/ 1844898 w 12184002"/>
              <a:gd name="connsiteY10546" fmla="*/ 455837 h 3882143"/>
              <a:gd name="connsiteX10547" fmla="*/ 1841142 w 12184002"/>
              <a:gd name="connsiteY10547" fmla="*/ 459593 h 3882143"/>
              <a:gd name="connsiteX10548" fmla="*/ 1594930 w 12184002"/>
              <a:gd name="connsiteY10548" fmla="*/ 459593 h 3882143"/>
              <a:gd name="connsiteX10549" fmla="*/ 1527986 w 12184002"/>
              <a:gd name="connsiteY10549" fmla="*/ 526763 h 3882143"/>
              <a:gd name="connsiteX10550" fmla="*/ 1527986 w 12184002"/>
              <a:gd name="connsiteY10550" fmla="*/ 624813 h 3882143"/>
              <a:gd name="connsiteX10551" fmla="*/ 2009741 w 12184002"/>
              <a:gd name="connsiteY10551" fmla="*/ 1108287 h 3882143"/>
              <a:gd name="connsiteX10552" fmla="*/ 2099448 w 12184002"/>
              <a:gd name="connsiteY10552" fmla="*/ 1108287 h 3882143"/>
              <a:gd name="connsiteX10553" fmla="*/ 2099448 w 12184002"/>
              <a:gd name="connsiteY10553" fmla="*/ 835486 h 3882143"/>
              <a:gd name="connsiteX10554" fmla="*/ 1983443 w 12184002"/>
              <a:gd name="connsiteY10554" fmla="*/ 835112 h 3882143"/>
              <a:gd name="connsiteX10555" fmla="*/ 1888400 w 12184002"/>
              <a:gd name="connsiteY10555" fmla="*/ 788831 h 3882143"/>
              <a:gd name="connsiteX10556" fmla="*/ 1886670 w 12184002"/>
              <a:gd name="connsiteY10556" fmla="*/ 783793 h 3882143"/>
              <a:gd name="connsiteX10557" fmla="*/ 1891705 w 12184002"/>
              <a:gd name="connsiteY10557" fmla="*/ 782068 h 3882143"/>
              <a:gd name="connsiteX10558" fmla="*/ 1985996 w 12184002"/>
              <a:gd name="connsiteY10558" fmla="*/ 827974 h 3882143"/>
              <a:gd name="connsiteX10559" fmla="*/ 2107037 w 12184002"/>
              <a:gd name="connsiteY10559" fmla="*/ 827974 h 3882143"/>
              <a:gd name="connsiteX10560" fmla="*/ 2107037 w 12184002"/>
              <a:gd name="connsiteY10560" fmla="*/ 1301004 h 3882143"/>
              <a:gd name="connsiteX10561" fmla="*/ 1976981 w 12184002"/>
              <a:gd name="connsiteY10561" fmla="*/ 1301004 h 3882143"/>
              <a:gd name="connsiteX10562" fmla="*/ 1976981 w 12184002"/>
              <a:gd name="connsiteY10562" fmla="*/ 1303484 h 3882143"/>
              <a:gd name="connsiteX10563" fmla="*/ 1971646 w 12184002"/>
              <a:gd name="connsiteY10563" fmla="*/ 1303484 h 3882143"/>
              <a:gd name="connsiteX10564" fmla="*/ 1969175 w 12184002"/>
              <a:gd name="connsiteY10564" fmla="*/ 1301004 h 3882143"/>
              <a:gd name="connsiteX10565" fmla="*/ 1871269 w 12184002"/>
              <a:gd name="connsiteY10565" fmla="*/ 1301004 h 3882143"/>
              <a:gd name="connsiteX10566" fmla="*/ 1818375 w 12184002"/>
              <a:gd name="connsiteY10566" fmla="*/ 1247915 h 3882143"/>
              <a:gd name="connsiteX10567" fmla="*/ 1818375 w 12184002"/>
              <a:gd name="connsiteY10567" fmla="*/ 1462239 h 3882143"/>
              <a:gd name="connsiteX10568" fmla="*/ 1818375 w 12184002"/>
              <a:gd name="connsiteY10568" fmla="*/ 1525502 h 3882143"/>
              <a:gd name="connsiteX10569" fmla="*/ 1911165 w 12184002"/>
              <a:gd name="connsiteY10569" fmla="*/ 1525502 h 3882143"/>
              <a:gd name="connsiteX10570" fmla="*/ 1911165 w 12184002"/>
              <a:gd name="connsiteY10570" fmla="*/ 1868110 h 3882143"/>
              <a:gd name="connsiteX10571" fmla="*/ 2118909 w 12184002"/>
              <a:gd name="connsiteY10571" fmla="*/ 1868110 h 3882143"/>
              <a:gd name="connsiteX10572" fmla="*/ 2122665 w 12184002"/>
              <a:gd name="connsiteY10572" fmla="*/ 1871866 h 3882143"/>
              <a:gd name="connsiteX10573" fmla="*/ 2118909 w 12184002"/>
              <a:gd name="connsiteY10573" fmla="*/ 1875622 h 3882143"/>
              <a:gd name="connsiteX10574" fmla="*/ 1903652 w 12184002"/>
              <a:gd name="connsiteY10574" fmla="*/ 1875622 h 3882143"/>
              <a:gd name="connsiteX10575" fmla="*/ 1903652 w 12184002"/>
              <a:gd name="connsiteY10575" fmla="*/ 1696881 h 3882143"/>
              <a:gd name="connsiteX10576" fmla="*/ 1844447 w 12184002"/>
              <a:gd name="connsiteY10576" fmla="*/ 1696881 h 3882143"/>
              <a:gd name="connsiteX10577" fmla="*/ 1844447 w 12184002"/>
              <a:gd name="connsiteY10577" fmla="*/ 1906017 h 3882143"/>
              <a:gd name="connsiteX10578" fmla="*/ 1851753 w 12184002"/>
              <a:gd name="connsiteY10578" fmla="*/ 1909057 h 3882143"/>
              <a:gd name="connsiteX10579" fmla="*/ 1858872 w 12184002"/>
              <a:gd name="connsiteY10579" fmla="*/ 1926338 h 3882143"/>
              <a:gd name="connsiteX10580" fmla="*/ 1852802 w 12184002"/>
              <a:gd name="connsiteY10580" fmla="*/ 1941072 h 3882143"/>
              <a:gd name="connsiteX10581" fmla="*/ 1858872 w 12184002"/>
              <a:gd name="connsiteY10581" fmla="*/ 1955805 h 3882143"/>
              <a:gd name="connsiteX10582" fmla="*/ 1851753 w 12184002"/>
              <a:gd name="connsiteY10582" fmla="*/ 1973086 h 3882143"/>
              <a:gd name="connsiteX10583" fmla="*/ 1844447 w 12184002"/>
              <a:gd name="connsiteY10583" fmla="*/ 1976126 h 3882143"/>
              <a:gd name="connsiteX10584" fmla="*/ 1844447 w 12184002"/>
              <a:gd name="connsiteY10584" fmla="*/ 2185262 h 3882143"/>
              <a:gd name="connsiteX10585" fmla="*/ 1903652 w 12184002"/>
              <a:gd name="connsiteY10585" fmla="*/ 2185262 h 3882143"/>
              <a:gd name="connsiteX10586" fmla="*/ 1903652 w 12184002"/>
              <a:gd name="connsiteY10586" fmla="*/ 2006521 h 3882143"/>
              <a:gd name="connsiteX10587" fmla="*/ 2118909 w 12184002"/>
              <a:gd name="connsiteY10587" fmla="*/ 2006521 h 3882143"/>
              <a:gd name="connsiteX10588" fmla="*/ 2122665 w 12184002"/>
              <a:gd name="connsiteY10588" fmla="*/ 2010277 h 3882143"/>
              <a:gd name="connsiteX10589" fmla="*/ 2118909 w 12184002"/>
              <a:gd name="connsiteY10589" fmla="*/ 2014034 h 3882143"/>
              <a:gd name="connsiteX10590" fmla="*/ 1911165 w 12184002"/>
              <a:gd name="connsiteY10590" fmla="*/ 2014034 h 3882143"/>
              <a:gd name="connsiteX10591" fmla="*/ 1911165 w 12184002"/>
              <a:gd name="connsiteY10591" fmla="*/ 2356641 h 3882143"/>
              <a:gd name="connsiteX10592" fmla="*/ 1818375 w 12184002"/>
              <a:gd name="connsiteY10592" fmla="*/ 2356641 h 3882143"/>
              <a:gd name="connsiteX10593" fmla="*/ 1818375 w 12184002"/>
              <a:gd name="connsiteY10593" fmla="*/ 2419904 h 3882143"/>
              <a:gd name="connsiteX10594" fmla="*/ 1818375 w 12184002"/>
              <a:gd name="connsiteY10594" fmla="*/ 2634228 h 3882143"/>
              <a:gd name="connsiteX10595" fmla="*/ 1871269 w 12184002"/>
              <a:gd name="connsiteY10595" fmla="*/ 2581139 h 3882143"/>
              <a:gd name="connsiteX10596" fmla="*/ 1969175 w 12184002"/>
              <a:gd name="connsiteY10596" fmla="*/ 2581139 h 3882143"/>
              <a:gd name="connsiteX10597" fmla="*/ 1971646 w 12184002"/>
              <a:gd name="connsiteY10597" fmla="*/ 2578659 h 3882143"/>
              <a:gd name="connsiteX10598" fmla="*/ 1976981 w 12184002"/>
              <a:gd name="connsiteY10598" fmla="*/ 2578659 h 3882143"/>
              <a:gd name="connsiteX10599" fmla="*/ 1976981 w 12184002"/>
              <a:gd name="connsiteY10599" fmla="*/ 2581139 h 3882143"/>
              <a:gd name="connsiteX10600" fmla="*/ 2107037 w 12184002"/>
              <a:gd name="connsiteY10600" fmla="*/ 2581139 h 3882143"/>
              <a:gd name="connsiteX10601" fmla="*/ 2107037 w 12184002"/>
              <a:gd name="connsiteY10601" fmla="*/ 3054169 h 3882143"/>
              <a:gd name="connsiteX10602" fmla="*/ 1985996 w 12184002"/>
              <a:gd name="connsiteY10602" fmla="*/ 3054169 h 3882143"/>
              <a:gd name="connsiteX10603" fmla="*/ 1891705 w 12184002"/>
              <a:gd name="connsiteY10603" fmla="*/ 3100075 h 3882143"/>
              <a:gd name="connsiteX10604" fmla="*/ 1886670 w 12184002"/>
              <a:gd name="connsiteY10604" fmla="*/ 3098350 h 3882143"/>
              <a:gd name="connsiteX10605" fmla="*/ 1888400 w 12184002"/>
              <a:gd name="connsiteY10605" fmla="*/ 3093312 h 3882143"/>
              <a:gd name="connsiteX10606" fmla="*/ 1983443 w 12184002"/>
              <a:gd name="connsiteY10606" fmla="*/ 3047032 h 3882143"/>
              <a:gd name="connsiteX10607" fmla="*/ 2099448 w 12184002"/>
              <a:gd name="connsiteY10607" fmla="*/ 3046658 h 3882143"/>
              <a:gd name="connsiteX10608" fmla="*/ 2099448 w 12184002"/>
              <a:gd name="connsiteY10608" fmla="*/ 2773856 h 3882143"/>
              <a:gd name="connsiteX10609" fmla="*/ 2009741 w 12184002"/>
              <a:gd name="connsiteY10609" fmla="*/ 2773856 h 3882143"/>
              <a:gd name="connsiteX10610" fmla="*/ 1527986 w 12184002"/>
              <a:gd name="connsiteY10610" fmla="*/ 3257330 h 3882143"/>
              <a:gd name="connsiteX10611" fmla="*/ 1527986 w 12184002"/>
              <a:gd name="connsiteY10611" fmla="*/ 3355380 h 3882143"/>
              <a:gd name="connsiteX10612" fmla="*/ 1594930 w 12184002"/>
              <a:gd name="connsiteY10612" fmla="*/ 3422550 h 3882143"/>
              <a:gd name="connsiteX10613" fmla="*/ 1841142 w 12184002"/>
              <a:gd name="connsiteY10613" fmla="*/ 3422550 h 3882143"/>
              <a:gd name="connsiteX10614" fmla="*/ 1844898 w 12184002"/>
              <a:gd name="connsiteY10614" fmla="*/ 3426306 h 3882143"/>
              <a:gd name="connsiteX10615" fmla="*/ 1841142 w 12184002"/>
              <a:gd name="connsiteY10615" fmla="*/ 3430063 h 3882143"/>
              <a:gd name="connsiteX10616" fmla="*/ 1785241 w 12184002"/>
              <a:gd name="connsiteY10616" fmla="*/ 3430063 h 3882143"/>
              <a:gd name="connsiteX10617" fmla="*/ 1787270 w 12184002"/>
              <a:gd name="connsiteY10617" fmla="*/ 3432092 h 3882143"/>
              <a:gd name="connsiteX10618" fmla="*/ 1787270 w 12184002"/>
              <a:gd name="connsiteY10618" fmla="*/ 3597758 h 3882143"/>
              <a:gd name="connsiteX10619" fmla="*/ 1695687 w 12184002"/>
              <a:gd name="connsiteY10619" fmla="*/ 3597758 h 3882143"/>
              <a:gd name="connsiteX10620" fmla="*/ 1544139 w 12184002"/>
              <a:gd name="connsiteY10620" fmla="*/ 3749831 h 3882143"/>
              <a:gd name="connsiteX10621" fmla="*/ 1541510 w 12184002"/>
              <a:gd name="connsiteY10621" fmla="*/ 3750957 h 3882143"/>
              <a:gd name="connsiteX10622" fmla="*/ 1541435 w 12184002"/>
              <a:gd name="connsiteY10622" fmla="*/ 3750957 h 3882143"/>
              <a:gd name="connsiteX10623" fmla="*/ 1538805 w 12184002"/>
              <a:gd name="connsiteY10623" fmla="*/ 3749831 h 3882143"/>
              <a:gd name="connsiteX10624" fmla="*/ 1538805 w 12184002"/>
              <a:gd name="connsiteY10624" fmla="*/ 3744496 h 3882143"/>
              <a:gd name="connsiteX10625" fmla="*/ 1685035 w 12184002"/>
              <a:gd name="connsiteY10625" fmla="*/ 3597758 h 3882143"/>
              <a:gd name="connsiteX10626" fmla="*/ 1606950 w 12184002"/>
              <a:gd name="connsiteY10626" fmla="*/ 3597758 h 3882143"/>
              <a:gd name="connsiteX10627" fmla="*/ 1606950 w 12184002"/>
              <a:gd name="connsiteY10627" fmla="*/ 3501514 h 3882143"/>
              <a:gd name="connsiteX10628" fmla="*/ 1610707 w 12184002"/>
              <a:gd name="connsiteY10628" fmla="*/ 3497757 h 3882143"/>
              <a:gd name="connsiteX10629" fmla="*/ 1614464 w 12184002"/>
              <a:gd name="connsiteY10629" fmla="*/ 3501514 h 3882143"/>
              <a:gd name="connsiteX10630" fmla="*/ 1614464 w 12184002"/>
              <a:gd name="connsiteY10630" fmla="*/ 3590245 h 3882143"/>
              <a:gd name="connsiteX10631" fmla="*/ 1779757 w 12184002"/>
              <a:gd name="connsiteY10631" fmla="*/ 3590245 h 3882143"/>
              <a:gd name="connsiteX10632" fmla="*/ 1779757 w 12184002"/>
              <a:gd name="connsiteY10632" fmla="*/ 3513910 h 3882143"/>
              <a:gd name="connsiteX10633" fmla="*/ 1702821 w 12184002"/>
              <a:gd name="connsiteY10633" fmla="*/ 3513910 h 3882143"/>
              <a:gd name="connsiteX10634" fmla="*/ 1699064 w 12184002"/>
              <a:gd name="connsiteY10634" fmla="*/ 3510152 h 3882143"/>
              <a:gd name="connsiteX10635" fmla="*/ 1702821 w 12184002"/>
              <a:gd name="connsiteY10635" fmla="*/ 3506398 h 3882143"/>
              <a:gd name="connsiteX10636" fmla="*/ 1779757 w 12184002"/>
              <a:gd name="connsiteY10636" fmla="*/ 3506398 h 3882143"/>
              <a:gd name="connsiteX10637" fmla="*/ 1779757 w 12184002"/>
              <a:gd name="connsiteY10637" fmla="*/ 3432092 h 3882143"/>
              <a:gd name="connsiteX10638" fmla="*/ 1781785 w 12184002"/>
              <a:gd name="connsiteY10638" fmla="*/ 3430063 h 3882143"/>
              <a:gd name="connsiteX10639" fmla="*/ 1591849 w 12184002"/>
              <a:gd name="connsiteY10639" fmla="*/ 3430063 h 3882143"/>
              <a:gd name="connsiteX10640" fmla="*/ 1591774 w 12184002"/>
              <a:gd name="connsiteY10640" fmla="*/ 3430213 h 3882143"/>
              <a:gd name="connsiteX10641" fmla="*/ 1520397 w 12184002"/>
              <a:gd name="connsiteY10641" fmla="*/ 3358610 h 3882143"/>
              <a:gd name="connsiteX10642" fmla="*/ 1520397 w 12184002"/>
              <a:gd name="connsiteY10642" fmla="*/ 3254249 h 3882143"/>
              <a:gd name="connsiteX10643" fmla="*/ 2006585 w 12184002"/>
              <a:gd name="connsiteY10643" fmla="*/ 2766342 h 3882143"/>
              <a:gd name="connsiteX10644" fmla="*/ 2099448 w 12184002"/>
              <a:gd name="connsiteY10644" fmla="*/ 2766342 h 3882143"/>
              <a:gd name="connsiteX10645" fmla="*/ 2099448 w 12184002"/>
              <a:gd name="connsiteY10645" fmla="*/ 2588727 h 3882143"/>
              <a:gd name="connsiteX10646" fmla="*/ 1972265 w 12184002"/>
              <a:gd name="connsiteY10646" fmla="*/ 2588727 h 3882143"/>
              <a:gd name="connsiteX10647" fmla="*/ 1427453 w 12184002"/>
              <a:gd name="connsiteY10647" fmla="*/ 3135491 h 3882143"/>
              <a:gd name="connsiteX10648" fmla="*/ 1434068 w 12184002"/>
              <a:gd name="connsiteY10648" fmla="*/ 3151550 h 3882143"/>
              <a:gd name="connsiteX10649" fmla="*/ 1409800 w 12184002"/>
              <a:gd name="connsiteY10649" fmla="*/ 3175968 h 3882143"/>
              <a:gd name="connsiteX10650" fmla="*/ 1385532 w 12184002"/>
              <a:gd name="connsiteY10650" fmla="*/ 3151550 h 3882143"/>
              <a:gd name="connsiteX10651" fmla="*/ 1409800 w 12184002"/>
              <a:gd name="connsiteY10651" fmla="*/ 3127132 h 3882143"/>
              <a:gd name="connsiteX10652" fmla="*/ 1420637 w 12184002"/>
              <a:gd name="connsiteY10652" fmla="*/ 3131642 h 3882143"/>
              <a:gd name="connsiteX10653" fmla="*/ 1961614 w 12184002"/>
              <a:gd name="connsiteY10653" fmla="*/ 2588727 h 3882143"/>
              <a:gd name="connsiteX10654" fmla="*/ 1874273 w 12184002"/>
              <a:gd name="connsiteY10654" fmla="*/ 2588727 h 3882143"/>
              <a:gd name="connsiteX10655" fmla="*/ 1818375 w 12184002"/>
              <a:gd name="connsiteY10655" fmla="*/ 2644834 h 3882143"/>
              <a:gd name="connsiteX10656" fmla="*/ 1818375 w 12184002"/>
              <a:gd name="connsiteY10656" fmla="*/ 2647031 h 3882143"/>
              <a:gd name="connsiteX10657" fmla="*/ 1814619 w 12184002"/>
              <a:gd name="connsiteY10657" fmla="*/ 2650788 h 3882143"/>
              <a:gd name="connsiteX10658" fmla="*/ 1814619 w 12184002"/>
              <a:gd name="connsiteY10658" fmla="*/ 2650863 h 3882143"/>
              <a:gd name="connsiteX10659" fmla="*/ 1813491 w 12184002"/>
              <a:gd name="connsiteY10659" fmla="*/ 2649734 h 3882143"/>
              <a:gd name="connsiteX10660" fmla="*/ 1349318 w 12184002"/>
              <a:gd name="connsiteY10660" fmla="*/ 3115629 h 3882143"/>
              <a:gd name="connsiteX10661" fmla="*/ 1349318 w 12184002"/>
              <a:gd name="connsiteY10661" fmla="*/ 3395652 h 3882143"/>
              <a:gd name="connsiteX10662" fmla="*/ 1351348 w 12184002"/>
              <a:gd name="connsiteY10662" fmla="*/ 3393622 h 3882143"/>
              <a:gd name="connsiteX10663" fmla="*/ 1447969 w 12184002"/>
              <a:gd name="connsiteY10663" fmla="*/ 3393622 h 3882143"/>
              <a:gd name="connsiteX10664" fmla="*/ 1536626 w 12184002"/>
              <a:gd name="connsiteY10664" fmla="*/ 3482580 h 3882143"/>
              <a:gd name="connsiteX10665" fmla="*/ 1536626 w 12184002"/>
              <a:gd name="connsiteY10665" fmla="*/ 3667858 h 3882143"/>
              <a:gd name="connsiteX10666" fmla="*/ 1466075 w 12184002"/>
              <a:gd name="connsiteY10666" fmla="*/ 3738709 h 3882143"/>
              <a:gd name="connsiteX10667" fmla="*/ 1466075 w 12184002"/>
              <a:gd name="connsiteY10667" fmla="*/ 3836533 h 3882143"/>
              <a:gd name="connsiteX10668" fmla="*/ 1466601 w 12184002"/>
              <a:gd name="connsiteY10668" fmla="*/ 3836007 h 3882143"/>
              <a:gd name="connsiteX10669" fmla="*/ 1583132 w 12184002"/>
              <a:gd name="connsiteY10669" fmla="*/ 3836007 h 3882143"/>
              <a:gd name="connsiteX10670" fmla="*/ 1729969 w 12184002"/>
              <a:gd name="connsiteY10670" fmla="*/ 3688632 h 3882143"/>
              <a:gd name="connsiteX10671" fmla="*/ 1729475 w 12184002"/>
              <a:gd name="connsiteY10671" fmla="*/ 3688423 h 3882143"/>
              <a:gd name="connsiteX10672" fmla="*/ 1722355 w 12184002"/>
              <a:gd name="connsiteY10672" fmla="*/ 3671171 h 3882143"/>
              <a:gd name="connsiteX10673" fmla="*/ 1746623 w 12184002"/>
              <a:gd name="connsiteY10673" fmla="*/ 3646754 h 3882143"/>
              <a:gd name="connsiteX10674" fmla="*/ 1770892 w 12184002"/>
              <a:gd name="connsiteY10674" fmla="*/ 3671171 h 3882143"/>
              <a:gd name="connsiteX10675" fmla="*/ 1746623 w 12184002"/>
              <a:gd name="connsiteY10675" fmla="*/ 3695590 h 3882143"/>
              <a:gd name="connsiteX10676" fmla="*/ 1737488 w 12184002"/>
              <a:gd name="connsiteY10676" fmla="*/ 3691774 h 3882143"/>
              <a:gd name="connsiteX10677" fmla="*/ 1586288 w 12184002"/>
              <a:gd name="connsiteY10677" fmla="*/ 3843519 h 3882143"/>
              <a:gd name="connsiteX10678" fmla="*/ 1466601 w 12184002"/>
              <a:gd name="connsiteY10678" fmla="*/ 3843519 h 3882143"/>
              <a:gd name="connsiteX10679" fmla="*/ 1466075 w 12184002"/>
              <a:gd name="connsiteY10679" fmla="*/ 3842993 h 3882143"/>
              <a:gd name="connsiteX10680" fmla="*/ 1466075 w 12184002"/>
              <a:gd name="connsiteY10680" fmla="*/ 3882143 h 3882143"/>
              <a:gd name="connsiteX10681" fmla="*/ 1458562 w 12184002"/>
              <a:gd name="connsiteY10681" fmla="*/ 3882143 h 3882143"/>
              <a:gd name="connsiteX10682" fmla="*/ 1458562 w 12184002"/>
              <a:gd name="connsiteY10682" fmla="*/ 3735552 h 3882143"/>
              <a:gd name="connsiteX10683" fmla="*/ 1529113 w 12184002"/>
              <a:gd name="connsiteY10683" fmla="*/ 3664703 h 3882143"/>
              <a:gd name="connsiteX10684" fmla="*/ 1529113 w 12184002"/>
              <a:gd name="connsiteY10684" fmla="*/ 3485660 h 3882143"/>
              <a:gd name="connsiteX10685" fmla="*/ 1444888 w 12184002"/>
              <a:gd name="connsiteY10685" fmla="*/ 3401136 h 3882143"/>
              <a:gd name="connsiteX10686" fmla="*/ 1351348 w 12184002"/>
              <a:gd name="connsiteY10686" fmla="*/ 3401136 h 3882143"/>
              <a:gd name="connsiteX10687" fmla="*/ 1349318 w 12184002"/>
              <a:gd name="connsiteY10687" fmla="*/ 3399107 h 3882143"/>
              <a:gd name="connsiteX10688" fmla="*/ 1349318 w 12184002"/>
              <a:gd name="connsiteY10688" fmla="*/ 3424729 h 3882143"/>
              <a:gd name="connsiteX10689" fmla="*/ 1447291 w 12184002"/>
              <a:gd name="connsiteY10689" fmla="*/ 3523001 h 3882143"/>
              <a:gd name="connsiteX10690" fmla="*/ 1447291 w 12184002"/>
              <a:gd name="connsiteY10690" fmla="*/ 3638931 h 3882143"/>
              <a:gd name="connsiteX10691" fmla="*/ 1386809 w 12184002"/>
              <a:gd name="connsiteY10691" fmla="*/ 3699639 h 3882143"/>
              <a:gd name="connsiteX10692" fmla="*/ 1386809 w 12184002"/>
              <a:gd name="connsiteY10692" fmla="*/ 3882143 h 3882143"/>
              <a:gd name="connsiteX10693" fmla="*/ 1379371 w 12184002"/>
              <a:gd name="connsiteY10693" fmla="*/ 3882143 h 3882143"/>
              <a:gd name="connsiteX10694" fmla="*/ 1379371 w 12184002"/>
              <a:gd name="connsiteY10694" fmla="*/ 3696483 h 3882143"/>
              <a:gd name="connsiteX10695" fmla="*/ 1439854 w 12184002"/>
              <a:gd name="connsiteY10695" fmla="*/ 3635775 h 3882143"/>
              <a:gd name="connsiteX10696" fmla="*/ 1439854 w 12184002"/>
              <a:gd name="connsiteY10696" fmla="*/ 3526156 h 3882143"/>
              <a:gd name="connsiteX10697" fmla="*/ 1341880 w 12184002"/>
              <a:gd name="connsiteY10697" fmla="*/ 3427884 h 3882143"/>
              <a:gd name="connsiteX10698" fmla="*/ 1341880 w 12184002"/>
              <a:gd name="connsiteY10698" fmla="*/ 3112472 h 3882143"/>
              <a:gd name="connsiteX10699" fmla="*/ 1810862 w 12184002"/>
              <a:gd name="connsiteY10699" fmla="*/ 2641769 h 3882143"/>
              <a:gd name="connsiteX10700" fmla="*/ 1810862 w 12184002"/>
              <a:gd name="connsiteY10700" fmla="*/ 2422610 h 3882143"/>
              <a:gd name="connsiteX10701" fmla="*/ 1788979 w 12184002"/>
              <a:gd name="connsiteY10701" fmla="*/ 2415916 h 3882143"/>
              <a:gd name="connsiteX10702" fmla="*/ 1657966 w 12184002"/>
              <a:gd name="connsiteY10702" fmla="*/ 2364154 h 3882143"/>
              <a:gd name="connsiteX10703" fmla="*/ 1562170 w 12184002"/>
              <a:gd name="connsiteY10703" fmla="*/ 2364154 h 3882143"/>
              <a:gd name="connsiteX10704" fmla="*/ 1562170 w 12184002"/>
              <a:gd name="connsiteY10704" fmla="*/ 2094426 h 3882143"/>
              <a:gd name="connsiteX10705" fmla="*/ 1691325 w 12184002"/>
              <a:gd name="connsiteY10705" fmla="*/ 1964822 h 3882143"/>
              <a:gd name="connsiteX10706" fmla="*/ 1696659 w 12184002"/>
              <a:gd name="connsiteY10706" fmla="*/ 1964822 h 3882143"/>
              <a:gd name="connsiteX10707" fmla="*/ 1696659 w 12184002"/>
              <a:gd name="connsiteY10707" fmla="*/ 1970156 h 3882143"/>
              <a:gd name="connsiteX10708" fmla="*/ 1569760 w 12184002"/>
              <a:gd name="connsiteY10708" fmla="*/ 2097507 h 3882143"/>
              <a:gd name="connsiteX10709" fmla="*/ 1569760 w 12184002"/>
              <a:gd name="connsiteY10709" fmla="*/ 2356566 h 3882143"/>
              <a:gd name="connsiteX10710" fmla="*/ 1658792 w 12184002"/>
              <a:gd name="connsiteY10710" fmla="*/ 2356566 h 3882143"/>
              <a:gd name="connsiteX10711" fmla="*/ 1660220 w 12184002"/>
              <a:gd name="connsiteY10711" fmla="*/ 2356867 h 3882143"/>
              <a:gd name="connsiteX10712" fmla="*/ 1794856 w 12184002"/>
              <a:gd name="connsiteY10712" fmla="*/ 2409991 h 3882143"/>
              <a:gd name="connsiteX10713" fmla="*/ 1810862 w 12184002"/>
              <a:gd name="connsiteY10713" fmla="*/ 2414977 h 3882143"/>
              <a:gd name="connsiteX10714" fmla="*/ 1810862 w 12184002"/>
              <a:gd name="connsiteY10714" fmla="*/ 2349128 h 3882143"/>
              <a:gd name="connsiteX10715" fmla="*/ 1903652 w 12184002"/>
              <a:gd name="connsiteY10715" fmla="*/ 2349128 h 3882143"/>
              <a:gd name="connsiteX10716" fmla="*/ 1903652 w 12184002"/>
              <a:gd name="connsiteY10716" fmla="*/ 2274671 h 3882143"/>
              <a:gd name="connsiteX10717" fmla="*/ 1755263 w 12184002"/>
              <a:gd name="connsiteY10717" fmla="*/ 2274671 h 3882143"/>
              <a:gd name="connsiteX10718" fmla="*/ 1755263 w 12184002"/>
              <a:gd name="connsiteY10718" fmla="*/ 2319374 h 3882143"/>
              <a:gd name="connsiteX10719" fmla="*/ 1751507 w 12184002"/>
              <a:gd name="connsiteY10719" fmla="*/ 2323131 h 3882143"/>
              <a:gd name="connsiteX10720" fmla="*/ 1747750 w 12184002"/>
              <a:gd name="connsiteY10720" fmla="*/ 2319374 h 3882143"/>
              <a:gd name="connsiteX10721" fmla="*/ 1747750 w 12184002"/>
              <a:gd name="connsiteY10721" fmla="*/ 2274671 h 3882143"/>
              <a:gd name="connsiteX10722" fmla="*/ 1688471 w 12184002"/>
              <a:gd name="connsiteY10722" fmla="*/ 2274671 h 3882143"/>
              <a:gd name="connsiteX10723" fmla="*/ 1684714 w 12184002"/>
              <a:gd name="connsiteY10723" fmla="*/ 2270914 h 3882143"/>
              <a:gd name="connsiteX10724" fmla="*/ 1688471 w 12184002"/>
              <a:gd name="connsiteY10724" fmla="*/ 2267158 h 3882143"/>
              <a:gd name="connsiteX10725" fmla="*/ 1903652 w 12184002"/>
              <a:gd name="connsiteY10725" fmla="*/ 2267158 h 3882143"/>
              <a:gd name="connsiteX10726" fmla="*/ 1903652 w 12184002"/>
              <a:gd name="connsiteY10726" fmla="*/ 2192776 h 3882143"/>
              <a:gd name="connsiteX10727" fmla="*/ 1836932 w 12184002"/>
              <a:gd name="connsiteY10727" fmla="*/ 2192776 h 3882143"/>
              <a:gd name="connsiteX10728" fmla="*/ 1836932 w 12184002"/>
              <a:gd name="connsiteY10728" fmla="*/ 1979253 h 3882143"/>
              <a:gd name="connsiteX10729" fmla="*/ 1834603 w 12184002"/>
              <a:gd name="connsiteY10729" fmla="*/ 1980224 h 3882143"/>
              <a:gd name="connsiteX10730" fmla="*/ 1810336 w 12184002"/>
              <a:gd name="connsiteY10730" fmla="*/ 1955805 h 3882143"/>
              <a:gd name="connsiteX10731" fmla="*/ 1816406 w 12184002"/>
              <a:gd name="connsiteY10731" fmla="*/ 1941072 h 3882143"/>
              <a:gd name="connsiteX10732" fmla="*/ 1810336 w 12184002"/>
              <a:gd name="connsiteY10732" fmla="*/ 1926338 h 3882143"/>
              <a:gd name="connsiteX10733" fmla="*/ 1834603 w 12184002"/>
              <a:gd name="connsiteY10733" fmla="*/ 1901919 h 3882143"/>
              <a:gd name="connsiteX10734" fmla="*/ 1836932 w 12184002"/>
              <a:gd name="connsiteY10734" fmla="*/ 1902890 h 3882143"/>
              <a:gd name="connsiteX10735" fmla="*/ 1836932 w 12184002"/>
              <a:gd name="connsiteY10735" fmla="*/ 1689367 h 3882143"/>
              <a:gd name="connsiteX10736" fmla="*/ 1903652 w 12184002"/>
              <a:gd name="connsiteY10736" fmla="*/ 1689367 h 3882143"/>
              <a:gd name="connsiteX10737" fmla="*/ 1903652 w 12184002"/>
              <a:gd name="connsiteY10737" fmla="*/ 1614985 h 3882143"/>
              <a:gd name="connsiteX10738" fmla="*/ 1688471 w 12184002"/>
              <a:gd name="connsiteY10738" fmla="*/ 1614985 h 3882143"/>
              <a:gd name="connsiteX10739" fmla="*/ 1684714 w 12184002"/>
              <a:gd name="connsiteY10739" fmla="*/ 1611229 h 3882143"/>
              <a:gd name="connsiteX10740" fmla="*/ 1688471 w 12184002"/>
              <a:gd name="connsiteY10740" fmla="*/ 1607472 h 3882143"/>
              <a:gd name="connsiteX10741" fmla="*/ 1747750 w 12184002"/>
              <a:gd name="connsiteY10741" fmla="*/ 1607472 h 3882143"/>
              <a:gd name="connsiteX10742" fmla="*/ 1747750 w 12184002"/>
              <a:gd name="connsiteY10742" fmla="*/ 1562769 h 3882143"/>
              <a:gd name="connsiteX10743" fmla="*/ 1751507 w 12184002"/>
              <a:gd name="connsiteY10743" fmla="*/ 1559012 h 3882143"/>
              <a:gd name="connsiteX10744" fmla="*/ 1755263 w 12184002"/>
              <a:gd name="connsiteY10744" fmla="*/ 1562769 h 3882143"/>
              <a:gd name="connsiteX10745" fmla="*/ 1755263 w 12184002"/>
              <a:gd name="connsiteY10745" fmla="*/ 1607472 h 3882143"/>
              <a:gd name="connsiteX10746" fmla="*/ 1903652 w 12184002"/>
              <a:gd name="connsiteY10746" fmla="*/ 1607472 h 3882143"/>
              <a:gd name="connsiteX10747" fmla="*/ 1903652 w 12184002"/>
              <a:gd name="connsiteY10747" fmla="*/ 1533015 h 3882143"/>
              <a:gd name="connsiteX10748" fmla="*/ 1810862 w 12184002"/>
              <a:gd name="connsiteY10748" fmla="*/ 1533015 h 3882143"/>
              <a:gd name="connsiteX10749" fmla="*/ 1810862 w 12184002"/>
              <a:gd name="connsiteY10749" fmla="*/ 1467166 h 3882143"/>
              <a:gd name="connsiteX10750" fmla="*/ 1794856 w 12184002"/>
              <a:gd name="connsiteY10750" fmla="*/ 1472153 h 3882143"/>
              <a:gd name="connsiteX10751" fmla="*/ 1660220 w 12184002"/>
              <a:gd name="connsiteY10751" fmla="*/ 1525277 h 3882143"/>
              <a:gd name="connsiteX10752" fmla="*/ 1658792 w 12184002"/>
              <a:gd name="connsiteY10752" fmla="*/ 1525577 h 3882143"/>
              <a:gd name="connsiteX10753" fmla="*/ 1569760 w 12184002"/>
              <a:gd name="connsiteY10753" fmla="*/ 1525577 h 3882143"/>
              <a:gd name="connsiteX10754" fmla="*/ 1569760 w 12184002"/>
              <a:gd name="connsiteY10754" fmla="*/ 1784636 h 3882143"/>
              <a:gd name="connsiteX10755" fmla="*/ 1696659 w 12184002"/>
              <a:gd name="connsiteY10755" fmla="*/ 1911988 h 3882143"/>
              <a:gd name="connsiteX10756" fmla="*/ 1696659 w 12184002"/>
              <a:gd name="connsiteY10756" fmla="*/ 1917322 h 3882143"/>
              <a:gd name="connsiteX10757" fmla="*/ 1691325 w 12184002"/>
              <a:gd name="connsiteY10757" fmla="*/ 1917322 h 3882143"/>
              <a:gd name="connsiteX10758" fmla="*/ 1562170 w 12184002"/>
              <a:gd name="connsiteY10758" fmla="*/ 1787717 h 3882143"/>
              <a:gd name="connsiteX10759" fmla="*/ 1562170 w 12184002"/>
              <a:gd name="connsiteY10759" fmla="*/ 1517989 h 3882143"/>
              <a:gd name="connsiteX10760" fmla="*/ 1657966 w 12184002"/>
              <a:gd name="connsiteY10760" fmla="*/ 1517989 h 3882143"/>
              <a:gd name="connsiteX10761" fmla="*/ 1788979 w 12184002"/>
              <a:gd name="connsiteY10761" fmla="*/ 1466227 h 3882143"/>
              <a:gd name="connsiteX10762" fmla="*/ 1810862 w 12184002"/>
              <a:gd name="connsiteY10762" fmla="*/ 1459534 h 3882143"/>
              <a:gd name="connsiteX10763" fmla="*/ 1810862 w 12184002"/>
              <a:gd name="connsiteY10763" fmla="*/ 1240374 h 3882143"/>
              <a:gd name="connsiteX10764" fmla="*/ 1341880 w 12184002"/>
              <a:gd name="connsiteY10764" fmla="*/ 769671 h 3882143"/>
              <a:gd name="connsiteX10765" fmla="*/ 1341880 w 12184002"/>
              <a:gd name="connsiteY10765" fmla="*/ 454259 h 3882143"/>
              <a:gd name="connsiteX10766" fmla="*/ 1439854 w 12184002"/>
              <a:gd name="connsiteY10766" fmla="*/ 355987 h 3882143"/>
              <a:gd name="connsiteX10767" fmla="*/ 1439854 w 12184002"/>
              <a:gd name="connsiteY10767" fmla="*/ 246368 h 3882143"/>
              <a:gd name="connsiteX10768" fmla="*/ 1379371 w 12184002"/>
              <a:gd name="connsiteY10768" fmla="*/ 185660 h 3882143"/>
              <a:gd name="connsiteX10769" fmla="*/ 1328356 w 12184002"/>
              <a:gd name="connsiteY10769" fmla="*/ 0 h 3882143"/>
              <a:gd name="connsiteX10770" fmla="*/ 1335944 w 12184002"/>
              <a:gd name="connsiteY10770" fmla="*/ 0 h 3882143"/>
              <a:gd name="connsiteX10771" fmla="*/ 1335944 w 12184002"/>
              <a:gd name="connsiteY10771" fmla="*/ 235397 h 3882143"/>
              <a:gd name="connsiteX10772" fmla="*/ 1391618 w 12184002"/>
              <a:gd name="connsiteY10772" fmla="*/ 291221 h 3882143"/>
              <a:gd name="connsiteX10773" fmla="*/ 1391618 w 12184002"/>
              <a:gd name="connsiteY10773" fmla="*/ 339081 h 3882143"/>
              <a:gd name="connsiteX10774" fmla="*/ 1232787 w 12184002"/>
              <a:gd name="connsiteY10774" fmla="*/ 498437 h 3882143"/>
              <a:gd name="connsiteX10775" fmla="*/ 1227452 w 12184002"/>
              <a:gd name="connsiteY10775" fmla="*/ 498437 h 3882143"/>
              <a:gd name="connsiteX10776" fmla="*/ 1227452 w 12184002"/>
              <a:gd name="connsiteY10776" fmla="*/ 493102 h 3882143"/>
              <a:gd name="connsiteX10777" fmla="*/ 1384030 w 12184002"/>
              <a:gd name="connsiteY10777" fmla="*/ 335925 h 3882143"/>
              <a:gd name="connsiteX10778" fmla="*/ 1384030 w 12184002"/>
              <a:gd name="connsiteY10778" fmla="*/ 294377 h 3882143"/>
              <a:gd name="connsiteX10779" fmla="*/ 1328356 w 12184002"/>
              <a:gd name="connsiteY10779" fmla="*/ 238553 h 3882143"/>
              <a:gd name="connsiteX10780" fmla="*/ 1050138 w 12184002"/>
              <a:gd name="connsiteY10780" fmla="*/ 0 h 3882143"/>
              <a:gd name="connsiteX10781" fmla="*/ 1272907 w 12184002"/>
              <a:gd name="connsiteY10781" fmla="*/ 0 h 3882143"/>
              <a:gd name="connsiteX10782" fmla="*/ 1272907 w 12184002"/>
              <a:gd name="connsiteY10782" fmla="*/ 277998 h 3882143"/>
              <a:gd name="connsiteX10783" fmla="*/ 1269151 w 12184002"/>
              <a:gd name="connsiteY10783" fmla="*/ 281755 h 3882143"/>
              <a:gd name="connsiteX10784" fmla="*/ 1265395 w 12184002"/>
              <a:gd name="connsiteY10784" fmla="*/ 277998 h 3882143"/>
              <a:gd name="connsiteX10785" fmla="*/ 1265395 w 12184002"/>
              <a:gd name="connsiteY10785" fmla="*/ 2483 h 3882143"/>
              <a:gd name="connsiteX10786" fmla="*/ 1057727 w 12184002"/>
              <a:gd name="connsiteY10786" fmla="*/ 2483 h 3882143"/>
              <a:gd name="connsiteX10787" fmla="*/ 1057727 w 12184002"/>
              <a:gd name="connsiteY10787" fmla="*/ 129007 h 3882143"/>
              <a:gd name="connsiteX10788" fmla="*/ 1105887 w 12184002"/>
              <a:gd name="connsiteY10788" fmla="*/ 129007 h 3882143"/>
              <a:gd name="connsiteX10789" fmla="*/ 1154122 w 12184002"/>
              <a:gd name="connsiteY10789" fmla="*/ 129007 h 3882143"/>
              <a:gd name="connsiteX10790" fmla="*/ 1157879 w 12184002"/>
              <a:gd name="connsiteY10790" fmla="*/ 132764 h 3882143"/>
              <a:gd name="connsiteX10791" fmla="*/ 1154122 w 12184002"/>
              <a:gd name="connsiteY10791" fmla="*/ 136520 h 3882143"/>
              <a:gd name="connsiteX10792" fmla="*/ 1109644 w 12184002"/>
              <a:gd name="connsiteY10792" fmla="*/ 136520 h 3882143"/>
              <a:gd name="connsiteX10793" fmla="*/ 1109644 w 12184002"/>
              <a:gd name="connsiteY10793" fmla="*/ 244487 h 3882143"/>
              <a:gd name="connsiteX10794" fmla="*/ 1105887 w 12184002"/>
              <a:gd name="connsiteY10794" fmla="*/ 248244 h 3882143"/>
              <a:gd name="connsiteX10795" fmla="*/ 1102130 w 12184002"/>
              <a:gd name="connsiteY10795" fmla="*/ 244487 h 3882143"/>
              <a:gd name="connsiteX10796" fmla="*/ 1102130 w 12184002"/>
              <a:gd name="connsiteY10796" fmla="*/ 136520 h 3882143"/>
              <a:gd name="connsiteX10797" fmla="*/ 1057727 w 12184002"/>
              <a:gd name="connsiteY10797" fmla="*/ 136520 h 3882143"/>
              <a:gd name="connsiteX10798" fmla="*/ 1057727 w 12184002"/>
              <a:gd name="connsiteY10798" fmla="*/ 285361 h 3882143"/>
              <a:gd name="connsiteX10799" fmla="*/ 1206039 w 12184002"/>
              <a:gd name="connsiteY10799" fmla="*/ 285361 h 3882143"/>
              <a:gd name="connsiteX10800" fmla="*/ 1206039 w 12184002"/>
              <a:gd name="connsiteY10800" fmla="*/ 69502 h 3882143"/>
              <a:gd name="connsiteX10801" fmla="*/ 1113324 w 12184002"/>
              <a:gd name="connsiteY10801" fmla="*/ 69502 h 3882143"/>
              <a:gd name="connsiteX10802" fmla="*/ 1109568 w 12184002"/>
              <a:gd name="connsiteY10802" fmla="*/ 65744 h 3882143"/>
              <a:gd name="connsiteX10803" fmla="*/ 1113324 w 12184002"/>
              <a:gd name="connsiteY10803" fmla="*/ 61988 h 3882143"/>
              <a:gd name="connsiteX10804" fmla="*/ 1213552 w 12184002"/>
              <a:gd name="connsiteY10804" fmla="*/ 61988 h 3882143"/>
              <a:gd name="connsiteX10805" fmla="*/ 1213552 w 12184002"/>
              <a:gd name="connsiteY10805" fmla="*/ 293024 h 3882143"/>
              <a:gd name="connsiteX10806" fmla="*/ 1050138 w 12184002"/>
              <a:gd name="connsiteY10806" fmla="*/ 293024 h 3882143"/>
              <a:gd name="connsiteX10807" fmla="*/ 983047 w 12184002"/>
              <a:gd name="connsiteY10807" fmla="*/ 0 h 3882143"/>
              <a:gd name="connsiteX10808" fmla="*/ 987550 w 12184002"/>
              <a:gd name="connsiteY10808" fmla="*/ 0 h 3882143"/>
              <a:gd name="connsiteX10809" fmla="*/ 989054 w 12184002"/>
              <a:gd name="connsiteY10809" fmla="*/ 1506 h 3882143"/>
              <a:gd name="connsiteX10810" fmla="*/ 989054 w 12184002"/>
              <a:gd name="connsiteY10810" fmla="*/ 146739 h 3882143"/>
              <a:gd name="connsiteX10811" fmla="*/ 985299 w 12184002"/>
              <a:gd name="connsiteY10811" fmla="*/ 150496 h 3882143"/>
              <a:gd name="connsiteX10812" fmla="*/ 981541 w 12184002"/>
              <a:gd name="connsiteY10812" fmla="*/ 146739 h 3882143"/>
              <a:gd name="connsiteX10813" fmla="*/ 981541 w 12184002"/>
              <a:gd name="connsiteY10813" fmla="*/ 1506 h 3882143"/>
              <a:gd name="connsiteX10814" fmla="*/ 909112 w 12184002"/>
              <a:gd name="connsiteY10814" fmla="*/ 0 h 3882143"/>
              <a:gd name="connsiteX10815" fmla="*/ 916626 w 12184002"/>
              <a:gd name="connsiteY10815" fmla="*/ 0 h 3882143"/>
              <a:gd name="connsiteX10816" fmla="*/ 916626 w 12184002"/>
              <a:gd name="connsiteY10816" fmla="*/ 51769 h 3882143"/>
              <a:gd name="connsiteX10817" fmla="*/ 919405 w 12184002"/>
              <a:gd name="connsiteY10817" fmla="*/ 54549 h 3882143"/>
              <a:gd name="connsiteX10818" fmla="*/ 916626 w 12184002"/>
              <a:gd name="connsiteY10818" fmla="*/ 57328 h 3882143"/>
              <a:gd name="connsiteX10819" fmla="*/ 916626 w 12184002"/>
              <a:gd name="connsiteY10819" fmla="*/ 209401 h 3882143"/>
              <a:gd name="connsiteX10820" fmla="*/ 983419 w 12184002"/>
              <a:gd name="connsiteY10820" fmla="*/ 276420 h 3882143"/>
              <a:gd name="connsiteX10821" fmla="*/ 983419 w 12184002"/>
              <a:gd name="connsiteY10821" fmla="*/ 539701 h 3882143"/>
              <a:gd name="connsiteX10822" fmla="*/ 994558 w 12184002"/>
              <a:gd name="connsiteY10822" fmla="*/ 544337 h 3882143"/>
              <a:gd name="connsiteX10823" fmla="*/ 1001678 w 12184002"/>
              <a:gd name="connsiteY10823" fmla="*/ 561618 h 3882143"/>
              <a:gd name="connsiteX10824" fmla="*/ 977409 w 12184002"/>
              <a:gd name="connsiteY10824" fmla="*/ 586036 h 3882143"/>
              <a:gd name="connsiteX10825" fmla="*/ 953141 w 12184002"/>
              <a:gd name="connsiteY10825" fmla="*/ 561618 h 3882143"/>
              <a:gd name="connsiteX10826" fmla="*/ 960260 w 12184002"/>
              <a:gd name="connsiteY10826" fmla="*/ 544365 h 3882143"/>
              <a:gd name="connsiteX10827" fmla="*/ 975906 w 12184002"/>
              <a:gd name="connsiteY10827" fmla="*/ 537828 h 3882143"/>
              <a:gd name="connsiteX10828" fmla="*/ 975906 w 12184002"/>
              <a:gd name="connsiteY10828" fmla="*/ 279500 h 3882143"/>
              <a:gd name="connsiteX10829" fmla="*/ 909112 w 12184002"/>
              <a:gd name="connsiteY10829" fmla="*/ 212480 h 3882143"/>
              <a:gd name="connsiteX10830" fmla="*/ 909112 w 12184002"/>
              <a:gd name="connsiteY10830" fmla="*/ 58305 h 3882143"/>
              <a:gd name="connsiteX10831" fmla="*/ 844272 w 12184002"/>
              <a:gd name="connsiteY10831" fmla="*/ 58305 h 3882143"/>
              <a:gd name="connsiteX10832" fmla="*/ 844272 w 12184002"/>
              <a:gd name="connsiteY10832" fmla="*/ 132763 h 3882143"/>
              <a:gd name="connsiteX10833" fmla="*/ 840516 w 12184002"/>
              <a:gd name="connsiteY10833" fmla="*/ 136519 h 3882143"/>
              <a:gd name="connsiteX10834" fmla="*/ 836760 w 12184002"/>
              <a:gd name="connsiteY10834" fmla="*/ 132763 h 3882143"/>
              <a:gd name="connsiteX10835" fmla="*/ 836760 w 12184002"/>
              <a:gd name="connsiteY10835" fmla="*/ 50792 h 3882143"/>
              <a:gd name="connsiteX10836" fmla="*/ 909112 w 12184002"/>
              <a:gd name="connsiteY10836" fmla="*/ 50792 h 3882143"/>
              <a:gd name="connsiteX10837" fmla="*/ 764406 w 12184002"/>
              <a:gd name="connsiteY10837" fmla="*/ 0 h 3882143"/>
              <a:gd name="connsiteX10838" fmla="*/ 771919 w 12184002"/>
              <a:gd name="connsiteY10838" fmla="*/ 0 h 3882143"/>
              <a:gd name="connsiteX10839" fmla="*/ 771919 w 12184002"/>
              <a:gd name="connsiteY10839" fmla="*/ 279575 h 3882143"/>
              <a:gd name="connsiteX10840" fmla="*/ 713465 w 12184002"/>
              <a:gd name="connsiteY10840" fmla="*/ 338254 h 3882143"/>
              <a:gd name="connsiteX10841" fmla="*/ 713465 w 12184002"/>
              <a:gd name="connsiteY10841" fmla="*/ 541788 h 3882143"/>
              <a:gd name="connsiteX10842" fmla="*/ 825640 w 12184002"/>
              <a:gd name="connsiteY10842" fmla="*/ 654359 h 3882143"/>
              <a:gd name="connsiteX10843" fmla="*/ 825640 w 12184002"/>
              <a:gd name="connsiteY10843" fmla="*/ 429765 h 3882143"/>
              <a:gd name="connsiteX10844" fmla="*/ 770943 w 12184002"/>
              <a:gd name="connsiteY10844" fmla="*/ 429765 h 3882143"/>
              <a:gd name="connsiteX10845" fmla="*/ 767186 w 12184002"/>
              <a:gd name="connsiteY10845" fmla="*/ 426007 h 3882143"/>
              <a:gd name="connsiteX10846" fmla="*/ 770943 w 12184002"/>
              <a:gd name="connsiteY10846" fmla="*/ 422252 h 3882143"/>
              <a:gd name="connsiteX10847" fmla="*/ 825640 w 12184002"/>
              <a:gd name="connsiteY10847" fmla="*/ 422252 h 3882143"/>
              <a:gd name="connsiteX10848" fmla="*/ 825640 w 12184002"/>
              <a:gd name="connsiteY10848" fmla="*/ 275713 h 3882143"/>
              <a:gd name="connsiteX10849" fmla="*/ 814502 w 12184002"/>
              <a:gd name="connsiteY10849" fmla="*/ 271078 h 3882143"/>
              <a:gd name="connsiteX10850" fmla="*/ 807383 w 12184002"/>
              <a:gd name="connsiteY10850" fmla="*/ 253797 h 3882143"/>
              <a:gd name="connsiteX10851" fmla="*/ 831650 w 12184002"/>
              <a:gd name="connsiteY10851" fmla="*/ 229379 h 3882143"/>
              <a:gd name="connsiteX10852" fmla="*/ 855919 w 12184002"/>
              <a:gd name="connsiteY10852" fmla="*/ 253797 h 3882143"/>
              <a:gd name="connsiteX10853" fmla="*/ 848800 w 12184002"/>
              <a:gd name="connsiteY10853" fmla="*/ 271078 h 3882143"/>
              <a:gd name="connsiteX10854" fmla="*/ 833153 w 12184002"/>
              <a:gd name="connsiteY10854" fmla="*/ 277591 h 3882143"/>
              <a:gd name="connsiteX10855" fmla="*/ 833153 w 12184002"/>
              <a:gd name="connsiteY10855" fmla="*/ 661898 h 3882143"/>
              <a:gd name="connsiteX10856" fmla="*/ 905806 w 12184002"/>
              <a:gd name="connsiteY10856" fmla="*/ 734807 h 3882143"/>
              <a:gd name="connsiteX10857" fmla="*/ 905806 w 12184002"/>
              <a:gd name="connsiteY10857" fmla="*/ 740142 h 3882143"/>
              <a:gd name="connsiteX10858" fmla="*/ 900472 w 12184002"/>
              <a:gd name="connsiteY10858" fmla="*/ 740142 h 3882143"/>
              <a:gd name="connsiteX10859" fmla="*/ 705953 w 12184002"/>
              <a:gd name="connsiteY10859" fmla="*/ 544946 h 3882143"/>
              <a:gd name="connsiteX10860" fmla="*/ 705953 w 12184002"/>
              <a:gd name="connsiteY10860" fmla="*/ 335097 h 3882143"/>
              <a:gd name="connsiteX10861" fmla="*/ 764406 w 12184002"/>
              <a:gd name="connsiteY10861" fmla="*/ 276420 h 3882143"/>
              <a:gd name="connsiteX10862" fmla="*/ 705876 w 12184002"/>
              <a:gd name="connsiteY10862" fmla="*/ 0 h 3882143"/>
              <a:gd name="connsiteX10863" fmla="*/ 713465 w 12184002"/>
              <a:gd name="connsiteY10863" fmla="*/ 0 h 3882143"/>
              <a:gd name="connsiteX10864" fmla="*/ 713465 w 12184002"/>
              <a:gd name="connsiteY10864" fmla="*/ 234870 h 3882143"/>
              <a:gd name="connsiteX10865" fmla="*/ 671690 w 12184002"/>
              <a:gd name="connsiteY10865" fmla="*/ 276793 h 3882143"/>
              <a:gd name="connsiteX10866" fmla="*/ 671690 w 12184002"/>
              <a:gd name="connsiteY10866" fmla="*/ 583713 h 3882143"/>
              <a:gd name="connsiteX10867" fmla="*/ 879058 w 12184002"/>
              <a:gd name="connsiteY10867" fmla="*/ 791832 h 3882143"/>
              <a:gd name="connsiteX10868" fmla="*/ 879058 w 12184002"/>
              <a:gd name="connsiteY10868" fmla="*/ 974244 h 3882143"/>
              <a:gd name="connsiteX10869" fmla="*/ 963434 w 12184002"/>
              <a:gd name="connsiteY10869" fmla="*/ 889578 h 3882143"/>
              <a:gd name="connsiteX10870" fmla="*/ 963434 w 12184002"/>
              <a:gd name="connsiteY10870" fmla="*/ 662303 h 3882143"/>
              <a:gd name="connsiteX10871" fmla="*/ 908436 w 12184002"/>
              <a:gd name="connsiteY10871" fmla="*/ 607155 h 3882143"/>
              <a:gd name="connsiteX10872" fmla="*/ 908436 w 12184002"/>
              <a:gd name="connsiteY10872" fmla="*/ 325556 h 3882143"/>
              <a:gd name="connsiteX10873" fmla="*/ 912192 w 12184002"/>
              <a:gd name="connsiteY10873" fmla="*/ 321799 h 3882143"/>
              <a:gd name="connsiteX10874" fmla="*/ 912192 w 12184002"/>
              <a:gd name="connsiteY10874" fmla="*/ 321725 h 3882143"/>
              <a:gd name="connsiteX10875" fmla="*/ 915949 w 12184002"/>
              <a:gd name="connsiteY10875" fmla="*/ 325482 h 3882143"/>
              <a:gd name="connsiteX10876" fmla="*/ 915949 w 12184002"/>
              <a:gd name="connsiteY10876" fmla="*/ 603925 h 3882143"/>
              <a:gd name="connsiteX10877" fmla="*/ 970946 w 12184002"/>
              <a:gd name="connsiteY10877" fmla="*/ 659072 h 3882143"/>
              <a:gd name="connsiteX10878" fmla="*/ 970946 w 12184002"/>
              <a:gd name="connsiteY10878" fmla="*/ 892661 h 3882143"/>
              <a:gd name="connsiteX10879" fmla="*/ 882215 w 12184002"/>
              <a:gd name="connsiteY10879" fmla="*/ 981763 h 3882143"/>
              <a:gd name="connsiteX10880" fmla="*/ 879058 w 12184002"/>
              <a:gd name="connsiteY10880" fmla="*/ 981763 h 3882143"/>
              <a:gd name="connsiteX10881" fmla="*/ 879058 w 12184002"/>
              <a:gd name="connsiteY10881" fmla="*/ 1154117 h 3882143"/>
              <a:gd name="connsiteX10882" fmla="*/ 877632 w 12184002"/>
              <a:gd name="connsiteY10882" fmla="*/ 1155246 h 3882143"/>
              <a:gd name="connsiteX10883" fmla="*/ 818501 w 12184002"/>
              <a:gd name="connsiteY10883" fmla="*/ 1213023 h 3882143"/>
              <a:gd name="connsiteX10884" fmla="*/ 818501 w 12184002"/>
              <a:gd name="connsiteY10884" fmla="*/ 1293716 h 3882143"/>
              <a:gd name="connsiteX10885" fmla="*/ 885071 w 12184002"/>
              <a:gd name="connsiteY10885" fmla="*/ 1293716 h 3882143"/>
              <a:gd name="connsiteX10886" fmla="*/ 888828 w 12184002"/>
              <a:gd name="connsiteY10886" fmla="*/ 1297474 h 3882143"/>
              <a:gd name="connsiteX10887" fmla="*/ 885071 w 12184002"/>
              <a:gd name="connsiteY10887" fmla="*/ 1301230 h 3882143"/>
              <a:gd name="connsiteX10888" fmla="*/ 818501 w 12184002"/>
              <a:gd name="connsiteY10888" fmla="*/ 1301230 h 3882143"/>
              <a:gd name="connsiteX10889" fmla="*/ 818501 w 12184002"/>
              <a:gd name="connsiteY10889" fmla="*/ 1513556 h 3882143"/>
              <a:gd name="connsiteX10890" fmla="*/ 631720 w 12184002"/>
              <a:gd name="connsiteY10890" fmla="*/ 1513556 h 3882143"/>
              <a:gd name="connsiteX10891" fmla="*/ 627963 w 12184002"/>
              <a:gd name="connsiteY10891" fmla="*/ 1509799 h 3882143"/>
              <a:gd name="connsiteX10892" fmla="*/ 631720 w 12184002"/>
              <a:gd name="connsiteY10892" fmla="*/ 1506043 h 3882143"/>
              <a:gd name="connsiteX10893" fmla="*/ 658694 w 12184002"/>
              <a:gd name="connsiteY10893" fmla="*/ 1506043 h 3882143"/>
              <a:gd name="connsiteX10894" fmla="*/ 658694 w 12184002"/>
              <a:gd name="connsiteY10894" fmla="*/ 1406568 h 3882143"/>
              <a:gd name="connsiteX10895" fmla="*/ 646052 w 12184002"/>
              <a:gd name="connsiteY10895" fmla="*/ 1401306 h 3882143"/>
              <a:gd name="connsiteX10896" fmla="*/ 638934 w 12184002"/>
              <a:gd name="connsiteY10896" fmla="*/ 1384026 h 3882143"/>
              <a:gd name="connsiteX10897" fmla="*/ 663201 w 12184002"/>
              <a:gd name="connsiteY10897" fmla="*/ 1359608 h 3882143"/>
              <a:gd name="connsiteX10898" fmla="*/ 687470 w 12184002"/>
              <a:gd name="connsiteY10898" fmla="*/ 1384026 h 3882143"/>
              <a:gd name="connsiteX10899" fmla="*/ 680351 w 12184002"/>
              <a:gd name="connsiteY10899" fmla="*/ 1401306 h 3882143"/>
              <a:gd name="connsiteX10900" fmla="*/ 666206 w 12184002"/>
              <a:gd name="connsiteY10900" fmla="*/ 1407194 h 3882143"/>
              <a:gd name="connsiteX10901" fmla="*/ 666206 w 12184002"/>
              <a:gd name="connsiteY10901" fmla="*/ 1506043 h 3882143"/>
              <a:gd name="connsiteX10902" fmla="*/ 810914 w 12184002"/>
              <a:gd name="connsiteY10902" fmla="*/ 1506043 h 3882143"/>
              <a:gd name="connsiteX10903" fmla="*/ 810914 w 12184002"/>
              <a:gd name="connsiteY10903" fmla="*/ 1213098 h 3882143"/>
              <a:gd name="connsiteX10904" fmla="*/ 871470 w 12184002"/>
              <a:gd name="connsiteY10904" fmla="*/ 1150513 h 3882143"/>
              <a:gd name="connsiteX10905" fmla="*/ 871470 w 12184002"/>
              <a:gd name="connsiteY10905" fmla="*/ 794988 h 3882143"/>
              <a:gd name="connsiteX10906" fmla="*/ 664103 w 12184002"/>
              <a:gd name="connsiteY10906" fmla="*/ 586870 h 3882143"/>
              <a:gd name="connsiteX10907" fmla="*/ 664103 w 12184002"/>
              <a:gd name="connsiteY10907" fmla="*/ 273713 h 3882143"/>
              <a:gd name="connsiteX10908" fmla="*/ 705876 w 12184002"/>
              <a:gd name="connsiteY10908" fmla="*/ 231790 h 3882143"/>
              <a:gd name="connsiteX10909" fmla="*/ 580273 w 12184002"/>
              <a:gd name="connsiteY10909" fmla="*/ 0 h 3882143"/>
              <a:gd name="connsiteX10910" fmla="*/ 589760 w 12184002"/>
              <a:gd name="connsiteY10910" fmla="*/ 0 h 3882143"/>
              <a:gd name="connsiteX10911" fmla="*/ 588894 w 12184002"/>
              <a:gd name="connsiteY10911" fmla="*/ 2032 h 3882143"/>
              <a:gd name="connsiteX10912" fmla="*/ 232012 w 12184002"/>
              <a:gd name="connsiteY10912" fmla="*/ 360493 h 3882143"/>
              <a:gd name="connsiteX10913" fmla="*/ 232012 w 12184002"/>
              <a:gd name="connsiteY10913" fmla="*/ 714897 h 3882143"/>
              <a:gd name="connsiteX10914" fmla="*/ 466052 w 12184002"/>
              <a:gd name="connsiteY10914" fmla="*/ 949831 h 3882143"/>
              <a:gd name="connsiteX10915" fmla="*/ 466052 w 12184002"/>
              <a:gd name="connsiteY10915" fmla="*/ 955166 h 3882143"/>
              <a:gd name="connsiteX10916" fmla="*/ 460718 w 12184002"/>
              <a:gd name="connsiteY10916" fmla="*/ 955166 h 3882143"/>
              <a:gd name="connsiteX10917" fmla="*/ 224422 w 12184002"/>
              <a:gd name="connsiteY10917" fmla="*/ 718052 h 3882143"/>
              <a:gd name="connsiteX10918" fmla="*/ 224422 w 12184002"/>
              <a:gd name="connsiteY10918" fmla="*/ 357413 h 3882143"/>
              <a:gd name="connsiteX10919" fmla="*/ 225474 w 12184002"/>
              <a:gd name="connsiteY10919" fmla="*/ 356286 h 3882143"/>
              <a:gd name="connsiteX10920" fmla="*/ 252298 w 12184002"/>
              <a:gd name="connsiteY10920" fmla="*/ 328967 h 3882143"/>
              <a:gd name="connsiteX10921" fmla="*/ 252298 w 12184002"/>
              <a:gd name="connsiteY10921" fmla="*/ 45233 h 3882143"/>
              <a:gd name="connsiteX10922" fmla="*/ 432167 w 12184002"/>
              <a:gd name="connsiteY10922" fmla="*/ 45233 h 3882143"/>
              <a:gd name="connsiteX10923" fmla="*/ 350780 w 12184002"/>
              <a:gd name="connsiteY10923" fmla="*/ 126879 h 3882143"/>
              <a:gd name="connsiteX10924" fmla="*/ 353203 w 12184002"/>
              <a:gd name="connsiteY10924" fmla="*/ 132758 h 3882143"/>
              <a:gd name="connsiteX10925" fmla="*/ 328934 w 12184002"/>
              <a:gd name="connsiteY10925" fmla="*/ 157176 h 3882143"/>
              <a:gd name="connsiteX10926" fmla="*/ 304666 w 12184002"/>
              <a:gd name="connsiteY10926" fmla="*/ 132758 h 3882143"/>
              <a:gd name="connsiteX10927" fmla="*/ 328934 w 12184002"/>
              <a:gd name="connsiteY10927" fmla="*/ 108339 h 3882143"/>
              <a:gd name="connsiteX10928" fmla="*/ 346084 w 12184002"/>
              <a:gd name="connsiteY10928" fmla="*/ 115477 h 3882143"/>
              <a:gd name="connsiteX10929" fmla="*/ 347664 w 12184002"/>
              <a:gd name="connsiteY10929" fmla="*/ 119313 h 3882143"/>
              <a:gd name="connsiteX10930" fmla="*/ 413909 w 12184002"/>
              <a:gd name="connsiteY10930" fmla="*/ 52822 h 3882143"/>
              <a:gd name="connsiteX10931" fmla="*/ 259811 w 12184002"/>
              <a:gd name="connsiteY10931" fmla="*/ 52822 h 3882143"/>
              <a:gd name="connsiteX10932" fmla="*/ 259811 w 12184002"/>
              <a:gd name="connsiteY10932" fmla="*/ 321316 h 3882143"/>
              <a:gd name="connsiteX10933" fmla="*/ 264281 w 12184002"/>
              <a:gd name="connsiteY10933" fmla="*/ 316764 h 3882143"/>
              <a:gd name="connsiteX10934" fmla="*/ 574394 w 12184002"/>
              <a:gd name="connsiteY10934" fmla="*/ 5121 h 3882143"/>
              <a:gd name="connsiteX10935" fmla="*/ 157706 w 12184002"/>
              <a:gd name="connsiteY10935" fmla="*/ 0 h 3882143"/>
              <a:gd name="connsiteX10936" fmla="*/ 165218 w 12184002"/>
              <a:gd name="connsiteY10936" fmla="*/ 0 h 3882143"/>
              <a:gd name="connsiteX10937" fmla="*/ 165218 w 12184002"/>
              <a:gd name="connsiteY10937" fmla="*/ 832179 h 3882143"/>
              <a:gd name="connsiteX10938" fmla="*/ 339678 w 12184002"/>
              <a:gd name="connsiteY10938" fmla="*/ 1007255 h 3882143"/>
              <a:gd name="connsiteX10939" fmla="*/ 339678 w 12184002"/>
              <a:gd name="connsiteY10939" fmla="*/ 1007158 h 3882143"/>
              <a:gd name="connsiteX10940" fmla="*/ 373187 w 12184002"/>
              <a:gd name="connsiteY10940" fmla="*/ 973499 h 3882143"/>
              <a:gd name="connsiteX10941" fmla="*/ 299331 w 12184002"/>
              <a:gd name="connsiteY10941" fmla="*/ 899344 h 3882143"/>
              <a:gd name="connsiteX10942" fmla="*/ 299331 w 12184002"/>
              <a:gd name="connsiteY10942" fmla="*/ 894012 h 3882143"/>
              <a:gd name="connsiteX10943" fmla="*/ 301961 w 12184002"/>
              <a:gd name="connsiteY10943" fmla="*/ 892885 h 3882143"/>
              <a:gd name="connsiteX10944" fmla="*/ 302036 w 12184002"/>
              <a:gd name="connsiteY10944" fmla="*/ 892885 h 3882143"/>
              <a:gd name="connsiteX10945" fmla="*/ 304666 w 12184002"/>
              <a:gd name="connsiteY10945" fmla="*/ 894012 h 3882143"/>
              <a:gd name="connsiteX10946" fmla="*/ 383856 w 12184002"/>
              <a:gd name="connsiteY10946" fmla="*/ 973499 h 3882143"/>
              <a:gd name="connsiteX10947" fmla="*/ 345012 w 12184002"/>
              <a:gd name="connsiteY10947" fmla="*/ 1012492 h 3882143"/>
              <a:gd name="connsiteX10948" fmla="*/ 344896 w 12184002"/>
              <a:gd name="connsiteY10948" fmla="*/ 1012492 h 3882143"/>
              <a:gd name="connsiteX10949" fmla="*/ 586039 w 12184002"/>
              <a:gd name="connsiteY10949" fmla="*/ 1254497 h 3882143"/>
              <a:gd name="connsiteX10950" fmla="*/ 632772 w 12184002"/>
              <a:gd name="connsiteY10950" fmla="*/ 1254497 h 3882143"/>
              <a:gd name="connsiteX10951" fmla="*/ 632772 w 12184002"/>
              <a:gd name="connsiteY10951" fmla="*/ 1327151 h 3882143"/>
              <a:gd name="connsiteX10952" fmla="*/ 749680 w 12184002"/>
              <a:gd name="connsiteY10952" fmla="*/ 1327151 h 3882143"/>
              <a:gd name="connsiteX10953" fmla="*/ 749680 w 12184002"/>
              <a:gd name="connsiteY10953" fmla="*/ 1465019 h 3882143"/>
              <a:gd name="connsiteX10954" fmla="*/ 745924 w 12184002"/>
              <a:gd name="connsiteY10954" fmla="*/ 1468777 h 3882143"/>
              <a:gd name="connsiteX10955" fmla="*/ 742167 w 12184002"/>
              <a:gd name="connsiteY10955" fmla="*/ 1465019 h 3882143"/>
              <a:gd name="connsiteX10956" fmla="*/ 742167 w 12184002"/>
              <a:gd name="connsiteY10956" fmla="*/ 1334738 h 3882143"/>
              <a:gd name="connsiteX10957" fmla="*/ 625260 w 12184002"/>
              <a:gd name="connsiteY10957" fmla="*/ 1334738 h 3882143"/>
              <a:gd name="connsiteX10958" fmla="*/ 625260 w 12184002"/>
              <a:gd name="connsiteY10958" fmla="*/ 1262085 h 3882143"/>
              <a:gd name="connsiteX10959" fmla="*/ 582959 w 12184002"/>
              <a:gd name="connsiteY10959" fmla="*/ 1262085 h 3882143"/>
              <a:gd name="connsiteX10960" fmla="*/ 157706 w 12184002"/>
              <a:gd name="connsiteY10960" fmla="*/ 835334 h 3882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  <a:cxn ang="0">
                <a:pos x="connsiteX6804" y="connsiteY6804"/>
              </a:cxn>
              <a:cxn ang="0">
                <a:pos x="connsiteX6805" y="connsiteY6805"/>
              </a:cxn>
              <a:cxn ang="0">
                <a:pos x="connsiteX6806" y="connsiteY6806"/>
              </a:cxn>
              <a:cxn ang="0">
                <a:pos x="connsiteX6807" y="connsiteY6807"/>
              </a:cxn>
              <a:cxn ang="0">
                <a:pos x="connsiteX6808" y="connsiteY6808"/>
              </a:cxn>
              <a:cxn ang="0">
                <a:pos x="connsiteX6809" y="connsiteY6809"/>
              </a:cxn>
              <a:cxn ang="0">
                <a:pos x="connsiteX6810" y="connsiteY6810"/>
              </a:cxn>
              <a:cxn ang="0">
                <a:pos x="connsiteX6811" y="connsiteY6811"/>
              </a:cxn>
              <a:cxn ang="0">
                <a:pos x="connsiteX6812" y="connsiteY6812"/>
              </a:cxn>
              <a:cxn ang="0">
                <a:pos x="connsiteX6813" y="connsiteY6813"/>
              </a:cxn>
              <a:cxn ang="0">
                <a:pos x="connsiteX6814" y="connsiteY6814"/>
              </a:cxn>
              <a:cxn ang="0">
                <a:pos x="connsiteX6815" y="connsiteY6815"/>
              </a:cxn>
              <a:cxn ang="0">
                <a:pos x="connsiteX6816" y="connsiteY6816"/>
              </a:cxn>
              <a:cxn ang="0">
                <a:pos x="connsiteX6817" y="connsiteY6817"/>
              </a:cxn>
              <a:cxn ang="0">
                <a:pos x="connsiteX6818" y="connsiteY6818"/>
              </a:cxn>
              <a:cxn ang="0">
                <a:pos x="connsiteX6819" y="connsiteY6819"/>
              </a:cxn>
              <a:cxn ang="0">
                <a:pos x="connsiteX6820" y="connsiteY6820"/>
              </a:cxn>
              <a:cxn ang="0">
                <a:pos x="connsiteX6821" y="connsiteY6821"/>
              </a:cxn>
              <a:cxn ang="0">
                <a:pos x="connsiteX6822" y="connsiteY6822"/>
              </a:cxn>
              <a:cxn ang="0">
                <a:pos x="connsiteX6823" y="connsiteY6823"/>
              </a:cxn>
              <a:cxn ang="0">
                <a:pos x="connsiteX6824" y="connsiteY6824"/>
              </a:cxn>
              <a:cxn ang="0">
                <a:pos x="connsiteX6825" y="connsiteY6825"/>
              </a:cxn>
              <a:cxn ang="0">
                <a:pos x="connsiteX6826" y="connsiteY6826"/>
              </a:cxn>
              <a:cxn ang="0">
                <a:pos x="connsiteX6827" y="connsiteY6827"/>
              </a:cxn>
              <a:cxn ang="0">
                <a:pos x="connsiteX6828" y="connsiteY6828"/>
              </a:cxn>
              <a:cxn ang="0">
                <a:pos x="connsiteX6829" y="connsiteY6829"/>
              </a:cxn>
              <a:cxn ang="0">
                <a:pos x="connsiteX6830" y="connsiteY6830"/>
              </a:cxn>
              <a:cxn ang="0">
                <a:pos x="connsiteX6831" y="connsiteY6831"/>
              </a:cxn>
              <a:cxn ang="0">
                <a:pos x="connsiteX6832" y="connsiteY6832"/>
              </a:cxn>
              <a:cxn ang="0">
                <a:pos x="connsiteX6833" y="connsiteY6833"/>
              </a:cxn>
              <a:cxn ang="0">
                <a:pos x="connsiteX6834" y="connsiteY6834"/>
              </a:cxn>
              <a:cxn ang="0">
                <a:pos x="connsiteX6835" y="connsiteY6835"/>
              </a:cxn>
              <a:cxn ang="0">
                <a:pos x="connsiteX6836" y="connsiteY6836"/>
              </a:cxn>
              <a:cxn ang="0">
                <a:pos x="connsiteX6837" y="connsiteY6837"/>
              </a:cxn>
              <a:cxn ang="0">
                <a:pos x="connsiteX6838" y="connsiteY6838"/>
              </a:cxn>
              <a:cxn ang="0">
                <a:pos x="connsiteX6839" y="connsiteY6839"/>
              </a:cxn>
              <a:cxn ang="0">
                <a:pos x="connsiteX6840" y="connsiteY6840"/>
              </a:cxn>
              <a:cxn ang="0">
                <a:pos x="connsiteX6841" y="connsiteY6841"/>
              </a:cxn>
              <a:cxn ang="0">
                <a:pos x="connsiteX6842" y="connsiteY6842"/>
              </a:cxn>
              <a:cxn ang="0">
                <a:pos x="connsiteX6843" y="connsiteY6843"/>
              </a:cxn>
              <a:cxn ang="0">
                <a:pos x="connsiteX6844" y="connsiteY6844"/>
              </a:cxn>
              <a:cxn ang="0">
                <a:pos x="connsiteX6845" y="connsiteY6845"/>
              </a:cxn>
              <a:cxn ang="0">
                <a:pos x="connsiteX6846" y="connsiteY6846"/>
              </a:cxn>
              <a:cxn ang="0">
                <a:pos x="connsiteX6847" y="connsiteY6847"/>
              </a:cxn>
              <a:cxn ang="0">
                <a:pos x="connsiteX6848" y="connsiteY6848"/>
              </a:cxn>
              <a:cxn ang="0">
                <a:pos x="connsiteX6849" y="connsiteY6849"/>
              </a:cxn>
              <a:cxn ang="0">
                <a:pos x="connsiteX6850" y="connsiteY6850"/>
              </a:cxn>
              <a:cxn ang="0">
                <a:pos x="connsiteX6851" y="connsiteY6851"/>
              </a:cxn>
              <a:cxn ang="0">
                <a:pos x="connsiteX6852" y="connsiteY6852"/>
              </a:cxn>
              <a:cxn ang="0">
                <a:pos x="connsiteX6853" y="connsiteY6853"/>
              </a:cxn>
              <a:cxn ang="0">
                <a:pos x="connsiteX6854" y="connsiteY6854"/>
              </a:cxn>
              <a:cxn ang="0">
                <a:pos x="connsiteX6855" y="connsiteY6855"/>
              </a:cxn>
              <a:cxn ang="0">
                <a:pos x="connsiteX6856" y="connsiteY6856"/>
              </a:cxn>
              <a:cxn ang="0">
                <a:pos x="connsiteX6857" y="connsiteY6857"/>
              </a:cxn>
              <a:cxn ang="0">
                <a:pos x="connsiteX6858" y="connsiteY6858"/>
              </a:cxn>
              <a:cxn ang="0">
                <a:pos x="connsiteX6859" y="connsiteY6859"/>
              </a:cxn>
              <a:cxn ang="0">
                <a:pos x="connsiteX6860" y="connsiteY6860"/>
              </a:cxn>
              <a:cxn ang="0">
                <a:pos x="connsiteX6861" y="connsiteY6861"/>
              </a:cxn>
              <a:cxn ang="0">
                <a:pos x="connsiteX6862" y="connsiteY6862"/>
              </a:cxn>
              <a:cxn ang="0">
                <a:pos x="connsiteX6863" y="connsiteY6863"/>
              </a:cxn>
              <a:cxn ang="0">
                <a:pos x="connsiteX6864" y="connsiteY6864"/>
              </a:cxn>
              <a:cxn ang="0">
                <a:pos x="connsiteX6865" y="connsiteY6865"/>
              </a:cxn>
              <a:cxn ang="0">
                <a:pos x="connsiteX6866" y="connsiteY6866"/>
              </a:cxn>
              <a:cxn ang="0">
                <a:pos x="connsiteX6867" y="connsiteY6867"/>
              </a:cxn>
              <a:cxn ang="0">
                <a:pos x="connsiteX6868" y="connsiteY6868"/>
              </a:cxn>
              <a:cxn ang="0">
                <a:pos x="connsiteX6869" y="connsiteY6869"/>
              </a:cxn>
              <a:cxn ang="0">
                <a:pos x="connsiteX6870" y="connsiteY6870"/>
              </a:cxn>
              <a:cxn ang="0">
                <a:pos x="connsiteX6871" y="connsiteY6871"/>
              </a:cxn>
              <a:cxn ang="0">
                <a:pos x="connsiteX6872" y="connsiteY6872"/>
              </a:cxn>
              <a:cxn ang="0">
                <a:pos x="connsiteX6873" y="connsiteY6873"/>
              </a:cxn>
              <a:cxn ang="0">
                <a:pos x="connsiteX6874" y="connsiteY6874"/>
              </a:cxn>
              <a:cxn ang="0">
                <a:pos x="connsiteX6875" y="connsiteY6875"/>
              </a:cxn>
              <a:cxn ang="0">
                <a:pos x="connsiteX6876" y="connsiteY6876"/>
              </a:cxn>
              <a:cxn ang="0">
                <a:pos x="connsiteX6877" y="connsiteY6877"/>
              </a:cxn>
              <a:cxn ang="0">
                <a:pos x="connsiteX6878" y="connsiteY6878"/>
              </a:cxn>
              <a:cxn ang="0">
                <a:pos x="connsiteX6879" y="connsiteY6879"/>
              </a:cxn>
              <a:cxn ang="0">
                <a:pos x="connsiteX6880" y="connsiteY6880"/>
              </a:cxn>
              <a:cxn ang="0">
                <a:pos x="connsiteX6881" y="connsiteY6881"/>
              </a:cxn>
              <a:cxn ang="0">
                <a:pos x="connsiteX6882" y="connsiteY6882"/>
              </a:cxn>
              <a:cxn ang="0">
                <a:pos x="connsiteX6883" y="connsiteY6883"/>
              </a:cxn>
              <a:cxn ang="0">
                <a:pos x="connsiteX6884" y="connsiteY6884"/>
              </a:cxn>
              <a:cxn ang="0">
                <a:pos x="connsiteX6885" y="connsiteY6885"/>
              </a:cxn>
              <a:cxn ang="0">
                <a:pos x="connsiteX6886" y="connsiteY6886"/>
              </a:cxn>
              <a:cxn ang="0">
                <a:pos x="connsiteX6887" y="connsiteY6887"/>
              </a:cxn>
              <a:cxn ang="0">
                <a:pos x="connsiteX6888" y="connsiteY6888"/>
              </a:cxn>
              <a:cxn ang="0">
                <a:pos x="connsiteX6889" y="connsiteY6889"/>
              </a:cxn>
              <a:cxn ang="0">
                <a:pos x="connsiteX6890" y="connsiteY6890"/>
              </a:cxn>
              <a:cxn ang="0">
                <a:pos x="connsiteX6891" y="connsiteY6891"/>
              </a:cxn>
              <a:cxn ang="0">
                <a:pos x="connsiteX6892" y="connsiteY6892"/>
              </a:cxn>
              <a:cxn ang="0">
                <a:pos x="connsiteX6893" y="connsiteY6893"/>
              </a:cxn>
              <a:cxn ang="0">
                <a:pos x="connsiteX6894" y="connsiteY6894"/>
              </a:cxn>
              <a:cxn ang="0">
                <a:pos x="connsiteX6895" y="connsiteY6895"/>
              </a:cxn>
              <a:cxn ang="0">
                <a:pos x="connsiteX6896" y="connsiteY6896"/>
              </a:cxn>
              <a:cxn ang="0">
                <a:pos x="connsiteX6897" y="connsiteY6897"/>
              </a:cxn>
              <a:cxn ang="0">
                <a:pos x="connsiteX6898" y="connsiteY6898"/>
              </a:cxn>
              <a:cxn ang="0">
                <a:pos x="connsiteX6899" y="connsiteY6899"/>
              </a:cxn>
              <a:cxn ang="0">
                <a:pos x="connsiteX6900" y="connsiteY6900"/>
              </a:cxn>
              <a:cxn ang="0">
                <a:pos x="connsiteX6901" y="connsiteY6901"/>
              </a:cxn>
              <a:cxn ang="0">
                <a:pos x="connsiteX6902" y="connsiteY6902"/>
              </a:cxn>
              <a:cxn ang="0">
                <a:pos x="connsiteX6903" y="connsiteY6903"/>
              </a:cxn>
              <a:cxn ang="0">
                <a:pos x="connsiteX6904" y="connsiteY6904"/>
              </a:cxn>
              <a:cxn ang="0">
                <a:pos x="connsiteX6905" y="connsiteY6905"/>
              </a:cxn>
              <a:cxn ang="0">
                <a:pos x="connsiteX6906" y="connsiteY6906"/>
              </a:cxn>
              <a:cxn ang="0">
                <a:pos x="connsiteX6907" y="connsiteY6907"/>
              </a:cxn>
              <a:cxn ang="0">
                <a:pos x="connsiteX6908" y="connsiteY6908"/>
              </a:cxn>
              <a:cxn ang="0">
                <a:pos x="connsiteX6909" y="connsiteY6909"/>
              </a:cxn>
              <a:cxn ang="0">
                <a:pos x="connsiteX6910" y="connsiteY6910"/>
              </a:cxn>
              <a:cxn ang="0">
                <a:pos x="connsiteX6911" y="connsiteY6911"/>
              </a:cxn>
              <a:cxn ang="0">
                <a:pos x="connsiteX6912" y="connsiteY6912"/>
              </a:cxn>
              <a:cxn ang="0">
                <a:pos x="connsiteX6913" y="connsiteY6913"/>
              </a:cxn>
              <a:cxn ang="0">
                <a:pos x="connsiteX6914" y="connsiteY6914"/>
              </a:cxn>
              <a:cxn ang="0">
                <a:pos x="connsiteX6915" y="connsiteY6915"/>
              </a:cxn>
              <a:cxn ang="0">
                <a:pos x="connsiteX6916" y="connsiteY6916"/>
              </a:cxn>
              <a:cxn ang="0">
                <a:pos x="connsiteX6917" y="connsiteY6917"/>
              </a:cxn>
              <a:cxn ang="0">
                <a:pos x="connsiteX6918" y="connsiteY6918"/>
              </a:cxn>
              <a:cxn ang="0">
                <a:pos x="connsiteX6919" y="connsiteY6919"/>
              </a:cxn>
              <a:cxn ang="0">
                <a:pos x="connsiteX6920" y="connsiteY6920"/>
              </a:cxn>
              <a:cxn ang="0">
                <a:pos x="connsiteX6921" y="connsiteY6921"/>
              </a:cxn>
              <a:cxn ang="0">
                <a:pos x="connsiteX6922" y="connsiteY6922"/>
              </a:cxn>
              <a:cxn ang="0">
                <a:pos x="connsiteX6923" y="connsiteY6923"/>
              </a:cxn>
              <a:cxn ang="0">
                <a:pos x="connsiteX6924" y="connsiteY6924"/>
              </a:cxn>
              <a:cxn ang="0">
                <a:pos x="connsiteX6925" y="connsiteY6925"/>
              </a:cxn>
              <a:cxn ang="0">
                <a:pos x="connsiteX6926" y="connsiteY6926"/>
              </a:cxn>
              <a:cxn ang="0">
                <a:pos x="connsiteX6927" y="connsiteY6927"/>
              </a:cxn>
              <a:cxn ang="0">
                <a:pos x="connsiteX6928" y="connsiteY6928"/>
              </a:cxn>
              <a:cxn ang="0">
                <a:pos x="connsiteX6929" y="connsiteY6929"/>
              </a:cxn>
              <a:cxn ang="0">
                <a:pos x="connsiteX6930" y="connsiteY6930"/>
              </a:cxn>
              <a:cxn ang="0">
                <a:pos x="connsiteX6931" y="connsiteY6931"/>
              </a:cxn>
              <a:cxn ang="0">
                <a:pos x="connsiteX6932" y="connsiteY6932"/>
              </a:cxn>
              <a:cxn ang="0">
                <a:pos x="connsiteX6933" y="connsiteY6933"/>
              </a:cxn>
              <a:cxn ang="0">
                <a:pos x="connsiteX6934" y="connsiteY6934"/>
              </a:cxn>
              <a:cxn ang="0">
                <a:pos x="connsiteX6935" y="connsiteY6935"/>
              </a:cxn>
              <a:cxn ang="0">
                <a:pos x="connsiteX6936" y="connsiteY6936"/>
              </a:cxn>
              <a:cxn ang="0">
                <a:pos x="connsiteX6937" y="connsiteY6937"/>
              </a:cxn>
              <a:cxn ang="0">
                <a:pos x="connsiteX6938" y="connsiteY6938"/>
              </a:cxn>
              <a:cxn ang="0">
                <a:pos x="connsiteX6939" y="connsiteY6939"/>
              </a:cxn>
              <a:cxn ang="0">
                <a:pos x="connsiteX6940" y="connsiteY6940"/>
              </a:cxn>
              <a:cxn ang="0">
                <a:pos x="connsiteX6941" y="connsiteY6941"/>
              </a:cxn>
              <a:cxn ang="0">
                <a:pos x="connsiteX6942" y="connsiteY6942"/>
              </a:cxn>
              <a:cxn ang="0">
                <a:pos x="connsiteX6943" y="connsiteY6943"/>
              </a:cxn>
              <a:cxn ang="0">
                <a:pos x="connsiteX6944" y="connsiteY6944"/>
              </a:cxn>
              <a:cxn ang="0">
                <a:pos x="connsiteX6945" y="connsiteY6945"/>
              </a:cxn>
              <a:cxn ang="0">
                <a:pos x="connsiteX6946" y="connsiteY6946"/>
              </a:cxn>
              <a:cxn ang="0">
                <a:pos x="connsiteX6947" y="connsiteY6947"/>
              </a:cxn>
              <a:cxn ang="0">
                <a:pos x="connsiteX6948" y="connsiteY6948"/>
              </a:cxn>
              <a:cxn ang="0">
                <a:pos x="connsiteX6949" y="connsiteY6949"/>
              </a:cxn>
              <a:cxn ang="0">
                <a:pos x="connsiteX6950" y="connsiteY6950"/>
              </a:cxn>
              <a:cxn ang="0">
                <a:pos x="connsiteX6951" y="connsiteY6951"/>
              </a:cxn>
              <a:cxn ang="0">
                <a:pos x="connsiteX6952" y="connsiteY6952"/>
              </a:cxn>
              <a:cxn ang="0">
                <a:pos x="connsiteX6953" y="connsiteY6953"/>
              </a:cxn>
              <a:cxn ang="0">
                <a:pos x="connsiteX6954" y="connsiteY6954"/>
              </a:cxn>
              <a:cxn ang="0">
                <a:pos x="connsiteX6955" y="connsiteY6955"/>
              </a:cxn>
              <a:cxn ang="0">
                <a:pos x="connsiteX6956" y="connsiteY6956"/>
              </a:cxn>
              <a:cxn ang="0">
                <a:pos x="connsiteX6957" y="connsiteY6957"/>
              </a:cxn>
              <a:cxn ang="0">
                <a:pos x="connsiteX6958" y="connsiteY6958"/>
              </a:cxn>
              <a:cxn ang="0">
                <a:pos x="connsiteX6959" y="connsiteY6959"/>
              </a:cxn>
              <a:cxn ang="0">
                <a:pos x="connsiteX6960" y="connsiteY6960"/>
              </a:cxn>
              <a:cxn ang="0">
                <a:pos x="connsiteX6961" y="connsiteY6961"/>
              </a:cxn>
              <a:cxn ang="0">
                <a:pos x="connsiteX6962" y="connsiteY6962"/>
              </a:cxn>
              <a:cxn ang="0">
                <a:pos x="connsiteX6963" y="connsiteY6963"/>
              </a:cxn>
              <a:cxn ang="0">
                <a:pos x="connsiteX6964" y="connsiteY6964"/>
              </a:cxn>
              <a:cxn ang="0">
                <a:pos x="connsiteX6965" y="connsiteY6965"/>
              </a:cxn>
              <a:cxn ang="0">
                <a:pos x="connsiteX6966" y="connsiteY6966"/>
              </a:cxn>
              <a:cxn ang="0">
                <a:pos x="connsiteX6967" y="connsiteY6967"/>
              </a:cxn>
              <a:cxn ang="0">
                <a:pos x="connsiteX6968" y="connsiteY6968"/>
              </a:cxn>
              <a:cxn ang="0">
                <a:pos x="connsiteX6969" y="connsiteY6969"/>
              </a:cxn>
              <a:cxn ang="0">
                <a:pos x="connsiteX6970" y="connsiteY6970"/>
              </a:cxn>
              <a:cxn ang="0">
                <a:pos x="connsiteX6971" y="connsiteY6971"/>
              </a:cxn>
              <a:cxn ang="0">
                <a:pos x="connsiteX6972" y="connsiteY6972"/>
              </a:cxn>
              <a:cxn ang="0">
                <a:pos x="connsiteX6973" y="connsiteY6973"/>
              </a:cxn>
              <a:cxn ang="0">
                <a:pos x="connsiteX6974" y="connsiteY6974"/>
              </a:cxn>
              <a:cxn ang="0">
                <a:pos x="connsiteX6975" y="connsiteY6975"/>
              </a:cxn>
              <a:cxn ang="0">
                <a:pos x="connsiteX6976" y="connsiteY6976"/>
              </a:cxn>
              <a:cxn ang="0">
                <a:pos x="connsiteX6977" y="connsiteY6977"/>
              </a:cxn>
              <a:cxn ang="0">
                <a:pos x="connsiteX6978" y="connsiteY6978"/>
              </a:cxn>
              <a:cxn ang="0">
                <a:pos x="connsiteX6979" y="connsiteY6979"/>
              </a:cxn>
              <a:cxn ang="0">
                <a:pos x="connsiteX6980" y="connsiteY6980"/>
              </a:cxn>
              <a:cxn ang="0">
                <a:pos x="connsiteX6981" y="connsiteY6981"/>
              </a:cxn>
              <a:cxn ang="0">
                <a:pos x="connsiteX6982" y="connsiteY6982"/>
              </a:cxn>
              <a:cxn ang="0">
                <a:pos x="connsiteX6983" y="connsiteY6983"/>
              </a:cxn>
              <a:cxn ang="0">
                <a:pos x="connsiteX6984" y="connsiteY6984"/>
              </a:cxn>
              <a:cxn ang="0">
                <a:pos x="connsiteX6985" y="connsiteY6985"/>
              </a:cxn>
              <a:cxn ang="0">
                <a:pos x="connsiteX6986" y="connsiteY6986"/>
              </a:cxn>
              <a:cxn ang="0">
                <a:pos x="connsiteX6987" y="connsiteY6987"/>
              </a:cxn>
              <a:cxn ang="0">
                <a:pos x="connsiteX6988" y="connsiteY6988"/>
              </a:cxn>
              <a:cxn ang="0">
                <a:pos x="connsiteX6989" y="connsiteY6989"/>
              </a:cxn>
              <a:cxn ang="0">
                <a:pos x="connsiteX6990" y="connsiteY6990"/>
              </a:cxn>
              <a:cxn ang="0">
                <a:pos x="connsiteX6991" y="connsiteY6991"/>
              </a:cxn>
              <a:cxn ang="0">
                <a:pos x="connsiteX6992" y="connsiteY6992"/>
              </a:cxn>
              <a:cxn ang="0">
                <a:pos x="connsiteX6993" y="connsiteY6993"/>
              </a:cxn>
              <a:cxn ang="0">
                <a:pos x="connsiteX6994" y="connsiteY6994"/>
              </a:cxn>
              <a:cxn ang="0">
                <a:pos x="connsiteX6995" y="connsiteY6995"/>
              </a:cxn>
              <a:cxn ang="0">
                <a:pos x="connsiteX6996" y="connsiteY6996"/>
              </a:cxn>
              <a:cxn ang="0">
                <a:pos x="connsiteX6997" y="connsiteY6997"/>
              </a:cxn>
              <a:cxn ang="0">
                <a:pos x="connsiteX6998" y="connsiteY6998"/>
              </a:cxn>
              <a:cxn ang="0">
                <a:pos x="connsiteX6999" y="connsiteY6999"/>
              </a:cxn>
              <a:cxn ang="0">
                <a:pos x="connsiteX7000" y="connsiteY7000"/>
              </a:cxn>
              <a:cxn ang="0">
                <a:pos x="connsiteX7001" y="connsiteY7001"/>
              </a:cxn>
              <a:cxn ang="0">
                <a:pos x="connsiteX7002" y="connsiteY7002"/>
              </a:cxn>
              <a:cxn ang="0">
                <a:pos x="connsiteX7003" y="connsiteY7003"/>
              </a:cxn>
              <a:cxn ang="0">
                <a:pos x="connsiteX7004" y="connsiteY7004"/>
              </a:cxn>
              <a:cxn ang="0">
                <a:pos x="connsiteX7005" y="connsiteY7005"/>
              </a:cxn>
              <a:cxn ang="0">
                <a:pos x="connsiteX7006" y="connsiteY7006"/>
              </a:cxn>
              <a:cxn ang="0">
                <a:pos x="connsiteX7007" y="connsiteY7007"/>
              </a:cxn>
              <a:cxn ang="0">
                <a:pos x="connsiteX7008" y="connsiteY7008"/>
              </a:cxn>
              <a:cxn ang="0">
                <a:pos x="connsiteX7009" y="connsiteY7009"/>
              </a:cxn>
              <a:cxn ang="0">
                <a:pos x="connsiteX7010" y="connsiteY7010"/>
              </a:cxn>
              <a:cxn ang="0">
                <a:pos x="connsiteX7011" y="connsiteY7011"/>
              </a:cxn>
              <a:cxn ang="0">
                <a:pos x="connsiteX7012" y="connsiteY7012"/>
              </a:cxn>
              <a:cxn ang="0">
                <a:pos x="connsiteX7013" y="connsiteY7013"/>
              </a:cxn>
              <a:cxn ang="0">
                <a:pos x="connsiteX7014" y="connsiteY7014"/>
              </a:cxn>
              <a:cxn ang="0">
                <a:pos x="connsiteX7015" y="connsiteY7015"/>
              </a:cxn>
              <a:cxn ang="0">
                <a:pos x="connsiteX7016" y="connsiteY7016"/>
              </a:cxn>
              <a:cxn ang="0">
                <a:pos x="connsiteX7017" y="connsiteY7017"/>
              </a:cxn>
              <a:cxn ang="0">
                <a:pos x="connsiteX7018" y="connsiteY7018"/>
              </a:cxn>
              <a:cxn ang="0">
                <a:pos x="connsiteX7019" y="connsiteY7019"/>
              </a:cxn>
              <a:cxn ang="0">
                <a:pos x="connsiteX7020" y="connsiteY7020"/>
              </a:cxn>
              <a:cxn ang="0">
                <a:pos x="connsiteX7021" y="connsiteY7021"/>
              </a:cxn>
              <a:cxn ang="0">
                <a:pos x="connsiteX7022" y="connsiteY7022"/>
              </a:cxn>
              <a:cxn ang="0">
                <a:pos x="connsiteX7023" y="connsiteY7023"/>
              </a:cxn>
              <a:cxn ang="0">
                <a:pos x="connsiteX7024" y="connsiteY7024"/>
              </a:cxn>
              <a:cxn ang="0">
                <a:pos x="connsiteX7025" y="connsiteY7025"/>
              </a:cxn>
              <a:cxn ang="0">
                <a:pos x="connsiteX7026" y="connsiteY7026"/>
              </a:cxn>
              <a:cxn ang="0">
                <a:pos x="connsiteX7027" y="connsiteY7027"/>
              </a:cxn>
              <a:cxn ang="0">
                <a:pos x="connsiteX7028" y="connsiteY7028"/>
              </a:cxn>
              <a:cxn ang="0">
                <a:pos x="connsiteX7029" y="connsiteY7029"/>
              </a:cxn>
              <a:cxn ang="0">
                <a:pos x="connsiteX7030" y="connsiteY7030"/>
              </a:cxn>
              <a:cxn ang="0">
                <a:pos x="connsiteX7031" y="connsiteY7031"/>
              </a:cxn>
              <a:cxn ang="0">
                <a:pos x="connsiteX7032" y="connsiteY7032"/>
              </a:cxn>
              <a:cxn ang="0">
                <a:pos x="connsiteX7033" y="connsiteY7033"/>
              </a:cxn>
              <a:cxn ang="0">
                <a:pos x="connsiteX7034" y="connsiteY7034"/>
              </a:cxn>
              <a:cxn ang="0">
                <a:pos x="connsiteX7035" y="connsiteY7035"/>
              </a:cxn>
              <a:cxn ang="0">
                <a:pos x="connsiteX7036" y="connsiteY7036"/>
              </a:cxn>
              <a:cxn ang="0">
                <a:pos x="connsiteX7037" y="connsiteY7037"/>
              </a:cxn>
              <a:cxn ang="0">
                <a:pos x="connsiteX7038" y="connsiteY7038"/>
              </a:cxn>
              <a:cxn ang="0">
                <a:pos x="connsiteX7039" y="connsiteY7039"/>
              </a:cxn>
              <a:cxn ang="0">
                <a:pos x="connsiteX7040" y="connsiteY7040"/>
              </a:cxn>
              <a:cxn ang="0">
                <a:pos x="connsiteX7041" y="connsiteY7041"/>
              </a:cxn>
              <a:cxn ang="0">
                <a:pos x="connsiteX7042" y="connsiteY7042"/>
              </a:cxn>
              <a:cxn ang="0">
                <a:pos x="connsiteX7043" y="connsiteY7043"/>
              </a:cxn>
              <a:cxn ang="0">
                <a:pos x="connsiteX7044" y="connsiteY7044"/>
              </a:cxn>
              <a:cxn ang="0">
                <a:pos x="connsiteX7045" y="connsiteY7045"/>
              </a:cxn>
              <a:cxn ang="0">
                <a:pos x="connsiteX7046" y="connsiteY7046"/>
              </a:cxn>
              <a:cxn ang="0">
                <a:pos x="connsiteX7047" y="connsiteY7047"/>
              </a:cxn>
              <a:cxn ang="0">
                <a:pos x="connsiteX7048" y="connsiteY7048"/>
              </a:cxn>
              <a:cxn ang="0">
                <a:pos x="connsiteX7049" y="connsiteY7049"/>
              </a:cxn>
              <a:cxn ang="0">
                <a:pos x="connsiteX7050" y="connsiteY7050"/>
              </a:cxn>
              <a:cxn ang="0">
                <a:pos x="connsiteX7051" y="connsiteY7051"/>
              </a:cxn>
              <a:cxn ang="0">
                <a:pos x="connsiteX7052" y="connsiteY7052"/>
              </a:cxn>
              <a:cxn ang="0">
                <a:pos x="connsiteX7053" y="connsiteY7053"/>
              </a:cxn>
              <a:cxn ang="0">
                <a:pos x="connsiteX7054" y="connsiteY7054"/>
              </a:cxn>
              <a:cxn ang="0">
                <a:pos x="connsiteX7055" y="connsiteY7055"/>
              </a:cxn>
              <a:cxn ang="0">
                <a:pos x="connsiteX7056" y="connsiteY7056"/>
              </a:cxn>
              <a:cxn ang="0">
                <a:pos x="connsiteX7057" y="connsiteY7057"/>
              </a:cxn>
              <a:cxn ang="0">
                <a:pos x="connsiteX7058" y="connsiteY7058"/>
              </a:cxn>
              <a:cxn ang="0">
                <a:pos x="connsiteX7059" y="connsiteY7059"/>
              </a:cxn>
              <a:cxn ang="0">
                <a:pos x="connsiteX7060" y="connsiteY7060"/>
              </a:cxn>
              <a:cxn ang="0">
                <a:pos x="connsiteX7061" y="connsiteY7061"/>
              </a:cxn>
              <a:cxn ang="0">
                <a:pos x="connsiteX7062" y="connsiteY7062"/>
              </a:cxn>
              <a:cxn ang="0">
                <a:pos x="connsiteX7063" y="connsiteY7063"/>
              </a:cxn>
              <a:cxn ang="0">
                <a:pos x="connsiteX7064" y="connsiteY7064"/>
              </a:cxn>
              <a:cxn ang="0">
                <a:pos x="connsiteX7065" y="connsiteY7065"/>
              </a:cxn>
              <a:cxn ang="0">
                <a:pos x="connsiteX7066" y="connsiteY7066"/>
              </a:cxn>
              <a:cxn ang="0">
                <a:pos x="connsiteX7067" y="connsiteY7067"/>
              </a:cxn>
              <a:cxn ang="0">
                <a:pos x="connsiteX7068" y="connsiteY7068"/>
              </a:cxn>
              <a:cxn ang="0">
                <a:pos x="connsiteX7069" y="connsiteY7069"/>
              </a:cxn>
              <a:cxn ang="0">
                <a:pos x="connsiteX7070" y="connsiteY7070"/>
              </a:cxn>
              <a:cxn ang="0">
                <a:pos x="connsiteX7071" y="connsiteY7071"/>
              </a:cxn>
              <a:cxn ang="0">
                <a:pos x="connsiteX7072" y="connsiteY7072"/>
              </a:cxn>
              <a:cxn ang="0">
                <a:pos x="connsiteX7073" y="connsiteY7073"/>
              </a:cxn>
              <a:cxn ang="0">
                <a:pos x="connsiteX7074" y="connsiteY7074"/>
              </a:cxn>
              <a:cxn ang="0">
                <a:pos x="connsiteX7075" y="connsiteY7075"/>
              </a:cxn>
              <a:cxn ang="0">
                <a:pos x="connsiteX7076" y="connsiteY7076"/>
              </a:cxn>
              <a:cxn ang="0">
                <a:pos x="connsiteX7077" y="connsiteY7077"/>
              </a:cxn>
              <a:cxn ang="0">
                <a:pos x="connsiteX7078" y="connsiteY7078"/>
              </a:cxn>
              <a:cxn ang="0">
                <a:pos x="connsiteX7079" y="connsiteY7079"/>
              </a:cxn>
              <a:cxn ang="0">
                <a:pos x="connsiteX7080" y="connsiteY7080"/>
              </a:cxn>
              <a:cxn ang="0">
                <a:pos x="connsiteX7081" y="connsiteY7081"/>
              </a:cxn>
              <a:cxn ang="0">
                <a:pos x="connsiteX7082" y="connsiteY7082"/>
              </a:cxn>
              <a:cxn ang="0">
                <a:pos x="connsiteX7083" y="connsiteY7083"/>
              </a:cxn>
              <a:cxn ang="0">
                <a:pos x="connsiteX7084" y="connsiteY7084"/>
              </a:cxn>
              <a:cxn ang="0">
                <a:pos x="connsiteX7085" y="connsiteY7085"/>
              </a:cxn>
              <a:cxn ang="0">
                <a:pos x="connsiteX7086" y="connsiteY7086"/>
              </a:cxn>
              <a:cxn ang="0">
                <a:pos x="connsiteX7087" y="connsiteY7087"/>
              </a:cxn>
              <a:cxn ang="0">
                <a:pos x="connsiteX7088" y="connsiteY7088"/>
              </a:cxn>
              <a:cxn ang="0">
                <a:pos x="connsiteX7089" y="connsiteY7089"/>
              </a:cxn>
              <a:cxn ang="0">
                <a:pos x="connsiteX7090" y="connsiteY7090"/>
              </a:cxn>
              <a:cxn ang="0">
                <a:pos x="connsiteX7091" y="connsiteY7091"/>
              </a:cxn>
              <a:cxn ang="0">
                <a:pos x="connsiteX7092" y="connsiteY7092"/>
              </a:cxn>
              <a:cxn ang="0">
                <a:pos x="connsiteX7093" y="connsiteY7093"/>
              </a:cxn>
              <a:cxn ang="0">
                <a:pos x="connsiteX7094" y="connsiteY7094"/>
              </a:cxn>
              <a:cxn ang="0">
                <a:pos x="connsiteX7095" y="connsiteY7095"/>
              </a:cxn>
              <a:cxn ang="0">
                <a:pos x="connsiteX7096" y="connsiteY7096"/>
              </a:cxn>
              <a:cxn ang="0">
                <a:pos x="connsiteX7097" y="connsiteY7097"/>
              </a:cxn>
              <a:cxn ang="0">
                <a:pos x="connsiteX7098" y="connsiteY7098"/>
              </a:cxn>
              <a:cxn ang="0">
                <a:pos x="connsiteX7099" y="connsiteY7099"/>
              </a:cxn>
              <a:cxn ang="0">
                <a:pos x="connsiteX7100" y="connsiteY7100"/>
              </a:cxn>
              <a:cxn ang="0">
                <a:pos x="connsiteX7101" y="connsiteY7101"/>
              </a:cxn>
              <a:cxn ang="0">
                <a:pos x="connsiteX7102" y="connsiteY7102"/>
              </a:cxn>
              <a:cxn ang="0">
                <a:pos x="connsiteX7103" y="connsiteY7103"/>
              </a:cxn>
              <a:cxn ang="0">
                <a:pos x="connsiteX7104" y="connsiteY7104"/>
              </a:cxn>
              <a:cxn ang="0">
                <a:pos x="connsiteX7105" y="connsiteY7105"/>
              </a:cxn>
              <a:cxn ang="0">
                <a:pos x="connsiteX7106" y="connsiteY7106"/>
              </a:cxn>
              <a:cxn ang="0">
                <a:pos x="connsiteX7107" y="connsiteY7107"/>
              </a:cxn>
              <a:cxn ang="0">
                <a:pos x="connsiteX7108" y="connsiteY7108"/>
              </a:cxn>
              <a:cxn ang="0">
                <a:pos x="connsiteX7109" y="connsiteY7109"/>
              </a:cxn>
              <a:cxn ang="0">
                <a:pos x="connsiteX7110" y="connsiteY7110"/>
              </a:cxn>
              <a:cxn ang="0">
                <a:pos x="connsiteX7111" y="connsiteY7111"/>
              </a:cxn>
              <a:cxn ang="0">
                <a:pos x="connsiteX7112" y="connsiteY7112"/>
              </a:cxn>
              <a:cxn ang="0">
                <a:pos x="connsiteX7113" y="connsiteY7113"/>
              </a:cxn>
              <a:cxn ang="0">
                <a:pos x="connsiteX7114" y="connsiteY7114"/>
              </a:cxn>
              <a:cxn ang="0">
                <a:pos x="connsiteX7115" y="connsiteY7115"/>
              </a:cxn>
              <a:cxn ang="0">
                <a:pos x="connsiteX7116" y="connsiteY7116"/>
              </a:cxn>
              <a:cxn ang="0">
                <a:pos x="connsiteX7117" y="connsiteY7117"/>
              </a:cxn>
              <a:cxn ang="0">
                <a:pos x="connsiteX7118" y="connsiteY7118"/>
              </a:cxn>
              <a:cxn ang="0">
                <a:pos x="connsiteX7119" y="connsiteY7119"/>
              </a:cxn>
              <a:cxn ang="0">
                <a:pos x="connsiteX7120" y="connsiteY7120"/>
              </a:cxn>
              <a:cxn ang="0">
                <a:pos x="connsiteX7121" y="connsiteY7121"/>
              </a:cxn>
              <a:cxn ang="0">
                <a:pos x="connsiteX7122" y="connsiteY7122"/>
              </a:cxn>
              <a:cxn ang="0">
                <a:pos x="connsiteX7123" y="connsiteY7123"/>
              </a:cxn>
              <a:cxn ang="0">
                <a:pos x="connsiteX7124" y="connsiteY7124"/>
              </a:cxn>
              <a:cxn ang="0">
                <a:pos x="connsiteX7125" y="connsiteY7125"/>
              </a:cxn>
              <a:cxn ang="0">
                <a:pos x="connsiteX7126" y="connsiteY7126"/>
              </a:cxn>
              <a:cxn ang="0">
                <a:pos x="connsiteX7127" y="connsiteY7127"/>
              </a:cxn>
              <a:cxn ang="0">
                <a:pos x="connsiteX7128" y="connsiteY7128"/>
              </a:cxn>
              <a:cxn ang="0">
                <a:pos x="connsiteX7129" y="connsiteY7129"/>
              </a:cxn>
              <a:cxn ang="0">
                <a:pos x="connsiteX7130" y="connsiteY7130"/>
              </a:cxn>
              <a:cxn ang="0">
                <a:pos x="connsiteX7131" y="connsiteY7131"/>
              </a:cxn>
              <a:cxn ang="0">
                <a:pos x="connsiteX7132" y="connsiteY7132"/>
              </a:cxn>
              <a:cxn ang="0">
                <a:pos x="connsiteX7133" y="connsiteY7133"/>
              </a:cxn>
              <a:cxn ang="0">
                <a:pos x="connsiteX7134" y="connsiteY7134"/>
              </a:cxn>
              <a:cxn ang="0">
                <a:pos x="connsiteX7135" y="connsiteY7135"/>
              </a:cxn>
              <a:cxn ang="0">
                <a:pos x="connsiteX7136" y="connsiteY7136"/>
              </a:cxn>
              <a:cxn ang="0">
                <a:pos x="connsiteX7137" y="connsiteY7137"/>
              </a:cxn>
              <a:cxn ang="0">
                <a:pos x="connsiteX7138" y="connsiteY7138"/>
              </a:cxn>
              <a:cxn ang="0">
                <a:pos x="connsiteX7139" y="connsiteY7139"/>
              </a:cxn>
              <a:cxn ang="0">
                <a:pos x="connsiteX7140" y="connsiteY7140"/>
              </a:cxn>
              <a:cxn ang="0">
                <a:pos x="connsiteX7141" y="connsiteY7141"/>
              </a:cxn>
              <a:cxn ang="0">
                <a:pos x="connsiteX7142" y="connsiteY7142"/>
              </a:cxn>
              <a:cxn ang="0">
                <a:pos x="connsiteX7143" y="connsiteY7143"/>
              </a:cxn>
              <a:cxn ang="0">
                <a:pos x="connsiteX7144" y="connsiteY7144"/>
              </a:cxn>
              <a:cxn ang="0">
                <a:pos x="connsiteX7145" y="connsiteY7145"/>
              </a:cxn>
              <a:cxn ang="0">
                <a:pos x="connsiteX7146" y="connsiteY7146"/>
              </a:cxn>
              <a:cxn ang="0">
                <a:pos x="connsiteX7147" y="connsiteY7147"/>
              </a:cxn>
              <a:cxn ang="0">
                <a:pos x="connsiteX7148" y="connsiteY7148"/>
              </a:cxn>
              <a:cxn ang="0">
                <a:pos x="connsiteX7149" y="connsiteY7149"/>
              </a:cxn>
              <a:cxn ang="0">
                <a:pos x="connsiteX7150" y="connsiteY7150"/>
              </a:cxn>
              <a:cxn ang="0">
                <a:pos x="connsiteX7151" y="connsiteY7151"/>
              </a:cxn>
              <a:cxn ang="0">
                <a:pos x="connsiteX7152" y="connsiteY7152"/>
              </a:cxn>
              <a:cxn ang="0">
                <a:pos x="connsiteX7153" y="connsiteY7153"/>
              </a:cxn>
              <a:cxn ang="0">
                <a:pos x="connsiteX7154" y="connsiteY7154"/>
              </a:cxn>
              <a:cxn ang="0">
                <a:pos x="connsiteX7155" y="connsiteY7155"/>
              </a:cxn>
              <a:cxn ang="0">
                <a:pos x="connsiteX7156" y="connsiteY7156"/>
              </a:cxn>
              <a:cxn ang="0">
                <a:pos x="connsiteX7157" y="connsiteY7157"/>
              </a:cxn>
              <a:cxn ang="0">
                <a:pos x="connsiteX7158" y="connsiteY7158"/>
              </a:cxn>
              <a:cxn ang="0">
                <a:pos x="connsiteX7159" y="connsiteY7159"/>
              </a:cxn>
              <a:cxn ang="0">
                <a:pos x="connsiteX7160" y="connsiteY7160"/>
              </a:cxn>
              <a:cxn ang="0">
                <a:pos x="connsiteX7161" y="connsiteY7161"/>
              </a:cxn>
              <a:cxn ang="0">
                <a:pos x="connsiteX7162" y="connsiteY7162"/>
              </a:cxn>
              <a:cxn ang="0">
                <a:pos x="connsiteX7163" y="connsiteY7163"/>
              </a:cxn>
              <a:cxn ang="0">
                <a:pos x="connsiteX7164" y="connsiteY7164"/>
              </a:cxn>
              <a:cxn ang="0">
                <a:pos x="connsiteX7165" y="connsiteY7165"/>
              </a:cxn>
              <a:cxn ang="0">
                <a:pos x="connsiteX7166" y="connsiteY7166"/>
              </a:cxn>
              <a:cxn ang="0">
                <a:pos x="connsiteX7167" y="connsiteY7167"/>
              </a:cxn>
              <a:cxn ang="0">
                <a:pos x="connsiteX7168" y="connsiteY7168"/>
              </a:cxn>
              <a:cxn ang="0">
                <a:pos x="connsiteX7169" y="connsiteY7169"/>
              </a:cxn>
              <a:cxn ang="0">
                <a:pos x="connsiteX7170" y="connsiteY7170"/>
              </a:cxn>
              <a:cxn ang="0">
                <a:pos x="connsiteX7171" y="connsiteY7171"/>
              </a:cxn>
              <a:cxn ang="0">
                <a:pos x="connsiteX7172" y="connsiteY7172"/>
              </a:cxn>
              <a:cxn ang="0">
                <a:pos x="connsiteX7173" y="connsiteY7173"/>
              </a:cxn>
              <a:cxn ang="0">
                <a:pos x="connsiteX7174" y="connsiteY7174"/>
              </a:cxn>
              <a:cxn ang="0">
                <a:pos x="connsiteX7175" y="connsiteY7175"/>
              </a:cxn>
              <a:cxn ang="0">
                <a:pos x="connsiteX7176" y="connsiteY7176"/>
              </a:cxn>
              <a:cxn ang="0">
                <a:pos x="connsiteX7177" y="connsiteY7177"/>
              </a:cxn>
              <a:cxn ang="0">
                <a:pos x="connsiteX7178" y="connsiteY7178"/>
              </a:cxn>
              <a:cxn ang="0">
                <a:pos x="connsiteX7179" y="connsiteY7179"/>
              </a:cxn>
              <a:cxn ang="0">
                <a:pos x="connsiteX7180" y="connsiteY7180"/>
              </a:cxn>
              <a:cxn ang="0">
                <a:pos x="connsiteX7181" y="connsiteY7181"/>
              </a:cxn>
              <a:cxn ang="0">
                <a:pos x="connsiteX7182" y="connsiteY7182"/>
              </a:cxn>
              <a:cxn ang="0">
                <a:pos x="connsiteX7183" y="connsiteY7183"/>
              </a:cxn>
              <a:cxn ang="0">
                <a:pos x="connsiteX7184" y="connsiteY7184"/>
              </a:cxn>
              <a:cxn ang="0">
                <a:pos x="connsiteX7185" y="connsiteY7185"/>
              </a:cxn>
              <a:cxn ang="0">
                <a:pos x="connsiteX7186" y="connsiteY7186"/>
              </a:cxn>
              <a:cxn ang="0">
                <a:pos x="connsiteX7187" y="connsiteY7187"/>
              </a:cxn>
              <a:cxn ang="0">
                <a:pos x="connsiteX7188" y="connsiteY7188"/>
              </a:cxn>
              <a:cxn ang="0">
                <a:pos x="connsiteX7189" y="connsiteY7189"/>
              </a:cxn>
              <a:cxn ang="0">
                <a:pos x="connsiteX7190" y="connsiteY7190"/>
              </a:cxn>
              <a:cxn ang="0">
                <a:pos x="connsiteX7191" y="connsiteY7191"/>
              </a:cxn>
              <a:cxn ang="0">
                <a:pos x="connsiteX7192" y="connsiteY7192"/>
              </a:cxn>
              <a:cxn ang="0">
                <a:pos x="connsiteX7193" y="connsiteY7193"/>
              </a:cxn>
              <a:cxn ang="0">
                <a:pos x="connsiteX7194" y="connsiteY7194"/>
              </a:cxn>
              <a:cxn ang="0">
                <a:pos x="connsiteX7195" y="connsiteY7195"/>
              </a:cxn>
              <a:cxn ang="0">
                <a:pos x="connsiteX7196" y="connsiteY7196"/>
              </a:cxn>
              <a:cxn ang="0">
                <a:pos x="connsiteX7197" y="connsiteY7197"/>
              </a:cxn>
              <a:cxn ang="0">
                <a:pos x="connsiteX7198" y="connsiteY7198"/>
              </a:cxn>
              <a:cxn ang="0">
                <a:pos x="connsiteX7199" y="connsiteY7199"/>
              </a:cxn>
              <a:cxn ang="0">
                <a:pos x="connsiteX7200" y="connsiteY7200"/>
              </a:cxn>
              <a:cxn ang="0">
                <a:pos x="connsiteX7201" y="connsiteY7201"/>
              </a:cxn>
              <a:cxn ang="0">
                <a:pos x="connsiteX7202" y="connsiteY7202"/>
              </a:cxn>
              <a:cxn ang="0">
                <a:pos x="connsiteX7203" y="connsiteY7203"/>
              </a:cxn>
              <a:cxn ang="0">
                <a:pos x="connsiteX7204" y="connsiteY7204"/>
              </a:cxn>
              <a:cxn ang="0">
                <a:pos x="connsiteX7205" y="connsiteY7205"/>
              </a:cxn>
              <a:cxn ang="0">
                <a:pos x="connsiteX7206" y="connsiteY7206"/>
              </a:cxn>
              <a:cxn ang="0">
                <a:pos x="connsiteX7207" y="connsiteY7207"/>
              </a:cxn>
              <a:cxn ang="0">
                <a:pos x="connsiteX7208" y="connsiteY7208"/>
              </a:cxn>
              <a:cxn ang="0">
                <a:pos x="connsiteX7209" y="connsiteY7209"/>
              </a:cxn>
              <a:cxn ang="0">
                <a:pos x="connsiteX7210" y="connsiteY7210"/>
              </a:cxn>
              <a:cxn ang="0">
                <a:pos x="connsiteX7211" y="connsiteY7211"/>
              </a:cxn>
              <a:cxn ang="0">
                <a:pos x="connsiteX7212" y="connsiteY7212"/>
              </a:cxn>
              <a:cxn ang="0">
                <a:pos x="connsiteX7213" y="connsiteY7213"/>
              </a:cxn>
              <a:cxn ang="0">
                <a:pos x="connsiteX7214" y="connsiteY7214"/>
              </a:cxn>
              <a:cxn ang="0">
                <a:pos x="connsiteX7215" y="connsiteY7215"/>
              </a:cxn>
              <a:cxn ang="0">
                <a:pos x="connsiteX7216" y="connsiteY7216"/>
              </a:cxn>
              <a:cxn ang="0">
                <a:pos x="connsiteX7217" y="connsiteY7217"/>
              </a:cxn>
              <a:cxn ang="0">
                <a:pos x="connsiteX7218" y="connsiteY7218"/>
              </a:cxn>
              <a:cxn ang="0">
                <a:pos x="connsiteX7219" y="connsiteY7219"/>
              </a:cxn>
              <a:cxn ang="0">
                <a:pos x="connsiteX7220" y="connsiteY7220"/>
              </a:cxn>
              <a:cxn ang="0">
                <a:pos x="connsiteX7221" y="connsiteY7221"/>
              </a:cxn>
              <a:cxn ang="0">
                <a:pos x="connsiteX7222" y="connsiteY7222"/>
              </a:cxn>
              <a:cxn ang="0">
                <a:pos x="connsiteX7223" y="connsiteY7223"/>
              </a:cxn>
              <a:cxn ang="0">
                <a:pos x="connsiteX7224" y="connsiteY7224"/>
              </a:cxn>
              <a:cxn ang="0">
                <a:pos x="connsiteX7225" y="connsiteY7225"/>
              </a:cxn>
              <a:cxn ang="0">
                <a:pos x="connsiteX7226" y="connsiteY7226"/>
              </a:cxn>
              <a:cxn ang="0">
                <a:pos x="connsiteX7227" y="connsiteY7227"/>
              </a:cxn>
              <a:cxn ang="0">
                <a:pos x="connsiteX7228" y="connsiteY7228"/>
              </a:cxn>
              <a:cxn ang="0">
                <a:pos x="connsiteX7229" y="connsiteY7229"/>
              </a:cxn>
              <a:cxn ang="0">
                <a:pos x="connsiteX7230" y="connsiteY7230"/>
              </a:cxn>
              <a:cxn ang="0">
                <a:pos x="connsiteX7231" y="connsiteY7231"/>
              </a:cxn>
              <a:cxn ang="0">
                <a:pos x="connsiteX7232" y="connsiteY7232"/>
              </a:cxn>
              <a:cxn ang="0">
                <a:pos x="connsiteX7233" y="connsiteY7233"/>
              </a:cxn>
              <a:cxn ang="0">
                <a:pos x="connsiteX7234" y="connsiteY7234"/>
              </a:cxn>
              <a:cxn ang="0">
                <a:pos x="connsiteX7235" y="connsiteY7235"/>
              </a:cxn>
              <a:cxn ang="0">
                <a:pos x="connsiteX7236" y="connsiteY7236"/>
              </a:cxn>
              <a:cxn ang="0">
                <a:pos x="connsiteX7237" y="connsiteY7237"/>
              </a:cxn>
              <a:cxn ang="0">
                <a:pos x="connsiteX7238" y="connsiteY7238"/>
              </a:cxn>
              <a:cxn ang="0">
                <a:pos x="connsiteX7239" y="connsiteY7239"/>
              </a:cxn>
              <a:cxn ang="0">
                <a:pos x="connsiteX7240" y="connsiteY7240"/>
              </a:cxn>
              <a:cxn ang="0">
                <a:pos x="connsiteX7241" y="connsiteY7241"/>
              </a:cxn>
              <a:cxn ang="0">
                <a:pos x="connsiteX7242" y="connsiteY7242"/>
              </a:cxn>
              <a:cxn ang="0">
                <a:pos x="connsiteX7243" y="connsiteY7243"/>
              </a:cxn>
              <a:cxn ang="0">
                <a:pos x="connsiteX7244" y="connsiteY7244"/>
              </a:cxn>
              <a:cxn ang="0">
                <a:pos x="connsiteX7245" y="connsiteY7245"/>
              </a:cxn>
              <a:cxn ang="0">
                <a:pos x="connsiteX7246" y="connsiteY7246"/>
              </a:cxn>
              <a:cxn ang="0">
                <a:pos x="connsiteX7247" y="connsiteY7247"/>
              </a:cxn>
              <a:cxn ang="0">
                <a:pos x="connsiteX7248" y="connsiteY7248"/>
              </a:cxn>
              <a:cxn ang="0">
                <a:pos x="connsiteX7249" y="connsiteY7249"/>
              </a:cxn>
              <a:cxn ang="0">
                <a:pos x="connsiteX7250" y="connsiteY7250"/>
              </a:cxn>
              <a:cxn ang="0">
                <a:pos x="connsiteX7251" y="connsiteY7251"/>
              </a:cxn>
              <a:cxn ang="0">
                <a:pos x="connsiteX7252" y="connsiteY7252"/>
              </a:cxn>
              <a:cxn ang="0">
                <a:pos x="connsiteX7253" y="connsiteY7253"/>
              </a:cxn>
              <a:cxn ang="0">
                <a:pos x="connsiteX7254" y="connsiteY7254"/>
              </a:cxn>
              <a:cxn ang="0">
                <a:pos x="connsiteX7255" y="connsiteY7255"/>
              </a:cxn>
              <a:cxn ang="0">
                <a:pos x="connsiteX7256" y="connsiteY7256"/>
              </a:cxn>
              <a:cxn ang="0">
                <a:pos x="connsiteX7257" y="connsiteY7257"/>
              </a:cxn>
              <a:cxn ang="0">
                <a:pos x="connsiteX7258" y="connsiteY7258"/>
              </a:cxn>
              <a:cxn ang="0">
                <a:pos x="connsiteX7259" y="connsiteY7259"/>
              </a:cxn>
              <a:cxn ang="0">
                <a:pos x="connsiteX7260" y="connsiteY7260"/>
              </a:cxn>
              <a:cxn ang="0">
                <a:pos x="connsiteX7261" y="connsiteY7261"/>
              </a:cxn>
              <a:cxn ang="0">
                <a:pos x="connsiteX7262" y="connsiteY7262"/>
              </a:cxn>
              <a:cxn ang="0">
                <a:pos x="connsiteX7263" y="connsiteY7263"/>
              </a:cxn>
              <a:cxn ang="0">
                <a:pos x="connsiteX7264" y="connsiteY7264"/>
              </a:cxn>
              <a:cxn ang="0">
                <a:pos x="connsiteX7265" y="connsiteY7265"/>
              </a:cxn>
              <a:cxn ang="0">
                <a:pos x="connsiteX7266" y="connsiteY7266"/>
              </a:cxn>
              <a:cxn ang="0">
                <a:pos x="connsiteX7267" y="connsiteY7267"/>
              </a:cxn>
              <a:cxn ang="0">
                <a:pos x="connsiteX7268" y="connsiteY7268"/>
              </a:cxn>
              <a:cxn ang="0">
                <a:pos x="connsiteX7269" y="connsiteY7269"/>
              </a:cxn>
              <a:cxn ang="0">
                <a:pos x="connsiteX7270" y="connsiteY7270"/>
              </a:cxn>
              <a:cxn ang="0">
                <a:pos x="connsiteX7271" y="connsiteY7271"/>
              </a:cxn>
              <a:cxn ang="0">
                <a:pos x="connsiteX7272" y="connsiteY7272"/>
              </a:cxn>
              <a:cxn ang="0">
                <a:pos x="connsiteX7273" y="connsiteY7273"/>
              </a:cxn>
              <a:cxn ang="0">
                <a:pos x="connsiteX7274" y="connsiteY7274"/>
              </a:cxn>
              <a:cxn ang="0">
                <a:pos x="connsiteX7275" y="connsiteY7275"/>
              </a:cxn>
              <a:cxn ang="0">
                <a:pos x="connsiteX7276" y="connsiteY7276"/>
              </a:cxn>
              <a:cxn ang="0">
                <a:pos x="connsiteX7277" y="connsiteY7277"/>
              </a:cxn>
              <a:cxn ang="0">
                <a:pos x="connsiteX7278" y="connsiteY7278"/>
              </a:cxn>
              <a:cxn ang="0">
                <a:pos x="connsiteX7279" y="connsiteY7279"/>
              </a:cxn>
              <a:cxn ang="0">
                <a:pos x="connsiteX7280" y="connsiteY7280"/>
              </a:cxn>
              <a:cxn ang="0">
                <a:pos x="connsiteX7281" y="connsiteY7281"/>
              </a:cxn>
              <a:cxn ang="0">
                <a:pos x="connsiteX7282" y="connsiteY7282"/>
              </a:cxn>
              <a:cxn ang="0">
                <a:pos x="connsiteX7283" y="connsiteY7283"/>
              </a:cxn>
              <a:cxn ang="0">
                <a:pos x="connsiteX7284" y="connsiteY7284"/>
              </a:cxn>
              <a:cxn ang="0">
                <a:pos x="connsiteX7285" y="connsiteY7285"/>
              </a:cxn>
              <a:cxn ang="0">
                <a:pos x="connsiteX7286" y="connsiteY7286"/>
              </a:cxn>
              <a:cxn ang="0">
                <a:pos x="connsiteX7287" y="connsiteY7287"/>
              </a:cxn>
              <a:cxn ang="0">
                <a:pos x="connsiteX7288" y="connsiteY7288"/>
              </a:cxn>
              <a:cxn ang="0">
                <a:pos x="connsiteX7289" y="connsiteY7289"/>
              </a:cxn>
              <a:cxn ang="0">
                <a:pos x="connsiteX7290" y="connsiteY7290"/>
              </a:cxn>
              <a:cxn ang="0">
                <a:pos x="connsiteX7291" y="connsiteY7291"/>
              </a:cxn>
              <a:cxn ang="0">
                <a:pos x="connsiteX7292" y="connsiteY7292"/>
              </a:cxn>
              <a:cxn ang="0">
                <a:pos x="connsiteX7293" y="connsiteY7293"/>
              </a:cxn>
              <a:cxn ang="0">
                <a:pos x="connsiteX7294" y="connsiteY7294"/>
              </a:cxn>
              <a:cxn ang="0">
                <a:pos x="connsiteX7295" y="connsiteY7295"/>
              </a:cxn>
              <a:cxn ang="0">
                <a:pos x="connsiteX7296" y="connsiteY7296"/>
              </a:cxn>
              <a:cxn ang="0">
                <a:pos x="connsiteX7297" y="connsiteY7297"/>
              </a:cxn>
              <a:cxn ang="0">
                <a:pos x="connsiteX7298" y="connsiteY7298"/>
              </a:cxn>
              <a:cxn ang="0">
                <a:pos x="connsiteX7299" y="connsiteY7299"/>
              </a:cxn>
              <a:cxn ang="0">
                <a:pos x="connsiteX7300" y="connsiteY7300"/>
              </a:cxn>
              <a:cxn ang="0">
                <a:pos x="connsiteX7301" y="connsiteY7301"/>
              </a:cxn>
              <a:cxn ang="0">
                <a:pos x="connsiteX7302" y="connsiteY7302"/>
              </a:cxn>
              <a:cxn ang="0">
                <a:pos x="connsiteX7303" y="connsiteY7303"/>
              </a:cxn>
              <a:cxn ang="0">
                <a:pos x="connsiteX7304" y="connsiteY7304"/>
              </a:cxn>
              <a:cxn ang="0">
                <a:pos x="connsiteX7305" y="connsiteY7305"/>
              </a:cxn>
              <a:cxn ang="0">
                <a:pos x="connsiteX7306" y="connsiteY7306"/>
              </a:cxn>
              <a:cxn ang="0">
                <a:pos x="connsiteX7307" y="connsiteY7307"/>
              </a:cxn>
              <a:cxn ang="0">
                <a:pos x="connsiteX7308" y="connsiteY7308"/>
              </a:cxn>
              <a:cxn ang="0">
                <a:pos x="connsiteX7309" y="connsiteY7309"/>
              </a:cxn>
              <a:cxn ang="0">
                <a:pos x="connsiteX7310" y="connsiteY7310"/>
              </a:cxn>
              <a:cxn ang="0">
                <a:pos x="connsiteX7311" y="connsiteY7311"/>
              </a:cxn>
              <a:cxn ang="0">
                <a:pos x="connsiteX7312" y="connsiteY7312"/>
              </a:cxn>
              <a:cxn ang="0">
                <a:pos x="connsiteX7313" y="connsiteY7313"/>
              </a:cxn>
              <a:cxn ang="0">
                <a:pos x="connsiteX7314" y="connsiteY7314"/>
              </a:cxn>
              <a:cxn ang="0">
                <a:pos x="connsiteX7315" y="connsiteY7315"/>
              </a:cxn>
              <a:cxn ang="0">
                <a:pos x="connsiteX7316" y="connsiteY7316"/>
              </a:cxn>
              <a:cxn ang="0">
                <a:pos x="connsiteX7317" y="connsiteY7317"/>
              </a:cxn>
              <a:cxn ang="0">
                <a:pos x="connsiteX7318" y="connsiteY7318"/>
              </a:cxn>
              <a:cxn ang="0">
                <a:pos x="connsiteX7319" y="connsiteY7319"/>
              </a:cxn>
              <a:cxn ang="0">
                <a:pos x="connsiteX7320" y="connsiteY7320"/>
              </a:cxn>
              <a:cxn ang="0">
                <a:pos x="connsiteX7321" y="connsiteY7321"/>
              </a:cxn>
              <a:cxn ang="0">
                <a:pos x="connsiteX7322" y="connsiteY7322"/>
              </a:cxn>
              <a:cxn ang="0">
                <a:pos x="connsiteX7323" y="connsiteY7323"/>
              </a:cxn>
              <a:cxn ang="0">
                <a:pos x="connsiteX7324" y="connsiteY7324"/>
              </a:cxn>
              <a:cxn ang="0">
                <a:pos x="connsiteX7325" y="connsiteY7325"/>
              </a:cxn>
              <a:cxn ang="0">
                <a:pos x="connsiteX7326" y="connsiteY7326"/>
              </a:cxn>
              <a:cxn ang="0">
                <a:pos x="connsiteX7327" y="connsiteY7327"/>
              </a:cxn>
              <a:cxn ang="0">
                <a:pos x="connsiteX7328" y="connsiteY7328"/>
              </a:cxn>
              <a:cxn ang="0">
                <a:pos x="connsiteX7329" y="connsiteY7329"/>
              </a:cxn>
              <a:cxn ang="0">
                <a:pos x="connsiteX7330" y="connsiteY7330"/>
              </a:cxn>
              <a:cxn ang="0">
                <a:pos x="connsiteX7331" y="connsiteY7331"/>
              </a:cxn>
              <a:cxn ang="0">
                <a:pos x="connsiteX7332" y="connsiteY7332"/>
              </a:cxn>
              <a:cxn ang="0">
                <a:pos x="connsiteX7333" y="connsiteY7333"/>
              </a:cxn>
              <a:cxn ang="0">
                <a:pos x="connsiteX7334" y="connsiteY7334"/>
              </a:cxn>
              <a:cxn ang="0">
                <a:pos x="connsiteX7335" y="connsiteY7335"/>
              </a:cxn>
              <a:cxn ang="0">
                <a:pos x="connsiteX7336" y="connsiteY7336"/>
              </a:cxn>
              <a:cxn ang="0">
                <a:pos x="connsiteX7337" y="connsiteY7337"/>
              </a:cxn>
              <a:cxn ang="0">
                <a:pos x="connsiteX7338" y="connsiteY7338"/>
              </a:cxn>
              <a:cxn ang="0">
                <a:pos x="connsiteX7339" y="connsiteY7339"/>
              </a:cxn>
              <a:cxn ang="0">
                <a:pos x="connsiteX7340" y="connsiteY7340"/>
              </a:cxn>
              <a:cxn ang="0">
                <a:pos x="connsiteX7341" y="connsiteY7341"/>
              </a:cxn>
              <a:cxn ang="0">
                <a:pos x="connsiteX7342" y="connsiteY7342"/>
              </a:cxn>
              <a:cxn ang="0">
                <a:pos x="connsiteX7343" y="connsiteY7343"/>
              </a:cxn>
              <a:cxn ang="0">
                <a:pos x="connsiteX7344" y="connsiteY7344"/>
              </a:cxn>
              <a:cxn ang="0">
                <a:pos x="connsiteX7345" y="connsiteY7345"/>
              </a:cxn>
              <a:cxn ang="0">
                <a:pos x="connsiteX7346" y="connsiteY7346"/>
              </a:cxn>
              <a:cxn ang="0">
                <a:pos x="connsiteX7347" y="connsiteY7347"/>
              </a:cxn>
              <a:cxn ang="0">
                <a:pos x="connsiteX7348" y="connsiteY7348"/>
              </a:cxn>
              <a:cxn ang="0">
                <a:pos x="connsiteX7349" y="connsiteY7349"/>
              </a:cxn>
              <a:cxn ang="0">
                <a:pos x="connsiteX7350" y="connsiteY7350"/>
              </a:cxn>
              <a:cxn ang="0">
                <a:pos x="connsiteX7351" y="connsiteY7351"/>
              </a:cxn>
              <a:cxn ang="0">
                <a:pos x="connsiteX7352" y="connsiteY7352"/>
              </a:cxn>
              <a:cxn ang="0">
                <a:pos x="connsiteX7353" y="connsiteY7353"/>
              </a:cxn>
              <a:cxn ang="0">
                <a:pos x="connsiteX7354" y="connsiteY7354"/>
              </a:cxn>
              <a:cxn ang="0">
                <a:pos x="connsiteX7355" y="connsiteY7355"/>
              </a:cxn>
              <a:cxn ang="0">
                <a:pos x="connsiteX7356" y="connsiteY7356"/>
              </a:cxn>
              <a:cxn ang="0">
                <a:pos x="connsiteX7357" y="connsiteY7357"/>
              </a:cxn>
              <a:cxn ang="0">
                <a:pos x="connsiteX7358" y="connsiteY7358"/>
              </a:cxn>
              <a:cxn ang="0">
                <a:pos x="connsiteX7359" y="connsiteY7359"/>
              </a:cxn>
              <a:cxn ang="0">
                <a:pos x="connsiteX7360" y="connsiteY7360"/>
              </a:cxn>
              <a:cxn ang="0">
                <a:pos x="connsiteX7361" y="connsiteY7361"/>
              </a:cxn>
              <a:cxn ang="0">
                <a:pos x="connsiteX7362" y="connsiteY7362"/>
              </a:cxn>
              <a:cxn ang="0">
                <a:pos x="connsiteX7363" y="connsiteY7363"/>
              </a:cxn>
              <a:cxn ang="0">
                <a:pos x="connsiteX7364" y="connsiteY7364"/>
              </a:cxn>
              <a:cxn ang="0">
                <a:pos x="connsiteX7365" y="connsiteY7365"/>
              </a:cxn>
              <a:cxn ang="0">
                <a:pos x="connsiteX7366" y="connsiteY7366"/>
              </a:cxn>
              <a:cxn ang="0">
                <a:pos x="connsiteX7367" y="connsiteY7367"/>
              </a:cxn>
              <a:cxn ang="0">
                <a:pos x="connsiteX7368" y="connsiteY7368"/>
              </a:cxn>
              <a:cxn ang="0">
                <a:pos x="connsiteX7369" y="connsiteY7369"/>
              </a:cxn>
              <a:cxn ang="0">
                <a:pos x="connsiteX7370" y="connsiteY7370"/>
              </a:cxn>
              <a:cxn ang="0">
                <a:pos x="connsiteX7371" y="connsiteY7371"/>
              </a:cxn>
              <a:cxn ang="0">
                <a:pos x="connsiteX7372" y="connsiteY7372"/>
              </a:cxn>
              <a:cxn ang="0">
                <a:pos x="connsiteX7373" y="connsiteY7373"/>
              </a:cxn>
              <a:cxn ang="0">
                <a:pos x="connsiteX7374" y="connsiteY7374"/>
              </a:cxn>
              <a:cxn ang="0">
                <a:pos x="connsiteX7375" y="connsiteY7375"/>
              </a:cxn>
              <a:cxn ang="0">
                <a:pos x="connsiteX7376" y="connsiteY7376"/>
              </a:cxn>
              <a:cxn ang="0">
                <a:pos x="connsiteX7377" y="connsiteY7377"/>
              </a:cxn>
              <a:cxn ang="0">
                <a:pos x="connsiteX7378" y="connsiteY7378"/>
              </a:cxn>
              <a:cxn ang="0">
                <a:pos x="connsiteX7379" y="connsiteY7379"/>
              </a:cxn>
              <a:cxn ang="0">
                <a:pos x="connsiteX7380" y="connsiteY7380"/>
              </a:cxn>
              <a:cxn ang="0">
                <a:pos x="connsiteX7381" y="connsiteY7381"/>
              </a:cxn>
              <a:cxn ang="0">
                <a:pos x="connsiteX7382" y="connsiteY7382"/>
              </a:cxn>
              <a:cxn ang="0">
                <a:pos x="connsiteX7383" y="connsiteY7383"/>
              </a:cxn>
              <a:cxn ang="0">
                <a:pos x="connsiteX7384" y="connsiteY7384"/>
              </a:cxn>
              <a:cxn ang="0">
                <a:pos x="connsiteX7385" y="connsiteY7385"/>
              </a:cxn>
              <a:cxn ang="0">
                <a:pos x="connsiteX7386" y="connsiteY7386"/>
              </a:cxn>
              <a:cxn ang="0">
                <a:pos x="connsiteX7387" y="connsiteY7387"/>
              </a:cxn>
              <a:cxn ang="0">
                <a:pos x="connsiteX7388" y="connsiteY7388"/>
              </a:cxn>
              <a:cxn ang="0">
                <a:pos x="connsiteX7389" y="connsiteY7389"/>
              </a:cxn>
              <a:cxn ang="0">
                <a:pos x="connsiteX7390" y="connsiteY7390"/>
              </a:cxn>
              <a:cxn ang="0">
                <a:pos x="connsiteX7391" y="connsiteY7391"/>
              </a:cxn>
              <a:cxn ang="0">
                <a:pos x="connsiteX7392" y="connsiteY7392"/>
              </a:cxn>
              <a:cxn ang="0">
                <a:pos x="connsiteX7393" y="connsiteY7393"/>
              </a:cxn>
              <a:cxn ang="0">
                <a:pos x="connsiteX7394" y="connsiteY7394"/>
              </a:cxn>
              <a:cxn ang="0">
                <a:pos x="connsiteX7395" y="connsiteY7395"/>
              </a:cxn>
              <a:cxn ang="0">
                <a:pos x="connsiteX7396" y="connsiteY7396"/>
              </a:cxn>
              <a:cxn ang="0">
                <a:pos x="connsiteX7397" y="connsiteY7397"/>
              </a:cxn>
              <a:cxn ang="0">
                <a:pos x="connsiteX7398" y="connsiteY7398"/>
              </a:cxn>
              <a:cxn ang="0">
                <a:pos x="connsiteX7399" y="connsiteY7399"/>
              </a:cxn>
              <a:cxn ang="0">
                <a:pos x="connsiteX7400" y="connsiteY7400"/>
              </a:cxn>
              <a:cxn ang="0">
                <a:pos x="connsiteX7401" y="connsiteY7401"/>
              </a:cxn>
              <a:cxn ang="0">
                <a:pos x="connsiteX7402" y="connsiteY7402"/>
              </a:cxn>
              <a:cxn ang="0">
                <a:pos x="connsiteX7403" y="connsiteY7403"/>
              </a:cxn>
              <a:cxn ang="0">
                <a:pos x="connsiteX7404" y="connsiteY7404"/>
              </a:cxn>
              <a:cxn ang="0">
                <a:pos x="connsiteX7405" y="connsiteY7405"/>
              </a:cxn>
              <a:cxn ang="0">
                <a:pos x="connsiteX7406" y="connsiteY7406"/>
              </a:cxn>
              <a:cxn ang="0">
                <a:pos x="connsiteX7407" y="connsiteY7407"/>
              </a:cxn>
              <a:cxn ang="0">
                <a:pos x="connsiteX7408" y="connsiteY7408"/>
              </a:cxn>
              <a:cxn ang="0">
                <a:pos x="connsiteX7409" y="connsiteY7409"/>
              </a:cxn>
              <a:cxn ang="0">
                <a:pos x="connsiteX7410" y="connsiteY7410"/>
              </a:cxn>
              <a:cxn ang="0">
                <a:pos x="connsiteX7411" y="connsiteY7411"/>
              </a:cxn>
              <a:cxn ang="0">
                <a:pos x="connsiteX7412" y="connsiteY7412"/>
              </a:cxn>
              <a:cxn ang="0">
                <a:pos x="connsiteX7413" y="connsiteY7413"/>
              </a:cxn>
              <a:cxn ang="0">
                <a:pos x="connsiteX7414" y="connsiteY7414"/>
              </a:cxn>
              <a:cxn ang="0">
                <a:pos x="connsiteX7415" y="connsiteY7415"/>
              </a:cxn>
              <a:cxn ang="0">
                <a:pos x="connsiteX7416" y="connsiteY7416"/>
              </a:cxn>
              <a:cxn ang="0">
                <a:pos x="connsiteX7417" y="connsiteY7417"/>
              </a:cxn>
              <a:cxn ang="0">
                <a:pos x="connsiteX7418" y="connsiteY7418"/>
              </a:cxn>
              <a:cxn ang="0">
                <a:pos x="connsiteX7419" y="connsiteY7419"/>
              </a:cxn>
              <a:cxn ang="0">
                <a:pos x="connsiteX7420" y="connsiteY7420"/>
              </a:cxn>
              <a:cxn ang="0">
                <a:pos x="connsiteX7421" y="connsiteY7421"/>
              </a:cxn>
              <a:cxn ang="0">
                <a:pos x="connsiteX7422" y="connsiteY7422"/>
              </a:cxn>
              <a:cxn ang="0">
                <a:pos x="connsiteX7423" y="connsiteY7423"/>
              </a:cxn>
              <a:cxn ang="0">
                <a:pos x="connsiteX7424" y="connsiteY7424"/>
              </a:cxn>
              <a:cxn ang="0">
                <a:pos x="connsiteX7425" y="connsiteY7425"/>
              </a:cxn>
              <a:cxn ang="0">
                <a:pos x="connsiteX7426" y="connsiteY7426"/>
              </a:cxn>
              <a:cxn ang="0">
                <a:pos x="connsiteX7427" y="connsiteY7427"/>
              </a:cxn>
              <a:cxn ang="0">
                <a:pos x="connsiteX7428" y="connsiteY7428"/>
              </a:cxn>
              <a:cxn ang="0">
                <a:pos x="connsiteX7429" y="connsiteY7429"/>
              </a:cxn>
              <a:cxn ang="0">
                <a:pos x="connsiteX7430" y="connsiteY7430"/>
              </a:cxn>
              <a:cxn ang="0">
                <a:pos x="connsiteX7431" y="connsiteY7431"/>
              </a:cxn>
              <a:cxn ang="0">
                <a:pos x="connsiteX7432" y="connsiteY7432"/>
              </a:cxn>
              <a:cxn ang="0">
                <a:pos x="connsiteX7433" y="connsiteY7433"/>
              </a:cxn>
              <a:cxn ang="0">
                <a:pos x="connsiteX7434" y="connsiteY7434"/>
              </a:cxn>
              <a:cxn ang="0">
                <a:pos x="connsiteX7435" y="connsiteY7435"/>
              </a:cxn>
              <a:cxn ang="0">
                <a:pos x="connsiteX7436" y="connsiteY7436"/>
              </a:cxn>
              <a:cxn ang="0">
                <a:pos x="connsiteX7437" y="connsiteY7437"/>
              </a:cxn>
              <a:cxn ang="0">
                <a:pos x="connsiteX7438" y="connsiteY7438"/>
              </a:cxn>
              <a:cxn ang="0">
                <a:pos x="connsiteX7439" y="connsiteY7439"/>
              </a:cxn>
              <a:cxn ang="0">
                <a:pos x="connsiteX7440" y="connsiteY7440"/>
              </a:cxn>
              <a:cxn ang="0">
                <a:pos x="connsiteX7441" y="connsiteY7441"/>
              </a:cxn>
              <a:cxn ang="0">
                <a:pos x="connsiteX7442" y="connsiteY7442"/>
              </a:cxn>
              <a:cxn ang="0">
                <a:pos x="connsiteX7443" y="connsiteY7443"/>
              </a:cxn>
              <a:cxn ang="0">
                <a:pos x="connsiteX7444" y="connsiteY7444"/>
              </a:cxn>
              <a:cxn ang="0">
                <a:pos x="connsiteX7445" y="connsiteY7445"/>
              </a:cxn>
              <a:cxn ang="0">
                <a:pos x="connsiteX7446" y="connsiteY7446"/>
              </a:cxn>
              <a:cxn ang="0">
                <a:pos x="connsiteX7447" y="connsiteY7447"/>
              </a:cxn>
              <a:cxn ang="0">
                <a:pos x="connsiteX7448" y="connsiteY7448"/>
              </a:cxn>
              <a:cxn ang="0">
                <a:pos x="connsiteX7449" y="connsiteY7449"/>
              </a:cxn>
              <a:cxn ang="0">
                <a:pos x="connsiteX7450" y="connsiteY7450"/>
              </a:cxn>
              <a:cxn ang="0">
                <a:pos x="connsiteX7451" y="connsiteY7451"/>
              </a:cxn>
              <a:cxn ang="0">
                <a:pos x="connsiteX7452" y="connsiteY7452"/>
              </a:cxn>
              <a:cxn ang="0">
                <a:pos x="connsiteX7453" y="connsiteY7453"/>
              </a:cxn>
              <a:cxn ang="0">
                <a:pos x="connsiteX7454" y="connsiteY7454"/>
              </a:cxn>
              <a:cxn ang="0">
                <a:pos x="connsiteX7455" y="connsiteY7455"/>
              </a:cxn>
              <a:cxn ang="0">
                <a:pos x="connsiteX7456" y="connsiteY7456"/>
              </a:cxn>
              <a:cxn ang="0">
                <a:pos x="connsiteX7457" y="connsiteY7457"/>
              </a:cxn>
              <a:cxn ang="0">
                <a:pos x="connsiteX7458" y="connsiteY7458"/>
              </a:cxn>
              <a:cxn ang="0">
                <a:pos x="connsiteX7459" y="connsiteY7459"/>
              </a:cxn>
              <a:cxn ang="0">
                <a:pos x="connsiteX7460" y="connsiteY7460"/>
              </a:cxn>
              <a:cxn ang="0">
                <a:pos x="connsiteX7461" y="connsiteY7461"/>
              </a:cxn>
              <a:cxn ang="0">
                <a:pos x="connsiteX7462" y="connsiteY7462"/>
              </a:cxn>
              <a:cxn ang="0">
                <a:pos x="connsiteX7463" y="connsiteY7463"/>
              </a:cxn>
              <a:cxn ang="0">
                <a:pos x="connsiteX7464" y="connsiteY7464"/>
              </a:cxn>
              <a:cxn ang="0">
                <a:pos x="connsiteX7465" y="connsiteY7465"/>
              </a:cxn>
              <a:cxn ang="0">
                <a:pos x="connsiteX7466" y="connsiteY7466"/>
              </a:cxn>
              <a:cxn ang="0">
                <a:pos x="connsiteX7467" y="connsiteY7467"/>
              </a:cxn>
              <a:cxn ang="0">
                <a:pos x="connsiteX7468" y="connsiteY7468"/>
              </a:cxn>
              <a:cxn ang="0">
                <a:pos x="connsiteX7469" y="connsiteY7469"/>
              </a:cxn>
              <a:cxn ang="0">
                <a:pos x="connsiteX7470" y="connsiteY7470"/>
              </a:cxn>
              <a:cxn ang="0">
                <a:pos x="connsiteX7471" y="connsiteY7471"/>
              </a:cxn>
              <a:cxn ang="0">
                <a:pos x="connsiteX7472" y="connsiteY7472"/>
              </a:cxn>
              <a:cxn ang="0">
                <a:pos x="connsiteX7473" y="connsiteY7473"/>
              </a:cxn>
              <a:cxn ang="0">
                <a:pos x="connsiteX7474" y="connsiteY7474"/>
              </a:cxn>
              <a:cxn ang="0">
                <a:pos x="connsiteX7475" y="connsiteY7475"/>
              </a:cxn>
              <a:cxn ang="0">
                <a:pos x="connsiteX7476" y="connsiteY7476"/>
              </a:cxn>
              <a:cxn ang="0">
                <a:pos x="connsiteX7477" y="connsiteY7477"/>
              </a:cxn>
              <a:cxn ang="0">
                <a:pos x="connsiteX7478" y="connsiteY7478"/>
              </a:cxn>
              <a:cxn ang="0">
                <a:pos x="connsiteX7479" y="connsiteY7479"/>
              </a:cxn>
              <a:cxn ang="0">
                <a:pos x="connsiteX7480" y="connsiteY7480"/>
              </a:cxn>
              <a:cxn ang="0">
                <a:pos x="connsiteX7481" y="connsiteY7481"/>
              </a:cxn>
              <a:cxn ang="0">
                <a:pos x="connsiteX7482" y="connsiteY7482"/>
              </a:cxn>
              <a:cxn ang="0">
                <a:pos x="connsiteX7483" y="connsiteY7483"/>
              </a:cxn>
              <a:cxn ang="0">
                <a:pos x="connsiteX7484" y="connsiteY7484"/>
              </a:cxn>
              <a:cxn ang="0">
                <a:pos x="connsiteX7485" y="connsiteY7485"/>
              </a:cxn>
              <a:cxn ang="0">
                <a:pos x="connsiteX7486" y="connsiteY7486"/>
              </a:cxn>
              <a:cxn ang="0">
                <a:pos x="connsiteX7487" y="connsiteY7487"/>
              </a:cxn>
              <a:cxn ang="0">
                <a:pos x="connsiteX7488" y="connsiteY7488"/>
              </a:cxn>
              <a:cxn ang="0">
                <a:pos x="connsiteX7489" y="connsiteY7489"/>
              </a:cxn>
              <a:cxn ang="0">
                <a:pos x="connsiteX7490" y="connsiteY7490"/>
              </a:cxn>
              <a:cxn ang="0">
                <a:pos x="connsiteX7491" y="connsiteY7491"/>
              </a:cxn>
              <a:cxn ang="0">
                <a:pos x="connsiteX7492" y="connsiteY7492"/>
              </a:cxn>
              <a:cxn ang="0">
                <a:pos x="connsiteX7493" y="connsiteY7493"/>
              </a:cxn>
              <a:cxn ang="0">
                <a:pos x="connsiteX7494" y="connsiteY7494"/>
              </a:cxn>
              <a:cxn ang="0">
                <a:pos x="connsiteX7495" y="connsiteY7495"/>
              </a:cxn>
              <a:cxn ang="0">
                <a:pos x="connsiteX7496" y="connsiteY7496"/>
              </a:cxn>
              <a:cxn ang="0">
                <a:pos x="connsiteX7497" y="connsiteY7497"/>
              </a:cxn>
              <a:cxn ang="0">
                <a:pos x="connsiteX7498" y="connsiteY7498"/>
              </a:cxn>
              <a:cxn ang="0">
                <a:pos x="connsiteX7499" y="connsiteY7499"/>
              </a:cxn>
              <a:cxn ang="0">
                <a:pos x="connsiteX7500" y="connsiteY7500"/>
              </a:cxn>
              <a:cxn ang="0">
                <a:pos x="connsiteX7501" y="connsiteY7501"/>
              </a:cxn>
              <a:cxn ang="0">
                <a:pos x="connsiteX7502" y="connsiteY7502"/>
              </a:cxn>
              <a:cxn ang="0">
                <a:pos x="connsiteX7503" y="connsiteY7503"/>
              </a:cxn>
              <a:cxn ang="0">
                <a:pos x="connsiteX7504" y="connsiteY7504"/>
              </a:cxn>
              <a:cxn ang="0">
                <a:pos x="connsiteX7505" y="connsiteY7505"/>
              </a:cxn>
              <a:cxn ang="0">
                <a:pos x="connsiteX7506" y="connsiteY7506"/>
              </a:cxn>
              <a:cxn ang="0">
                <a:pos x="connsiteX7507" y="connsiteY7507"/>
              </a:cxn>
              <a:cxn ang="0">
                <a:pos x="connsiteX7508" y="connsiteY7508"/>
              </a:cxn>
              <a:cxn ang="0">
                <a:pos x="connsiteX7509" y="connsiteY7509"/>
              </a:cxn>
              <a:cxn ang="0">
                <a:pos x="connsiteX7510" y="connsiteY7510"/>
              </a:cxn>
              <a:cxn ang="0">
                <a:pos x="connsiteX7511" y="connsiteY7511"/>
              </a:cxn>
              <a:cxn ang="0">
                <a:pos x="connsiteX7512" y="connsiteY7512"/>
              </a:cxn>
              <a:cxn ang="0">
                <a:pos x="connsiteX7513" y="connsiteY7513"/>
              </a:cxn>
              <a:cxn ang="0">
                <a:pos x="connsiteX7514" y="connsiteY7514"/>
              </a:cxn>
              <a:cxn ang="0">
                <a:pos x="connsiteX7515" y="connsiteY7515"/>
              </a:cxn>
              <a:cxn ang="0">
                <a:pos x="connsiteX7516" y="connsiteY7516"/>
              </a:cxn>
              <a:cxn ang="0">
                <a:pos x="connsiteX7517" y="connsiteY7517"/>
              </a:cxn>
              <a:cxn ang="0">
                <a:pos x="connsiteX7518" y="connsiteY7518"/>
              </a:cxn>
              <a:cxn ang="0">
                <a:pos x="connsiteX7519" y="connsiteY7519"/>
              </a:cxn>
              <a:cxn ang="0">
                <a:pos x="connsiteX7520" y="connsiteY7520"/>
              </a:cxn>
              <a:cxn ang="0">
                <a:pos x="connsiteX7521" y="connsiteY7521"/>
              </a:cxn>
              <a:cxn ang="0">
                <a:pos x="connsiteX7522" y="connsiteY7522"/>
              </a:cxn>
              <a:cxn ang="0">
                <a:pos x="connsiteX7523" y="connsiteY7523"/>
              </a:cxn>
              <a:cxn ang="0">
                <a:pos x="connsiteX7524" y="connsiteY7524"/>
              </a:cxn>
              <a:cxn ang="0">
                <a:pos x="connsiteX7525" y="connsiteY7525"/>
              </a:cxn>
              <a:cxn ang="0">
                <a:pos x="connsiteX7526" y="connsiteY7526"/>
              </a:cxn>
              <a:cxn ang="0">
                <a:pos x="connsiteX7527" y="connsiteY7527"/>
              </a:cxn>
              <a:cxn ang="0">
                <a:pos x="connsiteX7528" y="connsiteY7528"/>
              </a:cxn>
              <a:cxn ang="0">
                <a:pos x="connsiteX7529" y="connsiteY7529"/>
              </a:cxn>
              <a:cxn ang="0">
                <a:pos x="connsiteX7530" y="connsiteY7530"/>
              </a:cxn>
              <a:cxn ang="0">
                <a:pos x="connsiteX7531" y="connsiteY7531"/>
              </a:cxn>
              <a:cxn ang="0">
                <a:pos x="connsiteX7532" y="connsiteY7532"/>
              </a:cxn>
              <a:cxn ang="0">
                <a:pos x="connsiteX7533" y="connsiteY7533"/>
              </a:cxn>
              <a:cxn ang="0">
                <a:pos x="connsiteX7534" y="connsiteY7534"/>
              </a:cxn>
              <a:cxn ang="0">
                <a:pos x="connsiteX7535" y="connsiteY7535"/>
              </a:cxn>
              <a:cxn ang="0">
                <a:pos x="connsiteX7536" y="connsiteY7536"/>
              </a:cxn>
              <a:cxn ang="0">
                <a:pos x="connsiteX7537" y="connsiteY7537"/>
              </a:cxn>
              <a:cxn ang="0">
                <a:pos x="connsiteX7538" y="connsiteY7538"/>
              </a:cxn>
              <a:cxn ang="0">
                <a:pos x="connsiteX7539" y="connsiteY7539"/>
              </a:cxn>
              <a:cxn ang="0">
                <a:pos x="connsiteX7540" y="connsiteY7540"/>
              </a:cxn>
              <a:cxn ang="0">
                <a:pos x="connsiteX7541" y="connsiteY7541"/>
              </a:cxn>
              <a:cxn ang="0">
                <a:pos x="connsiteX7542" y="connsiteY7542"/>
              </a:cxn>
              <a:cxn ang="0">
                <a:pos x="connsiteX7543" y="connsiteY7543"/>
              </a:cxn>
              <a:cxn ang="0">
                <a:pos x="connsiteX7544" y="connsiteY7544"/>
              </a:cxn>
              <a:cxn ang="0">
                <a:pos x="connsiteX7545" y="connsiteY7545"/>
              </a:cxn>
              <a:cxn ang="0">
                <a:pos x="connsiteX7546" y="connsiteY7546"/>
              </a:cxn>
              <a:cxn ang="0">
                <a:pos x="connsiteX7547" y="connsiteY7547"/>
              </a:cxn>
              <a:cxn ang="0">
                <a:pos x="connsiteX7548" y="connsiteY7548"/>
              </a:cxn>
              <a:cxn ang="0">
                <a:pos x="connsiteX7549" y="connsiteY7549"/>
              </a:cxn>
              <a:cxn ang="0">
                <a:pos x="connsiteX7550" y="connsiteY7550"/>
              </a:cxn>
              <a:cxn ang="0">
                <a:pos x="connsiteX7551" y="connsiteY7551"/>
              </a:cxn>
              <a:cxn ang="0">
                <a:pos x="connsiteX7552" y="connsiteY7552"/>
              </a:cxn>
              <a:cxn ang="0">
                <a:pos x="connsiteX7553" y="connsiteY7553"/>
              </a:cxn>
              <a:cxn ang="0">
                <a:pos x="connsiteX7554" y="connsiteY7554"/>
              </a:cxn>
              <a:cxn ang="0">
                <a:pos x="connsiteX7555" y="connsiteY7555"/>
              </a:cxn>
              <a:cxn ang="0">
                <a:pos x="connsiteX7556" y="connsiteY7556"/>
              </a:cxn>
              <a:cxn ang="0">
                <a:pos x="connsiteX7557" y="connsiteY7557"/>
              </a:cxn>
              <a:cxn ang="0">
                <a:pos x="connsiteX7558" y="connsiteY7558"/>
              </a:cxn>
              <a:cxn ang="0">
                <a:pos x="connsiteX7559" y="connsiteY7559"/>
              </a:cxn>
              <a:cxn ang="0">
                <a:pos x="connsiteX7560" y="connsiteY7560"/>
              </a:cxn>
              <a:cxn ang="0">
                <a:pos x="connsiteX7561" y="connsiteY7561"/>
              </a:cxn>
              <a:cxn ang="0">
                <a:pos x="connsiteX7562" y="connsiteY7562"/>
              </a:cxn>
              <a:cxn ang="0">
                <a:pos x="connsiteX7563" y="connsiteY7563"/>
              </a:cxn>
              <a:cxn ang="0">
                <a:pos x="connsiteX7564" y="connsiteY7564"/>
              </a:cxn>
              <a:cxn ang="0">
                <a:pos x="connsiteX7565" y="connsiteY7565"/>
              </a:cxn>
              <a:cxn ang="0">
                <a:pos x="connsiteX7566" y="connsiteY7566"/>
              </a:cxn>
              <a:cxn ang="0">
                <a:pos x="connsiteX7567" y="connsiteY7567"/>
              </a:cxn>
              <a:cxn ang="0">
                <a:pos x="connsiteX7568" y="connsiteY7568"/>
              </a:cxn>
              <a:cxn ang="0">
                <a:pos x="connsiteX7569" y="connsiteY7569"/>
              </a:cxn>
              <a:cxn ang="0">
                <a:pos x="connsiteX7570" y="connsiteY7570"/>
              </a:cxn>
              <a:cxn ang="0">
                <a:pos x="connsiteX7571" y="connsiteY7571"/>
              </a:cxn>
              <a:cxn ang="0">
                <a:pos x="connsiteX7572" y="connsiteY7572"/>
              </a:cxn>
              <a:cxn ang="0">
                <a:pos x="connsiteX7573" y="connsiteY7573"/>
              </a:cxn>
              <a:cxn ang="0">
                <a:pos x="connsiteX7574" y="connsiteY7574"/>
              </a:cxn>
              <a:cxn ang="0">
                <a:pos x="connsiteX7575" y="connsiteY7575"/>
              </a:cxn>
              <a:cxn ang="0">
                <a:pos x="connsiteX7576" y="connsiteY7576"/>
              </a:cxn>
              <a:cxn ang="0">
                <a:pos x="connsiteX7577" y="connsiteY7577"/>
              </a:cxn>
              <a:cxn ang="0">
                <a:pos x="connsiteX7578" y="connsiteY7578"/>
              </a:cxn>
              <a:cxn ang="0">
                <a:pos x="connsiteX7579" y="connsiteY7579"/>
              </a:cxn>
              <a:cxn ang="0">
                <a:pos x="connsiteX7580" y="connsiteY7580"/>
              </a:cxn>
              <a:cxn ang="0">
                <a:pos x="connsiteX7581" y="connsiteY7581"/>
              </a:cxn>
              <a:cxn ang="0">
                <a:pos x="connsiteX7582" y="connsiteY7582"/>
              </a:cxn>
              <a:cxn ang="0">
                <a:pos x="connsiteX7583" y="connsiteY7583"/>
              </a:cxn>
              <a:cxn ang="0">
                <a:pos x="connsiteX7584" y="connsiteY7584"/>
              </a:cxn>
              <a:cxn ang="0">
                <a:pos x="connsiteX7585" y="connsiteY7585"/>
              </a:cxn>
              <a:cxn ang="0">
                <a:pos x="connsiteX7586" y="connsiteY7586"/>
              </a:cxn>
              <a:cxn ang="0">
                <a:pos x="connsiteX7587" y="connsiteY7587"/>
              </a:cxn>
              <a:cxn ang="0">
                <a:pos x="connsiteX7588" y="connsiteY7588"/>
              </a:cxn>
              <a:cxn ang="0">
                <a:pos x="connsiteX7589" y="connsiteY7589"/>
              </a:cxn>
              <a:cxn ang="0">
                <a:pos x="connsiteX7590" y="connsiteY7590"/>
              </a:cxn>
              <a:cxn ang="0">
                <a:pos x="connsiteX7591" y="connsiteY7591"/>
              </a:cxn>
              <a:cxn ang="0">
                <a:pos x="connsiteX7592" y="connsiteY7592"/>
              </a:cxn>
              <a:cxn ang="0">
                <a:pos x="connsiteX7593" y="connsiteY7593"/>
              </a:cxn>
              <a:cxn ang="0">
                <a:pos x="connsiteX7594" y="connsiteY7594"/>
              </a:cxn>
              <a:cxn ang="0">
                <a:pos x="connsiteX7595" y="connsiteY7595"/>
              </a:cxn>
              <a:cxn ang="0">
                <a:pos x="connsiteX7596" y="connsiteY7596"/>
              </a:cxn>
              <a:cxn ang="0">
                <a:pos x="connsiteX7597" y="connsiteY7597"/>
              </a:cxn>
              <a:cxn ang="0">
                <a:pos x="connsiteX7598" y="connsiteY7598"/>
              </a:cxn>
              <a:cxn ang="0">
                <a:pos x="connsiteX7599" y="connsiteY7599"/>
              </a:cxn>
              <a:cxn ang="0">
                <a:pos x="connsiteX7600" y="connsiteY7600"/>
              </a:cxn>
              <a:cxn ang="0">
                <a:pos x="connsiteX7601" y="connsiteY7601"/>
              </a:cxn>
              <a:cxn ang="0">
                <a:pos x="connsiteX7602" y="connsiteY7602"/>
              </a:cxn>
              <a:cxn ang="0">
                <a:pos x="connsiteX7603" y="connsiteY7603"/>
              </a:cxn>
              <a:cxn ang="0">
                <a:pos x="connsiteX7604" y="connsiteY7604"/>
              </a:cxn>
              <a:cxn ang="0">
                <a:pos x="connsiteX7605" y="connsiteY7605"/>
              </a:cxn>
              <a:cxn ang="0">
                <a:pos x="connsiteX7606" y="connsiteY7606"/>
              </a:cxn>
              <a:cxn ang="0">
                <a:pos x="connsiteX7607" y="connsiteY7607"/>
              </a:cxn>
              <a:cxn ang="0">
                <a:pos x="connsiteX7608" y="connsiteY7608"/>
              </a:cxn>
              <a:cxn ang="0">
                <a:pos x="connsiteX7609" y="connsiteY7609"/>
              </a:cxn>
              <a:cxn ang="0">
                <a:pos x="connsiteX7610" y="connsiteY7610"/>
              </a:cxn>
              <a:cxn ang="0">
                <a:pos x="connsiteX7611" y="connsiteY7611"/>
              </a:cxn>
              <a:cxn ang="0">
                <a:pos x="connsiteX7612" y="connsiteY7612"/>
              </a:cxn>
              <a:cxn ang="0">
                <a:pos x="connsiteX7613" y="connsiteY7613"/>
              </a:cxn>
              <a:cxn ang="0">
                <a:pos x="connsiteX7614" y="connsiteY7614"/>
              </a:cxn>
              <a:cxn ang="0">
                <a:pos x="connsiteX7615" y="connsiteY7615"/>
              </a:cxn>
              <a:cxn ang="0">
                <a:pos x="connsiteX7616" y="connsiteY7616"/>
              </a:cxn>
              <a:cxn ang="0">
                <a:pos x="connsiteX7617" y="connsiteY7617"/>
              </a:cxn>
              <a:cxn ang="0">
                <a:pos x="connsiteX7618" y="connsiteY7618"/>
              </a:cxn>
              <a:cxn ang="0">
                <a:pos x="connsiteX7619" y="connsiteY7619"/>
              </a:cxn>
              <a:cxn ang="0">
                <a:pos x="connsiteX7620" y="connsiteY7620"/>
              </a:cxn>
              <a:cxn ang="0">
                <a:pos x="connsiteX7621" y="connsiteY7621"/>
              </a:cxn>
              <a:cxn ang="0">
                <a:pos x="connsiteX7622" y="connsiteY7622"/>
              </a:cxn>
              <a:cxn ang="0">
                <a:pos x="connsiteX7623" y="connsiteY7623"/>
              </a:cxn>
              <a:cxn ang="0">
                <a:pos x="connsiteX7624" y="connsiteY7624"/>
              </a:cxn>
              <a:cxn ang="0">
                <a:pos x="connsiteX7625" y="connsiteY7625"/>
              </a:cxn>
              <a:cxn ang="0">
                <a:pos x="connsiteX7626" y="connsiteY7626"/>
              </a:cxn>
              <a:cxn ang="0">
                <a:pos x="connsiteX7627" y="connsiteY7627"/>
              </a:cxn>
              <a:cxn ang="0">
                <a:pos x="connsiteX7628" y="connsiteY7628"/>
              </a:cxn>
              <a:cxn ang="0">
                <a:pos x="connsiteX7629" y="connsiteY7629"/>
              </a:cxn>
              <a:cxn ang="0">
                <a:pos x="connsiteX7630" y="connsiteY7630"/>
              </a:cxn>
              <a:cxn ang="0">
                <a:pos x="connsiteX7631" y="connsiteY7631"/>
              </a:cxn>
              <a:cxn ang="0">
                <a:pos x="connsiteX7632" y="connsiteY7632"/>
              </a:cxn>
              <a:cxn ang="0">
                <a:pos x="connsiteX7633" y="connsiteY7633"/>
              </a:cxn>
              <a:cxn ang="0">
                <a:pos x="connsiteX7634" y="connsiteY7634"/>
              </a:cxn>
              <a:cxn ang="0">
                <a:pos x="connsiteX7635" y="connsiteY7635"/>
              </a:cxn>
              <a:cxn ang="0">
                <a:pos x="connsiteX7636" y="connsiteY7636"/>
              </a:cxn>
              <a:cxn ang="0">
                <a:pos x="connsiteX7637" y="connsiteY7637"/>
              </a:cxn>
              <a:cxn ang="0">
                <a:pos x="connsiteX7638" y="connsiteY7638"/>
              </a:cxn>
              <a:cxn ang="0">
                <a:pos x="connsiteX7639" y="connsiteY7639"/>
              </a:cxn>
              <a:cxn ang="0">
                <a:pos x="connsiteX7640" y="connsiteY7640"/>
              </a:cxn>
              <a:cxn ang="0">
                <a:pos x="connsiteX7641" y="connsiteY7641"/>
              </a:cxn>
              <a:cxn ang="0">
                <a:pos x="connsiteX7642" y="connsiteY7642"/>
              </a:cxn>
              <a:cxn ang="0">
                <a:pos x="connsiteX7643" y="connsiteY7643"/>
              </a:cxn>
              <a:cxn ang="0">
                <a:pos x="connsiteX7644" y="connsiteY7644"/>
              </a:cxn>
              <a:cxn ang="0">
                <a:pos x="connsiteX7645" y="connsiteY7645"/>
              </a:cxn>
              <a:cxn ang="0">
                <a:pos x="connsiteX7646" y="connsiteY7646"/>
              </a:cxn>
              <a:cxn ang="0">
                <a:pos x="connsiteX7647" y="connsiteY7647"/>
              </a:cxn>
              <a:cxn ang="0">
                <a:pos x="connsiteX7648" y="connsiteY7648"/>
              </a:cxn>
              <a:cxn ang="0">
                <a:pos x="connsiteX7649" y="connsiteY7649"/>
              </a:cxn>
              <a:cxn ang="0">
                <a:pos x="connsiteX7650" y="connsiteY7650"/>
              </a:cxn>
              <a:cxn ang="0">
                <a:pos x="connsiteX7651" y="connsiteY7651"/>
              </a:cxn>
              <a:cxn ang="0">
                <a:pos x="connsiteX7652" y="connsiteY7652"/>
              </a:cxn>
              <a:cxn ang="0">
                <a:pos x="connsiteX7653" y="connsiteY7653"/>
              </a:cxn>
              <a:cxn ang="0">
                <a:pos x="connsiteX7654" y="connsiteY7654"/>
              </a:cxn>
              <a:cxn ang="0">
                <a:pos x="connsiteX7655" y="connsiteY7655"/>
              </a:cxn>
              <a:cxn ang="0">
                <a:pos x="connsiteX7656" y="connsiteY7656"/>
              </a:cxn>
              <a:cxn ang="0">
                <a:pos x="connsiteX7657" y="connsiteY7657"/>
              </a:cxn>
              <a:cxn ang="0">
                <a:pos x="connsiteX7658" y="connsiteY7658"/>
              </a:cxn>
              <a:cxn ang="0">
                <a:pos x="connsiteX7659" y="connsiteY7659"/>
              </a:cxn>
              <a:cxn ang="0">
                <a:pos x="connsiteX7660" y="connsiteY7660"/>
              </a:cxn>
              <a:cxn ang="0">
                <a:pos x="connsiteX7661" y="connsiteY7661"/>
              </a:cxn>
              <a:cxn ang="0">
                <a:pos x="connsiteX7662" y="connsiteY7662"/>
              </a:cxn>
              <a:cxn ang="0">
                <a:pos x="connsiteX7663" y="connsiteY7663"/>
              </a:cxn>
              <a:cxn ang="0">
                <a:pos x="connsiteX7664" y="connsiteY7664"/>
              </a:cxn>
              <a:cxn ang="0">
                <a:pos x="connsiteX7665" y="connsiteY7665"/>
              </a:cxn>
              <a:cxn ang="0">
                <a:pos x="connsiteX7666" y="connsiteY7666"/>
              </a:cxn>
              <a:cxn ang="0">
                <a:pos x="connsiteX7667" y="connsiteY7667"/>
              </a:cxn>
              <a:cxn ang="0">
                <a:pos x="connsiteX7668" y="connsiteY7668"/>
              </a:cxn>
              <a:cxn ang="0">
                <a:pos x="connsiteX7669" y="connsiteY7669"/>
              </a:cxn>
              <a:cxn ang="0">
                <a:pos x="connsiteX7670" y="connsiteY7670"/>
              </a:cxn>
              <a:cxn ang="0">
                <a:pos x="connsiteX7671" y="connsiteY7671"/>
              </a:cxn>
              <a:cxn ang="0">
                <a:pos x="connsiteX7672" y="connsiteY7672"/>
              </a:cxn>
              <a:cxn ang="0">
                <a:pos x="connsiteX7673" y="connsiteY7673"/>
              </a:cxn>
              <a:cxn ang="0">
                <a:pos x="connsiteX7674" y="connsiteY7674"/>
              </a:cxn>
              <a:cxn ang="0">
                <a:pos x="connsiteX7675" y="connsiteY7675"/>
              </a:cxn>
              <a:cxn ang="0">
                <a:pos x="connsiteX7676" y="connsiteY7676"/>
              </a:cxn>
              <a:cxn ang="0">
                <a:pos x="connsiteX7677" y="connsiteY7677"/>
              </a:cxn>
              <a:cxn ang="0">
                <a:pos x="connsiteX7678" y="connsiteY7678"/>
              </a:cxn>
              <a:cxn ang="0">
                <a:pos x="connsiteX7679" y="connsiteY7679"/>
              </a:cxn>
              <a:cxn ang="0">
                <a:pos x="connsiteX7680" y="connsiteY7680"/>
              </a:cxn>
              <a:cxn ang="0">
                <a:pos x="connsiteX7681" y="connsiteY7681"/>
              </a:cxn>
              <a:cxn ang="0">
                <a:pos x="connsiteX7682" y="connsiteY7682"/>
              </a:cxn>
              <a:cxn ang="0">
                <a:pos x="connsiteX7683" y="connsiteY7683"/>
              </a:cxn>
              <a:cxn ang="0">
                <a:pos x="connsiteX7684" y="connsiteY7684"/>
              </a:cxn>
              <a:cxn ang="0">
                <a:pos x="connsiteX7685" y="connsiteY7685"/>
              </a:cxn>
              <a:cxn ang="0">
                <a:pos x="connsiteX7686" y="connsiteY7686"/>
              </a:cxn>
              <a:cxn ang="0">
                <a:pos x="connsiteX7687" y="connsiteY7687"/>
              </a:cxn>
              <a:cxn ang="0">
                <a:pos x="connsiteX7688" y="connsiteY7688"/>
              </a:cxn>
              <a:cxn ang="0">
                <a:pos x="connsiteX7689" y="connsiteY7689"/>
              </a:cxn>
              <a:cxn ang="0">
                <a:pos x="connsiteX7690" y="connsiteY7690"/>
              </a:cxn>
              <a:cxn ang="0">
                <a:pos x="connsiteX7691" y="connsiteY7691"/>
              </a:cxn>
              <a:cxn ang="0">
                <a:pos x="connsiteX7692" y="connsiteY7692"/>
              </a:cxn>
              <a:cxn ang="0">
                <a:pos x="connsiteX7693" y="connsiteY7693"/>
              </a:cxn>
              <a:cxn ang="0">
                <a:pos x="connsiteX7694" y="connsiteY7694"/>
              </a:cxn>
              <a:cxn ang="0">
                <a:pos x="connsiteX7695" y="connsiteY7695"/>
              </a:cxn>
              <a:cxn ang="0">
                <a:pos x="connsiteX7696" y="connsiteY7696"/>
              </a:cxn>
              <a:cxn ang="0">
                <a:pos x="connsiteX7697" y="connsiteY7697"/>
              </a:cxn>
              <a:cxn ang="0">
                <a:pos x="connsiteX7698" y="connsiteY7698"/>
              </a:cxn>
              <a:cxn ang="0">
                <a:pos x="connsiteX7699" y="connsiteY7699"/>
              </a:cxn>
              <a:cxn ang="0">
                <a:pos x="connsiteX7700" y="connsiteY7700"/>
              </a:cxn>
              <a:cxn ang="0">
                <a:pos x="connsiteX7701" y="connsiteY7701"/>
              </a:cxn>
              <a:cxn ang="0">
                <a:pos x="connsiteX7702" y="connsiteY7702"/>
              </a:cxn>
              <a:cxn ang="0">
                <a:pos x="connsiteX7703" y="connsiteY7703"/>
              </a:cxn>
              <a:cxn ang="0">
                <a:pos x="connsiteX7704" y="connsiteY7704"/>
              </a:cxn>
              <a:cxn ang="0">
                <a:pos x="connsiteX7705" y="connsiteY7705"/>
              </a:cxn>
              <a:cxn ang="0">
                <a:pos x="connsiteX7706" y="connsiteY7706"/>
              </a:cxn>
              <a:cxn ang="0">
                <a:pos x="connsiteX7707" y="connsiteY7707"/>
              </a:cxn>
              <a:cxn ang="0">
                <a:pos x="connsiteX7708" y="connsiteY7708"/>
              </a:cxn>
              <a:cxn ang="0">
                <a:pos x="connsiteX7709" y="connsiteY7709"/>
              </a:cxn>
              <a:cxn ang="0">
                <a:pos x="connsiteX7710" y="connsiteY7710"/>
              </a:cxn>
              <a:cxn ang="0">
                <a:pos x="connsiteX7711" y="connsiteY7711"/>
              </a:cxn>
              <a:cxn ang="0">
                <a:pos x="connsiteX7712" y="connsiteY7712"/>
              </a:cxn>
              <a:cxn ang="0">
                <a:pos x="connsiteX7713" y="connsiteY7713"/>
              </a:cxn>
              <a:cxn ang="0">
                <a:pos x="connsiteX7714" y="connsiteY7714"/>
              </a:cxn>
              <a:cxn ang="0">
                <a:pos x="connsiteX7715" y="connsiteY7715"/>
              </a:cxn>
              <a:cxn ang="0">
                <a:pos x="connsiteX7716" y="connsiteY7716"/>
              </a:cxn>
              <a:cxn ang="0">
                <a:pos x="connsiteX7717" y="connsiteY7717"/>
              </a:cxn>
              <a:cxn ang="0">
                <a:pos x="connsiteX7718" y="connsiteY7718"/>
              </a:cxn>
              <a:cxn ang="0">
                <a:pos x="connsiteX7719" y="connsiteY7719"/>
              </a:cxn>
              <a:cxn ang="0">
                <a:pos x="connsiteX7720" y="connsiteY7720"/>
              </a:cxn>
              <a:cxn ang="0">
                <a:pos x="connsiteX7721" y="connsiteY7721"/>
              </a:cxn>
              <a:cxn ang="0">
                <a:pos x="connsiteX7722" y="connsiteY7722"/>
              </a:cxn>
              <a:cxn ang="0">
                <a:pos x="connsiteX7723" y="connsiteY7723"/>
              </a:cxn>
              <a:cxn ang="0">
                <a:pos x="connsiteX7724" y="connsiteY7724"/>
              </a:cxn>
              <a:cxn ang="0">
                <a:pos x="connsiteX7725" y="connsiteY7725"/>
              </a:cxn>
              <a:cxn ang="0">
                <a:pos x="connsiteX7726" y="connsiteY7726"/>
              </a:cxn>
              <a:cxn ang="0">
                <a:pos x="connsiteX7727" y="connsiteY7727"/>
              </a:cxn>
              <a:cxn ang="0">
                <a:pos x="connsiteX7728" y="connsiteY7728"/>
              </a:cxn>
              <a:cxn ang="0">
                <a:pos x="connsiteX7729" y="connsiteY7729"/>
              </a:cxn>
              <a:cxn ang="0">
                <a:pos x="connsiteX7730" y="connsiteY7730"/>
              </a:cxn>
              <a:cxn ang="0">
                <a:pos x="connsiteX7731" y="connsiteY7731"/>
              </a:cxn>
              <a:cxn ang="0">
                <a:pos x="connsiteX7732" y="connsiteY7732"/>
              </a:cxn>
              <a:cxn ang="0">
                <a:pos x="connsiteX7733" y="connsiteY7733"/>
              </a:cxn>
              <a:cxn ang="0">
                <a:pos x="connsiteX7734" y="connsiteY7734"/>
              </a:cxn>
              <a:cxn ang="0">
                <a:pos x="connsiteX7735" y="connsiteY7735"/>
              </a:cxn>
              <a:cxn ang="0">
                <a:pos x="connsiteX7736" y="connsiteY7736"/>
              </a:cxn>
              <a:cxn ang="0">
                <a:pos x="connsiteX7737" y="connsiteY7737"/>
              </a:cxn>
              <a:cxn ang="0">
                <a:pos x="connsiteX7738" y="connsiteY7738"/>
              </a:cxn>
              <a:cxn ang="0">
                <a:pos x="connsiteX7739" y="connsiteY7739"/>
              </a:cxn>
              <a:cxn ang="0">
                <a:pos x="connsiteX7740" y="connsiteY7740"/>
              </a:cxn>
              <a:cxn ang="0">
                <a:pos x="connsiteX7741" y="connsiteY7741"/>
              </a:cxn>
              <a:cxn ang="0">
                <a:pos x="connsiteX7742" y="connsiteY7742"/>
              </a:cxn>
              <a:cxn ang="0">
                <a:pos x="connsiteX7743" y="connsiteY7743"/>
              </a:cxn>
              <a:cxn ang="0">
                <a:pos x="connsiteX7744" y="connsiteY7744"/>
              </a:cxn>
              <a:cxn ang="0">
                <a:pos x="connsiteX7745" y="connsiteY7745"/>
              </a:cxn>
              <a:cxn ang="0">
                <a:pos x="connsiteX7746" y="connsiteY7746"/>
              </a:cxn>
              <a:cxn ang="0">
                <a:pos x="connsiteX7747" y="connsiteY7747"/>
              </a:cxn>
              <a:cxn ang="0">
                <a:pos x="connsiteX7748" y="connsiteY7748"/>
              </a:cxn>
              <a:cxn ang="0">
                <a:pos x="connsiteX7749" y="connsiteY7749"/>
              </a:cxn>
              <a:cxn ang="0">
                <a:pos x="connsiteX7750" y="connsiteY7750"/>
              </a:cxn>
              <a:cxn ang="0">
                <a:pos x="connsiteX7751" y="connsiteY7751"/>
              </a:cxn>
              <a:cxn ang="0">
                <a:pos x="connsiteX7752" y="connsiteY7752"/>
              </a:cxn>
              <a:cxn ang="0">
                <a:pos x="connsiteX7753" y="connsiteY7753"/>
              </a:cxn>
              <a:cxn ang="0">
                <a:pos x="connsiteX7754" y="connsiteY7754"/>
              </a:cxn>
              <a:cxn ang="0">
                <a:pos x="connsiteX7755" y="connsiteY7755"/>
              </a:cxn>
              <a:cxn ang="0">
                <a:pos x="connsiteX7756" y="connsiteY7756"/>
              </a:cxn>
              <a:cxn ang="0">
                <a:pos x="connsiteX7757" y="connsiteY7757"/>
              </a:cxn>
              <a:cxn ang="0">
                <a:pos x="connsiteX7758" y="connsiteY7758"/>
              </a:cxn>
              <a:cxn ang="0">
                <a:pos x="connsiteX7759" y="connsiteY7759"/>
              </a:cxn>
              <a:cxn ang="0">
                <a:pos x="connsiteX7760" y="connsiteY7760"/>
              </a:cxn>
              <a:cxn ang="0">
                <a:pos x="connsiteX7761" y="connsiteY7761"/>
              </a:cxn>
              <a:cxn ang="0">
                <a:pos x="connsiteX7762" y="connsiteY7762"/>
              </a:cxn>
              <a:cxn ang="0">
                <a:pos x="connsiteX7763" y="connsiteY7763"/>
              </a:cxn>
              <a:cxn ang="0">
                <a:pos x="connsiteX7764" y="connsiteY7764"/>
              </a:cxn>
              <a:cxn ang="0">
                <a:pos x="connsiteX7765" y="connsiteY7765"/>
              </a:cxn>
              <a:cxn ang="0">
                <a:pos x="connsiteX7766" y="connsiteY7766"/>
              </a:cxn>
              <a:cxn ang="0">
                <a:pos x="connsiteX7767" y="connsiteY7767"/>
              </a:cxn>
              <a:cxn ang="0">
                <a:pos x="connsiteX7768" y="connsiteY7768"/>
              </a:cxn>
              <a:cxn ang="0">
                <a:pos x="connsiteX7769" y="connsiteY7769"/>
              </a:cxn>
              <a:cxn ang="0">
                <a:pos x="connsiteX7770" y="connsiteY7770"/>
              </a:cxn>
              <a:cxn ang="0">
                <a:pos x="connsiteX7771" y="connsiteY7771"/>
              </a:cxn>
              <a:cxn ang="0">
                <a:pos x="connsiteX7772" y="connsiteY7772"/>
              </a:cxn>
              <a:cxn ang="0">
                <a:pos x="connsiteX7773" y="connsiteY7773"/>
              </a:cxn>
              <a:cxn ang="0">
                <a:pos x="connsiteX7774" y="connsiteY7774"/>
              </a:cxn>
              <a:cxn ang="0">
                <a:pos x="connsiteX7775" y="connsiteY7775"/>
              </a:cxn>
              <a:cxn ang="0">
                <a:pos x="connsiteX7776" y="connsiteY7776"/>
              </a:cxn>
              <a:cxn ang="0">
                <a:pos x="connsiteX7777" y="connsiteY7777"/>
              </a:cxn>
              <a:cxn ang="0">
                <a:pos x="connsiteX7778" y="connsiteY7778"/>
              </a:cxn>
              <a:cxn ang="0">
                <a:pos x="connsiteX7779" y="connsiteY7779"/>
              </a:cxn>
              <a:cxn ang="0">
                <a:pos x="connsiteX7780" y="connsiteY7780"/>
              </a:cxn>
              <a:cxn ang="0">
                <a:pos x="connsiteX7781" y="connsiteY7781"/>
              </a:cxn>
              <a:cxn ang="0">
                <a:pos x="connsiteX7782" y="connsiteY7782"/>
              </a:cxn>
              <a:cxn ang="0">
                <a:pos x="connsiteX7783" y="connsiteY7783"/>
              </a:cxn>
              <a:cxn ang="0">
                <a:pos x="connsiteX7784" y="connsiteY7784"/>
              </a:cxn>
              <a:cxn ang="0">
                <a:pos x="connsiteX7785" y="connsiteY7785"/>
              </a:cxn>
              <a:cxn ang="0">
                <a:pos x="connsiteX7786" y="connsiteY7786"/>
              </a:cxn>
              <a:cxn ang="0">
                <a:pos x="connsiteX7787" y="connsiteY7787"/>
              </a:cxn>
              <a:cxn ang="0">
                <a:pos x="connsiteX7788" y="connsiteY7788"/>
              </a:cxn>
              <a:cxn ang="0">
                <a:pos x="connsiteX7789" y="connsiteY7789"/>
              </a:cxn>
              <a:cxn ang="0">
                <a:pos x="connsiteX7790" y="connsiteY7790"/>
              </a:cxn>
              <a:cxn ang="0">
                <a:pos x="connsiteX7791" y="connsiteY7791"/>
              </a:cxn>
              <a:cxn ang="0">
                <a:pos x="connsiteX7792" y="connsiteY7792"/>
              </a:cxn>
              <a:cxn ang="0">
                <a:pos x="connsiteX7793" y="connsiteY7793"/>
              </a:cxn>
              <a:cxn ang="0">
                <a:pos x="connsiteX7794" y="connsiteY7794"/>
              </a:cxn>
              <a:cxn ang="0">
                <a:pos x="connsiteX7795" y="connsiteY7795"/>
              </a:cxn>
              <a:cxn ang="0">
                <a:pos x="connsiteX7796" y="connsiteY7796"/>
              </a:cxn>
              <a:cxn ang="0">
                <a:pos x="connsiteX7797" y="connsiteY7797"/>
              </a:cxn>
              <a:cxn ang="0">
                <a:pos x="connsiteX7798" y="connsiteY7798"/>
              </a:cxn>
              <a:cxn ang="0">
                <a:pos x="connsiteX7799" y="connsiteY7799"/>
              </a:cxn>
              <a:cxn ang="0">
                <a:pos x="connsiteX7800" y="connsiteY7800"/>
              </a:cxn>
              <a:cxn ang="0">
                <a:pos x="connsiteX7801" y="connsiteY7801"/>
              </a:cxn>
              <a:cxn ang="0">
                <a:pos x="connsiteX7802" y="connsiteY7802"/>
              </a:cxn>
              <a:cxn ang="0">
                <a:pos x="connsiteX7803" y="connsiteY7803"/>
              </a:cxn>
              <a:cxn ang="0">
                <a:pos x="connsiteX7804" y="connsiteY7804"/>
              </a:cxn>
              <a:cxn ang="0">
                <a:pos x="connsiteX7805" y="connsiteY7805"/>
              </a:cxn>
              <a:cxn ang="0">
                <a:pos x="connsiteX7806" y="connsiteY7806"/>
              </a:cxn>
              <a:cxn ang="0">
                <a:pos x="connsiteX7807" y="connsiteY7807"/>
              </a:cxn>
              <a:cxn ang="0">
                <a:pos x="connsiteX7808" y="connsiteY7808"/>
              </a:cxn>
              <a:cxn ang="0">
                <a:pos x="connsiteX7809" y="connsiteY7809"/>
              </a:cxn>
              <a:cxn ang="0">
                <a:pos x="connsiteX7810" y="connsiteY7810"/>
              </a:cxn>
              <a:cxn ang="0">
                <a:pos x="connsiteX7811" y="connsiteY7811"/>
              </a:cxn>
              <a:cxn ang="0">
                <a:pos x="connsiteX7812" y="connsiteY7812"/>
              </a:cxn>
              <a:cxn ang="0">
                <a:pos x="connsiteX7813" y="connsiteY7813"/>
              </a:cxn>
              <a:cxn ang="0">
                <a:pos x="connsiteX7814" y="connsiteY7814"/>
              </a:cxn>
              <a:cxn ang="0">
                <a:pos x="connsiteX7815" y="connsiteY7815"/>
              </a:cxn>
              <a:cxn ang="0">
                <a:pos x="connsiteX7816" y="connsiteY7816"/>
              </a:cxn>
              <a:cxn ang="0">
                <a:pos x="connsiteX7817" y="connsiteY7817"/>
              </a:cxn>
              <a:cxn ang="0">
                <a:pos x="connsiteX7818" y="connsiteY7818"/>
              </a:cxn>
              <a:cxn ang="0">
                <a:pos x="connsiteX7819" y="connsiteY7819"/>
              </a:cxn>
              <a:cxn ang="0">
                <a:pos x="connsiteX7820" y="connsiteY7820"/>
              </a:cxn>
              <a:cxn ang="0">
                <a:pos x="connsiteX7821" y="connsiteY7821"/>
              </a:cxn>
              <a:cxn ang="0">
                <a:pos x="connsiteX7822" y="connsiteY7822"/>
              </a:cxn>
              <a:cxn ang="0">
                <a:pos x="connsiteX7823" y="connsiteY7823"/>
              </a:cxn>
              <a:cxn ang="0">
                <a:pos x="connsiteX7824" y="connsiteY7824"/>
              </a:cxn>
              <a:cxn ang="0">
                <a:pos x="connsiteX7825" y="connsiteY7825"/>
              </a:cxn>
              <a:cxn ang="0">
                <a:pos x="connsiteX7826" y="connsiteY7826"/>
              </a:cxn>
              <a:cxn ang="0">
                <a:pos x="connsiteX7827" y="connsiteY7827"/>
              </a:cxn>
              <a:cxn ang="0">
                <a:pos x="connsiteX7828" y="connsiteY7828"/>
              </a:cxn>
              <a:cxn ang="0">
                <a:pos x="connsiteX7829" y="connsiteY7829"/>
              </a:cxn>
              <a:cxn ang="0">
                <a:pos x="connsiteX7830" y="connsiteY7830"/>
              </a:cxn>
              <a:cxn ang="0">
                <a:pos x="connsiteX7831" y="connsiteY7831"/>
              </a:cxn>
              <a:cxn ang="0">
                <a:pos x="connsiteX7832" y="connsiteY7832"/>
              </a:cxn>
              <a:cxn ang="0">
                <a:pos x="connsiteX7833" y="connsiteY7833"/>
              </a:cxn>
              <a:cxn ang="0">
                <a:pos x="connsiteX7834" y="connsiteY7834"/>
              </a:cxn>
              <a:cxn ang="0">
                <a:pos x="connsiteX7835" y="connsiteY7835"/>
              </a:cxn>
              <a:cxn ang="0">
                <a:pos x="connsiteX7836" y="connsiteY7836"/>
              </a:cxn>
              <a:cxn ang="0">
                <a:pos x="connsiteX7837" y="connsiteY7837"/>
              </a:cxn>
              <a:cxn ang="0">
                <a:pos x="connsiteX7838" y="connsiteY7838"/>
              </a:cxn>
              <a:cxn ang="0">
                <a:pos x="connsiteX7839" y="connsiteY7839"/>
              </a:cxn>
              <a:cxn ang="0">
                <a:pos x="connsiteX7840" y="connsiteY7840"/>
              </a:cxn>
              <a:cxn ang="0">
                <a:pos x="connsiteX7841" y="connsiteY7841"/>
              </a:cxn>
              <a:cxn ang="0">
                <a:pos x="connsiteX7842" y="connsiteY7842"/>
              </a:cxn>
              <a:cxn ang="0">
                <a:pos x="connsiteX7843" y="connsiteY7843"/>
              </a:cxn>
              <a:cxn ang="0">
                <a:pos x="connsiteX7844" y="connsiteY7844"/>
              </a:cxn>
              <a:cxn ang="0">
                <a:pos x="connsiteX7845" y="connsiteY7845"/>
              </a:cxn>
              <a:cxn ang="0">
                <a:pos x="connsiteX7846" y="connsiteY7846"/>
              </a:cxn>
              <a:cxn ang="0">
                <a:pos x="connsiteX7847" y="connsiteY7847"/>
              </a:cxn>
              <a:cxn ang="0">
                <a:pos x="connsiteX7848" y="connsiteY7848"/>
              </a:cxn>
              <a:cxn ang="0">
                <a:pos x="connsiteX7849" y="connsiteY7849"/>
              </a:cxn>
              <a:cxn ang="0">
                <a:pos x="connsiteX7850" y="connsiteY7850"/>
              </a:cxn>
              <a:cxn ang="0">
                <a:pos x="connsiteX7851" y="connsiteY7851"/>
              </a:cxn>
              <a:cxn ang="0">
                <a:pos x="connsiteX7852" y="connsiteY7852"/>
              </a:cxn>
              <a:cxn ang="0">
                <a:pos x="connsiteX7853" y="connsiteY7853"/>
              </a:cxn>
              <a:cxn ang="0">
                <a:pos x="connsiteX7854" y="connsiteY7854"/>
              </a:cxn>
              <a:cxn ang="0">
                <a:pos x="connsiteX7855" y="connsiteY7855"/>
              </a:cxn>
              <a:cxn ang="0">
                <a:pos x="connsiteX7856" y="connsiteY7856"/>
              </a:cxn>
              <a:cxn ang="0">
                <a:pos x="connsiteX7857" y="connsiteY7857"/>
              </a:cxn>
              <a:cxn ang="0">
                <a:pos x="connsiteX7858" y="connsiteY7858"/>
              </a:cxn>
              <a:cxn ang="0">
                <a:pos x="connsiteX7859" y="connsiteY7859"/>
              </a:cxn>
              <a:cxn ang="0">
                <a:pos x="connsiteX7860" y="connsiteY7860"/>
              </a:cxn>
              <a:cxn ang="0">
                <a:pos x="connsiteX7861" y="connsiteY7861"/>
              </a:cxn>
              <a:cxn ang="0">
                <a:pos x="connsiteX7862" y="connsiteY7862"/>
              </a:cxn>
              <a:cxn ang="0">
                <a:pos x="connsiteX7863" y="connsiteY7863"/>
              </a:cxn>
              <a:cxn ang="0">
                <a:pos x="connsiteX7864" y="connsiteY7864"/>
              </a:cxn>
              <a:cxn ang="0">
                <a:pos x="connsiteX7865" y="connsiteY7865"/>
              </a:cxn>
              <a:cxn ang="0">
                <a:pos x="connsiteX7866" y="connsiteY7866"/>
              </a:cxn>
              <a:cxn ang="0">
                <a:pos x="connsiteX7867" y="connsiteY7867"/>
              </a:cxn>
              <a:cxn ang="0">
                <a:pos x="connsiteX7868" y="connsiteY7868"/>
              </a:cxn>
              <a:cxn ang="0">
                <a:pos x="connsiteX7869" y="connsiteY7869"/>
              </a:cxn>
              <a:cxn ang="0">
                <a:pos x="connsiteX7870" y="connsiteY7870"/>
              </a:cxn>
              <a:cxn ang="0">
                <a:pos x="connsiteX7871" y="connsiteY7871"/>
              </a:cxn>
              <a:cxn ang="0">
                <a:pos x="connsiteX7872" y="connsiteY7872"/>
              </a:cxn>
              <a:cxn ang="0">
                <a:pos x="connsiteX7873" y="connsiteY7873"/>
              </a:cxn>
              <a:cxn ang="0">
                <a:pos x="connsiteX7874" y="connsiteY7874"/>
              </a:cxn>
              <a:cxn ang="0">
                <a:pos x="connsiteX7875" y="connsiteY7875"/>
              </a:cxn>
              <a:cxn ang="0">
                <a:pos x="connsiteX7876" y="connsiteY7876"/>
              </a:cxn>
              <a:cxn ang="0">
                <a:pos x="connsiteX7877" y="connsiteY7877"/>
              </a:cxn>
              <a:cxn ang="0">
                <a:pos x="connsiteX7878" y="connsiteY7878"/>
              </a:cxn>
              <a:cxn ang="0">
                <a:pos x="connsiteX7879" y="connsiteY7879"/>
              </a:cxn>
              <a:cxn ang="0">
                <a:pos x="connsiteX7880" y="connsiteY7880"/>
              </a:cxn>
              <a:cxn ang="0">
                <a:pos x="connsiteX7881" y="connsiteY7881"/>
              </a:cxn>
              <a:cxn ang="0">
                <a:pos x="connsiteX7882" y="connsiteY7882"/>
              </a:cxn>
              <a:cxn ang="0">
                <a:pos x="connsiteX7883" y="connsiteY7883"/>
              </a:cxn>
              <a:cxn ang="0">
                <a:pos x="connsiteX7884" y="connsiteY7884"/>
              </a:cxn>
              <a:cxn ang="0">
                <a:pos x="connsiteX7885" y="connsiteY7885"/>
              </a:cxn>
              <a:cxn ang="0">
                <a:pos x="connsiteX7886" y="connsiteY7886"/>
              </a:cxn>
              <a:cxn ang="0">
                <a:pos x="connsiteX7887" y="connsiteY7887"/>
              </a:cxn>
              <a:cxn ang="0">
                <a:pos x="connsiteX7888" y="connsiteY7888"/>
              </a:cxn>
              <a:cxn ang="0">
                <a:pos x="connsiteX7889" y="connsiteY7889"/>
              </a:cxn>
              <a:cxn ang="0">
                <a:pos x="connsiteX7890" y="connsiteY7890"/>
              </a:cxn>
              <a:cxn ang="0">
                <a:pos x="connsiteX7891" y="connsiteY7891"/>
              </a:cxn>
              <a:cxn ang="0">
                <a:pos x="connsiteX7892" y="connsiteY7892"/>
              </a:cxn>
              <a:cxn ang="0">
                <a:pos x="connsiteX7893" y="connsiteY7893"/>
              </a:cxn>
              <a:cxn ang="0">
                <a:pos x="connsiteX7894" y="connsiteY7894"/>
              </a:cxn>
              <a:cxn ang="0">
                <a:pos x="connsiteX7895" y="connsiteY7895"/>
              </a:cxn>
              <a:cxn ang="0">
                <a:pos x="connsiteX7896" y="connsiteY7896"/>
              </a:cxn>
              <a:cxn ang="0">
                <a:pos x="connsiteX7897" y="connsiteY7897"/>
              </a:cxn>
              <a:cxn ang="0">
                <a:pos x="connsiteX7898" y="connsiteY7898"/>
              </a:cxn>
              <a:cxn ang="0">
                <a:pos x="connsiteX7899" y="connsiteY7899"/>
              </a:cxn>
              <a:cxn ang="0">
                <a:pos x="connsiteX7900" y="connsiteY7900"/>
              </a:cxn>
              <a:cxn ang="0">
                <a:pos x="connsiteX7901" y="connsiteY7901"/>
              </a:cxn>
              <a:cxn ang="0">
                <a:pos x="connsiteX7902" y="connsiteY7902"/>
              </a:cxn>
              <a:cxn ang="0">
                <a:pos x="connsiteX7903" y="connsiteY7903"/>
              </a:cxn>
              <a:cxn ang="0">
                <a:pos x="connsiteX7904" y="connsiteY7904"/>
              </a:cxn>
              <a:cxn ang="0">
                <a:pos x="connsiteX7905" y="connsiteY7905"/>
              </a:cxn>
              <a:cxn ang="0">
                <a:pos x="connsiteX7906" y="connsiteY7906"/>
              </a:cxn>
              <a:cxn ang="0">
                <a:pos x="connsiteX7907" y="connsiteY7907"/>
              </a:cxn>
              <a:cxn ang="0">
                <a:pos x="connsiteX7908" y="connsiteY7908"/>
              </a:cxn>
              <a:cxn ang="0">
                <a:pos x="connsiteX7909" y="connsiteY7909"/>
              </a:cxn>
              <a:cxn ang="0">
                <a:pos x="connsiteX7910" y="connsiteY7910"/>
              </a:cxn>
              <a:cxn ang="0">
                <a:pos x="connsiteX7911" y="connsiteY7911"/>
              </a:cxn>
              <a:cxn ang="0">
                <a:pos x="connsiteX7912" y="connsiteY7912"/>
              </a:cxn>
              <a:cxn ang="0">
                <a:pos x="connsiteX7913" y="connsiteY7913"/>
              </a:cxn>
              <a:cxn ang="0">
                <a:pos x="connsiteX7914" y="connsiteY7914"/>
              </a:cxn>
              <a:cxn ang="0">
                <a:pos x="connsiteX7915" y="connsiteY7915"/>
              </a:cxn>
              <a:cxn ang="0">
                <a:pos x="connsiteX7916" y="connsiteY7916"/>
              </a:cxn>
              <a:cxn ang="0">
                <a:pos x="connsiteX7917" y="connsiteY7917"/>
              </a:cxn>
              <a:cxn ang="0">
                <a:pos x="connsiteX7918" y="connsiteY7918"/>
              </a:cxn>
              <a:cxn ang="0">
                <a:pos x="connsiteX7919" y="connsiteY7919"/>
              </a:cxn>
              <a:cxn ang="0">
                <a:pos x="connsiteX7920" y="connsiteY7920"/>
              </a:cxn>
              <a:cxn ang="0">
                <a:pos x="connsiteX7921" y="connsiteY7921"/>
              </a:cxn>
              <a:cxn ang="0">
                <a:pos x="connsiteX7922" y="connsiteY7922"/>
              </a:cxn>
              <a:cxn ang="0">
                <a:pos x="connsiteX7923" y="connsiteY7923"/>
              </a:cxn>
              <a:cxn ang="0">
                <a:pos x="connsiteX7924" y="connsiteY7924"/>
              </a:cxn>
              <a:cxn ang="0">
                <a:pos x="connsiteX7925" y="connsiteY7925"/>
              </a:cxn>
              <a:cxn ang="0">
                <a:pos x="connsiteX7926" y="connsiteY7926"/>
              </a:cxn>
              <a:cxn ang="0">
                <a:pos x="connsiteX7927" y="connsiteY7927"/>
              </a:cxn>
              <a:cxn ang="0">
                <a:pos x="connsiteX7928" y="connsiteY7928"/>
              </a:cxn>
              <a:cxn ang="0">
                <a:pos x="connsiteX7929" y="connsiteY7929"/>
              </a:cxn>
              <a:cxn ang="0">
                <a:pos x="connsiteX7930" y="connsiteY7930"/>
              </a:cxn>
              <a:cxn ang="0">
                <a:pos x="connsiteX7931" y="connsiteY7931"/>
              </a:cxn>
              <a:cxn ang="0">
                <a:pos x="connsiteX7932" y="connsiteY7932"/>
              </a:cxn>
              <a:cxn ang="0">
                <a:pos x="connsiteX7933" y="connsiteY7933"/>
              </a:cxn>
              <a:cxn ang="0">
                <a:pos x="connsiteX7934" y="connsiteY7934"/>
              </a:cxn>
              <a:cxn ang="0">
                <a:pos x="connsiteX7935" y="connsiteY7935"/>
              </a:cxn>
              <a:cxn ang="0">
                <a:pos x="connsiteX7936" y="connsiteY7936"/>
              </a:cxn>
              <a:cxn ang="0">
                <a:pos x="connsiteX7937" y="connsiteY7937"/>
              </a:cxn>
              <a:cxn ang="0">
                <a:pos x="connsiteX7938" y="connsiteY7938"/>
              </a:cxn>
              <a:cxn ang="0">
                <a:pos x="connsiteX7939" y="connsiteY7939"/>
              </a:cxn>
              <a:cxn ang="0">
                <a:pos x="connsiteX7940" y="connsiteY7940"/>
              </a:cxn>
              <a:cxn ang="0">
                <a:pos x="connsiteX7941" y="connsiteY7941"/>
              </a:cxn>
              <a:cxn ang="0">
                <a:pos x="connsiteX7942" y="connsiteY7942"/>
              </a:cxn>
              <a:cxn ang="0">
                <a:pos x="connsiteX7943" y="connsiteY7943"/>
              </a:cxn>
              <a:cxn ang="0">
                <a:pos x="connsiteX7944" y="connsiteY7944"/>
              </a:cxn>
              <a:cxn ang="0">
                <a:pos x="connsiteX7945" y="connsiteY7945"/>
              </a:cxn>
              <a:cxn ang="0">
                <a:pos x="connsiteX7946" y="connsiteY7946"/>
              </a:cxn>
              <a:cxn ang="0">
                <a:pos x="connsiteX7947" y="connsiteY7947"/>
              </a:cxn>
              <a:cxn ang="0">
                <a:pos x="connsiteX7948" y="connsiteY7948"/>
              </a:cxn>
              <a:cxn ang="0">
                <a:pos x="connsiteX7949" y="connsiteY7949"/>
              </a:cxn>
              <a:cxn ang="0">
                <a:pos x="connsiteX7950" y="connsiteY7950"/>
              </a:cxn>
              <a:cxn ang="0">
                <a:pos x="connsiteX7951" y="connsiteY7951"/>
              </a:cxn>
              <a:cxn ang="0">
                <a:pos x="connsiteX7952" y="connsiteY7952"/>
              </a:cxn>
              <a:cxn ang="0">
                <a:pos x="connsiteX7953" y="connsiteY7953"/>
              </a:cxn>
              <a:cxn ang="0">
                <a:pos x="connsiteX7954" y="connsiteY7954"/>
              </a:cxn>
              <a:cxn ang="0">
                <a:pos x="connsiteX7955" y="connsiteY7955"/>
              </a:cxn>
              <a:cxn ang="0">
                <a:pos x="connsiteX7956" y="connsiteY7956"/>
              </a:cxn>
              <a:cxn ang="0">
                <a:pos x="connsiteX7957" y="connsiteY7957"/>
              </a:cxn>
              <a:cxn ang="0">
                <a:pos x="connsiteX7958" y="connsiteY7958"/>
              </a:cxn>
              <a:cxn ang="0">
                <a:pos x="connsiteX7959" y="connsiteY7959"/>
              </a:cxn>
              <a:cxn ang="0">
                <a:pos x="connsiteX7960" y="connsiteY7960"/>
              </a:cxn>
              <a:cxn ang="0">
                <a:pos x="connsiteX7961" y="connsiteY7961"/>
              </a:cxn>
              <a:cxn ang="0">
                <a:pos x="connsiteX7962" y="connsiteY7962"/>
              </a:cxn>
              <a:cxn ang="0">
                <a:pos x="connsiteX7963" y="connsiteY7963"/>
              </a:cxn>
              <a:cxn ang="0">
                <a:pos x="connsiteX7964" y="connsiteY7964"/>
              </a:cxn>
              <a:cxn ang="0">
                <a:pos x="connsiteX7965" y="connsiteY7965"/>
              </a:cxn>
              <a:cxn ang="0">
                <a:pos x="connsiteX7966" y="connsiteY7966"/>
              </a:cxn>
              <a:cxn ang="0">
                <a:pos x="connsiteX7967" y="connsiteY7967"/>
              </a:cxn>
              <a:cxn ang="0">
                <a:pos x="connsiteX7968" y="connsiteY7968"/>
              </a:cxn>
              <a:cxn ang="0">
                <a:pos x="connsiteX7969" y="connsiteY7969"/>
              </a:cxn>
              <a:cxn ang="0">
                <a:pos x="connsiteX7970" y="connsiteY7970"/>
              </a:cxn>
              <a:cxn ang="0">
                <a:pos x="connsiteX7971" y="connsiteY7971"/>
              </a:cxn>
              <a:cxn ang="0">
                <a:pos x="connsiteX7972" y="connsiteY7972"/>
              </a:cxn>
              <a:cxn ang="0">
                <a:pos x="connsiteX7973" y="connsiteY7973"/>
              </a:cxn>
              <a:cxn ang="0">
                <a:pos x="connsiteX7974" y="connsiteY7974"/>
              </a:cxn>
              <a:cxn ang="0">
                <a:pos x="connsiteX7975" y="connsiteY7975"/>
              </a:cxn>
              <a:cxn ang="0">
                <a:pos x="connsiteX7976" y="connsiteY7976"/>
              </a:cxn>
              <a:cxn ang="0">
                <a:pos x="connsiteX7977" y="connsiteY7977"/>
              </a:cxn>
              <a:cxn ang="0">
                <a:pos x="connsiteX7978" y="connsiteY7978"/>
              </a:cxn>
              <a:cxn ang="0">
                <a:pos x="connsiteX7979" y="connsiteY7979"/>
              </a:cxn>
              <a:cxn ang="0">
                <a:pos x="connsiteX7980" y="connsiteY7980"/>
              </a:cxn>
              <a:cxn ang="0">
                <a:pos x="connsiteX7981" y="connsiteY7981"/>
              </a:cxn>
              <a:cxn ang="0">
                <a:pos x="connsiteX7982" y="connsiteY7982"/>
              </a:cxn>
              <a:cxn ang="0">
                <a:pos x="connsiteX7983" y="connsiteY7983"/>
              </a:cxn>
              <a:cxn ang="0">
                <a:pos x="connsiteX7984" y="connsiteY7984"/>
              </a:cxn>
              <a:cxn ang="0">
                <a:pos x="connsiteX7985" y="connsiteY7985"/>
              </a:cxn>
              <a:cxn ang="0">
                <a:pos x="connsiteX7986" y="connsiteY7986"/>
              </a:cxn>
              <a:cxn ang="0">
                <a:pos x="connsiteX7987" y="connsiteY7987"/>
              </a:cxn>
              <a:cxn ang="0">
                <a:pos x="connsiteX7988" y="connsiteY7988"/>
              </a:cxn>
              <a:cxn ang="0">
                <a:pos x="connsiteX7989" y="connsiteY7989"/>
              </a:cxn>
              <a:cxn ang="0">
                <a:pos x="connsiteX7990" y="connsiteY7990"/>
              </a:cxn>
              <a:cxn ang="0">
                <a:pos x="connsiteX7991" y="connsiteY7991"/>
              </a:cxn>
              <a:cxn ang="0">
                <a:pos x="connsiteX7992" y="connsiteY7992"/>
              </a:cxn>
              <a:cxn ang="0">
                <a:pos x="connsiteX7993" y="connsiteY7993"/>
              </a:cxn>
              <a:cxn ang="0">
                <a:pos x="connsiteX7994" y="connsiteY7994"/>
              </a:cxn>
              <a:cxn ang="0">
                <a:pos x="connsiteX7995" y="connsiteY7995"/>
              </a:cxn>
              <a:cxn ang="0">
                <a:pos x="connsiteX7996" y="connsiteY7996"/>
              </a:cxn>
              <a:cxn ang="0">
                <a:pos x="connsiteX7997" y="connsiteY7997"/>
              </a:cxn>
              <a:cxn ang="0">
                <a:pos x="connsiteX7998" y="connsiteY7998"/>
              </a:cxn>
              <a:cxn ang="0">
                <a:pos x="connsiteX7999" y="connsiteY7999"/>
              </a:cxn>
              <a:cxn ang="0">
                <a:pos x="connsiteX8000" y="connsiteY8000"/>
              </a:cxn>
              <a:cxn ang="0">
                <a:pos x="connsiteX8001" y="connsiteY8001"/>
              </a:cxn>
              <a:cxn ang="0">
                <a:pos x="connsiteX8002" y="connsiteY8002"/>
              </a:cxn>
              <a:cxn ang="0">
                <a:pos x="connsiteX8003" y="connsiteY8003"/>
              </a:cxn>
              <a:cxn ang="0">
                <a:pos x="connsiteX8004" y="connsiteY8004"/>
              </a:cxn>
              <a:cxn ang="0">
                <a:pos x="connsiteX8005" y="connsiteY8005"/>
              </a:cxn>
              <a:cxn ang="0">
                <a:pos x="connsiteX8006" y="connsiteY8006"/>
              </a:cxn>
              <a:cxn ang="0">
                <a:pos x="connsiteX8007" y="connsiteY8007"/>
              </a:cxn>
              <a:cxn ang="0">
                <a:pos x="connsiteX8008" y="connsiteY8008"/>
              </a:cxn>
              <a:cxn ang="0">
                <a:pos x="connsiteX8009" y="connsiteY8009"/>
              </a:cxn>
              <a:cxn ang="0">
                <a:pos x="connsiteX8010" y="connsiteY8010"/>
              </a:cxn>
              <a:cxn ang="0">
                <a:pos x="connsiteX8011" y="connsiteY8011"/>
              </a:cxn>
              <a:cxn ang="0">
                <a:pos x="connsiteX8012" y="connsiteY8012"/>
              </a:cxn>
              <a:cxn ang="0">
                <a:pos x="connsiteX8013" y="connsiteY8013"/>
              </a:cxn>
              <a:cxn ang="0">
                <a:pos x="connsiteX8014" y="connsiteY8014"/>
              </a:cxn>
              <a:cxn ang="0">
                <a:pos x="connsiteX8015" y="connsiteY8015"/>
              </a:cxn>
              <a:cxn ang="0">
                <a:pos x="connsiteX8016" y="connsiteY8016"/>
              </a:cxn>
              <a:cxn ang="0">
                <a:pos x="connsiteX8017" y="connsiteY8017"/>
              </a:cxn>
              <a:cxn ang="0">
                <a:pos x="connsiteX8018" y="connsiteY8018"/>
              </a:cxn>
              <a:cxn ang="0">
                <a:pos x="connsiteX8019" y="connsiteY8019"/>
              </a:cxn>
              <a:cxn ang="0">
                <a:pos x="connsiteX8020" y="connsiteY8020"/>
              </a:cxn>
              <a:cxn ang="0">
                <a:pos x="connsiteX8021" y="connsiteY8021"/>
              </a:cxn>
              <a:cxn ang="0">
                <a:pos x="connsiteX8022" y="connsiteY8022"/>
              </a:cxn>
              <a:cxn ang="0">
                <a:pos x="connsiteX8023" y="connsiteY8023"/>
              </a:cxn>
              <a:cxn ang="0">
                <a:pos x="connsiteX8024" y="connsiteY8024"/>
              </a:cxn>
              <a:cxn ang="0">
                <a:pos x="connsiteX8025" y="connsiteY8025"/>
              </a:cxn>
              <a:cxn ang="0">
                <a:pos x="connsiteX8026" y="connsiteY8026"/>
              </a:cxn>
              <a:cxn ang="0">
                <a:pos x="connsiteX8027" y="connsiteY8027"/>
              </a:cxn>
              <a:cxn ang="0">
                <a:pos x="connsiteX8028" y="connsiteY8028"/>
              </a:cxn>
              <a:cxn ang="0">
                <a:pos x="connsiteX8029" y="connsiteY8029"/>
              </a:cxn>
              <a:cxn ang="0">
                <a:pos x="connsiteX8030" y="connsiteY8030"/>
              </a:cxn>
              <a:cxn ang="0">
                <a:pos x="connsiteX8031" y="connsiteY8031"/>
              </a:cxn>
              <a:cxn ang="0">
                <a:pos x="connsiteX8032" y="connsiteY8032"/>
              </a:cxn>
              <a:cxn ang="0">
                <a:pos x="connsiteX8033" y="connsiteY8033"/>
              </a:cxn>
              <a:cxn ang="0">
                <a:pos x="connsiteX8034" y="connsiteY8034"/>
              </a:cxn>
              <a:cxn ang="0">
                <a:pos x="connsiteX8035" y="connsiteY8035"/>
              </a:cxn>
              <a:cxn ang="0">
                <a:pos x="connsiteX8036" y="connsiteY8036"/>
              </a:cxn>
              <a:cxn ang="0">
                <a:pos x="connsiteX8037" y="connsiteY8037"/>
              </a:cxn>
              <a:cxn ang="0">
                <a:pos x="connsiteX8038" y="connsiteY8038"/>
              </a:cxn>
              <a:cxn ang="0">
                <a:pos x="connsiteX8039" y="connsiteY8039"/>
              </a:cxn>
              <a:cxn ang="0">
                <a:pos x="connsiteX8040" y="connsiteY8040"/>
              </a:cxn>
              <a:cxn ang="0">
                <a:pos x="connsiteX8041" y="connsiteY8041"/>
              </a:cxn>
              <a:cxn ang="0">
                <a:pos x="connsiteX8042" y="connsiteY8042"/>
              </a:cxn>
              <a:cxn ang="0">
                <a:pos x="connsiteX8043" y="connsiteY8043"/>
              </a:cxn>
              <a:cxn ang="0">
                <a:pos x="connsiteX8044" y="connsiteY8044"/>
              </a:cxn>
              <a:cxn ang="0">
                <a:pos x="connsiteX8045" y="connsiteY8045"/>
              </a:cxn>
              <a:cxn ang="0">
                <a:pos x="connsiteX8046" y="connsiteY8046"/>
              </a:cxn>
              <a:cxn ang="0">
                <a:pos x="connsiteX8047" y="connsiteY8047"/>
              </a:cxn>
              <a:cxn ang="0">
                <a:pos x="connsiteX8048" y="connsiteY8048"/>
              </a:cxn>
              <a:cxn ang="0">
                <a:pos x="connsiteX8049" y="connsiteY8049"/>
              </a:cxn>
              <a:cxn ang="0">
                <a:pos x="connsiteX8050" y="connsiteY8050"/>
              </a:cxn>
              <a:cxn ang="0">
                <a:pos x="connsiteX8051" y="connsiteY8051"/>
              </a:cxn>
              <a:cxn ang="0">
                <a:pos x="connsiteX8052" y="connsiteY8052"/>
              </a:cxn>
              <a:cxn ang="0">
                <a:pos x="connsiteX8053" y="connsiteY8053"/>
              </a:cxn>
              <a:cxn ang="0">
                <a:pos x="connsiteX8054" y="connsiteY8054"/>
              </a:cxn>
              <a:cxn ang="0">
                <a:pos x="connsiteX8055" y="connsiteY8055"/>
              </a:cxn>
              <a:cxn ang="0">
                <a:pos x="connsiteX8056" y="connsiteY8056"/>
              </a:cxn>
              <a:cxn ang="0">
                <a:pos x="connsiteX8057" y="connsiteY8057"/>
              </a:cxn>
              <a:cxn ang="0">
                <a:pos x="connsiteX8058" y="connsiteY8058"/>
              </a:cxn>
              <a:cxn ang="0">
                <a:pos x="connsiteX8059" y="connsiteY8059"/>
              </a:cxn>
              <a:cxn ang="0">
                <a:pos x="connsiteX8060" y="connsiteY8060"/>
              </a:cxn>
              <a:cxn ang="0">
                <a:pos x="connsiteX8061" y="connsiteY8061"/>
              </a:cxn>
              <a:cxn ang="0">
                <a:pos x="connsiteX8062" y="connsiteY8062"/>
              </a:cxn>
              <a:cxn ang="0">
                <a:pos x="connsiteX8063" y="connsiteY8063"/>
              </a:cxn>
              <a:cxn ang="0">
                <a:pos x="connsiteX8064" y="connsiteY8064"/>
              </a:cxn>
              <a:cxn ang="0">
                <a:pos x="connsiteX8065" y="connsiteY8065"/>
              </a:cxn>
              <a:cxn ang="0">
                <a:pos x="connsiteX8066" y="connsiteY8066"/>
              </a:cxn>
              <a:cxn ang="0">
                <a:pos x="connsiteX8067" y="connsiteY8067"/>
              </a:cxn>
              <a:cxn ang="0">
                <a:pos x="connsiteX8068" y="connsiteY8068"/>
              </a:cxn>
              <a:cxn ang="0">
                <a:pos x="connsiteX8069" y="connsiteY8069"/>
              </a:cxn>
              <a:cxn ang="0">
                <a:pos x="connsiteX8070" y="connsiteY8070"/>
              </a:cxn>
              <a:cxn ang="0">
                <a:pos x="connsiteX8071" y="connsiteY8071"/>
              </a:cxn>
              <a:cxn ang="0">
                <a:pos x="connsiteX8072" y="connsiteY8072"/>
              </a:cxn>
              <a:cxn ang="0">
                <a:pos x="connsiteX8073" y="connsiteY8073"/>
              </a:cxn>
              <a:cxn ang="0">
                <a:pos x="connsiteX8074" y="connsiteY8074"/>
              </a:cxn>
              <a:cxn ang="0">
                <a:pos x="connsiteX8075" y="connsiteY8075"/>
              </a:cxn>
              <a:cxn ang="0">
                <a:pos x="connsiteX8076" y="connsiteY8076"/>
              </a:cxn>
              <a:cxn ang="0">
                <a:pos x="connsiteX8077" y="connsiteY8077"/>
              </a:cxn>
              <a:cxn ang="0">
                <a:pos x="connsiteX8078" y="connsiteY8078"/>
              </a:cxn>
              <a:cxn ang="0">
                <a:pos x="connsiteX8079" y="connsiteY8079"/>
              </a:cxn>
              <a:cxn ang="0">
                <a:pos x="connsiteX8080" y="connsiteY8080"/>
              </a:cxn>
              <a:cxn ang="0">
                <a:pos x="connsiteX8081" y="connsiteY8081"/>
              </a:cxn>
              <a:cxn ang="0">
                <a:pos x="connsiteX8082" y="connsiteY8082"/>
              </a:cxn>
              <a:cxn ang="0">
                <a:pos x="connsiteX8083" y="connsiteY8083"/>
              </a:cxn>
              <a:cxn ang="0">
                <a:pos x="connsiteX8084" y="connsiteY8084"/>
              </a:cxn>
              <a:cxn ang="0">
                <a:pos x="connsiteX8085" y="connsiteY8085"/>
              </a:cxn>
              <a:cxn ang="0">
                <a:pos x="connsiteX8086" y="connsiteY8086"/>
              </a:cxn>
              <a:cxn ang="0">
                <a:pos x="connsiteX8087" y="connsiteY8087"/>
              </a:cxn>
              <a:cxn ang="0">
                <a:pos x="connsiteX8088" y="connsiteY8088"/>
              </a:cxn>
              <a:cxn ang="0">
                <a:pos x="connsiteX8089" y="connsiteY8089"/>
              </a:cxn>
              <a:cxn ang="0">
                <a:pos x="connsiteX8090" y="connsiteY8090"/>
              </a:cxn>
              <a:cxn ang="0">
                <a:pos x="connsiteX8091" y="connsiteY8091"/>
              </a:cxn>
              <a:cxn ang="0">
                <a:pos x="connsiteX8092" y="connsiteY8092"/>
              </a:cxn>
              <a:cxn ang="0">
                <a:pos x="connsiteX8093" y="connsiteY8093"/>
              </a:cxn>
              <a:cxn ang="0">
                <a:pos x="connsiteX8094" y="connsiteY8094"/>
              </a:cxn>
              <a:cxn ang="0">
                <a:pos x="connsiteX8095" y="connsiteY8095"/>
              </a:cxn>
              <a:cxn ang="0">
                <a:pos x="connsiteX8096" y="connsiteY8096"/>
              </a:cxn>
              <a:cxn ang="0">
                <a:pos x="connsiteX8097" y="connsiteY8097"/>
              </a:cxn>
              <a:cxn ang="0">
                <a:pos x="connsiteX8098" y="connsiteY8098"/>
              </a:cxn>
              <a:cxn ang="0">
                <a:pos x="connsiteX8099" y="connsiteY8099"/>
              </a:cxn>
              <a:cxn ang="0">
                <a:pos x="connsiteX8100" y="connsiteY8100"/>
              </a:cxn>
              <a:cxn ang="0">
                <a:pos x="connsiteX8101" y="connsiteY8101"/>
              </a:cxn>
              <a:cxn ang="0">
                <a:pos x="connsiteX8102" y="connsiteY8102"/>
              </a:cxn>
              <a:cxn ang="0">
                <a:pos x="connsiteX8103" y="connsiteY8103"/>
              </a:cxn>
              <a:cxn ang="0">
                <a:pos x="connsiteX8104" y="connsiteY8104"/>
              </a:cxn>
              <a:cxn ang="0">
                <a:pos x="connsiteX8105" y="connsiteY8105"/>
              </a:cxn>
              <a:cxn ang="0">
                <a:pos x="connsiteX8106" y="connsiteY8106"/>
              </a:cxn>
              <a:cxn ang="0">
                <a:pos x="connsiteX8107" y="connsiteY8107"/>
              </a:cxn>
              <a:cxn ang="0">
                <a:pos x="connsiteX8108" y="connsiteY8108"/>
              </a:cxn>
              <a:cxn ang="0">
                <a:pos x="connsiteX8109" y="connsiteY8109"/>
              </a:cxn>
              <a:cxn ang="0">
                <a:pos x="connsiteX8110" y="connsiteY8110"/>
              </a:cxn>
              <a:cxn ang="0">
                <a:pos x="connsiteX8111" y="connsiteY8111"/>
              </a:cxn>
              <a:cxn ang="0">
                <a:pos x="connsiteX8112" y="connsiteY8112"/>
              </a:cxn>
              <a:cxn ang="0">
                <a:pos x="connsiteX8113" y="connsiteY8113"/>
              </a:cxn>
              <a:cxn ang="0">
                <a:pos x="connsiteX8114" y="connsiteY8114"/>
              </a:cxn>
              <a:cxn ang="0">
                <a:pos x="connsiteX8115" y="connsiteY8115"/>
              </a:cxn>
              <a:cxn ang="0">
                <a:pos x="connsiteX8116" y="connsiteY8116"/>
              </a:cxn>
              <a:cxn ang="0">
                <a:pos x="connsiteX8117" y="connsiteY8117"/>
              </a:cxn>
              <a:cxn ang="0">
                <a:pos x="connsiteX8118" y="connsiteY8118"/>
              </a:cxn>
              <a:cxn ang="0">
                <a:pos x="connsiteX8119" y="connsiteY8119"/>
              </a:cxn>
              <a:cxn ang="0">
                <a:pos x="connsiteX8120" y="connsiteY8120"/>
              </a:cxn>
              <a:cxn ang="0">
                <a:pos x="connsiteX8121" y="connsiteY8121"/>
              </a:cxn>
              <a:cxn ang="0">
                <a:pos x="connsiteX8122" y="connsiteY8122"/>
              </a:cxn>
              <a:cxn ang="0">
                <a:pos x="connsiteX8123" y="connsiteY8123"/>
              </a:cxn>
              <a:cxn ang="0">
                <a:pos x="connsiteX8124" y="connsiteY8124"/>
              </a:cxn>
              <a:cxn ang="0">
                <a:pos x="connsiteX8125" y="connsiteY8125"/>
              </a:cxn>
              <a:cxn ang="0">
                <a:pos x="connsiteX8126" y="connsiteY8126"/>
              </a:cxn>
              <a:cxn ang="0">
                <a:pos x="connsiteX8127" y="connsiteY8127"/>
              </a:cxn>
              <a:cxn ang="0">
                <a:pos x="connsiteX8128" y="connsiteY8128"/>
              </a:cxn>
              <a:cxn ang="0">
                <a:pos x="connsiteX8129" y="connsiteY8129"/>
              </a:cxn>
              <a:cxn ang="0">
                <a:pos x="connsiteX8130" y="connsiteY8130"/>
              </a:cxn>
              <a:cxn ang="0">
                <a:pos x="connsiteX8131" y="connsiteY8131"/>
              </a:cxn>
              <a:cxn ang="0">
                <a:pos x="connsiteX8132" y="connsiteY8132"/>
              </a:cxn>
              <a:cxn ang="0">
                <a:pos x="connsiteX8133" y="connsiteY8133"/>
              </a:cxn>
              <a:cxn ang="0">
                <a:pos x="connsiteX8134" y="connsiteY8134"/>
              </a:cxn>
              <a:cxn ang="0">
                <a:pos x="connsiteX8135" y="connsiteY8135"/>
              </a:cxn>
              <a:cxn ang="0">
                <a:pos x="connsiteX8136" y="connsiteY8136"/>
              </a:cxn>
              <a:cxn ang="0">
                <a:pos x="connsiteX8137" y="connsiteY8137"/>
              </a:cxn>
              <a:cxn ang="0">
                <a:pos x="connsiteX8138" y="connsiteY8138"/>
              </a:cxn>
              <a:cxn ang="0">
                <a:pos x="connsiteX8139" y="connsiteY8139"/>
              </a:cxn>
              <a:cxn ang="0">
                <a:pos x="connsiteX8140" y="connsiteY8140"/>
              </a:cxn>
              <a:cxn ang="0">
                <a:pos x="connsiteX8141" y="connsiteY8141"/>
              </a:cxn>
              <a:cxn ang="0">
                <a:pos x="connsiteX8142" y="connsiteY8142"/>
              </a:cxn>
              <a:cxn ang="0">
                <a:pos x="connsiteX8143" y="connsiteY8143"/>
              </a:cxn>
              <a:cxn ang="0">
                <a:pos x="connsiteX8144" y="connsiteY8144"/>
              </a:cxn>
              <a:cxn ang="0">
                <a:pos x="connsiteX8145" y="connsiteY8145"/>
              </a:cxn>
              <a:cxn ang="0">
                <a:pos x="connsiteX8146" y="connsiteY8146"/>
              </a:cxn>
              <a:cxn ang="0">
                <a:pos x="connsiteX8147" y="connsiteY8147"/>
              </a:cxn>
              <a:cxn ang="0">
                <a:pos x="connsiteX8148" y="connsiteY8148"/>
              </a:cxn>
              <a:cxn ang="0">
                <a:pos x="connsiteX8149" y="connsiteY8149"/>
              </a:cxn>
              <a:cxn ang="0">
                <a:pos x="connsiteX8150" y="connsiteY8150"/>
              </a:cxn>
              <a:cxn ang="0">
                <a:pos x="connsiteX8151" y="connsiteY8151"/>
              </a:cxn>
              <a:cxn ang="0">
                <a:pos x="connsiteX8152" y="connsiteY8152"/>
              </a:cxn>
              <a:cxn ang="0">
                <a:pos x="connsiteX8153" y="connsiteY8153"/>
              </a:cxn>
              <a:cxn ang="0">
                <a:pos x="connsiteX8154" y="connsiteY8154"/>
              </a:cxn>
              <a:cxn ang="0">
                <a:pos x="connsiteX8155" y="connsiteY8155"/>
              </a:cxn>
              <a:cxn ang="0">
                <a:pos x="connsiteX8156" y="connsiteY8156"/>
              </a:cxn>
              <a:cxn ang="0">
                <a:pos x="connsiteX8157" y="connsiteY8157"/>
              </a:cxn>
              <a:cxn ang="0">
                <a:pos x="connsiteX8158" y="connsiteY8158"/>
              </a:cxn>
              <a:cxn ang="0">
                <a:pos x="connsiteX8159" y="connsiteY8159"/>
              </a:cxn>
              <a:cxn ang="0">
                <a:pos x="connsiteX8160" y="connsiteY8160"/>
              </a:cxn>
              <a:cxn ang="0">
                <a:pos x="connsiteX8161" y="connsiteY8161"/>
              </a:cxn>
              <a:cxn ang="0">
                <a:pos x="connsiteX8162" y="connsiteY8162"/>
              </a:cxn>
              <a:cxn ang="0">
                <a:pos x="connsiteX8163" y="connsiteY8163"/>
              </a:cxn>
              <a:cxn ang="0">
                <a:pos x="connsiteX8164" y="connsiteY8164"/>
              </a:cxn>
              <a:cxn ang="0">
                <a:pos x="connsiteX8165" y="connsiteY8165"/>
              </a:cxn>
              <a:cxn ang="0">
                <a:pos x="connsiteX8166" y="connsiteY8166"/>
              </a:cxn>
              <a:cxn ang="0">
                <a:pos x="connsiteX8167" y="connsiteY8167"/>
              </a:cxn>
              <a:cxn ang="0">
                <a:pos x="connsiteX8168" y="connsiteY8168"/>
              </a:cxn>
              <a:cxn ang="0">
                <a:pos x="connsiteX8169" y="connsiteY8169"/>
              </a:cxn>
              <a:cxn ang="0">
                <a:pos x="connsiteX8170" y="connsiteY8170"/>
              </a:cxn>
              <a:cxn ang="0">
                <a:pos x="connsiteX8171" y="connsiteY8171"/>
              </a:cxn>
              <a:cxn ang="0">
                <a:pos x="connsiteX8172" y="connsiteY8172"/>
              </a:cxn>
              <a:cxn ang="0">
                <a:pos x="connsiteX8173" y="connsiteY8173"/>
              </a:cxn>
              <a:cxn ang="0">
                <a:pos x="connsiteX8174" y="connsiteY8174"/>
              </a:cxn>
              <a:cxn ang="0">
                <a:pos x="connsiteX8175" y="connsiteY8175"/>
              </a:cxn>
              <a:cxn ang="0">
                <a:pos x="connsiteX8176" y="connsiteY8176"/>
              </a:cxn>
              <a:cxn ang="0">
                <a:pos x="connsiteX8177" y="connsiteY8177"/>
              </a:cxn>
              <a:cxn ang="0">
                <a:pos x="connsiteX8178" y="connsiteY8178"/>
              </a:cxn>
              <a:cxn ang="0">
                <a:pos x="connsiteX8179" y="connsiteY8179"/>
              </a:cxn>
              <a:cxn ang="0">
                <a:pos x="connsiteX8180" y="connsiteY8180"/>
              </a:cxn>
              <a:cxn ang="0">
                <a:pos x="connsiteX8181" y="connsiteY8181"/>
              </a:cxn>
              <a:cxn ang="0">
                <a:pos x="connsiteX8182" y="connsiteY8182"/>
              </a:cxn>
              <a:cxn ang="0">
                <a:pos x="connsiteX8183" y="connsiteY8183"/>
              </a:cxn>
              <a:cxn ang="0">
                <a:pos x="connsiteX8184" y="connsiteY8184"/>
              </a:cxn>
              <a:cxn ang="0">
                <a:pos x="connsiteX8185" y="connsiteY8185"/>
              </a:cxn>
              <a:cxn ang="0">
                <a:pos x="connsiteX8186" y="connsiteY8186"/>
              </a:cxn>
              <a:cxn ang="0">
                <a:pos x="connsiteX8187" y="connsiteY8187"/>
              </a:cxn>
              <a:cxn ang="0">
                <a:pos x="connsiteX8188" y="connsiteY8188"/>
              </a:cxn>
              <a:cxn ang="0">
                <a:pos x="connsiteX8189" y="connsiteY8189"/>
              </a:cxn>
              <a:cxn ang="0">
                <a:pos x="connsiteX8190" y="connsiteY8190"/>
              </a:cxn>
              <a:cxn ang="0">
                <a:pos x="connsiteX8191" y="connsiteY8191"/>
              </a:cxn>
              <a:cxn ang="0">
                <a:pos x="connsiteX8192" y="connsiteY8192"/>
              </a:cxn>
              <a:cxn ang="0">
                <a:pos x="connsiteX8193" y="connsiteY8193"/>
              </a:cxn>
              <a:cxn ang="0">
                <a:pos x="connsiteX8194" y="connsiteY8194"/>
              </a:cxn>
              <a:cxn ang="0">
                <a:pos x="connsiteX8195" y="connsiteY8195"/>
              </a:cxn>
              <a:cxn ang="0">
                <a:pos x="connsiteX8196" y="connsiteY8196"/>
              </a:cxn>
              <a:cxn ang="0">
                <a:pos x="connsiteX8197" y="connsiteY8197"/>
              </a:cxn>
              <a:cxn ang="0">
                <a:pos x="connsiteX8198" y="connsiteY8198"/>
              </a:cxn>
              <a:cxn ang="0">
                <a:pos x="connsiteX8199" y="connsiteY8199"/>
              </a:cxn>
              <a:cxn ang="0">
                <a:pos x="connsiteX8200" y="connsiteY8200"/>
              </a:cxn>
              <a:cxn ang="0">
                <a:pos x="connsiteX8201" y="connsiteY8201"/>
              </a:cxn>
              <a:cxn ang="0">
                <a:pos x="connsiteX8202" y="connsiteY8202"/>
              </a:cxn>
              <a:cxn ang="0">
                <a:pos x="connsiteX8203" y="connsiteY8203"/>
              </a:cxn>
              <a:cxn ang="0">
                <a:pos x="connsiteX8204" y="connsiteY8204"/>
              </a:cxn>
              <a:cxn ang="0">
                <a:pos x="connsiteX8205" y="connsiteY8205"/>
              </a:cxn>
              <a:cxn ang="0">
                <a:pos x="connsiteX8206" y="connsiteY8206"/>
              </a:cxn>
              <a:cxn ang="0">
                <a:pos x="connsiteX8207" y="connsiteY8207"/>
              </a:cxn>
              <a:cxn ang="0">
                <a:pos x="connsiteX8208" y="connsiteY8208"/>
              </a:cxn>
              <a:cxn ang="0">
                <a:pos x="connsiteX8209" y="connsiteY8209"/>
              </a:cxn>
              <a:cxn ang="0">
                <a:pos x="connsiteX8210" y="connsiteY8210"/>
              </a:cxn>
              <a:cxn ang="0">
                <a:pos x="connsiteX8211" y="connsiteY8211"/>
              </a:cxn>
              <a:cxn ang="0">
                <a:pos x="connsiteX8212" y="connsiteY8212"/>
              </a:cxn>
              <a:cxn ang="0">
                <a:pos x="connsiteX8213" y="connsiteY8213"/>
              </a:cxn>
              <a:cxn ang="0">
                <a:pos x="connsiteX8214" y="connsiteY8214"/>
              </a:cxn>
              <a:cxn ang="0">
                <a:pos x="connsiteX8215" y="connsiteY8215"/>
              </a:cxn>
              <a:cxn ang="0">
                <a:pos x="connsiteX8216" y="connsiteY8216"/>
              </a:cxn>
              <a:cxn ang="0">
                <a:pos x="connsiteX8217" y="connsiteY8217"/>
              </a:cxn>
              <a:cxn ang="0">
                <a:pos x="connsiteX8218" y="connsiteY8218"/>
              </a:cxn>
              <a:cxn ang="0">
                <a:pos x="connsiteX8219" y="connsiteY8219"/>
              </a:cxn>
              <a:cxn ang="0">
                <a:pos x="connsiteX8220" y="connsiteY8220"/>
              </a:cxn>
              <a:cxn ang="0">
                <a:pos x="connsiteX8221" y="connsiteY8221"/>
              </a:cxn>
              <a:cxn ang="0">
                <a:pos x="connsiteX8222" y="connsiteY8222"/>
              </a:cxn>
              <a:cxn ang="0">
                <a:pos x="connsiteX8223" y="connsiteY8223"/>
              </a:cxn>
              <a:cxn ang="0">
                <a:pos x="connsiteX8224" y="connsiteY8224"/>
              </a:cxn>
              <a:cxn ang="0">
                <a:pos x="connsiteX8225" y="connsiteY8225"/>
              </a:cxn>
              <a:cxn ang="0">
                <a:pos x="connsiteX8226" y="connsiteY8226"/>
              </a:cxn>
              <a:cxn ang="0">
                <a:pos x="connsiteX8227" y="connsiteY8227"/>
              </a:cxn>
              <a:cxn ang="0">
                <a:pos x="connsiteX8228" y="connsiteY8228"/>
              </a:cxn>
              <a:cxn ang="0">
                <a:pos x="connsiteX8229" y="connsiteY8229"/>
              </a:cxn>
              <a:cxn ang="0">
                <a:pos x="connsiteX8230" y="connsiteY8230"/>
              </a:cxn>
              <a:cxn ang="0">
                <a:pos x="connsiteX8231" y="connsiteY8231"/>
              </a:cxn>
              <a:cxn ang="0">
                <a:pos x="connsiteX8232" y="connsiteY8232"/>
              </a:cxn>
              <a:cxn ang="0">
                <a:pos x="connsiteX8233" y="connsiteY8233"/>
              </a:cxn>
              <a:cxn ang="0">
                <a:pos x="connsiteX8234" y="connsiteY8234"/>
              </a:cxn>
              <a:cxn ang="0">
                <a:pos x="connsiteX8235" y="connsiteY8235"/>
              </a:cxn>
              <a:cxn ang="0">
                <a:pos x="connsiteX8236" y="connsiteY8236"/>
              </a:cxn>
              <a:cxn ang="0">
                <a:pos x="connsiteX8237" y="connsiteY8237"/>
              </a:cxn>
              <a:cxn ang="0">
                <a:pos x="connsiteX8238" y="connsiteY8238"/>
              </a:cxn>
              <a:cxn ang="0">
                <a:pos x="connsiteX8239" y="connsiteY8239"/>
              </a:cxn>
              <a:cxn ang="0">
                <a:pos x="connsiteX8240" y="connsiteY8240"/>
              </a:cxn>
              <a:cxn ang="0">
                <a:pos x="connsiteX8241" y="connsiteY8241"/>
              </a:cxn>
              <a:cxn ang="0">
                <a:pos x="connsiteX8242" y="connsiteY8242"/>
              </a:cxn>
              <a:cxn ang="0">
                <a:pos x="connsiteX8243" y="connsiteY8243"/>
              </a:cxn>
              <a:cxn ang="0">
                <a:pos x="connsiteX8244" y="connsiteY8244"/>
              </a:cxn>
              <a:cxn ang="0">
                <a:pos x="connsiteX8245" y="connsiteY8245"/>
              </a:cxn>
              <a:cxn ang="0">
                <a:pos x="connsiteX8246" y="connsiteY8246"/>
              </a:cxn>
              <a:cxn ang="0">
                <a:pos x="connsiteX8247" y="connsiteY8247"/>
              </a:cxn>
              <a:cxn ang="0">
                <a:pos x="connsiteX8248" y="connsiteY8248"/>
              </a:cxn>
              <a:cxn ang="0">
                <a:pos x="connsiteX8249" y="connsiteY8249"/>
              </a:cxn>
              <a:cxn ang="0">
                <a:pos x="connsiteX8250" y="connsiteY8250"/>
              </a:cxn>
              <a:cxn ang="0">
                <a:pos x="connsiteX8251" y="connsiteY8251"/>
              </a:cxn>
              <a:cxn ang="0">
                <a:pos x="connsiteX8252" y="connsiteY8252"/>
              </a:cxn>
              <a:cxn ang="0">
                <a:pos x="connsiteX8253" y="connsiteY8253"/>
              </a:cxn>
              <a:cxn ang="0">
                <a:pos x="connsiteX8254" y="connsiteY8254"/>
              </a:cxn>
              <a:cxn ang="0">
                <a:pos x="connsiteX8255" y="connsiteY8255"/>
              </a:cxn>
              <a:cxn ang="0">
                <a:pos x="connsiteX8256" y="connsiteY8256"/>
              </a:cxn>
              <a:cxn ang="0">
                <a:pos x="connsiteX8257" y="connsiteY8257"/>
              </a:cxn>
              <a:cxn ang="0">
                <a:pos x="connsiteX8258" y="connsiteY8258"/>
              </a:cxn>
              <a:cxn ang="0">
                <a:pos x="connsiteX8259" y="connsiteY8259"/>
              </a:cxn>
              <a:cxn ang="0">
                <a:pos x="connsiteX8260" y="connsiteY8260"/>
              </a:cxn>
              <a:cxn ang="0">
                <a:pos x="connsiteX8261" y="connsiteY8261"/>
              </a:cxn>
              <a:cxn ang="0">
                <a:pos x="connsiteX8262" y="connsiteY8262"/>
              </a:cxn>
              <a:cxn ang="0">
                <a:pos x="connsiteX8263" y="connsiteY8263"/>
              </a:cxn>
              <a:cxn ang="0">
                <a:pos x="connsiteX8264" y="connsiteY8264"/>
              </a:cxn>
              <a:cxn ang="0">
                <a:pos x="connsiteX8265" y="connsiteY8265"/>
              </a:cxn>
              <a:cxn ang="0">
                <a:pos x="connsiteX8266" y="connsiteY8266"/>
              </a:cxn>
              <a:cxn ang="0">
                <a:pos x="connsiteX8267" y="connsiteY8267"/>
              </a:cxn>
              <a:cxn ang="0">
                <a:pos x="connsiteX8268" y="connsiteY8268"/>
              </a:cxn>
              <a:cxn ang="0">
                <a:pos x="connsiteX8269" y="connsiteY8269"/>
              </a:cxn>
              <a:cxn ang="0">
                <a:pos x="connsiteX8270" y="connsiteY8270"/>
              </a:cxn>
              <a:cxn ang="0">
                <a:pos x="connsiteX8271" y="connsiteY8271"/>
              </a:cxn>
              <a:cxn ang="0">
                <a:pos x="connsiteX8272" y="connsiteY8272"/>
              </a:cxn>
              <a:cxn ang="0">
                <a:pos x="connsiteX8273" y="connsiteY8273"/>
              </a:cxn>
              <a:cxn ang="0">
                <a:pos x="connsiteX8274" y="connsiteY8274"/>
              </a:cxn>
              <a:cxn ang="0">
                <a:pos x="connsiteX8275" y="connsiteY8275"/>
              </a:cxn>
              <a:cxn ang="0">
                <a:pos x="connsiteX8276" y="connsiteY8276"/>
              </a:cxn>
              <a:cxn ang="0">
                <a:pos x="connsiteX8277" y="connsiteY8277"/>
              </a:cxn>
              <a:cxn ang="0">
                <a:pos x="connsiteX8278" y="connsiteY8278"/>
              </a:cxn>
              <a:cxn ang="0">
                <a:pos x="connsiteX8279" y="connsiteY8279"/>
              </a:cxn>
              <a:cxn ang="0">
                <a:pos x="connsiteX8280" y="connsiteY8280"/>
              </a:cxn>
              <a:cxn ang="0">
                <a:pos x="connsiteX8281" y="connsiteY8281"/>
              </a:cxn>
              <a:cxn ang="0">
                <a:pos x="connsiteX8282" y="connsiteY8282"/>
              </a:cxn>
              <a:cxn ang="0">
                <a:pos x="connsiteX8283" y="connsiteY8283"/>
              </a:cxn>
              <a:cxn ang="0">
                <a:pos x="connsiteX8284" y="connsiteY8284"/>
              </a:cxn>
              <a:cxn ang="0">
                <a:pos x="connsiteX8285" y="connsiteY8285"/>
              </a:cxn>
              <a:cxn ang="0">
                <a:pos x="connsiteX8286" y="connsiteY8286"/>
              </a:cxn>
              <a:cxn ang="0">
                <a:pos x="connsiteX8287" y="connsiteY8287"/>
              </a:cxn>
              <a:cxn ang="0">
                <a:pos x="connsiteX8288" y="connsiteY8288"/>
              </a:cxn>
              <a:cxn ang="0">
                <a:pos x="connsiteX8289" y="connsiteY8289"/>
              </a:cxn>
              <a:cxn ang="0">
                <a:pos x="connsiteX8290" y="connsiteY8290"/>
              </a:cxn>
              <a:cxn ang="0">
                <a:pos x="connsiteX8291" y="connsiteY8291"/>
              </a:cxn>
              <a:cxn ang="0">
                <a:pos x="connsiteX8292" y="connsiteY8292"/>
              </a:cxn>
              <a:cxn ang="0">
                <a:pos x="connsiteX8293" y="connsiteY8293"/>
              </a:cxn>
              <a:cxn ang="0">
                <a:pos x="connsiteX8294" y="connsiteY8294"/>
              </a:cxn>
              <a:cxn ang="0">
                <a:pos x="connsiteX8295" y="connsiteY8295"/>
              </a:cxn>
              <a:cxn ang="0">
                <a:pos x="connsiteX8296" y="connsiteY8296"/>
              </a:cxn>
              <a:cxn ang="0">
                <a:pos x="connsiteX8297" y="connsiteY8297"/>
              </a:cxn>
              <a:cxn ang="0">
                <a:pos x="connsiteX8298" y="connsiteY8298"/>
              </a:cxn>
              <a:cxn ang="0">
                <a:pos x="connsiteX8299" y="connsiteY8299"/>
              </a:cxn>
              <a:cxn ang="0">
                <a:pos x="connsiteX8300" y="connsiteY8300"/>
              </a:cxn>
              <a:cxn ang="0">
                <a:pos x="connsiteX8301" y="connsiteY8301"/>
              </a:cxn>
              <a:cxn ang="0">
                <a:pos x="connsiteX8302" y="connsiteY8302"/>
              </a:cxn>
              <a:cxn ang="0">
                <a:pos x="connsiteX8303" y="connsiteY8303"/>
              </a:cxn>
              <a:cxn ang="0">
                <a:pos x="connsiteX8304" y="connsiteY8304"/>
              </a:cxn>
              <a:cxn ang="0">
                <a:pos x="connsiteX8305" y="connsiteY8305"/>
              </a:cxn>
              <a:cxn ang="0">
                <a:pos x="connsiteX8306" y="connsiteY8306"/>
              </a:cxn>
              <a:cxn ang="0">
                <a:pos x="connsiteX8307" y="connsiteY8307"/>
              </a:cxn>
              <a:cxn ang="0">
                <a:pos x="connsiteX8308" y="connsiteY8308"/>
              </a:cxn>
              <a:cxn ang="0">
                <a:pos x="connsiteX8309" y="connsiteY8309"/>
              </a:cxn>
              <a:cxn ang="0">
                <a:pos x="connsiteX8310" y="connsiteY8310"/>
              </a:cxn>
              <a:cxn ang="0">
                <a:pos x="connsiteX8311" y="connsiteY8311"/>
              </a:cxn>
              <a:cxn ang="0">
                <a:pos x="connsiteX8312" y="connsiteY8312"/>
              </a:cxn>
              <a:cxn ang="0">
                <a:pos x="connsiteX8313" y="connsiteY8313"/>
              </a:cxn>
              <a:cxn ang="0">
                <a:pos x="connsiteX8314" y="connsiteY8314"/>
              </a:cxn>
              <a:cxn ang="0">
                <a:pos x="connsiteX8315" y="connsiteY8315"/>
              </a:cxn>
              <a:cxn ang="0">
                <a:pos x="connsiteX8316" y="connsiteY8316"/>
              </a:cxn>
              <a:cxn ang="0">
                <a:pos x="connsiteX8317" y="connsiteY8317"/>
              </a:cxn>
              <a:cxn ang="0">
                <a:pos x="connsiteX8318" y="connsiteY8318"/>
              </a:cxn>
              <a:cxn ang="0">
                <a:pos x="connsiteX8319" y="connsiteY8319"/>
              </a:cxn>
              <a:cxn ang="0">
                <a:pos x="connsiteX8320" y="connsiteY8320"/>
              </a:cxn>
              <a:cxn ang="0">
                <a:pos x="connsiteX8321" y="connsiteY8321"/>
              </a:cxn>
              <a:cxn ang="0">
                <a:pos x="connsiteX8322" y="connsiteY8322"/>
              </a:cxn>
              <a:cxn ang="0">
                <a:pos x="connsiteX8323" y="connsiteY8323"/>
              </a:cxn>
              <a:cxn ang="0">
                <a:pos x="connsiteX8324" y="connsiteY8324"/>
              </a:cxn>
              <a:cxn ang="0">
                <a:pos x="connsiteX8325" y="connsiteY8325"/>
              </a:cxn>
              <a:cxn ang="0">
                <a:pos x="connsiteX8326" y="connsiteY8326"/>
              </a:cxn>
              <a:cxn ang="0">
                <a:pos x="connsiteX8327" y="connsiteY8327"/>
              </a:cxn>
              <a:cxn ang="0">
                <a:pos x="connsiteX8328" y="connsiteY8328"/>
              </a:cxn>
              <a:cxn ang="0">
                <a:pos x="connsiteX8329" y="connsiteY8329"/>
              </a:cxn>
              <a:cxn ang="0">
                <a:pos x="connsiteX8330" y="connsiteY8330"/>
              </a:cxn>
              <a:cxn ang="0">
                <a:pos x="connsiteX8331" y="connsiteY8331"/>
              </a:cxn>
              <a:cxn ang="0">
                <a:pos x="connsiteX8332" y="connsiteY8332"/>
              </a:cxn>
              <a:cxn ang="0">
                <a:pos x="connsiteX8333" y="connsiteY8333"/>
              </a:cxn>
              <a:cxn ang="0">
                <a:pos x="connsiteX8334" y="connsiteY8334"/>
              </a:cxn>
              <a:cxn ang="0">
                <a:pos x="connsiteX8335" y="connsiteY8335"/>
              </a:cxn>
              <a:cxn ang="0">
                <a:pos x="connsiteX8336" y="connsiteY8336"/>
              </a:cxn>
              <a:cxn ang="0">
                <a:pos x="connsiteX8337" y="connsiteY8337"/>
              </a:cxn>
              <a:cxn ang="0">
                <a:pos x="connsiteX8338" y="connsiteY8338"/>
              </a:cxn>
              <a:cxn ang="0">
                <a:pos x="connsiteX8339" y="connsiteY8339"/>
              </a:cxn>
              <a:cxn ang="0">
                <a:pos x="connsiteX8340" y="connsiteY8340"/>
              </a:cxn>
              <a:cxn ang="0">
                <a:pos x="connsiteX8341" y="connsiteY8341"/>
              </a:cxn>
              <a:cxn ang="0">
                <a:pos x="connsiteX8342" y="connsiteY8342"/>
              </a:cxn>
              <a:cxn ang="0">
                <a:pos x="connsiteX8343" y="connsiteY8343"/>
              </a:cxn>
              <a:cxn ang="0">
                <a:pos x="connsiteX8344" y="connsiteY8344"/>
              </a:cxn>
              <a:cxn ang="0">
                <a:pos x="connsiteX8345" y="connsiteY8345"/>
              </a:cxn>
              <a:cxn ang="0">
                <a:pos x="connsiteX8346" y="connsiteY8346"/>
              </a:cxn>
              <a:cxn ang="0">
                <a:pos x="connsiteX8347" y="connsiteY8347"/>
              </a:cxn>
              <a:cxn ang="0">
                <a:pos x="connsiteX8348" y="connsiteY8348"/>
              </a:cxn>
              <a:cxn ang="0">
                <a:pos x="connsiteX8349" y="connsiteY8349"/>
              </a:cxn>
              <a:cxn ang="0">
                <a:pos x="connsiteX8350" y="connsiteY8350"/>
              </a:cxn>
              <a:cxn ang="0">
                <a:pos x="connsiteX8351" y="connsiteY8351"/>
              </a:cxn>
              <a:cxn ang="0">
                <a:pos x="connsiteX8352" y="connsiteY8352"/>
              </a:cxn>
              <a:cxn ang="0">
                <a:pos x="connsiteX8353" y="connsiteY8353"/>
              </a:cxn>
              <a:cxn ang="0">
                <a:pos x="connsiteX8354" y="connsiteY8354"/>
              </a:cxn>
              <a:cxn ang="0">
                <a:pos x="connsiteX8355" y="connsiteY8355"/>
              </a:cxn>
              <a:cxn ang="0">
                <a:pos x="connsiteX8356" y="connsiteY8356"/>
              </a:cxn>
              <a:cxn ang="0">
                <a:pos x="connsiteX8357" y="connsiteY8357"/>
              </a:cxn>
              <a:cxn ang="0">
                <a:pos x="connsiteX8358" y="connsiteY8358"/>
              </a:cxn>
              <a:cxn ang="0">
                <a:pos x="connsiteX8359" y="connsiteY8359"/>
              </a:cxn>
              <a:cxn ang="0">
                <a:pos x="connsiteX8360" y="connsiteY8360"/>
              </a:cxn>
              <a:cxn ang="0">
                <a:pos x="connsiteX8361" y="connsiteY8361"/>
              </a:cxn>
              <a:cxn ang="0">
                <a:pos x="connsiteX8362" y="connsiteY8362"/>
              </a:cxn>
              <a:cxn ang="0">
                <a:pos x="connsiteX8363" y="connsiteY8363"/>
              </a:cxn>
              <a:cxn ang="0">
                <a:pos x="connsiteX8364" y="connsiteY8364"/>
              </a:cxn>
              <a:cxn ang="0">
                <a:pos x="connsiteX8365" y="connsiteY8365"/>
              </a:cxn>
              <a:cxn ang="0">
                <a:pos x="connsiteX8366" y="connsiteY8366"/>
              </a:cxn>
              <a:cxn ang="0">
                <a:pos x="connsiteX8367" y="connsiteY8367"/>
              </a:cxn>
              <a:cxn ang="0">
                <a:pos x="connsiteX8368" y="connsiteY8368"/>
              </a:cxn>
              <a:cxn ang="0">
                <a:pos x="connsiteX8369" y="connsiteY8369"/>
              </a:cxn>
              <a:cxn ang="0">
                <a:pos x="connsiteX8370" y="connsiteY8370"/>
              </a:cxn>
              <a:cxn ang="0">
                <a:pos x="connsiteX8371" y="connsiteY8371"/>
              </a:cxn>
              <a:cxn ang="0">
                <a:pos x="connsiteX8372" y="connsiteY8372"/>
              </a:cxn>
              <a:cxn ang="0">
                <a:pos x="connsiteX8373" y="connsiteY8373"/>
              </a:cxn>
              <a:cxn ang="0">
                <a:pos x="connsiteX8374" y="connsiteY8374"/>
              </a:cxn>
              <a:cxn ang="0">
                <a:pos x="connsiteX8375" y="connsiteY8375"/>
              </a:cxn>
              <a:cxn ang="0">
                <a:pos x="connsiteX8376" y="connsiteY8376"/>
              </a:cxn>
              <a:cxn ang="0">
                <a:pos x="connsiteX8377" y="connsiteY8377"/>
              </a:cxn>
              <a:cxn ang="0">
                <a:pos x="connsiteX8378" y="connsiteY8378"/>
              </a:cxn>
              <a:cxn ang="0">
                <a:pos x="connsiteX8379" y="connsiteY8379"/>
              </a:cxn>
              <a:cxn ang="0">
                <a:pos x="connsiteX8380" y="connsiteY8380"/>
              </a:cxn>
              <a:cxn ang="0">
                <a:pos x="connsiteX8381" y="connsiteY8381"/>
              </a:cxn>
              <a:cxn ang="0">
                <a:pos x="connsiteX8382" y="connsiteY8382"/>
              </a:cxn>
              <a:cxn ang="0">
                <a:pos x="connsiteX8383" y="connsiteY8383"/>
              </a:cxn>
              <a:cxn ang="0">
                <a:pos x="connsiteX8384" y="connsiteY8384"/>
              </a:cxn>
              <a:cxn ang="0">
                <a:pos x="connsiteX8385" y="connsiteY8385"/>
              </a:cxn>
              <a:cxn ang="0">
                <a:pos x="connsiteX8386" y="connsiteY8386"/>
              </a:cxn>
              <a:cxn ang="0">
                <a:pos x="connsiteX8387" y="connsiteY8387"/>
              </a:cxn>
              <a:cxn ang="0">
                <a:pos x="connsiteX8388" y="connsiteY8388"/>
              </a:cxn>
              <a:cxn ang="0">
                <a:pos x="connsiteX8389" y="connsiteY8389"/>
              </a:cxn>
              <a:cxn ang="0">
                <a:pos x="connsiteX8390" y="connsiteY8390"/>
              </a:cxn>
              <a:cxn ang="0">
                <a:pos x="connsiteX8391" y="connsiteY8391"/>
              </a:cxn>
              <a:cxn ang="0">
                <a:pos x="connsiteX8392" y="connsiteY8392"/>
              </a:cxn>
              <a:cxn ang="0">
                <a:pos x="connsiteX8393" y="connsiteY8393"/>
              </a:cxn>
              <a:cxn ang="0">
                <a:pos x="connsiteX8394" y="connsiteY8394"/>
              </a:cxn>
              <a:cxn ang="0">
                <a:pos x="connsiteX8395" y="connsiteY8395"/>
              </a:cxn>
              <a:cxn ang="0">
                <a:pos x="connsiteX8396" y="connsiteY8396"/>
              </a:cxn>
              <a:cxn ang="0">
                <a:pos x="connsiteX8397" y="connsiteY8397"/>
              </a:cxn>
              <a:cxn ang="0">
                <a:pos x="connsiteX8398" y="connsiteY8398"/>
              </a:cxn>
              <a:cxn ang="0">
                <a:pos x="connsiteX8399" y="connsiteY8399"/>
              </a:cxn>
              <a:cxn ang="0">
                <a:pos x="connsiteX8400" y="connsiteY8400"/>
              </a:cxn>
              <a:cxn ang="0">
                <a:pos x="connsiteX8401" y="connsiteY8401"/>
              </a:cxn>
              <a:cxn ang="0">
                <a:pos x="connsiteX8402" y="connsiteY8402"/>
              </a:cxn>
              <a:cxn ang="0">
                <a:pos x="connsiteX8403" y="connsiteY8403"/>
              </a:cxn>
              <a:cxn ang="0">
                <a:pos x="connsiteX8404" y="connsiteY8404"/>
              </a:cxn>
              <a:cxn ang="0">
                <a:pos x="connsiteX8405" y="connsiteY8405"/>
              </a:cxn>
              <a:cxn ang="0">
                <a:pos x="connsiteX8406" y="connsiteY8406"/>
              </a:cxn>
              <a:cxn ang="0">
                <a:pos x="connsiteX8407" y="connsiteY8407"/>
              </a:cxn>
              <a:cxn ang="0">
                <a:pos x="connsiteX8408" y="connsiteY8408"/>
              </a:cxn>
              <a:cxn ang="0">
                <a:pos x="connsiteX8409" y="connsiteY8409"/>
              </a:cxn>
              <a:cxn ang="0">
                <a:pos x="connsiteX8410" y="connsiteY8410"/>
              </a:cxn>
              <a:cxn ang="0">
                <a:pos x="connsiteX8411" y="connsiteY8411"/>
              </a:cxn>
              <a:cxn ang="0">
                <a:pos x="connsiteX8412" y="connsiteY8412"/>
              </a:cxn>
              <a:cxn ang="0">
                <a:pos x="connsiteX8413" y="connsiteY8413"/>
              </a:cxn>
              <a:cxn ang="0">
                <a:pos x="connsiteX8414" y="connsiteY8414"/>
              </a:cxn>
              <a:cxn ang="0">
                <a:pos x="connsiteX8415" y="connsiteY8415"/>
              </a:cxn>
              <a:cxn ang="0">
                <a:pos x="connsiteX8416" y="connsiteY8416"/>
              </a:cxn>
              <a:cxn ang="0">
                <a:pos x="connsiteX8417" y="connsiteY8417"/>
              </a:cxn>
              <a:cxn ang="0">
                <a:pos x="connsiteX8418" y="connsiteY8418"/>
              </a:cxn>
              <a:cxn ang="0">
                <a:pos x="connsiteX8419" y="connsiteY8419"/>
              </a:cxn>
              <a:cxn ang="0">
                <a:pos x="connsiteX8420" y="connsiteY8420"/>
              </a:cxn>
              <a:cxn ang="0">
                <a:pos x="connsiteX8421" y="connsiteY8421"/>
              </a:cxn>
              <a:cxn ang="0">
                <a:pos x="connsiteX8422" y="connsiteY8422"/>
              </a:cxn>
              <a:cxn ang="0">
                <a:pos x="connsiteX8423" y="connsiteY8423"/>
              </a:cxn>
              <a:cxn ang="0">
                <a:pos x="connsiteX8424" y="connsiteY8424"/>
              </a:cxn>
              <a:cxn ang="0">
                <a:pos x="connsiteX8425" y="connsiteY8425"/>
              </a:cxn>
              <a:cxn ang="0">
                <a:pos x="connsiteX8426" y="connsiteY8426"/>
              </a:cxn>
              <a:cxn ang="0">
                <a:pos x="connsiteX8427" y="connsiteY8427"/>
              </a:cxn>
              <a:cxn ang="0">
                <a:pos x="connsiteX8428" y="connsiteY8428"/>
              </a:cxn>
              <a:cxn ang="0">
                <a:pos x="connsiteX8429" y="connsiteY8429"/>
              </a:cxn>
              <a:cxn ang="0">
                <a:pos x="connsiteX8430" y="connsiteY8430"/>
              </a:cxn>
              <a:cxn ang="0">
                <a:pos x="connsiteX8431" y="connsiteY8431"/>
              </a:cxn>
              <a:cxn ang="0">
                <a:pos x="connsiteX8432" y="connsiteY8432"/>
              </a:cxn>
              <a:cxn ang="0">
                <a:pos x="connsiteX8433" y="connsiteY8433"/>
              </a:cxn>
              <a:cxn ang="0">
                <a:pos x="connsiteX8434" y="connsiteY8434"/>
              </a:cxn>
              <a:cxn ang="0">
                <a:pos x="connsiteX8435" y="connsiteY8435"/>
              </a:cxn>
              <a:cxn ang="0">
                <a:pos x="connsiteX8436" y="connsiteY8436"/>
              </a:cxn>
              <a:cxn ang="0">
                <a:pos x="connsiteX8437" y="connsiteY8437"/>
              </a:cxn>
              <a:cxn ang="0">
                <a:pos x="connsiteX8438" y="connsiteY8438"/>
              </a:cxn>
              <a:cxn ang="0">
                <a:pos x="connsiteX8439" y="connsiteY8439"/>
              </a:cxn>
              <a:cxn ang="0">
                <a:pos x="connsiteX8440" y="connsiteY8440"/>
              </a:cxn>
              <a:cxn ang="0">
                <a:pos x="connsiteX8441" y="connsiteY8441"/>
              </a:cxn>
              <a:cxn ang="0">
                <a:pos x="connsiteX8442" y="connsiteY8442"/>
              </a:cxn>
              <a:cxn ang="0">
                <a:pos x="connsiteX8443" y="connsiteY8443"/>
              </a:cxn>
              <a:cxn ang="0">
                <a:pos x="connsiteX8444" y="connsiteY8444"/>
              </a:cxn>
              <a:cxn ang="0">
                <a:pos x="connsiteX8445" y="connsiteY8445"/>
              </a:cxn>
              <a:cxn ang="0">
                <a:pos x="connsiteX8446" y="connsiteY8446"/>
              </a:cxn>
              <a:cxn ang="0">
                <a:pos x="connsiteX8447" y="connsiteY8447"/>
              </a:cxn>
              <a:cxn ang="0">
                <a:pos x="connsiteX8448" y="connsiteY8448"/>
              </a:cxn>
              <a:cxn ang="0">
                <a:pos x="connsiteX8449" y="connsiteY8449"/>
              </a:cxn>
              <a:cxn ang="0">
                <a:pos x="connsiteX8450" y="connsiteY8450"/>
              </a:cxn>
              <a:cxn ang="0">
                <a:pos x="connsiteX8451" y="connsiteY8451"/>
              </a:cxn>
              <a:cxn ang="0">
                <a:pos x="connsiteX8452" y="connsiteY8452"/>
              </a:cxn>
              <a:cxn ang="0">
                <a:pos x="connsiteX8453" y="connsiteY8453"/>
              </a:cxn>
              <a:cxn ang="0">
                <a:pos x="connsiteX8454" y="connsiteY8454"/>
              </a:cxn>
              <a:cxn ang="0">
                <a:pos x="connsiteX8455" y="connsiteY8455"/>
              </a:cxn>
              <a:cxn ang="0">
                <a:pos x="connsiteX8456" y="connsiteY8456"/>
              </a:cxn>
              <a:cxn ang="0">
                <a:pos x="connsiteX8457" y="connsiteY8457"/>
              </a:cxn>
              <a:cxn ang="0">
                <a:pos x="connsiteX8458" y="connsiteY8458"/>
              </a:cxn>
              <a:cxn ang="0">
                <a:pos x="connsiteX8459" y="connsiteY8459"/>
              </a:cxn>
              <a:cxn ang="0">
                <a:pos x="connsiteX8460" y="connsiteY8460"/>
              </a:cxn>
              <a:cxn ang="0">
                <a:pos x="connsiteX8461" y="connsiteY8461"/>
              </a:cxn>
              <a:cxn ang="0">
                <a:pos x="connsiteX8462" y="connsiteY8462"/>
              </a:cxn>
              <a:cxn ang="0">
                <a:pos x="connsiteX8463" y="connsiteY8463"/>
              </a:cxn>
              <a:cxn ang="0">
                <a:pos x="connsiteX8464" y="connsiteY8464"/>
              </a:cxn>
              <a:cxn ang="0">
                <a:pos x="connsiteX8465" y="connsiteY8465"/>
              </a:cxn>
              <a:cxn ang="0">
                <a:pos x="connsiteX8466" y="connsiteY8466"/>
              </a:cxn>
              <a:cxn ang="0">
                <a:pos x="connsiteX8467" y="connsiteY8467"/>
              </a:cxn>
              <a:cxn ang="0">
                <a:pos x="connsiteX8468" y="connsiteY8468"/>
              </a:cxn>
              <a:cxn ang="0">
                <a:pos x="connsiteX8469" y="connsiteY8469"/>
              </a:cxn>
              <a:cxn ang="0">
                <a:pos x="connsiteX8470" y="connsiteY8470"/>
              </a:cxn>
              <a:cxn ang="0">
                <a:pos x="connsiteX8471" y="connsiteY8471"/>
              </a:cxn>
              <a:cxn ang="0">
                <a:pos x="connsiteX8472" y="connsiteY8472"/>
              </a:cxn>
              <a:cxn ang="0">
                <a:pos x="connsiteX8473" y="connsiteY8473"/>
              </a:cxn>
              <a:cxn ang="0">
                <a:pos x="connsiteX8474" y="connsiteY8474"/>
              </a:cxn>
              <a:cxn ang="0">
                <a:pos x="connsiteX8475" y="connsiteY8475"/>
              </a:cxn>
              <a:cxn ang="0">
                <a:pos x="connsiteX8476" y="connsiteY8476"/>
              </a:cxn>
              <a:cxn ang="0">
                <a:pos x="connsiteX8477" y="connsiteY8477"/>
              </a:cxn>
              <a:cxn ang="0">
                <a:pos x="connsiteX8478" y="connsiteY8478"/>
              </a:cxn>
              <a:cxn ang="0">
                <a:pos x="connsiteX8479" y="connsiteY8479"/>
              </a:cxn>
              <a:cxn ang="0">
                <a:pos x="connsiteX8480" y="connsiteY8480"/>
              </a:cxn>
              <a:cxn ang="0">
                <a:pos x="connsiteX8481" y="connsiteY8481"/>
              </a:cxn>
              <a:cxn ang="0">
                <a:pos x="connsiteX8482" y="connsiteY8482"/>
              </a:cxn>
              <a:cxn ang="0">
                <a:pos x="connsiteX8483" y="connsiteY8483"/>
              </a:cxn>
              <a:cxn ang="0">
                <a:pos x="connsiteX8484" y="connsiteY8484"/>
              </a:cxn>
              <a:cxn ang="0">
                <a:pos x="connsiteX8485" y="connsiteY8485"/>
              </a:cxn>
              <a:cxn ang="0">
                <a:pos x="connsiteX8486" y="connsiteY8486"/>
              </a:cxn>
              <a:cxn ang="0">
                <a:pos x="connsiteX8487" y="connsiteY8487"/>
              </a:cxn>
              <a:cxn ang="0">
                <a:pos x="connsiteX8488" y="connsiteY8488"/>
              </a:cxn>
              <a:cxn ang="0">
                <a:pos x="connsiteX8489" y="connsiteY8489"/>
              </a:cxn>
              <a:cxn ang="0">
                <a:pos x="connsiteX8490" y="connsiteY8490"/>
              </a:cxn>
              <a:cxn ang="0">
                <a:pos x="connsiteX8491" y="connsiteY8491"/>
              </a:cxn>
              <a:cxn ang="0">
                <a:pos x="connsiteX8492" y="connsiteY8492"/>
              </a:cxn>
              <a:cxn ang="0">
                <a:pos x="connsiteX8493" y="connsiteY8493"/>
              </a:cxn>
              <a:cxn ang="0">
                <a:pos x="connsiteX8494" y="connsiteY8494"/>
              </a:cxn>
              <a:cxn ang="0">
                <a:pos x="connsiteX8495" y="connsiteY8495"/>
              </a:cxn>
              <a:cxn ang="0">
                <a:pos x="connsiteX8496" y="connsiteY8496"/>
              </a:cxn>
              <a:cxn ang="0">
                <a:pos x="connsiteX8497" y="connsiteY8497"/>
              </a:cxn>
              <a:cxn ang="0">
                <a:pos x="connsiteX8498" y="connsiteY8498"/>
              </a:cxn>
              <a:cxn ang="0">
                <a:pos x="connsiteX8499" y="connsiteY8499"/>
              </a:cxn>
              <a:cxn ang="0">
                <a:pos x="connsiteX8500" y="connsiteY8500"/>
              </a:cxn>
              <a:cxn ang="0">
                <a:pos x="connsiteX8501" y="connsiteY8501"/>
              </a:cxn>
              <a:cxn ang="0">
                <a:pos x="connsiteX8502" y="connsiteY8502"/>
              </a:cxn>
              <a:cxn ang="0">
                <a:pos x="connsiteX8503" y="connsiteY8503"/>
              </a:cxn>
              <a:cxn ang="0">
                <a:pos x="connsiteX8504" y="connsiteY8504"/>
              </a:cxn>
              <a:cxn ang="0">
                <a:pos x="connsiteX8505" y="connsiteY8505"/>
              </a:cxn>
              <a:cxn ang="0">
                <a:pos x="connsiteX8506" y="connsiteY8506"/>
              </a:cxn>
              <a:cxn ang="0">
                <a:pos x="connsiteX8507" y="connsiteY8507"/>
              </a:cxn>
              <a:cxn ang="0">
                <a:pos x="connsiteX8508" y="connsiteY8508"/>
              </a:cxn>
              <a:cxn ang="0">
                <a:pos x="connsiteX8509" y="connsiteY8509"/>
              </a:cxn>
              <a:cxn ang="0">
                <a:pos x="connsiteX8510" y="connsiteY8510"/>
              </a:cxn>
              <a:cxn ang="0">
                <a:pos x="connsiteX8511" y="connsiteY8511"/>
              </a:cxn>
              <a:cxn ang="0">
                <a:pos x="connsiteX8512" y="connsiteY8512"/>
              </a:cxn>
              <a:cxn ang="0">
                <a:pos x="connsiteX8513" y="connsiteY8513"/>
              </a:cxn>
              <a:cxn ang="0">
                <a:pos x="connsiteX8514" y="connsiteY8514"/>
              </a:cxn>
              <a:cxn ang="0">
                <a:pos x="connsiteX8515" y="connsiteY8515"/>
              </a:cxn>
              <a:cxn ang="0">
                <a:pos x="connsiteX8516" y="connsiteY8516"/>
              </a:cxn>
              <a:cxn ang="0">
                <a:pos x="connsiteX8517" y="connsiteY8517"/>
              </a:cxn>
              <a:cxn ang="0">
                <a:pos x="connsiteX8518" y="connsiteY8518"/>
              </a:cxn>
              <a:cxn ang="0">
                <a:pos x="connsiteX8519" y="connsiteY8519"/>
              </a:cxn>
              <a:cxn ang="0">
                <a:pos x="connsiteX8520" y="connsiteY8520"/>
              </a:cxn>
              <a:cxn ang="0">
                <a:pos x="connsiteX8521" y="connsiteY8521"/>
              </a:cxn>
              <a:cxn ang="0">
                <a:pos x="connsiteX8522" y="connsiteY8522"/>
              </a:cxn>
              <a:cxn ang="0">
                <a:pos x="connsiteX8523" y="connsiteY8523"/>
              </a:cxn>
              <a:cxn ang="0">
                <a:pos x="connsiteX8524" y="connsiteY8524"/>
              </a:cxn>
              <a:cxn ang="0">
                <a:pos x="connsiteX8525" y="connsiteY8525"/>
              </a:cxn>
              <a:cxn ang="0">
                <a:pos x="connsiteX8526" y="connsiteY8526"/>
              </a:cxn>
              <a:cxn ang="0">
                <a:pos x="connsiteX8527" y="connsiteY8527"/>
              </a:cxn>
              <a:cxn ang="0">
                <a:pos x="connsiteX8528" y="connsiteY8528"/>
              </a:cxn>
              <a:cxn ang="0">
                <a:pos x="connsiteX8529" y="connsiteY8529"/>
              </a:cxn>
              <a:cxn ang="0">
                <a:pos x="connsiteX8530" y="connsiteY8530"/>
              </a:cxn>
              <a:cxn ang="0">
                <a:pos x="connsiteX8531" y="connsiteY8531"/>
              </a:cxn>
              <a:cxn ang="0">
                <a:pos x="connsiteX8532" y="connsiteY8532"/>
              </a:cxn>
              <a:cxn ang="0">
                <a:pos x="connsiteX8533" y="connsiteY8533"/>
              </a:cxn>
              <a:cxn ang="0">
                <a:pos x="connsiteX8534" y="connsiteY8534"/>
              </a:cxn>
              <a:cxn ang="0">
                <a:pos x="connsiteX8535" y="connsiteY8535"/>
              </a:cxn>
              <a:cxn ang="0">
                <a:pos x="connsiteX8536" y="connsiteY8536"/>
              </a:cxn>
              <a:cxn ang="0">
                <a:pos x="connsiteX8537" y="connsiteY8537"/>
              </a:cxn>
              <a:cxn ang="0">
                <a:pos x="connsiteX8538" y="connsiteY8538"/>
              </a:cxn>
              <a:cxn ang="0">
                <a:pos x="connsiteX8539" y="connsiteY8539"/>
              </a:cxn>
              <a:cxn ang="0">
                <a:pos x="connsiteX8540" y="connsiteY8540"/>
              </a:cxn>
              <a:cxn ang="0">
                <a:pos x="connsiteX8541" y="connsiteY8541"/>
              </a:cxn>
              <a:cxn ang="0">
                <a:pos x="connsiteX8542" y="connsiteY8542"/>
              </a:cxn>
              <a:cxn ang="0">
                <a:pos x="connsiteX8543" y="connsiteY8543"/>
              </a:cxn>
              <a:cxn ang="0">
                <a:pos x="connsiteX8544" y="connsiteY8544"/>
              </a:cxn>
              <a:cxn ang="0">
                <a:pos x="connsiteX8545" y="connsiteY8545"/>
              </a:cxn>
              <a:cxn ang="0">
                <a:pos x="connsiteX8546" y="connsiteY8546"/>
              </a:cxn>
              <a:cxn ang="0">
                <a:pos x="connsiteX8547" y="connsiteY8547"/>
              </a:cxn>
              <a:cxn ang="0">
                <a:pos x="connsiteX8548" y="connsiteY8548"/>
              </a:cxn>
              <a:cxn ang="0">
                <a:pos x="connsiteX8549" y="connsiteY8549"/>
              </a:cxn>
              <a:cxn ang="0">
                <a:pos x="connsiteX8550" y="connsiteY8550"/>
              </a:cxn>
              <a:cxn ang="0">
                <a:pos x="connsiteX8551" y="connsiteY8551"/>
              </a:cxn>
              <a:cxn ang="0">
                <a:pos x="connsiteX8552" y="connsiteY8552"/>
              </a:cxn>
              <a:cxn ang="0">
                <a:pos x="connsiteX8553" y="connsiteY8553"/>
              </a:cxn>
              <a:cxn ang="0">
                <a:pos x="connsiteX8554" y="connsiteY8554"/>
              </a:cxn>
              <a:cxn ang="0">
                <a:pos x="connsiteX8555" y="connsiteY8555"/>
              </a:cxn>
              <a:cxn ang="0">
                <a:pos x="connsiteX8556" y="connsiteY8556"/>
              </a:cxn>
              <a:cxn ang="0">
                <a:pos x="connsiteX8557" y="connsiteY8557"/>
              </a:cxn>
              <a:cxn ang="0">
                <a:pos x="connsiteX8558" y="connsiteY8558"/>
              </a:cxn>
              <a:cxn ang="0">
                <a:pos x="connsiteX8559" y="connsiteY8559"/>
              </a:cxn>
              <a:cxn ang="0">
                <a:pos x="connsiteX8560" y="connsiteY8560"/>
              </a:cxn>
              <a:cxn ang="0">
                <a:pos x="connsiteX8561" y="connsiteY8561"/>
              </a:cxn>
              <a:cxn ang="0">
                <a:pos x="connsiteX8562" y="connsiteY8562"/>
              </a:cxn>
              <a:cxn ang="0">
                <a:pos x="connsiteX8563" y="connsiteY8563"/>
              </a:cxn>
              <a:cxn ang="0">
                <a:pos x="connsiteX8564" y="connsiteY8564"/>
              </a:cxn>
              <a:cxn ang="0">
                <a:pos x="connsiteX8565" y="connsiteY8565"/>
              </a:cxn>
              <a:cxn ang="0">
                <a:pos x="connsiteX8566" y="connsiteY8566"/>
              </a:cxn>
              <a:cxn ang="0">
                <a:pos x="connsiteX8567" y="connsiteY8567"/>
              </a:cxn>
              <a:cxn ang="0">
                <a:pos x="connsiteX8568" y="connsiteY8568"/>
              </a:cxn>
              <a:cxn ang="0">
                <a:pos x="connsiteX8569" y="connsiteY8569"/>
              </a:cxn>
              <a:cxn ang="0">
                <a:pos x="connsiteX8570" y="connsiteY8570"/>
              </a:cxn>
              <a:cxn ang="0">
                <a:pos x="connsiteX8571" y="connsiteY8571"/>
              </a:cxn>
              <a:cxn ang="0">
                <a:pos x="connsiteX8572" y="connsiteY8572"/>
              </a:cxn>
              <a:cxn ang="0">
                <a:pos x="connsiteX8573" y="connsiteY8573"/>
              </a:cxn>
              <a:cxn ang="0">
                <a:pos x="connsiteX8574" y="connsiteY8574"/>
              </a:cxn>
              <a:cxn ang="0">
                <a:pos x="connsiteX8575" y="connsiteY8575"/>
              </a:cxn>
              <a:cxn ang="0">
                <a:pos x="connsiteX8576" y="connsiteY8576"/>
              </a:cxn>
              <a:cxn ang="0">
                <a:pos x="connsiteX8577" y="connsiteY8577"/>
              </a:cxn>
              <a:cxn ang="0">
                <a:pos x="connsiteX8578" y="connsiteY8578"/>
              </a:cxn>
              <a:cxn ang="0">
                <a:pos x="connsiteX8579" y="connsiteY8579"/>
              </a:cxn>
              <a:cxn ang="0">
                <a:pos x="connsiteX8580" y="connsiteY8580"/>
              </a:cxn>
              <a:cxn ang="0">
                <a:pos x="connsiteX8581" y="connsiteY8581"/>
              </a:cxn>
              <a:cxn ang="0">
                <a:pos x="connsiteX8582" y="connsiteY8582"/>
              </a:cxn>
              <a:cxn ang="0">
                <a:pos x="connsiteX8583" y="connsiteY8583"/>
              </a:cxn>
              <a:cxn ang="0">
                <a:pos x="connsiteX8584" y="connsiteY8584"/>
              </a:cxn>
              <a:cxn ang="0">
                <a:pos x="connsiteX8585" y="connsiteY8585"/>
              </a:cxn>
              <a:cxn ang="0">
                <a:pos x="connsiteX8586" y="connsiteY8586"/>
              </a:cxn>
              <a:cxn ang="0">
                <a:pos x="connsiteX8587" y="connsiteY8587"/>
              </a:cxn>
              <a:cxn ang="0">
                <a:pos x="connsiteX8588" y="connsiteY8588"/>
              </a:cxn>
              <a:cxn ang="0">
                <a:pos x="connsiteX8589" y="connsiteY8589"/>
              </a:cxn>
              <a:cxn ang="0">
                <a:pos x="connsiteX8590" y="connsiteY8590"/>
              </a:cxn>
              <a:cxn ang="0">
                <a:pos x="connsiteX8591" y="connsiteY8591"/>
              </a:cxn>
              <a:cxn ang="0">
                <a:pos x="connsiteX8592" y="connsiteY8592"/>
              </a:cxn>
              <a:cxn ang="0">
                <a:pos x="connsiteX8593" y="connsiteY8593"/>
              </a:cxn>
              <a:cxn ang="0">
                <a:pos x="connsiteX8594" y="connsiteY8594"/>
              </a:cxn>
              <a:cxn ang="0">
                <a:pos x="connsiteX8595" y="connsiteY8595"/>
              </a:cxn>
              <a:cxn ang="0">
                <a:pos x="connsiteX8596" y="connsiteY8596"/>
              </a:cxn>
              <a:cxn ang="0">
                <a:pos x="connsiteX8597" y="connsiteY8597"/>
              </a:cxn>
              <a:cxn ang="0">
                <a:pos x="connsiteX8598" y="connsiteY8598"/>
              </a:cxn>
              <a:cxn ang="0">
                <a:pos x="connsiteX8599" y="connsiteY8599"/>
              </a:cxn>
              <a:cxn ang="0">
                <a:pos x="connsiteX8600" y="connsiteY8600"/>
              </a:cxn>
              <a:cxn ang="0">
                <a:pos x="connsiteX8601" y="connsiteY8601"/>
              </a:cxn>
              <a:cxn ang="0">
                <a:pos x="connsiteX8602" y="connsiteY8602"/>
              </a:cxn>
              <a:cxn ang="0">
                <a:pos x="connsiteX8603" y="connsiteY8603"/>
              </a:cxn>
              <a:cxn ang="0">
                <a:pos x="connsiteX8604" y="connsiteY8604"/>
              </a:cxn>
              <a:cxn ang="0">
                <a:pos x="connsiteX8605" y="connsiteY8605"/>
              </a:cxn>
              <a:cxn ang="0">
                <a:pos x="connsiteX8606" y="connsiteY8606"/>
              </a:cxn>
              <a:cxn ang="0">
                <a:pos x="connsiteX8607" y="connsiteY8607"/>
              </a:cxn>
              <a:cxn ang="0">
                <a:pos x="connsiteX8608" y="connsiteY8608"/>
              </a:cxn>
              <a:cxn ang="0">
                <a:pos x="connsiteX8609" y="connsiteY8609"/>
              </a:cxn>
              <a:cxn ang="0">
                <a:pos x="connsiteX8610" y="connsiteY8610"/>
              </a:cxn>
              <a:cxn ang="0">
                <a:pos x="connsiteX8611" y="connsiteY8611"/>
              </a:cxn>
              <a:cxn ang="0">
                <a:pos x="connsiteX8612" y="connsiteY8612"/>
              </a:cxn>
              <a:cxn ang="0">
                <a:pos x="connsiteX8613" y="connsiteY8613"/>
              </a:cxn>
              <a:cxn ang="0">
                <a:pos x="connsiteX8614" y="connsiteY8614"/>
              </a:cxn>
              <a:cxn ang="0">
                <a:pos x="connsiteX8615" y="connsiteY8615"/>
              </a:cxn>
              <a:cxn ang="0">
                <a:pos x="connsiteX8616" y="connsiteY8616"/>
              </a:cxn>
              <a:cxn ang="0">
                <a:pos x="connsiteX8617" y="connsiteY8617"/>
              </a:cxn>
              <a:cxn ang="0">
                <a:pos x="connsiteX8618" y="connsiteY8618"/>
              </a:cxn>
              <a:cxn ang="0">
                <a:pos x="connsiteX8619" y="connsiteY8619"/>
              </a:cxn>
              <a:cxn ang="0">
                <a:pos x="connsiteX8620" y="connsiteY8620"/>
              </a:cxn>
              <a:cxn ang="0">
                <a:pos x="connsiteX8621" y="connsiteY8621"/>
              </a:cxn>
              <a:cxn ang="0">
                <a:pos x="connsiteX8622" y="connsiteY8622"/>
              </a:cxn>
              <a:cxn ang="0">
                <a:pos x="connsiteX8623" y="connsiteY8623"/>
              </a:cxn>
              <a:cxn ang="0">
                <a:pos x="connsiteX8624" y="connsiteY8624"/>
              </a:cxn>
              <a:cxn ang="0">
                <a:pos x="connsiteX8625" y="connsiteY8625"/>
              </a:cxn>
              <a:cxn ang="0">
                <a:pos x="connsiteX8626" y="connsiteY8626"/>
              </a:cxn>
              <a:cxn ang="0">
                <a:pos x="connsiteX8627" y="connsiteY8627"/>
              </a:cxn>
              <a:cxn ang="0">
                <a:pos x="connsiteX8628" y="connsiteY8628"/>
              </a:cxn>
              <a:cxn ang="0">
                <a:pos x="connsiteX8629" y="connsiteY8629"/>
              </a:cxn>
              <a:cxn ang="0">
                <a:pos x="connsiteX8630" y="connsiteY8630"/>
              </a:cxn>
              <a:cxn ang="0">
                <a:pos x="connsiteX8631" y="connsiteY8631"/>
              </a:cxn>
              <a:cxn ang="0">
                <a:pos x="connsiteX8632" y="connsiteY8632"/>
              </a:cxn>
              <a:cxn ang="0">
                <a:pos x="connsiteX8633" y="connsiteY8633"/>
              </a:cxn>
              <a:cxn ang="0">
                <a:pos x="connsiteX8634" y="connsiteY8634"/>
              </a:cxn>
              <a:cxn ang="0">
                <a:pos x="connsiteX8635" y="connsiteY8635"/>
              </a:cxn>
              <a:cxn ang="0">
                <a:pos x="connsiteX8636" y="connsiteY8636"/>
              </a:cxn>
              <a:cxn ang="0">
                <a:pos x="connsiteX8637" y="connsiteY8637"/>
              </a:cxn>
              <a:cxn ang="0">
                <a:pos x="connsiteX8638" y="connsiteY8638"/>
              </a:cxn>
              <a:cxn ang="0">
                <a:pos x="connsiteX8639" y="connsiteY8639"/>
              </a:cxn>
              <a:cxn ang="0">
                <a:pos x="connsiteX8640" y="connsiteY8640"/>
              </a:cxn>
              <a:cxn ang="0">
                <a:pos x="connsiteX8641" y="connsiteY8641"/>
              </a:cxn>
              <a:cxn ang="0">
                <a:pos x="connsiteX8642" y="connsiteY8642"/>
              </a:cxn>
              <a:cxn ang="0">
                <a:pos x="connsiteX8643" y="connsiteY8643"/>
              </a:cxn>
              <a:cxn ang="0">
                <a:pos x="connsiteX8644" y="connsiteY8644"/>
              </a:cxn>
              <a:cxn ang="0">
                <a:pos x="connsiteX8645" y="connsiteY8645"/>
              </a:cxn>
              <a:cxn ang="0">
                <a:pos x="connsiteX8646" y="connsiteY8646"/>
              </a:cxn>
              <a:cxn ang="0">
                <a:pos x="connsiteX8647" y="connsiteY8647"/>
              </a:cxn>
              <a:cxn ang="0">
                <a:pos x="connsiteX8648" y="connsiteY8648"/>
              </a:cxn>
              <a:cxn ang="0">
                <a:pos x="connsiteX8649" y="connsiteY8649"/>
              </a:cxn>
              <a:cxn ang="0">
                <a:pos x="connsiteX8650" y="connsiteY8650"/>
              </a:cxn>
              <a:cxn ang="0">
                <a:pos x="connsiteX8651" y="connsiteY8651"/>
              </a:cxn>
              <a:cxn ang="0">
                <a:pos x="connsiteX8652" y="connsiteY8652"/>
              </a:cxn>
              <a:cxn ang="0">
                <a:pos x="connsiteX8653" y="connsiteY8653"/>
              </a:cxn>
              <a:cxn ang="0">
                <a:pos x="connsiteX8654" y="connsiteY8654"/>
              </a:cxn>
              <a:cxn ang="0">
                <a:pos x="connsiteX8655" y="connsiteY8655"/>
              </a:cxn>
              <a:cxn ang="0">
                <a:pos x="connsiteX8656" y="connsiteY8656"/>
              </a:cxn>
              <a:cxn ang="0">
                <a:pos x="connsiteX8657" y="connsiteY8657"/>
              </a:cxn>
              <a:cxn ang="0">
                <a:pos x="connsiteX8658" y="connsiteY8658"/>
              </a:cxn>
              <a:cxn ang="0">
                <a:pos x="connsiteX8659" y="connsiteY8659"/>
              </a:cxn>
              <a:cxn ang="0">
                <a:pos x="connsiteX8660" y="connsiteY8660"/>
              </a:cxn>
              <a:cxn ang="0">
                <a:pos x="connsiteX8661" y="connsiteY8661"/>
              </a:cxn>
              <a:cxn ang="0">
                <a:pos x="connsiteX8662" y="connsiteY8662"/>
              </a:cxn>
              <a:cxn ang="0">
                <a:pos x="connsiteX8663" y="connsiteY8663"/>
              </a:cxn>
              <a:cxn ang="0">
                <a:pos x="connsiteX8664" y="connsiteY8664"/>
              </a:cxn>
              <a:cxn ang="0">
                <a:pos x="connsiteX8665" y="connsiteY8665"/>
              </a:cxn>
              <a:cxn ang="0">
                <a:pos x="connsiteX8666" y="connsiteY8666"/>
              </a:cxn>
              <a:cxn ang="0">
                <a:pos x="connsiteX8667" y="connsiteY8667"/>
              </a:cxn>
              <a:cxn ang="0">
                <a:pos x="connsiteX8668" y="connsiteY8668"/>
              </a:cxn>
              <a:cxn ang="0">
                <a:pos x="connsiteX8669" y="connsiteY8669"/>
              </a:cxn>
              <a:cxn ang="0">
                <a:pos x="connsiteX8670" y="connsiteY8670"/>
              </a:cxn>
              <a:cxn ang="0">
                <a:pos x="connsiteX8671" y="connsiteY8671"/>
              </a:cxn>
              <a:cxn ang="0">
                <a:pos x="connsiteX8672" y="connsiteY8672"/>
              </a:cxn>
              <a:cxn ang="0">
                <a:pos x="connsiteX8673" y="connsiteY8673"/>
              </a:cxn>
              <a:cxn ang="0">
                <a:pos x="connsiteX8674" y="connsiteY8674"/>
              </a:cxn>
              <a:cxn ang="0">
                <a:pos x="connsiteX8675" y="connsiteY8675"/>
              </a:cxn>
              <a:cxn ang="0">
                <a:pos x="connsiteX8676" y="connsiteY8676"/>
              </a:cxn>
              <a:cxn ang="0">
                <a:pos x="connsiteX8677" y="connsiteY8677"/>
              </a:cxn>
              <a:cxn ang="0">
                <a:pos x="connsiteX8678" y="connsiteY8678"/>
              </a:cxn>
              <a:cxn ang="0">
                <a:pos x="connsiteX8679" y="connsiteY8679"/>
              </a:cxn>
              <a:cxn ang="0">
                <a:pos x="connsiteX8680" y="connsiteY8680"/>
              </a:cxn>
              <a:cxn ang="0">
                <a:pos x="connsiteX8681" y="connsiteY8681"/>
              </a:cxn>
              <a:cxn ang="0">
                <a:pos x="connsiteX8682" y="connsiteY8682"/>
              </a:cxn>
              <a:cxn ang="0">
                <a:pos x="connsiteX8683" y="connsiteY8683"/>
              </a:cxn>
              <a:cxn ang="0">
                <a:pos x="connsiteX8684" y="connsiteY8684"/>
              </a:cxn>
              <a:cxn ang="0">
                <a:pos x="connsiteX8685" y="connsiteY8685"/>
              </a:cxn>
              <a:cxn ang="0">
                <a:pos x="connsiteX8686" y="connsiteY8686"/>
              </a:cxn>
              <a:cxn ang="0">
                <a:pos x="connsiteX8687" y="connsiteY8687"/>
              </a:cxn>
              <a:cxn ang="0">
                <a:pos x="connsiteX8688" y="connsiteY8688"/>
              </a:cxn>
              <a:cxn ang="0">
                <a:pos x="connsiteX8689" y="connsiteY8689"/>
              </a:cxn>
              <a:cxn ang="0">
                <a:pos x="connsiteX8690" y="connsiteY8690"/>
              </a:cxn>
              <a:cxn ang="0">
                <a:pos x="connsiteX8691" y="connsiteY8691"/>
              </a:cxn>
              <a:cxn ang="0">
                <a:pos x="connsiteX8692" y="connsiteY8692"/>
              </a:cxn>
              <a:cxn ang="0">
                <a:pos x="connsiteX8693" y="connsiteY8693"/>
              </a:cxn>
              <a:cxn ang="0">
                <a:pos x="connsiteX8694" y="connsiteY8694"/>
              </a:cxn>
              <a:cxn ang="0">
                <a:pos x="connsiteX8695" y="connsiteY8695"/>
              </a:cxn>
              <a:cxn ang="0">
                <a:pos x="connsiteX8696" y="connsiteY8696"/>
              </a:cxn>
              <a:cxn ang="0">
                <a:pos x="connsiteX8697" y="connsiteY8697"/>
              </a:cxn>
              <a:cxn ang="0">
                <a:pos x="connsiteX8698" y="connsiteY8698"/>
              </a:cxn>
              <a:cxn ang="0">
                <a:pos x="connsiteX8699" y="connsiteY8699"/>
              </a:cxn>
              <a:cxn ang="0">
                <a:pos x="connsiteX8700" y="connsiteY8700"/>
              </a:cxn>
              <a:cxn ang="0">
                <a:pos x="connsiteX8701" y="connsiteY8701"/>
              </a:cxn>
              <a:cxn ang="0">
                <a:pos x="connsiteX8702" y="connsiteY8702"/>
              </a:cxn>
              <a:cxn ang="0">
                <a:pos x="connsiteX8703" y="connsiteY8703"/>
              </a:cxn>
              <a:cxn ang="0">
                <a:pos x="connsiteX8704" y="connsiteY8704"/>
              </a:cxn>
              <a:cxn ang="0">
                <a:pos x="connsiteX8705" y="connsiteY8705"/>
              </a:cxn>
              <a:cxn ang="0">
                <a:pos x="connsiteX8706" y="connsiteY8706"/>
              </a:cxn>
              <a:cxn ang="0">
                <a:pos x="connsiteX8707" y="connsiteY8707"/>
              </a:cxn>
              <a:cxn ang="0">
                <a:pos x="connsiteX8708" y="connsiteY8708"/>
              </a:cxn>
              <a:cxn ang="0">
                <a:pos x="connsiteX8709" y="connsiteY8709"/>
              </a:cxn>
              <a:cxn ang="0">
                <a:pos x="connsiteX8710" y="connsiteY8710"/>
              </a:cxn>
              <a:cxn ang="0">
                <a:pos x="connsiteX8711" y="connsiteY8711"/>
              </a:cxn>
              <a:cxn ang="0">
                <a:pos x="connsiteX8712" y="connsiteY8712"/>
              </a:cxn>
              <a:cxn ang="0">
                <a:pos x="connsiteX8713" y="connsiteY8713"/>
              </a:cxn>
              <a:cxn ang="0">
                <a:pos x="connsiteX8714" y="connsiteY8714"/>
              </a:cxn>
              <a:cxn ang="0">
                <a:pos x="connsiteX8715" y="connsiteY8715"/>
              </a:cxn>
              <a:cxn ang="0">
                <a:pos x="connsiteX8716" y="connsiteY8716"/>
              </a:cxn>
              <a:cxn ang="0">
                <a:pos x="connsiteX8717" y="connsiteY8717"/>
              </a:cxn>
              <a:cxn ang="0">
                <a:pos x="connsiteX8718" y="connsiteY8718"/>
              </a:cxn>
              <a:cxn ang="0">
                <a:pos x="connsiteX8719" y="connsiteY8719"/>
              </a:cxn>
              <a:cxn ang="0">
                <a:pos x="connsiteX8720" y="connsiteY8720"/>
              </a:cxn>
              <a:cxn ang="0">
                <a:pos x="connsiteX8721" y="connsiteY8721"/>
              </a:cxn>
              <a:cxn ang="0">
                <a:pos x="connsiteX8722" y="connsiteY8722"/>
              </a:cxn>
              <a:cxn ang="0">
                <a:pos x="connsiteX8723" y="connsiteY8723"/>
              </a:cxn>
              <a:cxn ang="0">
                <a:pos x="connsiteX8724" y="connsiteY8724"/>
              </a:cxn>
              <a:cxn ang="0">
                <a:pos x="connsiteX8725" y="connsiteY8725"/>
              </a:cxn>
              <a:cxn ang="0">
                <a:pos x="connsiteX8726" y="connsiteY8726"/>
              </a:cxn>
              <a:cxn ang="0">
                <a:pos x="connsiteX8727" y="connsiteY8727"/>
              </a:cxn>
              <a:cxn ang="0">
                <a:pos x="connsiteX8728" y="connsiteY8728"/>
              </a:cxn>
              <a:cxn ang="0">
                <a:pos x="connsiteX8729" y="connsiteY8729"/>
              </a:cxn>
              <a:cxn ang="0">
                <a:pos x="connsiteX8730" y="connsiteY8730"/>
              </a:cxn>
              <a:cxn ang="0">
                <a:pos x="connsiteX8731" y="connsiteY8731"/>
              </a:cxn>
              <a:cxn ang="0">
                <a:pos x="connsiteX8732" y="connsiteY8732"/>
              </a:cxn>
              <a:cxn ang="0">
                <a:pos x="connsiteX8733" y="connsiteY8733"/>
              </a:cxn>
              <a:cxn ang="0">
                <a:pos x="connsiteX8734" y="connsiteY8734"/>
              </a:cxn>
              <a:cxn ang="0">
                <a:pos x="connsiteX8735" y="connsiteY8735"/>
              </a:cxn>
              <a:cxn ang="0">
                <a:pos x="connsiteX8736" y="connsiteY8736"/>
              </a:cxn>
              <a:cxn ang="0">
                <a:pos x="connsiteX8737" y="connsiteY8737"/>
              </a:cxn>
              <a:cxn ang="0">
                <a:pos x="connsiteX8738" y="connsiteY8738"/>
              </a:cxn>
              <a:cxn ang="0">
                <a:pos x="connsiteX8739" y="connsiteY8739"/>
              </a:cxn>
              <a:cxn ang="0">
                <a:pos x="connsiteX8740" y="connsiteY8740"/>
              </a:cxn>
              <a:cxn ang="0">
                <a:pos x="connsiteX8741" y="connsiteY8741"/>
              </a:cxn>
              <a:cxn ang="0">
                <a:pos x="connsiteX8742" y="connsiteY8742"/>
              </a:cxn>
              <a:cxn ang="0">
                <a:pos x="connsiteX8743" y="connsiteY8743"/>
              </a:cxn>
              <a:cxn ang="0">
                <a:pos x="connsiteX8744" y="connsiteY8744"/>
              </a:cxn>
              <a:cxn ang="0">
                <a:pos x="connsiteX8745" y="connsiteY8745"/>
              </a:cxn>
              <a:cxn ang="0">
                <a:pos x="connsiteX8746" y="connsiteY8746"/>
              </a:cxn>
              <a:cxn ang="0">
                <a:pos x="connsiteX8747" y="connsiteY8747"/>
              </a:cxn>
              <a:cxn ang="0">
                <a:pos x="connsiteX8748" y="connsiteY8748"/>
              </a:cxn>
              <a:cxn ang="0">
                <a:pos x="connsiteX8749" y="connsiteY8749"/>
              </a:cxn>
              <a:cxn ang="0">
                <a:pos x="connsiteX8750" y="connsiteY8750"/>
              </a:cxn>
              <a:cxn ang="0">
                <a:pos x="connsiteX8751" y="connsiteY8751"/>
              </a:cxn>
              <a:cxn ang="0">
                <a:pos x="connsiteX8752" y="connsiteY8752"/>
              </a:cxn>
              <a:cxn ang="0">
                <a:pos x="connsiteX8753" y="connsiteY8753"/>
              </a:cxn>
              <a:cxn ang="0">
                <a:pos x="connsiteX8754" y="connsiteY8754"/>
              </a:cxn>
              <a:cxn ang="0">
                <a:pos x="connsiteX8755" y="connsiteY8755"/>
              </a:cxn>
              <a:cxn ang="0">
                <a:pos x="connsiteX8756" y="connsiteY8756"/>
              </a:cxn>
              <a:cxn ang="0">
                <a:pos x="connsiteX8757" y="connsiteY8757"/>
              </a:cxn>
              <a:cxn ang="0">
                <a:pos x="connsiteX8758" y="connsiteY8758"/>
              </a:cxn>
              <a:cxn ang="0">
                <a:pos x="connsiteX8759" y="connsiteY8759"/>
              </a:cxn>
              <a:cxn ang="0">
                <a:pos x="connsiteX8760" y="connsiteY8760"/>
              </a:cxn>
              <a:cxn ang="0">
                <a:pos x="connsiteX8761" y="connsiteY8761"/>
              </a:cxn>
              <a:cxn ang="0">
                <a:pos x="connsiteX8762" y="connsiteY8762"/>
              </a:cxn>
              <a:cxn ang="0">
                <a:pos x="connsiteX8763" y="connsiteY8763"/>
              </a:cxn>
              <a:cxn ang="0">
                <a:pos x="connsiteX8764" y="connsiteY8764"/>
              </a:cxn>
              <a:cxn ang="0">
                <a:pos x="connsiteX8765" y="connsiteY8765"/>
              </a:cxn>
              <a:cxn ang="0">
                <a:pos x="connsiteX8766" y="connsiteY8766"/>
              </a:cxn>
              <a:cxn ang="0">
                <a:pos x="connsiteX8767" y="connsiteY8767"/>
              </a:cxn>
              <a:cxn ang="0">
                <a:pos x="connsiteX8768" y="connsiteY8768"/>
              </a:cxn>
              <a:cxn ang="0">
                <a:pos x="connsiteX8769" y="connsiteY8769"/>
              </a:cxn>
              <a:cxn ang="0">
                <a:pos x="connsiteX8770" y="connsiteY8770"/>
              </a:cxn>
              <a:cxn ang="0">
                <a:pos x="connsiteX8771" y="connsiteY8771"/>
              </a:cxn>
              <a:cxn ang="0">
                <a:pos x="connsiteX8772" y="connsiteY8772"/>
              </a:cxn>
              <a:cxn ang="0">
                <a:pos x="connsiteX8773" y="connsiteY8773"/>
              </a:cxn>
              <a:cxn ang="0">
                <a:pos x="connsiteX8774" y="connsiteY8774"/>
              </a:cxn>
              <a:cxn ang="0">
                <a:pos x="connsiteX8775" y="connsiteY8775"/>
              </a:cxn>
              <a:cxn ang="0">
                <a:pos x="connsiteX8776" y="connsiteY8776"/>
              </a:cxn>
              <a:cxn ang="0">
                <a:pos x="connsiteX8777" y="connsiteY8777"/>
              </a:cxn>
              <a:cxn ang="0">
                <a:pos x="connsiteX8778" y="connsiteY8778"/>
              </a:cxn>
              <a:cxn ang="0">
                <a:pos x="connsiteX8779" y="connsiteY8779"/>
              </a:cxn>
              <a:cxn ang="0">
                <a:pos x="connsiteX8780" y="connsiteY8780"/>
              </a:cxn>
              <a:cxn ang="0">
                <a:pos x="connsiteX8781" y="connsiteY8781"/>
              </a:cxn>
              <a:cxn ang="0">
                <a:pos x="connsiteX8782" y="connsiteY8782"/>
              </a:cxn>
              <a:cxn ang="0">
                <a:pos x="connsiteX8783" y="connsiteY8783"/>
              </a:cxn>
              <a:cxn ang="0">
                <a:pos x="connsiteX8784" y="connsiteY8784"/>
              </a:cxn>
              <a:cxn ang="0">
                <a:pos x="connsiteX8785" y="connsiteY8785"/>
              </a:cxn>
              <a:cxn ang="0">
                <a:pos x="connsiteX8786" y="connsiteY8786"/>
              </a:cxn>
              <a:cxn ang="0">
                <a:pos x="connsiteX8787" y="connsiteY8787"/>
              </a:cxn>
              <a:cxn ang="0">
                <a:pos x="connsiteX8788" y="connsiteY8788"/>
              </a:cxn>
              <a:cxn ang="0">
                <a:pos x="connsiteX8789" y="connsiteY8789"/>
              </a:cxn>
              <a:cxn ang="0">
                <a:pos x="connsiteX8790" y="connsiteY8790"/>
              </a:cxn>
              <a:cxn ang="0">
                <a:pos x="connsiteX8791" y="connsiteY8791"/>
              </a:cxn>
              <a:cxn ang="0">
                <a:pos x="connsiteX8792" y="connsiteY8792"/>
              </a:cxn>
              <a:cxn ang="0">
                <a:pos x="connsiteX8793" y="connsiteY8793"/>
              </a:cxn>
              <a:cxn ang="0">
                <a:pos x="connsiteX8794" y="connsiteY8794"/>
              </a:cxn>
              <a:cxn ang="0">
                <a:pos x="connsiteX8795" y="connsiteY8795"/>
              </a:cxn>
              <a:cxn ang="0">
                <a:pos x="connsiteX8796" y="connsiteY8796"/>
              </a:cxn>
              <a:cxn ang="0">
                <a:pos x="connsiteX8797" y="connsiteY8797"/>
              </a:cxn>
              <a:cxn ang="0">
                <a:pos x="connsiteX8798" y="connsiteY8798"/>
              </a:cxn>
              <a:cxn ang="0">
                <a:pos x="connsiteX8799" y="connsiteY8799"/>
              </a:cxn>
              <a:cxn ang="0">
                <a:pos x="connsiteX8800" y="connsiteY8800"/>
              </a:cxn>
              <a:cxn ang="0">
                <a:pos x="connsiteX8801" y="connsiteY8801"/>
              </a:cxn>
              <a:cxn ang="0">
                <a:pos x="connsiteX8802" y="connsiteY8802"/>
              </a:cxn>
              <a:cxn ang="0">
                <a:pos x="connsiteX8803" y="connsiteY8803"/>
              </a:cxn>
              <a:cxn ang="0">
                <a:pos x="connsiteX8804" y="connsiteY8804"/>
              </a:cxn>
              <a:cxn ang="0">
                <a:pos x="connsiteX8805" y="connsiteY8805"/>
              </a:cxn>
              <a:cxn ang="0">
                <a:pos x="connsiteX8806" y="connsiteY8806"/>
              </a:cxn>
              <a:cxn ang="0">
                <a:pos x="connsiteX8807" y="connsiteY8807"/>
              </a:cxn>
              <a:cxn ang="0">
                <a:pos x="connsiteX8808" y="connsiteY8808"/>
              </a:cxn>
              <a:cxn ang="0">
                <a:pos x="connsiteX8809" y="connsiteY8809"/>
              </a:cxn>
              <a:cxn ang="0">
                <a:pos x="connsiteX8810" y="connsiteY8810"/>
              </a:cxn>
              <a:cxn ang="0">
                <a:pos x="connsiteX8811" y="connsiteY8811"/>
              </a:cxn>
              <a:cxn ang="0">
                <a:pos x="connsiteX8812" y="connsiteY8812"/>
              </a:cxn>
              <a:cxn ang="0">
                <a:pos x="connsiteX8813" y="connsiteY8813"/>
              </a:cxn>
              <a:cxn ang="0">
                <a:pos x="connsiteX8814" y="connsiteY8814"/>
              </a:cxn>
              <a:cxn ang="0">
                <a:pos x="connsiteX8815" y="connsiteY8815"/>
              </a:cxn>
              <a:cxn ang="0">
                <a:pos x="connsiteX8816" y="connsiteY8816"/>
              </a:cxn>
              <a:cxn ang="0">
                <a:pos x="connsiteX8817" y="connsiteY8817"/>
              </a:cxn>
              <a:cxn ang="0">
                <a:pos x="connsiteX8818" y="connsiteY8818"/>
              </a:cxn>
              <a:cxn ang="0">
                <a:pos x="connsiteX8819" y="connsiteY8819"/>
              </a:cxn>
              <a:cxn ang="0">
                <a:pos x="connsiteX8820" y="connsiteY8820"/>
              </a:cxn>
              <a:cxn ang="0">
                <a:pos x="connsiteX8821" y="connsiteY8821"/>
              </a:cxn>
              <a:cxn ang="0">
                <a:pos x="connsiteX8822" y="connsiteY8822"/>
              </a:cxn>
              <a:cxn ang="0">
                <a:pos x="connsiteX8823" y="connsiteY8823"/>
              </a:cxn>
              <a:cxn ang="0">
                <a:pos x="connsiteX8824" y="connsiteY8824"/>
              </a:cxn>
              <a:cxn ang="0">
                <a:pos x="connsiteX8825" y="connsiteY8825"/>
              </a:cxn>
              <a:cxn ang="0">
                <a:pos x="connsiteX8826" y="connsiteY8826"/>
              </a:cxn>
              <a:cxn ang="0">
                <a:pos x="connsiteX8827" y="connsiteY8827"/>
              </a:cxn>
              <a:cxn ang="0">
                <a:pos x="connsiteX8828" y="connsiteY8828"/>
              </a:cxn>
              <a:cxn ang="0">
                <a:pos x="connsiteX8829" y="connsiteY8829"/>
              </a:cxn>
              <a:cxn ang="0">
                <a:pos x="connsiteX8830" y="connsiteY8830"/>
              </a:cxn>
              <a:cxn ang="0">
                <a:pos x="connsiteX8831" y="connsiteY8831"/>
              </a:cxn>
              <a:cxn ang="0">
                <a:pos x="connsiteX8832" y="connsiteY8832"/>
              </a:cxn>
              <a:cxn ang="0">
                <a:pos x="connsiteX8833" y="connsiteY8833"/>
              </a:cxn>
              <a:cxn ang="0">
                <a:pos x="connsiteX8834" y="connsiteY8834"/>
              </a:cxn>
              <a:cxn ang="0">
                <a:pos x="connsiteX8835" y="connsiteY8835"/>
              </a:cxn>
              <a:cxn ang="0">
                <a:pos x="connsiteX8836" y="connsiteY8836"/>
              </a:cxn>
              <a:cxn ang="0">
                <a:pos x="connsiteX8837" y="connsiteY8837"/>
              </a:cxn>
              <a:cxn ang="0">
                <a:pos x="connsiteX8838" y="connsiteY8838"/>
              </a:cxn>
              <a:cxn ang="0">
                <a:pos x="connsiteX8839" y="connsiteY8839"/>
              </a:cxn>
              <a:cxn ang="0">
                <a:pos x="connsiteX8840" y="connsiteY8840"/>
              </a:cxn>
              <a:cxn ang="0">
                <a:pos x="connsiteX8841" y="connsiteY8841"/>
              </a:cxn>
              <a:cxn ang="0">
                <a:pos x="connsiteX8842" y="connsiteY8842"/>
              </a:cxn>
              <a:cxn ang="0">
                <a:pos x="connsiteX8843" y="connsiteY8843"/>
              </a:cxn>
              <a:cxn ang="0">
                <a:pos x="connsiteX8844" y="connsiteY8844"/>
              </a:cxn>
              <a:cxn ang="0">
                <a:pos x="connsiteX8845" y="connsiteY8845"/>
              </a:cxn>
              <a:cxn ang="0">
                <a:pos x="connsiteX8846" y="connsiteY8846"/>
              </a:cxn>
              <a:cxn ang="0">
                <a:pos x="connsiteX8847" y="connsiteY8847"/>
              </a:cxn>
              <a:cxn ang="0">
                <a:pos x="connsiteX8848" y="connsiteY8848"/>
              </a:cxn>
              <a:cxn ang="0">
                <a:pos x="connsiteX8849" y="connsiteY8849"/>
              </a:cxn>
              <a:cxn ang="0">
                <a:pos x="connsiteX8850" y="connsiteY8850"/>
              </a:cxn>
              <a:cxn ang="0">
                <a:pos x="connsiteX8851" y="connsiteY8851"/>
              </a:cxn>
              <a:cxn ang="0">
                <a:pos x="connsiteX8852" y="connsiteY8852"/>
              </a:cxn>
              <a:cxn ang="0">
                <a:pos x="connsiteX8853" y="connsiteY8853"/>
              </a:cxn>
              <a:cxn ang="0">
                <a:pos x="connsiteX8854" y="connsiteY8854"/>
              </a:cxn>
              <a:cxn ang="0">
                <a:pos x="connsiteX8855" y="connsiteY8855"/>
              </a:cxn>
              <a:cxn ang="0">
                <a:pos x="connsiteX8856" y="connsiteY8856"/>
              </a:cxn>
              <a:cxn ang="0">
                <a:pos x="connsiteX8857" y="connsiteY8857"/>
              </a:cxn>
              <a:cxn ang="0">
                <a:pos x="connsiteX8858" y="connsiteY8858"/>
              </a:cxn>
              <a:cxn ang="0">
                <a:pos x="connsiteX8859" y="connsiteY8859"/>
              </a:cxn>
              <a:cxn ang="0">
                <a:pos x="connsiteX8860" y="connsiteY8860"/>
              </a:cxn>
              <a:cxn ang="0">
                <a:pos x="connsiteX8861" y="connsiteY8861"/>
              </a:cxn>
              <a:cxn ang="0">
                <a:pos x="connsiteX8862" y="connsiteY8862"/>
              </a:cxn>
              <a:cxn ang="0">
                <a:pos x="connsiteX8863" y="connsiteY8863"/>
              </a:cxn>
              <a:cxn ang="0">
                <a:pos x="connsiteX8864" y="connsiteY8864"/>
              </a:cxn>
              <a:cxn ang="0">
                <a:pos x="connsiteX8865" y="connsiteY8865"/>
              </a:cxn>
              <a:cxn ang="0">
                <a:pos x="connsiteX8866" y="connsiteY8866"/>
              </a:cxn>
              <a:cxn ang="0">
                <a:pos x="connsiteX8867" y="connsiteY8867"/>
              </a:cxn>
              <a:cxn ang="0">
                <a:pos x="connsiteX8868" y="connsiteY8868"/>
              </a:cxn>
              <a:cxn ang="0">
                <a:pos x="connsiteX8869" y="connsiteY8869"/>
              </a:cxn>
              <a:cxn ang="0">
                <a:pos x="connsiteX8870" y="connsiteY8870"/>
              </a:cxn>
              <a:cxn ang="0">
                <a:pos x="connsiteX8871" y="connsiteY8871"/>
              </a:cxn>
              <a:cxn ang="0">
                <a:pos x="connsiteX8872" y="connsiteY8872"/>
              </a:cxn>
              <a:cxn ang="0">
                <a:pos x="connsiteX8873" y="connsiteY8873"/>
              </a:cxn>
              <a:cxn ang="0">
                <a:pos x="connsiteX8874" y="connsiteY8874"/>
              </a:cxn>
              <a:cxn ang="0">
                <a:pos x="connsiteX8875" y="connsiteY8875"/>
              </a:cxn>
              <a:cxn ang="0">
                <a:pos x="connsiteX8876" y="connsiteY8876"/>
              </a:cxn>
              <a:cxn ang="0">
                <a:pos x="connsiteX8877" y="connsiteY8877"/>
              </a:cxn>
              <a:cxn ang="0">
                <a:pos x="connsiteX8878" y="connsiteY8878"/>
              </a:cxn>
              <a:cxn ang="0">
                <a:pos x="connsiteX8879" y="connsiteY8879"/>
              </a:cxn>
              <a:cxn ang="0">
                <a:pos x="connsiteX8880" y="connsiteY8880"/>
              </a:cxn>
              <a:cxn ang="0">
                <a:pos x="connsiteX8881" y="connsiteY8881"/>
              </a:cxn>
              <a:cxn ang="0">
                <a:pos x="connsiteX8882" y="connsiteY8882"/>
              </a:cxn>
              <a:cxn ang="0">
                <a:pos x="connsiteX8883" y="connsiteY8883"/>
              </a:cxn>
              <a:cxn ang="0">
                <a:pos x="connsiteX8884" y="connsiteY8884"/>
              </a:cxn>
              <a:cxn ang="0">
                <a:pos x="connsiteX8885" y="connsiteY8885"/>
              </a:cxn>
              <a:cxn ang="0">
                <a:pos x="connsiteX8886" y="connsiteY8886"/>
              </a:cxn>
              <a:cxn ang="0">
                <a:pos x="connsiteX8887" y="connsiteY8887"/>
              </a:cxn>
              <a:cxn ang="0">
                <a:pos x="connsiteX8888" y="connsiteY8888"/>
              </a:cxn>
              <a:cxn ang="0">
                <a:pos x="connsiteX8889" y="connsiteY8889"/>
              </a:cxn>
              <a:cxn ang="0">
                <a:pos x="connsiteX8890" y="connsiteY8890"/>
              </a:cxn>
              <a:cxn ang="0">
                <a:pos x="connsiteX8891" y="connsiteY8891"/>
              </a:cxn>
              <a:cxn ang="0">
                <a:pos x="connsiteX8892" y="connsiteY8892"/>
              </a:cxn>
              <a:cxn ang="0">
                <a:pos x="connsiteX8893" y="connsiteY8893"/>
              </a:cxn>
              <a:cxn ang="0">
                <a:pos x="connsiteX8894" y="connsiteY8894"/>
              </a:cxn>
              <a:cxn ang="0">
                <a:pos x="connsiteX8895" y="connsiteY8895"/>
              </a:cxn>
              <a:cxn ang="0">
                <a:pos x="connsiteX8896" y="connsiteY8896"/>
              </a:cxn>
              <a:cxn ang="0">
                <a:pos x="connsiteX8897" y="connsiteY8897"/>
              </a:cxn>
              <a:cxn ang="0">
                <a:pos x="connsiteX8898" y="connsiteY8898"/>
              </a:cxn>
              <a:cxn ang="0">
                <a:pos x="connsiteX8899" y="connsiteY8899"/>
              </a:cxn>
              <a:cxn ang="0">
                <a:pos x="connsiteX8900" y="connsiteY8900"/>
              </a:cxn>
              <a:cxn ang="0">
                <a:pos x="connsiteX8901" y="connsiteY8901"/>
              </a:cxn>
              <a:cxn ang="0">
                <a:pos x="connsiteX8902" y="connsiteY8902"/>
              </a:cxn>
              <a:cxn ang="0">
                <a:pos x="connsiteX8903" y="connsiteY8903"/>
              </a:cxn>
              <a:cxn ang="0">
                <a:pos x="connsiteX8904" y="connsiteY8904"/>
              </a:cxn>
              <a:cxn ang="0">
                <a:pos x="connsiteX8905" y="connsiteY8905"/>
              </a:cxn>
              <a:cxn ang="0">
                <a:pos x="connsiteX8906" y="connsiteY8906"/>
              </a:cxn>
              <a:cxn ang="0">
                <a:pos x="connsiteX8907" y="connsiteY8907"/>
              </a:cxn>
              <a:cxn ang="0">
                <a:pos x="connsiteX8908" y="connsiteY8908"/>
              </a:cxn>
              <a:cxn ang="0">
                <a:pos x="connsiteX8909" y="connsiteY8909"/>
              </a:cxn>
              <a:cxn ang="0">
                <a:pos x="connsiteX8910" y="connsiteY8910"/>
              </a:cxn>
              <a:cxn ang="0">
                <a:pos x="connsiteX8911" y="connsiteY8911"/>
              </a:cxn>
              <a:cxn ang="0">
                <a:pos x="connsiteX8912" y="connsiteY8912"/>
              </a:cxn>
              <a:cxn ang="0">
                <a:pos x="connsiteX8913" y="connsiteY8913"/>
              </a:cxn>
              <a:cxn ang="0">
                <a:pos x="connsiteX8914" y="connsiteY8914"/>
              </a:cxn>
              <a:cxn ang="0">
                <a:pos x="connsiteX8915" y="connsiteY8915"/>
              </a:cxn>
              <a:cxn ang="0">
                <a:pos x="connsiteX8916" y="connsiteY8916"/>
              </a:cxn>
              <a:cxn ang="0">
                <a:pos x="connsiteX8917" y="connsiteY8917"/>
              </a:cxn>
              <a:cxn ang="0">
                <a:pos x="connsiteX8918" y="connsiteY8918"/>
              </a:cxn>
              <a:cxn ang="0">
                <a:pos x="connsiteX8919" y="connsiteY8919"/>
              </a:cxn>
              <a:cxn ang="0">
                <a:pos x="connsiteX8920" y="connsiteY8920"/>
              </a:cxn>
              <a:cxn ang="0">
                <a:pos x="connsiteX8921" y="connsiteY8921"/>
              </a:cxn>
              <a:cxn ang="0">
                <a:pos x="connsiteX8922" y="connsiteY8922"/>
              </a:cxn>
              <a:cxn ang="0">
                <a:pos x="connsiteX8923" y="connsiteY8923"/>
              </a:cxn>
              <a:cxn ang="0">
                <a:pos x="connsiteX8924" y="connsiteY8924"/>
              </a:cxn>
              <a:cxn ang="0">
                <a:pos x="connsiteX8925" y="connsiteY8925"/>
              </a:cxn>
              <a:cxn ang="0">
                <a:pos x="connsiteX8926" y="connsiteY8926"/>
              </a:cxn>
              <a:cxn ang="0">
                <a:pos x="connsiteX8927" y="connsiteY8927"/>
              </a:cxn>
              <a:cxn ang="0">
                <a:pos x="connsiteX8928" y="connsiteY8928"/>
              </a:cxn>
              <a:cxn ang="0">
                <a:pos x="connsiteX8929" y="connsiteY8929"/>
              </a:cxn>
              <a:cxn ang="0">
                <a:pos x="connsiteX8930" y="connsiteY8930"/>
              </a:cxn>
              <a:cxn ang="0">
                <a:pos x="connsiteX8931" y="connsiteY8931"/>
              </a:cxn>
              <a:cxn ang="0">
                <a:pos x="connsiteX8932" y="connsiteY8932"/>
              </a:cxn>
              <a:cxn ang="0">
                <a:pos x="connsiteX8933" y="connsiteY8933"/>
              </a:cxn>
              <a:cxn ang="0">
                <a:pos x="connsiteX8934" y="connsiteY8934"/>
              </a:cxn>
              <a:cxn ang="0">
                <a:pos x="connsiteX8935" y="connsiteY8935"/>
              </a:cxn>
              <a:cxn ang="0">
                <a:pos x="connsiteX8936" y="connsiteY8936"/>
              </a:cxn>
              <a:cxn ang="0">
                <a:pos x="connsiteX8937" y="connsiteY8937"/>
              </a:cxn>
              <a:cxn ang="0">
                <a:pos x="connsiteX8938" y="connsiteY8938"/>
              </a:cxn>
              <a:cxn ang="0">
                <a:pos x="connsiteX8939" y="connsiteY8939"/>
              </a:cxn>
              <a:cxn ang="0">
                <a:pos x="connsiteX8940" y="connsiteY8940"/>
              </a:cxn>
              <a:cxn ang="0">
                <a:pos x="connsiteX8941" y="connsiteY8941"/>
              </a:cxn>
              <a:cxn ang="0">
                <a:pos x="connsiteX8942" y="connsiteY8942"/>
              </a:cxn>
              <a:cxn ang="0">
                <a:pos x="connsiteX8943" y="connsiteY8943"/>
              </a:cxn>
              <a:cxn ang="0">
                <a:pos x="connsiteX8944" y="connsiteY8944"/>
              </a:cxn>
              <a:cxn ang="0">
                <a:pos x="connsiteX8945" y="connsiteY8945"/>
              </a:cxn>
              <a:cxn ang="0">
                <a:pos x="connsiteX8946" y="connsiteY8946"/>
              </a:cxn>
              <a:cxn ang="0">
                <a:pos x="connsiteX8947" y="connsiteY8947"/>
              </a:cxn>
              <a:cxn ang="0">
                <a:pos x="connsiteX8948" y="connsiteY8948"/>
              </a:cxn>
              <a:cxn ang="0">
                <a:pos x="connsiteX8949" y="connsiteY8949"/>
              </a:cxn>
              <a:cxn ang="0">
                <a:pos x="connsiteX8950" y="connsiteY8950"/>
              </a:cxn>
              <a:cxn ang="0">
                <a:pos x="connsiteX8951" y="connsiteY8951"/>
              </a:cxn>
              <a:cxn ang="0">
                <a:pos x="connsiteX8952" y="connsiteY8952"/>
              </a:cxn>
              <a:cxn ang="0">
                <a:pos x="connsiteX8953" y="connsiteY8953"/>
              </a:cxn>
              <a:cxn ang="0">
                <a:pos x="connsiteX8954" y="connsiteY8954"/>
              </a:cxn>
              <a:cxn ang="0">
                <a:pos x="connsiteX8955" y="connsiteY8955"/>
              </a:cxn>
              <a:cxn ang="0">
                <a:pos x="connsiteX8956" y="connsiteY8956"/>
              </a:cxn>
              <a:cxn ang="0">
                <a:pos x="connsiteX8957" y="connsiteY8957"/>
              </a:cxn>
              <a:cxn ang="0">
                <a:pos x="connsiteX8958" y="connsiteY8958"/>
              </a:cxn>
              <a:cxn ang="0">
                <a:pos x="connsiteX8959" y="connsiteY8959"/>
              </a:cxn>
              <a:cxn ang="0">
                <a:pos x="connsiteX8960" y="connsiteY8960"/>
              </a:cxn>
              <a:cxn ang="0">
                <a:pos x="connsiteX8961" y="connsiteY8961"/>
              </a:cxn>
              <a:cxn ang="0">
                <a:pos x="connsiteX8962" y="connsiteY8962"/>
              </a:cxn>
              <a:cxn ang="0">
                <a:pos x="connsiteX8963" y="connsiteY8963"/>
              </a:cxn>
              <a:cxn ang="0">
                <a:pos x="connsiteX8964" y="connsiteY8964"/>
              </a:cxn>
              <a:cxn ang="0">
                <a:pos x="connsiteX8965" y="connsiteY8965"/>
              </a:cxn>
              <a:cxn ang="0">
                <a:pos x="connsiteX8966" y="connsiteY8966"/>
              </a:cxn>
              <a:cxn ang="0">
                <a:pos x="connsiteX8967" y="connsiteY8967"/>
              </a:cxn>
              <a:cxn ang="0">
                <a:pos x="connsiteX8968" y="connsiteY8968"/>
              </a:cxn>
              <a:cxn ang="0">
                <a:pos x="connsiteX8969" y="connsiteY8969"/>
              </a:cxn>
              <a:cxn ang="0">
                <a:pos x="connsiteX8970" y="connsiteY8970"/>
              </a:cxn>
              <a:cxn ang="0">
                <a:pos x="connsiteX8971" y="connsiteY8971"/>
              </a:cxn>
              <a:cxn ang="0">
                <a:pos x="connsiteX8972" y="connsiteY8972"/>
              </a:cxn>
              <a:cxn ang="0">
                <a:pos x="connsiteX8973" y="connsiteY8973"/>
              </a:cxn>
              <a:cxn ang="0">
                <a:pos x="connsiteX8974" y="connsiteY8974"/>
              </a:cxn>
              <a:cxn ang="0">
                <a:pos x="connsiteX8975" y="connsiteY8975"/>
              </a:cxn>
              <a:cxn ang="0">
                <a:pos x="connsiteX8976" y="connsiteY8976"/>
              </a:cxn>
              <a:cxn ang="0">
                <a:pos x="connsiteX8977" y="connsiteY8977"/>
              </a:cxn>
              <a:cxn ang="0">
                <a:pos x="connsiteX8978" y="connsiteY8978"/>
              </a:cxn>
              <a:cxn ang="0">
                <a:pos x="connsiteX8979" y="connsiteY8979"/>
              </a:cxn>
              <a:cxn ang="0">
                <a:pos x="connsiteX8980" y="connsiteY8980"/>
              </a:cxn>
              <a:cxn ang="0">
                <a:pos x="connsiteX8981" y="connsiteY8981"/>
              </a:cxn>
              <a:cxn ang="0">
                <a:pos x="connsiteX8982" y="connsiteY8982"/>
              </a:cxn>
              <a:cxn ang="0">
                <a:pos x="connsiteX8983" y="connsiteY8983"/>
              </a:cxn>
              <a:cxn ang="0">
                <a:pos x="connsiteX8984" y="connsiteY8984"/>
              </a:cxn>
              <a:cxn ang="0">
                <a:pos x="connsiteX8985" y="connsiteY8985"/>
              </a:cxn>
              <a:cxn ang="0">
                <a:pos x="connsiteX8986" y="connsiteY8986"/>
              </a:cxn>
              <a:cxn ang="0">
                <a:pos x="connsiteX8987" y="connsiteY8987"/>
              </a:cxn>
              <a:cxn ang="0">
                <a:pos x="connsiteX8988" y="connsiteY8988"/>
              </a:cxn>
              <a:cxn ang="0">
                <a:pos x="connsiteX8989" y="connsiteY8989"/>
              </a:cxn>
              <a:cxn ang="0">
                <a:pos x="connsiteX8990" y="connsiteY8990"/>
              </a:cxn>
              <a:cxn ang="0">
                <a:pos x="connsiteX8991" y="connsiteY8991"/>
              </a:cxn>
              <a:cxn ang="0">
                <a:pos x="connsiteX8992" y="connsiteY8992"/>
              </a:cxn>
              <a:cxn ang="0">
                <a:pos x="connsiteX8993" y="connsiteY8993"/>
              </a:cxn>
              <a:cxn ang="0">
                <a:pos x="connsiteX8994" y="connsiteY8994"/>
              </a:cxn>
              <a:cxn ang="0">
                <a:pos x="connsiteX8995" y="connsiteY8995"/>
              </a:cxn>
              <a:cxn ang="0">
                <a:pos x="connsiteX8996" y="connsiteY8996"/>
              </a:cxn>
              <a:cxn ang="0">
                <a:pos x="connsiteX8997" y="connsiteY8997"/>
              </a:cxn>
              <a:cxn ang="0">
                <a:pos x="connsiteX8998" y="connsiteY8998"/>
              </a:cxn>
              <a:cxn ang="0">
                <a:pos x="connsiteX8999" y="connsiteY8999"/>
              </a:cxn>
              <a:cxn ang="0">
                <a:pos x="connsiteX9000" y="connsiteY9000"/>
              </a:cxn>
              <a:cxn ang="0">
                <a:pos x="connsiteX9001" y="connsiteY9001"/>
              </a:cxn>
              <a:cxn ang="0">
                <a:pos x="connsiteX9002" y="connsiteY9002"/>
              </a:cxn>
              <a:cxn ang="0">
                <a:pos x="connsiteX9003" y="connsiteY9003"/>
              </a:cxn>
              <a:cxn ang="0">
                <a:pos x="connsiteX9004" y="connsiteY9004"/>
              </a:cxn>
              <a:cxn ang="0">
                <a:pos x="connsiteX9005" y="connsiteY9005"/>
              </a:cxn>
              <a:cxn ang="0">
                <a:pos x="connsiteX9006" y="connsiteY9006"/>
              </a:cxn>
              <a:cxn ang="0">
                <a:pos x="connsiteX9007" y="connsiteY9007"/>
              </a:cxn>
              <a:cxn ang="0">
                <a:pos x="connsiteX9008" y="connsiteY9008"/>
              </a:cxn>
              <a:cxn ang="0">
                <a:pos x="connsiteX9009" y="connsiteY9009"/>
              </a:cxn>
              <a:cxn ang="0">
                <a:pos x="connsiteX9010" y="connsiteY9010"/>
              </a:cxn>
              <a:cxn ang="0">
                <a:pos x="connsiteX9011" y="connsiteY9011"/>
              </a:cxn>
              <a:cxn ang="0">
                <a:pos x="connsiteX9012" y="connsiteY9012"/>
              </a:cxn>
              <a:cxn ang="0">
                <a:pos x="connsiteX9013" y="connsiteY9013"/>
              </a:cxn>
              <a:cxn ang="0">
                <a:pos x="connsiteX9014" y="connsiteY9014"/>
              </a:cxn>
              <a:cxn ang="0">
                <a:pos x="connsiteX9015" y="connsiteY9015"/>
              </a:cxn>
              <a:cxn ang="0">
                <a:pos x="connsiteX9016" y="connsiteY9016"/>
              </a:cxn>
              <a:cxn ang="0">
                <a:pos x="connsiteX9017" y="connsiteY9017"/>
              </a:cxn>
              <a:cxn ang="0">
                <a:pos x="connsiteX9018" y="connsiteY9018"/>
              </a:cxn>
              <a:cxn ang="0">
                <a:pos x="connsiteX9019" y="connsiteY9019"/>
              </a:cxn>
              <a:cxn ang="0">
                <a:pos x="connsiteX9020" y="connsiteY9020"/>
              </a:cxn>
              <a:cxn ang="0">
                <a:pos x="connsiteX9021" y="connsiteY9021"/>
              </a:cxn>
              <a:cxn ang="0">
                <a:pos x="connsiteX9022" y="connsiteY9022"/>
              </a:cxn>
              <a:cxn ang="0">
                <a:pos x="connsiteX9023" y="connsiteY9023"/>
              </a:cxn>
              <a:cxn ang="0">
                <a:pos x="connsiteX9024" y="connsiteY9024"/>
              </a:cxn>
              <a:cxn ang="0">
                <a:pos x="connsiteX9025" y="connsiteY9025"/>
              </a:cxn>
              <a:cxn ang="0">
                <a:pos x="connsiteX9026" y="connsiteY9026"/>
              </a:cxn>
              <a:cxn ang="0">
                <a:pos x="connsiteX9027" y="connsiteY9027"/>
              </a:cxn>
              <a:cxn ang="0">
                <a:pos x="connsiteX9028" y="connsiteY9028"/>
              </a:cxn>
              <a:cxn ang="0">
                <a:pos x="connsiteX9029" y="connsiteY9029"/>
              </a:cxn>
              <a:cxn ang="0">
                <a:pos x="connsiteX9030" y="connsiteY9030"/>
              </a:cxn>
              <a:cxn ang="0">
                <a:pos x="connsiteX9031" y="connsiteY9031"/>
              </a:cxn>
              <a:cxn ang="0">
                <a:pos x="connsiteX9032" y="connsiteY9032"/>
              </a:cxn>
              <a:cxn ang="0">
                <a:pos x="connsiteX9033" y="connsiteY9033"/>
              </a:cxn>
              <a:cxn ang="0">
                <a:pos x="connsiteX9034" y="connsiteY9034"/>
              </a:cxn>
              <a:cxn ang="0">
                <a:pos x="connsiteX9035" y="connsiteY9035"/>
              </a:cxn>
              <a:cxn ang="0">
                <a:pos x="connsiteX9036" y="connsiteY9036"/>
              </a:cxn>
              <a:cxn ang="0">
                <a:pos x="connsiteX9037" y="connsiteY9037"/>
              </a:cxn>
              <a:cxn ang="0">
                <a:pos x="connsiteX9038" y="connsiteY9038"/>
              </a:cxn>
              <a:cxn ang="0">
                <a:pos x="connsiteX9039" y="connsiteY9039"/>
              </a:cxn>
              <a:cxn ang="0">
                <a:pos x="connsiteX9040" y="connsiteY9040"/>
              </a:cxn>
              <a:cxn ang="0">
                <a:pos x="connsiteX9041" y="connsiteY9041"/>
              </a:cxn>
              <a:cxn ang="0">
                <a:pos x="connsiteX9042" y="connsiteY9042"/>
              </a:cxn>
              <a:cxn ang="0">
                <a:pos x="connsiteX9043" y="connsiteY9043"/>
              </a:cxn>
              <a:cxn ang="0">
                <a:pos x="connsiteX9044" y="connsiteY9044"/>
              </a:cxn>
              <a:cxn ang="0">
                <a:pos x="connsiteX9045" y="connsiteY9045"/>
              </a:cxn>
              <a:cxn ang="0">
                <a:pos x="connsiteX9046" y="connsiteY9046"/>
              </a:cxn>
              <a:cxn ang="0">
                <a:pos x="connsiteX9047" y="connsiteY9047"/>
              </a:cxn>
              <a:cxn ang="0">
                <a:pos x="connsiteX9048" y="connsiteY9048"/>
              </a:cxn>
              <a:cxn ang="0">
                <a:pos x="connsiteX9049" y="connsiteY9049"/>
              </a:cxn>
              <a:cxn ang="0">
                <a:pos x="connsiteX9050" y="connsiteY9050"/>
              </a:cxn>
              <a:cxn ang="0">
                <a:pos x="connsiteX9051" y="connsiteY9051"/>
              </a:cxn>
              <a:cxn ang="0">
                <a:pos x="connsiteX9052" y="connsiteY9052"/>
              </a:cxn>
              <a:cxn ang="0">
                <a:pos x="connsiteX9053" y="connsiteY9053"/>
              </a:cxn>
              <a:cxn ang="0">
                <a:pos x="connsiteX9054" y="connsiteY9054"/>
              </a:cxn>
              <a:cxn ang="0">
                <a:pos x="connsiteX9055" y="connsiteY9055"/>
              </a:cxn>
              <a:cxn ang="0">
                <a:pos x="connsiteX9056" y="connsiteY9056"/>
              </a:cxn>
              <a:cxn ang="0">
                <a:pos x="connsiteX9057" y="connsiteY9057"/>
              </a:cxn>
              <a:cxn ang="0">
                <a:pos x="connsiteX9058" y="connsiteY9058"/>
              </a:cxn>
              <a:cxn ang="0">
                <a:pos x="connsiteX9059" y="connsiteY9059"/>
              </a:cxn>
              <a:cxn ang="0">
                <a:pos x="connsiteX9060" y="connsiteY9060"/>
              </a:cxn>
              <a:cxn ang="0">
                <a:pos x="connsiteX9061" y="connsiteY9061"/>
              </a:cxn>
              <a:cxn ang="0">
                <a:pos x="connsiteX9062" y="connsiteY9062"/>
              </a:cxn>
              <a:cxn ang="0">
                <a:pos x="connsiteX9063" y="connsiteY9063"/>
              </a:cxn>
              <a:cxn ang="0">
                <a:pos x="connsiteX9064" y="connsiteY9064"/>
              </a:cxn>
              <a:cxn ang="0">
                <a:pos x="connsiteX9065" y="connsiteY9065"/>
              </a:cxn>
              <a:cxn ang="0">
                <a:pos x="connsiteX9066" y="connsiteY9066"/>
              </a:cxn>
              <a:cxn ang="0">
                <a:pos x="connsiteX9067" y="connsiteY9067"/>
              </a:cxn>
              <a:cxn ang="0">
                <a:pos x="connsiteX9068" y="connsiteY9068"/>
              </a:cxn>
              <a:cxn ang="0">
                <a:pos x="connsiteX9069" y="connsiteY9069"/>
              </a:cxn>
              <a:cxn ang="0">
                <a:pos x="connsiteX9070" y="connsiteY9070"/>
              </a:cxn>
              <a:cxn ang="0">
                <a:pos x="connsiteX9071" y="connsiteY9071"/>
              </a:cxn>
              <a:cxn ang="0">
                <a:pos x="connsiteX9072" y="connsiteY9072"/>
              </a:cxn>
              <a:cxn ang="0">
                <a:pos x="connsiteX9073" y="connsiteY9073"/>
              </a:cxn>
              <a:cxn ang="0">
                <a:pos x="connsiteX9074" y="connsiteY9074"/>
              </a:cxn>
              <a:cxn ang="0">
                <a:pos x="connsiteX9075" y="connsiteY9075"/>
              </a:cxn>
              <a:cxn ang="0">
                <a:pos x="connsiteX9076" y="connsiteY9076"/>
              </a:cxn>
              <a:cxn ang="0">
                <a:pos x="connsiteX9077" y="connsiteY9077"/>
              </a:cxn>
              <a:cxn ang="0">
                <a:pos x="connsiteX9078" y="connsiteY9078"/>
              </a:cxn>
              <a:cxn ang="0">
                <a:pos x="connsiteX9079" y="connsiteY9079"/>
              </a:cxn>
              <a:cxn ang="0">
                <a:pos x="connsiteX9080" y="connsiteY9080"/>
              </a:cxn>
              <a:cxn ang="0">
                <a:pos x="connsiteX9081" y="connsiteY9081"/>
              </a:cxn>
              <a:cxn ang="0">
                <a:pos x="connsiteX9082" y="connsiteY9082"/>
              </a:cxn>
              <a:cxn ang="0">
                <a:pos x="connsiteX9083" y="connsiteY9083"/>
              </a:cxn>
              <a:cxn ang="0">
                <a:pos x="connsiteX9084" y="connsiteY9084"/>
              </a:cxn>
              <a:cxn ang="0">
                <a:pos x="connsiteX9085" y="connsiteY9085"/>
              </a:cxn>
              <a:cxn ang="0">
                <a:pos x="connsiteX9086" y="connsiteY9086"/>
              </a:cxn>
              <a:cxn ang="0">
                <a:pos x="connsiteX9087" y="connsiteY9087"/>
              </a:cxn>
              <a:cxn ang="0">
                <a:pos x="connsiteX9088" y="connsiteY9088"/>
              </a:cxn>
              <a:cxn ang="0">
                <a:pos x="connsiteX9089" y="connsiteY9089"/>
              </a:cxn>
              <a:cxn ang="0">
                <a:pos x="connsiteX9090" y="connsiteY9090"/>
              </a:cxn>
              <a:cxn ang="0">
                <a:pos x="connsiteX9091" y="connsiteY9091"/>
              </a:cxn>
              <a:cxn ang="0">
                <a:pos x="connsiteX9092" y="connsiteY9092"/>
              </a:cxn>
              <a:cxn ang="0">
                <a:pos x="connsiteX9093" y="connsiteY9093"/>
              </a:cxn>
              <a:cxn ang="0">
                <a:pos x="connsiteX9094" y="connsiteY9094"/>
              </a:cxn>
              <a:cxn ang="0">
                <a:pos x="connsiteX9095" y="connsiteY9095"/>
              </a:cxn>
              <a:cxn ang="0">
                <a:pos x="connsiteX9096" y="connsiteY9096"/>
              </a:cxn>
              <a:cxn ang="0">
                <a:pos x="connsiteX9097" y="connsiteY9097"/>
              </a:cxn>
              <a:cxn ang="0">
                <a:pos x="connsiteX9098" y="connsiteY9098"/>
              </a:cxn>
              <a:cxn ang="0">
                <a:pos x="connsiteX9099" y="connsiteY9099"/>
              </a:cxn>
              <a:cxn ang="0">
                <a:pos x="connsiteX9100" y="connsiteY9100"/>
              </a:cxn>
              <a:cxn ang="0">
                <a:pos x="connsiteX9101" y="connsiteY9101"/>
              </a:cxn>
              <a:cxn ang="0">
                <a:pos x="connsiteX9102" y="connsiteY9102"/>
              </a:cxn>
              <a:cxn ang="0">
                <a:pos x="connsiteX9103" y="connsiteY9103"/>
              </a:cxn>
              <a:cxn ang="0">
                <a:pos x="connsiteX9104" y="connsiteY9104"/>
              </a:cxn>
              <a:cxn ang="0">
                <a:pos x="connsiteX9105" y="connsiteY9105"/>
              </a:cxn>
              <a:cxn ang="0">
                <a:pos x="connsiteX9106" y="connsiteY9106"/>
              </a:cxn>
              <a:cxn ang="0">
                <a:pos x="connsiteX9107" y="connsiteY9107"/>
              </a:cxn>
              <a:cxn ang="0">
                <a:pos x="connsiteX9108" y="connsiteY9108"/>
              </a:cxn>
              <a:cxn ang="0">
                <a:pos x="connsiteX9109" y="connsiteY9109"/>
              </a:cxn>
              <a:cxn ang="0">
                <a:pos x="connsiteX9110" y="connsiteY9110"/>
              </a:cxn>
              <a:cxn ang="0">
                <a:pos x="connsiteX9111" y="connsiteY9111"/>
              </a:cxn>
              <a:cxn ang="0">
                <a:pos x="connsiteX9112" y="connsiteY9112"/>
              </a:cxn>
              <a:cxn ang="0">
                <a:pos x="connsiteX9113" y="connsiteY9113"/>
              </a:cxn>
              <a:cxn ang="0">
                <a:pos x="connsiteX9114" y="connsiteY9114"/>
              </a:cxn>
              <a:cxn ang="0">
                <a:pos x="connsiteX9115" y="connsiteY9115"/>
              </a:cxn>
              <a:cxn ang="0">
                <a:pos x="connsiteX9116" y="connsiteY9116"/>
              </a:cxn>
              <a:cxn ang="0">
                <a:pos x="connsiteX9117" y="connsiteY9117"/>
              </a:cxn>
              <a:cxn ang="0">
                <a:pos x="connsiteX9118" y="connsiteY9118"/>
              </a:cxn>
              <a:cxn ang="0">
                <a:pos x="connsiteX9119" y="connsiteY9119"/>
              </a:cxn>
              <a:cxn ang="0">
                <a:pos x="connsiteX9120" y="connsiteY9120"/>
              </a:cxn>
              <a:cxn ang="0">
                <a:pos x="connsiteX9121" y="connsiteY9121"/>
              </a:cxn>
              <a:cxn ang="0">
                <a:pos x="connsiteX9122" y="connsiteY9122"/>
              </a:cxn>
              <a:cxn ang="0">
                <a:pos x="connsiteX9123" y="connsiteY9123"/>
              </a:cxn>
              <a:cxn ang="0">
                <a:pos x="connsiteX9124" y="connsiteY9124"/>
              </a:cxn>
              <a:cxn ang="0">
                <a:pos x="connsiteX9125" y="connsiteY9125"/>
              </a:cxn>
              <a:cxn ang="0">
                <a:pos x="connsiteX9126" y="connsiteY9126"/>
              </a:cxn>
              <a:cxn ang="0">
                <a:pos x="connsiteX9127" y="connsiteY9127"/>
              </a:cxn>
              <a:cxn ang="0">
                <a:pos x="connsiteX9128" y="connsiteY9128"/>
              </a:cxn>
              <a:cxn ang="0">
                <a:pos x="connsiteX9129" y="connsiteY9129"/>
              </a:cxn>
              <a:cxn ang="0">
                <a:pos x="connsiteX9130" y="connsiteY9130"/>
              </a:cxn>
              <a:cxn ang="0">
                <a:pos x="connsiteX9131" y="connsiteY9131"/>
              </a:cxn>
              <a:cxn ang="0">
                <a:pos x="connsiteX9132" y="connsiteY9132"/>
              </a:cxn>
              <a:cxn ang="0">
                <a:pos x="connsiteX9133" y="connsiteY9133"/>
              </a:cxn>
              <a:cxn ang="0">
                <a:pos x="connsiteX9134" y="connsiteY9134"/>
              </a:cxn>
              <a:cxn ang="0">
                <a:pos x="connsiteX9135" y="connsiteY9135"/>
              </a:cxn>
              <a:cxn ang="0">
                <a:pos x="connsiteX9136" y="connsiteY9136"/>
              </a:cxn>
              <a:cxn ang="0">
                <a:pos x="connsiteX9137" y="connsiteY9137"/>
              </a:cxn>
              <a:cxn ang="0">
                <a:pos x="connsiteX9138" y="connsiteY9138"/>
              </a:cxn>
              <a:cxn ang="0">
                <a:pos x="connsiteX9139" y="connsiteY9139"/>
              </a:cxn>
              <a:cxn ang="0">
                <a:pos x="connsiteX9140" y="connsiteY9140"/>
              </a:cxn>
              <a:cxn ang="0">
                <a:pos x="connsiteX9141" y="connsiteY9141"/>
              </a:cxn>
              <a:cxn ang="0">
                <a:pos x="connsiteX9142" y="connsiteY9142"/>
              </a:cxn>
              <a:cxn ang="0">
                <a:pos x="connsiteX9143" y="connsiteY9143"/>
              </a:cxn>
              <a:cxn ang="0">
                <a:pos x="connsiteX9144" y="connsiteY9144"/>
              </a:cxn>
              <a:cxn ang="0">
                <a:pos x="connsiteX9145" y="connsiteY9145"/>
              </a:cxn>
              <a:cxn ang="0">
                <a:pos x="connsiteX9146" y="connsiteY9146"/>
              </a:cxn>
              <a:cxn ang="0">
                <a:pos x="connsiteX9147" y="connsiteY9147"/>
              </a:cxn>
              <a:cxn ang="0">
                <a:pos x="connsiteX9148" y="connsiteY9148"/>
              </a:cxn>
              <a:cxn ang="0">
                <a:pos x="connsiteX9149" y="connsiteY9149"/>
              </a:cxn>
              <a:cxn ang="0">
                <a:pos x="connsiteX9150" y="connsiteY9150"/>
              </a:cxn>
              <a:cxn ang="0">
                <a:pos x="connsiteX9151" y="connsiteY9151"/>
              </a:cxn>
              <a:cxn ang="0">
                <a:pos x="connsiteX9152" y="connsiteY9152"/>
              </a:cxn>
              <a:cxn ang="0">
                <a:pos x="connsiteX9153" y="connsiteY9153"/>
              </a:cxn>
              <a:cxn ang="0">
                <a:pos x="connsiteX9154" y="connsiteY9154"/>
              </a:cxn>
              <a:cxn ang="0">
                <a:pos x="connsiteX9155" y="connsiteY9155"/>
              </a:cxn>
              <a:cxn ang="0">
                <a:pos x="connsiteX9156" y="connsiteY9156"/>
              </a:cxn>
              <a:cxn ang="0">
                <a:pos x="connsiteX9157" y="connsiteY9157"/>
              </a:cxn>
              <a:cxn ang="0">
                <a:pos x="connsiteX9158" y="connsiteY9158"/>
              </a:cxn>
              <a:cxn ang="0">
                <a:pos x="connsiteX9159" y="connsiteY9159"/>
              </a:cxn>
              <a:cxn ang="0">
                <a:pos x="connsiteX9160" y="connsiteY9160"/>
              </a:cxn>
              <a:cxn ang="0">
                <a:pos x="connsiteX9161" y="connsiteY9161"/>
              </a:cxn>
              <a:cxn ang="0">
                <a:pos x="connsiteX9162" y="connsiteY9162"/>
              </a:cxn>
              <a:cxn ang="0">
                <a:pos x="connsiteX9163" y="connsiteY9163"/>
              </a:cxn>
              <a:cxn ang="0">
                <a:pos x="connsiteX9164" y="connsiteY9164"/>
              </a:cxn>
              <a:cxn ang="0">
                <a:pos x="connsiteX9165" y="connsiteY9165"/>
              </a:cxn>
              <a:cxn ang="0">
                <a:pos x="connsiteX9166" y="connsiteY9166"/>
              </a:cxn>
              <a:cxn ang="0">
                <a:pos x="connsiteX9167" y="connsiteY9167"/>
              </a:cxn>
              <a:cxn ang="0">
                <a:pos x="connsiteX9168" y="connsiteY9168"/>
              </a:cxn>
              <a:cxn ang="0">
                <a:pos x="connsiteX9169" y="connsiteY9169"/>
              </a:cxn>
              <a:cxn ang="0">
                <a:pos x="connsiteX9170" y="connsiteY9170"/>
              </a:cxn>
              <a:cxn ang="0">
                <a:pos x="connsiteX9171" y="connsiteY9171"/>
              </a:cxn>
              <a:cxn ang="0">
                <a:pos x="connsiteX9172" y="connsiteY9172"/>
              </a:cxn>
              <a:cxn ang="0">
                <a:pos x="connsiteX9173" y="connsiteY9173"/>
              </a:cxn>
              <a:cxn ang="0">
                <a:pos x="connsiteX9174" y="connsiteY9174"/>
              </a:cxn>
              <a:cxn ang="0">
                <a:pos x="connsiteX9175" y="connsiteY9175"/>
              </a:cxn>
              <a:cxn ang="0">
                <a:pos x="connsiteX9176" y="connsiteY9176"/>
              </a:cxn>
              <a:cxn ang="0">
                <a:pos x="connsiteX9177" y="connsiteY9177"/>
              </a:cxn>
              <a:cxn ang="0">
                <a:pos x="connsiteX9178" y="connsiteY9178"/>
              </a:cxn>
              <a:cxn ang="0">
                <a:pos x="connsiteX9179" y="connsiteY9179"/>
              </a:cxn>
              <a:cxn ang="0">
                <a:pos x="connsiteX9180" y="connsiteY9180"/>
              </a:cxn>
              <a:cxn ang="0">
                <a:pos x="connsiteX9181" y="connsiteY9181"/>
              </a:cxn>
              <a:cxn ang="0">
                <a:pos x="connsiteX9182" y="connsiteY9182"/>
              </a:cxn>
              <a:cxn ang="0">
                <a:pos x="connsiteX9183" y="connsiteY9183"/>
              </a:cxn>
              <a:cxn ang="0">
                <a:pos x="connsiteX9184" y="connsiteY9184"/>
              </a:cxn>
              <a:cxn ang="0">
                <a:pos x="connsiteX9185" y="connsiteY9185"/>
              </a:cxn>
              <a:cxn ang="0">
                <a:pos x="connsiteX9186" y="connsiteY9186"/>
              </a:cxn>
              <a:cxn ang="0">
                <a:pos x="connsiteX9187" y="connsiteY9187"/>
              </a:cxn>
              <a:cxn ang="0">
                <a:pos x="connsiteX9188" y="connsiteY9188"/>
              </a:cxn>
              <a:cxn ang="0">
                <a:pos x="connsiteX9189" y="connsiteY9189"/>
              </a:cxn>
              <a:cxn ang="0">
                <a:pos x="connsiteX9190" y="connsiteY9190"/>
              </a:cxn>
              <a:cxn ang="0">
                <a:pos x="connsiteX9191" y="connsiteY9191"/>
              </a:cxn>
              <a:cxn ang="0">
                <a:pos x="connsiteX9192" y="connsiteY9192"/>
              </a:cxn>
              <a:cxn ang="0">
                <a:pos x="connsiteX9193" y="connsiteY9193"/>
              </a:cxn>
              <a:cxn ang="0">
                <a:pos x="connsiteX9194" y="connsiteY9194"/>
              </a:cxn>
              <a:cxn ang="0">
                <a:pos x="connsiteX9195" y="connsiteY9195"/>
              </a:cxn>
              <a:cxn ang="0">
                <a:pos x="connsiteX9196" y="connsiteY9196"/>
              </a:cxn>
              <a:cxn ang="0">
                <a:pos x="connsiteX9197" y="connsiteY9197"/>
              </a:cxn>
              <a:cxn ang="0">
                <a:pos x="connsiteX9198" y="connsiteY9198"/>
              </a:cxn>
              <a:cxn ang="0">
                <a:pos x="connsiteX9199" y="connsiteY9199"/>
              </a:cxn>
              <a:cxn ang="0">
                <a:pos x="connsiteX9200" y="connsiteY9200"/>
              </a:cxn>
              <a:cxn ang="0">
                <a:pos x="connsiteX9201" y="connsiteY9201"/>
              </a:cxn>
              <a:cxn ang="0">
                <a:pos x="connsiteX9202" y="connsiteY9202"/>
              </a:cxn>
              <a:cxn ang="0">
                <a:pos x="connsiteX9203" y="connsiteY9203"/>
              </a:cxn>
              <a:cxn ang="0">
                <a:pos x="connsiteX9204" y="connsiteY9204"/>
              </a:cxn>
              <a:cxn ang="0">
                <a:pos x="connsiteX9205" y="connsiteY9205"/>
              </a:cxn>
              <a:cxn ang="0">
                <a:pos x="connsiteX9206" y="connsiteY9206"/>
              </a:cxn>
              <a:cxn ang="0">
                <a:pos x="connsiteX9207" y="connsiteY9207"/>
              </a:cxn>
              <a:cxn ang="0">
                <a:pos x="connsiteX9208" y="connsiteY9208"/>
              </a:cxn>
              <a:cxn ang="0">
                <a:pos x="connsiteX9209" y="connsiteY9209"/>
              </a:cxn>
              <a:cxn ang="0">
                <a:pos x="connsiteX9210" y="connsiteY9210"/>
              </a:cxn>
              <a:cxn ang="0">
                <a:pos x="connsiteX9211" y="connsiteY9211"/>
              </a:cxn>
              <a:cxn ang="0">
                <a:pos x="connsiteX9212" y="connsiteY9212"/>
              </a:cxn>
              <a:cxn ang="0">
                <a:pos x="connsiteX9213" y="connsiteY9213"/>
              </a:cxn>
              <a:cxn ang="0">
                <a:pos x="connsiteX9214" y="connsiteY9214"/>
              </a:cxn>
              <a:cxn ang="0">
                <a:pos x="connsiteX9215" y="connsiteY9215"/>
              </a:cxn>
              <a:cxn ang="0">
                <a:pos x="connsiteX9216" y="connsiteY9216"/>
              </a:cxn>
              <a:cxn ang="0">
                <a:pos x="connsiteX9217" y="connsiteY9217"/>
              </a:cxn>
              <a:cxn ang="0">
                <a:pos x="connsiteX9218" y="connsiteY9218"/>
              </a:cxn>
              <a:cxn ang="0">
                <a:pos x="connsiteX9219" y="connsiteY9219"/>
              </a:cxn>
              <a:cxn ang="0">
                <a:pos x="connsiteX9220" y="connsiteY9220"/>
              </a:cxn>
              <a:cxn ang="0">
                <a:pos x="connsiteX9221" y="connsiteY9221"/>
              </a:cxn>
              <a:cxn ang="0">
                <a:pos x="connsiteX9222" y="connsiteY9222"/>
              </a:cxn>
              <a:cxn ang="0">
                <a:pos x="connsiteX9223" y="connsiteY9223"/>
              </a:cxn>
              <a:cxn ang="0">
                <a:pos x="connsiteX9224" y="connsiteY9224"/>
              </a:cxn>
              <a:cxn ang="0">
                <a:pos x="connsiteX9225" y="connsiteY9225"/>
              </a:cxn>
              <a:cxn ang="0">
                <a:pos x="connsiteX9226" y="connsiteY9226"/>
              </a:cxn>
              <a:cxn ang="0">
                <a:pos x="connsiteX9227" y="connsiteY9227"/>
              </a:cxn>
              <a:cxn ang="0">
                <a:pos x="connsiteX9228" y="connsiteY9228"/>
              </a:cxn>
              <a:cxn ang="0">
                <a:pos x="connsiteX9229" y="connsiteY9229"/>
              </a:cxn>
              <a:cxn ang="0">
                <a:pos x="connsiteX9230" y="connsiteY9230"/>
              </a:cxn>
              <a:cxn ang="0">
                <a:pos x="connsiteX9231" y="connsiteY9231"/>
              </a:cxn>
              <a:cxn ang="0">
                <a:pos x="connsiteX9232" y="connsiteY9232"/>
              </a:cxn>
              <a:cxn ang="0">
                <a:pos x="connsiteX9233" y="connsiteY9233"/>
              </a:cxn>
              <a:cxn ang="0">
                <a:pos x="connsiteX9234" y="connsiteY9234"/>
              </a:cxn>
              <a:cxn ang="0">
                <a:pos x="connsiteX9235" y="connsiteY9235"/>
              </a:cxn>
              <a:cxn ang="0">
                <a:pos x="connsiteX9236" y="connsiteY9236"/>
              </a:cxn>
              <a:cxn ang="0">
                <a:pos x="connsiteX9237" y="connsiteY9237"/>
              </a:cxn>
              <a:cxn ang="0">
                <a:pos x="connsiteX9238" y="connsiteY9238"/>
              </a:cxn>
              <a:cxn ang="0">
                <a:pos x="connsiteX9239" y="connsiteY9239"/>
              </a:cxn>
              <a:cxn ang="0">
                <a:pos x="connsiteX9240" y="connsiteY9240"/>
              </a:cxn>
              <a:cxn ang="0">
                <a:pos x="connsiteX9241" y="connsiteY9241"/>
              </a:cxn>
              <a:cxn ang="0">
                <a:pos x="connsiteX9242" y="connsiteY9242"/>
              </a:cxn>
              <a:cxn ang="0">
                <a:pos x="connsiteX9243" y="connsiteY9243"/>
              </a:cxn>
              <a:cxn ang="0">
                <a:pos x="connsiteX9244" y="connsiteY9244"/>
              </a:cxn>
              <a:cxn ang="0">
                <a:pos x="connsiteX9245" y="connsiteY9245"/>
              </a:cxn>
              <a:cxn ang="0">
                <a:pos x="connsiteX9246" y="connsiteY9246"/>
              </a:cxn>
              <a:cxn ang="0">
                <a:pos x="connsiteX9247" y="connsiteY9247"/>
              </a:cxn>
              <a:cxn ang="0">
                <a:pos x="connsiteX9248" y="connsiteY9248"/>
              </a:cxn>
              <a:cxn ang="0">
                <a:pos x="connsiteX9249" y="connsiteY9249"/>
              </a:cxn>
              <a:cxn ang="0">
                <a:pos x="connsiteX9250" y="connsiteY9250"/>
              </a:cxn>
              <a:cxn ang="0">
                <a:pos x="connsiteX9251" y="connsiteY9251"/>
              </a:cxn>
              <a:cxn ang="0">
                <a:pos x="connsiteX9252" y="connsiteY9252"/>
              </a:cxn>
              <a:cxn ang="0">
                <a:pos x="connsiteX9253" y="connsiteY9253"/>
              </a:cxn>
              <a:cxn ang="0">
                <a:pos x="connsiteX9254" y="connsiteY9254"/>
              </a:cxn>
              <a:cxn ang="0">
                <a:pos x="connsiteX9255" y="connsiteY9255"/>
              </a:cxn>
              <a:cxn ang="0">
                <a:pos x="connsiteX9256" y="connsiteY9256"/>
              </a:cxn>
              <a:cxn ang="0">
                <a:pos x="connsiteX9257" y="connsiteY9257"/>
              </a:cxn>
              <a:cxn ang="0">
                <a:pos x="connsiteX9258" y="connsiteY9258"/>
              </a:cxn>
              <a:cxn ang="0">
                <a:pos x="connsiteX9259" y="connsiteY9259"/>
              </a:cxn>
              <a:cxn ang="0">
                <a:pos x="connsiteX9260" y="connsiteY9260"/>
              </a:cxn>
              <a:cxn ang="0">
                <a:pos x="connsiteX9261" y="connsiteY9261"/>
              </a:cxn>
              <a:cxn ang="0">
                <a:pos x="connsiteX9262" y="connsiteY9262"/>
              </a:cxn>
              <a:cxn ang="0">
                <a:pos x="connsiteX9263" y="connsiteY9263"/>
              </a:cxn>
              <a:cxn ang="0">
                <a:pos x="connsiteX9264" y="connsiteY9264"/>
              </a:cxn>
              <a:cxn ang="0">
                <a:pos x="connsiteX9265" y="connsiteY9265"/>
              </a:cxn>
              <a:cxn ang="0">
                <a:pos x="connsiteX9266" y="connsiteY9266"/>
              </a:cxn>
              <a:cxn ang="0">
                <a:pos x="connsiteX9267" y="connsiteY9267"/>
              </a:cxn>
              <a:cxn ang="0">
                <a:pos x="connsiteX9268" y="connsiteY9268"/>
              </a:cxn>
              <a:cxn ang="0">
                <a:pos x="connsiteX9269" y="connsiteY9269"/>
              </a:cxn>
              <a:cxn ang="0">
                <a:pos x="connsiteX9270" y="connsiteY9270"/>
              </a:cxn>
              <a:cxn ang="0">
                <a:pos x="connsiteX9271" y="connsiteY9271"/>
              </a:cxn>
              <a:cxn ang="0">
                <a:pos x="connsiteX9272" y="connsiteY9272"/>
              </a:cxn>
              <a:cxn ang="0">
                <a:pos x="connsiteX9273" y="connsiteY9273"/>
              </a:cxn>
              <a:cxn ang="0">
                <a:pos x="connsiteX9274" y="connsiteY9274"/>
              </a:cxn>
              <a:cxn ang="0">
                <a:pos x="connsiteX9275" y="connsiteY9275"/>
              </a:cxn>
              <a:cxn ang="0">
                <a:pos x="connsiteX9276" y="connsiteY9276"/>
              </a:cxn>
              <a:cxn ang="0">
                <a:pos x="connsiteX9277" y="connsiteY9277"/>
              </a:cxn>
              <a:cxn ang="0">
                <a:pos x="connsiteX9278" y="connsiteY9278"/>
              </a:cxn>
              <a:cxn ang="0">
                <a:pos x="connsiteX9279" y="connsiteY9279"/>
              </a:cxn>
              <a:cxn ang="0">
                <a:pos x="connsiteX9280" y="connsiteY9280"/>
              </a:cxn>
              <a:cxn ang="0">
                <a:pos x="connsiteX9281" y="connsiteY9281"/>
              </a:cxn>
              <a:cxn ang="0">
                <a:pos x="connsiteX9282" y="connsiteY9282"/>
              </a:cxn>
              <a:cxn ang="0">
                <a:pos x="connsiteX9283" y="connsiteY9283"/>
              </a:cxn>
              <a:cxn ang="0">
                <a:pos x="connsiteX9284" y="connsiteY9284"/>
              </a:cxn>
              <a:cxn ang="0">
                <a:pos x="connsiteX9285" y="connsiteY9285"/>
              </a:cxn>
              <a:cxn ang="0">
                <a:pos x="connsiteX9286" y="connsiteY9286"/>
              </a:cxn>
              <a:cxn ang="0">
                <a:pos x="connsiteX9287" y="connsiteY9287"/>
              </a:cxn>
              <a:cxn ang="0">
                <a:pos x="connsiteX9288" y="connsiteY9288"/>
              </a:cxn>
              <a:cxn ang="0">
                <a:pos x="connsiteX9289" y="connsiteY9289"/>
              </a:cxn>
              <a:cxn ang="0">
                <a:pos x="connsiteX9290" y="connsiteY9290"/>
              </a:cxn>
              <a:cxn ang="0">
                <a:pos x="connsiteX9291" y="connsiteY9291"/>
              </a:cxn>
              <a:cxn ang="0">
                <a:pos x="connsiteX9292" y="connsiteY9292"/>
              </a:cxn>
              <a:cxn ang="0">
                <a:pos x="connsiteX9293" y="connsiteY9293"/>
              </a:cxn>
              <a:cxn ang="0">
                <a:pos x="connsiteX9294" y="connsiteY9294"/>
              </a:cxn>
              <a:cxn ang="0">
                <a:pos x="connsiteX9295" y="connsiteY9295"/>
              </a:cxn>
              <a:cxn ang="0">
                <a:pos x="connsiteX9296" y="connsiteY9296"/>
              </a:cxn>
              <a:cxn ang="0">
                <a:pos x="connsiteX9297" y="connsiteY9297"/>
              </a:cxn>
              <a:cxn ang="0">
                <a:pos x="connsiteX9298" y="connsiteY9298"/>
              </a:cxn>
              <a:cxn ang="0">
                <a:pos x="connsiteX9299" y="connsiteY9299"/>
              </a:cxn>
              <a:cxn ang="0">
                <a:pos x="connsiteX9300" y="connsiteY9300"/>
              </a:cxn>
              <a:cxn ang="0">
                <a:pos x="connsiteX9301" y="connsiteY9301"/>
              </a:cxn>
              <a:cxn ang="0">
                <a:pos x="connsiteX9302" y="connsiteY9302"/>
              </a:cxn>
              <a:cxn ang="0">
                <a:pos x="connsiteX9303" y="connsiteY9303"/>
              </a:cxn>
              <a:cxn ang="0">
                <a:pos x="connsiteX9304" y="connsiteY9304"/>
              </a:cxn>
              <a:cxn ang="0">
                <a:pos x="connsiteX9305" y="connsiteY9305"/>
              </a:cxn>
              <a:cxn ang="0">
                <a:pos x="connsiteX9306" y="connsiteY9306"/>
              </a:cxn>
              <a:cxn ang="0">
                <a:pos x="connsiteX9307" y="connsiteY9307"/>
              </a:cxn>
              <a:cxn ang="0">
                <a:pos x="connsiteX9308" y="connsiteY9308"/>
              </a:cxn>
              <a:cxn ang="0">
                <a:pos x="connsiteX9309" y="connsiteY9309"/>
              </a:cxn>
              <a:cxn ang="0">
                <a:pos x="connsiteX9310" y="connsiteY9310"/>
              </a:cxn>
              <a:cxn ang="0">
                <a:pos x="connsiteX9311" y="connsiteY9311"/>
              </a:cxn>
              <a:cxn ang="0">
                <a:pos x="connsiteX9312" y="connsiteY9312"/>
              </a:cxn>
              <a:cxn ang="0">
                <a:pos x="connsiteX9313" y="connsiteY9313"/>
              </a:cxn>
              <a:cxn ang="0">
                <a:pos x="connsiteX9314" y="connsiteY9314"/>
              </a:cxn>
              <a:cxn ang="0">
                <a:pos x="connsiteX9315" y="connsiteY9315"/>
              </a:cxn>
              <a:cxn ang="0">
                <a:pos x="connsiteX9316" y="connsiteY9316"/>
              </a:cxn>
              <a:cxn ang="0">
                <a:pos x="connsiteX9317" y="connsiteY9317"/>
              </a:cxn>
              <a:cxn ang="0">
                <a:pos x="connsiteX9318" y="connsiteY9318"/>
              </a:cxn>
              <a:cxn ang="0">
                <a:pos x="connsiteX9319" y="connsiteY9319"/>
              </a:cxn>
              <a:cxn ang="0">
                <a:pos x="connsiteX9320" y="connsiteY9320"/>
              </a:cxn>
              <a:cxn ang="0">
                <a:pos x="connsiteX9321" y="connsiteY9321"/>
              </a:cxn>
              <a:cxn ang="0">
                <a:pos x="connsiteX9322" y="connsiteY9322"/>
              </a:cxn>
              <a:cxn ang="0">
                <a:pos x="connsiteX9323" y="connsiteY9323"/>
              </a:cxn>
              <a:cxn ang="0">
                <a:pos x="connsiteX9324" y="connsiteY9324"/>
              </a:cxn>
              <a:cxn ang="0">
                <a:pos x="connsiteX9325" y="connsiteY9325"/>
              </a:cxn>
              <a:cxn ang="0">
                <a:pos x="connsiteX9326" y="connsiteY9326"/>
              </a:cxn>
              <a:cxn ang="0">
                <a:pos x="connsiteX9327" y="connsiteY9327"/>
              </a:cxn>
              <a:cxn ang="0">
                <a:pos x="connsiteX9328" y="connsiteY9328"/>
              </a:cxn>
              <a:cxn ang="0">
                <a:pos x="connsiteX9329" y="connsiteY9329"/>
              </a:cxn>
              <a:cxn ang="0">
                <a:pos x="connsiteX9330" y="connsiteY9330"/>
              </a:cxn>
              <a:cxn ang="0">
                <a:pos x="connsiteX9331" y="connsiteY9331"/>
              </a:cxn>
              <a:cxn ang="0">
                <a:pos x="connsiteX9332" y="connsiteY9332"/>
              </a:cxn>
              <a:cxn ang="0">
                <a:pos x="connsiteX9333" y="connsiteY9333"/>
              </a:cxn>
              <a:cxn ang="0">
                <a:pos x="connsiteX9334" y="connsiteY9334"/>
              </a:cxn>
              <a:cxn ang="0">
                <a:pos x="connsiteX9335" y="connsiteY9335"/>
              </a:cxn>
              <a:cxn ang="0">
                <a:pos x="connsiteX9336" y="connsiteY9336"/>
              </a:cxn>
              <a:cxn ang="0">
                <a:pos x="connsiteX9337" y="connsiteY9337"/>
              </a:cxn>
              <a:cxn ang="0">
                <a:pos x="connsiteX9338" y="connsiteY9338"/>
              </a:cxn>
              <a:cxn ang="0">
                <a:pos x="connsiteX9339" y="connsiteY9339"/>
              </a:cxn>
              <a:cxn ang="0">
                <a:pos x="connsiteX9340" y="connsiteY9340"/>
              </a:cxn>
              <a:cxn ang="0">
                <a:pos x="connsiteX9341" y="connsiteY9341"/>
              </a:cxn>
              <a:cxn ang="0">
                <a:pos x="connsiteX9342" y="connsiteY9342"/>
              </a:cxn>
              <a:cxn ang="0">
                <a:pos x="connsiteX9343" y="connsiteY9343"/>
              </a:cxn>
              <a:cxn ang="0">
                <a:pos x="connsiteX9344" y="connsiteY9344"/>
              </a:cxn>
              <a:cxn ang="0">
                <a:pos x="connsiteX9345" y="connsiteY9345"/>
              </a:cxn>
              <a:cxn ang="0">
                <a:pos x="connsiteX9346" y="connsiteY9346"/>
              </a:cxn>
              <a:cxn ang="0">
                <a:pos x="connsiteX9347" y="connsiteY9347"/>
              </a:cxn>
              <a:cxn ang="0">
                <a:pos x="connsiteX9348" y="connsiteY9348"/>
              </a:cxn>
              <a:cxn ang="0">
                <a:pos x="connsiteX9349" y="connsiteY9349"/>
              </a:cxn>
              <a:cxn ang="0">
                <a:pos x="connsiteX9350" y="connsiteY9350"/>
              </a:cxn>
              <a:cxn ang="0">
                <a:pos x="connsiteX9351" y="connsiteY9351"/>
              </a:cxn>
              <a:cxn ang="0">
                <a:pos x="connsiteX9352" y="connsiteY9352"/>
              </a:cxn>
              <a:cxn ang="0">
                <a:pos x="connsiteX9353" y="connsiteY9353"/>
              </a:cxn>
              <a:cxn ang="0">
                <a:pos x="connsiteX9354" y="connsiteY9354"/>
              </a:cxn>
              <a:cxn ang="0">
                <a:pos x="connsiteX9355" y="connsiteY9355"/>
              </a:cxn>
              <a:cxn ang="0">
                <a:pos x="connsiteX9356" y="connsiteY9356"/>
              </a:cxn>
              <a:cxn ang="0">
                <a:pos x="connsiteX9357" y="connsiteY9357"/>
              </a:cxn>
              <a:cxn ang="0">
                <a:pos x="connsiteX9358" y="connsiteY9358"/>
              </a:cxn>
              <a:cxn ang="0">
                <a:pos x="connsiteX9359" y="connsiteY9359"/>
              </a:cxn>
              <a:cxn ang="0">
                <a:pos x="connsiteX9360" y="connsiteY9360"/>
              </a:cxn>
              <a:cxn ang="0">
                <a:pos x="connsiteX9361" y="connsiteY9361"/>
              </a:cxn>
              <a:cxn ang="0">
                <a:pos x="connsiteX9362" y="connsiteY9362"/>
              </a:cxn>
              <a:cxn ang="0">
                <a:pos x="connsiteX9363" y="connsiteY9363"/>
              </a:cxn>
              <a:cxn ang="0">
                <a:pos x="connsiteX9364" y="connsiteY9364"/>
              </a:cxn>
              <a:cxn ang="0">
                <a:pos x="connsiteX9365" y="connsiteY9365"/>
              </a:cxn>
              <a:cxn ang="0">
                <a:pos x="connsiteX9366" y="connsiteY9366"/>
              </a:cxn>
              <a:cxn ang="0">
                <a:pos x="connsiteX9367" y="connsiteY9367"/>
              </a:cxn>
              <a:cxn ang="0">
                <a:pos x="connsiteX9368" y="connsiteY9368"/>
              </a:cxn>
              <a:cxn ang="0">
                <a:pos x="connsiteX9369" y="connsiteY9369"/>
              </a:cxn>
              <a:cxn ang="0">
                <a:pos x="connsiteX9370" y="connsiteY9370"/>
              </a:cxn>
              <a:cxn ang="0">
                <a:pos x="connsiteX9371" y="connsiteY9371"/>
              </a:cxn>
              <a:cxn ang="0">
                <a:pos x="connsiteX9372" y="connsiteY9372"/>
              </a:cxn>
              <a:cxn ang="0">
                <a:pos x="connsiteX9373" y="connsiteY9373"/>
              </a:cxn>
              <a:cxn ang="0">
                <a:pos x="connsiteX9374" y="connsiteY9374"/>
              </a:cxn>
              <a:cxn ang="0">
                <a:pos x="connsiteX9375" y="connsiteY9375"/>
              </a:cxn>
              <a:cxn ang="0">
                <a:pos x="connsiteX9376" y="connsiteY9376"/>
              </a:cxn>
              <a:cxn ang="0">
                <a:pos x="connsiteX9377" y="connsiteY9377"/>
              </a:cxn>
              <a:cxn ang="0">
                <a:pos x="connsiteX9378" y="connsiteY9378"/>
              </a:cxn>
              <a:cxn ang="0">
                <a:pos x="connsiteX9379" y="connsiteY9379"/>
              </a:cxn>
              <a:cxn ang="0">
                <a:pos x="connsiteX9380" y="connsiteY9380"/>
              </a:cxn>
              <a:cxn ang="0">
                <a:pos x="connsiteX9381" y="connsiteY9381"/>
              </a:cxn>
              <a:cxn ang="0">
                <a:pos x="connsiteX9382" y="connsiteY9382"/>
              </a:cxn>
              <a:cxn ang="0">
                <a:pos x="connsiteX9383" y="connsiteY9383"/>
              </a:cxn>
              <a:cxn ang="0">
                <a:pos x="connsiteX9384" y="connsiteY9384"/>
              </a:cxn>
              <a:cxn ang="0">
                <a:pos x="connsiteX9385" y="connsiteY9385"/>
              </a:cxn>
              <a:cxn ang="0">
                <a:pos x="connsiteX9386" y="connsiteY9386"/>
              </a:cxn>
              <a:cxn ang="0">
                <a:pos x="connsiteX9387" y="connsiteY9387"/>
              </a:cxn>
              <a:cxn ang="0">
                <a:pos x="connsiteX9388" y="connsiteY9388"/>
              </a:cxn>
              <a:cxn ang="0">
                <a:pos x="connsiteX9389" y="connsiteY9389"/>
              </a:cxn>
              <a:cxn ang="0">
                <a:pos x="connsiteX9390" y="connsiteY9390"/>
              </a:cxn>
              <a:cxn ang="0">
                <a:pos x="connsiteX9391" y="connsiteY9391"/>
              </a:cxn>
              <a:cxn ang="0">
                <a:pos x="connsiteX9392" y="connsiteY9392"/>
              </a:cxn>
              <a:cxn ang="0">
                <a:pos x="connsiteX9393" y="connsiteY9393"/>
              </a:cxn>
              <a:cxn ang="0">
                <a:pos x="connsiteX9394" y="connsiteY9394"/>
              </a:cxn>
              <a:cxn ang="0">
                <a:pos x="connsiteX9395" y="connsiteY9395"/>
              </a:cxn>
              <a:cxn ang="0">
                <a:pos x="connsiteX9396" y="connsiteY9396"/>
              </a:cxn>
              <a:cxn ang="0">
                <a:pos x="connsiteX9397" y="connsiteY9397"/>
              </a:cxn>
              <a:cxn ang="0">
                <a:pos x="connsiteX9398" y="connsiteY9398"/>
              </a:cxn>
              <a:cxn ang="0">
                <a:pos x="connsiteX9399" y="connsiteY9399"/>
              </a:cxn>
              <a:cxn ang="0">
                <a:pos x="connsiteX9400" y="connsiteY9400"/>
              </a:cxn>
              <a:cxn ang="0">
                <a:pos x="connsiteX9401" y="connsiteY9401"/>
              </a:cxn>
              <a:cxn ang="0">
                <a:pos x="connsiteX9402" y="connsiteY9402"/>
              </a:cxn>
              <a:cxn ang="0">
                <a:pos x="connsiteX9403" y="connsiteY9403"/>
              </a:cxn>
              <a:cxn ang="0">
                <a:pos x="connsiteX9404" y="connsiteY9404"/>
              </a:cxn>
              <a:cxn ang="0">
                <a:pos x="connsiteX9405" y="connsiteY9405"/>
              </a:cxn>
              <a:cxn ang="0">
                <a:pos x="connsiteX9406" y="connsiteY9406"/>
              </a:cxn>
              <a:cxn ang="0">
                <a:pos x="connsiteX9407" y="connsiteY9407"/>
              </a:cxn>
              <a:cxn ang="0">
                <a:pos x="connsiteX9408" y="connsiteY9408"/>
              </a:cxn>
              <a:cxn ang="0">
                <a:pos x="connsiteX9409" y="connsiteY9409"/>
              </a:cxn>
              <a:cxn ang="0">
                <a:pos x="connsiteX9410" y="connsiteY9410"/>
              </a:cxn>
              <a:cxn ang="0">
                <a:pos x="connsiteX9411" y="connsiteY9411"/>
              </a:cxn>
              <a:cxn ang="0">
                <a:pos x="connsiteX9412" y="connsiteY9412"/>
              </a:cxn>
              <a:cxn ang="0">
                <a:pos x="connsiteX9413" y="connsiteY9413"/>
              </a:cxn>
              <a:cxn ang="0">
                <a:pos x="connsiteX9414" y="connsiteY9414"/>
              </a:cxn>
              <a:cxn ang="0">
                <a:pos x="connsiteX9415" y="connsiteY9415"/>
              </a:cxn>
              <a:cxn ang="0">
                <a:pos x="connsiteX9416" y="connsiteY9416"/>
              </a:cxn>
              <a:cxn ang="0">
                <a:pos x="connsiteX9417" y="connsiteY9417"/>
              </a:cxn>
              <a:cxn ang="0">
                <a:pos x="connsiteX9418" y="connsiteY9418"/>
              </a:cxn>
              <a:cxn ang="0">
                <a:pos x="connsiteX9419" y="connsiteY9419"/>
              </a:cxn>
              <a:cxn ang="0">
                <a:pos x="connsiteX9420" y="connsiteY9420"/>
              </a:cxn>
              <a:cxn ang="0">
                <a:pos x="connsiteX9421" y="connsiteY9421"/>
              </a:cxn>
              <a:cxn ang="0">
                <a:pos x="connsiteX9422" y="connsiteY9422"/>
              </a:cxn>
              <a:cxn ang="0">
                <a:pos x="connsiteX9423" y="connsiteY9423"/>
              </a:cxn>
              <a:cxn ang="0">
                <a:pos x="connsiteX9424" y="connsiteY9424"/>
              </a:cxn>
              <a:cxn ang="0">
                <a:pos x="connsiteX9425" y="connsiteY9425"/>
              </a:cxn>
              <a:cxn ang="0">
                <a:pos x="connsiteX9426" y="connsiteY9426"/>
              </a:cxn>
              <a:cxn ang="0">
                <a:pos x="connsiteX9427" y="connsiteY9427"/>
              </a:cxn>
              <a:cxn ang="0">
                <a:pos x="connsiteX9428" y="connsiteY9428"/>
              </a:cxn>
              <a:cxn ang="0">
                <a:pos x="connsiteX9429" y="connsiteY9429"/>
              </a:cxn>
              <a:cxn ang="0">
                <a:pos x="connsiteX9430" y="connsiteY9430"/>
              </a:cxn>
              <a:cxn ang="0">
                <a:pos x="connsiteX9431" y="connsiteY9431"/>
              </a:cxn>
              <a:cxn ang="0">
                <a:pos x="connsiteX9432" y="connsiteY9432"/>
              </a:cxn>
              <a:cxn ang="0">
                <a:pos x="connsiteX9433" y="connsiteY9433"/>
              </a:cxn>
              <a:cxn ang="0">
                <a:pos x="connsiteX9434" y="connsiteY9434"/>
              </a:cxn>
              <a:cxn ang="0">
                <a:pos x="connsiteX9435" y="connsiteY9435"/>
              </a:cxn>
              <a:cxn ang="0">
                <a:pos x="connsiteX9436" y="connsiteY9436"/>
              </a:cxn>
              <a:cxn ang="0">
                <a:pos x="connsiteX9437" y="connsiteY9437"/>
              </a:cxn>
              <a:cxn ang="0">
                <a:pos x="connsiteX9438" y="connsiteY9438"/>
              </a:cxn>
              <a:cxn ang="0">
                <a:pos x="connsiteX9439" y="connsiteY9439"/>
              </a:cxn>
              <a:cxn ang="0">
                <a:pos x="connsiteX9440" y="connsiteY9440"/>
              </a:cxn>
              <a:cxn ang="0">
                <a:pos x="connsiteX9441" y="connsiteY9441"/>
              </a:cxn>
              <a:cxn ang="0">
                <a:pos x="connsiteX9442" y="connsiteY9442"/>
              </a:cxn>
              <a:cxn ang="0">
                <a:pos x="connsiteX9443" y="connsiteY9443"/>
              </a:cxn>
              <a:cxn ang="0">
                <a:pos x="connsiteX9444" y="connsiteY9444"/>
              </a:cxn>
              <a:cxn ang="0">
                <a:pos x="connsiteX9445" y="connsiteY9445"/>
              </a:cxn>
              <a:cxn ang="0">
                <a:pos x="connsiteX9446" y="connsiteY9446"/>
              </a:cxn>
              <a:cxn ang="0">
                <a:pos x="connsiteX9447" y="connsiteY9447"/>
              </a:cxn>
              <a:cxn ang="0">
                <a:pos x="connsiteX9448" y="connsiteY9448"/>
              </a:cxn>
              <a:cxn ang="0">
                <a:pos x="connsiteX9449" y="connsiteY9449"/>
              </a:cxn>
              <a:cxn ang="0">
                <a:pos x="connsiteX9450" y="connsiteY9450"/>
              </a:cxn>
              <a:cxn ang="0">
                <a:pos x="connsiteX9451" y="connsiteY9451"/>
              </a:cxn>
              <a:cxn ang="0">
                <a:pos x="connsiteX9452" y="connsiteY9452"/>
              </a:cxn>
              <a:cxn ang="0">
                <a:pos x="connsiteX9453" y="connsiteY9453"/>
              </a:cxn>
              <a:cxn ang="0">
                <a:pos x="connsiteX9454" y="connsiteY9454"/>
              </a:cxn>
              <a:cxn ang="0">
                <a:pos x="connsiteX9455" y="connsiteY9455"/>
              </a:cxn>
              <a:cxn ang="0">
                <a:pos x="connsiteX9456" y="connsiteY9456"/>
              </a:cxn>
              <a:cxn ang="0">
                <a:pos x="connsiteX9457" y="connsiteY9457"/>
              </a:cxn>
              <a:cxn ang="0">
                <a:pos x="connsiteX9458" y="connsiteY9458"/>
              </a:cxn>
              <a:cxn ang="0">
                <a:pos x="connsiteX9459" y="connsiteY9459"/>
              </a:cxn>
              <a:cxn ang="0">
                <a:pos x="connsiteX9460" y="connsiteY9460"/>
              </a:cxn>
              <a:cxn ang="0">
                <a:pos x="connsiteX9461" y="connsiteY9461"/>
              </a:cxn>
              <a:cxn ang="0">
                <a:pos x="connsiteX9462" y="connsiteY9462"/>
              </a:cxn>
              <a:cxn ang="0">
                <a:pos x="connsiteX9463" y="connsiteY9463"/>
              </a:cxn>
              <a:cxn ang="0">
                <a:pos x="connsiteX9464" y="connsiteY9464"/>
              </a:cxn>
              <a:cxn ang="0">
                <a:pos x="connsiteX9465" y="connsiteY9465"/>
              </a:cxn>
              <a:cxn ang="0">
                <a:pos x="connsiteX9466" y="connsiteY9466"/>
              </a:cxn>
              <a:cxn ang="0">
                <a:pos x="connsiteX9467" y="connsiteY9467"/>
              </a:cxn>
              <a:cxn ang="0">
                <a:pos x="connsiteX9468" y="connsiteY9468"/>
              </a:cxn>
              <a:cxn ang="0">
                <a:pos x="connsiteX9469" y="connsiteY9469"/>
              </a:cxn>
              <a:cxn ang="0">
                <a:pos x="connsiteX9470" y="connsiteY9470"/>
              </a:cxn>
              <a:cxn ang="0">
                <a:pos x="connsiteX9471" y="connsiteY9471"/>
              </a:cxn>
              <a:cxn ang="0">
                <a:pos x="connsiteX9472" y="connsiteY9472"/>
              </a:cxn>
              <a:cxn ang="0">
                <a:pos x="connsiteX9473" y="connsiteY9473"/>
              </a:cxn>
              <a:cxn ang="0">
                <a:pos x="connsiteX9474" y="connsiteY9474"/>
              </a:cxn>
              <a:cxn ang="0">
                <a:pos x="connsiteX9475" y="connsiteY9475"/>
              </a:cxn>
              <a:cxn ang="0">
                <a:pos x="connsiteX9476" y="connsiteY9476"/>
              </a:cxn>
              <a:cxn ang="0">
                <a:pos x="connsiteX9477" y="connsiteY9477"/>
              </a:cxn>
              <a:cxn ang="0">
                <a:pos x="connsiteX9478" y="connsiteY9478"/>
              </a:cxn>
              <a:cxn ang="0">
                <a:pos x="connsiteX9479" y="connsiteY9479"/>
              </a:cxn>
              <a:cxn ang="0">
                <a:pos x="connsiteX9480" y="connsiteY9480"/>
              </a:cxn>
              <a:cxn ang="0">
                <a:pos x="connsiteX9481" y="connsiteY9481"/>
              </a:cxn>
              <a:cxn ang="0">
                <a:pos x="connsiteX9482" y="connsiteY9482"/>
              </a:cxn>
              <a:cxn ang="0">
                <a:pos x="connsiteX9483" y="connsiteY9483"/>
              </a:cxn>
              <a:cxn ang="0">
                <a:pos x="connsiteX9484" y="connsiteY9484"/>
              </a:cxn>
              <a:cxn ang="0">
                <a:pos x="connsiteX9485" y="connsiteY9485"/>
              </a:cxn>
              <a:cxn ang="0">
                <a:pos x="connsiteX9486" y="connsiteY9486"/>
              </a:cxn>
              <a:cxn ang="0">
                <a:pos x="connsiteX9487" y="connsiteY9487"/>
              </a:cxn>
              <a:cxn ang="0">
                <a:pos x="connsiteX9488" y="connsiteY9488"/>
              </a:cxn>
              <a:cxn ang="0">
                <a:pos x="connsiteX9489" y="connsiteY9489"/>
              </a:cxn>
              <a:cxn ang="0">
                <a:pos x="connsiteX9490" y="connsiteY9490"/>
              </a:cxn>
              <a:cxn ang="0">
                <a:pos x="connsiteX9491" y="connsiteY9491"/>
              </a:cxn>
              <a:cxn ang="0">
                <a:pos x="connsiteX9492" y="connsiteY9492"/>
              </a:cxn>
              <a:cxn ang="0">
                <a:pos x="connsiteX9493" y="connsiteY9493"/>
              </a:cxn>
              <a:cxn ang="0">
                <a:pos x="connsiteX9494" y="connsiteY9494"/>
              </a:cxn>
              <a:cxn ang="0">
                <a:pos x="connsiteX9495" y="connsiteY9495"/>
              </a:cxn>
              <a:cxn ang="0">
                <a:pos x="connsiteX9496" y="connsiteY9496"/>
              </a:cxn>
              <a:cxn ang="0">
                <a:pos x="connsiteX9497" y="connsiteY9497"/>
              </a:cxn>
              <a:cxn ang="0">
                <a:pos x="connsiteX9498" y="connsiteY9498"/>
              </a:cxn>
              <a:cxn ang="0">
                <a:pos x="connsiteX9499" y="connsiteY9499"/>
              </a:cxn>
              <a:cxn ang="0">
                <a:pos x="connsiteX9500" y="connsiteY9500"/>
              </a:cxn>
              <a:cxn ang="0">
                <a:pos x="connsiteX9501" y="connsiteY9501"/>
              </a:cxn>
              <a:cxn ang="0">
                <a:pos x="connsiteX9502" y="connsiteY9502"/>
              </a:cxn>
              <a:cxn ang="0">
                <a:pos x="connsiteX9503" y="connsiteY9503"/>
              </a:cxn>
              <a:cxn ang="0">
                <a:pos x="connsiteX9504" y="connsiteY9504"/>
              </a:cxn>
              <a:cxn ang="0">
                <a:pos x="connsiteX9505" y="connsiteY9505"/>
              </a:cxn>
              <a:cxn ang="0">
                <a:pos x="connsiteX9506" y="connsiteY9506"/>
              </a:cxn>
              <a:cxn ang="0">
                <a:pos x="connsiteX9507" y="connsiteY9507"/>
              </a:cxn>
              <a:cxn ang="0">
                <a:pos x="connsiteX9508" y="connsiteY9508"/>
              </a:cxn>
              <a:cxn ang="0">
                <a:pos x="connsiteX9509" y="connsiteY9509"/>
              </a:cxn>
              <a:cxn ang="0">
                <a:pos x="connsiteX9510" y="connsiteY9510"/>
              </a:cxn>
              <a:cxn ang="0">
                <a:pos x="connsiteX9511" y="connsiteY9511"/>
              </a:cxn>
              <a:cxn ang="0">
                <a:pos x="connsiteX9512" y="connsiteY9512"/>
              </a:cxn>
              <a:cxn ang="0">
                <a:pos x="connsiteX9513" y="connsiteY9513"/>
              </a:cxn>
              <a:cxn ang="0">
                <a:pos x="connsiteX9514" y="connsiteY9514"/>
              </a:cxn>
              <a:cxn ang="0">
                <a:pos x="connsiteX9515" y="connsiteY9515"/>
              </a:cxn>
              <a:cxn ang="0">
                <a:pos x="connsiteX9516" y="connsiteY9516"/>
              </a:cxn>
              <a:cxn ang="0">
                <a:pos x="connsiteX9517" y="connsiteY9517"/>
              </a:cxn>
              <a:cxn ang="0">
                <a:pos x="connsiteX9518" y="connsiteY9518"/>
              </a:cxn>
              <a:cxn ang="0">
                <a:pos x="connsiteX9519" y="connsiteY9519"/>
              </a:cxn>
              <a:cxn ang="0">
                <a:pos x="connsiteX9520" y="connsiteY9520"/>
              </a:cxn>
              <a:cxn ang="0">
                <a:pos x="connsiteX9521" y="connsiteY9521"/>
              </a:cxn>
              <a:cxn ang="0">
                <a:pos x="connsiteX9522" y="connsiteY9522"/>
              </a:cxn>
              <a:cxn ang="0">
                <a:pos x="connsiteX9523" y="connsiteY9523"/>
              </a:cxn>
              <a:cxn ang="0">
                <a:pos x="connsiteX9524" y="connsiteY9524"/>
              </a:cxn>
              <a:cxn ang="0">
                <a:pos x="connsiteX9525" y="connsiteY9525"/>
              </a:cxn>
              <a:cxn ang="0">
                <a:pos x="connsiteX9526" y="connsiteY9526"/>
              </a:cxn>
              <a:cxn ang="0">
                <a:pos x="connsiteX9527" y="connsiteY9527"/>
              </a:cxn>
              <a:cxn ang="0">
                <a:pos x="connsiteX9528" y="connsiteY9528"/>
              </a:cxn>
              <a:cxn ang="0">
                <a:pos x="connsiteX9529" y="connsiteY9529"/>
              </a:cxn>
              <a:cxn ang="0">
                <a:pos x="connsiteX9530" y="connsiteY9530"/>
              </a:cxn>
              <a:cxn ang="0">
                <a:pos x="connsiteX9531" y="connsiteY9531"/>
              </a:cxn>
              <a:cxn ang="0">
                <a:pos x="connsiteX9532" y="connsiteY9532"/>
              </a:cxn>
              <a:cxn ang="0">
                <a:pos x="connsiteX9533" y="connsiteY9533"/>
              </a:cxn>
              <a:cxn ang="0">
                <a:pos x="connsiteX9534" y="connsiteY9534"/>
              </a:cxn>
              <a:cxn ang="0">
                <a:pos x="connsiteX9535" y="connsiteY9535"/>
              </a:cxn>
              <a:cxn ang="0">
                <a:pos x="connsiteX9536" y="connsiteY9536"/>
              </a:cxn>
              <a:cxn ang="0">
                <a:pos x="connsiteX9537" y="connsiteY9537"/>
              </a:cxn>
              <a:cxn ang="0">
                <a:pos x="connsiteX9538" y="connsiteY9538"/>
              </a:cxn>
              <a:cxn ang="0">
                <a:pos x="connsiteX9539" y="connsiteY9539"/>
              </a:cxn>
              <a:cxn ang="0">
                <a:pos x="connsiteX9540" y="connsiteY9540"/>
              </a:cxn>
              <a:cxn ang="0">
                <a:pos x="connsiteX9541" y="connsiteY9541"/>
              </a:cxn>
              <a:cxn ang="0">
                <a:pos x="connsiteX9542" y="connsiteY9542"/>
              </a:cxn>
              <a:cxn ang="0">
                <a:pos x="connsiteX9543" y="connsiteY9543"/>
              </a:cxn>
              <a:cxn ang="0">
                <a:pos x="connsiteX9544" y="connsiteY9544"/>
              </a:cxn>
              <a:cxn ang="0">
                <a:pos x="connsiteX9545" y="connsiteY9545"/>
              </a:cxn>
              <a:cxn ang="0">
                <a:pos x="connsiteX9546" y="connsiteY9546"/>
              </a:cxn>
              <a:cxn ang="0">
                <a:pos x="connsiteX9547" y="connsiteY9547"/>
              </a:cxn>
              <a:cxn ang="0">
                <a:pos x="connsiteX9548" y="connsiteY9548"/>
              </a:cxn>
              <a:cxn ang="0">
                <a:pos x="connsiteX9549" y="connsiteY9549"/>
              </a:cxn>
              <a:cxn ang="0">
                <a:pos x="connsiteX9550" y="connsiteY9550"/>
              </a:cxn>
              <a:cxn ang="0">
                <a:pos x="connsiteX9551" y="connsiteY9551"/>
              </a:cxn>
              <a:cxn ang="0">
                <a:pos x="connsiteX9552" y="connsiteY9552"/>
              </a:cxn>
              <a:cxn ang="0">
                <a:pos x="connsiteX9553" y="connsiteY9553"/>
              </a:cxn>
              <a:cxn ang="0">
                <a:pos x="connsiteX9554" y="connsiteY9554"/>
              </a:cxn>
              <a:cxn ang="0">
                <a:pos x="connsiteX9555" y="connsiteY9555"/>
              </a:cxn>
              <a:cxn ang="0">
                <a:pos x="connsiteX9556" y="connsiteY9556"/>
              </a:cxn>
              <a:cxn ang="0">
                <a:pos x="connsiteX9557" y="connsiteY9557"/>
              </a:cxn>
              <a:cxn ang="0">
                <a:pos x="connsiteX9558" y="connsiteY9558"/>
              </a:cxn>
              <a:cxn ang="0">
                <a:pos x="connsiteX9559" y="connsiteY9559"/>
              </a:cxn>
              <a:cxn ang="0">
                <a:pos x="connsiteX9560" y="connsiteY9560"/>
              </a:cxn>
              <a:cxn ang="0">
                <a:pos x="connsiteX9561" y="connsiteY9561"/>
              </a:cxn>
              <a:cxn ang="0">
                <a:pos x="connsiteX9562" y="connsiteY9562"/>
              </a:cxn>
              <a:cxn ang="0">
                <a:pos x="connsiteX9563" y="connsiteY9563"/>
              </a:cxn>
              <a:cxn ang="0">
                <a:pos x="connsiteX9564" y="connsiteY9564"/>
              </a:cxn>
              <a:cxn ang="0">
                <a:pos x="connsiteX9565" y="connsiteY9565"/>
              </a:cxn>
              <a:cxn ang="0">
                <a:pos x="connsiteX9566" y="connsiteY9566"/>
              </a:cxn>
              <a:cxn ang="0">
                <a:pos x="connsiteX9567" y="connsiteY9567"/>
              </a:cxn>
              <a:cxn ang="0">
                <a:pos x="connsiteX9568" y="connsiteY9568"/>
              </a:cxn>
              <a:cxn ang="0">
                <a:pos x="connsiteX9569" y="connsiteY9569"/>
              </a:cxn>
              <a:cxn ang="0">
                <a:pos x="connsiteX9570" y="connsiteY9570"/>
              </a:cxn>
              <a:cxn ang="0">
                <a:pos x="connsiteX9571" y="connsiteY9571"/>
              </a:cxn>
              <a:cxn ang="0">
                <a:pos x="connsiteX9572" y="connsiteY9572"/>
              </a:cxn>
              <a:cxn ang="0">
                <a:pos x="connsiteX9573" y="connsiteY9573"/>
              </a:cxn>
              <a:cxn ang="0">
                <a:pos x="connsiteX9574" y="connsiteY9574"/>
              </a:cxn>
              <a:cxn ang="0">
                <a:pos x="connsiteX9575" y="connsiteY9575"/>
              </a:cxn>
              <a:cxn ang="0">
                <a:pos x="connsiteX9576" y="connsiteY9576"/>
              </a:cxn>
              <a:cxn ang="0">
                <a:pos x="connsiteX9577" y="connsiteY9577"/>
              </a:cxn>
              <a:cxn ang="0">
                <a:pos x="connsiteX9578" y="connsiteY9578"/>
              </a:cxn>
              <a:cxn ang="0">
                <a:pos x="connsiteX9579" y="connsiteY9579"/>
              </a:cxn>
              <a:cxn ang="0">
                <a:pos x="connsiteX9580" y="connsiteY9580"/>
              </a:cxn>
              <a:cxn ang="0">
                <a:pos x="connsiteX9581" y="connsiteY9581"/>
              </a:cxn>
              <a:cxn ang="0">
                <a:pos x="connsiteX9582" y="connsiteY9582"/>
              </a:cxn>
              <a:cxn ang="0">
                <a:pos x="connsiteX9583" y="connsiteY9583"/>
              </a:cxn>
              <a:cxn ang="0">
                <a:pos x="connsiteX9584" y="connsiteY9584"/>
              </a:cxn>
              <a:cxn ang="0">
                <a:pos x="connsiteX9585" y="connsiteY9585"/>
              </a:cxn>
              <a:cxn ang="0">
                <a:pos x="connsiteX9586" y="connsiteY9586"/>
              </a:cxn>
              <a:cxn ang="0">
                <a:pos x="connsiteX9587" y="connsiteY9587"/>
              </a:cxn>
              <a:cxn ang="0">
                <a:pos x="connsiteX9588" y="connsiteY9588"/>
              </a:cxn>
              <a:cxn ang="0">
                <a:pos x="connsiteX9589" y="connsiteY9589"/>
              </a:cxn>
              <a:cxn ang="0">
                <a:pos x="connsiteX9590" y="connsiteY9590"/>
              </a:cxn>
              <a:cxn ang="0">
                <a:pos x="connsiteX9591" y="connsiteY9591"/>
              </a:cxn>
              <a:cxn ang="0">
                <a:pos x="connsiteX9592" y="connsiteY9592"/>
              </a:cxn>
              <a:cxn ang="0">
                <a:pos x="connsiteX9593" y="connsiteY9593"/>
              </a:cxn>
              <a:cxn ang="0">
                <a:pos x="connsiteX9594" y="connsiteY9594"/>
              </a:cxn>
              <a:cxn ang="0">
                <a:pos x="connsiteX9595" y="connsiteY9595"/>
              </a:cxn>
              <a:cxn ang="0">
                <a:pos x="connsiteX9596" y="connsiteY9596"/>
              </a:cxn>
              <a:cxn ang="0">
                <a:pos x="connsiteX9597" y="connsiteY9597"/>
              </a:cxn>
              <a:cxn ang="0">
                <a:pos x="connsiteX9598" y="connsiteY9598"/>
              </a:cxn>
              <a:cxn ang="0">
                <a:pos x="connsiteX9599" y="connsiteY9599"/>
              </a:cxn>
              <a:cxn ang="0">
                <a:pos x="connsiteX9600" y="connsiteY9600"/>
              </a:cxn>
              <a:cxn ang="0">
                <a:pos x="connsiteX9601" y="connsiteY9601"/>
              </a:cxn>
              <a:cxn ang="0">
                <a:pos x="connsiteX9602" y="connsiteY9602"/>
              </a:cxn>
              <a:cxn ang="0">
                <a:pos x="connsiteX9603" y="connsiteY9603"/>
              </a:cxn>
              <a:cxn ang="0">
                <a:pos x="connsiteX9604" y="connsiteY9604"/>
              </a:cxn>
              <a:cxn ang="0">
                <a:pos x="connsiteX9605" y="connsiteY9605"/>
              </a:cxn>
              <a:cxn ang="0">
                <a:pos x="connsiteX9606" y="connsiteY9606"/>
              </a:cxn>
              <a:cxn ang="0">
                <a:pos x="connsiteX9607" y="connsiteY9607"/>
              </a:cxn>
              <a:cxn ang="0">
                <a:pos x="connsiteX9608" y="connsiteY9608"/>
              </a:cxn>
              <a:cxn ang="0">
                <a:pos x="connsiteX9609" y="connsiteY9609"/>
              </a:cxn>
              <a:cxn ang="0">
                <a:pos x="connsiteX9610" y="connsiteY9610"/>
              </a:cxn>
              <a:cxn ang="0">
                <a:pos x="connsiteX9611" y="connsiteY9611"/>
              </a:cxn>
              <a:cxn ang="0">
                <a:pos x="connsiteX9612" y="connsiteY9612"/>
              </a:cxn>
              <a:cxn ang="0">
                <a:pos x="connsiteX9613" y="connsiteY9613"/>
              </a:cxn>
              <a:cxn ang="0">
                <a:pos x="connsiteX9614" y="connsiteY9614"/>
              </a:cxn>
              <a:cxn ang="0">
                <a:pos x="connsiteX9615" y="connsiteY9615"/>
              </a:cxn>
              <a:cxn ang="0">
                <a:pos x="connsiteX9616" y="connsiteY9616"/>
              </a:cxn>
              <a:cxn ang="0">
                <a:pos x="connsiteX9617" y="connsiteY9617"/>
              </a:cxn>
              <a:cxn ang="0">
                <a:pos x="connsiteX9618" y="connsiteY9618"/>
              </a:cxn>
              <a:cxn ang="0">
                <a:pos x="connsiteX9619" y="connsiteY9619"/>
              </a:cxn>
              <a:cxn ang="0">
                <a:pos x="connsiteX9620" y="connsiteY9620"/>
              </a:cxn>
              <a:cxn ang="0">
                <a:pos x="connsiteX9621" y="connsiteY9621"/>
              </a:cxn>
              <a:cxn ang="0">
                <a:pos x="connsiteX9622" y="connsiteY9622"/>
              </a:cxn>
              <a:cxn ang="0">
                <a:pos x="connsiteX9623" y="connsiteY9623"/>
              </a:cxn>
              <a:cxn ang="0">
                <a:pos x="connsiteX9624" y="connsiteY9624"/>
              </a:cxn>
              <a:cxn ang="0">
                <a:pos x="connsiteX9625" y="connsiteY9625"/>
              </a:cxn>
              <a:cxn ang="0">
                <a:pos x="connsiteX9626" y="connsiteY9626"/>
              </a:cxn>
              <a:cxn ang="0">
                <a:pos x="connsiteX9627" y="connsiteY9627"/>
              </a:cxn>
              <a:cxn ang="0">
                <a:pos x="connsiteX9628" y="connsiteY9628"/>
              </a:cxn>
              <a:cxn ang="0">
                <a:pos x="connsiteX9629" y="connsiteY9629"/>
              </a:cxn>
              <a:cxn ang="0">
                <a:pos x="connsiteX9630" y="connsiteY9630"/>
              </a:cxn>
              <a:cxn ang="0">
                <a:pos x="connsiteX9631" y="connsiteY9631"/>
              </a:cxn>
              <a:cxn ang="0">
                <a:pos x="connsiteX9632" y="connsiteY9632"/>
              </a:cxn>
              <a:cxn ang="0">
                <a:pos x="connsiteX9633" y="connsiteY9633"/>
              </a:cxn>
              <a:cxn ang="0">
                <a:pos x="connsiteX9634" y="connsiteY9634"/>
              </a:cxn>
              <a:cxn ang="0">
                <a:pos x="connsiteX9635" y="connsiteY9635"/>
              </a:cxn>
              <a:cxn ang="0">
                <a:pos x="connsiteX9636" y="connsiteY9636"/>
              </a:cxn>
              <a:cxn ang="0">
                <a:pos x="connsiteX9637" y="connsiteY9637"/>
              </a:cxn>
              <a:cxn ang="0">
                <a:pos x="connsiteX9638" y="connsiteY9638"/>
              </a:cxn>
              <a:cxn ang="0">
                <a:pos x="connsiteX9639" y="connsiteY9639"/>
              </a:cxn>
              <a:cxn ang="0">
                <a:pos x="connsiteX9640" y="connsiteY9640"/>
              </a:cxn>
              <a:cxn ang="0">
                <a:pos x="connsiteX9641" y="connsiteY9641"/>
              </a:cxn>
              <a:cxn ang="0">
                <a:pos x="connsiteX9642" y="connsiteY9642"/>
              </a:cxn>
              <a:cxn ang="0">
                <a:pos x="connsiteX9643" y="connsiteY9643"/>
              </a:cxn>
              <a:cxn ang="0">
                <a:pos x="connsiteX9644" y="connsiteY9644"/>
              </a:cxn>
              <a:cxn ang="0">
                <a:pos x="connsiteX9645" y="connsiteY9645"/>
              </a:cxn>
              <a:cxn ang="0">
                <a:pos x="connsiteX9646" y="connsiteY9646"/>
              </a:cxn>
              <a:cxn ang="0">
                <a:pos x="connsiteX9647" y="connsiteY9647"/>
              </a:cxn>
              <a:cxn ang="0">
                <a:pos x="connsiteX9648" y="connsiteY9648"/>
              </a:cxn>
              <a:cxn ang="0">
                <a:pos x="connsiteX9649" y="connsiteY9649"/>
              </a:cxn>
              <a:cxn ang="0">
                <a:pos x="connsiteX9650" y="connsiteY9650"/>
              </a:cxn>
              <a:cxn ang="0">
                <a:pos x="connsiteX9651" y="connsiteY9651"/>
              </a:cxn>
              <a:cxn ang="0">
                <a:pos x="connsiteX9652" y="connsiteY9652"/>
              </a:cxn>
              <a:cxn ang="0">
                <a:pos x="connsiteX9653" y="connsiteY9653"/>
              </a:cxn>
              <a:cxn ang="0">
                <a:pos x="connsiteX9654" y="connsiteY9654"/>
              </a:cxn>
              <a:cxn ang="0">
                <a:pos x="connsiteX9655" y="connsiteY9655"/>
              </a:cxn>
              <a:cxn ang="0">
                <a:pos x="connsiteX9656" y="connsiteY9656"/>
              </a:cxn>
              <a:cxn ang="0">
                <a:pos x="connsiteX9657" y="connsiteY9657"/>
              </a:cxn>
              <a:cxn ang="0">
                <a:pos x="connsiteX9658" y="connsiteY9658"/>
              </a:cxn>
              <a:cxn ang="0">
                <a:pos x="connsiteX9659" y="connsiteY9659"/>
              </a:cxn>
              <a:cxn ang="0">
                <a:pos x="connsiteX9660" y="connsiteY9660"/>
              </a:cxn>
              <a:cxn ang="0">
                <a:pos x="connsiteX9661" y="connsiteY9661"/>
              </a:cxn>
              <a:cxn ang="0">
                <a:pos x="connsiteX9662" y="connsiteY9662"/>
              </a:cxn>
              <a:cxn ang="0">
                <a:pos x="connsiteX9663" y="connsiteY9663"/>
              </a:cxn>
              <a:cxn ang="0">
                <a:pos x="connsiteX9664" y="connsiteY9664"/>
              </a:cxn>
              <a:cxn ang="0">
                <a:pos x="connsiteX9665" y="connsiteY9665"/>
              </a:cxn>
              <a:cxn ang="0">
                <a:pos x="connsiteX9666" y="connsiteY9666"/>
              </a:cxn>
              <a:cxn ang="0">
                <a:pos x="connsiteX9667" y="connsiteY9667"/>
              </a:cxn>
              <a:cxn ang="0">
                <a:pos x="connsiteX9668" y="connsiteY9668"/>
              </a:cxn>
              <a:cxn ang="0">
                <a:pos x="connsiteX9669" y="connsiteY9669"/>
              </a:cxn>
              <a:cxn ang="0">
                <a:pos x="connsiteX9670" y="connsiteY9670"/>
              </a:cxn>
              <a:cxn ang="0">
                <a:pos x="connsiteX9671" y="connsiteY9671"/>
              </a:cxn>
              <a:cxn ang="0">
                <a:pos x="connsiteX9672" y="connsiteY9672"/>
              </a:cxn>
              <a:cxn ang="0">
                <a:pos x="connsiteX9673" y="connsiteY9673"/>
              </a:cxn>
              <a:cxn ang="0">
                <a:pos x="connsiteX9674" y="connsiteY9674"/>
              </a:cxn>
              <a:cxn ang="0">
                <a:pos x="connsiteX9675" y="connsiteY9675"/>
              </a:cxn>
              <a:cxn ang="0">
                <a:pos x="connsiteX9676" y="connsiteY9676"/>
              </a:cxn>
              <a:cxn ang="0">
                <a:pos x="connsiteX9677" y="connsiteY9677"/>
              </a:cxn>
              <a:cxn ang="0">
                <a:pos x="connsiteX9678" y="connsiteY9678"/>
              </a:cxn>
              <a:cxn ang="0">
                <a:pos x="connsiteX9679" y="connsiteY9679"/>
              </a:cxn>
              <a:cxn ang="0">
                <a:pos x="connsiteX9680" y="connsiteY9680"/>
              </a:cxn>
              <a:cxn ang="0">
                <a:pos x="connsiteX9681" y="connsiteY9681"/>
              </a:cxn>
              <a:cxn ang="0">
                <a:pos x="connsiteX9682" y="connsiteY9682"/>
              </a:cxn>
              <a:cxn ang="0">
                <a:pos x="connsiteX9683" y="connsiteY9683"/>
              </a:cxn>
              <a:cxn ang="0">
                <a:pos x="connsiteX9684" y="connsiteY9684"/>
              </a:cxn>
              <a:cxn ang="0">
                <a:pos x="connsiteX9685" y="connsiteY9685"/>
              </a:cxn>
              <a:cxn ang="0">
                <a:pos x="connsiteX9686" y="connsiteY9686"/>
              </a:cxn>
              <a:cxn ang="0">
                <a:pos x="connsiteX9687" y="connsiteY9687"/>
              </a:cxn>
              <a:cxn ang="0">
                <a:pos x="connsiteX9688" y="connsiteY9688"/>
              </a:cxn>
              <a:cxn ang="0">
                <a:pos x="connsiteX9689" y="connsiteY9689"/>
              </a:cxn>
              <a:cxn ang="0">
                <a:pos x="connsiteX9690" y="connsiteY9690"/>
              </a:cxn>
              <a:cxn ang="0">
                <a:pos x="connsiteX9691" y="connsiteY9691"/>
              </a:cxn>
              <a:cxn ang="0">
                <a:pos x="connsiteX9692" y="connsiteY9692"/>
              </a:cxn>
              <a:cxn ang="0">
                <a:pos x="connsiteX9693" y="connsiteY9693"/>
              </a:cxn>
              <a:cxn ang="0">
                <a:pos x="connsiteX9694" y="connsiteY9694"/>
              </a:cxn>
              <a:cxn ang="0">
                <a:pos x="connsiteX9695" y="connsiteY9695"/>
              </a:cxn>
              <a:cxn ang="0">
                <a:pos x="connsiteX9696" y="connsiteY9696"/>
              </a:cxn>
              <a:cxn ang="0">
                <a:pos x="connsiteX9697" y="connsiteY9697"/>
              </a:cxn>
              <a:cxn ang="0">
                <a:pos x="connsiteX9698" y="connsiteY9698"/>
              </a:cxn>
              <a:cxn ang="0">
                <a:pos x="connsiteX9699" y="connsiteY9699"/>
              </a:cxn>
              <a:cxn ang="0">
                <a:pos x="connsiteX9700" y="connsiteY9700"/>
              </a:cxn>
              <a:cxn ang="0">
                <a:pos x="connsiteX9701" y="connsiteY9701"/>
              </a:cxn>
              <a:cxn ang="0">
                <a:pos x="connsiteX9702" y="connsiteY9702"/>
              </a:cxn>
              <a:cxn ang="0">
                <a:pos x="connsiteX9703" y="connsiteY9703"/>
              </a:cxn>
              <a:cxn ang="0">
                <a:pos x="connsiteX9704" y="connsiteY9704"/>
              </a:cxn>
              <a:cxn ang="0">
                <a:pos x="connsiteX9705" y="connsiteY9705"/>
              </a:cxn>
              <a:cxn ang="0">
                <a:pos x="connsiteX9706" y="connsiteY9706"/>
              </a:cxn>
              <a:cxn ang="0">
                <a:pos x="connsiteX9707" y="connsiteY9707"/>
              </a:cxn>
              <a:cxn ang="0">
                <a:pos x="connsiteX9708" y="connsiteY9708"/>
              </a:cxn>
              <a:cxn ang="0">
                <a:pos x="connsiteX9709" y="connsiteY9709"/>
              </a:cxn>
              <a:cxn ang="0">
                <a:pos x="connsiteX9710" y="connsiteY9710"/>
              </a:cxn>
              <a:cxn ang="0">
                <a:pos x="connsiteX9711" y="connsiteY9711"/>
              </a:cxn>
              <a:cxn ang="0">
                <a:pos x="connsiteX9712" y="connsiteY9712"/>
              </a:cxn>
              <a:cxn ang="0">
                <a:pos x="connsiteX9713" y="connsiteY9713"/>
              </a:cxn>
              <a:cxn ang="0">
                <a:pos x="connsiteX9714" y="connsiteY9714"/>
              </a:cxn>
              <a:cxn ang="0">
                <a:pos x="connsiteX9715" y="connsiteY9715"/>
              </a:cxn>
              <a:cxn ang="0">
                <a:pos x="connsiteX9716" y="connsiteY9716"/>
              </a:cxn>
              <a:cxn ang="0">
                <a:pos x="connsiteX9717" y="connsiteY9717"/>
              </a:cxn>
              <a:cxn ang="0">
                <a:pos x="connsiteX9718" y="connsiteY9718"/>
              </a:cxn>
              <a:cxn ang="0">
                <a:pos x="connsiteX9719" y="connsiteY9719"/>
              </a:cxn>
              <a:cxn ang="0">
                <a:pos x="connsiteX9720" y="connsiteY9720"/>
              </a:cxn>
              <a:cxn ang="0">
                <a:pos x="connsiteX9721" y="connsiteY9721"/>
              </a:cxn>
              <a:cxn ang="0">
                <a:pos x="connsiteX9722" y="connsiteY9722"/>
              </a:cxn>
              <a:cxn ang="0">
                <a:pos x="connsiteX9723" y="connsiteY9723"/>
              </a:cxn>
              <a:cxn ang="0">
                <a:pos x="connsiteX9724" y="connsiteY9724"/>
              </a:cxn>
              <a:cxn ang="0">
                <a:pos x="connsiteX9725" y="connsiteY9725"/>
              </a:cxn>
              <a:cxn ang="0">
                <a:pos x="connsiteX9726" y="connsiteY9726"/>
              </a:cxn>
              <a:cxn ang="0">
                <a:pos x="connsiteX9727" y="connsiteY9727"/>
              </a:cxn>
              <a:cxn ang="0">
                <a:pos x="connsiteX9728" y="connsiteY9728"/>
              </a:cxn>
              <a:cxn ang="0">
                <a:pos x="connsiteX9729" y="connsiteY9729"/>
              </a:cxn>
              <a:cxn ang="0">
                <a:pos x="connsiteX9730" y="connsiteY9730"/>
              </a:cxn>
              <a:cxn ang="0">
                <a:pos x="connsiteX9731" y="connsiteY9731"/>
              </a:cxn>
              <a:cxn ang="0">
                <a:pos x="connsiteX9732" y="connsiteY9732"/>
              </a:cxn>
              <a:cxn ang="0">
                <a:pos x="connsiteX9733" y="connsiteY9733"/>
              </a:cxn>
              <a:cxn ang="0">
                <a:pos x="connsiteX9734" y="connsiteY9734"/>
              </a:cxn>
              <a:cxn ang="0">
                <a:pos x="connsiteX9735" y="connsiteY9735"/>
              </a:cxn>
              <a:cxn ang="0">
                <a:pos x="connsiteX9736" y="connsiteY9736"/>
              </a:cxn>
              <a:cxn ang="0">
                <a:pos x="connsiteX9737" y="connsiteY9737"/>
              </a:cxn>
              <a:cxn ang="0">
                <a:pos x="connsiteX9738" y="connsiteY9738"/>
              </a:cxn>
              <a:cxn ang="0">
                <a:pos x="connsiteX9739" y="connsiteY9739"/>
              </a:cxn>
              <a:cxn ang="0">
                <a:pos x="connsiteX9740" y="connsiteY9740"/>
              </a:cxn>
              <a:cxn ang="0">
                <a:pos x="connsiteX9741" y="connsiteY9741"/>
              </a:cxn>
              <a:cxn ang="0">
                <a:pos x="connsiteX9742" y="connsiteY9742"/>
              </a:cxn>
              <a:cxn ang="0">
                <a:pos x="connsiteX9743" y="connsiteY9743"/>
              </a:cxn>
              <a:cxn ang="0">
                <a:pos x="connsiteX9744" y="connsiteY9744"/>
              </a:cxn>
              <a:cxn ang="0">
                <a:pos x="connsiteX9745" y="connsiteY9745"/>
              </a:cxn>
              <a:cxn ang="0">
                <a:pos x="connsiteX9746" y="connsiteY9746"/>
              </a:cxn>
              <a:cxn ang="0">
                <a:pos x="connsiteX9747" y="connsiteY9747"/>
              </a:cxn>
              <a:cxn ang="0">
                <a:pos x="connsiteX9748" y="connsiteY9748"/>
              </a:cxn>
              <a:cxn ang="0">
                <a:pos x="connsiteX9749" y="connsiteY9749"/>
              </a:cxn>
              <a:cxn ang="0">
                <a:pos x="connsiteX9750" y="connsiteY9750"/>
              </a:cxn>
              <a:cxn ang="0">
                <a:pos x="connsiteX9751" y="connsiteY9751"/>
              </a:cxn>
              <a:cxn ang="0">
                <a:pos x="connsiteX9752" y="connsiteY9752"/>
              </a:cxn>
              <a:cxn ang="0">
                <a:pos x="connsiteX9753" y="connsiteY9753"/>
              </a:cxn>
              <a:cxn ang="0">
                <a:pos x="connsiteX9754" y="connsiteY9754"/>
              </a:cxn>
              <a:cxn ang="0">
                <a:pos x="connsiteX9755" y="connsiteY9755"/>
              </a:cxn>
              <a:cxn ang="0">
                <a:pos x="connsiteX9756" y="connsiteY9756"/>
              </a:cxn>
              <a:cxn ang="0">
                <a:pos x="connsiteX9757" y="connsiteY9757"/>
              </a:cxn>
              <a:cxn ang="0">
                <a:pos x="connsiteX9758" y="connsiteY9758"/>
              </a:cxn>
              <a:cxn ang="0">
                <a:pos x="connsiteX9759" y="connsiteY9759"/>
              </a:cxn>
              <a:cxn ang="0">
                <a:pos x="connsiteX9760" y="connsiteY9760"/>
              </a:cxn>
              <a:cxn ang="0">
                <a:pos x="connsiteX9761" y="connsiteY9761"/>
              </a:cxn>
              <a:cxn ang="0">
                <a:pos x="connsiteX9762" y="connsiteY9762"/>
              </a:cxn>
              <a:cxn ang="0">
                <a:pos x="connsiteX9763" y="connsiteY9763"/>
              </a:cxn>
              <a:cxn ang="0">
                <a:pos x="connsiteX9764" y="connsiteY9764"/>
              </a:cxn>
              <a:cxn ang="0">
                <a:pos x="connsiteX9765" y="connsiteY9765"/>
              </a:cxn>
              <a:cxn ang="0">
                <a:pos x="connsiteX9766" y="connsiteY9766"/>
              </a:cxn>
              <a:cxn ang="0">
                <a:pos x="connsiteX9767" y="connsiteY9767"/>
              </a:cxn>
              <a:cxn ang="0">
                <a:pos x="connsiteX9768" y="connsiteY9768"/>
              </a:cxn>
              <a:cxn ang="0">
                <a:pos x="connsiteX9769" y="connsiteY9769"/>
              </a:cxn>
              <a:cxn ang="0">
                <a:pos x="connsiteX9770" y="connsiteY9770"/>
              </a:cxn>
              <a:cxn ang="0">
                <a:pos x="connsiteX9771" y="connsiteY9771"/>
              </a:cxn>
              <a:cxn ang="0">
                <a:pos x="connsiteX9772" y="connsiteY9772"/>
              </a:cxn>
              <a:cxn ang="0">
                <a:pos x="connsiteX9773" y="connsiteY9773"/>
              </a:cxn>
              <a:cxn ang="0">
                <a:pos x="connsiteX9774" y="connsiteY9774"/>
              </a:cxn>
              <a:cxn ang="0">
                <a:pos x="connsiteX9775" y="connsiteY9775"/>
              </a:cxn>
              <a:cxn ang="0">
                <a:pos x="connsiteX9776" y="connsiteY9776"/>
              </a:cxn>
              <a:cxn ang="0">
                <a:pos x="connsiteX9777" y="connsiteY9777"/>
              </a:cxn>
              <a:cxn ang="0">
                <a:pos x="connsiteX9778" y="connsiteY9778"/>
              </a:cxn>
              <a:cxn ang="0">
                <a:pos x="connsiteX9779" y="connsiteY9779"/>
              </a:cxn>
              <a:cxn ang="0">
                <a:pos x="connsiteX9780" y="connsiteY9780"/>
              </a:cxn>
              <a:cxn ang="0">
                <a:pos x="connsiteX9781" y="connsiteY9781"/>
              </a:cxn>
              <a:cxn ang="0">
                <a:pos x="connsiteX9782" y="connsiteY9782"/>
              </a:cxn>
              <a:cxn ang="0">
                <a:pos x="connsiteX9783" y="connsiteY9783"/>
              </a:cxn>
              <a:cxn ang="0">
                <a:pos x="connsiteX9784" y="connsiteY9784"/>
              </a:cxn>
              <a:cxn ang="0">
                <a:pos x="connsiteX9785" y="connsiteY9785"/>
              </a:cxn>
              <a:cxn ang="0">
                <a:pos x="connsiteX9786" y="connsiteY9786"/>
              </a:cxn>
              <a:cxn ang="0">
                <a:pos x="connsiteX9787" y="connsiteY9787"/>
              </a:cxn>
              <a:cxn ang="0">
                <a:pos x="connsiteX9788" y="connsiteY9788"/>
              </a:cxn>
              <a:cxn ang="0">
                <a:pos x="connsiteX9789" y="connsiteY9789"/>
              </a:cxn>
              <a:cxn ang="0">
                <a:pos x="connsiteX9790" y="connsiteY9790"/>
              </a:cxn>
              <a:cxn ang="0">
                <a:pos x="connsiteX9791" y="connsiteY9791"/>
              </a:cxn>
              <a:cxn ang="0">
                <a:pos x="connsiteX9792" y="connsiteY9792"/>
              </a:cxn>
              <a:cxn ang="0">
                <a:pos x="connsiteX9793" y="connsiteY9793"/>
              </a:cxn>
              <a:cxn ang="0">
                <a:pos x="connsiteX9794" y="connsiteY9794"/>
              </a:cxn>
              <a:cxn ang="0">
                <a:pos x="connsiteX9795" y="connsiteY9795"/>
              </a:cxn>
              <a:cxn ang="0">
                <a:pos x="connsiteX9796" y="connsiteY9796"/>
              </a:cxn>
              <a:cxn ang="0">
                <a:pos x="connsiteX9797" y="connsiteY9797"/>
              </a:cxn>
              <a:cxn ang="0">
                <a:pos x="connsiteX9798" y="connsiteY9798"/>
              </a:cxn>
              <a:cxn ang="0">
                <a:pos x="connsiteX9799" y="connsiteY9799"/>
              </a:cxn>
              <a:cxn ang="0">
                <a:pos x="connsiteX9800" y="connsiteY9800"/>
              </a:cxn>
              <a:cxn ang="0">
                <a:pos x="connsiteX9801" y="connsiteY9801"/>
              </a:cxn>
              <a:cxn ang="0">
                <a:pos x="connsiteX9802" y="connsiteY9802"/>
              </a:cxn>
              <a:cxn ang="0">
                <a:pos x="connsiteX9803" y="connsiteY9803"/>
              </a:cxn>
              <a:cxn ang="0">
                <a:pos x="connsiteX9804" y="connsiteY9804"/>
              </a:cxn>
              <a:cxn ang="0">
                <a:pos x="connsiteX9805" y="connsiteY9805"/>
              </a:cxn>
              <a:cxn ang="0">
                <a:pos x="connsiteX9806" y="connsiteY9806"/>
              </a:cxn>
              <a:cxn ang="0">
                <a:pos x="connsiteX9807" y="connsiteY9807"/>
              </a:cxn>
              <a:cxn ang="0">
                <a:pos x="connsiteX9808" y="connsiteY9808"/>
              </a:cxn>
              <a:cxn ang="0">
                <a:pos x="connsiteX9809" y="connsiteY9809"/>
              </a:cxn>
              <a:cxn ang="0">
                <a:pos x="connsiteX9810" y="connsiteY9810"/>
              </a:cxn>
              <a:cxn ang="0">
                <a:pos x="connsiteX9811" y="connsiteY9811"/>
              </a:cxn>
              <a:cxn ang="0">
                <a:pos x="connsiteX9812" y="connsiteY9812"/>
              </a:cxn>
              <a:cxn ang="0">
                <a:pos x="connsiteX9813" y="connsiteY9813"/>
              </a:cxn>
              <a:cxn ang="0">
                <a:pos x="connsiteX9814" y="connsiteY9814"/>
              </a:cxn>
              <a:cxn ang="0">
                <a:pos x="connsiteX9815" y="connsiteY9815"/>
              </a:cxn>
              <a:cxn ang="0">
                <a:pos x="connsiteX9816" y="connsiteY9816"/>
              </a:cxn>
              <a:cxn ang="0">
                <a:pos x="connsiteX9817" y="connsiteY9817"/>
              </a:cxn>
              <a:cxn ang="0">
                <a:pos x="connsiteX9818" y="connsiteY9818"/>
              </a:cxn>
              <a:cxn ang="0">
                <a:pos x="connsiteX9819" y="connsiteY9819"/>
              </a:cxn>
              <a:cxn ang="0">
                <a:pos x="connsiteX9820" y="connsiteY9820"/>
              </a:cxn>
              <a:cxn ang="0">
                <a:pos x="connsiteX9821" y="connsiteY9821"/>
              </a:cxn>
              <a:cxn ang="0">
                <a:pos x="connsiteX9822" y="connsiteY9822"/>
              </a:cxn>
              <a:cxn ang="0">
                <a:pos x="connsiteX9823" y="connsiteY9823"/>
              </a:cxn>
              <a:cxn ang="0">
                <a:pos x="connsiteX9824" y="connsiteY9824"/>
              </a:cxn>
              <a:cxn ang="0">
                <a:pos x="connsiteX9825" y="connsiteY9825"/>
              </a:cxn>
              <a:cxn ang="0">
                <a:pos x="connsiteX9826" y="connsiteY9826"/>
              </a:cxn>
              <a:cxn ang="0">
                <a:pos x="connsiteX9827" y="connsiteY9827"/>
              </a:cxn>
              <a:cxn ang="0">
                <a:pos x="connsiteX9828" y="connsiteY9828"/>
              </a:cxn>
              <a:cxn ang="0">
                <a:pos x="connsiteX9829" y="connsiteY9829"/>
              </a:cxn>
              <a:cxn ang="0">
                <a:pos x="connsiteX9830" y="connsiteY9830"/>
              </a:cxn>
              <a:cxn ang="0">
                <a:pos x="connsiteX9831" y="connsiteY9831"/>
              </a:cxn>
              <a:cxn ang="0">
                <a:pos x="connsiteX9832" y="connsiteY9832"/>
              </a:cxn>
              <a:cxn ang="0">
                <a:pos x="connsiteX9833" y="connsiteY9833"/>
              </a:cxn>
              <a:cxn ang="0">
                <a:pos x="connsiteX9834" y="connsiteY9834"/>
              </a:cxn>
              <a:cxn ang="0">
                <a:pos x="connsiteX9835" y="connsiteY9835"/>
              </a:cxn>
              <a:cxn ang="0">
                <a:pos x="connsiteX9836" y="connsiteY9836"/>
              </a:cxn>
              <a:cxn ang="0">
                <a:pos x="connsiteX9837" y="connsiteY9837"/>
              </a:cxn>
              <a:cxn ang="0">
                <a:pos x="connsiteX9838" y="connsiteY9838"/>
              </a:cxn>
              <a:cxn ang="0">
                <a:pos x="connsiteX9839" y="connsiteY9839"/>
              </a:cxn>
              <a:cxn ang="0">
                <a:pos x="connsiteX9840" y="connsiteY9840"/>
              </a:cxn>
              <a:cxn ang="0">
                <a:pos x="connsiteX9841" y="connsiteY9841"/>
              </a:cxn>
              <a:cxn ang="0">
                <a:pos x="connsiteX9842" y="connsiteY9842"/>
              </a:cxn>
              <a:cxn ang="0">
                <a:pos x="connsiteX9843" y="connsiteY9843"/>
              </a:cxn>
              <a:cxn ang="0">
                <a:pos x="connsiteX9844" y="connsiteY9844"/>
              </a:cxn>
              <a:cxn ang="0">
                <a:pos x="connsiteX9845" y="connsiteY9845"/>
              </a:cxn>
              <a:cxn ang="0">
                <a:pos x="connsiteX9846" y="connsiteY9846"/>
              </a:cxn>
              <a:cxn ang="0">
                <a:pos x="connsiteX9847" y="connsiteY9847"/>
              </a:cxn>
              <a:cxn ang="0">
                <a:pos x="connsiteX9848" y="connsiteY9848"/>
              </a:cxn>
              <a:cxn ang="0">
                <a:pos x="connsiteX9849" y="connsiteY9849"/>
              </a:cxn>
              <a:cxn ang="0">
                <a:pos x="connsiteX9850" y="connsiteY9850"/>
              </a:cxn>
              <a:cxn ang="0">
                <a:pos x="connsiteX9851" y="connsiteY9851"/>
              </a:cxn>
              <a:cxn ang="0">
                <a:pos x="connsiteX9852" y="connsiteY9852"/>
              </a:cxn>
              <a:cxn ang="0">
                <a:pos x="connsiteX9853" y="connsiteY9853"/>
              </a:cxn>
              <a:cxn ang="0">
                <a:pos x="connsiteX9854" y="connsiteY9854"/>
              </a:cxn>
              <a:cxn ang="0">
                <a:pos x="connsiteX9855" y="connsiteY9855"/>
              </a:cxn>
              <a:cxn ang="0">
                <a:pos x="connsiteX9856" y="connsiteY9856"/>
              </a:cxn>
              <a:cxn ang="0">
                <a:pos x="connsiteX9857" y="connsiteY9857"/>
              </a:cxn>
              <a:cxn ang="0">
                <a:pos x="connsiteX9858" y="connsiteY9858"/>
              </a:cxn>
              <a:cxn ang="0">
                <a:pos x="connsiteX9859" y="connsiteY9859"/>
              </a:cxn>
              <a:cxn ang="0">
                <a:pos x="connsiteX9860" y="connsiteY9860"/>
              </a:cxn>
              <a:cxn ang="0">
                <a:pos x="connsiteX9861" y="connsiteY9861"/>
              </a:cxn>
              <a:cxn ang="0">
                <a:pos x="connsiteX9862" y="connsiteY9862"/>
              </a:cxn>
              <a:cxn ang="0">
                <a:pos x="connsiteX9863" y="connsiteY9863"/>
              </a:cxn>
              <a:cxn ang="0">
                <a:pos x="connsiteX9864" y="connsiteY9864"/>
              </a:cxn>
              <a:cxn ang="0">
                <a:pos x="connsiteX9865" y="connsiteY9865"/>
              </a:cxn>
              <a:cxn ang="0">
                <a:pos x="connsiteX9866" y="connsiteY9866"/>
              </a:cxn>
              <a:cxn ang="0">
                <a:pos x="connsiteX9867" y="connsiteY9867"/>
              </a:cxn>
              <a:cxn ang="0">
                <a:pos x="connsiteX9868" y="connsiteY9868"/>
              </a:cxn>
              <a:cxn ang="0">
                <a:pos x="connsiteX9869" y="connsiteY9869"/>
              </a:cxn>
              <a:cxn ang="0">
                <a:pos x="connsiteX9870" y="connsiteY9870"/>
              </a:cxn>
              <a:cxn ang="0">
                <a:pos x="connsiteX9871" y="connsiteY9871"/>
              </a:cxn>
              <a:cxn ang="0">
                <a:pos x="connsiteX9872" y="connsiteY9872"/>
              </a:cxn>
              <a:cxn ang="0">
                <a:pos x="connsiteX9873" y="connsiteY9873"/>
              </a:cxn>
              <a:cxn ang="0">
                <a:pos x="connsiteX9874" y="connsiteY9874"/>
              </a:cxn>
              <a:cxn ang="0">
                <a:pos x="connsiteX9875" y="connsiteY9875"/>
              </a:cxn>
              <a:cxn ang="0">
                <a:pos x="connsiteX9876" y="connsiteY9876"/>
              </a:cxn>
              <a:cxn ang="0">
                <a:pos x="connsiteX9877" y="connsiteY9877"/>
              </a:cxn>
              <a:cxn ang="0">
                <a:pos x="connsiteX9878" y="connsiteY9878"/>
              </a:cxn>
              <a:cxn ang="0">
                <a:pos x="connsiteX9879" y="connsiteY9879"/>
              </a:cxn>
              <a:cxn ang="0">
                <a:pos x="connsiteX9880" y="connsiteY9880"/>
              </a:cxn>
              <a:cxn ang="0">
                <a:pos x="connsiteX9881" y="connsiteY9881"/>
              </a:cxn>
              <a:cxn ang="0">
                <a:pos x="connsiteX9882" y="connsiteY9882"/>
              </a:cxn>
              <a:cxn ang="0">
                <a:pos x="connsiteX9883" y="connsiteY9883"/>
              </a:cxn>
              <a:cxn ang="0">
                <a:pos x="connsiteX9884" y="connsiteY9884"/>
              </a:cxn>
              <a:cxn ang="0">
                <a:pos x="connsiteX9885" y="connsiteY9885"/>
              </a:cxn>
              <a:cxn ang="0">
                <a:pos x="connsiteX9886" y="connsiteY9886"/>
              </a:cxn>
              <a:cxn ang="0">
                <a:pos x="connsiteX9887" y="connsiteY9887"/>
              </a:cxn>
              <a:cxn ang="0">
                <a:pos x="connsiteX9888" y="connsiteY9888"/>
              </a:cxn>
              <a:cxn ang="0">
                <a:pos x="connsiteX9889" y="connsiteY9889"/>
              </a:cxn>
              <a:cxn ang="0">
                <a:pos x="connsiteX9890" y="connsiteY9890"/>
              </a:cxn>
              <a:cxn ang="0">
                <a:pos x="connsiteX9891" y="connsiteY9891"/>
              </a:cxn>
              <a:cxn ang="0">
                <a:pos x="connsiteX9892" y="connsiteY9892"/>
              </a:cxn>
              <a:cxn ang="0">
                <a:pos x="connsiteX9893" y="connsiteY9893"/>
              </a:cxn>
              <a:cxn ang="0">
                <a:pos x="connsiteX9894" y="connsiteY9894"/>
              </a:cxn>
              <a:cxn ang="0">
                <a:pos x="connsiteX9895" y="connsiteY9895"/>
              </a:cxn>
              <a:cxn ang="0">
                <a:pos x="connsiteX9896" y="connsiteY9896"/>
              </a:cxn>
              <a:cxn ang="0">
                <a:pos x="connsiteX9897" y="connsiteY9897"/>
              </a:cxn>
              <a:cxn ang="0">
                <a:pos x="connsiteX9898" y="connsiteY9898"/>
              </a:cxn>
              <a:cxn ang="0">
                <a:pos x="connsiteX9899" y="connsiteY9899"/>
              </a:cxn>
              <a:cxn ang="0">
                <a:pos x="connsiteX9900" y="connsiteY9900"/>
              </a:cxn>
              <a:cxn ang="0">
                <a:pos x="connsiteX9901" y="connsiteY9901"/>
              </a:cxn>
              <a:cxn ang="0">
                <a:pos x="connsiteX9902" y="connsiteY9902"/>
              </a:cxn>
              <a:cxn ang="0">
                <a:pos x="connsiteX9903" y="connsiteY9903"/>
              </a:cxn>
              <a:cxn ang="0">
                <a:pos x="connsiteX9904" y="connsiteY9904"/>
              </a:cxn>
              <a:cxn ang="0">
                <a:pos x="connsiteX9905" y="connsiteY9905"/>
              </a:cxn>
              <a:cxn ang="0">
                <a:pos x="connsiteX9906" y="connsiteY9906"/>
              </a:cxn>
              <a:cxn ang="0">
                <a:pos x="connsiteX9907" y="connsiteY9907"/>
              </a:cxn>
              <a:cxn ang="0">
                <a:pos x="connsiteX9908" y="connsiteY9908"/>
              </a:cxn>
              <a:cxn ang="0">
                <a:pos x="connsiteX9909" y="connsiteY9909"/>
              </a:cxn>
              <a:cxn ang="0">
                <a:pos x="connsiteX9910" y="connsiteY9910"/>
              </a:cxn>
              <a:cxn ang="0">
                <a:pos x="connsiteX9911" y="connsiteY9911"/>
              </a:cxn>
              <a:cxn ang="0">
                <a:pos x="connsiteX9912" y="connsiteY9912"/>
              </a:cxn>
              <a:cxn ang="0">
                <a:pos x="connsiteX9913" y="connsiteY9913"/>
              </a:cxn>
              <a:cxn ang="0">
                <a:pos x="connsiteX9914" y="connsiteY9914"/>
              </a:cxn>
              <a:cxn ang="0">
                <a:pos x="connsiteX9915" y="connsiteY9915"/>
              </a:cxn>
              <a:cxn ang="0">
                <a:pos x="connsiteX9916" y="connsiteY9916"/>
              </a:cxn>
              <a:cxn ang="0">
                <a:pos x="connsiteX9917" y="connsiteY9917"/>
              </a:cxn>
              <a:cxn ang="0">
                <a:pos x="connsiteX9918" y="connsiteY9918"/>
              </a:cxn>
              <a:cxn ang="0">
                <a:pos x="connsiteX9919" y="connsiteY9919"/>
              </a:cxn>
              <a:cxn ang="0">
                <a:pos x="connsiteX9920" y="connsiteY9920"/>
              </a:cxn>
              <a:cxn ang="0">
                <a:pos x="connsiteX9921" y="connsiteY9921"/>
              </a:cxn>
              <a:cxn ang="0">
                <a:pos x="connsiteX9922" y="connsiteY9922"/>
              </a:cxn>
              <a:cxn ang="0">
                <a:pos x="connsiteX9923" y="connsiteY9923"/>
              </a:cxn>
              <a:cxn ang="0">
                <a:pos x="connsiteX9924" y="connsiteY9924"/>
              </a:cxn>
              <a:cxn ang="0">
                <a:pos x="connsiteX9925" y="connsiteY9925"/>
              </a:cxn>
              <a:cxn ang="0">
                <a:pos x="connsiteX9926" y="connsiteY9926"/>
              </a:cxn>
              <a:cxn ang="0">
                <a:pos x="connsiteX9927" y="connsiteY9927"/>
              </a:cxn>
              <a:cxn ang="0">
                <a:pos x="connsiteX9928" y="connsiteY9928"/>
              </a:cxn>
              <a:cxn ang="0">
                <a:pos x="connsiteX9929" y="connsiteY9929"/>
              </a:cxn>
              <a:cxn ang="0">
                <a:pos x="connsiteX9930" y="connsiteY9930"/>
              </a:cxn>
              <a:cxn ang="0">
                <a:pos x="connsiteX9931" y="connsiteY9931"/>
              </a:cxn>
              <a:cxn ang="0">
                <a:pos x="connsiteX9932" y="connsiteY9932"/>
              </a:cxn>
              <a:cxn ang="0">
                <a:pos x="connsiteX9933" y="connsiteY9933"/>
              </a:cxn>
              <a:cxn ang="0">
                <a:pos x="connsiteX9934" y="connsiteY9934"/>
              </a:cxn>
              <a:cxn ang="0">
                <a:pos x="connsiteX9935" y="connsiteY9935"/>
              </a:cxn>
              <a:cxn ang="0">
                <a:pos x="connsiteX9936" y="connsiteY9936"/>
              </a:cxn>
              <a:cxn ang="0">
                <a:pos x="connsiteX9937" y="connsiteY9937"/>
              </a:cxn>
              <a:cxn ang="0">
                <a:pos x="connsiteX9938" y="connsiteY9938"/>
              </a:cxn>
              <a:cxn ang="0">
                <a:pos x="connsiteX9939" y="connsiteY9939"/>
              </a:cxn>
              <a:cxn ang="0">
                <a:pos x="connsiteX9940" y="connsiteY9940"/>
              </a:cxn>
              <a:cxn ang="0">
                <a:pos x="connsiteX9941" y="connsiteY9941"/>
              </a:cxn>
              <a:cxn ang="0">
                <a:pos x="connsiteX9942" y="connsiteY9942"/>
              </a:cxn>
              <a:cxn ang="0">
                <a:pos x="connsiteX9943" y="connsiteY9943"/>
              </a:cxn>
              <a:cxn ang="0">
                <a:pos x="connsiteX9944" y="connsiteY9944"/>
              </a:cxn>
              <a:cxn ang="0">
                <a:pos x="connsiteX9945" y="connsiteY9945"/>
              </a:cxn>
              <a:cxn ang="0">
                <a:pos x="connsiteX9946" y="connsiteY9946"/>
              </a:cxn>
              <a:cxn ang="0">
                <a:pos x="connsiteX9947" y="connsiteY9947"/>
              </a:cxn>
              <a:cxn ang="0">
                <a:pos x="connsiteX9948" y="connsiteY9948"/>
              </a:cxn>
              <a:cxn ang="0">
                <a:pos x="connsiteX9949" y="connsiteY9949"/>
              </a:cxn>
              <a:cxn ang="0">
                <a:pos x="connsiteX9950" y="connsiteY9950"/>
              </a:cxn>
              <a:cxn ang="0">
                <a:pos x="connsiteX9951" y="connsiteY9951"/>
              </a:cxn>
              <a:cxn ang="0">
                <a:pos x="connsiteX9952" y="connsiteY9952"/>
              </a:cxn>
              <a:cxn ang="0">
                <a:pos x="connsiteX9953" y="connsiteY9953"/>
              </a:cxn>
              <a:cxn ang="0">
                <a:pos x="connsiteX9954" y="connsiteY9954"/>
              </a:cxn>
              <a:cxn ang="0">
                <a:pos x="connsiteX9955" y="connsiteY9955"/>
              </a:cxn>
              <a:cxn ang="0">
                <a:pos x="connsiteX9956" y="connsiteY9956"/>
              </a:cxn>
              <a:cxn ang="0">
                <a:pos x="connsiteX9957" y="connsiteY9957"/>
              </a:cxn>
              <a:cxn ang="0">
                <a:pos x="connsiteX9958" y="connsiteY9958"/>
              </a:cxn>
              <a:cxn ang="0">
                <a:pos x="connsiteX9959" y="connsiteY9959"/>
              </a:cxn>
              <a:cxn ang="0">
                <a:pos x="connsiteX9960" y="connsiteY9960"/>
              </a:cxn>
              <a:cxn ang="0">
                <a:pos x="connsiteX9961" y="connsiteY9961"/>
              </a:cxn>
              <a:cxn ang="0">
                <a:pos x="connsiteX9962" y="connsiteY9962"/>
              </a:cxn>
              <a:cxn ang="0">
                <a:pos x="connsiteX9963" y="connsiteY9963"/>
              </a:cxn>
              <a:cxn ang="0">
                <a:pos x="connsiteX9964" y="connsiteY9964"/>
              </a:cxn>
              <a:cxn ang="0">
                <a:pos x="connsiteX9965" y="connsiteY9965"/>
              </a:cxn>
              <a:cxn ang="0">
                <a:pos x="connsiteX9966" y="connsiteY9966"/>
              </a:cxn>
              <a:cxn ang="0">
                <a:pos x="connsiteX9967" y="connsiteY9967"/>
              </a:cxn>
              <a:cxn ang="0">
                <a:pos x="connsiteX9968" y="connsiteY9968"/>
              </a:cxn>
              <a:cxn ang="0">
                <a:pos x="connsiteX9969" y="connsiteY9969"/>
              </a:cxn>
              <a:cxn ang="0">
                <a:pos x="connsiteX9970" y="connsiteY9970"/>
              </a:cxn>
              <a:cxn ang="0">
                <a:pos x="connsiteX9971" y="connsiteY9971"/>
              </a:cxn>
              <a:cxn ang="0">
                <a:pos x="connsiteX9972" y="connsiteY9972"/>
              </a:cxn>
              <a:cxn ang="0">
                <a:pos x="connsiteX9973" y="connsiteY9973"/>
              </a:cxn>
              <a:cxn ang="0">
                <a:pos x="connsiteX9974" y="connsiteY9974"/>
              </a:cxn>
              <a:cxn ang="0">
                <a:pos x="connsiteX9975" y="connsiteY9975"/>
              </a:cxn>
              <a:cxn ang="0">
                <a:pos x="connsiteX9976" y="connsiteY9976"/>
              </a:cxn>
              <a:cxn ang="0">
                <a:pos x="connsiteX9977" y="connsiteY9977"/>
              </a:cxn>
              <a:cxn ang="0">
                <a:pos x="connsiteX9978" y="connsiteY9978"/>
              </a:cxn>
              <a:cxn ang="0">
                <a:pos x="connsiteX9979" y="connsiteY9979"/>
              </a:cxn>
              <a:cxn ang="0">
                <a:pos x="connsiteX9980" y="connsiteY9980"/>
              </a:cxn>
              <a:cxn ang="0">
                <a:pos x="connsiteX9981" y="connsiteY9981"/>
              </a:cxn>
              <a:cxn ang="0">
                <a:pos x="connsiteX9982" y="connsiteY9982"/>
              </a:cxn>
              <a:cxn ang="0">
                <a:pos x="connsiteX9983" y="connsiteY9983"/>
              </a:cxn>
              <a:cxn ang="0">
                <a:pos x="connsiteX9984" y="connsiteY9984"/>
              </a:cxn>
              <a:cxn ang="0">
                <a:pos x="connsiteX9985" y="connsiteY9985"/>
              </a:cxn>
              <a:cxn ang="0">
                <a:pos x="connsiteX9986" y="connsiteY9986"/>
              </a:cxn>
              <a:cxn ang="0">
                <a:pos x="connsiteX9987" y="connsiteY9987"/>
              </a:cxn>
              <a:cxn ang="0">
                <a:pos x="connsiteX9988" y="connsiteY9988"/>
              </a:cxn>
              <a:cxn ang="0">
                <a:pos x="connsiteX9989" y="connsiteY9989"/>
              </a:cxn>
              <a:cxn ang="0">
                <a:pos x="connsiteX9990" y="connsiteY9990"/>
              </a:cxn>
              <a:cxn ang="0">
                <a:pos x="connsiteX9991" y="connsiteY9991"/>
              </a:cxn>
              <a:cxn ang="0">
                <a:pos x="connsiteX9992" y="connsiteY9992"/>
              </a:cxn>
              <a:cxn ang="0">
                <a:pos x="connsiteX9993" y="connsiteY9993"/>
              </a:cxn>
              <a:cxn ang="0">
                <a:pos x="connsiteX9994" y="connsiteY9994"/>
              </a:cxn>
              <a:cxn ang="0">
                <a:pos x="connsiteX9995" y="connsiteY9995"/>
              </a:cxn>
              <a:cxn ang="0">
                <a:pos x="connsiteX9996" y="connsiteY9996"/>
              </a:cxn>
              <a:cxn ang="0">
                <a:pos x="connsiteX9997" y="connsiteY9997"/>
              </a:cxn>
              <a:cxn ang="0">
                <a:pos x="connsiteX9998" y="connsiteY9998"/>
              </a:cxn>
              <a:cxn ang="0">
                <a:pos x="connsiteX9999" y="connsiteY9999"/>
              </a:cxn>
              <a:cxn ang="0">
                <a:pos x="connsiteX10000" y="connsiteY10000"/>
              </a:cxn>
              <a:cxn ang="0">
                <a:pos x="connsiteX10001" y="connsiteY10001"/>
              </a:cxn>
              <a:cxn ang="0">
                <a:pos x="connsiteX10002" y="connsiteY10002"/>
              </a:cxn>
              <a:cxn ang="0">
                <a:pos x="connsiteX10003" y="connsiteY10003"/>
              </a:cxn>
              <a:cxn ang="0">
                <a:pos x="connsiteX10004" y="connsiteY10004"/>
              </a:cxn>
              <a:cxn ang="0">
                <a:pos x="connsiteX10005" y="connsiteY10005"/>
              </a:cxn>
              <a:cxn ang="0">
                <a:pos x="connsiteX10006" y="connsiteY10006"/>
              </a:cxn>
              <a:cxn ang="0">
                <a:pos x="connsiteX10007" y="connsiteY10007"/>
              </a:cxn>
              <a:cxn ang="0">
                <a:pos x="connsiteX10008" y="connsiteY10008"/>
              </a:cxn>
              <a:cxn ang="0">
                <a:pos x="connsiteX10009" y="connsiteY10009"/>
              </a:cxn>
              <a:cxn ang="0">
                <a:pos x="connsiteX10010" y="connsiteY10010"/>
              </a:cxn>
              <a:cxn ang="0">
                <a:pos x="connsiteX10011" y="connsiteY10011"/>
              </a:cxn>
              <a:cxn ang="0">
                <a:pos x="connsiteX10012" y="connsiteY10012"/>
              </a:cxn>
              <a:cxn ang="0">
                <a:pos x="connsiteX10013" y="connsiteY10013"/>
              </a:cxn>
              <a:cxn ang="0">
                <a:pos x="connsiteX10014" y="connsiteY10014"/>
              </a:cxn>
              <a:cxn ang="0">
                <a:pos x="connsiteX10015" y="connsiteY10015"/>
              </a:cxn>
              <a:cxn ang="0">
                <a:pos x="connsiteX10016" y="connsiteY10016"/>
              </a:cxn>
              <a:cxn ang="0">
                <a:pos x="connsiteX10017" y="connsiteY10017"/>
              </a:cxn>
              <a:cxn ang="0">
                <a:pos x="connsiteX10018" y="connsiteY10018"/>
              </a:cxn>
              <a:cxn ang="0">
                <a:pos x="connsiteX10019" y="connsiteY10019"/>
              </a:cxn>
              <a:cxn ang="0">
                <a:pos x="connsiteX10020" y="connsiteY10020"/>
              </a:cxn>
              <a:cxn ang="0">
                <a:pos x="connsiteX10021" y="connsiteY10021"/>
              </a:cxn>
              <a:cxn ang="0">
                <a:pos x="connsiteX10022" y="connsiteY10022"/>
              </a:cxn>
              <a:cxn ang="0">
                <a:pos x="connsiteX10023" y="connsiteY10023"/>
              </a:cxn>
              <a:cxn ang="0">
                <a:pos x="connsiteX10024" y="connsiteY10024"/>
              </a:cxn>
              <a:cxn ang="0">
                <a:pos x="connsiteX10025" y="connsiteY10025"/>
              </a:cxn>
              <a:cxn ang="0">
                <a:pos x="connsiteX10026" y="connsiteY10026"/>
              </a:cxn>
              <a:cxn ang="0">
                <a:pos x="connsiteX10027" y="connsiteY10027"/>
              </a:cxn>
              <a:cxn ang="0">
                <a:pos x="connsiteX10028" y="connsiteY10028"/>
              </a:cxn>
              <a:cxn ang="0">
                <a:pos x="connsiteX10029" y="connsiteY10029"/>
              </a:cxn>
              <a:cxn ang="0">
                <a:pos x="connsiteX10030" y="connsiteY10030"/>
              </a:cxn>
              <a:cxn ang="0">
                <a:pos x="connsiteX10031" y="connsiteY10031"/>
              </a:cxn>
              <a:cxn ang="0">
                <a:pos x="connsiteX10032" y="connsiteY10032"/>
              </a:cxn>
              <a:cxn ang="0">
                <a:pos x="connsiteX10033" y="connsiteY10033"/>
              </a:cxn>
              <a:cxn ang="0">
                <a:pos x="connsiteX10034" y="connsiteY10034"/>
              </a:cxn>
              <a:cxn ang="0">
                <a:pos x="connsiteX10035" y="connsiteY10035"/>
              </a:cxn>
              <a:cxn ang="0">
                <a:pos x="connsiteX10036" y="connsiteY10036"/>
              </a:cxn>
              <a:cxn ang="0">
                <a:pos x="connsiteX10037" y="connsiteY10037"/>
              </a:cxn>
              <a:cxn ang="0">
                <a:pos x="connsiteX10038" y="connsiteY10038"/>
              </a:cxn>
              <a:cxn ang="0">
                <a:pos x="connsiteX10039" y="connsiteY10039"/>
              </a:cxn>
              <a:cxn ang="0">
                <a:pos x="connsiteX10040" y="connsiteY10040"/>
              </a:cxn>
              <a:cxn ang="0">
                <a:pos x="connsiteX10041" y="connsiteY10041"/>
              </a:cxn>
              <a:cxn ang="0">
                <a:pos x="connsiteX10042" y="connsiteY10042"/>
              </a:cxn>
              <a:cxn ang="0">
                <a:pos x="connsiteX10043" y="connsiteY10043"/>
              </a:cxn>
              <a:cxn ang="0">
                <a:pos x="connsiteX10044" y="connsiteY10044"/>
              </a:cxn>
              <a:cxn ang="0">
                <a:pos x="connsiteX10045" y="connsiteY10045"/>
              </a:cxn>
              <a:cxn ang="0">
                <a:pos x="connsiteX10046" y="connsiteY10046"/>
              </a:cxn>
              <a:cxn ang="0">
                <a:pos x="connsiteX10047" y="connsiteY10047"/>
              </a:cxn>
              <a:cxn ang="0">
                <a:pos x="connsiteX10048" y="connsiteY10048"/>
              </a:cxn>
              <a:cxn ang="0">
                <a:pos x="connsiteX10049" y="connsiteY10049"/>
              </a:cxn>
              <a:cxn ang="0">
                <a:pos x="connsiteX10050" y="connsiteY10050"/>
              </a:cxn>
              <a:cxn ang="0">
                <a:pos x="connsiteX10051" y="connsiteY10051"/>
              </a:cxn>
              <a:cxn ang="0">
                <a:pos x="connsiteX10052" y="connsiteY10052"/>
              </a:cxn>
              <a:cxn ang="0">
                <a:pos x="connsiteX10053" y="connsiteY10053"/>
              </a:cxn>
              <a:cxn ang="0">
                <a:pos x="connsiteX10054" y="connsiteY10054"/>
              </a:cxn>
              <a:cxn ang="0">
                <a:pos x="connsiteX10055" y="connsiteY10055"/>
              </a:cxn>
              <a:cxn ang="0">
                <a:pos x="connsiteX10056" y="connsiteY10056"/>
              </a:cxn>
              <a:cxn ang="0">
                <a:pos x="connsiteX10057" y="connsiteY10057"/>
              </a:cxn>
              <a:cxn ang="0">
                <a:pos x="connsiteX10058" y="connsiteY10058"/>
              </a:cxn>
              <a:cxn ang="0">
                <a:pos x="connsiteX10059" y="connsiteY10059"/>
              </a:cxn>
              <a:cxn ang="0">
                <a:pos x="connsiteX10060" y="connsiteY10060"/>
              </a:cxn>
              <a:cxn ang="0">
                <a:pos x="connsiteX10061" y="connsiteY10061"/>
              </a:cxn>
              <a:cxn ang="0">
                <a:pos x="connsiteX10062" y="connsiteY10062"/>
              </a:cxn>
              <a:cxn ang="0">
                <a:pos x="connsiteX10063" y="connsiteY10063"/>
              </a:cxn>
              <a:cxn ang="0">
                <a:pos x="connsiteX10064" y="connsiteY10064"/>
              </a:cxn>
              <a:cxn ang="0">
                <a:pos x="connsiteX10065" y="connsiteY10065"/>
              </a:cxn>
              <a:cxn ang="0">
                <a:pos x="connsiteX10066" y="connsiteY10066"/>
              </a:cxn>
              <a:cxn ang="0">
                <a:pos x="connsiteX10067" y="connsiteY10067"/>
              </a:cxn>
              <a:cxn ang="0">
                <a:pos x="connsiteX10068" y="connsiteY10068"/>
              </a:cxn>
              <a:cxn ang="0">
                <a:pos x="connsiteX10069" y="connsiteY10069"/>
              </a:cxn>
              <a:cxn ang="0">
                <a:pos x="connsiteX10070" y="connsiteY10070"/>
              </a:cxn>
              <a:cxn ang="0">
                <a:pos x="connsiteX10071" y="connsiteY10071"/>
              </a:cxn>
              <a:cxn ang="0">
                <a:pos x="connsiteX10072" y="connsiteY10072"/>
              </a:cxn>
              <a:cxn ang="0">
                <a:pos x="connsiteX10073" y="connsiteY10073"/>
              </a:cxn>
              <a:cxn ang="0">
                <a:pos x="connsiteX10074" y="connsiteY10074"/>
              </a:cxn>
              <a:cxn ang="0">
                <a:pos x="connsiteX10075" y="connsiteY10075"/>
              </a:cxn>
              <a:cxn ang="0">
                <a:pos x="connsiteX10076" y="connsiteY10076"/>
              </a:cxn>
              <a:cxn ang="0">
                <a:pos x="connsiteX10077" y="connsiteY10077"/>
              </a:cxn>
              <a:cxn ang="0">
                <a:pos x="connsiteX10078" y="connsiteY10078"/>
              </a:cxn>
              <a:cxn ang="0">
                <a:pos x="connsiteX10079" y="connsiteY10079"/>
              </a:cxn>
              <a:cxn ang="0">
                <a:pos x="connsiteX10080" y="connsiteY10080"/>
              </a:cxn>
              <a:cxn ang="0">
                <a:pos x="connsiteX10081" y="connsiteY10081"/>
              </a:cxn>
              <a:cxn ang="0">
                <a:pos x="connsiteX10082" y="connsiteY10082"/>
              </a:cxn>
              <a:cxn ang="0">
                <a:pos x="connsiteX10083" y="connsiteY10083"/>
              </a:cxn>
              <a:cxn ang="0">
                <a:pos x="connsiteX10084" y="connsiteY10084"/>
              </a:cxn>
              <a:cxn ang="0">
                <a:pos x="connsiteX10085" y="connsiteY10085"/>
              </a:cxn>
              <a:cxn ang="0">
                <a:pos x="connsiteX10086" y="connsiteY10086"/>
              </a:cxn>
              <a:cxn ang="0">
                <a:pos x="connsiteX10087" y="connsiteY10087"/>
              </a:cxn>
              <a:cxn ang="0">
                <a:pos x="connsiteX10088" y="connsiteY10088"/>
              </a:cxn>
              <a:cxn ang="0">
                <a:pos x="connsiteX10089" y="connsiteY10089"/>
              </a:cxn>
              <a:cxn ang="0">
                <a:pos x="connsiteX10090" y="connsiteY10090"/>
              </a:cxn>
              <a:cxn ang="0">
                <a:pos x="connsiteX10091" y="connsiteY10091"/>
              </a:cxn>
              <a:cxn ang="0">
                <a:pos x="connsiteX10092" y="connsiteY10092"/>
              </a:cxn>
              <a:cxn ang="0">
                <a:pos x="connsiteX10093" y="connsiteY10093"/>
              </a:cxn>
              <a:cxn ang="0">
                <a:pos x="connsiteX10094" y="connsiteY10094"/>
              </a:cxn>
              <a:cxn ang="0">
                <a:pos x="connsiteX10095" y="connsiteY10095"/>
              </a:cxn>
              <a:cxn ang="0">
                <a:pos x="connsiteX10096" y="connsiteY10096"/>
              </a:cxn>
              <a:cxn ang="0">
                <a:pos x="connsiteX10097" y="connsiteY10097"/>
              </a:cxn>
              <a:cxn ang="0">
                <a:pos x="connsiteX10098" y="connsiteY10098"/>
              </a:cxn>
              <a:cxn ang="0">
                <a:pos x="connsiteX10099" y="connsiteY10099"/>
              </a:cxn>
              <a:cxn ang="0">
                <a:pos x="connsiteX10100" y="connsiteY10100"/>
              </a:cxn>
              <a:cxn ang="0">
                <a:pos x="connsiteX10101" y="connsiteY10101"/>
              </a:cxn>
              <a:cxn ang="0">
                <a:pos x="connsiteX10102" y="connsiteY10102"/>
              </a:cxn>
              <a:cxn ang="0">
                <a:pos x="connsiteX10103" y="connsiteY10103"/>
              </a:cxn>
              <a:cxn ang="0">
                <a:pos x="connsiteX10104" y="connsiteY10104"/>
              </a:cxn>
              <a:cxn ang="0">
                <a:pos x="connsiteX10105" y="connsiteY10105"/>
              </a:cxn>
              <a:cxn ang="0">
                <a:pos x="connsiteX10106" y="connsiteY10106"/>
              </a:cxn>
              <a:cxn ang="0">
                <a:pos x="connsiteX10107" y="connsiteY10107"/>
              </a:cxn>
              <a:cxn ang="0">
                <a:pos x="connsiteX10108" y="connsiteY10108"/>
              </a:cxn>
              <a:cxn ang="0">
                <a:pos x="connsiteX10109" y="connsiteY10109"/>
              </a:cxn>
              <a:cxn ang="0">
                <a:pos x="connsiteX10110" y="connsiteY10110"/>
              </a:cxn>
              <a:cxn ang="0">
                <a:pos x="connsiteX10111" y="connsiteY10111"/>
              </a:cxn>
              <a:cxn ang="0">
                <a:pos x="connsiteX10112" y="connsiteY10112"/>
              </a:cxn>
              <a:cxn ang="0">
                <a:pos x="connsiteX10113" y="connsiteY10113"/>
              </a:cxn>
              <a:cxn ang="0">
                <a:pos x="connsiteX10114" y="connsiteY10114"/>
              </a:cxn>
              <a:cxn ang="0">
                <a:pos x="connsiteX10115" y="connsiteY10115"/>
              </a:cxn>
              <a:cxn ang="0">
                <a:pos x="connsiteX10116" y="connsiteY10116"/>
              </a:cxn>
              <a:cxn ang="0">
                <a:pos x="connsiteX10117" y="connsiteY10117"/>
              </a:cxn>
              <a:cxn ang="0">
                <a:pos x="connsiteX10118" y="connsiteY10118"/>
              </a:cxn>
              <a:cxn ang="0">
                <a:pos x="connsiteX10119" y="connsiteY10119"/>
              </a:cxn>
              <a:cxn ang="0">
                <a:pos x="connsiteX10120" y="connsiteY10120"/>
              </a:cxn>
              <a:cxn ang="0">
                <a:pos x="connsiteX10121" y="connsiteY10121"/>
              </a:cxn>
              <a:cxn ang="0">
                <a:pos x="connsiteX10122" y="connsiteY10122"/>
              </a:cxn>
              <a:cxn ang="0">
                <a:pos x="connsiteX10123" y="connsiteY10123"/>
              </a:cxn>
              <a:cxn ang="0">
                <a:pos x="connsiteX10124" y="connsiteY10124"/>
              </a:cxn>
              <a:cxn ang="0">
                <a:pos x="connsiteX10125" y="connsiteY10125"/>
              </a:cxn>
              <a:cxn ang="0">
                <a:pos x="connsiteX10126" y="connsiteY10126"/>
              </a:cxn>
              <a:cxn ang="0">
                <a:pos x="connsiteX10127" y="connsiteY10127"/>
              </a:cxn>
              <a:cxn ang="0">
                <a:pos x="connsiteX10128" y="connsiteY10128"/>
              </a:cxn>
              <a:cxn ang="0">
                <a:pos x="connsiteX10129" y="connsiteY10129"/>
              </a:cxn>
              <a:cxn ang="0">
                <a:pos x="connsiteX10130" y="connsiteY10130"/>
              </a:cxn>
              <a:cxn ang="0">
                <a:pos x="connsiteX10131" y="connsiteY10131"/>
              </a:cxn>
              <a:cxn ang="0">
                <a:pos x="connsiteX10132" y="connsiteY10132"/>
              </a:cxn>
              <a:cxn ang="0">
                <a:pos x="connsiteX10133" y="connsiteY10133"/>
              </a:cxn>
              <a:cxn ang="0">
                <a:pos x="connsiteX10134" y="connsiteY10134"/>
              </a:cxn>
              <a:cxn ang="0">
                <a:pos x="connsiteX10135" y="connsiteY10135"/>
              </a:cxn>
              <a:cxn ang="0">
                <a:pos x="connsiteX10136" y="connsiteY10136"/>
              </a:cxn>
              <a:cxn ang="0">
                <a:pos x="connsiteX10137" y="connsiteY10137"/>
              </a:cxn>
              <a:cxn ang="0">
                <a:pos x="connsiteX10138" y="connsiteY10138"/>
              </a:cxn>
              <a:cxn ang="0">
                <a:pos x="connsiteX10139" y="connsiteY10139"/>
              </a:cxn>
              <a:cxn ang="0">
                <a:pos x="connsiteX10140" y="connsiteY10140"/>
              </a:cxn>
              <a:cxn ang="0">
                <a:pos x="connsiteX10141" y="connsiteY10141"/>
              </a:cxn>
              <a:cxn ang="0">
                <a:pos x="connsiteX10142" y="connsiteY10142"/>
              </a:cxn>
              <a:cxn ang="0">
                <a:pos x="connsiteX10143" y="connsiteY10143"/>
              </a:cxn>
              <a:cxn ang="0">
                <a:pos x="connsiteX10144" y="connsiteY10144"/>
              </a:cxn>
              <a:cxn ang="0">
                <a:pos x="connsiteX10145" y="connsiteY10145"/>
              </a:cxn>
              <a:cxn ang="0">
                <a:pos x="connsiteX10146" y="connsiteY10146"/>
              </a:cxn>
              <a:cxn ang="0">
                <a:pos x="connsiteX10147" y="connsiteY10147"/>
              </a:cxn>
              <a:cxn ang="0">
                <a:pos x="connsiteX10148" y="connsiteY10148"/>
              </a:cxn>
              <a:cxn ang="0">
                <a:pos x="connsiteX10149" y="connsiteY10149"/>
              </a:cxn>
              <a:cxn ang="0">
                <a:pos x="connsiteX10150" y="connsiteY10150"/>
              </a:cxn>
              <a:cxn ang="0">
                <a:pos x="connsiteX10151" y="connsiteY10151"/>
              </a:cxn>
              <a:cxn ang="0">
                <a:pos x="connsiteX10152" y="connsiteY10152"/>
              </a:cxn>
              <a:cxn ang="0">
                <a:pos x="connsiteX10153" y="connsiteY10153"/>
              </a:cxn>
              <a:cxn ang="0">
                <a:pos x="connsiteX10154" y="connsiteY10154"/>
              </a:cxn>
              <a:cxn ang="0">
                <a:pos x="connsiteX10155" y="connsiteY10155"/>
              </a:cxn>
              <a:cxn ang="0">
                <a:pos x="connsiteX10156" y="connsiteY10156"/>
              </a:cxn>
              <a:cxn ang="0">
                <a:pos x="connsiteX10157" y="connsiteY10157"/>
              </a:cxn>
              <a:cxn ang="0">
                <a:pos x="connsiteX10158" y="connsiteY10158"/>
              </a:cxn>
              <a:cxn ang="0">
                <a:pos x="connsiteX10159" y="connsiteY10159"/>
              </a:cxn>
              <a:cxn ang="0">
                <a:pos x="connsiteX10160" y="connsiteY10160"/>
              </a:cxn>
              <a:cxn ang="0">
                <a:pos x="connsiteX10161" y="connsiteY10161"/>
              </a:cxn>
              <a:cxn ang="0">
                <a:pos x="connsiteX10162" y="connsiteY10162"/>
              </a:cxn>
              <a:cxn ang="0">
                <a:pos x="connsiteX10163" y="connsiteY10163"/>
              </a:cxn>
              <a:cxn ang="0">
                <a:pos x="connsiteX10164" y="connsiteY10164"/>
              </a:cxn>
              <a:cxn ang="0">
                <a:pos x="connsiteX10165" y="connsiteY10165"/>
              </a:cxn>
              <a:cxn ang="0">
                <a:pos x="connsiteX10166" y="connsiteY10166"/>
              </a:cxn>
              <a:cxn ang="0">
                <a:pos x="connsiteX10167" y="connsiteY10167"/>
              </a:cxn>
              <a:cxn ang="0">
                <a:pos x="connsiteX10168" y="connsiteY10168"/>
              </a:cxn>
              <a:cxn ang="0">
                <a:pos x="connsiteX10169" y="connsiteY10169"/>
              </a:cxn>
              <a:cxn ang="0">
                <a:pos x="connsiteX10170" y="connsiteY10170"/>
              </a:cxn>
              <a:cxn ang="0">
                <a:pos x="connsiteX10171" y="connsiteY10171"/>
              </a:cxn>
              <a:cxn ang="0">
                <a:pos x="connsiteX10172" y="connsiteY10172"/>
              </a:cxn>
              <a:cxn ang="0">
                <a:pos x="connsiteX10173" y="connsiteY10173"/>
              </a:cxn>
              <a:cxn ang="0">
                <a:pos x="connsiteX10174" y="connsiteY10174"/>
              </a:cxn>
              <a:cxn ang="0">
                <a:pos x="connsiteX10175" y="connsiteY10175"/>
              </a:cxn>
              <a:cxn ang="0">
                <a:pos x="connsiteX10176" y="connsiteY10176"/>
              </a:cxn>
              <a:cxn ang="0">
                <a:pos x="connsiteX10177" y="connsiteY10177"/>
              </a:cxn>
              <a:cxn ang="0">
                <a:pos x="connsiteX10178" y="connsiteY10178"/>
              </a:cxn>
              <a:cxn ang="0">
                <a:pos x="connsiteX10179" y="connsiteY10179"/>
              </a:cxn>
              <a:cxn ang="0">
                <a:pos x="connsiteX10180" y="connsiteY10180"/>
              </a:cxn>
              <a:cxn ang="0">
                <a:pos x="connsiteX10181" y="connsiteY10181"/>
              </a:cxn>
              <a:cxn ang="0">
                <a:pos x="connsiteX10182" y="connsiteY10182"/>
              </a:cxn>
              <a:cxn ang="0">
                <a:pos x="connsiteX10183" y="connsiteY10183"/>
              </a:cxn>
              <a:cxn ang="0">
                <a:pos x="connsiteX10184" y="connsiteY10184"/>
              </a:cxn>
              <a:cxn ang="0">
                <a:pos x="connsiteX10185" y="connsiteY10185"/>
              </a:cxn>
              <a:cxn ang="0">
                <a:pos x="connsiteX10186" y="connsiteY10186"/>
              </a:cxn>
              <a:cxn ang="0">
                <a:pos x="connsiteX10187" y="connsiteY10187"/>
              </a:cxn>
              <a:cxn ang="0">
                <a:pos x="connsiteX10188" y="connsiteY10188"/>
              </a:cxn>
              <a:cxn ang="0">
                <a:pos x="connsiteX10189" y="connsiteY10189"/>
              </a:cxn>
              <a:cxn ang="0">
                <a:pos x="connsiteX10190" y="connsiteY10190"/>
              </a:cxn>
              <a:cxn ang="0">
                <a:pos x="connsiteX10191" y="connsiteY10191"/>
              </a:cxn>
              <a:cxn ang="0">
                <a:pos x="connsiteX10192" y="connsiteY10192"/>
              </a:cxn>
              <a:cxn ang="0">
                <a:pos x="connsiteX10193" y="connsiteY10193"/>
              </a:cxn>
              <a:cxn ang="0">
                <a:pos x="connsiteX10194" y="connsiteY10194"/>
              </a:cxn>
              <a:cxn ang="0">
                <a:pos x="connsiteX10195" y="connsiteY10195"/>
              </a:cxn>
              <a:cxn ang="0">
                <a:pos x="connsiteX10196" y="connsiteY10196"/>
              </a:cxn>
              <a:cxn ang="0">
                <a:pos x="connsiteX10197" y="connsiteY10197"/>
              </a:cxn>
              <a:cxn ang="0">
                <a:pos x="connsiteX10198" y="connsiteY10198"/>
              </a:cxn>
              <a:cxn ang="0">
                <a:pos x="connsiteX10199" y="connsiteY10199"/>
              </a:cxn>
              <a:cxn ang="0">
                <a:pos x="connsiteX10200" y="connsiteY10200"/>
              </a:cxn>
              <a:cxn ang="0">
                <a:pos x="connsiteX10201" y="connsiteY10201"/>
              </a:cxn>
              <a:cxn ang="0">
                <a:pos x="connsiteX10202" y="connsiteY10202"/>
              </a:cxn>
              <a:cxn ang="0">
                <a:pos x="connsiteX10203" y="connsiteY10203"/>
              </a:cxn>
              <a:cxn ang="0">
                <a:pos x="connsiteX10204" y="connsiteY10204"/>
              </a:cxn>
              <a:cxn ang="0">
                <a:pos x="connsiteX10205" y="connsiteY10205"/>
              </a:cxn>
              <a:cxn ang="0">
                <a:pos x="connsiteX10206" y="connsiteY10206"/>
              </a:cxn>
              <a:cxn ang="0">
                <a:pos x="connsiteX10207" y="connsiteY10207"/>
              </a:cxn>
              <a:cxn ang="0">
                <a:pos x="connsiteX10208" y="connsiteY10208"/>
              </a:cxn>
              <a:cxn ang="0">
                <a:pos x="connsiteX10209" y="connsiteY10209"/>
              </a:cxn>
              <a:cxn ang="0">
                <a:pos x="connsiteX10210" y="connsiteY10210"/>
              </a:cxn>
              <a:cxn ang="0">
                <a:pos x="connsiteX10211" y="connsiteY10211"/>
              </a:cxn>
              <a:cxn ang="0">
                <a:pos x="connsiteX10212" y="connsiteY10212"/>
              </a:cxn>
              <a:cxn ang="0">
                <a:pos x="connsiteX10213" y="connsiteY10213"/>
              </a:cxn>
              <a:cxn ang="0">
                <a:pos x="connsiteX10214" y="connsiteY10214"/>
              </a:cxn>
              <a:cxn ang="0">
                <a:pos x="connsiteX10215" y="connsiteY10215"/>
              </a:cxn>
              <a:cxn ang="0">
                <a:pos x="connsiteX10216" y="connsiteY10216"/>
              </a:cxn>
              <a:cxn ang="0">
                <a:pos x="connsiteX10217" y="connsiteY10217"/>
              </a:cxn>
              <a:cxn ang="0">
                <a:pos x="connsiteX10218" y="connsiteY10218"/>
              </a:cxn>
              <a:cxn ang="0">
                <a:pos x="connsiteX10219" y="connsiteY10219"/>
              </a:cxn>
              <a:cxn ang="0">
                <a:pos x="connsiteX10220" y="connsiteY10220"/>
              </a:cxn>
              <a:cxn ang="0">
                <a:pos x="connsiteX10221" y="connsiteY10221"/>
              </a:cxn>
              <a:cxn ang="0">
                <a:pos x="connsiteX10222" y="connsiteY10222"/>
              </a:cxn>
              <a:cxn ang="0">
                <a:pos x="connsiteX10223" y="connsiteY10223"/>
              </a:cxn>
              <a:cxn ang="0">
                <a:pos x="connsiteX10224" y="connsiteY10224"/>
              </a:cxn>
              <a:cxn ang="0">
                <a:pos x="connsiteX10225" y="connsiteY10225"/>
              </a:cxn>
              <a:cxn ang="0">
                <a:pos x="connsiteX10226" y="connsiteY10226"/>
              </a:cxn>
              <a:cxn ang="0">
                <a:pos x="connsiteX10227" y="connsiteY10227"/>
              </a:cxn>
              <a:cxn ang="0">
                <a:pos x="connsiteX10228" y="connsiteY10228"/>
              </a:cxn>
              <a:cxn ang="0">
                <a:pos x="connsiteX10229" y="connsiteY10229"/>
              </a:cxn>
              <a:cxn ang="0">
                <a:pos x="connsiteX10230" y="connsiteY10230"/>
              </a:cxn>
              <a:cxn ang="0">
                <a:pos x="connsiteX10231" y="connsiteY10231"/>
              </a:cxn>
              <a:cxn ang="0">
                <a:pos x="connsiteX10232" y="connsiteY10232"/>
              </a:cxn>
              <a:cxn ang="0">
                <a:pos x="connsiteX10233" y="connsiteY10233"/>
              </a:cxn>
              <a:cxn ang="0">
                <a:pos x="connsiteX10234" y="connsiteY10234"/>
              </a:cxn>
              <a:cxn ang="0">
                <a:pos x="connsiteX10235" y="connsiteY10235"/>
              </a:cxn>
              <a:cxn ang="0">
                <a:pos x="connsiteX10236" y="connsiteY10236"/>
              </a:cxn>
              <a:cxn ang="0">
                <a:pos x="connsiteX10237" y="connsiteY10237"/>
              </a:cxn>
              <a:cxn ang="0">
                <a:pos x="connsiteX10238" y="connsiteY10238"/>
              </a:cxn>
              <a:cxn ang="0">
                <a:pos x="connsiteX10239" y="connsiteY10239"/>
              </a:cxn>
              <a:cxn ang="0">
                <a:pos x="connsiteX10240" y="connsiteY10240"/>
              </a:cxn>
              <a:cxn ang="0">
                <a:pos x="connsiteX10241" y="connsiteY10241"/>
              </a:cxn>
              <a:cxn ang="0">
                <a:pos x="connsiteX10242" y="connsiteY10242"/>
              </a:cxn>
              <a:cxn ang="0">
                <a:pos x="connsiteX10243" y="connsiteY10243"/>
              </a:cxn>
              <a:cxn ang="0">
                <a:pos x="connsiteX10244" y="connsiteY10244"/>
              </a:cxn>
              <a:cxn ang="0">
                <a:pos x="connsiteX10245" y="connsiteY10245"/>
              </a:cxn>
              <a:cxn ang="0">
                <a:pos x="connsiteX10246" y="connsiteY10246"/>
              </a:cxn>
              <a:cxn ang="0">
                <a:pos x="connsiteX10247" y="connsiteY10247"/>
              </a:cxn>
              <a:cxn ang="0">
                <a:pos x="connsiteX10248" y="connsiteY10248"/>
              </a:cxn>
              <a:cxn ang="0">
                <a:pos x="connsiteX10249" y="connsiteY10249"/>
              </a:cxn>
              <a:cxn ang="0">
                <a:pos x="connsiteX10250" y="connsiteY10250"/>
              </a:cxn>
              <a:cxn ang="0">
                <a:pos x="connsiteX10251" y="connsiteY10251"/>
              </a:cxn>
              <a:cxn ang="0">
                <a:pos x="connsiteX10252" y="connsiteY10252"/>
              </a:cxn>
              <a:cxn ang="0">
                <a:pos x="connsiteX10253" y="connsiteY10253"/>
              </a:cxn>
              <a:cxn ang="0">
                <a:pos x="connsiteX10254" y="connsiteY10254"/>
              </a:cxn>
              <a:cxn ang="0">
                <a:pos x="connsiteX10255" y="connsiteY10255"/>
              </a:cxn>
              <a:cxn ang="0">
                <a:pos x="connsiteX10256" y="connsiteY10256"/>
              </a:cxn>
              <a:cxn ang="0">
                <a:pos x="connsiteX10257" y="connsiteY10257"/>
              </a:cxn>
              <a:cxn ang="0">
                <a:pos x="connsiteX10258" y="connsiteY10258"/>
              </a:cxn>
              <a:cxn ang="0">
                <a:pos x="connsiteX10259" y="connsiteY10259"/>
              </a:cxn>
              <a:cxn ang="0">
                <a:pos x="connsiteX10260" y="connsiteY10260"/>
              </a:cxn>
              <a:cxn ang="0">
                <a:pos x="connsiteX10261" y="connsiteY10261"/>
              </a:cxn>
              <a:cxn ang="0">
                <a:pos x="connsiteX10262" y="connsiteY10262"/>
              </a:cxn>
              <a:cxn ang="0">
                <a:pos x="connsiteX10263" y="connsiteY10263"/>
              </a:cxn>
              <a:cxn ang="0">
                <a:pos x="connsiteX10264" y="connsiteY10264"/>
              </a:cxn>
              <a:cxn ang="0">
                <a:pos x="connsiteX10265" y="connsiteY10265"/>
              </a:cxn>
              <a:cxn ang="0">
                <a:pos x="connsiteX10266" y="connsiteY10266"/>
              </a:cxn>
              <a:cxn ang="0">
                <a:pos x="connsiteX10267" y="connsiteY10267"/>
              </a:cxn>
              <a:cxn ang="0">
                <a:pos x="connsiteX10268" y="connsiteY10268"/>
              </a:cxn>
              <a:cxn ang="0">
                <a:pos x="connsiteX10269" y="connsiteY10269"/>
              </a:cxn>
              <a:cxn ang="0">
                <a:pos x="connsiteX10270" y="connsiteY10270"/>
              </a:cxn>
              <a:cxn ang="0">
                <a:pos x="connsiteX10271" y="connsiteY10271"/>
              </a:cxn>
              <a:cxn ang="0">
                <a:pos x="connsiteX10272" y="connsiteY10272"/>
              </a:cxn>
              <a:cxn ang="0">
                <a:pos x="connsiteX10273" y="connsiteY10273"/>
              </a:cxn>
              <a:cxn ang="0">
                <a:pos x="connsiteX10274" y="connsiteY10274"/>
              </a:cxn>
              <a:cxn ang="0">
                <a:pos x="connsiteX10275" y="connsiteY10275"/>
              </a:cxn>
              <a:cxn ang="0">
                <a:pos x="connsiteX10276" y="connsiteY10276"/>
              </a:cxn>
              <a:cxn ang="0">
                <a:pos x="connsiteX10277" y="connsiteY10277"/>
              </a:cxn>
              <a:cxn ang="0">
                <a:pos x="connsiteX10278" y="connsiteY10278"/>
              </a:cxn>
              <a:cxn ang="0">
                <a:pos x="connsiteX10279" y="connsiteY10279"/>
              </a:cxn>
              <a:cxn ang="0">
                <a:pos x="connsiteX10280" y="connsiteY10280"/>
              </a:cxn>
              <a:cxn ang="0">
                <a:pos x="connsiteX10281" y="connsiteY10281"/>
              </a:cxn>
              <a:cxn ang="0">
                <a:pos x="connsiteX10282" y="connsiteY10282"/>
              </a:cxn>
              <a:cxn ang="0">
                <a:pos x="connsiteX10283" y="connsiteY10283"/>
              </a:cxn>
              <a:cxn ang="0">
                <a:pos x="connsiteX10284" y="connsiteY10284"/>
              </a:cxn>
              <a:cxn ang="0">
                <a:pos x="connsiteX10285" y="connsiteY10285"/>
              </a:cxn>
              <a:cxn ang="0">
                <a:pos x="connsiteX10286" y="connsiteY10286"/>
              </a:cxn>
              <a:cxn ang="0">
                <a:pos x="connsiteX10287" y="connsiteY10287"/>
              </a:cxn>
              <a:cxn ang="0">
                <a:pos x="connsiteX10288" y="connsiteY10288"/>
              </a:cxn>
              <a:cxn ang="0">
                <a:pos x="connsiteX10289" y="connsiteY10289"/>
              </a:cxn>
              <a:cxn ang="0">
                <a:pos x="connsiteX10290" y="connsiteY10290"/>
              </a:cxn>
              <a:cxn ang="0">
                <a:pos x="connsiteX10291" y="connsiteY10291"/>
              </a:cxn>
              <a:cxn ang="0">
                <a:pos x="connsiteX10292" y="connsiteY10292"/>
              </a:cxn>
              <a:cxn ang="0">
                <a:pos x="connsiteX10293" y="connsiteY10293"/>
              </a:cxn>
              <a:cxn ang="0">
                <a:pos x="connsiteX10294" y="connsiteY10294"/>
              </a:cxn>
              <a:cxn ang="0">
                <a:pos x="connsiteX10295" y="connsiteY10295"/>
              </a:cxn>
              <a:cxn ang="0">
                <a:pos x="connsiteX10296" y="connsiteY10296"/>
              </a:cxn>
              <a:cxn ang="0">
                <a:pos x="connsiteX10297" y="connsiteY10297"/>
              </a:cxn>
              <a:cxn ang="0">
                <a:pos x="connsiteX10298" y="connsiteY10298"/>
              </a:cxn>
              <a:cxn ang="0">
                <a:pos x="connsiteX10299" y="connsiteY10299"/>
              </a:cxn>
              <a:cxn ang="0">
                <a:pos x="connsiteX10300" y="connsiteY10300"/>
              </a:cxn>
              <a:cxn ang="0">
                <a:pos x="connsiteX10301" y="connsiteY10301"/>
              </a:cxn>
              <a:cxn ang="0">
                <a:pos x="connsiteX10302" y="connsiteY10302"/>
              </a:cxn>
              <a:cxn ang="0">
                <a:pos x="connsiteX10303" y="connsiteY10303"/>
              </a:cxn>
              <a:cxn ang="0">
                <a:pos x="connsiteX10304" y="connsiteY10304"/>
              </a:cxn>
              <a:cxn ang="0">
                <a:pos x="connsiteX10305" y="connsiteY10305"/>
              </a:cxn>
              <a:cxn ang="0">
                <a:pos x="connsiteX10306" y="connsiteY10306"/>
              </a:cxn>
              <a:cxn ang="0">
                <a:pos x="connsiteX10307" y="connsiteY10307"/>
              </a:cxn>
              <a:cxn ang="0">
                <a:pos x="connsiteX10308" y="connsiteY10308"/>
              </a:cxn>
              <a:cxn ang="0">
                <a:pos x="connsiteX10309" y="connsiteY10309"/>
              </a:cxn>
              <a:cxn ang="0">
                <a:pos x="connsiteX10310" y="connsiteY10310"/>
              </a:cxn>
              <a:cxn ang="0">
                <a:pos x="connsiteX10311" y="connsiteY10311"/>
              </a:cxn>
              <a:cxn ang="0">
                <a:pos x="connsiteX10312" y="connsiteY10312"/>
              </a:cxn>
              <a:cxn ang="0">
                <a:pos x="connsiteX10313" y="connsiteY10313"/>
              </a:cxn>
              <a:cxn ang="0">
                <a:pos x="connsiteX10314" y="connsiteY10314"/>
              </a:cxn>
              <a:cxn ang="0">
                <a:pos x="connsiteX10315" y="connsiteY10315"/>
              </a:cxn>
              <a:cxn ang="0">
                <a:pos x="connsiteX10316" y="connsiteY10316"/>
              </a:cxn>
              <a:cxn ang="0">
                <a:pos x="connsiteX10317" y="connsiteY10317"/>
              </a:cxn>
              <a:cxn ang="0">
                <a:pos x="connsiteX10318" y="connsiteY10318"/>
              </a:cxn>
              <a:cxn ang="0">
                <a:pos x="connsiteX10319" y="connsiteY10319"/>
              </a:cxn>
              <a:cxn ang="0">
                <a:pos x="connsiteX10320" y="connsiteY10320"/>
              </a:cxn>
              <a:cxn ang="0">
                <a:pos x="connsiteX10321" y="connsiteY10321"/>
              </a:cxn>
              <a:cxn ang="0">
                <a:pos x="connsiteX10322" y="connsiteY10322"/>
              </a:cxn>
              <a:cxn ang="0">
                <a:pos x="connsiteX10323" y="connsiteY10323"/>
              </a:cxn>
              <a:cxn ang="0">
                <a:pos x="connsiteX10324" y="connsiteY10324"/>
              </a:cxn>
              <a:cxn ang="0">
                <a:pos x="connsiteX10325" y="connsiteY10325"/>
              </a:cxn>
              <a:cxn ang="0">
                <a:pos x="connsiteX10326" y="connsiteY10326"/>
              </a:cxn>
              <a:cxn ang="0">
                <a:pos x="connsiteX10327" y="connsiteY10327"/>
              </a:cxn>
              <a:cxn ang="0">
                <a:pos x="connsiteX10328" y="connsiteY10328"/>
              </a:cxn>
              <a:cxn ang="0">
                <a:pos x="connsiteX10329" y="connsiteY10329"/>
              </a:cxn>
              <a:cxn ang="0">
                <a:pos x="connsiteX10330" y="connsiteY10330"/>
              </a:cxn>
              <a:cxn ang="0">
                <a:pos x="connsiteX10331" y="connsiteY10331"/>
              </a:cxn>
              <a:cxn ang="0">
                <a:pos x="connsiteX10332" y="connsiteY10332"/>
              </a:cxn>
              <a:cxn ang="0">
                <a:pos x="connsiteX10333" y="connsiteY10333"/>
              </a:cxn>
              <a:cxn ang="0">
                <a:pos x="connsiteX10334" y="connsiteY10334"/>
              </a:cxn>
              <a:cxn ang="0">
                <a:pos x="connsiteX10335" y="connsiteY10335"/>
              </a:cxn>
              <a:cxn ang="0">
                <a:pos x="connsiteX10336" y="connsiteY10336"/>
              </a:cxn>
              <a:cxn ang="0">
                <a:pos x="connsiteX10337" y="connsiteY10337"/>
              </a:cxn>
              <a:cxn ang="0">
                <a:pos x="connsiteX10338" y="connsiteY10338"/>
              </a:cxn>
              <a:cxn ang="0">
                <a:pos x="connsiteX10339" y="connsiteY10339"/>
              </a:cxn>
              <a:cxn ang="0">
                <a:pos x="connsiteX10340" y="connsiteY10340"/>
              </a:cxn>
              <a:cxn ang="0">
                <a:pos x="connsiteX10341" y="connsiteY10341"/>
              </a:cxn>
              <a:cxn ang="0">
                <a:pos x="connsiteX10342" y="connsiteY10342"/>
              </a:cxn>
              <a:cxn ang="0">
                <a:pos x="connsiteX10343" y="connsiteY10343"/>
              </a:cxn>
              <a:cxn ang="0">
                <a:pos x="connsiteX10344" y="connsiteY10344"/>
              </a:cxn>
              <a:cxn ang="0">
                <a:pos x="connsiteX10345" y="connsiteY10345"/>
              </a:cxn>
              <a:cxn ang="0">
                <a:pos x="connsiteX10346" y="connsiteY10346"/>
              </a:cxn>
              <a:cxn ang="0">
                <a:pos x="connsiteX10347" y="connsiteY10347"/>
              </a:cxn>
              <a:cxn ang="0">
                <a:pos x="connsiteX10348" y="connsiteY10348"/>
              </a:cxn>
              <a:cxn ang="0">
                <a:pos x="connsiteX10349" y="connsiteY10349"/>
              </a:cxn>
              <a:cxn ang="0">
                <a:pos x="connsiteX10350" y="connsiteY10350"/>
              </a:cxn>
              <a:cxn ang="0">
                <a:pos x="connsiteX10351" y="connsiteY10351"/>
              </a:cxn>
              <a:cxn ang="0">
                <a:pos x="connsiteX10352" y="connsiteY10352"/>
              </a:cxn>
              <a:cxn ang="0">
                <a:pos x="connsiteX10353" y="connsiteY10353"/>
              </a:cxn>
              <a:cxn ang="0">
                <a:pos x="connsiteX10354" y="connsiteY10354"/>
              </a:cxn>
              <a:cxn ang="0">
                <a:pos x="connsiteX10355" y="connsiteY10355"/>
              </a:cxn>
              <a:cxn ang="0">
                <a:pos x="connsiteX10356" y="connsiteY10356"/>
              </a:cxn>
              <a:cxn ang="0">
                <a:pos x="connsiteX10357" y="connsiteY10357"/>
              </a:cxn>
              <a:cxn ang="0">
                <a:pos x="connsiteX10358" y="connsiteY10358"/>
              </a:cxn>
              <a:cxn ang="0">
                <a:pos x="connsiteX10359" y="connsiteY10359"/>
              </a:cxn>
              <a:cxn ang="0">
                <a:pos x="connsiteX10360" y="connsiteY10360"/>
              </a:cxn>
              <a:cxn ang="0">
                <a:pos x="connsiteX10361" y="connsiteY10361"/>
              </a:cxn>
              <a:cxn ang="0">
                <a:pos x="connsiteX10362" y="connsiteY10362"/>
              </a:cxn>
              <a:cxn ang="0">
                <a:pos x="connsiteX10363" y="connsiteY10363"/>
              </a:cxn>
              <a:cxn ang="0">
                <a:pos x="connsiteX10364" y="connsiteY10364"/>
              </a:cxn>
              <a:cxn ang="0">
                <a:pos x="connsiteX10365" y="connsiteY10365"/>
              </a:cxn>
              <a:cxn ang="0">
                <a:pos x="connsiteX10366" y="connsiteY10366"/>
              </a:cxn>
              <a:cxn ang="0">
                <a:pos x="connsiteX10367" y="connsiteY10367"/>
              </a:cxn>
              <a:cxn ang="0">
                <a:pos x="connsiteX10368" y="connsiteY10368"/>
              </a:cxn>
              <a:cxn ang="0">
                <a:pos x="connsiteX10369" y="connsiteY10369"/>
              </a:cxn>
              <a:cxn ang="0">
                <a:pos x="connsiteX10370" y="connsiteY10370"/>
              </a:cxn>
              <a:cxn ang="0">
                <a:pos x="connsiteX10371" y="connsiteY10371"/>
              </a:cxn>
              <a:cxn ang="0">
                <a:pos x="connsiteX10372" y="connsiteY10372"/>
              </a:cxn>
              <a:cxn ang="0">
                <a:pos x="connsiteX10373" y="connsiteY10373"/>
              </a:cxn>
              <a:cxn ang="0">
                <a:pos x="connsiteX10374" y="connsiteY10374"/>
              </a:cxn>
              <a:cxn ang="0">
                <a:pos x="connsiteX10375" y="connsiteY10375"/>
              </a:cxn>
              <a:cxn ang="0">
                <a:pos x="connsiteX10376" y="connsiteY10376"/>
              </a:cxn>
              <a:cxn ang="0">
                <a:pos x="connsiteX10377" y="connsiteY10377"/>
              </a:cxn>
              <a:cxn ang="0">
                <a:pos x="connsiteX10378" y="connsiteY10378"/>
              </a:cxn>
              <a:cxn ang="0">
                <a:pos x="connsiteX10379" y="connsiteY10379"/>
              </a:cxn>
              <a:cxn ang="0">
                <a:pos x="connsiteX10380" y="connsiteY10380"/>
              </a:cxn>
              <a:cxn ang="0">
                <a:pos x="connsiteX10381" y="connsiteY10381"/>
              </a:cxn>
              <a:cxn ang="0">
                <a:pos x="connsiteX10382" y="connsiteY10382"/>
              </a:cxn>
              <a:cxn ang="0">
                <a:pos x="connsiteX10383" y="connsiteY10383"/>
              </a:cxn>
              <a:cxn ang="0">
                <a:pos x="connsiteX10384" y="connsiteY10384"/>
              </a:cxn>
              <a:cxn ang="0">
                <a:pos x="connsiteX10385" y="connsiteY10385"/>
              </a:cxn>
              <a:cxn ang="0">
                <a:pos x="connsiteX10386" y="connsiteY10386"/>
              </a:cxn>
              <a:cxn ang="0">
                <a:pos x="connsiteX10387" y="connsiteY10387"/>
              </a:cxn>
              <a:cxn ang="0">
                <a:pos x="connsiteX10388" y="connsiteY10388"/>
              </a:cxn>
              <a:cxn ang="0">
                <a:pos x="connsiteX10389" y="connsiteY10389"/>
              </a:cxn>
              <a:cxn ang="0">
                <a:pos x="connsiteX10390" y="connsiteY10390"/>
              </a:cxn>
              <a:cxn ang="0">
                <a:pos x="connsiteX10391" y="connsiteY10391"/>
              </a:cxn>
              <a:cxn ang="0">
                <a:pos x="connsiteX10392" y="connsiteY10392"/>
              </a:cxn>
              <a:cxn ang="0">
                <a:pos x="connsiteX10393" y="connsiteY10393"/>
              </a:cxn>
              <a:cxn ang="0">
                <a:pos x="connsiteX10394" y="connsiteY10394"/>
              </a:cxn>
              <a:cxn ang="0">
                <a:pos x="connsiteX10395" y="connsiteY10395"/>
              </a:cxn>
              <a:cxn ang="0">
                <a:pos x="connsiteX10396" y="connsiteY10396"/>
              </a:cxn>
              <a:cxn ang="0">
                <a:pos x="connsiteX10397" y="connsiteY10397"/>
              </a:cxn>
              <a:cxn ang="0">
                <a:pos x="connsiteX10398" y="connsiteY10398"/>
              </a:cxn>
              <a:cxn ang="0">
                <a:pos x="connsiteX10399" y="connsiteY10399"/>
              </a:cxn>
              <a:cxn ang="0">
                <a:pos x="connsiteX10400" y="connsiteY10400"/>
              </a:cxn>
              <a:cxn ang="0">
                <a:pos x="connsiteX10401" y="connsiteY10401"/>
              </a:cxn>
              <a:cxn ang="0">
                <a:pos x="connsiteX10402" y="connsiteY10402"/>
              </a:cxn>
              <a:cxn ang="0">
                <a:pos x="connsiteX10403" y="connsiteY10403"/>
              </a:cxn>
              <a:cxn ang="0">
                <a:pos x="connsiteX10404" y="connsiteY10404"/>
              </a:cxn>
              <a:cxn ang="0">
                <a:pos x="connsiteX10405" y="connsiteY10405"/>
              </a:cxn>
              <a:cxn ang="0">
                <a:pos x="connsiteX10406" y="connsiteY10406"/>
              </a:cxn>
              <a:cxn ang="0">
                <a:pos x="connsiteX10407" y="connsiteY10407"/>
              </a:cxn>
              <a:cxn ang="0">
                <a:pos x="connsiteX10408" y="connsiteY10408"/>
              </a:cxn>
              <a:cxn ang="0">
                <a:pos x="connsiteX10409" y="connsiteY10409"/>
              </a:cxn>
              <a:cxn ang="0">
                <a:pos x="connsiteX10410" y="connsiteY10410"/>
              </a:cxn>
              <a:cxn ang="0">
                <a:pos x="connsiteX10411" y="connsiteY10411"/>
              </a:cxn>
              <a:cxn ang="0">
                <a:pos x="connsiteX10412" y="connsiteY10412"/>
              </a:cxn>
              <a:cxn ang="0">
                <a:pos x="connsiteX10413" y="connsiteY10413"/>
              </a:cxn>
              <a:cxn ang="0">
                <a:pos x="connsiteX10414" y="connsiteY10414"/>
              </a:cxn>
              <a:cxn ang="0">
                <a:pos x="connsiteX10415" y="connsiteY10415"/>
              </a:cxn>
              <a:cxn ang="0">
                <a:pos x="connsiteX10416" y="connsiteY10416"/>
              </a:cxn>
              <a:cxn ang="0">
                <a:pos x="connsiteX10417" y="connsiteY10417"/>
              </a:cxn>
              <a:cxn ang="0">
                <a:pos x="connsiteX10418" y="connsiteY10418"/>
              </a:cxn>
              <a:cxn ang="0">
                <a:pos x="connsiteX10419" y="connsiteY10419"/>
              </a:cxn>
              <a:cxn ang="0">
                <a:pos x="connsiteX10420" y="connsiteY10420"/>
              </a:cxn>
              <a:cxn ang="0">
                <a:pos x="connsiteX10421" y="connsiteY10421"/>
              </a:cxn>
              <a:cxn ang="0">
                <a:pos x="connsiteX10422" y="connsiteY10422"/>
              </a:cxn>
              <a:cxn ang="0">
                <a:pos x="connsiteX10423" y="connsiteY10423"/>
              </a:cxn>
              <a:cxn ang="0">
                <a:pos x="connsiteX10424" y="connsiteY10424"/>
              </a:cxn>
              <a:cxn ang="0">
                <a:pos x="connsiteX10425" y="connsiteY10425"/>
              </a:cxn>
              <a:cxn ang="0">
                <a:pos x="connsiteX10426" y="connsiteY10426"/>
              </a:cxn>
              <a:cxn ang="0">
                <a:pos x="connsiteX10427" y="connsiteY10427"/>
              </a:cxn>
              <a:cxn ang="0">
                <a:pos x="connsiteX10428" y="connsiteY10428"/>
              </a:cxn>
              <a:cxn ang="0">
                <a:pos x="connsiteX10429" y="connsiteY10429"/>
              </a:cxn>
              <a:cxn ang="0">
                <a:pos x="connsiteX10430" y="connsiteY10430"/>
              </a:cxn>
              <a:cxn ang="0">
                <a:pos x="connsiteX10431" y="connsiteY10431"/>
              </a:cxn>
              <a:cxn ang="0">
                <a:pos x="connsiteX10432" y="connsiteY10432"/>
              </a:cxn>
              <a:cxn ang="0">
                <a:pos x="connsiteX10433" y="connsiteY10433"/>
              </a:cxn>
              <a:cxn ang="0">
                <a:pos x="connsiteX10434" y="connsiteY10434"/>
              </a:cxn>
              <a:cxn ang="0">
                <a:pos x="connsiteX10435" y="connsiteY10435"/>
              </a:cxn>
              <a:cxn ang="0">
                <a:pos x="connsiteX10436" y="connsiteY10436"/>
              </a:cxn>
              <a:cxn ang="0">
                <a:pos x="connsiteX10437" y="connsiteY10437"/>
              </a:cxn>
              <a:cxn ang="0">
                <a:pos x="connsiteX10438" y="connsiteY10438"/>
              </a:cxn>
              <a:cxn ang="0">
                <a:pos x="connsiteX10439" y="connsiteY10439"/>
              </a:cxn>
              <a:cxn ang="0">
                <a:pos x="connsiteX10440" y="connsiteY10440"/>
              </a:cxn>
              <a:cxn ang="0">
                <a:pos x="connsiteX10441" y="connsiteY10441"/>
              </a:cxn>
              <a:cxn ang="0">
                <a:pos x="connsiteX10442" y="connsiteY10442"/>
              </a:cxn>
              <a:cxn ang="0">
                <a:pos x="connsiteX10443" y="connsiteY10443"/>
              </a:cxn>
              <a:cxn ang="0">
                <a:pos x="connsiteX10444" y="connsiteY10444"/>
              </a:cxn>
              <a:cxn ang="0">
                <a:pos x="connsiteX10445" y="connsiteY10445"/>
              </a:cxn>
              <a:cxn ang="0">
                <a:pos x="connsiteX10446" y="connsiteY10446"/>
              </a:cxn>
              <a:cxn ang="0">
                <a:pos x="connsiteX10447" y="connsiteY10447"/>
              </a:cxn>
              <a:cxn ang="0">
                <a:pos x="connsiteX10448" y="connsiteY10448"/>
              </a:cxn>
              <a:cxn ang="0">
                <a:pos x="connsiteX10449" y="connsiteY10449"/>
              </a:cxn>
              <a:cxn ang="0">
                <a:pos x="connsiteX10450" y="connsiteY10450"/>
              </a:cxn>
              <a:cxn ang="0">
                <a:pos x="connsiteX10451" y="connsiteY10451"/>
              </a:cxn>
              <a:cxn ang="0">
                <a:pos x="connsiteX10452" y="connsiteY10452"/>
              </a:cxn>
              <a:cxn ang="0">
                <a:pos x="connsiteX10453" y="connsiteY10453"/>
              </a:cxn>
              <a:cxn ang="0">
                <a:pos x="connsiteX10454" y="connsiteY10454"/>
              </a:cxn>
              <a:cxn ang="0">
                <a:pos x="connsiteX10455" y="connsiteY10455"/>
              </a:cxn>
              <a:cxn ang="0">
                <a:pos x="connsiteX10456" y="connsiteY10456"/>
              </a:cxn>
              <a:cxn ang="0">
                <a:pos x="connsiteX10457" y="connsiteY10457"/>
              </a:cxn>
              <a:cxn ang="0">
                <a:pos x="connsiteX10458" y="connsiteY10458"/>
              </a:cxn>
              <a:cxn ang="0">
                <a:pos x="connsiteX10459" y="connsiteY10459"/>
              </a:cxn>
              <a:cxn ang="0">
                <a:pos x="connsiteX10460" y="connsiteY10460"/>
              </a:cxn>
              <a:cxn ang="0">
                <a:pos x="connsiteX10461" y="connsiteY10461"/>
              </a:cxn>
              <a:cxn ang="0">
                <a:pos x="connsiteX10462" y="connsiteY10462"/>
              </a:cxn>
              <a:cxn ang="0">
                <a:pos x="connsiteX10463" y="connsiteY10463"/>
              </a:cxn>
              <a:cxn ang="0">
                <a:pos x="connsiteX10464" y="connsiteY10464"/>
              </a:cxn>
              <a:cxn ang="0">
                <a:pos x="connsiteX10465" y="connsiteY10465"/>
              </a:cxn>
              <a:cxn ang="0">
                <a:pos x="connsiteX10466" y="connsiteY10466"/>
              </a:cxn>
              <a:cxn ang="0">
                <a:pos x="connsiteX10467" y="connsiteY10467"/>
              </a:cxn>
              <a:cxn ang="0">
                <a:pos x="connsiteX10468" y="connsiteY10468"/>
              </a:cxn>
              <a:cxn ang="0">
                <a:pos x="connsiteX10469" y="connsiteY10469"/>
              </a:cxn>
              <a:cxn ang="0">
                <a:pos x="connsiteX10470" y="connsiteY10470"/>
              </a:cxn>
              <a:cxn ang="0">
                <a:pos x="connsiteX10471" y="connsiteY10471"/>
              </a:cxn>
              <a:cxn ang="0">
                <a:pos x="connsiteX10472" y="connsiteY10472"/>
              </a:cxn>
              <a:cxn ang="0">
                <a:pos x="connsiteX10473" y="connsiteY10473"/>
              </a:cxn>
              <a:cxn ang="0">
                <a:pos x="connsiteX10474" y="connsiteY10474"/>
              </a:cxn>
              <a:cxn ang="0">
                <a:pos x="connsiteX10475" y="connsiteY10475"/>
              </a:cxn>
              <a:cxn ang="0">
                <a:pos x="connsiteX10476" y="connsiteY10476"/>
              </a:cxn>
              <a:cxn ang="0">
                <a:pos x="connsiteX10477" y="connsiteY10477"/>
              </a:cxn>
              <a:cxn ang="0">
                <a:pos x="connsiteX10478" y="connsiteY10478"/>
              </a:cxn>
              <a:cxn ang="0">
                <a:pos x="connsiteX10479" y="connsiteY10479"/>
              </a:cxn>
              <a:cxn ang="0">
                <a:pos x="connsiteX10480" y="connsiteY10480"/>
              </a:cxn>
              <a:cxn ang="0">
                <a:pos x="connsiteX10481" y="connsiteY10481"/>
              </a:cxn>
              <a:cxn ang="0">
                <a:pos x="connsiteX10482" y="connsiteY10482"/>
              </a:cxn>
              <a:cxn ang="0">
                <a:pos x="connsiteX10483" y="connsiteY10483"/>
              </a:cxn>
              <a:cxn ang="0">
                <a:pos x="connsiteX10484" y="connsiteY10484"/>
              </a:cxn>
              <a:cxn ang="0">
                <a:pos x="connsiteX10485" y="connsiteY10485"/>
              </a:cxn>
              <a:cxn ang="0">
                <a:pos x="connsiteX10486" y="connsiteY10486"/>
              </a:cxn>
              <a:cxn ang="0">
                <a:pos x="connsiteX10487" y="connsiteY10487"/>
              </a:cxn>
              <a:cxn ang="0">
                <a:pos x="connsiteX10488" y="connsiteY10488"/>
              </a:cxn>
              <a:cxn ang="0">
                <a:pos x="connsiteX10489" y="connsiteY10489"/>
              </a:cxn>
              <a:cxn ang="0">
                <a:pos x="connsiteX10490" y="connsiteY10490"/>
              </a:cxn>
              <a:cxn ang="0">
                <a:pos x="connsiteX10491" y="connsiteY10491"/>
              </a:cxn>
              <a:cxn ang="0">
                <a:pos x="connsiteX10492" y="connsiteY10492"/>
              </a:cxn>
              <a:cxn ang="0">
                <a:pos x="connsiteX10493" y="connsiteY10493"/>
              </a:cxn>
              <a:cxn ang="0">
                <a:pos x="connsiteX10494" y="connsiteY10494"/>
              </a:cxn>
              <a:cxn ang="0">
                <a:pos x="connsiteX10495" y="connsiteY10495"/>
              </a:cxn>
              <a:cxn ang="0">
                <a:pos x="connsiteX10496" y="connsiteY10496"/>
              </a:cxn>
              <a:cxn ang="0">
                <a:pos x="connsiteX10497" y="connsiteY10497"/>
              </a:cxn>
              <a:cxn ang="0">
                <a:pos x="connsiteX10498" y="connsiteY10498"/>
              </a:cxn>
              <a:cxn ang="0">
                <a:pos x="connsiteX10499" y="connsiteY10499"/>
              </a:cxn>
              <a:cxn ang="0">
                <a:pos x="connsiteX10500" y="connsiteY10500"/>
              </a:cxn>
              <a:cxn ang="0">
                <a:pos x="connsiteX10501" y="connsiteY10501"/>
              </a:cxn>
              <a:cxn ang="0">
                <a:pos x="connsiteX10502" y="connsiteY10502"/>
              </a:cxn>
              <a:cxn ang="0">
                <a:pos x="connsiteX10503" y="connsiteY10503"/>
              </a:cxn>
              <a:cxn ang="0">
                <a:pos x="connsiteX10504" y="connsiteY10504"/>
              </a:cxn>
              <a:cxn ang="0">
                <a:pos x="connsiteX10505" y="connsiteY10505"/>
              </a:cxn>
              <a:cxn ang="0">
                <a:pos x="connsiteX10506" y="connsiteY10506"/>
              </a:cxn>
              <a:cxn ang="0">
                <a:pos x="connsiteX10507" y="connsiteY10507"/>
              </a:cxn>
              <a:cxn ang="0">
                <a:pos x="connsiteX10508" y="connsiteY10508"/>
              </a:cxn>
              <a:cxn ang="0">
                <a:pos x="connsiteX10509" y="connsiteY10509"/>
              </a:cxn>
              <a:cxn ang="0">
                <a:pos x="connsiteX10510" y="connsiteY10510"/>
              </a:cxn>
              <a:cxn ang="0">
                <a:pos x="connsiteX10511" y="connsiteY10511"/>
              </a:cxn>
              <a:cxn ang="0">
                <a:pos x="connsiteX10512" y="connsiteY10512"/>
              </a:cxn>
              <a:cxn ang="0">
                <a:pos x="connsiteX10513" y="connsiteY10513"/>
              </a:cxn>
              <a:cxn ang="0">
                <a:pos x="connsiteX10514" y="connsiteY10514"/>
              </a:cxn>
              <a:cxn ang="0">
                <a:pos x="connsiteX10515" y="connsiteY10515"/>
              </a:cxn>
              <a:cxn ang="0">
                <a:pos x="connsiteX10516" y="connsiteY10516"/>
              </a:cxn>
              <a:cxn ang="0">
                <a:pos x="connsiteX10517" y="connsiteY10517"/>
              </a:cxn>
              <a:cxn ang="0">
                <a:pos x="connsiteX10518" y="connsiteY10518"/>
              </a:cxn>
              <a:cxn ang="0">
                <a:pos x="connsiteX10519" y="connsiteY10519"/>
              </a:cxn>
              <a:cxn ang="0">
                <a:pos x="connsiteX10520" y="connsiteY10520"/>
              </a:cxn>
              <a:cxn ang="0">
                <a:pos x="connsiteX10521" y="connsiteY10521"/>
              </a:cxn>
              <a:cxn ang="0">
                <a:pos x="connsiteX10522" y="connsiteY10522"/>
              </a:cxn>
              <a:cxn ang="0">
                <a:pos x="connsiteX10523" y="connsiteY10523"/>
              </a:cxn>
              <a:cxn ang="0">
                <a:pos x="connsiteX10524" y="connsiteY10524"/>
              </a:cxn>
              <a:cxn ang="0">
                <a:pos x="connsiteX10525" y="connsiteY10525"/>
              </a:cxn>
              <a:cxn ang="0">
                <a:pos x="connsiteX10526" y="connsiteY10526"/>
              </a:cxn>
              <a:cxn ang="0">
                <a:pos x="connsiteX10527" y="connsiteY10527"/>
              </a:cxn>
              <a:cxn ang="0">
                <a:pos x="connsiteX10528" y="connsiteY10528"/>
              </a:cxn>
              <a:cxn ang="0">
                <a:pos x="connsiteX10529" y="connsiteY10529"/>
              </a:cxn>
              <a:cxn ang="0">
                <a:pos x="connsiteX10530" y="connsiteY10530"/>
              </a:cxn>
              <a:cxn ang="0">
                <a:pos x="connsiteX10531" y="connsiteY10531"/>
              </a:cxn>
              <a:cxn ang="0">
                <a:pos x="connsiteX10532" y="connsiteY10532"/>
              </a:cxn>
              <a:cxn ang="0">
                <a:pos x="connsiteX10533" y="connsiteY10533"/>
              </a:cxn>
              <a:cxn ang="0">
                <a:pos x="connsiteX10534" y="connsiteY10534"/>
              </a:cxn>
              <a:cxn ang="0">
                <a:pos x="connsiteX10535" y="connsiteY10535"/>
              </a:cxn>
              <a:cxn ang="0">
                <a:pos x="connsiteX10536" y="connsiteY10536"/>
              </a:cxn>
              <a:cxn ang="0">
                <a:pos x="connsiteX10537" y="connsiteY10537"/>
              </a:cxn>
              <a:cxn ang="0">
                <a:pos x="connsiteX10538" y="connsiteY10538"/>
              </a:cxn>
              <a:cxn ang="0">
                <a:pos x="connsiteX10539" y="connsiteY10539"/>
              </a:cxn>
              <a:cxn ang="0">
                <a:pos x="connsiteX10540" y="connsiteY10540"/>
              </a:cxn>
              <a:cxn ang="0">
                <a:pos x="connsiteX10541" y="connsiteY10541"/>
              </a:cxn>
              <a:cxn ang="0">
                <a:pos x="connsiteX10542" y="connsiteY10542"/>
              </a:cxn>
              <a:cxn ang="0">
                <a:pos x="connsiteX10543" y="connsiteY10543"/>
              </a:cxn>
              <a:cxn ang="0">
                <a:pos x="connsiteX10544" y="connsiteY10544"/>
              </a:cxn>
              <a:cxn ang="0">
                <a:pos x="connsiteX10545" y="connsiteY10545"/>
              </a:cxn>
              <a:cxn ang="0">
                <a:pos x="connsiteX10546" y="connsiteY10546"/>
              </a:cxn>
              <a:cxn ang="0">
                <a:pos x="connsiteX10547" y="connsiteY10547"/>
              </a:cxn>
              <a:cxn ang="0">
                <a:pos x="connsiteX10548" y="connsiteY10548"/>
              </a:cxn>
              <a:cxn ang="0">
                <a:pos x="connsiteX10549" y="connsiteY10549"/>
              </a:cxn>
              <a:cxn ang="0">
                <a:pos x="connsiteX10550" y="connsiteY10550"/>
              </a:cxn>
              <a:cxn ang="0">
                <a:pos x="connsiteX10551" y="connsiteY10551"/>
              </a:cxn>
              <a:cxn ang="0">
                <a:pos x="connsiteX10552" y="connsiteY10552"/>
              </a:cxn>
              <a:cxn ang="0">
                <a:pos x="connsiteX10553" y="connsiteY10553"/>
              </a:cxn>
              <a:cxn ang="0">
                <a:pos x="connsiteX10554" y="connsiteY10554"/>
              </a:cxn>
              <a:cxn ang="0">
                <a:pos x="connsiteX10555" y="connsiteY10555"/>
              </a:cxn>
              <a:cxn ang="0">
                <a:pos x="connsiteX10556" y="connsiteY10556"/>
              </a:cxn>
              <a:cxn ang="0">
                <a:pos x="connsiteX10557" y="connsiteY10557"/>
              </a:cxn>
              <a:cxn ang="0">
                <a:pos x="connsiteX10558" y="connsiteY10558"/>
              </a:cxn>
              <a:cxn ang="0">
                <a:pos x="connsiteX10559" y="connsiteY10559"/>
              </a:cxn>
              <a:cxn ang="0">
                <a:pos x="connsiteX10560" y="connsiteY10560"/>
              </a:cxn>
              <a:cxn ang="0">
                <a:pos x="connsiteX10561" y="connsiteY10561"/>
              </a:cxn>
              <a:cxn ang="0">
                <a:pos x="connsiteX10562" y="connsiteY10562"/>
              </a:cxn>
              <a:cxn ang="0">
                <a:pos x="connsiteX10563" y="connsiteY10563"/>
              </a:cxn>
              <a:cxn ang="0">
                <a:pos x="connsiteX10564" y="connsiteY10564"/>
              </a:cxn>
              <a:cxn ang="0">
                <a:pos x="connsiteX10565" y="connsiteY10565"/>
              </a:cxn>
              <a:cxn ang="0">
                <a:pos x="connsiteX10566" y="connsiteY10566"/>
              </a:cxn>
              <a:cxn ang="0">
                <a:pos x="connsiteX10567" y="connsiteY10567"/>
              </a:cxn>
              <a:cxn ang="0">
                <a:pos x="connsiteX10568" y="connsiteY10568"/>
              </a:cxn>
              <a:cxn ang="0">
                <a:pos x="connsiteX10569" y="connsiteY10569"/>
              </a:cxn>
              <a:cxn ang="0">
                <a:pos x="connsiteX10570" y="connsiteY10570"/>
              </a:cxn>
              <a:cxn ang="0">
                <a:pos x="connsiteX10571" y="connsiteY10571"/>
              </a:cxn>
              <a:cxn ang="0">
                <a:pos x="connsiteX10572" y="connsiteY10572"/>
              </a:cxn>
              <a:cxn ang="0">
                <a:pos x="connsiteX10573" y="connsiteY10573"/>
              </a:cxn>
              <a:cxn ang="0">
                <a:pos x="connsiteX10574" y="connsiteY10574"/>
              </a:cxn>
              <a:cxn ang="0">
                <a:pos x="connsiteX10575" y="connsiteY10575"/>
              </a:cxn>
              <a:cxn ang="0">
                <a:pos x="connsiteX10576" y="connsiteY10576"/>
              </a:cxn>
              <a:cxn ang="0">
                <a:pos x="connsiteX10577" y="connsiteY10577"/>
              </a:cxn>
              <a:cxn ang="0">
                <a:pos x="connsiteX10578" y="connsiteY10578"/>
              </a:cxn>
              <a:cxn ang="0">
                <a:pos x="connsiteX10579" y="connsiteY10579"/>
              </a:cxn>
              <a:cxn ang="0">
                <a:pos x="connsiteX10580" y="connsiteY10580"/>
              </a:cxn>
              <a:cxn ang="0">
                <a:pos x="connsiteX10581" y="connsiteY10581"/>
              </a:cxn>
              <a:cxn ang="0">
                <a:pos x="connsiteX10582" y="connsiteY10582"/>
              </a:cxn>
              <a:cxn ang="0">
                <a:pos x="connsiteX10583" y="connsiteY10583"/>
              </a:cxn>
              <a:cxn ang="0">
                <a:pos x="connsiteX10584" y="connsiteY10584"/>
              </a:cxn>
              <a:cxn ang="0">
                <a:pos x="connsiteX10585" y="connsiteY10585"/>
              </a:cxn>
              <a:cxn ang="0">
                <a:pos x="connsiteX10586" y="connsiteY10586"/>
              </a:cxn>
              <a:cxn ang="0">
                <a:pos x="connsiteX10587" y="connsiteY10587"/>
              </a:cxn>
              <a:cxn ang="0">
                <a:pos x="connsiteX10588" y="connsiteY10588"/>
              </a:cxn>
              <a:cxn ang="0">
                <a:pos x="connsiteX10589" y="connsiteY10589"/>
              </a:cxn>
              <a:cxn ang="0">
                <a:pos x="connsiteX10590" y="connsiteY10590"/>
              </a:cxn>
              <a:cxn ang="0">
                <a:pos x="connsiteX10591" y="connsiteY10591"/>
              </a:cxn>
              <a:cxn ang="0">
                <a:pos x="connsiteX10592" y="connsiteY10592"/>
              </a:cxn>
              <a:cxn ang="0">
                <a:pos x="connsiteX10593" y="connsiteY10593"/>
              </a:cxn>
              <a:cxn ang="0">
                <a:pos x="connsiteX10594" y="connsiteY10594"/>
              </a:cxn>
              <a:cxn ang="0">
                <a:pos x="connsiteX10595" y="connsiteY10595"/>
              </a:cxn>
              <a:cxn ang="0">
                <a:pos x="connsiteX10596" y="connsiteY10596"/>
              </a:cxn>
              <a:cxn ang="0">
                <a:pos x="connsiteX10597" y="connsiteY10597"/>
              </a:cxn>
              <a:cxn ang="0">
                <a:pos x="connsiteX10598" y="connsiteY10598"/>
              </a:cxn>
              <a:cxn ang="0">
                <a:pos x="connsiteX10599" y="connsiteY10599"/>
              </a:cxn>
              <a:cxn ang="0">
                <a:pos x="connsiteX10600" y="connsiteY10600"/>
              </a:cxn>
              <a:cxn ang="0">
                <a:pos x="connsiteX10601" y="connsiteY10601"/>
              </a:cxn>
              <a:cxn ang="0">
                <a:pos x="connsiteX10602" y="connsiteY10602"/>
              </a:cxn>
              <a:cxn ang="0">
                <a:pos x="connsiteX10603" y="connsiteY10603"/>
              </a:cxn>
              <a:cxn ang="0">
                <a:pos x="connsiteX10604" y="connsiteY10604"/>
              </a:cxn>
              <a:cxn ang="0">
                <a:pos x="connsiteX10605" y="connsiteY10605"/>
              </a:cxn>
              <a:cxn ang="0">
                <a:pos x="connsiteX10606" y="connsiteY10606"/>
              </a:cxn>
              <a:cxn ang="0">
                <a:pos x="connsiteX10607" y="connsiteY10607"/>
              </a:cxn>
              <a:cxn ang="0">
                <a:pos x="connsiteX10608" y="connsiteY10608"/>
              </a:cxn>
              <a:cxn ang="0">
                <a:pos x="connsiteX10609" y="connsiteY10609"/>
              </a:cxn>
              <a:cxn ang="0">
                <a:pos x="connsiteX10610" y="connsiteY10610"/>
              </a:cxn>
              <a:cxn ang="0">
                <a:pos x="connsiteX10611" y="connsiteY10611"/>
              </a:cxn>
              <a:cxn ang="0">
                <a:pos x="connsiteX10612" y="connsiteY10612"/>
              </a:cxn>
              <a:cxn ang="0">
                <a:pos x="connsiteX10613" y="connsiteY10613"/>
              </a:cxn>
              <a:cxn ang="0">
                <a:pos x="connsiteX10614" y="connsiteY10614"/>
              </a:cxn>
              <a:cxn ang="0">
                <a:pos x="connsiteX10615" y="connsiteY10615"/>
              </a:cxn>
              <a:cxn ang="0">
                <a:pos x="connsiteX10616" y="connsiteY10616"/>
              </a:cxn>
              <a:cxn ang="0">
                <a:pos x="connsiteX10617" y="connsiteY10617"/>
              </a:cxn>
              <a:cxn ang="0">
                <a:pos x="connsiteX10618" y="connsiteY10618"/>
              </a:cxn>
              <a:cxn ang="0">
                <a:pos x="connsiteX10619" y="connsiteY10619"/>
              </a:cxn>
              <a:cxn ang="0">
                <a:pos x="connsiteX10620" y="connsiteY10620"/>
              </a:cxn>
              <a:cxn ang="0">
                <a:pos x="connsiteX10621" y="connsiteY10621"/>
              </a:cxn>
              <a:cxn ang="0">
                <a:pos x="connsiteX10622" y="connsiteY10622"/>
              </a:cxn>
              <a:cxn ang="0">
                <a:pos x="connsiteX10623" y="connsiteY10623"/>
              </a:cxn>
              <a:cxn ang="0">
                <a:pos x="connsiteX10624" y="connsiteY10624"/>
              </a:cxn>
              <a:cxn ang="0">
                <a:pos x="connsiteX10625" y="connsiteY10625"/>
              </a:cxn>
              <a:cxn ang="0">
                <a:pos x="connsiteX10626" y="connsiteY10626"/>
              </a:cxn>
              <a:cxn ang="0">
                <a:pos x="connsiteX10627" y="connsiteY10627"/>
              </a:cxn>
              <a:cxn ang="0">
                <a:pos x="connsiteX10628" y="connsiteY10628"/>
              </a:cxn>
              <a:cxn ang="0">
                <a:pos x="connsiteX10629" y="connsiteY10629"/>
              </a:cxn>
              <a:cxn ang="0">
                <a:pos x="connsiteX10630" y="connsiteY10630"/>
              </a:cxn>
              <a:cxn ang="0">
                <a:pos x="connsiteX10631" y="connsiteY10631"/>
              </a:cxn>
              <a:cxn ang="0">
                <a:pos x="connsiteX10632" y="connsiteY10632"/>
              </a:cxn>
              <a:cxn ang="0">
                <a:pos x="connsiteX10633" y="connsiteY10633"/>
              </a:cxn>
              <a:cxn ang="0">
                <a:pos x="connsiteX10634" y="connsiteY10634"/>
              </a:cxn>
              <a:cxn ang="0">
                <a:pos x="connsiteX10635" y="connsiteY10635"/>
              </a:cxn>
              <a:cxn ang="0">
                <a:pos x="connsiteX10636" y="connsiteY10636"/>
              </a:cxn>
              <a:cxn ang="0">
                <a:pos x="connsiteX10637" y="connsiteY10637"/>
              </a:cxn>
              <a:cxn ang="0">
                <a:pos x="connsiteX10638" y="connsiteY10638"/>
              </a:cxn>
              <a:cxn ang="0">
                <a:pos x="connsiteX10639" y="connsiteY10639"/>
              </a:cxn>
              <a:cxn ang="0">
                <a:pos x="connsiteX10640" y="connsiteY10640"/>
              </a:cxn>
              <a:cxn ang="0">
                <a:pos x="connsiteX10641" y="connsiteY10641"/>
              </a:cxn>
              <a:cxn ang="0">
                <a:pos x="connsiteX10642" y="connsiteY10642"/>
              </a:cxn>
              <a:cxn ang="0">
                <a:pos x="connsiteX10643" y="connsiteY10643"/>
              </a:cxn>
              <a:cxn ang="0">
                <a:pos x="connsiteX10644" y="connsiteY10644"/>
              </a:cxn>
              <a:cxn ang="0">
                <a:pos x="connsiteX10645" y="connsiteY10645"/>
              </a:cxn>
              <a:cxn ang="0">
                <a:pos x="connsiteX10646" y="connsiteY10646"/>
              </a:cxn>
              <a:cxn ang="0">
                <a:pos x="connsiteX10647" y="connsiteY10647"/>
              </a:cxn>
              <a:cxn ang="0">
                <a:pos x="connsiteX10648" y="connsiteY10648"/>
              </a:cxn>
              <a:cxn ang="0">
                <a:pos x="connsiteX10649" y="connsiteY10649"/>
              </a:cxn>
              <a:cxn ang="0">
                <a:pos x="connsiteX10650" y="connsiteY10650"/>
              </a:cxn>
              <a:cxn ang="0">
                <a:pos x="connsiteX10651" y="connsiteY10651"/>
              </a:cxn>
              <a:cxn ang="0">
                <a:pos x="connsiteX10652" y="connsiteY10652"/>
              </a:cxn>
              <a:cxn ang="0">
                <a:pos x="connsiteX10653" y="connsiteY10653"/>
              </a:cxn>
              <a:cxn ang="0">
                <a:pos x="connsiteX10654" y="connsiteY10654"/>
              </a:cxn>
              <a:cxn ang="0">
                <a:pos x="connsiteX10655" y="connsiteY10655"/>
              </a:cxn>
              <a:cxn ang="0">
                <a:pos x="connsiteX10656" y="connsiteY10656"/>
              </a:cxn>
              <a:cxn ang="0">
                <a:pos x="connsiteX10657" y="connsiteY10657"/>
              </a:cxn>
              <a:cxn ang="0">
                <a:pos x="connsiteX10658" y="connsiteY10658"/>
              </a:cxn>
              <a:cxn ang="0">
                <a:pos x="connsiteX10659" y="connsiteY10659"/>
              </a:cxn>
              <a:cxn ang="0">
                <a:pos x="connsiteX10660" y="connsiteY10660"/>
              </a:cxn>
              <a:cxn ang="0">
                <a:pos x="connsiteX10661" y="connsiteY10661"/>
              </a:cxn>
              <a:cxn ang="0">
                <a:pos x="connsiteX10662" y="connsiteY10662"/>
              </a:cxn>
              <a:cxn ang="0">
                <a:pos x="connsiteX10663" y="connsiteY10663"/>
              </a:cxn>
              <a:cxn ang="0">
                <a:pos x="connsiteX10664" y="connsiteY10664"/>
              </a:cxn>
              <a:cxn ang="0">
                <a:pos x="connsiteX10665" y="connsiteY10665"/>
              </a:cxn>
              <a:cxn ang="0">
                <a:pos x="connsiteX10666" y="connsiteY10666"/>
              </a:cxn>
              <a:cxn ang="0">
                <a:pos x="connsiteX10667" y="connsiteY10667"/>
              </a:cxn>
              <a:cxn ang="0">
                <a:pos x="connsiteX10668" y="connsiteY10668"/>
              </a:cxn>
              <a:cxn ang="0">
                <a:pos x="connsiteX10669" y="connsiteY10669"/>
              </a:cxn>
              <a:cxn ang="0">
                <a:pos x="connsiteX10670" y="connsiteY10670"/>
              </a:cxn>
              <a:cxn ang="0">
                <a:pos x="connsiteX10671" y="connsiteY10671"/>
              </a:cxn>
              <a:cxn ang="0">
                <a:pos x="connsiteX10672" y="connsiteY10672"/>
              </a:cxn>
              <a:cxn ang="0">
                <a:pos x="connsiteX10673" y="connsiteY10673"/>
              </a:cxn>
              <a:cxn ang="0">
                <a:pos x="connsiteX10674" y="connsiteY10674"/>
              </a:cxn>
              <a:cxn ang="0">
                <a:pos x="connsiteX10675" y="connsiteY10675"/>
              </a:cxn>
              <a:cxn ang="0">
                <a:pos x="connsiteX10676" y="connsiteY10676"/>
              </a:cxn>
              <a:cxn ang="0">
                <a:pos x="connsiteX10677" y="connsiteY10677"/>
              </a:cxn>
              <a:cxn ang="0">
                <a:pos x="connsiteX10678" y="connsiteY10678"/>
              </a:cxn>
              <a:cxn ang="0">
                <a:pos x="connsiteX10679" y="connsiteY10679"/>
              </a:cxn>
              <a:cxn ang="0">
                <a:pos x="connsiteX10680" y="connsiteY10680"/>
              </a:cxn>
              <a:cxn ang="0">
                <a:pos x="connsiteX10681" y="connsiteY10681"/>
              </a:cxn>
              <a:cxn ang="0">
                <a:pos x="connsiteX10682" y="connsiteY10682"/>
              </a:cxn>
              <a:cxn ang="0">
                <a:pos x="connsiteX10683" y="connsiteY10683"/>
              </a:cxn>
              <a:cxn ang="0">
                <a:pos x="connsiteX10684" y="connsiteY10684"/>
              </a:cxn>
              <a:cxn ang="0">
                <a:pos x="connsiteX10685" y="connsiteY10685"/>
              </a:cxn>
              <a:cxn ang="0">
                <a:pos x="connsiteX10686" y="connsiteY10686"/>
              </a:cxn>
              <a:cxn ang="0">
                <a:pos x="connsiteX10687" y="connsiteY10687"/>
              </a:cxn>
              <a:cxn ang="0">
                <a:pos x="connsiteX10688" y="connsiteY10688"/>
              </a:cxn>
              <a:cxn ang="0">
                <a:pos x="connsiteX10689" y="connsiteY10689"/>
              </a:cxn>
              <a:cxn ang="0">
                <a:pos x="connsiteX10690" y="connsiteY10690"/>
              </a:cxn>
              <a:cxn ang="0">
                <a:pos x="connsiteX10691" y="connsiteY10691"/>
              </a:cxn>
              <a:cxn ang="0">
                <a:pos x="connsiteX10692" y="connsiteY10692"/>
              </a:cxn>
              <a:cxn ang="0">
                <a:pos x="connsiteX10693" y="connsiteY10693"/>
              </a:cxn>
              <a:cxn ang="0">
                <a:pos x="connsiteX10694" y="connsiteY10694"/>
              </a:cxn>
              <a:cxn ang="0">
                <a:pos x="connsiteX10695" y="connsiteY10695"/>
              </a:cxn>
              <a:cxn ang="0">
                <a:pos x="connsiteX10696" y="connsiteY10696"/>
              </a:cxn>
              <a:cxn ang="0">
                <a:pos x="connsiteX10697" y="connsiteY10697"/>
              </a:cxn>
              <a:cxn ang="0">
                <a:pos x="connsiteX10698" y="connsiteY10698"/>
              </a:cxn>
              <a:cxn ang="0">
                <a:pos x="connsiteX10699" y="connsiteY10699"/>
              </a:cxn>
              <a:cxn ang="0">
                <a:pos x="connsiteX10700" y="connsiteY10700"/>
              </a:cxn>
              <a:cxn ang="0">
                <a:pos x="connsiteX10701" y="connsiteY10701"/>
              </a:cxn>
              <a:cxn ang="0">
                <a:pos x="connsiteX10702" y="connsiteY10702"/>
              </a:cxn>
              <a:cxn ang="0">
                <a:pos x="connsiteX10703" y="connsiteY10703"/>
              </a:cxn>
              <a:cxn ang="0">
                <a:pos x="connsiteX10704" y="connsiteY10704"/>
              </a:cxn>
              <a:cxn ang="0">
                <a:pos x="connsiteX10705" y="connsiteY10705"/>
              </a:cxn>
              <a:cxn ang="0">
                <a:pos x="connsiteX10706" y="connsiteY10706"/>
              </a:cxn>
              <a:cxn ang="0">
                <a:pos x="connsiteX10707" y="connsiteY10707"/>
              </a:cxn>
              <a:cxn ang="0">
                <a:pos x="connsiteX10708" y="connsiteY10708"/>
              </a:cxn>
              <a:cxn ang="0">
                <a:pos x="connsiteX10709" y="connsiteY10709"/>
              </a:cxn>
              <a:cxn ang="0">
                <a:pos x="connsiteX10710" y="connsiteY10710"/>
              </a:cxn>
              <a:cxn ang="0">
                <a:pos x="connsiteX10711" y="connsiteY10711"/>
              </a:cxn>
              <a:cxn ang="0">
                <a:pos x="connsiteX10712" y="connsiteY10712"/>
              </a:cxn>
              <a:cxn ang="0">
                <a:pos x="connsiteX10713" y="connsiteY10713"/>
              </a:cxn>
              <a:cxn ang="0">
                <a:pos x="connsiteX10714" y="connsiteY10714"/>
              </a:cxn>
              <a:cxn ang="0">
                <a:pos x="connsiteX10715" y="connsiteY10715"/>
              </a:cxn>
              <a:cxn ang="0">
                <a:pos x="connsiteX10716" y="connsiteY10716"/>
              </a:cxn>
              <a:cxn ang="0">
                <a:pos x="connsiteX10717" y="connsiteY10717"/>
              </a:cxn>
              <a:cxn ang="0">
                <a:pos x="connsiteX10718" y="connsiteY10718"/>
              </a:cxn>
              <a:cxn ang="0">
                <a:pos x="connsiteX10719" y="connsiteY10719"/>
              </a:cxn>
              <a:cxn ang="0">
                <a:pos x="connsiteX10720" y="connsiteY10720"/>
              </a:cxn>
              <a:cxn ang="0">
                <a:pos x="connsiteX10721" y="connsiteY10721"/>
              </a:cxn>
              <a:cxn ang="0">
                <a:pos x="connsiteX10722" y="connsiteY10722"/>
              </a:cxn>
              <a:cxn ang="0">
                <a:pos x="connsiteX10723" y="connsiteY10723"/>
              </a:cxn>
              <a:cxn ang="0">
                <a:pos x="connsiteX10724" y="connsiteY10724"/>
              </a:cxn>
              <a:cxn ang="0">
                <a:pos x="connsiteX10725" y="connsiteY10725"/>
              </a:cxn>
              <a:cxn ang="0">
                <a:pos x="connsiteX10726" y="connsiteY10726"/>
              </a:cxn>
              <a:cxn ang="0">
                <a:pos x="connsiteX10727" y="connsiteY10727"/>
              </a:cxn>
              <a:cxn ang="0">
                <a:pos x="connsiteX10728" y="connsiteY10728"/>
              </a:cxn>
              <a:cxn ang="0">
                <a:pos x="connsiteX10729" y="connsiteY10729"/>
              </a:cxn>
              <a:cxn ang="0">
                <a:pos x="connsiteX10730" y="connsiteY10730"/>
              </a:cxn>
              <a:cxn ang="0">
                <a:pos x="connsiteX10731" y="connsiteY10731"/>
              </a:cxn>
              <a:cxn ang="0">
                <a:pos x="connsiteX10732" y="connsiteY10732"/>
              </a:cxn>
              <a:cxn ang="0">
                <a:pos x="connsiteX10733" y="connsiteY10733"/>
              </a:cxn>
              <a:cxn ang="0">
                <a:pos x="connsiteX10734" y="connsiteY10734"/>
              </a:cxn>
              <a:cxn ang="0">
                <a:pos x="connsiteX10735" y="connsiteY10735"/>
              </a:cxn>
              <a:cxn ang="0">
                <a:pos x="connsiteX10736" y="connsiteY10736"/>
              </a:cxn>
              <a:cxn ang="0">
                <a:pos x="connsiteX10737" y="connsiteY10737"/>
              </a:cxn>
              <a:cxn ang="0">
                <a:pos x="connsiteX10738" y="connsiteY10738"/>
              </a:cxn>
              <a:cxn ang="0">
                <a:pos x="connsiteX10739" y="connsiteY10739"/>
              </a:cxn>
              <a:cxn ang="0">
                <a:pos x="connsiteX10740" y="connsiteY10740"/>
              </a:cxn>
              <a:cxn ang="0">
                <a:pos x="connsiteX10741" y="connsiteY10741"/>
              </a:cxn>
              <a:cxn ang="0">
                <a:pos x="connsiteX10742" y="connsiteY10742"/>
              </a:cxn>
              <a:cxn ang="0">
                <a:pos x="connsiteX10743" y="connsiteY10743"/>
              </a:cxn>
              <a:cxn ang="0">
                <a:pos x="connsiteX10744" y="connsiteY10744"/>
              </a:cxn>
              <a:cxn ang="0">
                <a:pos x="connsiteX10745" y="connsiteY10745"/>
              </a:cxn>
              <a:cxn ang="0">
                <a:pos x="connsiteX10746" y="connsiteY10746"/>
              </a:cxn>
              <a:cxn ang="0">
                <a:pos x="connsiteX10747" y="connsiteY10747"/>
              </a:cxn>
              <a:cxn ang="0">
                <a:pos x="connsiteX10748" y="connsiteY10748"/>
              </a:cxn>
              <a:cxn ang="0">
                <a:pos x="connsiteX10749" y="connsiteY10749"/>
              </a:cxn>
              <a:cxn ang="0">
                <a:pos x="connsiteX10750" y="connsiteY10750"/>
              </a:cxn>
              <a:cxn ang="0">
                <a:pos x="connsiteX10751" y="connsiteY10751"/>
              </a:cxn>
              <a:cxn ang="0">
                <a:pos x="connsiteX10752" y="connsiteY10752"/>
              </a:cxn>
              <a:cxn ang="0">
                <a:pos x="connsiteX10753" y="connsiteY10753"/>
              </a:cxn>
              <a:cxn ang="0">
                <a:pos x="connsiteX10754" y="connsiteY10754"/>
              </a:cxn>
              <a:cxn ang="0">
                <a:pos x="connsiteX10755" y="connsiteY10755"/>
              </a:cxn>
              <a:cxn ang="0">
                <a:pos x="connsiteX10756" y="connsiteY10756"/>
              </a:cxn>
              <a:cxn ang="0">
                <a:pos x="connsiteX10757" y="connsiteY10757"/>
              </a:cxn>
              <a:cxn ang="0">
                <a:pos x="connsiteX10758" y="connsiteY10758"/>
              </a:cxn>
              <a:cxn ang="0">
                <a:pos x="connsiteX10759" y="connsiteY10759"/>
              </a:cxn>
              <a:cxn ang="0">
                <a:pos x="connsiteX10760" y="connsiteY10760"/>
              </a:cxn>
              <a:cxn ang="0">
                <a:pos x="connsiteX10761" y="connsiteY10761"/>
              </a:cxn>
              <a:cxn ang="0">
                <a:pos x="connsiteX10762" y="connsiteY10762"/>
              </a:cxn>
              <a:cxn ang="0">
                <a:pos x="connsiteX10763" y="connsiteY10763"/>
              </a:cxn>
              <a:cxn ang="0">
                <a:pos x="connsiteX10764" y="connsiteY10764"/>
              </a:cxn>
              <a:cxn ang="0">
                <a:pos x="connsiteX10765" y="connsiteY10765"/>
              </a:cxn>
              <a:cxn ang="0">
                <a:pos x="connsiteX10766" y="connsiteY10766"/>
              </a:cxn>
              <a:cxn ang="0">
                <a:pos x="connsiteX10767" y="connsiteY10767"/>
              </a:cxn>
              <a:cxn ang="0">
                <a:pos x="connsiteX10768" y="connsiteY10768"/>
              </a:cxn>
              <a:cxn ang="0">
                <a:pos x="connsiteX10769" y="connsiteY10769"/>
              </a:cxn>
              <a:cxn ang="0">
                <a:pos x="connsiteX10770" y="connsiteY10770"/>
              </a:cxn>
              <a:cxn ang="0">
                <a:pos x="connsiteX10771" y="connsiteY10771"/>
              </a:cxn>
              <a:cxn ang="0">
                <a:pos x="connsiteX10772" y="connsiteY10772"/>
              </a:cxn>
              <a:cxn ang="0">
                <a:pos x="connsiteX10773" y="connsiteY10773"/>
              </a:cxn>
              <a:cxn ang="0">
                <a:pos x="connsiteX10774" y="connsiteY10774"/>
              </a:cxn>
              <a:cxn ang="0">
                <a:pos x="connsiteX10775" y="connsiteY10775"/>
              </a:cxn>
              <a:cxn ang="0">
                <a:pos x="connsiteX10776" y="connsiteY10776"/>
              </a:cxn>
              <a:cxn ang="0">
                <a:pos x="connsiteX10777" y="connsiteY10777"/>
              </a:cxn>
              <a:cxn ang="0">
                <a:pos x="connsiteX10778" y="connsiteY10778"/>
              </a:cxn>
              <a:cxn ang="0">
                <a:pos x="connsiteX10779" y="connsiteY10779"/>
              </a:cxn>
              <a:cxn ang="0">
                <a:pos x="connsiteX10780" y="connsiteY10780"/>
              </a:cxn>
              <a:cxn ang="0">
                <a:pos x="connsiteX10781" y="connsiteY10781"/>
              </a:cxn>
              <a:cxn ang="0">
                <a:pos x="connsiteX10782" y="connsiteY10782"/>
              </a:cxn>
              <a:cxn ang="0">
                <a:pos x="connsiteX10783" y="connsiteY10783"/>
              </a:cxn>
              <a:cxn ang="0">
                <a:pos x="connsiteX10784" y="connsiteY10784"/>
              </a:cxn>
              <a:cxn ang="0">
                <a:pos x="connsiteX10785" y="connsiteY10785"/>
              </a:cxn>
              <a:cxn ang="0">
                <a:pos x="connsiteX10786" y="connsiteY10786"/>
              </a:cxn>
              <a:cxn ang="0">
                <a:pos x="connsiteX10787" y="connsiteY10787"/>
              </a:cxn>
              <a:cxn ang="0">
                <a:pos x="connsiteX10788" y="connsiteY10788"/>
              </a:cxn>
              <a:cxn ang="0">
                <a:pos x="connsiteX10789" y="connsiteY10789"/>
              </a:cxn>
              <a:cxn ang="0">
                <a:pos x="connsiteX10790" y="connsiteY10790"/>
              </a:cxn>
              <a:cxn ang="0">
                <a:pos x="connsiteX10791" y="connsiteY10791"/>
              </a:cxn>
              <a:cxn ang="0">
                <a:pos x="connsiteX10792" y="connsiteY10792"/>
              </a:cxn>
              <a:cxn ang="0">
                <a:pos x="connsiteX10793" y="connsiteY10793"/>
              </a:cxn>
              <a:cxn ang="0">
                <a:pos x="connsiteX10794" y="connsiteY10794"/>
              </a:cxn>
              <a:cxn ang="0">
                <a:pos x="connsiteX10795" y="connsiteY10795"/>
              </a:cxn>
              <a:cxn ang="0">
                <a:pos x="connsiteX10796" y="connsiteY10796"/>
              </a:cxn>
              <a:cxn ang="0">
                <a:pos x="connsiteX10797" y="connsiteY10797"/>
              </a:cxn>
              <a:cxn ang="0">
                <a:pos x="connsiteX10798" y="connsiteY10798"/>
              </a:cxn>
              <a:cxn ang="0">
                <a:pos x="connsiteX10799" y="connsiteY10799"/>
              </a:cxn>
              <a:cxn ang="0">
                <a:pos x="connsiteX10800" y="connsiteY10800"/>
              </a:cxn>
              <a:cxn ang="0">
                <a:pos x="connsiteX10801" y="connsiteY10801"/>
              </a:cxn>
              <a:cxn ang="0">
                <a:pos x="connsiteX10802" y="connsiteY10802"/>
              </a:cxn>
              <a:cxn ang="0">
                <a:pos x="connsiteX10803" y="connsiteY10803"/>
              </a:cxn>
              <a:cxn ang="0">
                <a:pos x="connsiteX10804" y="connsiteY10804"/>
              </a:cxn>
              <a:cxn ang="0">
                <a:pos x="connsiteX10805" y="connsiteY10805"/>
              </a:cxn>
              <a:cxn ang="0">
                <a:pos x="connsiteX10806" y="connsiteY10806"/>
              </a:cxn>
              <a:cxn ang="0">
                <a:pos x="connsiteX10807" y="connsiteY10807"/>
              </a:cxn>
              <a:cxn ang="0">
                <a:pos x="connsiteX10808" y="connsiteY10808"/>
              </a:cxn>
              <a:cxn ang="0">
                <a:pos x="connsiteX10809" y="connsiteY10809"/>
              </a:cxn>
              <a:cxn ang="0">
                <a:pos x="connsiteX10810" y="connsiteY10810"/>
              </a:cxn>
              <a:cxn ang="0">
                <a:pos x="connsiteX10811" y="connsiteY10811"/>
              </a:cxn>
              <a:cxn ang="0">
                <a:pos x="connsiteX10812" y="connsiteY10812"/>
              </a:cxn>
              <a:cxn ang="0">
                <a:pos x="connsiteX10813" y="connsiteY10813"/>
              </a:cxn>
              <a:cxn ang="0">
                <a:pos x="connsiteX10814" y="connsiteY10814"/>
              </a:cxn>
              <a:cxn ang="0">
                <a:pos x="connsiteX10815" y="connsiteY10815"/>
              </a:cxn>
              <a:cxn ang="0">
                <a:pos x="connsiteX10816" y="connsiteY10816"/>
              </a:cxn>
              <a:cxn ang="0">
                <a:pos x="connsiteX10817" y="connsiteY10817"/>
              </a:cxn>
              <a:cxn ang="0">
                <a:pos x="connsiteX10818" y="connsiteY10818"/>
              </a:cxn>
              <a:cxn ang="0">
                <a:pos x="connsiteX10819" y="connsiteY10819"/>
              </a:cxn>
              <a:cxn ang="0">
                <a:pos x="connsiteX10820" y="connsiteY10820"/>
              </a:cxn>
              <a:cxn ang="0">
                <a:pos x="connsiteX10821" y="connsiteY10821"/>
              </a:cxn>
              <a:cxn ang="0">
                <a:pos x="connsiteX10822" y="connsiteY10822"/>
              </a:cxn>
              <a:cxn ang="0">
                <a:pos x="connsiteX10823" y="connsiteY10823"/>
              </a:cxn>
              <a:cxn ang="0">
                <a:pos x="connsiteX10824" y="connsiteY10824"/>
              </a:cxn>
              <a:cxn ang="0">
                <a:pos x="connsiteX10825" y="connsiteY10825"/>
              </a:cxn>
              <a:cxn ang="0">
                <a:pos x="connsiteX10826" y="connsiteY10826"/>
              </a:cxn>
              <a:cxn ang="0">
                <a:pos x="connsiteX10827" y="connsiteY10827"/>
              </a:cxn>
              <a:cxn ang="0">
                <a:pos x="connsiteX10828" y="connsiteY10828"/>
              </a:cxn>
              <a:cxn ang="0">
                <a:pos x="connsiteX10829" y="connsiteY10829"/>
              </a:cxn>
              <a:cxn ang="0">
                <a:pos x="connsiteX10830" y="connsiteY10830"/>
              </a:cxn>
              <a:cxn ang="0">
                <a:pos x="connsiteX10831" y="connsiteY10831"/>
              </a:cxn>
              <a:cxn ang="0">
                <a:pos x="connsiteX10832" y="connsiteY10832"/>
              </a:cxn>
              <a:cxn ang="0">
                <a:pos x="connsiteX10833" y="connsiteY10833"/>
              </a:cxn>
              <a:cxn ang="0">
                <a:pos x="connsiteX10834" y="connsiteY10834"/>
              </a:cxn>
              <a:cxn ang="0">
                <a:pos x="connsiteX10835" y="connsiteY10835"/>
              </a:cxn>
              <a:cxn ang="0">
                <a:pos x="connsiteX10836" y="connsiteY10836"/>
              </a:cxn>
              <a:cxn ang="0">
                <a:pos x="connsiteX10837" y="connsiteY10837"/>
              </a:cxn>
              <a:cxn ang="0">
                <a:pos x="connsiteX10838" y="connsiteY10838"/>
              </a:cxn>
              <a:cxn ang="0">
                <a:pos x="connsiteX10839" y="connsiteY10839"/>
              </a:cxn>
              <a:cxn ang="0">
                <a:pos x="connsiteX10840" y="connsiteY10840"/>
              </a:cxn>
              <a:cxn ang="0">
                <a:pos x="connsiteX10841" y="connsiteY10841"/>
              </a:cxn>
              <a:cxn ang="0">
                <a:pos x="connsiteX10842" y="connsiteY10842"/>
              </a:cxn>
              <a:cxn ang="0">
                <a:pos x="connsiteX10843" y="connsiteY10843"/>
              </a:cxn>
              <a:cxn ang="0">
                <a:pos x="connsiteX10844" y="connsiteY10844"/>
              </a:cxn>
              <a:cxn ang="0">
                <a:pos x="connsiteX10845" y="connsiteY10845"/>
              </a:cxn>
              <a:cxn ang="0">
                <a:pos x="connsiteX10846" y="connsiteY10846"/>
              </a:cxn>
              <a:cxn ang="0">
                <a:pos x="connsiteX10847" y="connsiteY10847"/>
              </a:cxn>
              <a:cxn ang="0">
                <a:pos x="connsiteX10848" y="connsiteY10848"/>
              </a:cxn>
              <a:cxn ang="0">
                <a:pos x="connsiteX10849" y="connsiteY10849"/>
              </a:cxn>
              <a:cxn ang="0">
                <a:pos x="connsiteX10850" y="connsiteY10850"/>
              </a:cxn>
              <a:cxn ang="0">
                <a:pos x="connsiteX10851" y="connsiteY10851"/>
              </a:cxn>
              <a:cxn ang="0">
                <a:pos x="connsiteX10852" y="connsiteY10852"/>
              </a:cxn>
              <a:cxn ang="0">
                <a:pos x="connsiteX10853" y="connsiteY10853"/>
              </a:cxn>
              <a:cxn ang="0">
                <a:pos x="connsiteX10854" y="connsiteY10854"/>
              </a:cxn>
              <a:cxn ang="0">
                <a:pos x="connsiteX10855" y="connsiteY10855"/>
              </a:cxn>
              <a:cxn ang="0">
                <a:pos x="connsiteX10856" y="connsiteY10856"/>
              </a:cxn>
              <a:cxn ang="0">
                <a:pos x="connsiteX10857" y="connsiteY10857"/>
              </a:cxn>
              <a:cxn ang="0">
                <a:pos x="connsiteX10858" y="connsiteY10858"/>
              </a:cxn>
              <a:cxn ang="0">
                <a:pos x="connsiteX10859" y="connsiteY10859"/>
              </a:cxn>
              <a:cxn ang="0">
                <a:pos x="connsiteX10860" y="connsiteY10860"/>
              </a:cxn>
              <a:cxn ang="0">
                <a:pos x="connsiteX10861" y="connsiteY10861"/>
              </a:cxn>
              <a:cxn ang="0">
                <a:pos x="connsiteX10862" y="connsiteY10862"/>
              </a:cxn>
              <a:cxn ang="0">
                <a:pos x="connsiteX10863" y="connsiteY10863"/>
              </a:cxn>
              <a:cxn ang="0">
                <a:pos x="connsiteX10864" y="connsiteY10864"/>
              </a:cxn>
              <a:cxn ang="0">
                <a:pos x="connsiteX10865" y="connsiteY10865"/>
              </a:cxn>
              <a:cxn ang="0">
                <a:pos x="connsiteX10866" y="connsiteY10866"/>
              </a:cxn>
              <a:cxn ang="0">
                <a:pos x="connsiteX10867" y="connsiteY10867"/>
              </a:cxn>
              <a:cxn ang="0">
                <a:pos x="connsiteX10868" y="connsiteY10868"/>
              </a:cxn>
              <a:cxn ang="0">
                <a:pos x="connsiteX10869" y="connsiteY10869"/>
              </a:cxn>
              <a:cxn ang="0">
                <a:pos x="connsiteX10870" y="connsiteY10870"/>
              </a:cxn>
              <a:cxn ang="0">
                <a:pos x="connsiteX10871" y="connsiteY10871"/>
              </a:cxn>
              <a:cxn ang="0">
                <a:pos x="connsiteX10872" y="connsiteY10872"/>
              </a:cxn>
              <a:cxn ang="0">
                <a:pos x="connsiteX10873" y="connsiteY10873"/>
              </a:cxn>
              <a:cxn ang="0">
                <a:pos x="connsiteX10874" y="connsiteY10874"/>
              </a:cxn>
              <a:cxn ang="0">
                <a:pos x="connsiteX10875" y="connsiteY10875"/>
              </a:cxn>
              <a:cxn ang="0">
                <a:pos x="connsiteX10876" y="connsiteY10876"/>
              </a:cxn>
              <a:cxn ang="0">
                <a:pos x="connsiteX10877" y="connsiteY10877"/>
              </a:cxn>
              <a:cxn ang="0">
                <a:pos x="connsiteX10878" y="connsiteY10878"/>
              </a:cxn>
              <a:cxn ang="0">
                <a:pos x="connsiteX10879" y="connsiteY10879"/>
              </a:cxn>
              <a:cxn ang="0">
                <a:pos x="connsiteX10880" y="connsiteY10880"/>
              </a:cxn>
              <a:cxn ang="0">
                <a:pos x="connsiteX10881" y="connsiteY10881"/>
              </a:cxn>
              <a:cxn ang="0">
                <a:pos x="connsiteX10882" y="connsiteY10882"/>
              </a:cxn>
              <a:cxn ang="0">
                <a:pos x="connsiteX10883" y="connsiteY10883"/>
              </a:cxn>
              <a:cxn ang="0">
                <a:pos x="connsiteX10884" y="connsiteY10884"/>
              </a:cxn>
              <a:cxn ang="0">
                <a:pos x="connsiteX10885" y="connsiteY10885"/>
              </a:cxn>
              <a:cxn ang="0">
                <a:pos x="connsiteX10886" y="connsiteY10886"/>
              </a:cxn>
              <a:cxn ang="0">
                <a:pos x="connsiteX10887" y="connsiteY10887"/>
              </a:cxn>
              <a:cxn ang="0">
                <a:pos x="connsiteX10888" y="connsiteY10888"/>
              </a:cxn>
              <a:cxn ang="0">
                <a:pos x="connsiteX10889" y="connsiteY10889"/>
              </a:cxn>
              <a:cxn ang="0">
                <a:pos x="connsiteX10890" y="connsiteY10890"/>
              </a:cxn>
              <a:cxn ang="0">
                <a:pos x="connsiteX10891" y="connsiteY10891"/>
              </a:cxn>
              <a:cxn ang="0">
                <a:pos x="connsiteX10892" y="connsiteY10892"/>
              </a:cxn>
              <a:cxn ang="0">
                <a:pos x="connsiteX10893" y="connsiteY10893"/>
              </a:cxn>
              <a:cxn ang="0">
                <a:pos x="connsiteX10894" y="connsiteY10894"/>
              </a:cxn>
              <a:cxn ang="0">
                <a:pos x="connsiteX10895" y="connsiteY10895"/>
              </a:cxn>
              <a:cxn ang="0">
                <a:pos x="connsiteX10896" y="connsiteY10896"/>
              </a:cxn>
              <a:cxn ang="0">
                <a:pos x="connsiteX10897" y="connsiteY10897"/>
              </a:cxn>
              <a:cxn ang="0">
                <a:pos x="connsiteX10898" y="connsiteY10898"/>
              </a:cxn>
              <a:cxn ang="0">
                <a:pos x="connsiteX10899" y="connsiteY10899"/>
              </a:cxn>
              <a:cxn ang="0">
                <a:pos x="connsiteX10900" y="connsiteY10900"/>
              </a:cxn>
              <a:cxn ang="0">
                <a:pos x="connsiteX10901" y="connsiteY10901"/>
              </a:cxn>
              <a:cxn ang="0">
                <a:pos x="connsiteX10902" y="connsiteY10902"/>
              </a:cxn>
              <a:cxn ang="0">
                <a:pos x="connsiteX10903" y="connsiteY10903"/>
              </a:cxn>
              <a:cxn ang="0">
                <a:pos x="connsiteX10904" y="connsiteY10904"/>
              </a:cxn>
              <a:cxn ang="0">
                <a:pos x="connsiteX10905" y="connsiteY10905"/>
              </a:cxn>
              <a:cxn ang="0">
                <a:pos x="connsiteX10906" y="connsiteY10906"/>
              </a:cxn>
              <a:cxn ang="0">
                <a:pos x="connsiteX10907" y="connsiteY10907"/>
              </a:cxn>
              <a:cxn ang="0">
                <a:pos x="connsiteX10908" y="connsiteY10908"/>
              </a:cxn>
              <a:cxn ang="0">
                <a:pos x="connsiteX10909" y="connsiteY10909"/>
              </a:cxn>
              <a:cxn ang="0">
                <a:pos x="connsiteX10910" y="connsiteY10910"/>
              </a:cxn>
              <a:cxn ang="0">
                <a:pos x="connsiteX10911" y="connsiteY10911"/>
              </a:cxn>
              <a:cxn ang="0">
                <a:pos x="connsiteX10912" y="connsiteY10912"/>
              </a:cxn>
              <a:cxn ang="0">
                <a:pos x="connsiteX10913" y="connsiteY10913"/>
              </a:cxn>
              <a:cxn ang="0">
                <a:pos x="connsiteX10914" y="connsiteY10914"/>
              </a:cxn>
              <a:cxn ang="0">
                <a:pos x="connsiteX10915" y="connsiteY10915"/>
              </a:cxn>
              <a:cxn ang="0">
                <a:pos x="connsiteX10916" y="connsiteY10916"/>
              </a:cxn>
              <a:cxn ang="0">
                <a:pos x="connsiteX10917" y="connsiteY10917"/>
              </a:cxn>
              <a:cxn ang="0">
                <a:pos x="connsiteX10918" y="connsiteY10918"/>
              </a:cxn>
              <a:cxn ang="0">
                <a:pos x="connsiteX10919" y="connsiteY10919"/>
              </a:cxn>
              <a:cxn ang="0">
                <a:pos x="connsiteX10920" y="connsiteY10920"/>
              </a:cxn>
              <a:cxn ang="0">
                <a:pos x="connsiteX10921" y="connsiteY10921"/>
              </a:cxn>
              <a:cxn ang="0">
                <a:pos x="connsiteX10922" y="connsiteY10922"/>
              </a:cxn>
              <a:cxn ang="0">
                <a:pos x="connsiteX10923" y="connsiteY10923"/>
              </a:cxn>
              <a:cxn ang="0">
                <a:pos x="connsiteX10924" y="connsiteY10924"/>
              </a:cxn>
              <a:cxn ang="0">
                <a:pos x="connsiteX10925" y="connsiteY10925"/>
              </a:cxn>
              <a:cxn ang="0">
                <a:pos x="connsiteX10926" y="connsiteY10926"/>
              </a:cxn>
              <a:cxn ang="0">
                <a:pos x="connsiteX10927" y="connsiteY10927"/>
              </a:cxn>
              <a:cxn ang="0">
                <a:pos x="connsiteX10928" y="connsiteY10928"/>
              </a:cxn>
              <a:cxn ang="0">
                <a:pos x="connsiteX10929" y="connsiteY10929"/>
              </a:cxn>
              <a:cxn ang="0">
                <a:pos x="connsiteX10930" y="connsiteY10930"/>
              </a:cxn>
              <a:cxn ang="0">
                <a:pos x="connsiteX10931" y="connsiteY10931"/>
              </a:cxn>
              <a:cxn ang="0">
                <a:pos x="connsiteX10932" y="connsiteY10932"/>
              </a:cxn>
              <a:cxn ang="0">
                <a:pos x="connsiteX10933" y="connsiteY10933"/>
              </a:cxn>
              <a:cxn ang="0">
                <a:pos x="connsiteX10934" y="connsiteY10934"/>
              </a:cxn>
              <a:cxn ang="0">
                <a:pos x="connsiteX10935" y="connsiteY10935"/>
              </a:cxn>
              <a:cxn ang="0">
                <a:pos x="connsiteX10936" y="connsiteY10936"/>
              </a:cxn>
              <a:cxn ang="0">
                <a:pos x="connsiteX10937" y="connsiteY10937"/>
              </a:cxn>
              <a:cxn ang="0">
                <a:pos x="connsiteX10938" y="connsiteY10938"/>
              </a:cxn>
              <a:cxn ang="0">
                <a:pos x="connsiteX10939" y="connsiteY10939"/>
              </a:cxn>
              <a:cxn ang="0">
                <a:pos x="connsiteX10940" y="connsiteY10940"/>
              </a:cxn>
              <a:cxn ang="0">
                <a:pos x="connsiteX10941" y="connsiteY10941"/>
              </a:cxn>
              <a:cxn ang="0">
                <a:pos x="connsiteX10942" y="connsiteY10942"/>
              </a:cxn>
              <a:cxn ang="0">
                <a:pos x="connsiteX10943" y="connsiteY10943"/>
              </a:cxn>
              <a:cxn ang="0">
                <a:pos x="connsiteX10944" y="connsiteY10944"/>
              </a:cxn>
              <a:cxn ang="0">
                <a:pos x="connsiteX10945" y="connsiteY10945"/>
              </a:cxn>
              <a:cxn ang="0">
                <a:pos x="connsiteX10946" y="connsiteY10946"/>
              </a:cxn>
              <a:cxn ang="0">
                <a:pos x="connsiteX10947" y="connsiteY10947"/>
              </a:cxn>
              <a:cxn ang="0">
                <a:pos x="connsiteX10948" y="connsiteY10948"/>
              </a:cxn>
              <a:cxn ang="0">
                <a:pos x="connsiteX10949" y="connsiteY10949"/>
              </a:cxn>
              <a:cxn ang="0">
                <a:pos x="connsiteX10950" y="connsiteY10950"/>
              </a:cxn>
              <a:cxn ang="0">
                <a:pos x="connsiteX10951" y="connsiteY10951"/>
              </a:cxn>
              <a:cxn ang="0">
                <a:pos x="connsiteX10952" y="connsiteY10952"/>
              </a:cxn>
              <a:cxn ang="0">
                <a:pos x="connsiteX10953" y="connsiteY10953"/>
              </a:cxn>
              <a:cxn ang="0">
                <a:pos x="connsiteX10954" y="connsiteY10954"/>
              </a:cxn>
              <a:cxn ang="0">
                <a:pos x="connsiteX10955" y="connsiteY10955"/>
              </a:cxn>
              <a:cxn ang="0">
                <a:pos x="connsiteX10956" y="connsiteY10956"/>
              </a:cxn>
              <a:cxn ang="0">
                <a:pos x="connsiteX10957" y="connsiteY10957"/>
              </a:cxn>
              <a:cxn ang="0">
                <a:pos x="connsiteX10958" y="connsiteY10958"/>
              </a:cxn>
              <a:cxn ang="0">
                <a:pos x="connsiteX10959" y="connsiteY10959"/>
              </a:cxn>
              <a:cxn ang="0">
                <a:pos x="connsiteX10960" y="connsiteY10960"/>
              </a:cxn>
            </a:cxnLst>
            <a:rect l="l" t="t" r="r" b="b"/>
            <a:pathLst>
              <a:path w="12184002" h="3882143">
                <a:moveTo>
                  <a:pt x="6472825" y="3836915"/>
                </a:moveTo>
                <a:lnTo>
                  <a:pt x="6472974" y="3836915"/>
                </a:lnTo>
                <a:lnTo>
                  <a:pt x="6472899" y="3836989"/>
                </a:lnTo>
                <a:close/>
                <a:moveTo>
                  <a:pt x="5711028" y="3836915"/>
                </a:moveTo>
                <a:lnTo>
                  <a:pt x="5711178" y="3836915"/>
                </a:lnTo>
                <a:lnTo>
                  <a:pt x="5711103" y="3836989"/>
                </a:lnTo>
                <a:close/>
                <a:moveTo>
                  <a:pt x="8216141" y="3821509"/>
                </a:moveTo>
                <a:lnTo>
                  <a:pt x="8368812" y="3821509"/>
                </a:lnTo>
                <a:cubicBezTo>
                  <a:pt x="8370916" y="3821509"/>
                  <a:pt x="8372568" y="3823238"/>
                  <a:pt x="8372568" y="3825266"/>
                </a:cubicBezTo>
                <a:cubicBezTo>
                  <a:pt x="8372568" y="3827294"/>
                  <a:pt x="8370916" y="3829023"/>
                  <a:pt x="8368812" y="3829023"/>
                </a:cubicBezTo>
                <a:lnTo>
                  <a:pt x="8216141" y="3829023"/>
                </a:lnTo>
                <a:cubicBezTo>
                  <a:pt x="8214038" y="3829023"/>
                  <a:pt x="8212385" y="3827294"/>
                  <a:pt x="8212385" y="3825266"/>
                </a:cubicBezTo>
                <a:cubicBezTo>
                  <a:pt x="8212385" y="3823238"/>
                  <a:pt x="8214038" y="3821509"/>
                  <a:pt x="8216141" y="3821509"/>
                </a:cubicBezTo>
                <a:close/>
                <a:moveTo>
                  <a:pt x="3815192" y="3821509"/>
                </a:moveTo>
                <a:lnTo>
                  <a:pt x="3967862" y="3821509"/>
                </a:lnTo>
                <a:cubicBezTo>
                  <a:pt x="3969965" y="3821509"/>
                  <a:pt x="3971619" y="3823238"/>
                  <a:pt x="3971619" y="3825266"/>
                </a:cubicBezTo>
                <a:cubicBezTo>
                  <a:pt x="3971619" y="3827294"/>
                  <a:pt x="3969965" y="3829023"/>
                  <a:pt x="3967862" y="3829023"/>
                </a:cubicBezTo>
                <a:lnTo>
                  <a:pt x="3815192" y="3829023"/>
                </a:lnTo>
                <a:cubicBezTo>
                  <a:pt x="3813088" y="3829023"/>
                  <a:pt x="3811435" y="3827294"/>
                  <a:pt x="3811435" y="3825266"/>
                </a:cubicBezTo>
                <a:cubicBezTo>
                  <a:pt x="3811435" y="3823238"/>
                  <a:pt x="3813088" y="3821509"/>
                  <a:pt x="3815192" y="3821509"/>
                </a:cubicBezTo>
                <a:close/>
                <a:moveTo>
                  <a:pt x="10012577" y="3803182"/>
                </a:moveTo>
                <a:cubicBezTo>
                  <a:pt x="10025950" y="3803182"/>
                  <a:pt x="10036845" y="3814075"/>
                  <a:pt x="10036845" y="3827599"/>
                </a:cubicBezTo>
                <a:cubicBezTo>
                  <a:pt x="10036845" y="3841048"/>
                  <a:pt x="10025950" y="3852018"/>
                  <a:pt x="10012577" y="3852018"/>
                </a:cubicBezTo>
                <a:cubicBezTo>
                  <a:pt x="10005890" y="3852018"/>
                  <a:pt x="9999823" y="3849293"/>
                  <a:pt x="9995428" y="3844879"/>
                </a:cubicBezTo>
                <a:lnTo>
                  <a:pt x="9988894" y="3829020"/>
                </a:lnTo>
                <a:lnTo>
                  <a:pt x="9855997" y="3829020"/>
                </a:lnTo>
                <a:cubicBezTo>
                  <a:pt x="9853895" y="3829020"/>
                  <a:pt x="9852243" y="3827291"/>
                  <a:pt x="9852243" y="3825262"/>
                </a:cubicBezTo>
                <a:cubicBezTo>
                  <a:pt x="9852243" y="3823234"/>
                  <a:pt x="9853895" y="3821506"/>
                  <a:pt x="9855997" y="3821506"/>
                </a:cubicBezTo>
                <a:lnTo>
                  <a:pt x="9990819" y="3821506"/>
                </a:lnTo>
                <a:lnTo>
                  <a:pt x="9995428" y="3810317"/>
                </a:lnTo>
                <a:cubicBezTo>
                  <a:pt x="9999823" y="3805904"/>
                  <a:pt x="10005890" y="3803182"/>
                  <a:pt x="10012577" y="3803182"/>
                </a:cubicBezTo>
                <a:close/>
                <a:moveTo>
                  <a:pt x="2171426" y="3803182"/>
                </a:moveTo>
                <a:cubicBezTo>
                  <a:pt x="2178112" y="3803182"/>
                  <a:pt x="2184180" y="3805904"/>
                  <a:pt x="2188575" y="3810317"/>
                </a:cubicBezTo>
                <a:lnTo>
                  <a:pt x="2193184" y="3821506"/>
                </a:lnTo>
                <a:lnTo>
                  <a:pt x="2328005" y="3821506"/>
                </a:lnTo>
                <a:cubicBezTo>
                  <a:pt x="2330108" y="3821506"/>
                  <a:pt x="2331761" y="3823234"/>
                  <a:pt x="2331761" y="3825262"/>
                </a:cubicBezTo>
                <a:cubicBezTo>
                  <a:pt x="2331761" y="3827291"/>
                  <a:pt x="2330108" y="3829020"/>
                  <a:pt x="2328005" y="3829020"/>
                </a:cubicBezTo>
                <a:lnTo>
                  <a:pt x="2195109" y="3829020"/>
                </a:lnTo>
                <a:lnTo>
                  <a:pt x="2188575" y="3844879"/>
                </a:lnTo>
                <a:cubicBezTo>
                  <a:pt x="2184180" y="3849293"/>
                  <a:pt x="2178112" y="3852018"/>
                  <a:pt x="2171426" y="3852018"/>
                </a:cubicBezTo>
                <a:cubicBezTo>
                  <a:pt x="2158052" y="3852018"/>
                  <a:pt x="2147157" y="3841048"/>
                  <a:pt x="2147157" y="3827599"/>
                </a:cubicBezTo>
                <a:cubicBezTo>
                  <a:pt x="2147157" y="3814075"/>
                  <a:pt x="2158052" y="3803182"/>
                  <a:pt x="2171426" y="3803182"/>
                </a:cubicBezTo>
                <a:close/>
                <a:moveTo>
                  <a:pt x="8088414" y="3743520"/>
                </a:moveTo>
                <a:lnTo>
                  <a:pt x="8411938" y="3743520"/>
                </a:lnTo>
                <a:cubicBezTo>
                  <a:pt x="8414042" y="3743520"/>
                  <a:pt x="8415694" y="3745248"/>
                  <a:pt x="8415694" y="3747277"/>
                </a:cubicBezTo>
                <a:cubicBezTo>
                  <a:pt x="8415694" y="3749306"/>
                  <a:pt x="8414042" y="3751034"/>
                  <a:pt x="8411938" y="3751034"/>
                </a:cubicBezTo>
                <a:lnTo>
                  <a:pt x="8095927" y="3751034"/>
                </a:lnTo>
                <a:lnTo>
                  <a:pt x="8095927" y="3872449"/>
                </a:lnTo>
                <a:lnTo>
                  <a:pt x="7979846" y="3872449"/>
                </a:lnTo>
                <a:cubicBezTo>
                  <a:pt x="7977743" y="3872449"/>
                  <a:pt x="7976091" y="3870721"/>
                  <a:pt x="7976091" y="3868692"/>
                </a:cubicBezTo>
                <a:cubicBezTo>
                  <a:pt x="7976091" y="3866663"/>
                  <a:pt x="7977743" y="3864936"/>
                  <a:pt x="7979846" y="3864936"/>
                </a:cubicBezTo>
                <a:lnTo>
                  <a:pt x="8088414" y="3864936"/>
                </a:lnTo>
                <a:close/>
                <a:moveTo>
                  <a:pt x="3772066" y="3743520"/>
                </a:moveTo>
                <a:lnTo>
                  <a:pt x="4095589" y="3743520"/>
                </a:lnTo>
                <a:lnTo>
                  <a:pt x="4095589" y="3864936"/>
                </a:lnTo>
                <a:lnTo>
                  <a:pt x="4204156" y="3864936"/>
                </a:lnTo>
                <a:cubicBezTo>
                  <a:pt x="4206259" y="3864936"/>
                  <a:pt x="4207913" y="3866663"/>
                  <a:pt x="4207913" y="3868692"/>
                </a:cubicBezTo>
                <a:cubicBezTo>
                  <a:pt x="4207913" y="3870721"/>
                  <a:pt x="4206259" y="3872449"/>
                  <a:pt x="4204156" y="3872449"/>
                </a:cubicBezTo>
                <a:lnTo>
                  <a:pt x="4088075" y="3872449"/>
                </a:lnTo>
                <a:lnTo>
                  <a:pt x="4088075" y="3751034"/>
                </a:lnTo>
                <a:lnTo>
                  <a:pt x="3772066" y="3751034"/>
                </a:lnTo>
                <a:cubicBezTo>
                  <a:pt x="3769961" y="3751034"/>
                  <a:pt x="3768309" y="3749306"/>
                  <a:pt x="3768309" y="3747277"/>
                </a:cubicBezTo>
                <a:cubicBezTo>
                  <a:pt x="3768309" y="3745248"/>
                  <a:pt x="3769961" y="3743520"/>
                  <a:pt x="3772066" y="3743520"/>
                </a:cubicBezTo>
                <a:close/>
                <a:moveTo>
                  <a:pt x="9812721" y="3743517"/>
                </a:moveTo>
                <a:lnTo>
                  <a:pt x="10136245" y="3743517"/>
                </a:lnTo>
                <a:lnTo>
                  <a:pt x="10136245" y="3864933"/>
                </a:lnTo>
                <a:lnTo>
                  <a:pt x="10244812" y="3864933"/>
                </a:lnTo>
                <a:cubicBezTo>
                  <a:pt x="10246917" y="3864933"/>
                  <a:pt x="10248569" y="3866660"/>
                  <a:pt x="10248569" y="3868689"/>
                </a:cubicBezTo>
                <a:cubicBezTo>
                  <a:pt x="10248569" y="3870718"/>
                  <a:pt x="10246917" y="3872446"/>
                  <a:pt x="10244812" y="3872446"/>
                </a:cubicBezTo>
                <a:lnTo>
                  <a:pt x="10128732" y="3872446"/>
                </a:lnTo>
                <a:lnTo>
                  <a:pt x="10128732" y="3751031"/>
                </a:lnTo>
                <a:lnTo>
                  <a:pt x="9812721" y="3751031"/>
                </a:lnTo>
                <a:cubicBezTo>
                  <a:pt x="9810618" y="3751031"/>
                  <a:pt x="9808965" y="3749303"/>
                  <a:pt x="9808965" y="3747274"/>
                </a:cubicBezTo>
                <a:cubicBezTo>
                  <a:pt x="9808965" y="3745245"/>
                  <a:pt x="9810618" y="3743517"/>
                  <a:pt x="9812721" y="3743517"/>
                </a:cubicBezTo>
                <a:close/>
                <a:moveTo>
                  <a:pt x="2047757" y="3743517"/>
                </a:moveTo>
                <a:lnTo>
                  <a:pt x="2371281" y="3743517"/>
                </a:lnTo>
                <a:cubicBezTo>
                  <a:pt x="2373385" y="3743517"/>
                  <a:pt x="2375037" y="3745245"/>
                  <a:pt x="2375037" y="3747274"/>
                </a:cubicBezTo>
                <a:cubicBezTo>
                  <a:pt x="2375037" y="3749303"/>
                  <a:pt x="2373385" y="3751031"/>
                  <a:pt x="2371281" y="3751031"/>
                </a:cubicBezTo>
                <a:lnTo>
                  <a:pt x="2055271" y="3751031"/>
                </a:lnTo>
                <a:lnTo>
                  <a:pt x="2055271" y="3872446"/>
                </a:lnTo>
                <a:lnTo>
                  <a:pt x="1939190" y="3872446"/>
                </a:lnTo>
                <a:cubicBezTo>
                  <a:pt x="1937086" y="3872446"/>
                  <a:pt x="1935433" y="3870718"/>
                  <a:pt x="1935433" y="3868689"/>
                </a:cubicBezTo>
                <a:cubicBezTo>
                  <a:pt x="1935433" y="3866660"/>
                  <a:pt x="1937086" y="3864933"/>
                  <a:pt x="1939190" y="3864933"/>
                </a:cubicBezTo>
                <a:lnTo>
                  <a:pt x="2047757" y="3864933"/>
                </a:lnTo>
                <a:close/>
                <a:moveTo>
                  <a:pt x="7026030" y="3731650"/>
                </a:moveTo>
                <a:cubicBezTo>
                  <a:pt x="7028135" y="3731650"/>
                  <a:pt x="7029788" y="3733379"/>
                  <a:pt x="7029788" y="3735408"/>
                </a:cubicBezTo>
                <a:lnTo>
                  <a:pt x="7029788" y="3880641"/>
                </a:lnTo>
                <a:lnTo>
                  <a:pt x="7028285" y="3882143"/>
                </a:lnTo>
                <a:lnTo>
                  <a:pt x="7023775" y="3882143"/>
                </a:lnTo>
                <a:lnTo>
                  <a:pt x="7022274" y="3880641"/>
                </a:lnTo>
                <a:lnTo>
                  <a:pt x="7022274" y="3735408"/>
                </a:lnTo>
                <a:cubicBezTo>
                  <a:pt x="7022274" y="3733305"/>
                  <a:pt x="7023928" y="3731650"/>
                  <a:pt x="7026030" y="3731650"/>
                </a:cubicBezTo>
                <a:close/>
                <a:moveTo>
                  <a:pt x="5157973" y="3731650"/>
                </a:moveTo>
                <a:cubicBezTo>
                  <a:pt x="5160076" y="3731650"/>
                  <a:pt x="5161729" y="3733305"/>
                  <a:pt x="5161729" y="3735408"/>
                </a:cubicBezTo>
                <a:lnTo>
                  <a:pt x="5161729" y="3880641"/>
                </a:lnTo>
                <a:lnTo>
                  <a:pt x="5160227" y="3882143"/>
                </a:lnTo>
                <a:lnTo>
                  <a:pt x="5155718" y="3882143"/>
                </a:lnTo>
                <a:lnTo>
                  <a:pt x="5154216" y="3880641"/>
                </a:lnTo>
                <a:lnTo>
                  <a:pt x="5154216" y="3735408"/>
                </a:lnTo>
                <a:cubicBezTo>
                  <a:pt x="5154216" y="3733379"/>
                  <a:pt x="5155869" y="3731650"/>
                  <a:pt x="5157973" y="3731650"/>
                </a:cubicBezTo>
                <a:close/>
                <a:moveTo>
                  <a:pt x="11198705" y="3731647"/>
                </a:moveTo>
                <a:cubicBezTo>
                  <a:pt x="11200809" y="3731647"/>
                  <a:pt x="11202461" y="3733375"/>
                  <a:pt x="11202461" y="3735404"/>
                </a:cubicBezTo>
                <a:lnTo>
                  <a:pt x="11202461" y="3880638"/>
                </a:lnTo>
                <a:lnTo>
                  <a:pt x="11200956" y="3882143"/>
                </a:lnTo>
                <a:lnTo>
                  <a:pt x="11196452" y="3882143"/>
                </a:lnTo>
                <a:lnTo>
                  <a:pt x="11194948" y="3880638"/>
                </a:lnTo>
                <a:lnTo>
                  <a:pt x="11194948" y="3735404"/>
                </a:lnTo>
                <a:cubicBezTo>
                  <a:pt x="11194948" y="3733301"/>
                  <a:pt x="11196601" y="3731647"/>
                  <a:pt x="11198705" y="3731647"/>
                </a:cubicBezTo>
                <a:close/>
                <a:moveTo>
                  <a:pt x="985299" y="3731647"/>
                </a:moveTo>
                <a:cubicBezTo>
                  <a:pt x="987402" y="3731647"/>
                  <a:pt x="989054" y="3733301"/>
                  <a:pt x="989054" y="3735404"/>
                </a:cubicBezTo>
                <a:lnTo>
                  <a:pt x="989054" y="3880638"/>
                </a:lnTo>
                <a:lnTo>
                  <a:pt x="987550" y="3882143"/>
                </a:lnTo>
                <a:lnTo>
                  <a:pt x="983047" y="3882143"/>
                </a:lnTo>
                <a:lnTo>
                  <a:pt x="981541" y="3880638"/>
                </a:lnTo>
                <a:lnTo>
                  <a:pt x="981541" y="3735404"/>
                </a:lnTo>
                <a:cubicBezTo>
                  <a:pt x="981541" y="3733375"/>
                  <a:pt x="983194" y="3731647"/>
                  <a:pt x="985299" y="3731647"/>
                </a:cubicBezTo>
                <a:close/>
                <a:moveTo>
                  <a:pt x="9304296" y="3647127"/>
                </a:moveTo>
                <a:lnTo>
                  <a:pt x="9304371" y="3647127"/>
                </a:lnTo>
                <a:lnTo>
                  <a:pt x="9304296" y="3647202"/>
                </a:lnTo>
                <a:close/>
                <a:moveTo>
                  <a:pt x="2879632" y="3647127"/>
                </a:moveTo>
                <a:lnTo>
                  <a:pt x="2879706" y="3647127"/>
                </a:lnTo>
                <a:lnTo>
                  <a:pt x="2879706" y="3647202"/>
                </a:lnTo>
                <a:close/>
                <a:moveTo>
                  <a:pt x="8394807" y="3607905"/>
                </a:moveTo>
                <a:lnTo>
                  <a:pt x="8394882" y="3607905"/>
                </a:lnTo>
                <a:lnTo>
                  <a:pt x="8394732" y="3607980"/>
                </a:lnTo>
                <a:close/>
                <a:moveTo>
                  <a:pt x="3789121" y="3607905"/>
                </a:moveTo>
                <a:lnTo>
                  <a:pt x="3789195" y="3607905"/>
                </a:lnTo>
                <a:lnTo>
                  <a:pt x="3789271" y="3607980"/>
                </a:lnTo>
                <a:close/>
                <a:moveTo>
                  <a:pt x="10577053" y="3597758"/>
                </a:moveTo>
                <a:lnTo>
                  <a:pt x="10577127" y="3597758"/>
                </a:lnTo>
                <a:lnTo>
                  <a:pt x="10577053" y="3597833"/>
                </a:lnTo>
                <a:close/>
                <a:moveTo>
                  <a:pt x="1606875" y="3597758"/>
                </a:moveTo>
                <a:lnTo>
                  <a:pt x="1606950" y="3597758"/>
                </a:lnTo>
                <a:lnTo>
                  <a:pt x="1606950" y="3597833"/>
                </a:lnTo>
                <a:close/>
                <a:moveTo>
                  <a:pt x="8501571" y="3597011"/>
                </a:moveTo>
                <a:cubicBezTo>
                  <a:pt x="8503074" y="3595583"/>
                  <a:pt x="8505479" y="3595583"/>
                  <a:pt x="8506905" y="3597085"/>
                </a:cubicBezTo>
                <a:cubicBezTo>
                  <a:pt x="8508333" y="3598588"/>
                  <a:pt x="8508333" y="3600992"/>
                  <a:pt x="8506831" y="3602420"/>
                </a:cubicBezTo>
                <a:lnTo>
                  <a:pt x="8413516" y="3693107"/>
                </a:lnTo>
                <a:lnTo>
                  <a:pt x="8035521" y="3693107"/>
                </a:lnTo>
                <a:lnTo>
                  <a:pt x="8035521" y="3800172"/>
                </a:lnTo>
                <a:lnTo>
                  <a:pt x="7996055" y="3800172"/>
                </a:lnTo>
                <a:lnTo>
                  <a:pt x="7991136" y="3812093"/>
                </a:lnTo>
                <a:cubicBezTo>
                  <a:pt x="7986741" y="3816516"/>
                  <a:pt x="7980674" y="3819258"/>
                  <a:pt x="7973987" y="3819258"/>
                </a:cubicBezTo>
                <a:cubicBezTo>
                  <a:pt x="7960613" y="3819258"/>
                  <a:pt x="7949719" y="3808364"/>
                  <a:pt x="7949719" y="3794840"/>
                </a:cubicBezTo>
                <a:cubicBezTo>
                  <a:pt x="7949719" y="3781316"/>
                  <a:pt x="7960613" y="3770422"/>
                  <a:pt x="7973987" y="3770422"/>
                </a:cubicBezTo>
                <a:cubicBezTo>
                  <a:pt x="7980674" y="3770422"/>
                  <a:pt x="7986741" y="3773146"/>
                  <a:pt x="7991136" y="3777560"/>
                </a:cubicBezTo>
                <a:lnTo>
                  <a:pt x="7997356" y="3792659"/>
                </a:lnTo>
                <a:lnTo>
                  <a:pt x="8028008" y="3792659"/>
                </a:lnTo>
                <a:lnTo>
                  <a:pt x="8028008" y="3693107"/>
                </a:lnTo>
                <a:lnTo>
                  <a:pt x="7989839" y="3693107"/>
                </a:lnTo>
                <a:lnTo>
                  <a:pt x="7930334" y="3633375"/>
                </a:lnTo>
                <a:lnTo>
                  <a:pt x="7930334" y="3882143"/>
                </a:lnTo>
                <a:lnTo>
                  <a:pt x="7922820" y="3882143"/>
                </a:lnTo>
                <a:lnTo>
                  <a:pt x="7922820" y="3615193"/>
                </a:lnTo>
                <a:lnTo>
                  <a:pt x="7992995" y="3685594"/>
                </a:lnTo>
                <a:lnTo>
                  <a:pt x="8410510" y="3685594"/>
                </a:lnTo>
                <a:close/>
                <a:moveTo>
                  <a:pt x="3682431" y="3597011"/>
                </a:moveTo>
                <a:lnTo>
                  <a:pt x="3773493" y="3685594"/>
                </a:lnTo>
                <a:lnTo>
                  <a:pt x="4191008" y="3685594"/>
                </a:lnTo>
                <a:lnTo>
                  <a:pt x="4261182" y="3615193"/>
                </a:lnTo>
                <a:lnTo>
                  <a:pt x="4261182" y="3882143"/>
                </a:lnTo>
                <a:lnTo>
                  <a:pt x="4253670" y="3882143"/>
                </a:lnTo>
                <a:lnTo>
                  <a:pt x="4253670" y="3633375"/>
                </a:lnTo>
                <a:lnTo>
                  <a:pt x="4194165" y="3693107"/>
                </a:lnTo>
                <a:lnTo>
                  <a:pt x="4155995" y="3693107"/>
                </a:lnTo>
                <a:lnTo>
                  <a:pt x="4155995" y="3792659"/>
                </a:lnTo>
                <a:lnTo>
                  <a:pt x="4186647" y="3792659"/>
                </a:lnTo>
                <a:lnTo>
                  <a:pt x="4192867" y="3777560"/>
                </a:lnTo>
                <a:cubicBezTo>
                  <a:pt x="4197262" y="3773146"/>
                  <a:pt x="4203329" y="3770422"/>
                  <a:pt x="4210017" y="3770422"/>
                </a:cubicBezTo>
                <a:cubicBezTo>
                  <a:pt x="4223390" y="3770422"/>
                  <a:pt x="4234285" y="3781316"/>
                  <a:pt x="4234285" y="3794840"/>
                </a:cubicBezTo>
                <a:cubicBezTo>
                  <a:pt x="4234285" y="3808364"/>
                  <a:pt x="4223390" y="3819258"/>
                  <a:pt x="4210017" y="3819258"/>
                </a:cubicBezTo>
                <a:cubicBezTo>
                  <a:pt x="4203329" y="3819258"/>
                  <a:pt x="4197262" y="3816516"/>
                  <a:pt x="4192867" y="3812093"/>
                </a:cubicBezTo>
                <a:lnTo>
                  <a:pt x="4187948" y="3800172"/>
                </a:lnTo>
                <a:lnTo>
                  <a:pt x="4148483" y="3800172"/>
                </a:lnTo>
                <a:lnTo>
                  <a:pt x="4148483" y="3693107"/>
                </a:lnTo>
                <a:lnTo>
                  <a:pt x="3770487" y="3693107"/>
                </a:lnTo>
                <a:lnTo>
                  <a:pt x="3677172" y="3602420"/>
                </a:lnTo>
                <a:cubicBezTo>
                  <a:pt x="3675669" y="3600992"/>
                  <a:pt x="3675669" y="3598588"/>
                  <a:pt x="3677097" y="3597085"/>
                </a:cubicBezTo>
                <a:cubicBezTo>
                  <a:pt x="3678524" y="3595583"/>
                  <a:pt x="3680929" y="3595583"/>
                  <a:pt x="3682431" y="3597011"/>
                </a:cubicBezTo>
                <a:close/>
                <a:moveTo>
                  <a:pt x="7090946" y="3589198"/>
                </a:moveTo>
                <a:lnTo>
                  <a:pt x="7254361" y="3589198"/>
                </a:lnTo>
                <a:lnTo>
                  <a:pt x="7254361" y="3820234"/>
                </a:lnTo>
                <a:lnTo>
                  <a:pt x="7154134" y="3820234"/>
                </a:lnTo>
                <a:cubicBezTo>
                  <a:pt x="7152029" y="3820234"/>
                  <a:pt x="7150376" y="3818505"/>
                  <a:pt x="7150376" y="3816477"/>
                </a:cubicBezTo>
                <a:cubicBezTo>
                  <a:pt x="7150376" y="3814448"/>
                  <a:pt x="7152029" y="3812720"/>
                  <a:pt x="7154134" y="3812720"/>
                </a:cubicBezTo>
                <a:lnTo>
                  <a:pt x="7246847" y="3812720"/>
                </a:lnTo>
                <a:lnTo>
                  <a:pt x="7246847" y="3596862"/>
                </a:lnTo>
                <a:lnTo>
                  <a:pt x="7098535" y="3596862"/>
                </a:lnTo>
                <a:lnTo>
                  <a:pt x="7098535" y="3745626"/>
                </a:lnTo>
                <a:lnTo>
                  <a:pt x="7142938" y="3745626"/>
                </a:lnTo>
                <a:lnTo>
                  <a:pt x="7142938" y="3637659"/>
                </a:lnTo>
                <a:cubicBezTo>
                  <a:pt x="7142938" y="3635556"/>
                  <a:pt x="7144591" y="3633903"/>
                  <a:pt x="7146694" y="3633903"/>
                </a:cubicBezTo>
                <a:cubicBezTo>
                  <a:pt x="7148798" y="3633903"/>
                  <a:pt x="7150451" y="3635631"/>
                  <a:pt x="7150451" y="3637659"/>
                </a:cubicBezTo>
                <a:lnTo>
                  <a:pt x="7150451" y="3745626"/>
                </a:lnTo>
                <a:lnTo>
                  <a:pt x="7179573" y="3745626"/>
                </a:lnTo>
                <a:lnTo>
                  <a:pt x="7185144" y="3732102"/>
                </a:lnTo>
                <a:cubicBezTo>
                  <a:pt x="7189539" y="3727690"/>
                  <a:pt x="7195606" y="3724967"/>
                  <a:pt x="7202293" y="3724967"/>
                </a:cubicBezTo>
                <a:cubicBezTo>
                  <a:pt x="7215667" y="3724967"/>
                  <a:pt x="7226560" y="3735859"/>
                  <a:pt x="7226560" y="3749384"/>
                </a:cubicBezTo>
                <a:cubicBezTo>
                  <a:pt x="7226560" y="3762834"/>
                  <a:pt x="7215667" y="3773803"/>
                  <a:pt x="7202293" y="3773803"/>
                </a:cubicBezTo>
                <a:cubicBezTo>
                  <a:pt x="7195606" y="3773803"/>
                  <a:pt x="7189539" y="3771079"/>
                  <a:pt x="7185144" y="3766665"/>
                </a:cubicBezTo>
                <a:lnTo>
                  <a:pt x="7179572" y="3753139"/>
                </a:lnTo>
                <a:lnTo>
                  <a:pt x="7146694" y="3753139"/>
                </a:lnTo>
                <a:lnTo>
                  <a:pt x="7098535" y="3753139"/>
                </a:lnTo>
                <a:lnTo>
                  <a:pt x="7098535" y="3879663"/>
                </a:lnTo>
                <a:lnTo>
                  <a:pt x="7306203" y="3879663"/>
                </a:lnTo>
                <a:lnTo>
                  <a:pt x="7306203" y="3604151"/>
                </a:lnTo>
                <a:cubicBezTo>
                  <a:pt x="7306203" y="3602046"/>
                  <a:pt x="7307856" y="3600392"/>
                  <a:pt x="7309959" y="3600392"/>
                </a:cubicBezTo>
                <a:cubicBezTo>
                  <a:pt x="7312063" y="3600392"/>
                  <a:pt x="7313716" y="3602121"/>
                  <a:pt x="7313716" y="3604151"/>
                </a:cubicBezTo>
                <a:lnTo>
                  <a:pt x="7313716" y="3882143"/>
                </a:lnTo>
                <a:lnTo>
                  <a:pt x="7090946" y="3882143"/>
                </a:lnTo>
                <a:close/>
                <a:moveTo>
                  <a:pt x="4929642" y="3589198"/>
                </a:moveTo>
                <a:lnTo>
                  <a:pt x="5093057" y="3589198"/>
                </a:lnTo>
                <a:lnTo>
                  <a:pt x="5093057" y="3882143"/>
                </a:lnTo>
                <a:lnTo>
                  <a:pt x="4870287" y="3882143"/>
                </a:lnTo>
                <a:lnTo>
                  <a:pt x="4870287" y="3604151"/>
                </a:lnTo>
                <a:cubicBezTo>
                  <a:pt x="4870287" y="3602121"/>
                  <a:pt x="4871939" y="3600392"/>
                  <a:pt x="4874044" y="3600392"/>
                </a:cubicBezTo>
                <a:cubicBezTo>
                  <a:pt x="4876147" y="3600392"/>
                  <a:pt x="4877799" y="3602046"/>
                  <a:pt x="4877799" y="3604151"/>
                </a:cubicBezTo>
                <a:lnTo>
                  <a:pt x="4877799" y="3879663"/>
                </a:lnTo>
                <a:lnTo>
                  <a:pt x="5085469" y="3879663"/>
                </a:lnTo>
                <a:lnTo>
                  <a:pt x="5085469" y="3753139"/>
                </a:lnTo>
                <a:lnTo>
                  <a:pt x="5037309" y="3753139"/>
                </a:lnTo>
                <a:lnTo>
                  <a:pt x="5004431" y="3753139"/>
                </a:lnTo>
                <a:lnTo>
                  <a:pt x="4998858" y="3766665"/>
                </a:lnTo>
                <a:cubicBezTo>
                  <a:pt x="4994464" y="3771079"/>
                  <a:pt x="4988398" y="3773803"/>
                  <a:pt x="4981710" y="3773803"/>
                </a:cubicBezTo>
                <a:cubicBezTo>
                  <a:pt x="4968337" y="3773803"/>
                  <a:pt x="4957442" y="3762834"/>
                  <a:pt x="4957442" y="3749384"/>
                </a:cubicBezTo>
                <a:cubicBezTo>
                  <a:pt x="4957442" y="3735859"/>
                  <a:pt x="4968337" y="3724967"/>
                  <a:pt x="4981710" y="3724967"/>
                </a:cubicBezTo>
                <a:cubicBezTo>
                  <a:pt x="4988398" y="3724967"/>
                  <a:pt x="4994464" y="3727690"/>
                  <a:pt x="4998858" y="3732102"/>
                </a:cubicBezTo>
                <a:lnTo>
                  <a:pt x="5004430" y="3745626"/>
                </a:lnTo>
                <a:lnTo>
                  <a:pt x="5033552" y="3745626"/>
                </a:lnTo>
                <a:lnTo>
                  <a:pt x="5033552" y="3637659"/>
                </a:lnTo>
                <a:cubicBezTo>
                  <a:pt x="5033552" y="3635631"/>
                  <a:pt x="5035205" y="3633903"/>
                  <a:pt x="5037309" y="3633903"/>
                </a:cubicBezTo>
                <a:cubicBezTo>
                  <a:pt x="5039412" y="3633903"/>
                  <a:pt x="5041065" y="3635556"/>
                  <a:pt x="5041065" y="3637659"/>
                </a:cubicBezTo>
                <a:lnTo>
                  <a:pt x="5041065" y="3745626"/>
                </a:lnTo>
                <a:lnTo>
                  <a:pt x="5085469" y="3745626"/>
                </a:lnTo>
                <a:lnTo>
                  <a:pt x="5085469" y="3596862"/>
                </a:lnTo>
                <a:lnTo>
                  <a:pt x="4937155" y="3596862"/>
                </a:lnTo>
                <a:lnTo>
                  <a:pt x="4937155" y="3812720"/>
                </a:lnTo>
                <a:lnTo>
                  <a:pt x="5029870" y="3812720"/>
                </a:lnTo>
                <a:cubicBezTo>
                  <a:pt x="5031974" y="3812720"/>
                  <a:pt x="5033627" y="3814448"/>
                  <a:pt x="5033627" y="3816477"/>
                </a:cubicBezTo>
                <a:cubicBezTo>
                  <a:pt x="5033627" y="3818505"/>
                  <a:pt x="5031974" y="3820234"/>
                  <a:pt x="5029870" y="3820234"/>
                </a:cubicBezTo>
                <a:lnTo>
                  <a:pt x="4929642" y="3820234"/>
                </a:lnTo>
                <a:close/>
                <a:moveTo>
                  <a:pt x="10970450" y="3589119"/>
                </a:moveTo>
                <a:lnTo>
                  <a:pt x="11133864" y="3589119"/>
                </a:lnTo>
                <a:lnTo>
                  <a:pt x="11133864" y="3882143"/>
                </a:lnTo>
                <a:lnTo>
                  <a:pt x="10911095" y="3882143"/>
                </a:lnTo>
                <a:lnTo>
                  <a:pt x="10911095" y="3604145"/>
                </a:lnTo>
                <a:cubicBezTo>
                  <a:pt x="10911095" y="3602041"/>
                  <a:pt x="10912748" y="3600389"/>
                  <a:pt x="10914851" y="3600389"/>
                </a:cubicBezTo>
                <a:cubicBezTo>
                  <a:pt x="10916955" y="3600389"/>
                  <a:pt x="10918608" y="3602117"/>
                  <a:pt x="10918608" y="3604145"/>
                </a:cubicBezTo>
                <a:lnTo>
                  <a:pt x="10918608" y="3879660"/>
                </a:lnTo>
                <a:lnTo>
                  <a:pt x="11126276" y="3879660"/>
                </a:lnTo>
                <a:lnTo>
                  <a:pt x="11126276" y="3753136"/>
                </a:lnTo>
                <a:lnTo>
                  <a:pt x="11078115" y="3753136"/>
                </a:lnTo>
                <a:lnTo>
                  <a:pt x="11029881" y="3753136"/>
                </a:lnTo>
                <a:cubicBezTo>
                  <a:pt x="11027776" y="3753136"/>
                  <a:pt x="11026124" y="3751409"/>
                  <a:pt x="11026124" y="3749379"/>
                </a:cubicBezTo>
                <a:cubicBezTo>
                  <a:pt x="11026124" y="3747351"/>
                  <a:pt x="11027776" y="3745623"/>
                  <a:pt x="11029881" y="3745623"/>
                </a:cubicBezTo>
                <a:lnTo>
                  <a:pt x="11074359" y="3745623"/>
                </a:lnTo>
                <a:lnTo>
                  <a:pt x="11074359" y="3637656"/>
                </a:lnTo>
                <a:cubicBezTo>
                  <a:pt x="11074359" y="3635552"/>
                  <a:pt x="11076012" y="3633899"/>
                  <a:pt x="11078115" y="3633899"/>
                </a:cubicBezTo>
                <a:cubicBezTo>
                  <a:pt x="11080219" y="3633899"/>
                  <a:pt x="11081872" y="3635626"/>
                  <a:pt x="11081872" y="3637656"/>
                </a:cubicBezTo>
                <a:lnTo>
                  <a:pt x="11081872" y="3745623"/>
                </a:lnTo>
                <a:lnTo>
                  <a:pt x="11126276" y="3745623"/>
                </a:lnTo>
                <a:lnTo>
                  <a:pt x="11126276" y="3596782"/>
                </a:lnTo>
                <a:lnTo>
                  <a:pt x="10977963" y="3596782"/>
                </a:lnTo>
                <a:lnTo>
                  <a:pt x="10977963" y="3812641"/>
                </a:lnTo>
                <a:lnTo>
                  <a:pt x="11070678" y="3812641"/>
                </a:lnTo>
                <a:cubicBezTo>
                  <a:pt x="11072781" y="3812641"/>
                  <a:pt x="11074434" y="3814369"/>
                  <a:pt x="11074434" y="3816399"/>
                </a:cubicBezTo>
                <a:cubicBezTo>
                  <a:pt x="11074434" y="3818427"/>
                  <a:pt x="11072781" y="3820155"/>
                  <a:pt x="11070678" y="3820155"/>
                </a:cubicBezTo>
                <a:lnTo>
                  <a:pt x="10970450" y="3820155"/>
                </a:lnTo>
                <a:close/>
                <a:moveTo>
                  <a:pt x="1050138" y="3589119"/>
                </a:moveTo>
                <a:lnTo>
                  <a:pt x="1213552" y="3589119"/>
                </a:lnTo>
                <a:lnTo>
                  <a:pt x="1213552" y="3820155"/>
                </a:lnTo>
                <a:lnTo>
                  <a:pt x="1113324" y="3820155"/>
                </a:lnTo>
                <a:cubicBezTo>
                  <a:pt x="1111221" y="3820155"/>
                  <a:pt x="1109568" y="3818427"/>
                  <a:pt x="1109568" y="3816399"/>
                </a:cubicBezTo>
                <a:cubicBezTo>
                  <a:pt x="1109568" y="3814369"/>
                  <a:pt x="1111221" y="3812641"/>
                  <a:pt x="1113324" y="3812641"/>
                </a:cubicBezTo>
                <a:lnTo>
                  <a:pt x="1206039" y="3812641"/>
                </a:lnTo>
                <a:lnTo>
                  <a:pt x="1206039" y="3596782"/>
                </a:lnTo>
                <a:lnTo>
                  <a:pt x="1057727" y="3596782"/>
                </a:lnTo>
                <a:lnTo>
                  <a:pt x="1057727" y="3745623"/>
                </a:lnTo>
                <a:lnTo>
                  <a:pt x="1102130" y="3745623"/>
                </a:lnTo>
                <a:lnTo>
                  <a:pt x="1102130" y="3637656"/>
                </a:lnTo>
                <a:cubicBezTo>
                  <a:pt x="1102130" y="3635626"/>
                  <a:pt x="1103783" y="3633899"/>
                  <a:pt x="1105887" y="3633899"/>
                </a:cubicBezTo>
                <a:cubicBezTo>
                  <a:pt x="1107990" y="3633899"/>
                  <a:pt x="1109644" y="3635552"/>
                  <a:pt x="1109644" y="3637656"/>
                </a:cubicBezTo>
                <a:lnTo>
                  <a:pt x="1109644" y="3745623"/>
                </a:lnTo>
                <a:lnTo>
                  <a:pt x="1154122" y="3745623"/>
                </a:lnTo>
                <a:cubicBezTo>
                  <a:pt x="1156226" y="3745623"/>
                  <a:pt x="1157879" y="3747351"/>
                  <a:pt x="1157879" y="3749379"/>
                </a:cubicBezTo>
                <a:cubicBezTo>
                  <a:pt x="1157879" y="3751409"/>
                  <a:pt x="1156226" y="3753136"/>
                  <a:pt x="1154122" y="3753136"/>
                </a:cubicBezTo>
                <a:lnTo>
                  <a:pt x="1105887" y="3753136"/>
                </a:lnTo>
                <a:lnTo>
                  <a:pt x="1057727" y="3753136"/>
                </a:lnTo>
                <a:lnTo>
                  <a:pt x="1057727" y="3879660"/>
                </a:lnTo>
                <a:lnTo>
                  <a:pt x="1265395" y="3879660"/>
                </a:lnTo>
                <a:lnTo>
                  <a:pt x="1265395" y="3604145"/>
                </a:lnTo>
                <a:cubicBezTo>
                  <a:pt x="1265395" y="3602117"/>
                  <a:pt x="1267047" y="3600389"/>
                  <a:pt x="1269151" y="3600389"/>
                </a:cubicBezTo>
                <a:cubicBezTo>
                  <a:pt x="1271254" y="3600389"/>
                  <a:pt x="1272907" y="3602041"/>
                  <a:pt x="1272907" y="3604145"/>
                </a:cubicBezTo>
                <a:lnTo>
                  <a:pt x="1272907" y="3882143"/>
                </a:lnTo>
                <a:lnTo>
                  <a:pt x="1050138" y="3882143"/>
                </a:lnTo>
                <a:close/>
                <a:moveTo>
                  <a:pt x="9728573" y="3581163"/>
                </a:moveTo>
                <a:cubicBezTo>
                  <a:pt x="9741947" y="3581163"/>
                  <a:pt x="9752841" y="3592057"/>
                  <a:pt x="9752841" y="3605579"/>
                </a:cubicBezTo>
                <a:lnTo>
                  <a:pt x="9746843" y="3620119"/>
                </a:lnTo>
                <a:lnTo>
                  <a:pt x="9814299" y="3685741"/>
                </a:lnTo>
                <a:lnTo>
                  <a:pt x="10231815" y="3685741"/>
                </a:lnTo>
                <a:lnTo>
                  <a:pt x="10301990" y="3615340"/>
                </a:lnTo>
                <a:lnTo>
                  <a:pt x="10301990" y="3882143"/>
                </a:lnTo>
                <a:lnTo>
                  <a:pt x="10294477" y="3882143"/>
                </a:lnTo>
                <a:lnTo>
                  <a:pt x="10294477" y="3633522"/>
                </a:lnTo>
                <a:lnTo>
                  <a:pt x="10234971" y="3693253"/>
                </a:lnTo>
                <a:lnTo>
                  <a:pt x="10196804" y="3693253"/>
                </a:lnTo>
                <a:lnTo>
                  <a:pt x="10196804" y="3792579"/>
                </a:lnTo>
                <a:lnTo>
                  <a:pt x="10219689" y="3792579"/>
                </a:lnTo>
                <a:lnTo>
                  <a:pt x="10219568" y="3792287"/>
                </a:lnTo>
                <a:cubicBezTo>
                  <a:pt x="10219568" y="3778762"/>
                  <a:pt x="10230463" y="3767869"/>
                  <a:pt x="10243837" y="3767869"/>
                </a:cubicBezTo>
                <a:cubicBezTo>
                  <a:pt x="10257211" y="3767869"/>
                  <a:pt x="10268104" y="3778762"/>
                  <a:pt x="10268104" y="3792287"/>
                </a:cubicBezTo>
                <a:cubicBezTo>
                  <a:pt x="10268104" y="3805736"/>
                  <a:pt x="10257211" y="3816705"/>
                  <a:pt x="10243837" y="3816705"/>
                </a:cubicBezTo>
                <a:cubicBezTo>
                  <a:pt x="10237150" y="3816705"/>
                  <a:pt x="10231083" y="3813980"/>
                  <a:pt x="10226687" y="3809567"/>
                </a:cubicBezTo>
                <a:lnTo>
                  <a:pt x="10222815" y="3800168"/>
                </a:lnTo>
                <a:lnTo>
                  <a:pt x="10189290" y="3800168"/>
                </a:lnTo>
                <a:lnTo>
                  <a:pt x="10189290" y="3693253"/>
                </a:lnTo>
                <a:lnTo>
                  <a:pt x="9811294" y="3693253"/>
                </a:lnTo>
                <a:lnTo>
                  <a:pt x="9740904" y="3624845"/>
                </a:lnTo>
                <a:lnTo>
                  <a:pt x="9728573" y="3629999"/>
                </a:lnTo>
                <a:cubicBezTo>
                  <a:pt x="9715200" y="3629999"/>
                  <a:pt x="9704305" y="3619104"/>
                  <a:pt x="9704305" y="3605579"/>
                </a:cubicBezTo>
                <a:cubicBezTo>
                  <a:pt x="9704305" y="3592057"/>
                  <a:pt x="9715200" y="3581163"/>
                  <a:pt x="9728573" y="3581163"/>
                </a:cubicBezTo>
                <a:close/>
                <a:moveTo>
                  <a:pt x="2455429" y="3581163"/>
                </a:moveTo>
                <a:cubicBezTo>
                  <a:pt x="2468804" y="3581163"/>
                  <a:pt x="2479698" y="3592057"/>
                  <a:pt x="2479698" y="3605579"/>
                </a:cubicBezTo>
                <a:cubicBezTo>
                  <a:pt x="2479698" y="3619104"/>
                  <a:pt x="2468804" y="3629999"/>
                  <a:pt x="2455429" y="3629999"/>
                </a:cubicBezTo>
                <a:lnTo>
                  <a:pt x="2443098" y="3624845"/>
                </a:lnTo>
                <a:lnTo>
                  <a:pt x="2372708" y="3693253"/>
                </a:lnTo>
                <a:lnTo>
                  <a:pt x="1994712" y="3693253"/>
                </a:lnTo>
                <a:lnTo>
                  <a:pt x="1994712" y="3800168"/>
                </a:lnTo>
                <a:lnTo>
                  <a:pt x="1961187" y="3800168"/>
                </a:lnTo>
                <a:lnTo>
                  <a:pt x="1957315" y="3809567"/>
                </a:lnTo>
                <a:cubicBezTo>
                  <a:pt x="1952919" y="3813980"/>
                  <a:pt x="1946853" y="3816705"/>
                  <a:pt x="1940165" y="3816705"/>
                </a:cubicBezTo>
                <a:cubicBezTo>
                  <a:pt x="1926793" y="3816705"/>
                  <a:pt x="1915898" y="3805736"/>
                  <a:pt x="1915898" y="3792287"/>
                </a:cubicBezTo>
                <a:cubicBezTo>
                  <a:pt x="1915898" y="3778762"/>
                  <a:pt x="1926793" y="3767869"/>
                  <a:pt x="1940165" y="3767869"/>
                </a:cubicBezTo>
                <a:cubicBezTo>
                  <a:pt x="1953540" y="3767869"/>
                  <a:pt x="1964434" y="3778762"/>
                  <a:pt x="1964434" y="3792287"/>
                </a:cubicBezTo>
                <a:lnTo>
                  <a:pt x="1964313" y="3792579"/>
                </a:lnTo>
                <a:lnTo>
                  <a:pt x="1987200" y="3792579"/>
                </a:lnTo>
                <a:lnTo>
                  <a:pt x="1987200" y="3693253"/>
                </a:lnTo>
                <a:lnTo>
                  <a:pt x="1949031" y="3693253"/>
                </a:lnTo>
                <a:lnTo>
                  <a:pt x="1889526" y="3633522"/>
                </a:lnTo>
                <a:lnTo>
                  <a:pt x="1889526" y="3882143"/>
                </a:lnTo>
                <a:lnTo>
                  <a:pt x="1882013" y="3882143"/>
                </a:lnTo>
                <a:lnTo>
                  <a:pt x="1882013" y="3615340"/>
                </a:lnTo>
                <a:lnTo>
                  <a:pt x="1952188" y="3685741"/>
                </a:lnTo>
                <a:lnTo>
                  <a:pt x="2369703" y="3685741"/>
                </a:lnTo>
                <a:lnTo>
                  <a:pt x="2437161" y="3620119"/>
                </a:lnTo>
                <a:lnTo>
                  <a:pt x="2431161" y="3605579"/>
                </a:lnTo>
                <a:cubicBezTo>
                  <a:pt x="2431161" y="3592057"/>
                  <a:pt x="2442056" y="3581163"/>
                  <a:pt x="2455429" y="3581163"/>
                </a:cubicBezTo>
                <a:close/>
                <a:moveTo>
                  <a:pt x="6028091" y="3575299"/>
                </a:moveTo>
                <a:lnTo>
                  <a:pt x="6090923" y="3575299"/>
                </a:lnTo>
                <a:lnTo>
                  <a:pt x="6093081" y="3575299"/>
                </a:lnTo>
                <a:lnTo>
                  <a:pt x="6155912" y="3575299"/>
                </a:lnTo>
                <a:lnTo>
                  <a:pt x="6155912" y="3877861"/>
                </a:lnTo>
                <a:cubicBezTo>
                  <a:pt x="6155912" y="3879965"/>
                  <a:pt x="6154260" y="3881618"/>
                  <a:pt x="6152155" y="3881618"/>
                </a:cubicBezTo>
                <a:cubicBezTo>
                  <a:pt x="6150052" y="3881618"/>
                  <a:pt x="6148400" y="3879890"/>
                  <a:pt x="6148400" y="3877861"/>
                </a:cubicBezTo>
                <a:lnTo>
                  <a:pt x="6148400" y="3582813"/>
                </a:lnTo>
                <a:lnTo>
                  <a:pt x="6093081" y="3582813"/>
                </a:lnTo>
                <a:lnTo>
                  <a:pt x="6090923" y="3582813"/>
                </a:lnTo>
                <a:lnTo>
                  <a:pt x="6035603" y="3582813"/>
                </a:lnTo>
                <a:lnTo>
                  <a:pt x="6035603" y="3877861"/>
                </a:lnTo>
                <a:cubicBezTo>
                  <a:pt x="6035603" y="3879890"/>
                  <a:pt x="6033950" y="3881618"/>
                  <a:pt x="6031847" y="3881618"/>
                </a:cubicBezTo>
                <a:cubicBezTo>
                  <a:pt x="6029743" y="3881618"/>
                  <a:pt x="6028091" y="3879965"/>
                  <a:pt x="6028091" y="3877861"/>
                </a:cubicBezTo>
                <a:close/>
                <a:moveTo>
                  <a:pt x="12144182" y="3555993"/>
                </a:moveTo>
                <a:cubicBezTo>
                  <a:pt x="12157556" y="3555993"/>
                  <a:pt x="12168450" y="3566886"/>
                  <a:pt x="12168450" y="3580411"/>
                </a:cubicBezTo>
                <a:cubicBezTo>
                  <a:pt x="12168450" y="3593859"/>
                  <a:pt x="12157556" y="3604829"/>
                  <a:pt x="12144182" y="3604829"/>
                </a:cubicBezTo>
                <a:cubicBezTo>
                  <a:pt x="12137495" y="3604829"/>
                  <a:pt x="12131428" y="3602106"/>
                  <a:pt x="12127032" y="3597691"/>
                </a:cubicBezTo>
                <a:lnTo>
                  <a:pt x="12120870" y="3582734"/>
                </a:lnTo>
                <a:lnTo>
                  <a:pt x="12076410" y="3582734"/>
                </a:lnTo>
                <a:lnTo>
                  <a:pt x="12076410" y="3877858"/>
                </a:lnTo>
                <a:cubicBezTo>
                  <a:pt x="12076410" y="3879962"/>
                  <a:pt x="12074758" y="3881615"/>
                  <a:pt x="12072655" y="3881615"/>
                </a:cubicBezTo>
                <a:cubicBezTo>
                  <a:pt x="12070550" y="3881615"/>
                  <a:pt x="12068898" y="3879886"/>
                  <a:pt x="12068898" y="3877858"/>
                </a:cubicBezTo>
                <a:lnTo>
                  <a:pt x="12068898" y="3575220"/>
                </a:lnTo>
                <a:lnTo>
                  <a:pt x="12122051" y="3575220"/>
                </a:lnTo>
                <a:lnTo>
                  <a:pt x="12127032" y="3563130"/>
                </a:lnTo>
                <a:cubicBezTo>
                  <a:pt x="12131428" y="3558716"/>
                  <a:pt x="12137495" y="3555993"/>
                  <a:pt x="12144182" y="3555993"/>
                </a:cubicBezTo>
                <a:close/>
                <a:moveTo>
                  <a:pt x="39820" y="3555993"/>
                </a:moveTo>
                <a:cubicBezTo>
                  <a:pt x="46507" y="3555993"/>
                  <a:pt x="52574" y="3558716"/>
                  <a:pt x="56970" y="3563130"/>
                </a:cubicBezTo>
                <a:lnTo>
                  <a:pt x="61951" y="3575220"/>
                </a:lnTo>
                <a:lnTo>
                  <a:pt x="115104" y="3575220"/>
                </a:lnTo>
                <a:lnTo>
                  <a:pt x="115104" y="3877858"/>
                </a:lnTo>
                <a:cubicBezTo>
                  <a:pt x="115104" y="3879886"/>
                  <a:pt x="113452" y="3881615"/>
                  <a:pt x="111348" y="3881615"/>
                </a:cubicBezTo>
                <a:cubicBezTo>
                  <a:pt x="109244" y="3881615"/>
                  <a:pt x="107592" y="3879962"/>
                  <a:pt x="107592" y="3877858"/>
                </a:cubicBezTo>
                <a:lnTo>
                  <a:pt x="107592" y="3582734"/>
                </a:lnTo>
                <a:lnTo>
                  <a:pt x="63132" y="3582734"/>
                </a:lnTo>
                <a:lnTo>
                  <a:pt x="56970" y="3597691"/>
                </a:lnTo>
                <a:cubicBezTo>
                  <a:pt x="52574" y="3602106"/>
                  <a:pt x="46507" y="3604829"/>
                  <a:pt x="39820" y="3604829"/>
                </a:cubicBezTo>
                <a:cubicBezTo>
                  <a:pt x="26447" y="3604829"/>
                  <a:pt x="15553" y="3593859"/>
                  <a:pt x="15553" y="3580411"/>
                </a:cubicBezTo>
                <a:cubicBezTo>
                  <a:pt x="15553" y="3566886"/>
                  <a:pt x="26447" y="3555993"/>
                  <a:pt x="39820" y="3555993"/>
                </a:cubicBezTo>
                <a:close/>
                <a:moveTo>
                  <a:pt x="8376245" y="3528339"/>
                </a:moveTo>
                <a:lnTo>
                  <a:pt x="8376251" y="3528339"/>
                </a:lnTo>
                <a:lnTo>
                  <a:pt x="8376175" y="3528414"/>
                </a:lnTo>
                <a:close/>
                <a:moveTo>
                  <a:pt x="3807752" y="3528339"/>
                </a:moveTo>
                <a:lnTo>
                  <a:pt x="3807758" y="3528339"/>
                </a:lnTo>
                <a:lnTo>
                  <a:pt x="3807829" y="3528414"/>
                </a:lnTo>
                <a:close/>
                <a:moveTo>
                  <a:pt x="9003162" y="3511286"/>
                </a:moveTo>
                <a:cubicBezTo>
                  <a:pt x="9004664" y="3509784"/>
                  <a:pt x="9006994" y="3509784"/>
                  <a:pt x="9008497" y="3511286"/>
                </a:cubicBezTo>
                <a:cubicBezTo>
                  <a:pt x="9009998" y="3512789"/>
                  <a:pt x="9009998" y="3515192"/>
                  <a:pt x="9008497" y="3516620"/>
                </a:cubicBezTo>
                <a:lnTo>
                  <a:pt x="8950644" y="3574698"/>
                </a:lnTo>
                <a:lnTo>
                  <a:pt x="8950644" y="3882143"/>
                </a:lnTo>
                <a:lnTo>
                  <a:pt x="8943130" y="3882143"/>
                </a:lnTo>
                <a:lnTo>
                  <a:pt x="8943130" y="3571543"/>
                </a:lnTo>
                <a:close/>
                <a:moveTo>
                  <a:pt x="3175507" y="3511286"/>
                </a:moveTo>
                <a:cubicBezTo>
                  <a:pt x="3177009" y="3509784"/>
                  <a:pt x="3179338" y="3509784"/>
                  <a:pt x="3180842" y="3511286"/>
                </a:cubicBezTo>
                <a:lnTo>
                  <a:pt x="3240872" y="3571543"/>
                </a:lnTo>
                <a:lnTo>
                  <a:pt x="3240872" y="3882143"/>
                </a:lnTo>
                <a:lnTo>
                  <a:pt x="3233359" y="3882143"/>
                </a:lnTo>
                <a:lnTo>
                  <a:pt x="3233359" y="3574698"/>
                </a:lnTo>
                <a:lnTo>
                  <a:pt x="3175507" y="3516620"/>
                </a:lnTo>
                <a:cubicBezTo>
                  <a:pt x="3174004" y="3515192"/>
                  <a:pt x="3174004" y="3512789"/>
                  <a:pt x="3175507" y="3511286"/>
                </a:cubicBezTo>
                <a:close/>
                <a:moveTo>
                  <a:pt x="9206697" y="3506628"/>
                </a:moveTo>
                <a:lnTo>
                  <a:pt x="9206697" y="3573046"/>
                </a:lnTo>
                <a:cubicBezTo>
                  <a:pt x="9206697" y="3575150"/>
                  <a:pt x="9205045" y="3576803"/>
                  <a:pt x="9202940" y="3576803"/>
                </a:cubicBezTo>
                <a:cubicBezTo>
                  <a:pt x="9200836" y="3576803"/>
                  <a:pt x="9199184" y="3575074"/>
                  <a:pt x="9199184" y="3573046"/>
                </a:cubicBezTo>
                <a:lnTo>
                  <a:pt x="9199184" y="3524886"/>
                </a:lnTo>
                <a:lnTo>
                  <a:pt x="9075965" y="3648555"/>
                </a:lnTo>
                <a:lnTo>
                  <a:pt x="9075965" y="3698594"/>
                </a:lnTo>
                <a:lnTo>
                  <a:pt x="9079497" y="3695063"/>
                </a:lnTo>
                <a:lnTo>
                  <a:pt x="9178972" y="3695063"/>
                </a:lnTo>
                <a:cubicBezTo>
                  <a:pt x="9181076" y="3695063"/>
                  <a:pt x="9182729" y="3696790"/>
                  <a:pt x="9182729" y="3698819"/>
                </a:cubicBezTo>
                <a:cubicBezTo>
                  <a:pt x="9182729" y="3700848"/>
                  <a:pt x="9181076" y="3702576"/>
                  <a:pt x="9178972" y="3702576"/>
                </a:cubicBezTo>
                <a:lnTo>
                  <a:pt x="9079497" y="3702576"/>
                </a:lnTo>
                <a:lnTo>
                  <a:pt x="9075965" y="3699044"/>
                </a:lnTo>
                <a:lnTo>
                  <a:pt x="9075965" y="3761555"/>
                </a:lnTo>
                <a:lnTo>
                  <a:pt x="9304220" y="3761555"/>
                </a:lnTo>
                <a:lnTo>
                  <a:pt x="9304220" y="3691382"/>
                </a:lnTo>
                <a:cubicBezTo>
                  <a:pt x="9304220" y="3689277"/>
                  <a:pt x="9305873" y="3687625"/>
                  <a:pt x="9307976" y="3687625"/>
                </a:cubicBezTo>
                <a:cubicBezTo>
                  <a:pt x="9310080" y="3687625"/>
                  <a:pt x="9311733" y="3689352"/>
                  <a:pt x="9311733" y="3691382"/>
                </a:cubicBezTo>
                <a:lnTo>
                  <a:pt x="9311733" y="3769144"/>
                </a:lnTo>
                <a:lnTo>
                  <a:pt x="9068377" y="3769144"/>
                </a:lnTo>
                <a:lnTo>
                  <a:pt x="9068377" y="3645474"/>
                </a:lnTo>
                <a:close/>
                <a:moveTo>
                  <a:pt x="2977305" y="3506628"/>
                </a:moveTo>
                <a:lnTo>
                  <a:pt x="3115627" y="3645474"/>
                </a:lnTo>
                <a:lnTo>
                  <a:pt x="3115627" y="3769144"/>
                </a:lnTo>
                <a:lnTo>
                  <a:pt x="2872269" y="3769144"/>
                </a:lnTo>
                <a:lnTo>
                  <a:pt x="2872269" y="3691382"/>
                </a:lnTo>
                <a:cubicBezTo>
                  <a:pt x="2872269" y="3689352"/>
                  <a:pt x="2873922" y="3687625"/>
                  <a:pt x="2876026" y="3687625"/>
                </a:cubicBezTo>
                <a:cubicBezTo>
                  <a:pt x="2878129" y="3687625"/>
                  <a:pt x="2879783" y="3689277"/>
                  <a:pt x="2879783" y="3691382"/>
                </a:cubicBezTo>
                <a:lnTo>
                  <a:pt x="2879783" y="3761555"/>
                </a:lnTo>
                <a:lnTo>
                  <a:pt x="3108037" y="3761555"/>
                </a:lnTo>
                <a:lnTo>
                  <a:pt x="3108037" y="3699044"/>
                </a:lnTo>
                <a:lnTo>
                  <a:pt x="3104506" y="3702576"/>
                </a:lnTo>
                <a:lnTo>
                  <a:pt x="3005030" y="3702576"/>
                </a:lnTo>
                <a:cubicBezTo>
                  <a:pt x="3002926" y="3702576"/>
                  <a:pt x="3001273" y="3700848"/>
                  <a:pt x="3001273" y="3698819"/>
                </a:cubicBezTo>
                <a:cubicBezTo>
                  <a:pt x="3001273" y="3696790"/>
                  <a:pt x="3002926" y="3695063"/>
                  <a:pt x="3005030" y="3695063"/>
                </a:cubicBezTo>
                <a:lnTo>
                  <a:pt x="3104506" y="3695063"/>
                </a:lnTo>
                <a:lnTo>
                  <a:pt x="3108037" y="3698594"/>
                </a:lnTo>
                <a:lnTo>
                  <a:pt x="3108037" y="3648555"/>
                </a:lnTo>
                <a:lnTo>
                  <a:pt x="2984820" y="3524886"/>
                </a:lnTo>
                <a:lnTo>
                  <a:pt x="2984820" y="3573046"/>
                </a:lnTo>
                <a:cubicBezTo>
                  <a:pt x="2984820" y="3575074"/>
                  <a:pt x="2983167" y="3576803"/>
                  <a:pt x="2981062" y="3576803"/>
                </a:cubicBezTo>
                <a:cubicBezTo>
                  <a:pt x="2978958" y="3576803"/>
                  <a:pt x="2977305" y="3575150"/>
                  <a:pt x="2977305" y="3573046"/>
                </a:cubicBezTo>
                <a:close/>
                <a:moveTo>
                  <a:pt x="9106394" y="3500168"/>
                </a:moveTo>
                <a:cubicBezTo>
                  <a:pt x="9107896" y="3498664"/>
                  <a:pt x="9110225" y="3498664"/>
                  <a:pt x="9111729" y="3500168"/>
                </a:cubicBezTo>
                <a:cubicBezTo>
                  <a:pt x="9113231" y="3501670"/>
                  <a:pt x="9113231" y="3504074"/>
                  <a:pt x="9111729" y="3505502"/>
                </a:cubicBezTo>
                <a:lnTo>
                  <a:pt x="9020742" y="3596864"/>
                </a:lnTo>
                <a:lnTo>
                  <a:pt x="9020742" y="3828123"/>
                </a:lnTo>
                <a:lnTo>
                  <a:pt x="9319096" y="3828123"/>
                </a:lnTo>
                <a:cubicBezTo>
                  <a:pt x="9321200" y="3828123"/>
                  <a:pt x="9322853" y="3829851"/>
                  <a:pt x="9322853" y="3831880"/>
                </a:cubicBezTo>
                <a:cubicBezTo>
                  <a:pt x="9322853" y="3833909"/>
                  <a:pt x="9321200" y="3835638"/>
                  <a:pt x="9319096" y="3835638"/>
                </a:cubicBezTo>
                <a:lnTo>
                  <a:pt x="9319021" y="3835712"/>
                </a:lnTo>
                <a:lnTo>
                  <a:pt x="9013154" y="3835712"/>
                </a:lnTo>
                <a:lnTo>
                  <a:pt x="9013154" y="3593708"/>
                </a:lnTo>
                <a:close/>
                <a:moveTo>
                  <a:pt x="3072274" y="3500168"/>
                </a:moveTo>
                <a:cubicBezTo>
                  <a:pt x="3073777" y="3498664"/>
                  <a:pt x="3076107" y="3498664"/>
                  <a:pt x="3077609" y="3500168"/>
                </a:cubicBezTo>
                <a:lnTo>
                  <a:pt x="3170849" y="3593708"/>
                </a:lnTo>
                <a:lnTo>
                  <a:pt x="3170849" y="3835712"/>
                </a:lnTo>
                <a:lnTo>
                  <a:pt x="2864981" y="3835712"/>
                </a:lnTo>
                <a:lnTo>
                  <a:pt x="2864906" y="3835638"/>
                </a:lnTo>
                <a:cubicBezTo>
                  <a:pt x="2862802" y="3835638"/>
                  <a:pt x="2861150" y="3833909"/>
                  <a:pt x="2861150" y="3831880"/>
                </a:cubicBezTo>
                <a:cubicBezTo>
                  <a:pt x="2861150" y="3829851"/>
                  <a:pt x="2862802" y="3828123"/>
                  <a:pt x="2864906" y="3828123"/>
                </a:cubicBezTo>
                <a:lnTo>
                  <a:pt x="3163261" y="3828123"/>
                </a:lnTo>
                <a:lnTo>
                  <a:pt x="3163261" y="3596864"/>
                </a:lnTo>
                <a:lnTo>
                  <a:pt x="3072274" y="3505502"/>
                </a:lnTo>
                <a:cubicBezTo>
                  <a:pt x="3070771" y="3504074"/>
                  <a:pt x="3070771" y="3501670"/>
                  <a:pt x="3072274" y="3500168"/>
                </a:cubicBezTo>
                <a:close/>
                <a:moveTo>
                  <a:pt x="7884879" y="3477473"/>
                </a:moveTo>
                <a:cubicBezTo>
                  <a:pt x="7886983" y="3477473"/>
                  <a:pt x="7888636" y="3479203"/>
                  <a:pt x="7888636" y="3481230"/>
                </a:cubicBezTo>
                <a:lnTo>
                  <a:pt x="7888636" y="3740139"/>
                </a:lnTo>
                <a:lnTo>
                  <a:pt x="7775485" y="3853666"/>
                </a:lnTo>
                <a:lnTo>
                  <a:pt x="7775485" y="3853592"/>
                </a:lnTo>
                <a:lnTo>
                  <a:pt x="7756444" y="3836216"/>
                </a:lnTo>
                <a:lnTo>
                  <a:pt x="7742726" y="3841949"/>
                </a:lnTo>
                <a:cubicBezTo>
                  <a:pt x="7729353" y="3841949"/>
                  <a:pt x="7718458" y="3831055"/>
                  <a:pt x="7718458" y="3817531"/>
                </a:cubicBezTo>
                <a:cubicBezTo>
                  <a:pt x="7718458" y="3804006"/>
                  <a:pt x="7729353" y="3793113"/>
                  <a:pt x="7742726" y="3793113"/>
                </a:cubicBezTo>
                <a:cubicBezTo>
                  <a:pt x="7756100" y="3793113"/>
                  <a:pt x="7766995" y="3804006"/>
                  <a:pt x="7766995" y="3817531"/>
                </a:cubicBezTo>
                <a:lnTo>
                  <a:pt x="7761562" y="3830696"/>
                </a:lnTo>
                <a:lnTo>
                  <a:pt x="7775260" y="3843223"/>
                </a:lnTo>
                <a:lnTo>
                  <a:pt x="7881123" y="3736984"/>
                </a:lnTo>
                <a:lnTo>
                  <a:pt x="7881123" y="3481230"/>
                </a:lnTo>
                <a:cubicBezTo>
                  <a:pt x="7881123" y="3479126"/>
                  <a:pt x="7882776" y="3477473"/>
                  <a:pt x="7884879" y="3477473"/>
                </a:cubicBezTo>
                <a:close/>
                <a:moveTo>
                  <a:pt x="4299125" y="3477473"/>
                </a:moveTo>
                <a:cubicBezTo>
                  <a:pt x="4301227" y="3477473"/>
                  <a:pt x="4302881" y="3479126"/>
                  <a:pt x="4302881" y="3481230"/>
                </a:cubicBezTo>
                <a:lnTo>
                  <a:pt x="4302881" y="3736984"/>
                </a:lnTo>
                <a:lnTo>
                  <a:pt x="4408743" y="3843223"/>
                </a:lnTo>
                <a:lnTo>
                  <a:pt x="4422441" y="3830696"/>
                </a:lnTo>
                <a:lnTo>
                  <a:pt x="4417008" y="3817531"/>
                </a:lnTo>
                <a:cubicBezTo>
                  <a:pt x="4417008" y="3804006"/>
                  <a:pt x="4427903" y="3793113"/>
                  <a:pt x="4441277" y="3793113"/>
                </a:cubicBezTo>
                <a:cubicBezTo>
                  <a:pt x="4454651" y="3793113"/>
                  <a:pt x="4465544" y="3804006"/>
                  <a:pt x="4465544" y="3817531"/>
                </a:cubicBezTo>
                <a:cubicBezTo>
                  <a:pt x="4465544" y="3831055"/>
                  <a:pt x="4454651" y="3841949"/>
                  <a:pt x="4441277" y="3841949"/>
                </a:cubicBezTo>
                <a:lnTo>
                  <a:pt x="4427558" y="3836216"/>
                </a:lnTo>
                <a:lnTo>
                  <a:pt x="4408518" y="3853592"/>
                </a:lnTo>
                <a:lnTo>
                  <a:pt x="4408518" y="3853666"/>
                </a:lnTo>
                <a:lnTo>
                  <a:pt x="4295367" y="3740139"/>
                </a:lnTo>
                <a:lnTo>
                  <a:pt x="4295367" y="3481230"/>
                </a:lnTo>
                <a:cubicBezTo>
                  <a:pt x="4295367" y="3479203"/>
                  <a:pt x="4297020" y="3477473"/>
                  <a:pt x="4299125" y="3477473"/>
                </a:cubicBezTo>
                <a:close/>
                <a:moveTo>
                  <a:pt x="10339931" y="3477396"/>
                </a:moveTo>
                <a:cubicBezTo>
                  <a:pt x="10342035" y="3477396"/>
                  <a:pt x="10343688" y="3479124"/>
                  <a:pt x="10343688" y="3481153"/>
                </a:cubicBezTo>
                <a:lnTo>
                  <a:pt x="10343688" y="3736905"/>
                </a:lnTo>
                <a:lnTo>
                  <a:pt x="10449476" y="3843145"/>
                </a:lnTo>
                <a:lnTo>
                  <a:pt x="10478477" y="3816623"/>
                </a:lnTo>
                <a:cubicBezTo>
                  <a:pt x="10479980" y="3815195"/>
                  <a:pt x="10482384" y="3815345"/>
                  <a:pt x="10483812" y="3816848"/>
                </a:cubicBezTo>
                <a:cubicBezTo>
                  <a:pt x="10485239" y="3818426"/>
                  <a:pt x="10485089" y="3820756"/>
                  <a:pt x="10483587" y="3822181"/>
                </a:cubicBezTo>
                <a:lnTo>
                  <a:pt x="10449250" y="3853513"/>
                </a:lnTo>
                <a:lnTo>
                  <a:pt x="10336174" y="3740061"/>
                </a:lnTo>
                <a:lnTo>
                  <a:pt x="10336174" y="3481153"/>
                </a:lnTo>
                <a:cubicBezTo>
                  <a:pt x="10336174" y="3479048"/>
                  <a:pt x="10337827" y="3477396"/>
                  <a:pt x="10339931" y="3477396"/>
                </a:cubicBezTo>
                <a:close/>
                <a:moveTo>
                  <a:pt x="1844071" y="3477396"/>
                </a:moveTo>
                <a:cubicBezTo>
                  <a:pt x="1846175" y="3477396"/>
                  <a:pt x="1847828" y="3479048"/>
                  <a:pt x="1847828" y="3481153"/>
                </a:cubicBezTo>
                <a:lnTo>
                  <a:pt x="1847828" y="3740061"/>
                </a:lnTo>
                <a:lnTo>
                  <a:pt x="1734752" y="3853513"/>
                </a:lnTo>
                <a:lnTo>
                  <a:pt x="1700415" y="3822181"/>
                </a:lnTo>
                <a:cubicBezTo>
                  <a:pt x="1698914" y="3820756"/>
                  <a:pt x="1698763" y="3818426"/>
                  <a:pt x="1700191" y="3816848"/>
                </a:cubicBezTo>
                <a:cubicBezTo>
                  <a:pt x="1701619" y="3815345"/>
                  <a:pt x="1704022" y="3815195"/>
                  <a:pt x="1705526" y="3816623"/>
                </a:cubicBezTo>
                <a:lnTo>
                  <a:pt x="1734527" y="3843145"/>
                </a:lnTo>
                <a:lnTo>
                  <a:pt x="1840314" y="3736905"/>
                </a:lnTo>
                <a:lnTo>
                  <a:pt x="1840314" y="3481153"/>
                </a:lnTo>
                <a:cubicBezTo>
                  <a:pt x="1840314" y="3479124"/>
                  <a:pt x="1841967" y="3477396"/>
                  <a:pt x="1844071" y="3477396"/>
                </a:cubicBezTo>
                <a:close/>
                <a:moveTo>
                  <a:pt x="8932086" y="3443666"/>
                </a:moveTo>
                <a:lnTo>
                  <a:pt x="9304296" y="3443666"/>
                </a:lnTo>
                <a:lnTo>
                  <a:pt x="9304296" y="3647127"/>
                </a:lnTo>
                <a:lnTo>
                  <a:pt x="9241634" y="3647127"/>
                </a:lnTo>
                <a:cubicBezTo>
                  <a:pt x="9239531" y="3647127"/>
                  <a:pt x="9237877" y="3645398"/>
                  <a:pt x="9237877" y="3643370"/>
                </a:cubicBezTo>
                <a:cubicBezTo>
                  <a:pt x="9237877" y="3641341"/>
                  <a:pt x="9239531" y="3639613"/>
                  <a:pt x="9241634" y="3639613"/>
                </a:cubicBezTo>
                <a:lnTo>
                  <a:pt x="9296782" y="3639613"/>
                </a:lnTo>
                <a:lnTo>
                  <a:pt x="9296782" y="3451180"/>
                </a:lnTo>
                <a:lnTo>
                  <a:pt x="8932086" y="3451180"/>
                </a:lnTo>
                <a:cubicBezTo>
                  <a:pt x="8929981" y="3451180"/>
                  <a:pt x="8928329" y="3449452"/>
                  <a:pt x="8928329" y="3447422"/>
                </a:cubicBezTo>
                <a:cubicBezTo>
                  <a:pt x="8928329" y="3445395"/>
                  <a:pt x="8929981" y="3443666"/>
                  <a:pt x="8932086" y="3443666"/>
                </a:cubicBezTo>
                <a:close/>
                <a:moveTo>
                  <a:pt x="2879706" y="3443666"/>
                </a:moveTo>
                <a:lnTo>
                  <a:pt x="3251917" y="3443666"/>
                </a:lnTo>
                <a:cubicBezTo>
                  <a:pt x="3254021" y="3443666"/>
                  <a:pt x="3255674" y="3445395"/>
                  <a:pt x="3255674" y="3447422"/>
                </a:cubicBezTo>
                <a:cubicBezTo>
                  <a:pt x="3255674" y="3449452"/>
                  <a:pt x="3254021" y="3451180"/>
                  <a:pt x="3251917" y="3451180"/>
                </a:cubicBezTo>
                <a:lnTo>
                  <a:pt x="2887221" y="3451180"/>
                </a:lnTo>
                <a:lnTo>
                  <a:pt x="2887221" y="3639613"/>
                </a:lnTo>
                <a:lnTo>
                  <a:pt x="2942369" y="3639613"/>
                </a:lnTo>
                <a:cubicBezTo>
                  <a:pt x="2944471" y="3639613"/>
                  <a:pt x="2946125" y="3641341"/>
                  <a:pt x="2946125" y="3643370"/>
                </a:cubicBezTo>
                <a:cubicBezTo>
                  <a:pt x="2946125" y="3645398"/>
                  <a:pt x="2944471" y="3647127"/>
                  <a:pt x="2942369" y="3647127"/>
                </a:cubicBezTo>
                <a:lnTo>
                  <a:pt x="2879706" y="3647127"/>
                </a:lnTo>
                <a:close/>
                <a:moveTo>
                  <a:pt x="7229342" y="3426460"/>
                </a:moveTo>
                <a:cubicBezTo>
                  <a:pt x="7230844" y="3424957"/>
                  <a:pt x="7233172" y="3424957"/>
                  <a:pt x="7234676" y="3426460"/>
                </a:cubicBezTo>
                <a:lnTo>
                  <a:pt x="7359847" y="3552081"/>
                </a:lnTo>
                <a:lnTo>
                  <a:pt x="7087189" y="3552081"/>
                </a:lnTo>
                <a:lnTo>
                  <a:pt x="7087189" y="3439384"/>
                </a:lnTo>
                <a:lnTo>
                  <a:pt x="7151728" y="3496108"/>
                </a:lnTo>
                <a:lnTo>
                  <a:pt x="7202293" y="3496108"/>
                </a:lnTo>
                <a:cubicBezTo>
                  <a:pt x="7204397" y="3496108"/>
                  <a:pt x="7206049" y="3497837"/>
                  <a:pt x="7206049" y="3499865"/>
                </a:cubicBezTo>
                <a:cubicBezTo>
                  <a:pt x="7206049" y="3501894"/>
                  <a:pt x="7204397" y="3503622"/>
                  <a:pt x="7202293" y="3503622"/>
                </a:cubicBezTo>
                <a:lnTo>
                  <a:pt x="7148949" y="3503622"/>
                </a:lnTo>
                <a:lnTo>
                  <a:pt x="7094777" y="3456063"/>
                </a:lnTo>
                <a:lnTo>
                  <a:pt x="7094777" y="3544494"/>
                </a:lnTo>
                <a:lnTo>
                  <a:pt x="7341666" y="3544494"/>
                </a:lnTo>
                <a:lnTo>
                  <a:pt x="7229342" y="3431794"/>
                </a:lnTo>
                <a:cubicBezTo>
                  <a:pt x="7227838" y="3430293"/>
                  <a:pt x="7227838" y="3427887"/>
                  <a:pt x="7229342" y="3426460"/>
                </a:cubicBezTo>
                <a:close/>
                <a:moveTo>
                  <a:pt x="4949328" y="3426460"/>
                </a:moveTo>
                <a:cubicBezTo>
                  <a:pt x="4950831" y="3424957"/>
                  <a:pt x="4953159" y="3424957"/>
                  <a:pt x="4954662" y="3426460"/>
                </a:cubicBezTo>
                <a:cubicBezTo>
                  <a:pt x="4956165" y="3427887"/>
                  <a:pt x="4956165" y="3430293"/>
                  <a:pt x="4954662" y="3431794"/>
                </a:cubicBezTo>
                <a:lnTo>
                  <a:pt x="4842338" y="3544494"/>
                </a:lnTo>
                <a:lnTo>
                  <a:pt x="5089226" y="3544494"/>
                </a:lnTo>
                <a:lnTo>
                  <a:pt x="5089226" y="3456063"/>
                </a:lnTo>
                <a:lnTo>
                  <a:pt x="5035054" y="3503622"/>
                </a:lnTo>
                <a:lnTo>
                  <a:pt x="4981710" y="3503622"/>
                </a:lnTo>
                <a:cubicBezTo>
                  <a:pt x="4979605" y="3503622"/>
                  <a:pt x="4977954" y="3501894"/>
                  <a:pt x="4977954" y="3499865"/>
                </a:cubicBezTo>
                <a:cubicBezTo>
                  <a:pt x="4977954" y="3497837"/>
                  <a:pt x="4979605" y="3496108"/>
                  <a:pt x="4981710" y="3496108"/>
                </a:cubicBezTo>
                <a:lnTo>
                  <a:pt x="5032275" y="3496108"/>
                </a:lnTo>
                <a:lnTo>
                  <a:pt x="5096815" y="3439384"/>
                </a:lnTo>
                <a:lnTo>
                  <a:pt x="5096815" y="3552081"/>
                </a:lnTo>
                <a:lnTo>
                  <a:pt x="4824155" y="3552081"/>
                </a:lnTo>
                <a:close/>
                <a:moveTo>
                  <a:pt x="10990059" y="3426458"/>
                </a:moveTo>
                <a:cubicBezTo>
                  <a:pt x="10991562" y="3424955"/>
                  <a:pt x="10993891" y="3424955"/>
                  <a:pt x="10995394" y="3426458"/>
                </a:cubicBezTo>
                <a:cubicBezTo>
                  <a:pt x="10996896" y="3427961"/>
                  <a:pt x="10996896" y="3430365"/>
                  <a:pt x="10995394" y="3431792"/>
                </a:cubicBezTo>
                <a:lnTo>
                  <a:pt x="10883070" y="3544490"/>
                </a:lnTo>
                <a:lnTo>
                  <a:pt x="11129957" y="3544490"/>
                </a:lnTo>
                <a:lnTo>
                  <a:pt x="11129957" y="3456060"/>
                </a:lnTo>
                <a:lnTo>
                  <a:pt x="11075786" y="3503619"/>
                </a:lnTo>
                <a:lnTo>
                  <a:pt x="11022441" y="3503619"/>
                </a:lnTo>
                <a:cubicBezTo>
                  <a:pt x="11020338" y="3503619"/>
                  <a:pt x="11018686" y="3501891"/>
                  <a:pt x="11018686" y="3499862"/>
                </a:cubicBezTo>
                <a:cubicBezTo>
                  <a:pt x="11018686" y="3497834"/>
                  <a:pt x="11020338" y="3496105"/>
                  <a:pt x="11022441" y="3496105"/>
                </a:cubicBezTo>
                <a:lnTo>
                  <a:pt x="11073006" y="3496105"/>
                </a:lnTo>
                <a:lnTo>
                  <a:pt x="11137546" y="3439382"/>
                </a:lnTo>
                <a:lnTo>
                  <a:pt x="11137546" y="3552078"/>
                </a:lnTo>
                <a:lnTo>
                  <a:pt x="10864887" y="3552078"/>
                </a:lnTo>
                <a:close/>
                <a:moveTo>
                  <a:pt x="1188609" y="3426458"/>
                </a:moveTo>
                <a:cubicBezTo>
                  <a:pt x="1190112" y="3424955"/>
                  <a:pt x="1192440" y="3424955"/>
                  <a:pt x="1193944" y="3426458"/>
                </a:cubicBezTo>
                <a:lnTo>
                  <a:pt x="1319115" y="3552078"/>
                </a:lnTo>
                <a:lnTo>
                  <a:pt x="1046456" y="3552078"/>
                </a:lnTo>
                <a:lnTo>
                  <a:pt x="1046456" y="3439382"/>
                </a:lnTo>
                <a:lnTo>
                  <a:pt x="1110996" y="3496105"/>
                </a:lnTo>
                <a:lnTo>
                  <a:pt x="1161561" y="3496105"/>
                </a:lnTo>
                <a:cubicBezTo>
                  <a:pt x="1163664" y="3496105"/>
                  <a:pt x="1165318" y="3497834"/>
                  <a:pt x="1165318" y="3499862"/>
                </a:cubicBezTo>
                <a:cubicBezTo>
                  <a:pt x="1165318" y="3501891"/>
                  <a:pt x="1163664" y="3503619"/>
                  <a:pt x="1161561" y="3503619"/>
                </a:cubicBezTo>
                <a:lnTo>
                  <a:pt x="1108216" y="3503619"/>
                </a:lnTo>
                <a:lnTo>
                  <a:pt x="1054046" y="3456060"/>
                </a:lnTo>
                <a:lnTo>
                  <a:pt x="1054046" y="3544490"/>
                </a:lnTo>
                <a:lnTo>
                  <a:pt x="1300934" y="3544490"/>
                </a:lnTo>
                <a:lnTo>
                  <a:pt x="1188609" y="3431792"/>
                </a:lnTo>
                <a:cubicBezTo>
                  <a:pt x="1187106" y="3430365"/>
                  <a:pt x="1187106" y="3427961"/>
                  <a:pt x="1188609" y="3426458"/>
                </a:cubicBezTo>
                <a:close/>
                <a:moveTo>
                  <a:pt x="7268334" y="3383709"/>
                </a:moveTo>
                <a:cubicBezTo>
                  <a:pt x="7269838" y="3382206"/>
                  <a:pt x="7272167" y="3382206"/>
                  <a:pt x="7273669" y="3383709"/>
                </a:cubicBezTo>
                <a:lnTo>
                  <a:pt x="7432501" y="3543065"/>
                </a:lnTo>
                <a:lnTo>
                  <a:pt x="7432501" y="3590925"/>
                </a:lnTo>
                <a:lnTo>
                  <a:pt x="7376828" y="3646750"/>
                </a:lnTo>
                <a:lnTo>
                  <a:pt x="7376828" y="3882143"/>
                </a:lnTo>
                <a:lnTo>
                  <a:pt x="7369238" y="3882143"/>
                </a:lnTo>
                <a:lnTo>
                  <a:pt x="7369238" y="3643595"/>
                </a:lnTo>
                <a:lnTo>
                  <a:pt x="7424912" y="3587770"/>
                </a:lnTo>
                <a:lnTo>
                  <a:pt x="7424912" y="3546221"/>
                </a:lnTo>
                <a:lnTo>
                  <a:pt x="7268334" y="3389044"/>
                </a:lnTo>
                <a:cubicBezTo>
                  <a:pt x="7266833" y="3387540"/>
                  <a:pt x="7266833" y="3385137"/>
                  <a:pt x="7268334" y="3383709"/>
                </a:cubicBezTo>
                <a:close/>
                <a:moveTo>
                  <a:pt x="4910333" y="3383709"/>
                </a:moveTo>
                <a:cubicBezTo>
                  <a:pt x="4911837" y="3382206"/>
                  <a:pt x="4914166" y="3382206"/>
                  <a:pt x="4915669" y="3383709"/>
                </a:cubicBezTo>
                <a:cubicBezTo>
                  <a:pt x="4917170" y="3385137"/>
                  <a:pt x="4917170" y="3387540"/>
                  <a:pt x="4915669" y="3389044"/>
                </a:cubicBezTo>
                <a:lnTo>
                  <a:pt x="4759090" y="3546221"/>
                </a:lnTo>
                <a:lnTo>
                  <a:pt x="4759090" y="3587770"/>
                </a:lnTo>
                <a:lnTo>
                  <a:pt x="4814764" y="3643595"/>
                </a:lnTo>
                <a:lnTo>
                  <a:pt x="4814764" y="3882143"/>
                </a:lnTo>
                <a:lnTo>
                  <a:pt x="4807176" y="3882143"/>
                </a:lnTo>
                <a:lnTo>
                  <a:pt x="4807176" y="3646750"/>
                </a:lnTo>
                <a:lnTo>
                  <a:pt x="4751502" y="3590925"/>
                </a:lnTo>
                <a:lnTo>
                  <a:pt x="4751502" y="3543065"/>
                </a:lnTo>
                <a:close/>
                <a:moveTo>
                  <a:pt x="10951215" y="3383706"/>
                </a:moveTo>
                <a:cubicBezTo>
                  <a:pt x="10952719" y="3382203"/>
                  <a:pt x="10955049" y="3382203"/>
                  <a:pt x="10956550" y="3383706"/>
                </a:cubicBezTo>
                <a:cubicBezTo>
                  <a:pt x="10958053" y="3385210"/>
                  <a:pt x="10958053" y="3387613"/>
                  <a:pt x="10956550" y="3389041"/>
                </a:cubicBezTo>
                <a:lnTo>
                  <a:pt x="10799972" y="3546218"/>
                </a:lnTo>
                <a:lnTo>
                  <a:pt x="10799972" y="3587767"/>
                </a:lnTo>
                <a:lnTo>
                  <a:pt x="10855646" y="3643590"/>
                </a:lnTo>
                <a:lnTo>
                  <a:pt x="10855646" y="3882143"/>
                </a:lnTo>
                <a:lnTo>
                  <a:pt x="10848058" y="3882143"/>
                </a:lnTo>
                <a:lnTo>
                  <a:pt x="10848058" y="3646746"/>
                </a:lnTo>
                <a:lnTo>
                  <a:pt x="10792384" y="3590922"/>
                </a:lnTo>
                <a:lnTo>
                  <a:pt x="10792384" y="3543062"/>
                </a:lnTo>
                <a:close/>
                <a:moveTo>
                  <a:pt x="1227452" y="3383706"/>
                </a:moveTo>
                <a:cubicBezTo>
                  <a:pt x="1228955" y="3382203"/>
                  <a:pt x="1231283" y="3382203"/>
                  <a:pt x="1232787" y="3383706"/>
                </a:cubicBezTo>
                <a:lnTo>
                  <a:pt x="1391618" y="3543062"/>
                </a:lnTo>
                <a:lnTo>
                  <a:pt x="1391618" y="3590922"/>
                </a:lnTo>
                <a:lnTo>
                  <a:pt x="1335944" y="3646746"/>
                </a:lnTo>
                <a:lnTo>
                  <a:pt x="1335944" y="3882143"/>
                </a:lnTo>
                <a:lnTo>
                  <a:pt x="1328356" y="3882143"/>
                </a:lnTo>
                <a:lnTo>
                  <a:pt x="1328356" y="3643590"/>
                </a:lnTo>
                <a:lnTo>
                  <a:pt x="1384030" y="3587767"/>
                </a:lnTo>
                <a:lnTo>
                  <a:pt x="1384030" y="3546218"/>
                </a:lnTo>
                <a:lnTo>
                  <a:pt x="1227452" y="3389041"/>
                </a:lnTo>
                <a:cubicBezTo>
                  <a:pt x="1225949" y="3387613"/>
                  <a:pt x="1225949" y="3385210"/>
                  <a:pt x="1227452" y="3383706"/>
                </a:cubicBezTo>
                <a:close/>
                <a:moveTo>
                  <a:pt x="8506756" y="3383107"/>
                </a:moveTo>
                <a:cubicBezTo>
                  <a:pt x="8508259" y="3384534"/>
                  <a:pt x="8508334" y="3386939"/>
                  <a:pt x="8506907" y="3388442"/>
                </a:cubicBezTo>
                <a:lnTo>
                  <a:pt x="8376245" y="3528339"/>
                </a:lnTo>
                <a:lnTo>
                  <a:pt x="8045288" y="3528339"/>
                </a:lnTo>
                <a:lnTo>
                  <a:pt x="8045288" y="3384910"/>
                </a:lnTo>
                <a:lnTo>
                  <a:pt x="8338008" y="3384910"/>
                </a:lnTo>
                <a:lnTo>
                  <a:pt x="8338008" y="3461845"/>
                </a:lnTo>
                <a:lnTo>
                  <a:pt x="8227637" y="3461845"/>
                </a:lnTo>
                <a:cubicBezTo>
                  <a:pt x="8225533" y="3461845"/>
                  <a:pt x="8223880" y="3460118"/>
                  <a:pt x="8223880" y="3458088"/>
                </a:cubicBezTo>
                <a:cubicBezTo>
                  <a:pt x="8223880" y="3456062"/>
                  <a:pt x="8225533" y="3454334"/>
                  <a:pt x="8227637" y="3454334"/>
                </a:cubicBezTo>
                <a:lnTo>
                  <a:pt x="8330419" y="3454334"/>
                </a:lnTo>
                <a:lnTo>
                  <a:pt x="8330419" y="3392500"/>
                </a:lnTo>
                <a:lnTo>
                  <a:pt x="8052726" y="3392500"/>
                </a:lnTo>
                <a:lnTo>
                  <a:pt x="8052726" y="3520825"/>
                </a:lnTo>
                <a:lnTo>
                  <a:pt x="8372869" y="3520825"/>
                </a:lnTo>
                <a:lnTo>
                  <a:pt x="8501422" y="3383258"/>
                </a:lnTo>
                <a:cubicBezTo>
                  <a:pt x="8502849" y="3381755"/>
                  <a:pt x="8505253" y="3381679"/>
                  <a:pt x="8506756" y="3383107"/>
                </a:cubicBezTo>
                <a:close/>
                <a:moveTo>
                  <a:pt x="3677246" y="3383107"/>
                </a:moveTo>
                <a:cubicBezTo>
                  <a:pt x="3678749" y="3381679"/>
                  <a:pt x="3681154" y="3381755"/>
                  <a:pt x="3682580" y="3383258"/>
                </a:cubicBezTo>
                <a:lnTo>
                  <a:pt x="3811134" y="3520825"/>
                </a:lnTo>
                <a:lnTo>
                  <a:pt x="4131277" y="3520825"/>
                </a:lnTo>
                <a:lnTo>
                  <a:pt x="4131277" y="3392500"/>
                </a:lnTo>
                <a:lnTo>
                  <a:pt x="3853584" y="3392500"/>
                </a:lnTo>
                <a:lnTo>
                  <a:pt x="3853584" y="3454334"/>
                </a:lnTo>
                <a:lnTo>
                  <a:pt x="3956367" y="3454334"/>
                </a:lnTo>
                <a:cubicBezTo>
                  <a:pt x="3958471" y="3454334"/>
                  <a:pt x="3960124" y="3456062"/>
                  <a:pt x="3960124" y="3458088"/>
                </a:cubicBezTo>
                <a:cubicBezTo>
                  <a:pt x="3960124" y="3460118"/>
                  <a:pt x="3958471" y="3461845"/>
                  <a:pt x="3956367" y="3461845"/>
                </a:cubicBezTo>
                <a:lnTo>
                  <a:pt x="3845996" y="3461845"/>
                </a:lnTo>
                <a:lnTo>
                  <a:pt x="3845996" y="3384910"/>
                </a:lnTo>
                <a:lnTo>
                  <a:pt x="4138715" y="3384910"/>
                </a:lnTo>
                <a:lnTo>
                  <a:pt x="4138715" y="3528339"/>
                </a:lnTo>
                <a:lnTo>
                  <a:pt x="3807758" y="3528339"/>
                </a:lnTo>
                <a:lnTo>
                  <a:pt x="3677096" y="3388442"/>
                </a:lnTo>
                <a:cubicBezTo>
                  <a:pt x="3675668" y="3386939"/>
                  <a:pt x="3675744" y="3384534"/>
                  <a:pt x="3677246" y="3383107"/>
                </a:cubicBezTo>
                <a:close/>
                <a:moveTo>
                  <a:pt x="9717979" y="3383028"/>
                </a:moveTo>
                <a:cubicBezTo>
                  <a:pt x="9719481" y="3381600"/>
                  <a:pt x="9721886" y="3381676"/>
                  <a:pt x="9723314" y="3383179"/>
                </a:cubicBezTo>
                <a:lnTo>
                  <a:pt x="9851867" y="3520746"/>
                </a:lnTo>
                <a:lnTo>
                  <a:pt x="10172009" y="3520746"/>
                </a:lnTo>
                <a:lnTo>
                  <a:pt x="10172009" y="3392420"/>
                </a:lnTo>
                <a:lnTo>
                  <a:pt x="9894316" y="3392420"/>
                </a:lnTo>
                <a:lnTo>
                  <a:pt x="9894316" y="3454256"/>
                </a:lnTo>
                <a:lnTo>
                  <a:pt x="9997098" y="3454256"/>
                </a:lnTo>
                <a:cubicBezTo>
                  <a:pt x="9999203" y="3454256"/>
                  <a:pt x="10000856" y="3455983"/>
                  <a:pt x="10000856" y="3458010"/>
                </a:cubicBezTo>
                <a:cubicBezTo>
                  <a:pt x="10000856" y="3460039"/>
                  <a:pt x="9999203" y="3461767"/>
                  <a:pt x="9997098" y="3461767"/>
                </a:cubicBezTo>
                <a:lnTo>
                  <a:pt x="9886728" y="3461767"/>
                </a:lnTo>
                <a:lnTo>
                  <a:pt x="9886728" y="3384832"/>
                </a:lnTo>
                <a:lnTo>
                  <a:pt x="10179448" y="3384832"/>
                </a:lnTo>
                <a:lnTo>
                  <a:pt x="10179448" y="3528260"/>
                </a:lnTo>
                <a:lnTo>
                  <a:pt x="10179523" y="3528335"/>
                </a:lnTo>
                <a:lnTo>
                  <a:pt x="9848560" y="3528335"/>
                </a:lnTo>
                <a:lnTo>
                  <a:pt x="9717828" y="3388363"/>
                </a:lnTo>
                <a:cubicBezTo>
                  <a:pt x="9716401" y="3386859"/>
                  <a:pt x="9716477" y="3384456"/>
                  <a:pt x="9717979" y="3383028"/>
                </a:cubicBezTo>
                <a:close/>
                <a:moveTo>
                  <a:pt x="2466024" y="3383028"/>
                </a:moveTo>
                <a:cubicBezTo>
                  <a:pt x="2467526" y="3384456"/>
                  <a:pt x="2467601" y="3386859"/>
                  <a:pt x="2466174" y="3388363"/>
                </a:cubicBezTo>
                <a:lnTo>
                  <a:pt x="2335442" y="3528335"/>
                </a:lnTo>
                <a:lnTo>
                  <a:pt x="2004480" y="3528335"/>
                </a:lnTo>
                <a:lnTo>
                  <a:pt x="2004555" y="3528260"/>
                </a:lnTo>
                <a:lnTo>
                  <a:pt x="2004555" y="3384832"/>
                </a:lnTo>
                <a:lnTo>
                  <a:pt x="2297274" y="3384832"/>
                </a:lnTo>
                <a:lnTo>
                  <a:pt x="2297274" y="3461767"/>
                </a:lnTo>
                <a:lnTo>
                  <a:pt x="2186904" y="3461767"/>
                </a:lnTo>
                <a:cubicBezTo>
                  <a:pt x="2184800" y="3461767"/>
                  <a:pt x="2183147" y="3460039"/>
                  <a:pt x="2183147" y="3458010"/>
                </a:cubicBezTo>
                <a:cubicBezTo>
                  <a:pt x="2183147" y="3455983"/>
                  <a:pt x="2184800" y="3454256"/>
                  <a:pt x="2186904" y="3454256"/>
                </a:cubicBezTo>
                <a:lnTo>
                  <a:pt x="2289687" y="3454256"/>
                </a:lnTo>
                <a:lnTo>
                  <a:pt x="2289687" y="3392420"/>
                </a:lnTo>
                <a:lnTo>
                  <a:pt x="2011993" y="3392420"/>
                </a:lnTo>
                <a:lnTo>
                  <a:pt x="2011993" y="3520746"/>
                </a:lnTo>
                <a:lnTo>
                  <a:pt x="2332137" y="3520746"/>
                </a:lnTo>
                <a:lnTo>
                  <a:pt x="2460688" y="3383179"/>
                </a:lnTo>
                <a:cubicBezTo>
                  <a:pt x="2462116" y="3381676"/>
                  <a:pt x="2464522" y="3381600"/>
                  <a:pt x="2466024" y="3383028"/>
                </a:cubicBezTo>
                <a:close/>
                <a:moveTo>
                  <a:pt x="9053726" y="3351253"/>
                </a:moveTo>
                <a:lnTo>
                  <a:pt x="9053726" y="3380629"/>
                </a:lnTo>
                <a:lnTo>
                  <a:pt x="9197380" y="3380629"/>
                </a:lnTo>
                <a:lnTo>
                  <a:pt x="9197380" y="3351327"/>
                </a:lnTo>
                <a:lnTo>
                  <a:pt x="9053801" y="3351327"/>
                </a:lnTo>
                <a:close/>
                <a:moveTo>
                  <a:pt x="3130277" y="3351253"/>
                </a:moveTo>
                <a:lnTo>
                  <a:pt x="3130202" y="3351327"/>
                </a:lnTo>
                <a:lnTo>
                  <a:pt x="2986623" y="3351327"/>
                </a:lnTo>
                <a:lnTo>
                  <a:pt x="2986623" y="3380629"/>
                </a:lnTo>
                <a:lnTo>
                  <a:pt x="3130277" y="3380629"/>
                </a:lnTo>
                <a:close/>
                <a:moveTo>
                  <a:pt x="7285841" y="3317441"/>
                </a:moveTo>
                <a:lnTo>
                  <a:pt x="7285915" y="3317441"/>
                </a:lnTo>
                <a:lnTo>
                  <a:pt x="7285841" y="3317515"/>
                </a:lnTo>
                <a:close/>
                <a:moveTo>
                  <a:pt x="4898087" y="3317441"/>
                </a:moveTo>
                <a:lnTo>
                  <a:pt x="4898163" y="3317441"/>
                </a:lnTo>
                <a:lnTo>
                  <a:pt x="4898163" y="3317515"/>
                </a:lnTo>
                <a:close/>
                <a:moveTo>
                  <a:pt x="7020470" y="3307073"/>
                </a:moveTo>
                <a:cubicBezTo>
                  <a:pt x="7022574" y="3307073"/>
                  <a:pt x="7024227" y="3308801"/>
                  <a:pt x="7024227" y="3310830"/>
                </a:cubicBezTo>
                <a:lnTo>
                  <a:pt x="7024227" y="3605652"/>
                </a:lnTo>
                <a:lnTo>
                  <a:pt x="6957434" y="3672671"/>
                </a:lnTo>
                <a:lnTo>
                  <a:pt x="6957434" y="3824817"/>
                </a:lnTo>
                <a:lnTo>
                  <a:pt x="6960214" y="3827597"/>
                </a:lnTo>
                <a:lnTo>
                  <a:pt x="6957434" y="3830378"/>
                </a:lnTo>
                <a:lnTo>
                  <a:pt x="6957434" y="3882143"/>
                </a:lnTo>
                <a:lnTo>
                  <a:pt x="6949921" y="3882143"/>
                </a:lnTo>
                <a:lnTo>
                  <a:pt x="6949921" y="3831354"/>
                </a:lnTo>
                <a:lnTo>
                  <a:pt x="6877568" y="3831354"/>
                </a:lnTo>
                <a:lnTo>
                  <a:pt x="6877568" y="3749383"/>
                </a:lnTo>
                <a:cubicBezTo>
                  <a:pt x="6877568" y="3747280"/>
                  <a:pt x="6879221" y="3745627"/>
                  <a:pt x="6881324" y="3745627"/>
                </a:cubicBezTo>
                <a:cubicBezTo>
                  <a:pt x="6883428" y="3745627"/>
                  <a:pt x="6885081" y="3747355"/>
                  <a:pt x="6885081" y="3749383"/>
                </a:cubicBezTo>
                <a:lnTo>
                  <a:pt x="6885081" y="3823841"/>
                </a:lnTo>
                <a:lnTo>
                  <a:pt x="6949921" y="3823841"/>
                </a:lnTo>
                <a:lnTo>
                  <a:pt x="6949921" y="3669591"/>
                </a:lnTo>
                <a:lnTo>
                  <a:pt x="7016714" y="3602572"/>
                </a:lnTo>
                <a:lnTo>
                  <a:pt x="7016714" y="3310830"/>
                </a:lnTo>
                <a:cubicBezTo>
                  <a:pt x="7016714" y="3308726"/>
                  <a:pt x="7018367" y="3307073"/>
                  <a:pt x="7020470" y="3307073"/>
                </a:cubicBezTo>
                <a:close/>
                <a:moveTo>
                  <a:pt x="5163533" y="3307073"/>
                </a:moveTo>
                <a:cubicBezTo>
                  <a:pt x="5165637" y="3307073"/>
                  <a:pt x="5167290" y="3308726"/>
                  <a:pt x="5167290" y="3310830"/>
                </a:cubicBezTo>
                <a:lnTo>
                  <a:pt x="5167290" y="3602572"/>
                </a:lnTo>
                <a:lnTo>
                  <a:pt x="5234082" y="3669591"/>
                </a:lnTo>
                <a:lnTo>
                  <a:pt x="5234082" y="3823841"/>
                </a:lnTo>
                <a:lnTo>
                  <a:pt x="5298922" y="3823841"/>
                </a:lnTo>
                <a:lnTo>
                  <a:pt x="5298922" y="3749383"/>
                </a:lnTo>
                <a:cubicBezTo>
                  <a:pt x="5298922" y="3747355"/>
                  <a:pt x="5300575" y="3745627"/>
                  <a:pt x="5302679" y="3745627"/>
                </a:cubicBezTo>
                <a:cubicBezTo>
                  <a:pt x="5304783" y="3745627"/>
                  <a:pt x="5306435" y="3747280"/>
                  <a:pt x="5306435" y="3749383"/>
                </a:cubicBezTo>
                <a:lnTo>
                  <a:pt x="5306435" y="3831354"/>
                </a:lnTo>
                <a:lnTo>
                  <a:pt x="5234082" y="3831354"/>
                </a:lnTo>
                <a:lnTo>
                  <a:pt x="5234082" y="3882143"/>
                </a:lnTo>
                <a:lnTo>
                  <a:pt x="5226570" y="3882143"/>
                </a:lnTo>
                <a:lnTo>
                  <a:pt x="5226570" y="3830378"/>
                </a:lnTo>
                <a:lnTo>
                  <a:pt x="5223788" y="3827597"/>
                </a:lnTo>
                <a:lnTo>
                  <a:pt x="5226570" y="3824817"/>
                </a:lnTo>
                <a:lnTo>
                  <a:pt x="5226570" y="3672671"/>
                </a:lnTo>
                <a:lnTo>
                  <a:pt x="5159776" y="3605652"/>
                </a:lnTo>
                <a:lnTo>
                  <a:pt x="5159776" y="3310830"/>
                </a:lnTo>
                <a:cubicBezTo>
                  <a:pt x="5159776" y="3308801"/>
                  <a:pt x="5161429" y="3307073"/>
                  <a:pt x="5163533" y="3307073"/>
                </a:cubicBezTo>
                <a:close/>
                <a:moveTo>
                  <a:pt x="11206594" y="3296107"/>
                </a:moveTo>
                <a:cubicBezTo>
                  <a:pt x="11219967" y="3296107"/>
                  <a:pt x="11230862" y="3307001"/>
                  <a:pt x="11230862" y="3320526"/>
                </a:cubicBezTo>
                <a:cubicBezTo>
                  <a:pt x="11230862" y="3327249"/>
                  <a:pt x="11228138" y="3333354"/>
                  <a:pt x="11223743" y="3337778"/>
                </a:cubicBezTo>
                <a:lnTo>
                  <a:pt x="11208097" y="3344315"/>
                </a:lnTo>
                <a:lnTo>
                  <a:pt x="11208097" y="3602643"/>
                </a:lnTo>
                <a:lnTo>
                  <a:pt x="11274890" y="3669663"/>
                </a:lnTo>
                <a:lnTo>
                  <a:pt x="11274890" y="3823838"/>
                </a:lnTo>
                <a:lnTo>
                  <a:pt x="11339730" y="3823838"/>
                </a:lnTo>
                <a:lnTo>
                  <a:pt x="11339730" y="3749380"/>
                </a:lnTo>
                <a:cubicBezTo>
                  <a:pt x="11339730" y="3747277"/>
                  <a:pt x="11341383" y="3745624"/>
                  <a:pt x="11343486" y="3745624"/>
                </a:cubicBezTo>
                <a:cubicBezTo>
                  <a:pt x="11345590" y="3745624"/>
                  <a:pt x="11347244" y="3747352"/>
                  <a:pt x="11347244" y="3749380"/>
                </a:cubicBezTo>
                <a:lnTo>
                  <a:pt x="11347244" y="3831351"/>
                </a:lnTo>
                <a:lnTo>
                  <a:pt x="11274890" y="3831351"/>
                </a:lnTo>
                <a:lnTo>
                  <a:pt x="11274890" y="3882143"/>
                </a:lnTo>
                <a:lnTo>
                  <a:pt x="11267376" y="3882143"/>
                </a:lnTo>
                <a:lnTo>
                  <a:pt x="11267376" y="3830374"/>
                </a:lnTo>
                <a:lnTo>
                  <a:pt x="11264597" y="3827594"/>
                </a:lnTo>
                <a:lnTo>
                  <a:pt x="11267376" y="3824815"/>
                </a:lnTo>
                <a:lnTo>
                  <a:pt x="11267376" y="3672742"/>
                </a:lnTo>
                <a:lnTo>
                  <a:pt x="11200583" y="3605724"/>
                </a:lnTo>
                <a:lnTo>
                  <a:pt x="11200583" y="3342442"/>
                </a:lnTo>
                <a:lnTo>
                  <a:pt x="11189444" y="3337806"/>
                </a:lnTo>
                <a:cubicBezTo>
                  <a:pt x="11185049" y="3333390"/>
                  <a:pt x="11182325" y="3327288"/>
                  <a:pt x="11182325" y="3320526"/>
                </a:cubicBezTo>
                <a:cubicBezTo>
                  <a:pt x="11182325" y="3307001"/>
                  <a:pt x="11193219" y="3296107"/>
                  <a:pt x="11206594" y="3296107"/>
                </a:cubicBezTo>
                <a:close/>
                <a:moveTo>
                  <a:pt x="977409" y="3296107"/>
                </a:moveTo>
                <a:cubicBezTo>
                  <a:pt x="990783" y="3296107"/>
                  <a:pt x="1001678" y="3307001"/>
                  <a:pt x="1001678" y="3320526"/>
                </a:cubicBezTo>
                <a:cubicBezTo>
                  <a:pt x="1001678" y="3327288"/>
                  <a:pt x="998953" y="3333390"/>
                  <a:pt x="994558" y="3337806"/>
                </a:cubicBezTo>
                <a:lnTo>
                  <a:pt x="983419" y="3342442"/>
                </a:lnTo>
                <a:lnTo>
                  <a:pt x="983419" y="3605724"/>
                </a:lnTo>
                <a:lnTo>
                  <a:pt x="916626" y="3672742"/>
                </a:lnTo>
                <a:lnTo>
                  <a:pt x="916626" y="3824815"/>
                </a:lnTo>
                <a:lnTo>
                  <a:pt x="919405" y="3827594"/>
                </a:lnTo>
                <a:lnTo>
                  <a:pt x="916626" y="3830374"/>
                </a:lnTo>
                <a:lnTo>
                  <a:pt x="916626" y="3882143"/>
                </a:lnTo>
                <a:lnTo>
                  <a:pt x="909112" y="3882143"/>
                </a:lnTo>
                <a:lnTo>
                  <a:pt x="909112" y="3831351"/>
                </a:lnTo>
                <a:lnTo>
                  <a:pt x="836760" y="3831351"/>
                </a:lnTo>
                <a:lnTo>
                  <a:pt x="836760" y="3749380"/>
                </a:lnTo>
                <a:cubicBezTo>
                  <a:pt x="836760" y="3747352"/>
                  <a:pt x="838412" y="3745624"/>
                  <a:pt x="840516" y="3745624"/>
                </a:cubicBezTo>
                <a:cubicBezTo>
                  <a:pt x="842620" y="3745624"/>
                  <a:pt x="844272" y="3747277"/>
                  <a:pt x="844272" y="3749380"/>
                </a:cubicBezTo>
                <a:lnTo>
                  <a:pt x="844272" y="3823838"/>
                </a:lnTo>
                <a:lnTo>
                  <a:pt x="909112" y="3823838"/>
                </a:lnTo>
                <a:lnTo>
                  <a:pt x="909112" y="3669663"/>
                </a:lnTo>
                <a:lnTo>
                  <a:pt x="975906" y="3602643"/>
                </a:lnTo>
                <a:lnTo>
                  <a:pt x="975906" y="3344315"/>
                </a:lnTo>
                <a:lnTo>
                  <a:pt x="960260" y="3337778"/>
                </a:lnTo>
                <a:cubicBezTo>
                  <a:pt x="955864" y="3333354"/>
                  <a:pt x="953141" y="3327249"/>
                  <a:pt x="953141" y="3320526"/>
                </a:cubicBezTo>
                <a:cubicBezTo>
                  <a:pt x="953141" y="3307001"/>
                  <a:pt x="964035" y="3296107"/>
                  <a:pt x="977409" y="3296107"/>
                </a:cubicBezTo>
                <a:close/>
                <a:moveTo>
                  <a:pt x="6031847" y="3242909"/>
                </a:moveTo>
                <a:cubicBezTo>
                  <a:pt x="6033950" y="3242909"/>
                  <a:pt x="6035603" y="3244562"/>
                  <a:pt x="6035603" y="3246666"/>
                </a:cubicBezTo>
                <a:lnTo>
                  <a:pt x="6035603" y="3332244"/>
                </a:lnTo>
                <a:lnTo>
                  <a:pt x="6079804" y="3332244"/>
                </a:lnTo>
                <a:lnTo>
                  <a:pt x="6104200" y="3332244"/>
                </a:lnTo>
                <a:lnTo>
                  <a:pt x="6148400" y="3332244"/>
                </a:lnTo>
                <a:lnTo>
                  <a:pt x="6148400" y="3246666"/>
                </a:lnTo>
                <a:cubicBezTo>
                  <a:pt x="6148400" y="3244562"/>
                  <a:pt x="6150052" y="3242909"/>
                  <a:pt x="6152155" y="3242909"/>
                </a:cubicBezTo>
                <a:cubicBezTo>
                  <a:pt x="6154260" y="3242909"/>
                  <a:pt x="6155912" y="3244638"/>
                  <a:pt x="6155912" y="3246666"/>
                </a:cubicBezTo>
                <a:lnTo>
                  <a:pt x="6155912" y="3339757"/>
                </a:lnTo>
                <a:lnTo>
                  <a:pt x="6104200" y="3339757"/>
                </a:lnTo>
                <a:lnTo>
                  <a:pt x="6079804" y="3339757"/>
                </a:lnTo>
                <a:lnTo>
                  <a:pt x="6028091" y="3339757"/>
                </a:lnTo>
                <a:lnTo>
                  <a:pt x="6028091" y="3246666"/>
                </a:lnTo>
                <a:cubicBezTo>
                  <a:pt x="6028091" y="3244638"/>
                  <a:pt x="6029743" y="3242909"/>
                  <a:pt x="6031847" y="3242909"/>
                </a:cubicBezTo>
                <a:close/>
                <a:moveTo>
                  <a:pt x="12072655" y="3242831"/>
                </a:moveTo>
                <a:cubicBezTo>
                  <a:pt x="12074758" y="3242831"/>
                  <a:pt x="12076410" y="3244560"/>
                  <a:pt x="12076410" y="3246589"/>
                </a:cubicBezTo>
                <a:lnTo>
                  <a:pt x="12076410" y="3332166"/>
                </a:lnTo>
                <a:lnTo>
                  <a:pt x="12145007" y="3332166"/>
                </a:lnTo>
                <a:cubicBezTo>
                  <a:pt x="12147112" y="3332166"/>
                  <a:pt x="12148764" y="3333894"/>
                  <a:pt x="12148764" y="3335923"/>
                </a:cubicBezTo>
                <a:cubicBezTo>
                  <a:pt x="12148764" y="3337951"/>
                  <a:pt x="12147112" y="3339680"/>
                  <a:pt x="12145007" y="3339680"/>
                </a:cubicBezTo>
                <a:lnTo>
                  <a:pt x="12145007" y="3339754"/>
                </a:lnTo>
                <a:lnTo>
                  <a:pt x="12068898" y="3339754"/>
                </a:lnTo>
                <a:lnTo>
                  <a:pt x="12068898" y="3246589"/>
                </a:lnTo>
                <a:cubicBezTo>
                  <a:pt x="12068898" y="3244483"/>
                  <a:pt x="12070550" y="3242831"/>
                  <a:pt x="12072655" y="3242831"/>
                </a:cubicBezTo>
                <a:close/>
                <a:moveTo>
                  <a:pt x="111348" y="3242831"/>
                </a:moveTo>
                <a:cubicBezTo>
                  <a:pt x="113452" y="3242831"/>
                  <a:pt x="115104" y="3244483"/>
                  <a:pt x="115104" y="3246589"/>
                </a:cubicBezTo>
                <a:lnTo>
                  <a:pt x="115104" y="3339754"/>
                </a:lnTo>
                <a:lnTo>
                  <a:pt x="38996" y="3339754"/>
                </a:lnTo>
                <a:lnTo>
                  <a:pt x="38996" y="3339680"/>
                </a:lnTo>
                <a:cubicBezTo>
                  <a:pt x="36891" y="3339680"/>
                  <a:pt x="35238" y="3337951"/>
                  <a:pt x="35238" y="3335923"/>
                </a:cubicBezTo>
                <a:cubicBezTo>
                  <a:pt x="35238" y="3333894"/>
                  <a:pt x="36891" y="3332166"/>
                  <a:pt x="38996" y="3332166"/>
                </a:cubicBezTo>
                <a:lnTo>
                  <a:pt x="107592" y="3332166"/>
                </a:lnTo>
                <a:lnTo>
                  <a:pt x="107592" y="3246589"/>
                </a:lnTo>
                <a:cubicBezTo>
                  <a:pt x="107592" y="3244560"/>
                  <a:pt x="109244" y="3242831"/>
                  <a:pt x="111348" y="3242831"/>
                </a:cubicBezTo>
                <a:close/>
                <a:moveTo>
                  <a:pt x="8961537" y="3184758"/>
                </a:moveTo>
                <a:lnTo>
                  <a:pt x="9195277" y="3184758"/>
                </a:lnTo>
                <a:lnTo>
                  <a:pt x="9313536" y="3303468"/>
                </a:lnTo>
                <a:lnTo>
                  <a:pt x="9313536" y="3388293"/>
                </a:lnTo>
                <a:lnTo>
                  <a:pt x="9046212" y="3388293"/>
                </a:lnTo>
                <a:lnTo>
                  <a:pt x="9046212" y="3262370"/>
                </a:lnTo>
                <a:lnTo>
                  <a:pt x="9167853" y="3262370"/>
                </a:lnTo>
                <a:cubicBezTo>
                  <a:pt x="9169957" y="3262370"/>
                  <a:pt x="9171610" y="3264098"/>
                  <a:pt x="9171610" y="3266127"/>
                </a:cubicBezTo>
                <a:cubicBezTo>
                  <a:pt x="9171610" y="3268155"/>
                  <a:pt x="9169957" y="3269883"/>
                  <a:pt x="9167853" y="3269883"/>
                </a:cubicBezTo>
                <a:lnTo>
                  <a:pt x="9053726" y="3269883"/>
                </a:lnTo>
                <a:lnTo>
                  <a:pt x="9053726" y="3343889"/>
                </a:lnTo>
                <a:lnTo>
                  <a:pt x="9053801" y="3343815"/>
                </a:lnTo>
                <a:lnTo>
                  <a:pt x="9204969" y="3343815"/>
                </a:lnTo>
                <a:lnTo>
                  <a:pt x="9204969" y="3380629"/>
                </a:lnTo>
                <a:lnTo>
                  <a:pt x="9305948" y="3380629"/>
                </a:lnTo>
                <a:lnTo>
                  <a:pt x="9305948" y="3306474"/>
                </a:lnTo>
                <a:lnTo>
                  <a:pt x="9192121" y="3192195"/>
                </a:lnTo>
                <a:lnTo>
                  <a:pt x="8969052" y="3192195"/>
                </a:lnTo>
                <a:lnTo>
                  <a:pt x="8969052" y="3377098"/>
                </a:lnTo>
                <a:lnTo>
                  <a:pt x="8873256" y="3377098"/>
                </a:lnTo>
                <a:lnTo>
                  <a:pt x="8873256" y="3814974"/>
                </a:lnTo>
                <a:lnTo>
                  <a:pt x="8806370" y="3882143"/>
                </a:lnTo>
                <a:lnTo>
                  <a:pt x="8796845" y="3882143"/>
                </a:lnTo>
                <a:lnTo>
                  <a:pt x="8796845" y="3881016"/>
                </a:lnTo>
                <a:lnTo>
                  <a:pt x="8865743" y="3811894"/>
                </a:lnTo>
                <a:lnTo>
                  <a:pt x="8865743" y="3369660"/>
                </a:lnTo>
                <a:lnTo>
                  <a:pt x="8961537" y="3369660"/>
                </a:lnTo>
                <a:close/>
                <a:moveTo>
                  <a:pt x="2988726" y="3184758"/>
                </a:moveTo>
                <a:lnTo>
                  <a:pt x="3222466" y="3184758"/>
                </a:lnTo>
                <a:lnTo>
                  <a:pt x="3222466" y="3369660"/>
                </a:lnTo>
                <a:lnTo>
                  <a:pt x="3318260" y="3369660"/>
                </a:lnTo>
                <a:lnTo>
                  <a:pt x="3318260" y="3811894"/>
                </a:lnTo>
                <a:lnTo>
                  <a:pt x="3387158" y="3881016"/>
                </a:lnTo>
                <a:lnTo>
                  <a:pt x="3387158" y="3882143"/>
                </a:lnTo>
                <a:lnTo>
                  <a:pt x="3377633" y="3882143"/>
                </a:lnTo>
                <a:lnTo>
                  <a:pt x="3310747" y="3814974"/>
                </a:lnTo>
                <a:lnTo>
                  <a:pt x="3310747" y="3377098"/>
                </a:lnTo>
                <a:lnTo>
                  <a:pt x="3214952" y="3377098"/>
                </a:lnTo>
                <a:lnTo>
                  <a:pt x="3214952" y="3192195"/>
                </a:lnTo>
                <a:lnTo>
                  <a:pt x="2991881" y="3192195"/>
                </a:lnTo>
                <a:lnTo>
                  <a:pt x="2878055" y="3306474"/>
                </a:lnTo>
                <a:lnTo>
                  <a:pt x="2878055" y="3380629"/>
                </a:lnTo>
                <a:lnTo>
                  <a:pt x="2979034" y="3380629"/>
                </a:lnTo>
                <a:lnTo>
                  <a:pt x="2979034" y="3343815"/>
                </a:lnTo>
                <a:lnTo>
                  <a:pt x="3130202" y="3343815"/>
                </a:lnTo>
                <a:lnTo>
                  <a:pt x="3130277" y="3343889"/>
                </a:lnTo>
                <a:lnTo>
                  <a:pt x="3130277" y="3269883"/>
                </a:lnTo>
                <a:lnTo>
                  <a:pt x="3016150" y="3269883"/>
                </a:lnTo>
                <a:cubicBezTo>
                  <a:pt x="3014045" y="3269883"/>
                  <a:pt x="3012393" y="3268155"/>
                  <a:pt x="3012393" y="3266127"/>
                </a:cubicBezTo>
                <a:cubicBezTo>
                  <a:pt x="3012393" y="3264098"/>
                  <a:pt x="3014045" y="3262370"/>
                  <a:pt x="3016150" y="3262370"/>
                </a:cubicBezTo>
                <a:lnTo>
                  <a:pt x="3137790" y="3262370"/>
                </a:lnTo>
                <a:lnTo>
                  <a:pt x="3137790" y="3388293"/>
                </a:lnTo>
                <a:lnTo>
                  <a:pt x="2870466" y="3388293"/>
                </a:lnTo>
                <a:lnTo>
                  <a:pt x="2870466" y="3303468"/>
                </a:lnTo>
                <a:close/>
                <a:moveTo>
                  <a:pt x="6702658" y="3153877"/>
                </a:moveTo>
                <a:cubicBezTo>
                  <a:pt x="6704161" y="3152374"/>
                  <a:pt x="6706489" y="3152374"/>
                  <a:pt x="6707993" y="3153877"/>
                </a:cubicBezTo>
                <a:cubicBezTo>
                  <a:pt x="6709495" y="3155380"/>
                  <a:pt x="6709495" y="3157785"/>
                  <a:pt x="6707993" y="3159211"/>
                </a:cubicBezTo>
                <a:lnTo>
                  <a:pt x="6624895" y="3242610"/>
                </a:lnTo>
                <a:lnTo>
                  <a:pt x="6624895" y="3626316"/>
                </a:lnTo>
                <a:lnTo>
                  <a:pt x="6676362" y="3678007"/>
                </a:lnTo>
                <a:lnTo>
                  <a:pt x="6676362" y="3877861"/>
                </a:lnTo>
                <a:cubicBezTo>
                  <a:pt x="6676362" y="3879965"/>
                  <a:pt x="6674709" y="3881618"/>
                  <a:pt x="6672604" y="3881618"/>
                </a:cubicBezTo>
                <a:cubicBezTo>
                  <a:pt x="6670500" y="3881618"/>
                  <a:pt x="6668847" y="3879890"/>
                  <a:pt x="6668847" y="3877861"/>
                </a:cubicBezTo>
                <a:lnTo>
                  <a:pt x="6668847" y="3681088"/>
                </a:lnTo>
                <a:lnTo>
                  <a:pt x="6617381" y="3629395"/>
                </a:lnTo>
                <a:lnTo>
                  <a:pt x="6617381" y="3540437"/>
                </a:lnTo>
                <a:lnTo>
                  <a:pt x="6616930" y="3540889"/>
                </a:lnTo>
                <a:lnTo>
                  <a:pt x="6489847" y="3540889"/>
                </a:lnTo>
                <a:lnTo>
                  <a:pt x="6560956" y="3618050"/>
                </a:lnTo>
                <a:lnTo>
                  <a:pt x="6560956" y="3705956"/>
                </a:lnTo>
                <a:lnTo>
                  <a:pt x="6592337" y="3737444"/>
                </a:lnTo>
                <a:lnTo>
                  <a:pt x="6604082" y="3732554"/>
                </a:lnTo>
                <a:cubicBezTo>
                  <a:pt x="6617455" y="3732554"/>
                  <a:pt x="6628350" y="3743449"/>
                  <a:pt x="6628350" y="3756974"/>
                </a:cubicBezTo>
                <a:cubicBezTo>
                  <a:pt x="6628350" y="3770422"/>
                  <a:pt x="6617455" y="3781391"/>
                  <a:pt x="6604082" y="3781391"/>
                </a:cubicBezTo>
                <a:cubicBezTo>
                  <a:pt x="6590707" y="3781391"/>
                  <a:pt x="6579815" y="3770496"/>
                  <a:pt x="6579815" y="3756974"/>
                </a:cubicBezTo>
                <a:lnTo>
                  <a:pt x="6586054" y="3741828"/>
                </a:lnTo>
                <a:lnTo>
                  <a:pt x="6553368" y="3709036"/>
                </a:lnTo>
                <a:lnTo>
                  <a:pt x="6553368" y="3620981"/>
                </a:lnTo>
                <a:lnTo>
                  <a:pt x="6479579" y="3540889"/>
                </a:lnTo>
                <a:lnTo>
                  <a:pt x="6442621" y="3540889"/>
                </a:lnTo>
                <a:lnTo>
                  <a:pt x="6442621" y="3609710"/>
                </a:lnTo>
                <a:cubicBezTo>
                  <a:pt x="6442621" y="3611814"/>
                  <a:pt x="6440968" y="3613467"/>
                  <a:pt x="6438864" y="3613467"/>
                </a:cubicBezTo>
                <a:cubicBezTo>
                  <a:pt x="6436761" y="3613467"/>
                  <a:pt x="6435108" y="3611740"/>
                  <a:pt x="6435108" y="3609710"/>
                </a:cubicBezTo>
                <a:lnTo>
                  <a:pt x="6435108" y="3540889"/>
                </a:lnTo>
                <a:lnTo>
                  <a:pt x="6402650" y="3540889"/>
                </a:lnTo>
                <a:cubicBezTo>
                  <a:pt x="6400547" y="3540889"/>
                  <a:pt x="6398894" y="3539161"/>
                  <a:pt x="6398894" y="3537132"/>
                </a:cubicBezTo>
                <a:cubicBezTo>
                  <a:pt x="6398894" y="3535103"/>
                  <a:pt x="6400547" y="3533376"/>
                  <a:pt x="6402650" y="3533376"/>
                </a:cubicBezTo>
                <a:lnTo>
                  <a:pt x="6438788" y="3533376"/>
                </a:lnTo>
                <a:lnTo>
                  <a:pt x="6438864" y="3533300"/>
                </a:lnTo>
                <a:lnTo>
                  <a:pt x="6438940" y="3533376"/>
                </a:lnTo>
                <a:lnTo>
                  <a:pt x="6616930" y="3533376"/>
                </a:lnTo>
                <a:lnTo>
                  <a:pt x="6617381" y="3533827"/>
                </a:lnTo>
                <a:lnTo>
                  <a:pt x="6617381" y="3239453"/>
                </a:lnTo>
                <a:close/>
                <a:moveTo>
                  <a:pt x="5476011" y="3153877"/>
                </a:moveTo>
                <a:cubicBezTo>
                  <a:pt x="5477515" y="3152374"/>
                  <a:pt x="5479843" y="3152374"/>
                  <a:pt x="5481346" y="3153877"/>
                </a:cubicBezTo>
                <a:lnTo>
                  <a:pt x="5566621" y="3239453"/>
                </a:lnTo>
                <a:lnTo>
                  <a:pt x="5566621" y="3533827"/>
                </a:lnTo>
                <a:lnTo>
                  <a:pt x="5567073" y="3533376"/>
                </a:lnTo>
                <a:lnTo>
                  <a:pt x="5745063" y="3533376"/>
                </a:lnTo>
                <a:lnTo>
                  <a:pt x="5745139" y="3533300"/>
                </a:lnTo>
                <a:lnTo>
                  <a:pt x="5745214" y="3533376"/>
                </a:lnTo>
                <a:lnTo>
                  <a:pt x="5781353" y="3533376"/>
                </a:lnTo>
                <a:cubicBezTo>
                  <a:pt x="5783456" y="3533376"/>
                  <a:pt x="5785109" y="3535103"/>
                  <a:pt x="5785109" y="3537132"/>
                </a:cubicBezTo>
                <a:cubicBezTo>
                  <a:pt x="5785109" y="3539161"/>
                  <a:pt x="5783456" y="3540889"/>
                  <a:pt x="5781353" y="3540889"/>
                </a:cubicBezTo>
                <a:lnTo>
                  <a:pt x="5748894" y="3540889"/>
                </a:lnTo>
                <a:lnTo>
                  <a:pt x="5748894" y="3609710"/>
                </a:lnTo>
                <a:cubicBezTo>
                  <a:pt x="5748894" y="3611740"/>
                  <a:pt x="5747242" y="3613467"/>
                  <a:pt x="5745139" y="3613467"/>
                </a:cubicBezTo>
                <a:cubicBezTo>
                  <a:pt x="5743034" y="3613467"/>
                  <a:pt x="5741382" y="3611814"/>
                  <a:pt x="5741382" y="3609710"/>
                </a:cubicBezTo>
                <a:lnTo>
                  <a:pt x="5741382" y="3540889"/>
                </a:lnTo>
                <a:lnTo>
                  <a:pt x="5704424" y="3540889"/>
                </a:lnTo>
                <a:lnTo>
                  <a:pt x="5630635" y="3620981"/>
                </a:lnTo>
                <a:lnTo>
                  <a:pt x="5630635" y="3709036"/>
                </a:lnTo>
                <a:lnTo>
                  <a:pt x="5597950" y="3741828"/>
                </a:lnTo>
                <a:lnTo>
                  <a:pt x="5604189" y="3756974"/>
                </a:lnTo>
                <a:cubicBezTo>
                  <a:pt x="5604189" y="3770496"/>
                  <a:pt x="5593295" y="3781391"/>
                  <a:pt x="5579921" y="3781391"/>
                </a:cubicBezTo>
                <a:cubicBezTo>
                  <a:pt x="5566549" y="3781391"/>
                  <a:pt x="5555653" y="3770422"/>
                  <a:pt x="5555653" y="3756974"/>
                </a:cubicBezTo>
                <a:cubicBezTo>
                  <a:pt x="5555653" y="3743449"/>
                  <a:pt x="5566549" y="3732554"/>
                  <a:pt x="5579921" y="3732554"/>
                </a:cubicBezTo>
                <a:lnTo>
                  <a:pt x="5591667" y="3737444"/>
                </a:lnTo>
                <a:lnTo>
                  <a:pt x="5623048" y="3705956"/>
                </a:lnTo>
                <a:lnTo>
                  <a:pt x="5623048" y="3618050"/>
                </a:lnTo>
                <a:lnTo>
                  <a:pt x="5694156" y="3540889"/>
                </a:lnTo>
                <a:lnTo>
                  <a:pt x="5567073" y="3540889"/>
                </a:lnTo>
                <a:lnTo>
                  <a:pt x="5566621" y="3540437"/>
                </a:lnTo>
                <a:lnTo>
                  <a:pt x="5566621" y="3629395"/>
                </a:lnTo>
                <a:lnTo>
                  <a:pt x="5515156" y="3681088"/>
                </a:lnTo>
                <a:lnTo>
                  <a:pt x="5515156" y="3877861"/>
                </a:lnTo>
                <a:cubicBezTo>
                  <a:pt x="5515156" y="3879890"/>
                  <a:pt x="5513503" y="3881618"/>
                  <a:pt x="5511399" y="3881618"/>
                </a:cubicBezTo>
                <a:cubicBezTo>
                  <a:pt x="5509295" y="3881618"/>
                  <a:pt x="5507642" y="3879965"/>
                  <a:pt x="5507642" y="3877861"/>
                </a:cubicBezTo>
                <a:lnTo>
                  <a:pt x="5507642" y="3678007"/>
                </a:lnTo>
                <a:lnTo>
                  <a:pt x="5559108" y="3626316"/>
                </a:lnTo>
                <a:lnTo>
                  <a:pt x="5559108" y="3242610"/>
                </a:lnTo>
                <a:lnTo>
                  <a:pt x="5476011" y="3159211"/>
                </a:lnTo>
                <a:cubicBezTo>
                  <a:pt x="5474508" y="3157785"/>
                  <a:pt x="5474508" y="3155380"/>
                  <a:pt x="5476011" y="3153877"/>
                </a:cubicBezTo>
                <a:close/>
                <a:moveTo>
                  <a:pt x="11516818" y="3153873"/>
                </a:moveTo>
                <a:cubicBezTo>
                  <a:pt x="11518321" y="3152371"/>
                  <a:pt x="11520651" y="3152371"/>
                  <a:pt x="11522153" y="3153873"/>
                </a:cubicBezTo>
                <a:lnTo>
                  <a:pt x="11607430" y="3239450"/>
                </a:lnTo>
                <a:lnTo>
                  <a:pt x="11607430" y="3533824"/>
                </a:lnTo>
                <a:lnTo>
                  <a:pt x="11607881" y="3533373"/>
                </a:lnTo>
                <a:lnTo>
                  <a:pt x="11785870" y="3533373"/>
                </a:lnTo>
                <a:lnTo>
                  <a:pt x="11785946" y="3533296"/>
                </a:lnTo>
                <a:lnTo>
                  <a:pt x="11786022" y="3533373"/>
                </a:lnTo>
                <a:lnTo>
                  <a:pt x="11822160" y="3533373"/>
                </a:lnTo>
                <a:cubicBezTo>
                  <a:pt x="11824264" y="3533373"/>
                  <a:pt x="11825917" y="3535100"/>
                  <a:pt x="11825917" y="3537129"/>
                </a:cubicBezTo>
                <a:cubicBezTo>
                  <a:pt x="11825917" y="3539158"/>
                  <a:pt x="11824264" y="3540885"/>
                  <a:pt x="11822160" y="3540885"/>
                </a:cubicBezTo>
                <a:lnTo>
                  <a:pt x="11789703" y="3540885"/>
                </a:lnTo>
                <a:lnTo>
                  <a:pt x="11789703" y="3609706"/>
                </a:lnTo>
                <a:cubicBezTo>
                  <a:pt x="11789703" y="3611810"/>
                  <a:pt x="11788050" y="3613463"/>
                  <a:pt x="11785946" y="3613463"/>
                </a:cubicBezTo>
                <a:cubicBezTo>
                  <a:pt x="11783843" y="3613463"/>
                  <a:pt x="11782190" y="3611736"/>
                  <a:pt x="11782190" y="3609706"/>
                </a:cubicBezTo>
                <a:lnTo>
                  <a:pt x="11782190" y="3540885"/>
                </a:lnTo>
                <a:lnTo>
                  <a:pt x="11751387" y="3540885"/>
                </a:lnTo>
                <a:lnTo>
                  <a:pt x="11671443" y="3621053"/>
                </a:lnTo>
                <a:lnTo>
                  <a:pt x="11671443" y="3709033"/>
                </a:lnTo>
                <a:lnTo>
                  <a:pt x="11625086" y="3755542"/>
                </a:lnTo>
                <a:cubicBezTo>
                  <a:pt x="11624334" y="3756292"/>
                  <a:pt x="11623358" y="3756668"/>
                  <a:pt x="11622457" y="3756668"/>
                </a:cubicBezTo>
                <a:cubicBezTo>
                  <a:pt x="11621479" y="3756668"/>
                  <a:pt x="11620503" y="3756292"/>
                  <a:pt x="11619827" y="3755542"/>
                </a:cubicBezTo>
                <a:cubicBezTo>
                  <a:pt x="11618324" y="3754039"/>
                  <a:pt x="11618324" y="3751634"/>
                  <a:pt x="11619827" y="3750207"/>
                </a:cubicBezTo>
                <a:lnTo>
                  <a:pt x="11663931" y="3705953"/>
                </a:lnTo>
                <a:lnTo>
                  <a:pt x="11663931" y="3617972"/>
                </a:lnTo>
                <a:lnTo>
                  <a:pt x="11740737" y="3540885"/>
                </a:lnTo>
                <a:lnTo>
                  <a:pt x="11607881" y="3540885"/>
                </a:lnTo>
                <a:lnTo>
                  <a:pt x="11607430" y="3540434"/>
                </a:lnTo>
                <a:lnTo>
                  <a:pt x="11607430" y="3629391"/>
                </a:lnTo>
                <a:lnTo>
                  <a:pt x="11555963" y="3681084"/>
                </a:lnTo>
                <a:lnTo>
                  <a:pt x="11555963" y="3877858"/>
                </a:lnTo>
                <a:cubicBezTo>
                  <a:pt x="11555963" y="3879962"/>
                  <a:pt x="11554310" y="3881615"/>
                  <a:pt x="11552206" y="3881615"/>
                </a:cubicBezTo>
                <a:cubicBezTo>
                  <a:pt x="11550103" y="3881615"/>
                  <a:pt x="11548450" y="3879886"/>
                  <a:pt x="11548450" y="3877858"/>
                </a:cubicBezTo>
                <a:lnTo>
                  <a:pt x="11548450" y="3678003"/>
                </a:lnTo>
                <a:lnTo>
                  <a:pt x="11599917" y="3626312"/>
                </a:lnTo>
                <a:lnTo>
                  <a:pt x="11599917" y="3242606"/>
                </a:lnTo>
                <a:lnTo>
                  <a:pt x="11516818" y="3159208"/>
                </a:lnTo>
                <a:cubicBezTo>
                  <a:pt x="11515317" y="3157706"/>
                  <a:pt x="11515317" y="3155302"/>
                  <a:pt x="11516818" y="3153873"/>
                </a:cubicBezTo>
                <a:close/>
                <a:moveTo>
                  <a:pt x="661850" y="3153873"/>
                </a:moveTo>
                <a:cubicBezTo>
                  <a:pt x="663352" y="3152371"/>
                  <a:pt x="665681" y="3152371"/>
                  <a:pt x="667184" y="3153873"/>
                </a:cubicBezTo>
                <a:cubicBezTo>
                  <a:pt x="668686" y="3155302"/>
                  <a:pt x="668686" y="3157706"/>
                  <a:pt x="667184" y="3159208"/>
                </a:cubicBezTo>
                <a:lnTo>
                  <a:pt x="584086" y="3242606"/>
                </a:lnTo>
                <a:lnTo>
                  <a:pt x="584086" y="3626312"/>
                </a:lnTo>
                <a:lnTo>
                  <a:pt x="635552" y="3678003"/>
                </a:lnTo>
                <a:lnTo>
                  <a:pt x="635552" y="3877858"/>
                </a:lnTo>
                <a:cubicBezTo>
                  <a:pt x="635552" y="3879886"/>
                  <a:pt x="633899" y="3881615"/>
                  <a:pt x="631796" y="3881615"/>
                </a:cubicBezTo>
                <a:cubicBezTo>
                  <a:pt x="629692" y="3881615"/>
                  <a:pt x="628039" y="3879962"/>
                  <a:pt x="628039" y="3877858"/>
                </a:cubicBezTo>
                <a:lnTo>
                  <a:pt x="628039" y="3681084"/>
                </a:lnTo>
                <a:lnTo>
                  <a:pt x="576573" y="3629391"/>
                </a:lnTo>
                <a:lnTo>
                  <a:pt x="576573" y="3540434"/>
                </a:lnTo>
                <a:lnTo>
                  <a:pt x="576121" y="3540885"/>
                </a:lnTo>
                <a:lnTo>
                  <a:pt x="443265" y="3540885"/>
                </a:lnTo>
                <a:lnTo>
                  <a:pt x="520073" y="3617972"/>
                </a:lnTo>
                <a:lnTo>
                  <a:pt x="520073" y="3705953"/>
                </a:lnTo>
                <a:lnTo>
                  <a:pt x="564176" y="3750207"/>
                </a:lnTo>
                <a:cubicBezTo>
                  <a:pt x="565679" y="3751634"/>
                  <a:pt x="565679" y="3754039"/>
                  <a:pt x="564176" y="3755542"/>
                </a:cubicBezTo>
                <a:cubicBezTo>
                  <a:pt x="563499" y="3756292"/>
                  <a:pt x="562524" y="3756668"/>
                  <a:pt x="561546" y="3756668"/>
                </a:cubicBezTo>
                <a:cubicBezTo>
                  <a:pt x="560644" y="3756668"/>
                  <a:pt x="559668" y="3756292"/>
                  <a:pt x="558917" y="3755542"/>
                </a:cubicBezTo>
                <a:lnTo>
                  <a:pt x="512559" y="3709033"/>
                </a:lnTo>
                <a:lnTo>
                  <a:pt x="512559" y="3621053"/>
                </a:lnTo>
                <a:lnTo>
                  <a:pt x="432615" y="3540885"/>
                </a:lnTo>
                <a:lnTo>
                  <a:pt x="401812" y="3540885"/>
                </a:lnTo>
                <a:lnTo>
                  <a:pt x="401812" y="3609706"/>
                </a:lnTo>
                <a:cubicBezTo>
                  <a:pt x="401812" y="3611736"/>
                  <a:pt x="400159" y="3613463"/>
                  <a:pt x="398056" y="3613463"/>
                </a:cubicBezTo>
                <a:cubicBezTo>
                  <a:pt x="395952" y="3613463"/>
                  <a:pt x="394299" y="3611810"/>
                  <a:pt x="394299" y="3609706"/>
                </a:cubicBezTo>
                <a:lnTo>
                  <a:pt x="394299" y="3540885"/>
                </a:lnTo>
                <a:lnTo>
                  <a:pt x="361842" y="3540885"/>
                </a:lnTo>
                <a:cubicBezTo>
                  <a:pt x="359738" y="3540885"/>
                  <a:pt x="358085" y="3539158"/>
                  <a:pt x="358085" y="3537129"/>
                </a:cubicBezTo>
                <a:cubicBezTo>
                  <a:pt x="358085" y="3535100"/>
                  <a:pt x="359738" y="3533373"/>
                  <a:pt x="361842" y="3533373"/>
                </a:cubicBezTo>
                <a:lnTo>
                  <a:pt x="397981" y="3533373"/>
                </a:lnTo>
                <a:lnTo>
                  <a:pt x="398056" y="3533296"/>
                </a:lnTo>
                <a:lnTo>
                  <a:pt x="398132" y="3533373"/>
                </a:lnTo>
                <a:lnTo>
                  <a:pt x="576121" y="3533373"/>
                </a:lnTo>
                <a:lnTo>
                  <a:pt x="576573" y="3533824"/>
                </a:lnTo>
                <a:lnTo>
                  <a:pt x="576573" y="3239450"/>
                </a:lnTo>
                <a:close/>
                <a:moveTo>
                  <a:pt x="11278196" y="3142001"/>
                </a:moveTo>
                <a:cubicBezTo>
                  <a:pt x="11279699" y="3140499"/>
                  <a:pt x="11282028" y="3140499"/>
                  <a:pt x="11283530" y="3142001"/>
                </a:cubicBezTo>
                <a:lnTo>
                  <a:pt x="11478051" y="3337198"/>
                </a:lnTo>
                <a:lnTo>
                  <a:pt x="11478051" y="3547046"/>
                </a:lnTo>
                <a:lnTo>
                  <a:pt x="11419597" y="3605724"/>
                </a:lnTo>
                <a:lnTo>
                  <a:pt x="11419597" y="3882143"/>
                </a:lnTo>
                <a:lnTo>
                  <a:pt x="11412083" y="3882143"/>
                </a:lnTo>
                <a:lnTo>
                  <a:pt x="11412083" y="3602568"/>
                </a:lnTo>
                <a:lnTo>
                  <a:pt x="11470537" y="3543890"/>
                </a:lnTo>
                <a:lnTo>
                  <a:pt x="11470537" y="3340355"/>
                </a:lnTo>
                <a:lnTo>
                  <a:pt x="11358363" y="3227784"/>
                </a:lnTo>
                <a:lnTo>
                  <a:pt x="11358363" y="3452379"/>
                </a:lnTo>
                <a:lnTo>
                  <a:pt x="11413059" y="3452379"/>
                </a:lnTo>
                <a:cubicBezTo>
                  <a:pt x="11415163" y="3452379"/>
                  <a:pt x="11416816" y="3454108"/>
                  <a:pt x="11416816" y="3456136"/>
                </a:cubicBezTo>
                <a:cubicBezTo>
                  <a:pt x="11416816" y="3458162"/>
                  <a:pt x="11415163" y="3459891"/>
                  <a:pt x="11413059" y="3459891"/>
                </a:cubicBezTo>
                <a:lnTo>
                  <a:pt x="11358363" y="3459891"/>
                </a:lnTo>
                <a:lnTo>
                  <a:pt x="11358363" y="3606430"/>
                </a:lnTo>
                <a:lnTo>
                  <a:pt x="11369501" y="3611066"/>
                </a:lnTo>
                <a:cubicBezTo>
                  <a:pt x="11373896" y="3615480"/>
                  <a:pt x="11376619" y="3621583"/>
                  <a:pt x="11376619" y="3628346"/>
                </a:cubicBezTo>
                <a:cubicBezTo>
                  <a:pt x="11376619" y="3641796"/>
                  <a:pt x="11365726" y="3652764"/>
                  <a:pt x="11352352" y="3652764"/>
                </a:cubicBezTo>
                <a:cubicBezTo>
                  <a:pt x="11338978" y="3652764"/>
                  <a:pt x="11328084" y="3641870"/>
                  <a:pt x="11328084" y="3628346"/>
                </a:cubicBezTo>
                <a:cubicBezTo>
                  <a:pt x="11328084" y="3621583"/>
                  <a:pt x="11330806" y="3615480"/>
                  <a:pt x="11335202" y="3611066"/>
                </a:cubicBezTo>
                <a:lnTo>
                  <a:pt x="11350849" y="3604553"/>
                </a:lnTo>
                <a:lnTo>
                  <a:pt x="11350849" y="3220245"/>
                </a:lnTo>
                <a:lnTo>
                  <a:pt x="11278196" y="3147336"/>
                </a:lnTo>
                <a:cubicBezTo>
                  <a:pt x="11276693" y="3145834"/>
                  <a:pt x="11276693" y="3143429"/>
                  <a:pt x="11278196" y="3142001"/>
                </a:cubicBezTo>
                <a:close/>
                <a:moveTo>
                  <a:pt x="900472" y="3142001"/>
                </a:moveTo>
                <a:cubicBezTo>
                  <a:pt x="901975" y="3140499"/>
                  <a:pt x="904303" y="3140499"/>
                  <a:pt x="905806" y="3142001"/>
                </a:cubicBezTo>
                <a:cubicBezTo>
                  <a:pt x="907310" y="3143429"/>
                  <a:pt x="907310" y="3145834"/>
                  <a:pt x="905806" y="3147336"/>
                </a:cubicBezTo>
                <a:lnTo>
                  <a:pt x="833153" y="3220245"/>
                </a:lnTo>
                <a:lnTo>
                  <a:pt x="833153" y="3604553"/>
                </a:lnTo>
                <a:lnTo>
                  <a:pt x="848800" y="3611066"/>
                </a:lnTo>
                <a:cubicBezTo>
                  <a:pt x="853196" y="3615480"/>
                  <a:pt x="855919" y="3621583"/>
                  <a:pt x="855919" y="3628346"/>
                </a:cubicBezTo>
                <a:cubicBezTo>
                  <a:pt x="855919" y="3641870"/>
                  <a:pt x="845025" y="3652764"/>
                  <a:pt x="831650" y="3652764"/>
                </a:cubicBezTo>
                <a:cubicBezTo>
                  <a:pt x="818277" y="3652764"/>
                  <a:pt x="807383" y="3641796"/>
                  <a:pt x="807383" y="3628346"/>
                </a:cubicBezTo>
                <a:cubicBezTo>
                  <a:pt x="807383" y="3621583"/>
                  <a:pt x="810106" y="3615480"/>
                  <a:pt x="814502" y="3611066"/>
                </a:cubicBezTo>
                <a:lnTo>
                  <a:pt x="825640" y="3606430"/>
                </a:lnTo>
                <a:lnTo>
                  <a:pt x="825640" y="3459891"/>
                </a:lnTo>
                <a:lnTo>
                  <a:pt x="770943" y="3459891"/>
                </a:lnTo>
                <a:cubicBezTo>
                  <a:pt x="768839" y="3459891"/>
                  <a:pt x="767186" y="3458162"/>
                  <a:pt x="767186" y="3456136"/>
                </a:cubicBezTo>
                <a:cubicBezTo>
                  <a:pt x="767186" y="3454108"/>
                  <a:pt x="768839" y="3452379"/>
                  <a:pt x="770943" y="3452379"/>
                </a:cubicBezTo>
                <a:lnTo>
                  <a:pt x="825640" y="3452379"/>
                </a:lnTo>
                <a:lnTo>
                  <a:pt x="825640" y="3227784"/>
                </a:lnTo>
                <a:lnTo>
                  <a:pt x="713465" y="3340355"/>
                </a:lnTo>
                <a:lnTo>
                  <a:pt x="713465" y="3543890"/>
                </a:lnTo>
                <a:lnTo>
                  <a:pt x="771919" y="3602568"/>
                </a:lnTo>
                <a:lnTo>
                  <a:pt x="771919" y="3882143"/>
                </a:lnTo>
                <a:lnTo>
                  <a:pt x="764406" y="3882143"/>
                </a:lnTo>
                <a:lnTo>
                  <a:pt x="764406" y="3605724"/>
                </a:lnTo>
                <a:lnTo>
                  <a:pt x="705953" y="3547046"/>
                </a:lnTo>
                <a:lnTo>
                  <a:pt x="705953" y="3337198"/>
                </a:lnTo>
                <a:close/>
                <a:moveTo>
                  <a:pt x="6950972" y="3116989"/>
                </a:moveTo>
                <a:cubicBezTo>
                  <a:pt x="6964346" y="3116989"/>
                  <a:pt x="6975241" y="3127882"/>
                  <a:pt x="6975241" y="3141407"/>
                </a:cubicBezTo>
                <a:cubicBezTo>
                  <a:pt x="6975241" y="3154856"/>
                  <a:pt x="6964346" y="3165825"/>
                  <a:pt x="6950972" y="3165825"/>
                </a:cubicBezTo>
                <a:lnTo>
                  <a:pt x="6934871" y="3159124"/>
                </a:lnTo>
                <a:lnTo>
                  <a:pt x="6873000" y="3221214"/>
                </a:lnTo>
                <a:lnTo>
                  <a:pt x="6873961" y="3222172"/>
                </a:lnTo>
                <a:lnTo>
                  <a:pt x="6873961" y="3634879"/>
                </a:lnTo>
                <a:cubicBezTo>
                  <a:pt x="6873961" y="3636983"/>
                  <a:pt x="6872308" y="3638635"/>
                  <a:pt x="6870204" y="3638635"/>
                </a:cubicBezTo>
                <a:cubicBezTo>
                  <a:pt x="6868101" y="3638635"/>
                  <a:pt x="6866448" y="3636908"/>
                  <a:pt x="6866448" y="3634879"/>
                </a:cubicBezTo>
                <a:lnTo>
                  <a:pt x="6866448" y="3459895"/>
                </a:lnTo>
                <a:lnTo>
                  <a:pt x="6830660" y="3459895"/>
                </a:lnTo>
                <a:lnTo>
                  <a:pt x="6824843" y="3473993"/>
                </a:lnTo>
                <a:cubicBezTo>
                  <a:pt x="6820447" y="3478417"/>
                  <a:pt x="6814380" y="3481160"/>
                  <a:pt x="6807693" y="3481160"/>
                </a:cubicBezTo>
                <a:cubicBezTo>
                  <a:pt x="6794320" y="3481160"/>
                  <a:pt x="6783426" y="3470265"/>
                  <a:pt x="6783426" y="3456741"/>
                </a:cubicBezTo>
                <a:cubicBezTo>
                  <a:pt x="6783426" y="3443216"/>
                  <a:pt x="6794320" y="3432323"/>
                  <a:pt x="6807693" y="3432323"/>
                </a:cubicBezTo>
                <a:cubicBezTo>
                  <a:pt x="6814380" y="3432323"/>
                  <a:pt x="6820447" y="3435046"/>
                  <a:pt x="6824843" y="3439460"/>
                </a:cubicBezTo>
                <a:lnTo>
                  <a:pt x="6830166" y="3452383"/>
                </a:lnTo>
                <a:lnTo>
                  <a:pt x="6866448" y="3452383"/>
                </a:lnTo>
                <a:lnTo>
                  <a:pt x="6866448" y="3227790"/>
                </a:lnTo>
                <a:lnTo>
                  <a:pt x="6754274" y="3340358"/>
                </a:lnTo>
                <a:lnTo>
                  <a:pt x="6754274" y="3543893"/>
                </a:lnTo>
                <a:lnTo>
                  <a:pt x="6812727" y="3602572"/>
                </a:lnTo>
                <a:lnTo>
                  <a:pt x="6812727" y="3882143"/>
                </a:lnTo>
                <a:lnTo>
                  <a:pt x="6805214" y="3882143"/>
                </a:lnTo>
                <a:lnTo>
                  <a:pt x="6805214" y="3605728"/>
                </a:lnTo>
                <a:lnTo>
                  <a:pt x="6746760" y="3547049"/>
                </a:lnTo>
                <a:lnTo>
                  <a:pt x="6746760" y="3337202"/>
                </a:lnTo>
                <a:lnTo>
                  <a:pt x="6931142" y="3152179"/>
                </a:lnTo>
                <a:lnTo>
                  <a:pt x="6926704" y="3141407"/>
                </a:lnTo>
                <a:cubicBezTo>
                  <a:pt x="6926704" y="3127882"/>
                  <a:pt x="6937598" y="3116989"/>
                  <a:pt x="6950972" y="3116989"/>
                </a:cubicBezTo>
                <a:close/>
                <a:moveTo>
                  <a:pt x="5233031" y="3116989"/>
                </a:moveTo>
                <a:cubicBezTo>
                  <a:pt x="5246404" y="3116989"/>
                  <a:pt x="5257299" y="3127882"/>
                  <a:pt x="5257299" y="3141407"/>
                </a:cubicBezTo>
                <a:lnTo>
                  <a:pt x="5252861" y="3152179"/>
                </a:lnTo>
                <a:lnTo>
                  <a:pt x="5437243" y="3337202"/>
                </a:lnTo>
                <a:lnTo>
                  <a:pt x="5437243" y="3547049"/>
                </a:lnTo>
                <a:lnTo>
                  <a:pt x="5378788" y="3605728"/>
                </a:lnTo>
                <a:lnTo>
                  <a:pt x="5378788" y="3882143"/>
                </a:lnTo>
                <a:lnTo>
                  <a:pt x="5371275" y="3882143"/>
                </a:lnTo>
                <a:lnTo>
                  <a:pt x="5371275" y="3602572"/>
                </a:lnTo>
                <a:lnTo>
                  <a:pt x="5429728" y="3543893"/>
                </a:lnTo>
                <a:lnTo>
                  <a:pt x="5429728" y="3340358"/>
                </a:lnTo>
                <a:lnTo>
                  <a:pt x="5317556" y="3227790"/>
                </a:lnTo>
                <a:lnTo>
                  <a:pt x="5317556" y="3452383"/>
                </a:lnTo>
                <a:lnTo>
                  <a:pt x="5353836" y="3452383"/>
                </a:lnTo>
                <a:lnTo>
                  <a:pt x="5359160" y="3439460"/>
                </a:lnTo>
                <a:cubicBezTo>
                  <a:pt x="5363556" y="3435046"/>
                  <a:pt x="5369623" y="3432323"/>
                  <a:pt x="5376311" y="3432323"/>
                </a:cubicBezTo>
                <a:cubicBezTo>
                  <a:pt x="5389684" y="3432323"/>
                  <a:pt x="5400577" y="3443216"/>
                  <a:pt x="5400577" y="3456741"/>
                </a:cubicBezTo>
                <a:cubicBezTo>
                  <a:pt x="5400577" y="3470265"/>
                  <a:pt x="5389684" y="3481160"/>
                  <a:pt x="5376311" y="3481160"/>
                </a:cubicBezTo>
                <a:cubicBezTo>
                  <a:pt x="5369623" y="3481160"/>
                  <a:pt x="5363556" y="3478417"/>
                  <a:pt x="5359160" y="3473993"/>
                </a:cubicBezTo>
                <a:lnTo>
                  <a:pt x="5353344" y="3459895"/>
                </a:lnTo>
                <a:lnTo>
                  <a:pt x="5317556" y="3459895"/>
                </a:lnTo>
                <a:lnTo>
                  <a:pt x="5317556" y="3634879"/>
                </a:lnTo>
                <a:cubicBezTo>
                  <a:pt x="5317556" y="3636908"/>
                  <a:pt x="5315903" y="3638635"/>
                  <a:pt x="5313800" y="3638635"/>
                </a:cubicBezTo>
                <a:cubicBezTo>
                  <a:pt x="5311696" y="3638635"/>
                  <a:pt x="5310043" y="3636983"/>
                  <a:pt x="5310043" y="3634879"/>
                </a:cubicBezTo>
                <a:lnTo>
                  <a:pt x="5310043" y="3222172"/>
                </a:lnTo>
                <a:lnTo>
                  <a:pt x="5311002" y="3221214"/>
                </a:lnTo>
                <a:lnTo>
                  <a:pt x="5249132" y="3159124"/>
                </a:lnTo>
                <a:lnTo>
                  <a:pt x="5233031" y="3165825"/>
                </a:lnTo>
                <a:cubicBezTo>
                  <a:pt x="5219657" y="3165825"/>
                  <a:pt x="5208763" y="3154856"/>
                  <a:pt x="5208763" y="3141407"/>
                </a:cubicBezTo>
                <a:cubicBezTo>
                  <a:pt x="5208763" y="3127882"/>
                  <a:pt x="5219657" y="3116989"/>
                  <a:pt x="5233031" y="3116989"/>
                </a:cubicBezTo>
                <a:close/>
                <a:moveTo>
                  <a:pt x="8661831" y="3113152"/>
                </a:moveTo>
                <a:lnTo>
                  <a:pt x="8740495" y="3113152"/>
                </a:lnTo>
                <a:cubicBezTo>
                  <a:pt x="8742599" y="3113152"/>
                  <a:pt x="8744253" y="3114880"/>
                  <a:pt x="8744253" y="3116909"/>
                </a:cubicBezTo>
                <a:cubicBezTo>
                  <a:pt x="8744253" y="3118937"/>
                  <a:pt x="8742599" y="3120666"/>
                  <a:pt x="8740495" y="3120666"/>
                </a:cubicBezTo>
                <a:lnTo>
                  <a:pt x="8669344" y="3120666"/>
                </a:lnTo>
                <a:lnTo>
                  <a:pt x="8669344" y="3777707"/>
                </a:lnTo>
                <a:lnTo>
                  <a:pt x="8565342" y="3882143"/>
                </a:lnTo>
                <a:lnTo>
                  <a:pt x="8556343" y="3882143"/>
                </a:lnTo>
                <a:lnTo>
                  <a:pt x="8556343" y="3880412"/>
                </a:lnTo>
                <a:lnTo>
                  <a:pt x="8661831" y="3774551"/>
                </a:lnTo>
                <a:close/>
                <a:moveTo>
                  <a:pt x="3443508" y="3113152"/>
                </a:moveTo>
                <a:lnTo>
                  <a:pt x="3522172" y="3113152"/>
                </a:lnTo>
                <a:lnTo>
                  <a:pt x="3522172" y="3774551"/>
                </a:lnTo>
                <a:lnTo>
                  <a:pt x="3627659" y="3880412"/>
                </a:lnTo>
                <a:lnTo>
                  <a:pt x="3627659" y="3882143"/>
                </a:lnTo>
                <a:lnTo>
                  <a:pt x="3618661" y="3882143"/>
                </a:lnTo>
                <a:lnTo>
                  <a:pt x="3514659" y="3777707"/>
                </a:lnTo>
                <a:lnTo>
                  <a:pt x="3514659" y="3120666"/>
                </a:lnTo>
                <a:lnTo>
                  <a:pt x="3443508" y="3120666"/>
                </a:lnTo>
                <a:cubicBezTo>
                  <a:pt x="3441404" y="3120666"/>
                  <a:pt x="3439751" y="3118937"/>
                  <a:pt x="3439751" y="3116909"/>
                </a:cubicBezTo>
                <a:cubicBezTo>
                  <a:pt x="3439751" y="3114880"/>
                  <a:pt x="3441404" y="3113152"/>
                  <a:pt x="3443508" y="3113152"/>
                </a:cubicBezTo>
                <a:close/>
                <a:moveTo>
                  <a:pt x="9484391" y="3113148"/>
                </a:moveTo>
                <a:lnTo>
                  <a:pt x="9563055" y="3113148"/>
                </a:lnTo>
                <a:lnTo>
                  <a:pt x="9563055" y="3774549"/>
                </a:lnTo>
                <a:lnTo>
                  <a:pt x="9668542" y="3880409"/>
                </a:lnTo>
                <a:lnTo>
                  <a:pt x="9668542" y="3882143"/>
                </a:lnTo>
                <a:lnTo>
                  <a:pt x="9659621" y="3882143"/>
                </a:lnTo>
                <a:lnTo>
                  <a:pt x="9555541" y="3777629"/>
                </a:lnTo>
                <a:lnTo>
                  <a:pt x="9555541" y="3120663"/>
                </a:lnTo>
                <a:lnTo>
                  <a:pt x="9484391" y="3120663"/>
                </a:lnTo>
                <a:cubicBezTo>
                  <a:pt x="9482286" y="3120663"/>
                  <a:pt x="9480634" y="3118934"/>
                  <a:pt x="9480634" y="3116905"/>
                </a:cubicBezTo>
                <a:cubicBezTo>
                  <a:pt x="9480634" y="3114879"/>
                  <a:pt x="9482286" y="3113148"/>
                  <a:pt x="9484391" y="3113148"/>
                </a:cubicBezTo>
                <a:close/>
                <a:moveTo>
                  <a:pt x="2620948" y="3113148"/>
                </a:moveTo>
                <a:lnTo>
                  <a:pt x="2699612" y="3113148"/>
                </a:lnTo>
                <a:cubicBezTo>
                  <a:pt x="2701716" y="3113148"/>
                  <a:pt x="2703369" y="3114879"/>
                  <a:pt x="2703369" y="3116905"/>
                </a:cubicBezTo>
                <a:cubicBezTo>
                  <a:pt x="2703369" y="3118934"/>
                  <a:pt x="2701716" y="3120663"/>
                  <a:pt x="2699612" y="3120663"/>
                </a:cubicBezTo>
                <a:lnTo>
                  <a:pt x="2628461" y="3120663"/>
                </a:lnTo>
                <a:lnTo>
                  <a:pt x="2628461" y="3777629"/>
                </a:lnTo>
                <a:lnTo>
                  <a:pt x="2524382" y="3882143"/>
                </a:lnTo>
                <a:lnTo>
                  <a:pt x="2515461" y="3882143"/>
                </a:lnTo>
                <a:lnTo>
                  <a:pt x="2515461" y="3880409"/>
                </a:lnTo>
                <a:lnTo>
                  <a:pt x="2620948" y="3774549"/>
                </a:lnTo>
                <a:close/>
                <a:moveTo>
                  <a:pt x="9374922" y="3014877"/>
                </a:moveTo>
                <a:lnTo>
                  <a:pt x="9672524" y="3014877"/>
                </a:lnTo>
                <a:lnTo>
                  <a:pt x="9672524" y="3702267"/>
                </a:lnTo>
                <a:lnTo>
                  <a:pt x="9784848" y="3815045"/>
                </a:lnTo>
                <a:lnTo>
                  <a:pt x="9784848" y="3882143"/>
                </a:lnTo>
                <a:lnTo>
                  <a:pt x="9777335" y="3882143"/>
                </a:lnTo>
                <a:lnTo>
                  <a:pt x="9777335" y="3818200"/>
                </a:lnTo>
                <a:lnTo>
                  <a:pt x="9665010" y="3705424"/>
                </a:lnTo>
                <a:lnTo>
                  <a:pt x="9665010" y="3022389"/>
                </a:lnTo>
                <a:lnTo>
                  <a:pt x="9374922" y="3022389"/>
                </a:lnTo>
                <a:cubicBezTo>
                  <a:pt x="9372817" y="3022389"/>
                  <a:pt x="9371164" y="3020661"/>
                  <a:pt x="9371164" y="3018631"/>
                </a:cubicBezTo>
                <a:cubicBezTo>
                  <a:pt x="9371164" y="3016605"/>
                  <a:pt x="9372817" y="3014877"/>
                  <a:pt x="9374922" y="3014877"/>
                </a:cubicBezTo>
                <a:close/>
                <a:moveTo>
                  <a:pt x="2511478" y="3014877"/>
                </a:moveTo>
                <a:lnTo>
                  <a:pt x="2809082" y="3014877"/>
                </a:lnTo>
                <a:cubicBezTo>
                  <a:pt x="2811186" y="3014877"/>
                  <a:pt x="2812838" y="3016605"/>
                  <a:pt x="2812838" y="3018631"/>
                </a:cubicBezTo>
                <a:cubicBezTo>
                  <a:pt x="2812838" y="3020661"/>
                  <a:pt x="2811186" y="3022389"/>
                  <a:pt x="2809082" y="3022389"/>
                </a:cubicBezTo>
                <a:lnTo>
                  <a:pt x="2518992" y="3022389"/>
                </a:lnTo>
                <a:lnTo>
                  <a:pt x="2518992" y="3705424"/>
                </a:lnTo>
                <a:lnTo>
                  <a:pt x="2406667" y="3818200"/>
                </a:lnTo>
                <a:lnTo>
                  <a:pt x="2406667" y="3882143"/>
                </a:lnTo>
                <a:lnTo>
                  <a:pt x="2399155" y="3882143"/>
                </a:lnTo>
                <a:lnTo>
                  <a:pt x="2399155" y="3815045"/>
                </a:lnTo>
                <a:lnTo>
                  <a:pt x="2511478" y="3702267"/>
                </a:lnTo>
                <a:close/>
                <a:moveTo>
                  <a:pt x="8552287" y="3014803"/>
                </a:moveTo>
                <a:lnTo>
                  <a:pt x="8849888" y="3014803"/>
                </a:lnTo>
                <a:cubicBezTo>
                  <a:pt x="8851992" y="3014803"/>
                  <a:pt x="8853646" y="3016532"/>
                  <a:pt x="8853646" y="3018560"/>
                </a:cubicBezTo>
                <a:cubicBezTo>
                  <a:pt x="8853646" y="3020588"/>
                  <a:pt x="8851992" y="3022318"/>
                  <a:pt x="8849888" y="3022318"/>
                </a:cubicBezTo>
                <a:lnTo>
                  <a:pt x="8559800" y="3022318"/>
                </a:lnTo>
                <a:lnTo>
                  <a:pt x="8559800" y="3705427"/>
                </a:lnTo>
                <a:lnTo>
                  <a:pt x="8447476" y="3818202"/>
                </a:lnTo>
                <a:lnTo>
                  <a:pt x="8447476" y="3882143"/>
                </a:lnTo>
                <a:lnTo>
                  <a:pt x="8439962" y="3882143"/>
                </a:lnTo>
                <a:lnTo>
                  <a:pt x="8439962" y="3815047"/>
                </a:lnTo>
                <a:lnTo>
                  <a:pt x="8552287" y="3702271"/>
                </a:lnTo>
                <a:close/>
                <a:moveTo>
                  <a:pt x="3334114" y="3014803"/>
                </a:moveTo>
                <a:lnTo>
                  <a:pt x="3631717" y="3014803"/>
                </a:lnTo>
                <a:lnTo>
                  <a:pt x="3631717" y="3702271"/>
                </a:lnTo>
                <a:lnTo>
                  <a:pt x="3744041" y="3815047"/>
                </a:lnTo>
                <a:lnTo>
                  <a:pt x="3744041" y="3882143"/>
                </a:lnTo>
                <a:lnTo>
                  <a:pt x="3736527" y="3882143"/>
                </a:lnTo>
                <a:lnTo>
                  <a:pt x="3736527" y="3818202"/>
                </a:lnTo>
                <a:lnTo>
                  <a:pt x="3624203" y="3705427"/>
                </a:lnTo>
                <a:lnTo>
                  <a:pt x="3624203" y="3022318"/>
                </a:lnTo>
                <a:lnTo>
                  <a:pt x="3334114" y="3022318"/>
                </a:lnTo>
                <a:cubicBezTo>
                  <a:pt x="3332010" y="3022318"/>
                  <a:pt x="3330357" y="3020588"/>
                  <a:pt x="3330357" y="3018560"/>
                </a:cubicBezTo>
                <a:cubicBezTo>
                  <a:pt x="3330357" y="3016532"/>
                  <a:pt x="3332010" y="3014803"/>
                  <a:pt x="3334114" y="3014803"/>
                </a:cubicBezTo>
                <a:close/>
                <a:moveTo>
                  <a:pt x="8988511" y="3007290"/>
                </a:moveTo>
                <a:cubicBezTo>
                  <a:pt x="8990013" y="3005787"/>
                  <a:pt x="8992342" y="3005787"/>
                  <a:pt x="8993845" y="3007290"/>
                </a:cubicBezTo>
                <a:cubicBezTo>
                  <a:pt x="8995348" y="3008794"/>
                  <a:pt x="8995348" y="3011197"/>
                  <a:pt x="8993845" y="3012625"/>
                </a:cubicBezTo>
                <a:lnTo>
                  <a:pt x="8887982" y="3118891"/>
                </a:lnTo>
                <a:lnTo>
                  <a:pt x="8887982" y="3273639"/>
                </a:lnTo>
                <a:cubicBezTo>
                  <a:pt x="8887982" y="3275744"/>
                  <a:pt x="8886329" y="3277396"/>
                  <a:pt x="8884225" y="3277396"/>
                </a:cubicBezTo>
                <a:cubicBezTo>
                  <a:pt x="8882122" y="3277396"/>
                  <a:pt x="8880469" y="3275669"/>
                  <a:pt x="8880469" y="3273639"/>
                </a:cubicBezTo>
                <a:lnTo>
                  <a:pt x="8880469" y="3126434"/>
                </a:lnTo>
                <a:lnTo>
                  <a:pt x="8777460" y="3229834"/>
                </a:lnTo>
                <a:lnTo>
                  <a:pt x="8777460" y="3794987"/>
                </a:lnTo>
                <a:lnTo>
                  <a:pt x="8691609" y="3882143"/>
                </a:lnTo>
                <a:lnTo>
                  <a:pt x="8681010" y="3882143"/>
                </a:lnTo>
                <a:lnTo>
                  <a:pt x="8769872" y="3791906"/>
                </a:lnTo>
                <a:lnTo>
                  <a:pt x="8769872" y="3226679"/>
                </a:lnTo>
                <a:close/>
                <a:moveTo>
                  <a:pt x="3190158" y="3007290"/>
                </a:moveTo>
                <a:cubicBezTo>
                  <a:pt x="3191660" y="3005787"/>
                  <a:pt x="3193990" y="3005787"/>
                  <a:pt x="3195492" y="3007290"/>
                </a:cubicBezTo>
                <a:lnTo>
                  <a:pt x="3414130" y="3226679"/>
                </a:lnTo>
                <a:lnTo>
                  <a:pt x="3414130" y="3791906"/>
                </a:lnTo>
                <a:lnTo>
                  <a:pt x="3502993" y="3882143"/>
                </a:lnTo>
                <a:lnTo>
                  <a:pt x="3492394" y="3882143"/>
                </a:lnTo>
                <a:lnTo>
                  <a:pt x="3406543" y="3794987"/>
                </a:lnTo>
                <a:lnTo>
                  <a:pt x="3406543" y="3229834"/>
                </a:lnTo>
                <a:lnTo>
                  <a:pt x="3303534" y="3126434"/>
                </a:lnTo>
                <a:lnTo>
                  <a:pt x="3303534" y="3273639"/>
                </a:lnTo>
                <a:cubicBezTo>
                  <a:pt x="3303534" y="3275669"/>
                  <a:pt x="3301881" y="3277396"/>
                  <a:pt x="3299777" y="3277396"/>
                </a:cubicBezTo>
                <a:cubicBezTo>
                  <a:pt x="3297673" y="3277396"/>
                  <a:pt x="3296020" y="3275744"/>
                  <a:pt x="3296020" y="3273639"/>
                </a:cubicBezTo>
                <a:lnTo>
                  <a:pt x="3296020" y="3118891"/>
                </a:lnTo>
                <a:lnTo>
                  <a:pt x="3190158" y="3012625"/>
                </a:lnTo>
                <a:cubicBezTo>
                  <a:pt x="3188656" y="3011197"/>
                  <a:pt x="3188656" y="3008794"/>
                  <a:pt x="3190158" y="3007290"/>
                </a:cubicBezTo>
                <a:close/>
                <a:moveTo>
                  <a:pt x="9228335" y="2983328"/>
                </a:moveTo>
                <a:cubicBezTo>
                  <a:pt x="9241709" y="2983328"/>
                  <a:pt x="9252604" y="2994220"/>
                  <a:pt x="9252604" y="3007745"/>
                </a:cubicBezTo>
                <a:lnTo>
                  <a:pt x="9247986" y="3018938"/>
                </a:lnTo>
                <a:lnTo>
                  <a:pt x="9455013" y="3226675"/>
                </a:lnTo>
                <a:lnTo>
                  <a:pt x="9455013" y="3791904"/>
                </a:lnTo>
                <a:lnTo>
                  <a:pt x="9543878" y="3882143"/>
                </a:lnTo>
                <a:lnTo>
                  <a:pt x="9533204" y="3882143"/>
                </a:lnTo>
                <a:lnTo>
                  <a:pt x="9447425" y="3795060"/>
                </a:lnTo>
                <a:lnTo>
                  <a:pt x="9447425" y="3229830"/>
                </a:lnTo>
                <a:lnTo>
                  <a:pt x="9243991" y="3025622"/>
                </a:lnTo>
                <a:lnTo>
                  <a:pt x="9228335" y="3032163"/>
                </a:lnTo>
                <a:cubicBezTo>
                  <a:pt x="9214962" y="3032163"/>
                  <a:pt x="9204067" y="3021269"/>
                  <a:pt x="9204067" y="3007745"/>
                </a:cubicBezTo>
                <a:cubicBezTo>
                  <a:pt x="9204067" y="2994220"/>
                  <a:pt x="9214962" y="2983328"/>
                  <a:pt x="9228335" y="2983328"/>
                </a:cubicBezTo>
                <a:close/>
                <a:moveTo>
                  <a:pt x="2955667" y="2983328"/>
                </a:moveTo>
                <a:cubicBezTo>
                  <a:pt x="2969041" y="2983328"/>
                  <a:pt x="2979935" y="2994220"/>
                  <a:pt x="2979935" y="3007745"/>
                </a:cubicBezTo>
                <a:cubicBezTo>
                  <a:pt x="2979935" y="3021269"/>
                  <a:pt x="2969041" y="3032163"/>
                  <a:pt x="2955667" y="3032163"/>
                </a:cubicBezTo>
                <a:lnTo>
                  <a:pt x="2940012" y="3025622"/>
                </a:lnTo>
                <a:lnTo>
                  <a:pt x="2736579" y="3229830"/>
                </a:lnTo>
                <a:lnTo>
                  <a:pt x="2736579" y="3795060"/>
                </a:lnTo>
                <a:lnTo>
                  <a:pt x="2650799" y="3882143"/>
                </a:lnTo>
                <a:lnTo>
                  <a:pt x="2640125" y="3882143"/>
                </a:lnTo>
                <a:lnTo>
                  <a:pt x="2728989" y="3791904"/>
                </a:lnTo>
                <a:lnTo>
                  <a:pt x="2728989" y="3226675"/>
                </a:lnTo>
                <a:lnTo>
                  <a:pt x="2936017" y="3018938"/>
                </a:lnTo>
                <a:lnTo>
                  <a:pt x="2931399" y="3007745"/>
                </a:lnTo>
                <a:cubicBezTo>
                  <a:pt x="2931399" y="2994220"/>
                  <a:pt x="2942294" y="2983328"/>
                  <a:pt x="2955667" y="2983328"/>
                </a:cubicBezTo>
                <a:close/>
                <a:moveTo>
                  <a:pt x="11137546" y="2982195"/>
                </a:moveTo>
                <a:cubicBezTo>
                  <a:pt x="11139650" y="2982195"/>
                  <a:pt x="11141303" y="2983923"/>
                  <a:pt x="11141303" y="2985952"/>
                </a:cubicBezTo>
                <a:lnTo>
                  <a:pt x="11141303" y="3399333"/>
                </a:lnTo>
                <a:lnTo>
                  <a:pt x="11029955" y="3399333"/>
                </a:lnTo>
                <a:cubicBezTo>
                  <a:pt x="11027851" y="3399333"/>
                  <a:pt x="11026198" y="3397605"/>
                  <a:pt x="11026198" y="3395576"/>
                </a:cubicBezTo>
                <a:cubicBezTo>
                  <a:pt x="11026198" y="3393548"/>
                  <a:pt x="11027851" y="3391819"/>
                  <a:pt x="11029955" y="3391819"/>
                </a:cubicBezTo>
                <a:lnTo>
                  <a:pt x="11133790" y="3391819"/>
                </a:lnTo>
                <a:lnTo>
                  <a:pt x="11133790" y="2985952"/>
                </a:lnTo>
                <a:cubicBezTo>
                  <a:pt x="11133790" y="2983849"/>
                  <a:pt x="11135443" y="2982195"/>
                  <a:pt x="11137546" y="2982195"/>
                </a:cubicBezTo>
                <a:close/>
                <a:moveTo>
                  <a:pt x="1046456" y="2982195"/>
                </a:moveTo>
                <a:cubicBezTo>
                  <a:pt x="1048560" y="2982195"/>
                  <a:pt x="1050212" y="2983849"/>
                  <a:pt x="1050212" y="2985952"/>
                </a:cubicBezTo>
                <a:lnTo>
                  <a:pt x="1050212" y="3391819"/>
                </a:lnTo>
                <a:lnTo>
                  <a:pt x="1154047" y="3391819"/>
                </a:lnTo>
                <a:cubicBezTo>
                  <a:pt x="1156151" y="3391819"/>
                  <a:pt x="1157804" y="3393548"/>
                  <a:pt x="1157804" y="3395576"/>
                </a:cubicBezTo>
                <a:cubicBezTo>
                  <a:pt x="1157804" y="3397605"/>
                  <a:pt x="1156151" y="3399333"/>
                  <a:pt x="1154047" y="3399333"/>
                </a:cubicBezTo>
                <a:lnTo>
                  <a:pt x="1042700" y="3399333"/>
                </a:lnTo>
                <a:lnTo>
                  <a:pt x="1042700" y="2985952"/>
                </a:lnTo>
                <a:cubicBezTo>
                  <a:pt x="1042700" y="2983923"/>
                  <a:pt x="1044352" y="2982195"/>
                  <a:pt x="1046456" y="2982195"/>
                </a:cubicBezTo>
                <a:close/>
                <a:moveTo>
                  <a:pt x="10881492" y="2971077"/>
                </a:moveTo>
                <a:lnTo>
                  <a:pt x="11000278" y="2971077"/>
                </a:lnTo>
                <a:lnTo>
                  <a:pt x="11000278" y="3190837"/>
                </a:lnTo>
                <a:cubicBezTo>
                  <a:pt x="11000278" y="3192941"/>
                  <a:pt x="10998626" y="3194593"/>
                  <a:pt x="10996521" y="3194593"/>
                </a:cubicBezTo>
                <a:lnTo>
                  <a:pt x="10996521" y="3194520"/>
                </a:lnTo>
                <a:cubicBezTo>
                  <a:pt x="10994418" y="3194520"/>
                  <a:pt x="10992764" y="3192791"/>
                  <a:pt x="10992764" y="3190762"/>
                </a:cubicBezTo>
                <a:lnTo>
                  <a:pt x="10992764" y="2978590"/>
                </a:lnTo>
                <a:lnTo>
                  <a:pt x="10881492" y="2978590"/>
                </a:lnTo>
                <a:cubicBezTo>
                  <a:pt x="10879389" y="2978590"/>
                  <a:pt x="10877735" y="2976865"/>
                  <a:pt x="10877735" y="2974835"/>
                </a:cubicBezTo>
                <a:cubicBezTo>
                  <a:pt x="10877735" y="2972805"/>
                  <a:pt x="10879389" y="2971077"/>
                  <a:pt x="10881492" y="2971077"/>
                </a:cubicBezTo>
                <a:close/>
                <a:moveTo>
                  <a:pt x="1183725" y="2971077"/>
                </a:moveTo>
                <a:lnTo>
                  <a:pt x="1302511" y="2971077"/>
                </a:lnTo>
                <a:cubicBezTo>
                  <a:pt x="1304614" y="2971077"/>
                  <a:pt x="1306268" y="2972805"/>
                  <a:pt x="1306268" y="2974835"/>
                </a:cubicBezTo>
                <a:cubicBezTo>
                  <a:pt x="1306268" y="2976865"/>
                  <a:pt x="1304614" y="2978590"/>
                  <a:pt x="1302511" y="2978590"/>
                </a:cubicBezTo>
                <a:lnTo>
                  <a:pt x="1191238" y="2978590"/>
                </a:lnTo>
                <a:lnTo>
                  <a:pt x="1191238" y="3190762"/>
                </a:lnTo>
                <a:cubicBezTo>
                  <a:pt x="1191238" y="3192791"/>
                  <a:pt x="1189585" y="3194520"/>
                  <a:pt x="1187482" y="3194520"/>
                </a:cubicBezTo>
                <a:lnTo>
                  <a:pt x="1187482" y="3194593"/>
                </a:lnTo>
                <a:cubicBezTo>
                  <a:pt x="1185378" y="3194593"/>
                  <a:pt x="1183725" y="3192941"/>
                  <a:pt x="1183725" y="3190837"/>
                </a:cubicBezTo>
                <a:close/>
                <a:moveTo>
                  <a:pt x="7224533" y="2971003"/>
                </a:moveTo>
                <a:lnTo>
                  <a:pt x="7343318" y="2971003"/>
                </a:lnTo>
                <a:cubicBezTo>
                  <a:pt x="7345422" y="2971003"/>
                  <a:pt x="7347075" y="2972731"/>
                  <a:pt x="7347075" y="2974760"/>
                </a:cubicBezTo>
                <a:cubicBezTo>
                  <a:pt x="7347075" y="2976789"/>
                  <a:pt x="7345422" y="2978517"/>
                  <a:pt x="7343318" y="2978517"/>
                </a:cubicBezTo>
                <a:lnTo>
                  <a:pt x="7232046" y="2978517"/>
                </a:lnTo>
                <a:lnTo>
                  <a:pt x="7232046" y="3175255"/>
                </a:lnTo>
                <a:lnTo>
                  <a:pt x="7232497" y="3175067"/>
                </a:lnTo>
                <a:cubicBezTo>
                  <a:pt x="7245870" y="3175067"/>
                  <a:pt x="7256764" y="3185960"/>
                  <a:pt x="7256764" y="3199485"/>
                </a:cubicBezTo>
                <a:cubicBezTo>
                  <a:pt x="7256764" y="3212934"/>
                  <a:pt x="7245870" y="3223903"/>
                  <a:pt x="7232497" y="3223903"/>
                </a:cubicBezTo>
                <a:cubicBezTo>
                  <a:pt x="7219122" y="3223903"/>
                  <a:pt x="7208228" y="3213009"/>
                  <a:pt x="7208228" y="3199485"/>
                </a:cubicBezTo>
                <a:cubicBezTo>
                  <a:pt x="7208228" y="3192722"/>
                  <a:pt x="7210952" y="3186617"/>
                  <a:pt x="7215347" y="3182203"/>
                </a:cubicBezTo>
                <a:lnTo>
                  <a:pt x="7224533" y="3178382"/>
                </a:lnTo>
                <a:close/>
                <a:moveTo>
                  <a:pt x="4840685" y="2971003"/>
                </a:moveTo>
                <a:lnTo>
                  <a:pt x="4959471" y="2971003"/>
                </a:lnTo>
                <a:lnTo>
                  <a:pt x="4959471" y="3178382"/>
                </a:lnTo>
                <a:lnTo>
                  <a:pt x="4968656" y="3182203"/>
                </a:lnTo>
                <a:cubicBezTo>
                  <a:pt x="4973052" y="3186617"/>
                  <a:pt x="4975775" y="3192722"/>
                  <a:pt x="4975775" y="3199485"/>
                </a:cubicBezTo>
                <a:cubicBezTo>
                  <a:pt x="4975775" y="3213009"/>
                  <a:pt x="4964880" y="3223903"/>
                  <a:pt x="4951507" y="3223903"/>
                </a:cubicBezTo>
                <a:cubicBezTo>
                  <a:pt x="4938133" y="3223903"/>
                  <a:pt x="4927239" y="3212934"/>
                  <a:pt x="4927239" y="3199485"/>
                </a:cubicBezTo>
                <a:cubicBezTo>
                  <a:pt x="4927239" y="3185960"/>
                  <a:pt x="4938133" y="3175067"/>
                  <a:pt x="4951507" y="3175067"/>
                </a:cubicBezTo>
                <a:lnTo>
                  <a:pt x="4951957" y="3175255"/>
                </a:lnTo>
                <a:lnTo>
                  <a:pt x="4951957" y="2978517"/>
                </a:lnTo>
                <a:lnTo>
                  <a:pt x="4840685" y="2978517"/>
                </a:lnTo>
                <a:cubicBezTo>
                  <a:pt x="4838582" y="2978517"/>
                  <a:pt x="4836928" y="2976789"/>
                  <a:pt x="4836928" y="2974760"/>
                </a:cubicBezTo>
                <a:cubicBezTo>
                  <a:pt x="4836928" y="2972731"/>
                  <a:pt x="4838582" y="2971003"/>
                  <a:pt x="4840685" y="2971003"/>
                </a:cubicBezTo>
                <a:close/>
                <a:moveTo>
                  <a:pt x="11717952" y="2926977"/>
                </a:moveTo>
                <a:cubicBezTo>
                  <a:pt x="11719453" y="2925550"/>
                  <a:pt x="11721783" y="2925474"/>
                  <a:pt x="11723286" y="2926977"/>
                </a:cubicBezTo>
                <a:lnTo>
                  <a:pt x="11959580" y="3164091"/>
                </a:lnTo>
                <a:lnTo>
                  <a:pt x="11959580" y="3524730"/>
                </a:lnTo>
                <a:lnTo>
                  <a:pt x="11958528" y="3525857"/>
                </a:lnTo>
                <a:lnTo>
                  <a:pt x="11931704" y="3553176"/>
                </a:lnTo>
                <a:lnTo>
                  <a:pt x="11931704" y="3836911"/>
                </a:lnTo>
                <a:lnTo>
                  <a:pt x="11751835" y="3836911"/>
                </a:lnTo>
                <a:lnTo>
                  <a:pt x="11833222" y="3755264"/>
                </a:lnTo>
                <a:lnTo>
                  <a:pt x="11830800" y="3749385"/>
                </a:lnTo>
                <a:cubicBezTo>
                  <a:pt x="11830800" y="3735861"/>
                  <a:pt x="11841694" y="3724968"/>
                  <a:pt x="11855069" y="3724968"/>
                </a:cubicBezTo>
                <a:cubicBezTo>
                  <a:pt x="11868442" y="3724968"/>
                  <a:pt x="11879336" y="3735861"/>
                  <a:pt x="11879336" y="3749385"/>
                </a:cubicBezTo>
                <a:cubicBezTo>
                  <a:pt x="11879336" y="3762835"/>
                  <a:pt x="11868442" y="3773804"/>
                  <a:pt x="11855069" y="3773804"/>
                </a:cubicBezTo>
                <a:cubicBezTo>
                  <a:pt x="11848382" y="3773804"/>
                  <a:pt x="11842315" y="3771080"/>
                  <a:pt x="11837919" y="3766666"/>
                </a:cubicBezTo>
                <a:lnTo>
                  <a:pt x="11836338" y="3762831"/>
                </a:lnTo>
                <a:lnTo>
                  <a:pt x="11770093" y="3829321"/>
                </a:lnTo>
                <a:lnTo>
                  <a:pt x="11924191" y="3829321"/>
                </a:lnTo>
                <a:lnTo>
                  <a:pt x="11924191" y="3560828"/>
                </a:lnTo>
                <a:lnTo>
                  <a:pt x="11919722" y="3565380"/>
                </a:lnTo>
                <a:cubicBezTo>
                  <a:pt x="11826158" y="3660606"/>
                  <a:pt x="11655730" y="3833590"/>
                  <a:pt x="11609608" y="3877022"/>
                </a:cubicBezTo>
                <a:lnTo>
                  <a:pt x="11603729" y="3882143"/>
                </a:lnTo>
                <a:lnTo>
                  <a:pt x="11594242" y="3882143"/>
                </a:lnTo>
                <a:lnTo>
                  <a:pt x="11595109" y="3880112"/>
                </a:lnTo>
                <a:cubicBezTo>
                  <a:pt x="11607656" y="3871772"/>
                  <a:pt x="11855671" y="3619849"/>
                  <a:pt x="11951991" y="3521651"/>
                </a:cubicBezTo>
                <a:lnTo>
                  <a:pt x="11951991" y="3167246"/>
                </a:lnTo>
                <a:lnTo>
                  <a:pt x="11717952" y="2932312"/>
                </a:lnTo>
                <a:cubicBezTo>
                  <a:pt x="11716449" y="2930810"/>
                  <a:pt x="11716449" y="2928404"/>
                  <a:pt x="11717952" y="2926977"/>
                </a:cubicBezTo>
                <a:close/>
                <a:moveTo>
                  <a:pt x="460718" y="2926977"/>
                </a:moveTo>
                <a:cubicBezTo>
                  <a:pt x="462219" y="2925474"/>
                  <a:pt x="464549" y="2925550"/>
                  <a:pt x="466052" y="2926977"/>
                </a:cubicBezTo>
                <a:cubicBezTo>
                  <a:pt x="467554" y="2928404"/>
                  <a:pt x="467554" y="2930810"/>
                  <a:pt x="466052" y="2932312"/>
                </a:cubicBezTo>
                <a:lnTo>
                  <a:pt x="232012" y="3167246"/>
                </a:lnTo>
                <a:lnTo>
                  <a:pt x="232012" y="3521651"/>
                </a:lnTo>
                <a:cubicBezTo>
                  <a:pt x="328332" y="3619849"/>
                  <a:pt x="576347" y="3871772"/>
                  <a:pt x="588894" y="3880112"/>
                </a:cubicBezTo>
                <a:lnTo>
                  <a:pt x="589760" y="3882143"/>
                </a:lnTo>
                <a:lnTo>
                  <a:pt x="580273" y="3882143"/>
                </a:lnTo>
                <a:lnTo>
                  <a:pt x="574394" y="3877022"/>
                </a:lnTo>
                <a:cubicBezTo>
                  <a:pt x="528273" y="3833590"/>
                  <a:pt x="357845" y="3660606"/>
                  <a:pt x="264281" y="3565380"/>
                </a:cubicBezTo>
                <a:lnTo>
                  <a:pt x="259811" y="3560828"/>
                </a:lnTo>
                <a:lnTo>
                  <a:pt x="259811" y="3829321"/>
                </a:lnTo>
                <a:lnTo>
                  <a:pt x="413909" y="3829321"/>
                </a:lnTo>
                <a:lnTo>
                  <a:pt x="347664" y="3762831"/>
                </a:lnTo>
                <a:lnTo>
                  <a:pt x="346084" y="3766666"/>
                </a:lnTo>
                <a:cubicBezTo>
                  <a:pt x="341688" y="3771080"/>
                  <a:pt x="335621" y="3773804"/>
                  <a:pt x="328934" y="3773804"/>
                </a:cubicBezTo>
                <a:cubicBezTo>
                  <a:pt x="315560" y="3773804"/>
                  <a:pt x="304666" y="3762835"/>
                  <a:pt x="304666" y="3749385"/>
                </a:cubicBezTo>
                <a:cubicBezTo>
                  <a:pt x="304666" y="3735861"/>
                  <a:pt x="315560" y="3724968"/>
                  <a:pt x="328934" y="3724968"/>
                </a:cubicBezTo>
                <a:cubicBezTo>
                  <a:pt x="342308" y="3724968"/>
                  <a:pt x="353203" y="3735861"/>
                  <a:pt x="353203" y="3749385"/>
                </a:cubicBezTo>
                <a:lnTo>
                  <a:pt x="350780" y="3755264"/>
                </a:lnTo>
                <a:lnTo>
                  <a:pt x="432167" y="3836911"/>
                </a:lnTo>
                <a:lnTo>
                  <a:pt x="252298" y="3836911"/>
                </a:lnTo>
                <a:lnTo>
                  <a:pt x="252298" y="3553176"/>
                </a:lnTo>
                <a:lnTo>
                  <a:pt x="225474" y="3525857"/>
                </a:lnTo>
                <a:lnTo>
                  <a:pt x="224422" y="3524730"/>
                </a:lnTo>
                <a:lnTo>
                  <a:pt x="224422" y="3164091"/>
                </a:lnTo>
                <a:close/>
                <a:moveTo>
                  <a:pt x="6501676" y="2926903"/>
                </a:moveTo>
                <a:cubicBezTo>
                  <a:pt x="6503179" y="2925399"/>
                  <a:pt x="6505508" y="2925399"/>
                  <a:pt x="6507011" y="2926903"/>
                </a:cubicBezTo>
                <a:cubicBezTo>
                  <a:pt x="6508513" y="2928405"/>
                  <a:pt x="6508513" y="2930810"/>
                  <a:pt x="6507011" y="2932237"/>
                </a:cubicBezTo>
                <a:lnTo>
                  <a:pt x="6272970" y="3167176"/>
                </a:lnTo>
                <a:lnTo>
                  <a:pt x="6272970" y="3521579"/>
                </a:lnTo>
                <a:cubicBezTo>
                  <a:pt x="6369442" y="3619930"/>
                  <a:pt x="6618507" y="3872902"/>
                  <a:pt x="6629928" y="3880040"/>
                </a:cubicBezTo>
                <a:lnTo>
                  <a:pt x="6630877" y="3882143"/>
                </a:lnTo>
                <a:lnTo>
                  <a:pt x="6621305" y="3882143"/>
                </a:lnTo>
                <a:lnTo>
                  <a:pt x="6615332" y="3876951"/>
                </a:lnTo>
                <a:cubicBezTo>
                  <a:pt x="6569165" y="3833520"/>
                  <a:pt x="6398736" y="3660536"/>
                  <a:pt x="6305214" y="3565308"/>
                </a:cubicBezTo>
                <a:lnTo>
                  <a:pt x="6300619" y="3560625"/>
                </a:lnTo>
                <a:lnTo>
                  <a:pt x="6300619" y="3829401"/>
                </a:lnTo>
                <a:lnTo>
                  <a:pt x="6454717" y="3829401"/>
                </a:lnTo>
                <a:lnTo>
                  <a:pt x="6393477" y="3767936"/>
                </a:lnTo>
                <a:lnTo>
                  <a:pt x="6385369" y="3771324"/>
                </a:lnTo>
                <a:cubicBezTo>
                  <a:pt x="6371995" y="3771324"/>
                  <a:pt x="6361101" y="3760429"/>
                  <a:pt x="6361101" y="3746906"/>
                </a:cubicBezTo>
                <a:cubicBezTo>
                  <a:pt x="6361101" y="3733380"/>
                  <a:pt x="6371995" y="3722488"/>
                  <a:pt x="6385369" y="3722488"/>
                </a:cubicBezTo>
                <a:cubicBezTo>
                  <a:pt x="6398743" y="3722488"/>
                  <a:pt x="6409637" y="3733380"/>
                  <a:pt x="6409637" y="3746906"/>
                </a:cubicBezTo>
                <a:cubicBezTo>
                  <a:pt x="6409637" y="3753630"/>
                  <a:pt x="6406914" y="3759735"/>
                  <a:pt x="6402518" y="3764159"/>
                </a:cubicBezTo>
                <a:lnTo>
                  <a:pt x="6400993" y="3764796"/>
                </a:lnTo>
                <a:lnTo>
                  <a:pt x="6472825" y="3836915"/>
                </a:lnTo>
                <a:lnTo>
                  <a:pt x="6293105" y="3836915"/>
                </a:lnTo>
                <a:lnTo>
                  <a:pt x="6293105" y="3556592"/>
                </a:lnTo>
                <a:lnTo>
                  <a:pt x="6294900" y="3554796"/>
                </a:lnTo>
                <a:lnTo>
                  <a:pt x="6266433" y="3525786"/>
                </a:lnTo>
                <a:lnTo>
                  <a:pt x="6265382" y="3524660"/>
                </a:lnTo>
                <a:lnTo>
                  <a:pt x="6265382" y="3164020"/>
                </a:lnTo>
                <a:close/>
                <a:moveTo>
                  <a:pt x="5676992" y="2926903"/>
                </a:moveTo>
                <a:cubicBezTo>
                  <a:pt x="5678495" y="2925399"/>
                  <a:pt x="5680824" y="2925399"/>
                  <a:pt x="5682328" y="2926903"/>
                </a:cubicBezTo>
                <a:lnTo>
                  <a:pt x="5918621" y="3164020"/>
                </a:lnTo>
                <a:lnTo>
                  <a:pt x="5918621" y="3524660"/>
                </a:lnTo>
                <a:lnTo>
                  <a:pt x="5917570" y="3525786"/>
                </a:lnTo>
                <a:lnTo>
                  <a:pt x="5889104" y="3554796"/>
                </a:lnTo>
                <a:lnTo>
                  <a:pt x="5890898" y="3556592"/>
                </a:lnTo>
                <a:lnTo>
                  <a:pt x="5890898" y="3836915"/>
                </a:lnTo>
                <a:lnTo>
                  <a:pt x="5711178" y="3836915"/>
                </a:lnTo>
                <a:lnTo>
                  <a:pt x="5783011" y="3764796"/>
                </a:lnTo>
                <a:lnTo>
                  <a:pt x="5781485" y="3764159"/>
                </a:lnTo>
                <a:cubicBezTo>
                  <a:pt x="5777089" y="3759735"/>
                  <a:pt x="5774366" y="3753630"/>
                  <a:pt x="5774366" y="3746906"/>
                </a:cubicBezTo>
                <a:cubicBezTo>
                  <a:pt x="5774366" y="3733380"/>
                  <a:pt x="5785261" y="3722488"/>
                  <a:pt x="5798633" y="3722488"/>
                </a:cubicBezTo>
                <a:cubicBezTo>
                  <a:pt x="5812008" y="3722488"/>
                  <a:pt x="5822902" y="3733380"/>
                  <a:pt x="5822902" y="3746906"/>
                </a:cubicBezTo>
                <a:cubicBezTo>
                  <a:pt x="5822902" y="3760429"/>
                  <a:pt x="5812008" y="3771324"/>
                  <a:pt x="5798633" y="3771324"/>
                </a:cubicBezTo>
                <a:lnTo>
                  <a:pt x="5790525" y="3767936"/>
                </a:lnTo>
                <a:lnTo>
                  <a:pt x="5729286" y="3829401"/>
                </a:lnTo>
                <a:lnTo>
                  <a:pt x="5883384" y="3829401"/>
                </a:lnTo>
                <a:lnTo>
                  <a:pt x="5883384" y="3560625"/>
                </a:lnTo>
                <a:lnTo>
                  <a:pt x="5878789" y="3565308"/>
                </a:lnTo>
                <a:cubicBezTo>
                  <a:pt x="5785267" y="3660536"/>
                  <a:pt x="5614839" y="3833520"/>
                  <a:pt x="5568671" y="3876951"/>
                </a:cubicBezTo>
                <a:lnTo>
                  <a:pt x="5562699" y="3882143"/>
                </a:lnTo>
                <a:lnTo>
                  <a:pt x="5553125" y="3882143"/>
                </a:lnTo>
                <a:lnTo>
                  <a:pt x="5554075" y="3880040"/>
                </a:lnTo>
                <a:cubicBezTo>
                  <a:pt x="5565495" y="3872902"/>
                  <a:pt x="5814561" y="3619930"/>
                  <a:pt x="5911033" y="3521579"/>
                </a:cubicBezTo>
                <a:lnTo>
                  <a:pt x="5911033" y="3167176"/>
                </a:lnTo>
                <a:lnTo>
                  <a:pt x="5676992" y="2932237"/>
                </a:lnTo>
                <a:cubicBezTo>
                  <a:pt x="5675490" y="2930810"/>
                  <a:pt x="5675490" y="2928405"/>
                  <a:pt x="5676992" y="2926903"/>
                </a:cubicBezTo>
                <a:close/>
                <a:moveTo>
                  <a:pt x="11520651" y="2848989"/>
                </a:moveTo>
                <a:lnTo>
                  <a:pt x="11738688" y="2848989"/>
                </a:lnTo>
                <a:cubicBezTo>
                  <a:pt x="11740791" y="2848989"/>
                  <a:pt x="11742444" y="2850717"/>
                  <a:pt x="11742444" y="2852746"/>
                </a:cubicBezTo>
                <a:cubicBezTo>
                  <a:pt x="11742444" y="2854775"/>
                  <a:pt x="11740791" y="2856503"/>
                  <a:pt x="11738688" y="2856503"/>
                </a:cubicBezTo>
                <a:lnTo>
                  <a:pt x="11528165" y="2856503"/>
                </a:lnTo>
                <a:lnTo>
                  <a:pt x="11528165" y="2979642"/>
                </a:lnTo>
                <a:lnTo>
                  <a:pt x="11638173" y="3088029"/>
                </a:lnTo>
                <a:lnTo>
                  <a:pt x="11690227" y="3035764"/>
                </a:lnTo>
                <a:lnTo>
                  <a:pt x="11608031" y="2953268"/>
                </a:lnTo>
                <a:cubicBezTo>
                  <a:pt x="11606528" y="2951766"/>
                  <a:pt x="11606528" y="2949361"/>
                  <a:pt x="11608031" y="2947934"/>
                </a:cubicBezTo>
                <a:cubicBezTo>
                  <a:pt x="11609534" y="2946431"/>
                  <a:pt x="11611863" y="2946431"/>
                  <a:pt x="11613365" y="2947934"/>
                </a:cubicBezTo>
                <a:lnTo>
                  <a:pt x="11700896" y="3035840"/>
                </a:lnTo>
                <a:lnTo>
                  <a:pt x="11643570" y="3093377"/>
                </a:lnTo>
                <a:lnTo>
                  <a:pt x="11681560" y="3131054"/>
                </a:lnTo>
                <a:lnTo>
                  <a:pt x="11766487" y="3045832"/>
                </a:lnTo>
                <a:lnTo>
                  <a:pt x="11893012" y="3172808"/>
                </a:lnTo>
                <a:lnTo>
                  <a:pt x="11835910" y="3223972"/>
                </a:lnTo>
                <a:lnTo>
                  <a:pt x="11835910" y="3223897"/>
                </a:lnTo>
                <a:lnTo>
                  <a:pt x="11777757" y="3165519"/>
                </a:lnTo>
                <a:cubicBezTo>
                  <a:pt x="11776254" y="3164015"/>
                  <a:pt x="11776254" y="3161613"/>
                  <a:pt x="11777757" y="3160185"/>
                </a:cubicBezTo>
                <a:cubicBezTo>
                  <a:pt x="11779260" y="3158682"/>
                  <a:pt x="11781590" y="3158682"/>
                  <a:pt x="11783092" y="3160185"/>
                </a:cubicBezTo>
                <a:lnTo>
                  <a:pt x="11836211" y="3213530"/>
                </a:lnTo>
                <a:lnTo>
                  <a:pt x="11882042" y="3172507"/>
                </a:lnTo>
                <a:lnTo>
                  <a:pt x="11766487" y="3056501"/>
                </a:lnTo>
                <a:lnTo>
                  <a:pt x="11686916" y="3136368"/>
                </a:lnTo>
                <a:lnTo>
                  <a:pt x="11722064" y="3171228"/>
                </a:lnTo>
                <a:cubicBezTo>
                  <a:pt x="11863559" y="3312180"/>
                  <a:pt x="11863559" y="3316180"/>
                  <a:pt x="11863559" y="3317815"/>
                </a:cubicBezTo>
                <a:lnTo>
                  <a:pt x="11863559" y="3481229"/>
                </a:lnTo>
                <a:cubicBezTo>
                  <a:pt x="11863559" y="3483333"/>
                  <a:pt x="11861907" y="3484987"/>
                  <a:pt x="11859802" y="3484987"/>
                </a:cubicBezTo>
                <a:lnTo>
                  <a:pt x="11859727" y="3484987"/>
                </a:lnTo>
                <a:cubicBezTo>
                  <a:pt x="11857623" y="3484987"/>
                  <a:pt x="11855970" y="3483258"/>
                  <a:pt x="11855970" y="3481229"/>
                </a:cubicBezTo>
                <a:lnTo>
                  <a:pt x="11855970" y="3437503"/>
                </a:lnTo>
                <a:lnTo>
                  <a:pt x="11668061" y="3437503"/>
                </a:lnTo>
                <a:lnTo>
                  <a:pt x="11668061" y="3217888"/>
                </a:lnTo>
                <a:lnTo>
                  <a:pt x="11813145" y="3363496"/>
                </a:lnTo>
                <a:lnTo>
                  <a:pt x="11752587" y="3363496"/>
                </a:lnTo>
                <a:cubicBezTo>
                  <a:pt x="11750483" y="3363496"/>
                  <a:pt x="11748830" y="3361768"/>
                  <a:pt x="11748830" y="3359740"/>
                </a:cubicBezTo>
                <a:cubicBezTo>
                  <a:pt x="11748830" y="3357710"/>
                  <a:pt x="11750483" y="3355983"/>
                  <a:pt x="11752587" y="3355983"/>
                </a:cubicBezTo>
                <a:lnTo>
                  <a:pt x="11794962" y="3355983"/>
                </a:lnTo>
                <a:lnTo>
                  <a:pt x="11675651" y="3236220"/>
                </a:lnTo>
                <a:lnTo>
                  <a:pt x="11675651" y="3429991"/>
                </a:lnTo>
                <a:lnTo>
                  <a:pt x="11855970" y="3429991"/>
                </a:lnTo>
                <a:lnTo>
                  <a:pt x="11855970" y="3318792"/>
                </a:lnTo>
                <a:cubicBezTo>
                  <a:pt x="11850561" y="3311166"/>
                  <a:pt x="11799358" y="3259267"/>
                  <a:pt x="11733335" y="3193376"/>
                </a:cubicBezTo>
                <a:lnTo>
                  <a:pt x="11637457" y="3098158"/>
                </a:lnTo>
                <a:lnTo>
                  <a:pt x="11637183" y="3098275"/>
                </a:lnTo>
                <a:lnTo>
                  <a:pt x="11637107" y="3098201"/>
                </a:lnTo>
                <a:cubicBezTo>
                  <a:pt x="11636131" y="3098201"/>
                  <a:pt x="11635155" y="3097824"/>
                  <a:pt x="11634478" y="3097073"/>
                </a:cubicBezTo>
                <a:lnTo>
                  <a:pt x="11634478" y="3095197"/>
                </a:lnTo>
                <a:lnTo>
                  <a:pt x="11627055" y="3087828"/>
                </a:lnTo>
                <a:cubicBezTo>
                  <a:pt x="11590507" y="3051669"/>
                  <a:pt x="11554123" y="3015799"/>
                  <a:pt x="11521778" y="2984000"/>
                </a:cubicBezTo>
                <a:lnTo>
                  <a:pt x="11520651" y="2982874"/>
                </a:lnTo>
                <a:close/>
                <a:moveTo>
                  <a:pt x="445314" y="2848989"/>
                </a:moveTo>
                <a:lnTo>
                  <a:pt x="663352" y="2848989"/>
                </a:lnTo>
                <a:lnTo>
                  <a:pt x="663352" y="2982874"/>
                </a:lnTo>
                <a:lnTo>
                  <a:pt x="662225" y="2984000"/>
                </a:lnTo>
                <a:cubicBezTo>
                  <a:pt x="629879" y="3015799"/>
                  <a:pt x="593497" y="3051669"/>
                  <a:pt x="556947" y="3087828"/>
                </a:cubicBezTo>
                <a:lnTo>
                  <a:pt x="549525" y="3095197"/>
                </a:lnTo>
                <a:lnTo>
                  <a:pt x="549525" y="3097073"/>
                </a:lnTo>
                <a:cubicBezTo>
                  <a:pt x="548848" y="3097824"/>
                  <a:pt x="547872" y="3098201"/>
                  <a:pt x="546896" y="3098201"/>
                </a:cubicBezTo>
                <a:lnTo>
                  <a:pt x="546819" y="3098275"/>
                </a:lnTo>
                <a:lnTo>
                  <a:pt x="546545" y="3098158"/>
                </a:lnTo>
                <a:lnTo>
                  <a:pt x="450668" y="3193376"/>
                </a:lnTo>
                <a:cubicBezTo>
                  <a:pt x="384644" y="3259267"/>
                  <a:pt x="333441" y="3311166"/>
                  <a:pt x="328032" y="3318792"/>
                </a:cubicBezTo>
                <a:lnTo>
                  <a:pt x="328032" y="3429991"/>
                </a:lnTo>
                <a:lnTo>
                  <a:pt x="508352" y="3429991"/>
                </a:lnTo>
                <a:lnTo>
                  <a:pt x="508352" y="3236220"/>
                </a:lnTo>
                <a:lnTo>
                  <a:pt x="389040" y="3355983"/>
                </a:lnTo>
                <a:lnTo>
                  <a:pt x="431416" y="3355983"/>
                </a:lnTo>
                <a:cubicBezTo>
                  <a:pt x="433520" y="3355983"/>
                  <a:pt x="435172" y="3357710"/>
                  <a:pt x="435172" y="3359740"/>
                </a:cubicBezTo>
                <a:cubicBezTo>
                  <a:pt x="435172" y="3361768"/>
                  <a:pt x="433520" y="3363496"/>
                  <a:pt x="431416" y="3363496"/>
                </a:cubicBezTo>
                <a:lnTo>
                  <a:pt x="370857" y="3363496"/>
                </a:lnTo>
                <a:lnTo>
                  <a:pt x="515941" y="3217888"/>
                </a:lnTo>
                <a:lnTo>
                  <a:pt x="515941" y="3437503"/>
                </a:lnTo>
                <a:lnTo>
                  <a:pt x="328032" y="3437503"/>
                </a:lnTo>
                <a:lnTo>
                  <a:pt x="328032" y="3481229"/>
                </a:lnTo>
                <a:cubicBezTo>
                  <a:pt x="328032" y="3483258"/>
                  <a:pt x="326380" y="3484987"/>
                  <a:pt x="324275" y="3484987"/>
                </a:cubicBezTo>
                <a:lnTo>
                  <a:pt x="324201" y="3484987"/>
                </a:lnTo>
                <a:cubicBezTo>
                  <a:pt x="322096" y="3484987"/>
                  <a:pt x="320443" y="3483333"/>
                  <a:pt x="320443" y="3481229"/>
                </a:cubicBezTo>
                <a:lnTo>
                  <a:pt x="320443" y="3317815"/>
                </a:lnTo>
                <a:cubicBezTo>
                  <a:pt x="320443" y="3316180"/>
                  <a:pt x="320443" y="3312180"/>
                  <a:pt x="461938" y="3171228"/>
                </a:cubicBezTo>
                <a:lnTo>
                  <a:pt x="497086" y="3136368"/>
                </a:lnTo>
                <a:lnTo>
                  <a:pt x="417515" y="3056501"/>
                </a:lnTo>
                <a:lnTo>
                  <a:pt x="301960" y="3172507"/>
                </a:lnTo>
                <a:lnTo>
                  <a:pt x="347791" y="3213530"/>
                </a:lnTo>
                <a:lnTo>
                  <a:pt x="400911" y="3160185"/>
                </a:lnTo>
                <a:cubicBezTo>
                  <a:pt x="402413" y="3158682"/>
                  <a:pt x="404743" y="3158682"/>
                  <a:pt x="406245" y="3160185"/>
                </a:cubicBezTo>
                <a:cubicBezTo>
                  <a:pt x="407749" y="3161613"/>
                  <a:pt x="407749" y="3164015"/>
                  <a:pt x="406245" y="3165519"/>
                </a:cubicBezTo>
                <a:lnTo>
                  <a:pt x="348092" y="3223897"/>
                </a:lnTo>
                <a:lnTo>
                  <a:pt x="348092" y="3223972"/>
                </a:lnTo>
                <a:lnTo>
                  <a:pt x="290991" y="3172808"/>
                </a:lnTo>
                <a:lnTo>
                  <a:pt x="417515" y="3045832"/>
                </a:lnTo>
                <a:lnTo>
                  <a:pt x="502442" y="3131054"/>
                </a:lnTo>
                <a:lnTo>
                  <a:pt x="540432" y="3093377"/>
                </a:lnTo>
                <a:lnTo>
                  <a:pt x="483107" y="3035840"/>
                </a:lnTo>
                <a:lnTo>
                  <a:pt x="570637" y="2947934"/>
                </a:lnTo>
                <a:cubicBezTo>
                  <a:pt x="572140" y="2946431"/>
                  <a:pt x="574468" y="2946431"/>
                  <a:pt x="575971" y="2947934"/>
                </a:cubicBezTo>
                <a:cubicBezTo>
                  <a:pt x="577475" y="2949361"/>
                  <a:pt x="577475" y="2951766"/>
                  <a:pt x="575971" y="2953268"/>
                </a:cubicBezTo>
                <a:lnTo>
                  <a:pt x="493776" y="3035764"/>
                </a:lnTo>
                <a:lnTo>
                  <a:pt x="545829" y="3088029"/>
                </a:lnTo>
                <a:lnTo>
                  <a:pt x="655838" y="2979642"/>
                </a:lnTo>
                <a:lnTo>
                  <a:pt x="655838" y="2856503"/>
                </a:lnTo>
                <a:lnTo>
                  <a:pt x="445314" y="2856503"/>
                </a:lnTo>
                <a:cubicBezTo>
                  <a:pt x="443211" y="2856503"/>
                  <a:pt x="441559" y="2854775"/>
                  <a:pt x="441559" y="2852746"/>
                </a:cubicBezTo>
                <a:cubicBezTo>
                  <a:pt x="441559" y="2850717"/>
                  <a:pt x="443211" y="2848989"/>
                  <a:pt x="445314" y="2848989"/>
                </a:cubicBezTo>
                <a:close/>
                <a:moveTo>
                  <a:pt x="10156155" y="2843354"/>
                </a:moveTo>
                <a:lnTo>
                  <a:pt x="10574197" y="3262889"/>
                </a:lnTo>
                <a:lnTo>
                  <a:pt x="10574197" y="3331788"/>
                </a:lnTo>
                <a:lnTo>
                  <a:pt x="10347458" y="3331788"/>
                </a:lnTo>
                <a:lnTo>
                  <a:pt x="10343933" y="3340333"/>
                </a:lnTo>
                <a:cubicBezTo>
                  <a:pt x="10339538" y="3344755"/>
                  <a:pt x="10333472" y="3347498"/>
                  <a:pt x="10326784" y="3347498"/>
                </a:cubicBezTo>
                <a:cubicBezTo>
                  <a:pt x="10313410" y="3347498"/>
                  <a:pt x="10302516" y="3336603"/>
                  <a:pt x="10302516" y="3323080"/>
                </a:cubicBezTo>
                <a:cubicBezTo>
                  <a:pt x="10302516" y="3309555"/>
                  <a:pt x="10313410" y="3298662"/>
                  <a:pt x="10326784" y="3298662"/>
                </a:cubicBezTo>
                <a:cubicBezTo>
                  <a:pt x="10340158" y="3298662"/>
                  <a:pt x="10351052" y="3309555"/>
                  <a:pt x="10351052" y="3323080"/>
                </a:cubicBezTo>
                <a:lnTo>
                  <a:pt x="10350560" y="3324273"/>
                </a:lnTo>
                <a:lnTo>
                  <a:pt x="10566684" y="3324273"/>
                </a:lnTo>
                <a:lnTo>
                  <a:pt x="10566684" y="3266044"/>
                </a:lnTo>
                <a:lnTo>
                  <a:pt x="10539347" y="3238609"/>
                </a:lnTo>
                <a:lnTo>
                  <a:pt x="10538734" y="3239222"/>
                </a:lnTo>
                <a:lnTo>
                  <a:pt x="10337077" y="3239222"/>
                </a:lnTo>
                <a:cubicBezTo>
                  <a:pt x="10334973" y="3239222"/>
                  <a:pt x="10333320" y="3237495"/>
                  <a:pt x="10333320" y="3235465"/>
                </a:cubicBezTo>
                <a:cubicBezTo>
                  <a:pt x="10333320" y="3233437"/>
                  <a:pt x="10334973" y="3231709"/>
                  <a:pt x="10337077" y="3231709"/>
                </a:cubicBezTo>
                <a:lnTo>
                  <a:pt x="10532470" y="3231709"/>
                </a:lnTo>
                <a:lnTo>
                  <a:pt x="10337978" y="3036530"/>
                </a:lnTo>
                <a:lnTo>
                  <a:pt x="10337978" y="3138732"/>
                </a:lnTo>
                <a:lnTo>
                  <a:pt x="10351446" y="3144337"/>
                </a:lnTo>
                <a:cubicBezTo>
                  <a:pt x="10355841" y="3148751"/>
                  <a:pt x="10358565" y="3154856"/>
                  <a:pt x="10358565" y="3161619"/>
                </a:cubicBezTo>
                <a:cubicBezTo>
                  <a:pt x="10358565" y="3175068"/>
                  <a:pt x="10347671" y="3186036"/>
                  <a:pt x="10334298" y="3186036"/>
                </a:cubicBezTo>
                <a:cubicBezTo>
                  <a:pt x="10320923" y="3186036"/>
                  <a:pt x="10310028" y="3175143"/>
                  <a:pt x="10310028" y="3161619"/>
                </a:cubicBezTo>
                <a:cubicBezTo>
                  <a:pt x="10310028" y="3154856"/>
                  <a:pt x="10312752" y="3148751"/>
                  <a:pt x="10317148" y="3144337"/>
                </a:cubicBezTo>
                <a:lnTo>
                  <a:pt x="10330465" y="3138796"/>
                </a:lnTo>
                <a:lnTo>
                  <a:pt x="10330465" y="3033134"/>
                </a:lnTo>
                <a:lnTo>
                  <a:pt x="10332533" y="3031066"/>
                </a:lnTo>
                <a:lnTo>
                  <a:pt x="10163669" y="2861611"/>
                </a:lnTo>
                <a:lnTo>
                  <a:pt x="10163669" y="2975362"/>
                </a:lnTo>
                <a:cubicBezTo>
                  <a:pt x="10163669" y="2977464"/>
                  <a:pt x="10162015" y="2979115"/>
                  <a:pt x="10159912" y="2979115"/>
                </a:cubicBezTo>
                <a:cubicBezTo>
                  <a:pt x="10157808" y="2979115"/>
                  <a:pt x="10156155" y="2977390"/>
                  <a:pt x="10156155" y="2975362"/>
                </a:cubicBezTo>
                <a:close/>
                <a:moveTo>
                  <a:pt x="2027847" y="2843354"/>
                </a:moveTo>
                <a:lnTo>
                  <a:pt x="2027847" y="2975362"/>
                </a:lnTo>
                <a:cubicBezTo>
                  <a:pt x="2027847" y="2977390"/>
                  <a:pt x="2026194" y="2979115"/>
                  <a:pt x="2024090" y="2979115"/>
                </a:cubicBezTo>
                <a:cubicBezTo>
                  <a:pt x="2021987" y="2979115"/>
                  <a:pt x="2020334" y="2977464"/>
                  <a:pt x="2020334" y="2975362"/>
                </a:cubicBezTo>
                <a:lnTo>
                  <a:pt x="2020334" y="2861611"/>
                </a:lnTo>
                <a:lnTo>
                  <a:pt x="1851470" y="3031066"/>
                </a:lnTo>
                <a:lnTo>
                  <a:pt x="1853537" y="3033134"/>
                </a:lnTo>
                <a:lnTo>
                  <a:pt x="1853537" y="3138796"/>
                </a:lnTo>
                <a:lnTo>
                  <a:pt x="1866855" y="3144337"/>
                </a:lnTo>
                <a:cubicBezTo>
                  <a:pt x="1871251" y="3148751"/>
                  <a:pt x="1873974" y="3154856"/>
                  <a:pt x="1873974" y="3161619"/>
                </a:cubicBezTo>
                <a:cubicBezTo>
                  <a:pt x="1873974" y="3175143"/>
                  <a:pt x="1863079" y="3186036"/>
                  <a:pt x="1849705" y="3186036"/>
                </a:cubicBezTo>
                <a:cubicBezTo>
                  <a:pt x="1836332" y="3186036"/>
                  <a:pt x="1825438" y="3175068"/>
                  <a:pt x="1825438" y="3161619"/>
                </a:cubicBezTo>
                <a:cubicBezTo>
                  <a:pt x="1825438" y="3154856"/>
                  <a:pt x="1828161" y="3148751"/>
                  <a:pt x="1832557" y="3144337"/>
                </a:cubicBezTo>
                <a:lnTo>
                  <a:pt x="1846024" y="3138732"/>
                </a:lnTo>
                <a:lnTo>
                  <a:pt x="1846024" y="3036530"/>
                </a:lnTo>
                <a:lnTo>
                  <a:pt x="1651532" y="3231709"/>
                </a:lnTo>
                <a:lnTo>
                  <a:pt x="1846925" y="3231709"/>
                </a:lnTo>
                <a:cubicBezTo>
                  <a:pt x="1849030" y="3231709"/>
                  <a:pt x="1850683" y="3233437"/>
                  <a:pt x="1850683" y="3235465"/>
                </a:cubicBezTo>
                <a:cubicBezTo>
                  <a:pt x="1850683" y="3237495"/>
                  <a:pt x="1849030" y="3239222"/>
                  <a:pt x="1846925" y="3239222"/>
                </a:cubicBezTo>
                <a:lnTo>
                  <a:pt x="1645268" y="3239222"/>
                </a:lnTo>
                <a:lnTo>
                  <a:pt x="1644656" y="3238609"/>
                </a:lnTo>
                <a:lnTo>
                  <a:pt x="1617318" y="3266044"/>
                </a:lnTo>
                <a:lnTo>
                  <a:pt x="1617318" y="3324273"/>
                </a:lnTo>
                <a:lnTo>
                  <a:pt x="1833443" y="3324273"/>
                </a:lnTo>
                <a:lnTo>
                  <a:pt x="1832951" y="3323080"/>
                </a:lnTo>
                <a:cubicBezTo>
                  <a:pt x="1832951" y="3309555"/>
                  <a:pt x="1843845" y="3298662"/>
                  <a:pt x="1857218" y="3298662"/>
                </a:cubicBezTo>
                <a:cubicBezTo>
                  <a:pt x="1870593" y="3298662"/>
                  <a:pt x="1881487" y="3309555"/>
                  <a:pt x="1881487" y="3323080"/>
                </a:cubicBezTo>
                <a:cubicBezTo>
                  <a:pt x="1881487" y="3336603"/>
                  <a:pt x="1870593" y="3347498"/>
                  <a:pt x="1857218" y="3347498"/>
                </a:cubicBezTo>
                <a:cubicBezTo>
                  <a:pt x="1850531" y="3347498"/>
                  <a:pt x="1844464" y="3344755"/>
                  <a:pt x="1840069" y="3340333"/>
                </a:cubicBezTo>
                <a:lnTo>
                  <a:pt x="1836544" y="3331788"/>
                </a:lnTo>
                <a:lnTo>
                  <a:pt x="1609805" y="3331788"/>
                </a:lnTo>
                <a:lnTo>
                  <a:pt x="1609805" y="3262889"/>
                </a:lnTo>
                <a:close/>
                <a:moveTo>
                  <a:pt x="8068655" y="2843279"/>
                </a:moveTo>
                <a:lnTo>
                  <a:pt x="8068655" y="2948703"/>
                </a:lnTo>
                <a:lnTo>
                  <a:pt x="8084151" y="2955152"/>
                </a:lnTo>
                <a:cubicBezTo>
                  <a:pt x="8088546" y="2959566"/>
                  <a:pt x="8091269" y="2965671"/>
                  <a:pt x="8091269" y="2972433"/>
                </a:cubicBezTo>
                <a:cubicBezTo>
                  <a:pt x="8091269" y="2985881"/>
                  <a:pt x="8080375" y="2996850"/>
                  <a:pt x="8067002" y="2996850"/>
                </a:cubicBezTo>
                <a:cubicBezTo>
                  <a:pt x="8053627" y="2996850"/>
                  <a:pt x="8042733" y="2985956"/>
                  <a:pt x="8042733" y="2972433"/>
                </a:cubicBezTo>
                <a:cubicBezTo>
                  <a:pt x="8042733" y="2965671"/>
                  <a:pt x="8045456" y="2959566"/>
                  <a:pt x="8049852" y="2955152"/>
                </a:cubicBezTo>
                <a:lnTo>
                  <a:pt x="8061142" y="2950453"/>
                </a:lnTo>
                <a:lnTo>
                  <a:pt x="8061142" y="2861537"/>
                </a:lnTo>
                <a:lnTo>
                  <a:pt x="7894346" y="3028919"/>
                </a:lnTo>
                <a:lnTo>
                  <a:pt x="7894346" y="3148766"/>
                </a:lnTo>
                <a:cubicBezTo>
                  <a:pt x="7894346" y="3150869"/>
                  <a:pt x="7892693" y="3152522"/>
                  <a:pt x="7890589" y="3152522"/>
                </a:cubicBezTo>
                <a:cubicBezTo>
                  <a:pt x="7888486" y="3152522"/>
                  <a:pt x="7886833" y="3150795"/>
                  <a:pt x="7886833" y="3148766"/>
                </a:cubicBezTo>
                <a:lnTo>
                  <a:pt x="7886833" y="3036458"/>
                </a:lnTo>
                <a:lnTo>
                  <a:pt x="7692266" y="3231712"/>
                </a:lnTo>
                <a:lnTo>
                  <a:pt x="7863594" y="3231712"/>
                </a:lnTo>
                <a:lnTo>
                  <a:pt x="7861738" y="3227209"/>
                </a:lnTo>
                <a:cubicBezTo>
                  <a:pt x="7861738" y="3213684"/>
                  <a:pt x="7872632" y="3202790"/>
                  <a:pt x="7886005" y="3202790"/>
                </a:cubicBezTo>
                <a:cubicBezTo>
                  <a:pt x="7899379" y="3202790"/>
                  <a:pt x="7910273" y="3213684"/>
                  <a:pt x="7910273" y="3227209"/>
                </a:cubicBezTo>
                <a:cubicBezTo>
                  <a:pt x="7910273" y="3240658"/>
                  <a:pt x="7899379" y="3251626"/>
                  <a:pt x="7886005" y="3251626"/>
                </a:cubicBezTo>
                <a:cubicBezTo>
                  <a:pt x="7879318" y="3251626"/>
                  <a:pt x="7873251" y="3248902"/>
                  <a:pt x="7868857" y="3244488"/>
                </a:cubicBezTo>
                <a:lnTo>
                  <a:pt x="7866689" y="3239226"/>
                </a:lnTo>
                <a:lnTo>
                  <a:pt x="7686076" y="3239226"/>
                </a:lnTo>
                <a:lnTo>
                  <a:pt x="7685427" y="3238576"/>
                </a:lnTo>
                <a:lnTo>
                  <a:pt x="7658126" y="3265975"/>
                </a:lnTo>
                <a:lnTo>
                  <a:pt x="7658126" y="3324202"/>
                </a:lnTo>
                <a:lnTo>
                  <a:pt x="7887733" y="3324202"/>
                </a:lnTo>
                <a:cubicBezTo>
                  <a:pt x="7889838" y="3324202"/>
                  <a:pt x="7891491" y="3325931"/>
                  <a:pt x="7891491" y="3327960"/>
                </a:cubicBezTo>
                <a:cubicBezTo>
                  <a:pt x="7891491" y="3329987"/>
                  <a:pt x="7889838" y="3331717"/>
                  <a:pt x="7887733" y="3331717"/>
                </a:cubicBezTo>
                <a:lnTo>
                  <a:pt x="7887733" y="3331791"/>
                </a:lnTo>
                <a:lnTo>
                  <a:pt x="7650613" y="3331791"/>
                </a:lnTo>
                <a:lnTo>
                  <a:pt x="7650613" y="3262819"/>
                </a:lnTo>
                <a:close/>
                <a:moveTo>
                  <a:pt x="4115349" y="2843279"/>
                </a:moveTo>
                <a:lnTo>
                  <a:pt x="4533390" y="3262819"/>
                </a:lnTo>
                <a:lnTo>
                  <a:pt x="4533390" y="3331791"/>
                </a:lnTo>
                <a:lnTo>
                  <a:pt x="4296270" y="3331791"/>
                </a:lnTo>
                <a:lnTo>
                  <a:pt x="4296270" y="3331717"/>
                </a:lnTo>
                <a:cubicBezTo>
                  <a:pt x="4294166" y="3331717"/>
                  <a:pt x="4292513" y="3329987"/>
                  <a:pt x="4292513" y="3327960"/>
                </a:cubicBezTo>
                <a:cubicBezTo>
                  <a:pt x="4292513" y="3325931"/>
                  <a:pt x="4294166" y="3324202"/>
                  <a:pt x="4296270" y="3324202"/>
                </a:cubicBezTo>
                <a:lnTo>
                  <a:pt x="4525878" y="3324202"/>
                </a:lnTo>
                <a:lnTo>
                  <a:pt x="4525878" y="3265975"/>
                </a:lnTo>
                <a:lnTo>
                  <a:pt x="4498577" y="3238576"/>
                </a:lnTo>
                <a:lnTo>
                  <a:pt x="4497927" y="3239226"/>
                </a:lnTo>
                <a:lnTo>
                  <a:pt x="4317314" y="3239226"/>
                </a:lnTo>
                <a:lnTo>
                  <a:pt x="4315146" y="3244488"/>
                </a:lnTo>
                <a:cubicBezTo>
                  <a:pt x="4310751" y="3248902"/>
                  <a:pt x="4304684" y="3251626"/>
                  <a:pt x="4297997" y="3251626"/>
                </a:cubicBezTo>
                <a:cubicBezTo>
                  <a:pt x="4284625" y="3251626"/>
                  <a:pt x="4273730" y="3240658"/>
                  <a:pt x="4273730" y="3227209"/>
                </a:cubicBezTo>
                <a:cubicBezTo>
                  <a:pt x="4273730" y="3213684"/>
                  <a:pt x="4284625" y="3202790"/>
                  <a:pt x="4297997" y="3202790"/>
                </a:cubicBezTo>
                <a:cubicBezTo>
                  <a:pt x="4311372" y="3202790"/>
                  <a:pt x="4322264" y="3213684"/>
                  <a:pt x="4322264" y="3227209"/>
                </a:cubicBezTo>
                <a:lnTo>
                  <a:pt x="4320410" y="3231712"/>
                </a:lnTo>
                <a:lnTo>
                  <a:pt x="4491736" y="3231712"/>
                </a:lnTo>
                <a:lnTo>
                  <a:pt x="4297171" y="3036458"/>
                </a:lnTo>
                <a:lnTo>
                  <a:pt x="4297171" y="3148766"/>
                </a:lnTo>
                <a:cubicBezTo>
                  <a:pt x="4297171" y="3150795"/>
                  <a:pt x="4295518" y="3152522"/>
                  <a:pt x="4293415" y="3152522"/>
                </a:cubicBezTo>
                <a:cubicBezTo>
                  <a:pt x="4291311" y="3152522"/>
                  <a:pt x="4289657" y="3150869"/>
                  <a:pt x="4289657" y="3148766"/>
                </a:cubicBezTo>
                <a:lnTo>
                  <a:pt x="4289657" y="3028919"/>
                </a:lnTo>
                <a:lnTo>
                  <a:pt x="4122862" y="2861537"/>
                </a:lnTo>
                <a:lnTo>
                  <a:pt x="4122862" y="2950453"/>
                </a:lnTo>
                <a:lnTo>
                  <a:pt x="4134151" y="2955152"/>
                </a:lnTo>
                <a:cubicBezTo>
                  <a:pt x="4138547" y="2959566"/>
                  <a:pt x="4141270" y="2965671"/>
                  <a:pt x="4141270" y="2972433"/>
                </a:cubicBezTo>
                <a:cubicBezTo>
                  <a:pt x="4141270" y="2985956"/>
                  <a:pt x="4130375" y="2996850"/>
                  <a:pt x="4117002" y="2996850"/>
                </a:cubicBezTo>
                <a:cubicBezTo>
                  <a:pt x="4103628" y="2996850"/>
                  <a:pt x="4092734" y="2985881"/>
                  <a:pt x="4092734" y="2972433"/>
                </a:cubicBezTo>
                <a:cubicBezTo>
                  <a:pt x="4092734" y="2965671"/>
                  <a:pt x="4095457" y="2959566"/>
                  <a:pt x="4099853" y="2955152"/>
                </a:cubicBezTo>
                <a:lnTo>
                  <a:pt x="4115349" y="2948703"/>
                </a:lnTo>
                <a:close/>
                <a:moveTo>
                  <a:pt x="6492961" y="2830732"/>
                </a:moveTo>
                <a:cubicBezTo>
                  <a:pt x="6499648" y="2830732"/>
                  <a:pt x="6505715" y="2833456"/>
                  <a:pt x="6510109" y="2837870"/>
                </a:cubicBezTo>
                <a:lnTo>
                  <a:pt x="6514691" y="2848989"/>
                </a:lnTo>
                <a:lnTo>
                  <a:pt x="6704236" y="2848989"/>
                </a:lnTo>
                <a:lnTo>
                  <a:pt x="6704236" y="2982875"/>
                </a:lnTo>
                <a:lnTo>
                  <a:pt x="6703109" y="2984001"/>
                </a:lnTo>
                <a:cubicBezTo>
                  <a:pt x="6670744" y="3015803"/>
                  <a:pt x="6634348" y="3051673"/>
                  <a:pt x="6597788" y="3087831"/>
                </a:cubicBezTo>
                <a:lnTo>
                  <a:pt x="6590408" y="3095159"/>
                </a:lnTo>
                <a:lnTo>
                  <a:pt x="6590408" y="3097001"/>
                </a:lnTo>
                <a:cubicBezTo>
                  <a:pt x="6589656" y="3097753"/>
                  <a:pt x="6588681" y="3098129"/>
                  <a:pt x="6587779" y="3098129"/>
                </a:cubicBezTo>
                <a:lnTo>
                  <a:pt x="6587703" y="3098204"/>
                </a:lnTo>
                <a:lnTo>
                  <a:pt x="6587450" y="3098096"/>
                </a:lnTo>
                <a:lnTo>
                  <a:pt x="6491495" y="3193379"/>
                </a:lnTo>
                <a:cubicBezTo>
                  <a:pt x="6425472" y="3259271"/>
                  <a:pt x="6374288" y="3311169"/>
                  <a:pt x="6368916" y="3318795"/>
                </a:cubicBezTo>
                <a:lnTo>
                  <a:pt x="6368916" y="3429993"/>
                </a:lnTo>
                <a:lnTo>
                  <a:pt x="6549236" y="3429993"/>
                </a:lnTo>
                <a:lnTo>
                  <a:pt x="6549236" y="3236224"/>
                </a:lnTo>
                <a:lnTo>
                  <a:pt x="6429923" y="3355986"/>
                </a:lnTo>
                <a:lnTo>
                  <a:pt x="6461691" y="3355986"/>
                </a:lnTo>
                <a:lnTo>
                  <a:pt x="6461630" y="3355837"/>
                </a:lnTo>
                <a:cubicBezTo>
                  <a:pt x="6461630" y="3342312"/>
                  <a:pt x="6472524" y="3331418"/>
                  <a:pt x="6485898" y="3331418"/>
                </a:cubicBezTo>
                <a:cubicBezTo>
                  <a:pt x="6499271" y="3331418"/>
                  <a:pt x="6510166" y="3342312"/>
                  <a:pt x="6510166" y="3355837"/>
                </a:cubicBezTo>
                <a:cubicBezTo>
                  <a:pt x="6510166" y="3369286"/>
                  <a:pt x="6499271" y="3380254"/>
                  <a:pt x="6485898" y="3380254"/>
                </a:cubicBezTo>
                <a:cubicBezTo>
                  <a:pt x="6479211" y="3380254"/>
                  <a:pt x="6473144" y="3377531"/>
                  <a:pt x="6468749" y="3373117"/>
                </a:cubicBezTo>
                <a:lnTo>
                  <a:pt x="6464787" y="3363499"/>
                </a:lnTo>
                <a:lnTo>
                  <a:pt x="6411743" y="3363499"/>
                </a:lnTo>
                <a:lnTo>
                  <a:pt x="6556824" y="3217891"/>
                </a:lnTo>
                <a:lnTo>
                  <a:pt x="6556824" y="3437505"/>
                </a:lnTo>
                <a:lnTo>
                  <a:pt x="6556750" y="3437505"/>
                </a:lnTo>
                <a:lnTo>
                  <a:pt x="6368916" y="3437505"/>
                </a:lnTo>
                <a:lnTo>
                  <a:pt x="6368916" y="3481233"/>
                </a:lnTo>
                <a:cubicBezTo>
                  <a:pt x="6368916" y="3483337"/>
                  <a:pt x="6367263" y="3484990"/>
                  <a:pt x="6365159" y="3484990"/>
                </a:cubicBezTo>
                <a:lnTo>
                  <a:pt x="6365084" y="3484990"/>
                </a:lnTo>
                <a:cubicBezTo>
                  <a:pt x="6362980" y="3484990"/>
                  <a:pt x="6361327" y="3483261"/>
                  <a:pt x="6361327" y="3481233"/>
                </a:cubicBezTo>
                <a:lnTo>
                  <a:pt x="6361327" y="3317818"/>
                </a:lnTo>
                <a:cubicBezTo>
                  <a:pt x="6361327" y="3316241"/>
                  <a:pt x="6361327" y="3312212"/>
                  <a:pt x="6502821" y="3171242"/>
                </a:cubicBezTo>
                <a:lnTo>
                  <a:pt x="6537973" y="3136375"/>
                </a:lnTo>
                <a:lnTo>
                  <a:pt x="6458323" y="3056430"/>
                </a:lnTo>
                <a:lnTo>
                  <a:pt x="6342769" y="3172436"/>
                </a:lnTo>
                <a:lnTo>
                  <a:pt x="6388601" y="3213459"/>
                </a:lnTo>
                <a:lnTo>
                  <a:pt x="6441720" y="3160113"/>
                </a:lnTo>
                <a:cubicBezTo>
                  <a:pt x="6443222" y="3158611"/>
                  <a:pt x="6445551" y="3158611"/>
                  <a:pt x="6447054" y="3160113"/>
                </a:cubicBezTo>
                <a:cubicBezTo>
                  <a:pt x="6448556" y="3161617"/>
                  <a:pt x="6448556" y="3164021"/>
                  <a:pt x="6447054" y="3165448"/>
                </a:cubicBezTo>
                <a:lnTo>
                  <a:pt x="6388900" y="3223828"/>
                </a:lnTo>
                <a:lnTo>
                  <a:pt x="6388900" y="3223902"/>
                </a:lnTo>
                <a:lnTo>
                  <a:pt x="6331799" y="3172736"/>
                </a:lnTo>
                <a:lnTo>
                  <a:pt x="6458323" y="3045761"/>
                </a:lnTo>
                <a:lnTo>
                  <a:pt x="6543329" y="3131061"/>
                </a:lnTo>
                <a:lnTo>
                  <a:pt x="6581355" y="3093345"/>
                </a:lnTo>
                <a:lnTo>
                  <a:pt x="6523990" y="3035768"/>
                </a:lnTo>
                <a:lnTo>
                  <a:pt x="6592393" y="2967072"/>
                </a:lnTo>
                <a:lnTo>
                  <a:pt x="6587329" y="2954776"/>
                </a:lnTo>
                <a:cubicBezTo>
                  <a:pt x="6587329" y="2941251"/>
                  <a:pt x="6598222" y="2930359"/>
                  <a:pt x="6611596" y="2930359"/>
                </a:cubicBezTo>
                <a:cubicBezTo>
                  <a:pt x="6624970" y="2930359"/>
                  <a:pt x="6635863" y="2941251"/>
                  <a:pt x="6635863" y="2954776"/>
                </a:cubicBezTo>
                <a:cubicBezTo>
                  <a:pt x="6635863" y="2968224"/>
                  <a:pt x="6624970" y="2979195"/>
                  <a:pt x="6611596" y="2979195"/>
                </a:cubicBezTo>
                <a:lnTo>
                  <a:pt x="6597004" y="2973121"/>
                </a:lnTo>
                <a:lnTo>
                  <a:pt x="6534660" y="3035692"/>
                </a:lnTo>
                <a:lnTo>
                  <a:pt x="6586752" y="3087996"/>
                </a:lnTo>
                <a:lnTo>
                  <a:pt x="6696722" y="2979644"/>
                </a:lnTo>
                <a:lnTo>
                  <a:pt x="6696722" y="2856503"/>
                </a:lnTo>
                <a:lnTo>
                  <a:pt x="6516670" y="2856503"/>
                </a:lnTo>
                <a:lnTo>
                  <a:pt x="6510109" y="2872403"/>
                </a:lnTo>
                <a:cubicBezTo>
                  <a:pt x="6505715" y="2876826"/>
                  <a:pt x="6499648" y="2879568"/>
                  <a:pt x="6492961" y="2879568"/>
                </a:cubicBezTo>
                <a:cubicBezTo>
                  <a:pt x="6479587" y="2879568"/>
                  <a:pt x="6468692" y="2868673"/>
                  <a:pt x="6468692" y="2855150"/>
                </a:cubicBezTo>
                <a:cubicBezTo>
                  <a:pt x="6468692" y="2841626"/>
                  <a:pt x="6479587" y="2830732"/>
                  <a:pt x="6492961" y="2830732"/>
                </a:cubicBezTo>
                <a:close/>
                <a:moveTo>
                  <a:pt x="5691042" y="2830732"/>
                </a:moveTo>
                <a:cubicBezTo>
                  <a:pt x="5704417" y="2830732"/>
                  <a:pt x="5715310" y="2841626"/>
                  <a:pt x="5715310" y="2855150"/>
                </a:cubicBezTo>
                <a:cubicBezTo>
                  <a:pt x="5715310" y="2868673"/>
                  <a:pt x="5704417" y="2879568"/>
                  <a:pt x="5691042" y="2879568"/>
                </a:cubicBezTo>
                <a:cubicBezTo>
                  <a:pt x="5684355" y="2879568"/>
                  <a:pt x="5678288" y="2876826"/>
                  <a:pt x="5673893" y="2872403"/>
                </a:cubicBezTo>
                <a:lnTo>
                  <a:pt x="5667333" y="2856503"/>
                </a:lnTo>
                <a:lnTo>
                  <a:pt x="5487281" y="2856503"/>
                </a:lnTo>
                <a:lnTo>
                  <a:pt x="5487281" y="2979644"/>
                </a:lnTo>
                <a:lnTo>
                  <a:pt x="5597251" y="3087996"/>
                </a:lnTo>
                <a:lnTo>
                  <a:pt x="5649344" y="3035692"/>
                </a:lnTo>
                <a:lnTo>
                  <a:pt x="5586999" y="2973121"/>
                </a:lnTo>
                <a:lnTo>
                  <a:pt x="5572407" y="2979195"/>
                </a:lnTo>
                <a:cubicBezTo>
                  <a:pt x="5559034" y="2979195"/>
                  <a:pt x="5548139" y="2968224"/>
                  <a:pt x="5548139" y="2954776"/>
                </a:cubicBezTo>
                <a:cubicBezTo>
                  <a:pt x="5548139" y="2941251"/>
                  <a:pt x="5559034" y="2930359"/>
                  <a:pt x="5572407" y="2930359"/>
                </a:cubicBezTo>
                <a:cubicBezTo>
                  <a:pt x="5585781" y="2930359"/>
                  <a:pt x="5596674" y="2941251"/>
                  <a:pt x="5596674" y="2954776"/>
                </a:cubicBezTo>
                <a:lnTo>
                  <a:pt x="5591610" y="2967072"/>
                </a:lnTo>
                <a:lnTo>
                  <a:pt x="5660013" y="3035768"/>
                </a:lnTo>
                <a:lnTo>
                  <a:pt x="5602648" y="3093345"/>
                </a:lnTo>
                <a:lnTo>
                  <a:pt x="5640674" y="3131061"/>
                </a:lnTo>
                <a:lnTo>
                  <a:pt x="5725679" y="3045761"/>
                </a:lnTo>
                <a:lnTo>
                  <a:pt x="5852205" y="3172736"/>
                </a:lnTo>
                <a:lnTo>
                  <a:pt x="5795102" y="3223902"/>
                </a:lnTo>
                <a:lnTo>
                  <a:pt x="5795102" y="3223828"/>
                </a:lnTo>
                <a:lnTo>
                  <a:pt x="5736950" y="3165448"/>
                </a:lnTo>
                <a:cubicBezTo>
                  <a:pt x="5735447" y="3164021"/>
                  <a:pt x="5735447" y="3161617"/>
                  <a:pt x="5736950" y="3160113"/>
                </a:cubicBezTo>
                <a:cubicBezTo>
                  <a:pt x="5738451" y="3158611"/>
                  <a:pt x="5740781" y="3158611"/>
                  <a:pt x="5742284" y="3160113"/>
                </a:cubicBezTo>
                <a:lnTo>
                  <a:pt x="5795403" y="3213459"/>
                </a:lnTo>
                <a:lnTo>
                  <a:pt x="5841234" y="3172436"/>
                </a:lnTo>
                <a:lnTo>
                  <a:pt x="5725679" y="3056430"/>
                </a:lnTo>
                <a:lnTo>
                  <a:pt x="5646030" y="3136375"/>
                </a:lnTo>
                <a:lnTo>
                  <a:pt x="5681182" y="3171242"/>
                </a:lnTo>
                <a:cubicBezTo>
                  <a:pt x="5822676" y="3312212"/>
                  <a:pt x="5822676" y="3316241"/>
                  <a:pt x="5822676" y="3317818"/>
                </a:cubicBezTo>
                <a:lnTo>
                  <a:pt x="5822676" y="3481233"/>
                </a:lnTo>
                <a:cubicBezTo>
                  <a:pt x="5822676" y="3483261"/>
                  <a:pt x="5821023" y="3484990"/>
                  <a:pt x="5818920" y="3484990"/>
                </a:cubicBezTo>
                <a:lnTo>
                  <a:pt x="5818845" y="3484990"/>
                </a:lnTo>
                <a:cubicBezTo>
                  <a:pt x="5816741" y="3484990"/>
                  <a:pt x="5815087" y="3483337"/>
                  <a:pt x="5815087" y="3481233"/>
                </a:cubicBezTo>
                <a:lnTo>
                  <a:pt x="5815087" y="3437505"/>
                </a:lnTo>
                <a:lnTo>
                  <a:pt x="5627254" y="3437505"/>
                </a:lnTo>
                <a:lnTo>
                  <a:pt x="5627178" y="3437505"/>
                </a:lnTo>
                <a:lnTo>
                  <a:pt x="5627178" y="3217891"/>
                </a:lnTo>
                <a:lnTo>
                  <a:pt x="5772261" y="3363499"/>
                </a:lnTo>
                <a:lnTo>
                  <a:pt x="5719216" y="3363499"/>
                </a:lnTo>
                <a:lnTo>
                  <a:pt x="5715255" y="3373117"/>
                </a:lnTo>
                <a:cubicBezTo>
                  <a:pt x="5710860" y="3377531"/>
                  <a:pt x="5704792" y="3380254"/>
                  <a:pt x="5698105" y="3380254"/>
                </a:cubicBezTo>
                <a:cubicBezTo>
                  <a:pt x="5684731" y="3380254"/>
                  <a:pt x="5673837" y="3369286"/>
                  <a:pt x="5673837" y="3355837"/>
                </a:cubicBezTo>
                <a:cubicBezTo>
                  <a:pt x="5673837" y="3342312"/>
                  <a:pt x="5684731" y="3331418"/>
                  <a:pt x="5698105" y="3331418"/>
                </a:cubicBezTo>
                <a:cubicBezTo>
                  <a:pt x="5711479" y="3331418"/>
                  <a:pt x="5722374" y="3342312"/>
                  <a:pt x="5722374" y="3355837"/>
                </a:cubicBezTo>
                <a:lnTo>
                  <a:pt x="5722312" y="3355986"/>
                </a:lnTo>
                <a:lnTo>
                  <a:pt x="5754081" y="3355986"/>
                </a:lnTo>
                <a:lnTo>
                  <a:pt x="5634768" y="3236224"/>
                </a:lnTo>
                <a:lnTo>
                  <a:pt x="5634768" y="3429993"/>
                </a:lnTo>
                <a:lnTo>
                  <a:pt x="5815087" y="3429993"/>
                </a:lnTo>
                <a:lnTo>
                  <a:pt x="5815087" y="3318795"/>
                </a:lnTo>
                <a:cubicBezTo>
                  <a:pt x="5809716" y="3311169"/>
                  <a:pt x="5758531" y="3259271"/>
                  <a:pt x="5692507" y="3193379"/>
                </a:cubicBezTo>
                <a:lnTo>
                  <a:pt x="5596552" y="3098096"/>
                </a:lnTo>
                <a:lnTo>
                  <a:pt x="5596300" y="3098204"/>
                </a:lnTo>
                <a:lnTo>
                  <a:pt x="5596225" y="3098129"/>
                </a:lnTo>
                <a:cubicBezTo>
                  <a:pt x="5595323" y="3098129"/>
                  <a:pt x="5594347" y="3097753"/>
                  <a:pt x="5593595" y="3097001"/>
                </a:cubicBezTo>
                <a:lnTo>
                  <a:pt x="5593595" y="3095159"/>
                </a:lnTo>
                <a:lnTo>
                  <a:pt x="5586215" y="3087831"/>
                </a:lnTo>
                <a:cubicBezTo>
                  <a:pt x="5549656" y="3051673"/>
                  <a:pt x="5513258" y="3015803"/>
                  <a:pt x="5480895" y="2984001"/>
                </a:cubicBezTo>
                <a:lnTo>
                  <a:pt x="5479768" y="2982875"/>
                </a:lnTo>
                <a:lnTo>
                  <a:pt x="5479768" y="2848989"/>
                </a:lnTo>
                <a:lnTo>
                  <a:pt x="5669313" y="2848989"/>
                </a:lnTo>
                <a:lnTo>
                  <a:pt x="5673893" y="2837870"/>
                </a:lnTo>
                <a:cubicBezTo>
                  <a:pt x="5678288" y="2833456"/>
                  <a:pt x="5684355" y="2830732"/>
                  <a:pt x="5691042" y="2830732"/>
                </a:cubicBezTo>
                <a:close/>
                <a:moveTo>
                  <a:pt x="10991261" y="2706537"/>
                </a:moveTo>
                <a:lnTo>
                  <a:pt x="11157983" y="2706537"/>
                </a:lnTo>
                <a:cubicBezTo>
                  <a:pt x="11159335" y="2706537"/>
                  <a:pt x="11160612" y="2707137"/>
                  <a:pt x="11161588" y="2708115"/>
                </a:cubicBezTo>
                <a:cubicBezTo>
                  <a:pt x="11169703" y="2716830"/>
                  <a:pt x="11164443" y="2813000"/>
                  <a:pt x="11161814" y="2853873"/>
                </a:cubicBezTo>
                <a:lnTo>
                  <a:pt x="11161814" y="2855301"/>
                </a:lnTo>
                <a:cubicBezTo>
                  <a:pt x="11161814" y="2855301"/>
                  <a:pt x="11047537" y="2969874"/>
                  <a:pt x="11047537" y="2969874"/>
                </a:cubicBezTo>
                <a:cubicBezTo>
                  <a:pt x="11046784" y="2970626"/>
                  <a:pt x="11045808" y="2971003"/>
                  <a:pt x="11044907" y="2971003"/>
                </a:cubicBezTo>
                <a:lnTo>
                  <a:pt x="11044756" y="2971077"/>
                </a:lnTo>
                <a:cubicBezTo>
                  <a:pt x="11043780" y="2971077"/>
                  <a:pt x="11042804" y="2970701"/>
                  <a:pt x="11042128" y="2969948"/>
                </a:cubicBezTo>
                <a:cubicBezTo>
                  <a:pt x="11040625" y="2968446"/>
                  <a:pt x="11040625" y="2966040"/>
                  <a:pt x="11042128" y="2964611"/>
                </a:cubicBezTo>
                <a:lnTo>
                  <a:pt x="11154300" y="2852070"/>
                </a:lnTo>
                <a:cubicBezTo>
                  <a:pt x="11158207" y="2790986"/>
                  <a:pt x="11159936" y="2724718"/>
                  <a:pt x="11156330" y="2714125"/>
                </a:cubicBezTo>
                <a:lnTo>
                  <a:pt x="11070753" y="2714125"/>
                </a:lnTo>
                <a:lnTo>
                  <a:pt x="11070753" y="2805035"/>
                </a:lnTo>
                <a:lnTo>
                  <a:pt x="10978715" y="2897375"/>
                </a:lnTo>
                <a:cubicBezTo>
                  <a:pt x="10977963" y="2898126"/>
                  <a:pt x="10976986" y="2898501"/>
                  <a:pt x="10976085" y="2898501"/>
                </a:cubicBezTo>
                <a:cubicBezTo>
                  <a:pt x="10975108" y="2898501"/>
                  <a:pt x="10974131" y="2898126"/>
                  <a:pt x="10973455" y="2897375"/>
                </a:cubicBezTo>
                <a:cubicBezTo>
                  <a:pt x="10971953" y="2895872"/>
                  <a:pt x="10971953" y="2893467"/>
                  <a:pt x="10973455" y="2892040"/>
                </a:cubicBezTo>
                <a:lnTo>
                  <a:pt x="11063240" y="2801880"/>
                </a:lnTo>
                <a:lnTo>
                  <a:pt x="11063240" y="2714125"/>
                </a:lnTo>
                <a:lnTo>
                  <a:pt x="10994418" y="2714125"/>
                </a:lnTo>
                <a:lnTo>
                  <a:pt x="10929803" y="2778964"/>
                </a:lnTo>
                <a:lnTo>
                  <a:pt x="10929803" y="2838555"/>
                </a:lnTo>
                <a:lnTo>
                  <a:pt x="10937184" y="2841627"/>
                </a:lnTo>
                <a:cubicBezTo>
                  <a:pt x="10941580" y="2846040"/>
                  <a:pt x="10944303" y="2852145"/>
                  <a:pt x="10944303" y="2858907"/>
                </a:cubicBezTo>
                <a:cubicBezTo>
                  <a:pt x="10944303" y="2872356"/>
                  <a:pt x="10933408" y="2883325"/>
                  <a:pt x="10920036" y="2883325"/>
                </a:cubicBezTo>
                <a:cubicBezTo>
                  <a:pt x="10906661" y="2883325"/>
                  <a:pt x="10895767" y="2872430"/>
                  <a:pt x="10895767" y="2858907"/>
                </a:cubicBezTo>
                <a:cubicBezTo>
                  <a:pt x="10895767" y="2845382"/>
                  <a:pt x="10906661" y="2834489"/>
                  <a:pt x="10920036" y="2834489"/>
                </a:cubicBezTo>
                <a:lnTo>
                  <a:pt x="10922289" y="2835428"/>
                </a:lnTo>
                <a:lnTo>
                  <a:pt x="10922289" y="2775809"/>
                </a:lnTo>
                <a:close/>
                <a:moveTo>
                  <a:pt x="1026019" y="2706537"/>
                </a:moveTo>
                <a:lnTo>
                  <a:pt x="1192741" y="2706537"/>
                </a:lnTo>
                <a:lnTo>
                  <a:pt x="1261713" y="2775809"/>
                </a:lnTo>
                <a:lnTo>
                  <a:pt x="1261713" y="2835428"/>
                </a:lnTo>
                <a:lnTo>
                  <a:pt x="1263966" y="2834489"/>
                </a:lnTo>
                <a:cubicBezTo>
                  <a:pt x="1277341" y="2834489"/>
                  <a:pt x="1288236" y="2845382"/>
                  <a:pt x="1288236" y="2858907"/>
                </a:cubicBezTo>
                <a:cubicBezTo>
                  <a:pt x="1288236" y="2872430"/>
                  <a:pt x="1277341" y="2883325"/>
                  <a:pt x="1263966" y="2883325"/>
                </a:cubicBezTo>
                <a:cubicBezTo>
                  <a:pt x="1250594" y="2883325"/>
                  <a:pt x="1239699" y="2872356"/>
                  <a:pt x="1239699" y="2858907"/>
                </a:cubicBezTo>
                <a:cubicBezTo>
                  <a:pt x="1239699" y="2852145"/>
                  <a:pt x="1242422" y="2846040"/>
                  <a:pt x="1246819" y="2841627"/>
                </a:cubicBezTo>
                <a:lnTo>
                  <a:pt x="1254199" y="2838555"/>
                </a:lnTo>
                <a:lnTo>
                  <a:pt x="1254199" y="2778964"/>
                </a:lnTo>
                <a:lnTo>
                  <a:pt x="1189585" y="2714125"/>
                </a:lnTo>
                <a:lnTo>
                  <a:pt x="1120763" y="2714125"/>
                </a:lnTo>
                <a:lnTo>
                  <a:pt x="1120763" y="2801880"/>
                </a:lnTo>
                <a:lnTo>
                  <a:pt x="1210548" y="2892040"/>
                </a:lnTo>
                <a:cubicBezTo>
                  <a:pt x="1212050" y="2893467"/>
                  <a:pt x="1212050" y="2895872"/>
                  <a:pt x="1210548" y="2897375"/>
                </a:cubicBezTo>
                <a:cubicBezTo>
                  <a:pt x="1209871" y="2898126"/>
                  <a:pt x="1208894" y="2898501"/>
                  <a:pt x="1207918" y="2898501"/>
                </a:cubicBezTo>
                <a:cubicBezTo>
                  <a:pt x="1207016" y="2898501"/>
                  <a:pt x="1206039" y="2898126"/>
                  <a:pt x="1205289" y="2897375"/>
                </a:cubicBezTo>
                <a:lnTo>
                  <a:pt x="1113250" y="2805035"/>
                </a:lnTo>
                <a:lnTo>
                  <a:pt x="1113250" y="2714125"/>
                </a:lnTo>
                <a:lnTo>
                  <a:pt x="1027672" y="2714125"/>
                </a:lnTo>
                <a:cubicBezTo>
                  <a:pt x="1024066" y="2724718"/>
                  <a:pt x="1025795" y="2790986"/>
                  <a:pt x="1029702" y="2852070"/>
                </a:cubicBezTo>
                <a:lnTo>
                  <a:pt x="1141875" y="2964611"/>
                </a:lnTo>
                <a:cubicBezTo>
                  <a:pt x="1143378" y="2966040"/>
                  <a:pt x="1143378" y="2968446"/>
                  <a:pt x="1141875" y="2969948"/>
                </a:cubicBezTo>
                <a:cubicBezTo>
                  <a:pt x="1141199" y="2970701"/>
                  <a:pt x="1140223" y="2971077"/>
                  <a:pt x="1139246" y="2971077"/>
                </a:cubicBezTo>
                <a:lnTo>
                  <a:pt x="1139095" y="2971003"/>
                </a:lnTo>
                <a:cubicBezTo>
                  <a:pt x="1138194" y="2971003"/>
                  <a:pt x="1137218" y="2970626"/>
                  <a:pt x="1136465" y="2969874"/>
                </a:cubicBezTo>
                <a:cubicBezTo>
                  <a:pt x="1136465" y="2969874"/>
                  <a:pt x="1022188" y="2855301"/>
                  <a:pt x="1022188" y="2855301"/>
                </a:cubicBezTo>
                <a:lnTo>
                  <a:pt x="1022188" y="2853873"/>
                </a:lnTo>
                <a:cubicBezTo>
                  <a:pt x="1019559" y="2813000"/>
                  <a:pt x="1014299" y="2716830"/>
                  <a:pt x="1022414" y="2708115"/>
                </a:cubicBezTo>
                <a:cubicBezTo>
                  <a:pt x="1023390" y="2707137"/>
                  <a:pt x="1024668" y="2706537"/>
                  <a:pt x="1026019" y="2706537"/>
                </a:cubicBezTo>
                <a:close/>
                <a:moveTo>
                  <a:pt x="7063147" y="2706461"/>
                </a:moveTo>
                <a:lnTo>
                  <a:pt x="7233625" y="2706461"/>
                </a:lnTo>
                <a:lnTo>
                  <a:pt x="7302596" y="2775733"/>
                </a:lnTo>
                <a:lnTo>
                  <a:pt x="7302596" y="2862963"/>
                </a:lnTo>
                <a:cubicBezTo>
                  <a:pt x="7302596" y="2865067"/>
                  <a:pt x="7300944" y="2866720"/>
                  <a:pt x="7298840" y="2866720"/>
                </a:cubicBezTo>
                <a:cubicBezTo>
                  <a:pt x="7296736" y="2866720"/>
                  <a:pt x="7295084" y="2864992"/>
                  <a:pt x="7295084" y="2862963"/>
                </a:cubicBezTo>
                <a:lnTo>
                  <a:pt x="7295084" y="2778890"/>
                </a:lnTo>
                <a:lnTo>
                  <a:pt x="7230468" y="2714050"/>
                </a:lnTo>
                <a:lnTo>
                  <a:pt x="7161571" y="2714050"/>
                </a:lnTo>
                <a:lnTo>
                  <a:pt x="7161571" y="2801880"/>
                </a:lnTo>
                <a:lnTo>
                  <a:pt x="7251356" y="2892040"/>
                </a:lnTo>
                <a:cubicBezTo>
                  <a:pt x="7252857" y="2893543"/>
                  <a:pt x="7252857" y="2895947"/>
                  <a:pt x="7251356" y="2897375"/>
                </a:cubicBezTo>
                <a:cubicBezTo>
                  <a:pt x="7250604" y="2898126"/>
                  <a:pt x="7249627" y="2898501"/>
                  <a:pt x="7248726" y="2898501"/>
                </a:cubicBezTo>
                <a:cubicBezTo>
                  <a:pt x="7247749" y="2898501"/>
                  <a:pt x="7246773" y="2898126"/>
                  <a:pt x="7246096" y="2897375"/>
                </a:cubicBezTo>
                <a:lnTo>
                  <a:pt x="7154057" y="2805035"/>
                </a:lnTo>
                <a:lnTo>
                  <a:pt x="7154057" y="2714050"/>
                </a:lnTo>
                <a:lnTo>
                  <a:pt x="7070661" y="2714050"/>
                </a:lnTo>
                <a:lnTo>
                  <a:pt x="7070661" y="2852070"/>
                </a:lnTo>
                <a:lnTo>
                  <a:pt x="7182759" y="2964541"/>
                </a:lnTo>
                <a:cubicBezTo>
                  <a:pt x="7184262" y="2966042"/>
                  <a:pt x="7184262" y="2968449"/>
                  <a:pt x="7182759" y="2969877"/>
                </a:cubicBezTo>
                <a:cubicBezTo>
                  <a:pt x="7182008" y="2970628"/>
                  <a:pt x="7181031" y="2971003"/>
                  <a:pt x="7180130" y="2971003"/>
                </a:cubicBezTo>
                <a:lnTo>
                  <a:pt x="7180054" y="2971078"/>
                </a:lnTo>
                <a:cubicBezTo>
                  <a:pt x="7179078" y="2971078"/>
                  <a:pt x="7178101" y="2970702"/>
                  <a:pt x="7177425" y="2969951"/>
                </a:cubicBezTo>
                <a:lnTo>
                  <a:pt x="7063147" y="2855225"/>
                </a:lnTo>
                <a:close/>
                <a:moveTo>
                  <a:pt x="4950379" y="2706461"/>
                </a:moveTo>
                <a:lnTo>
                  <a:pt x="5120856" y="2706461"/>
                </a:lnTo>
                <a:lnTo>
                  <a:pt x="5120856" y="2855225"/>
                </a:lnTo>
                <a:lnTo>
                  <a:pt x="5006579" y="2969951"/>
                </a:lnTo>
                <a:cubicBezTo>
                  <a:pt x="5005901" y="2970702"/>
                  <a:pt x="5004925" y="2971078"/>
                  <a:pt x="5003949" y="2971078"/>
                </a:cubicBezTo>
                <a:lnTo>
                  <a:pt x="5003873" y="2971003"/>
                </a:lnTo>
                <a:cubicBezTo>
                  <a:pt x="5002973" y="2971003"/>
                  <a:pt x="5001996" y="2970628"/>
                  <a:pt x="5001245" y="2969877"/>
                </a:cubicBezTo>
                <a:cubicBezTo>
                  <a:pt x="4999741" y="2968449"/>
                  <a:pt x="4999741" y="2966042"/>
                  <a:pt x="5001245" y="2964541"/>
                </a:cubicBezTo>
                <a:lnTo>
                  <a:pt x="5113343" y="2852070"/>
                </a:lnTo>
                <a:lnTo>
                  <a:pt x="5113343" y="2714050"/>
                </a:lnTo>
                <a:lnTo>
                  <a:pt x="5029945" y="2714050"/>
                </a:lnTo>
                <a:lnTo>
                  <a:pt x="5029945" y="2805035"/>
                </a:lnTo>
                <a:lnTo>
                  <a:pt x="4937907" y="2897375"/>
                </a:lnTo>
                <a:cubicBezTo>
                  <a:pt x="4937231" y="2898126"/>
                  <a:pt x="4936255" y="2898501"/>
                  <a:pt x="4935278" y="2898501"/>
                </a:cubicBezTo>
                <a:cubicBezTo>
                  <a:pt x="4934376" y="2898501"/>
                  <a:pt x="4933399" y="2898126"/>
                  <a:pt x="4932648" y="2897375"/>
                </a:cubicBezTo>
                <a:cubicBezTo>
                  <a:pt x="4931145" y="2895947"/>
                  <a:pt x="4931145" y="2893543"/>
                  <a:pt x="4932648" y="2892040"/>
                </a:cubicBezTo>
                <a:lnTo>
                  <a:pt x="5022433" y="2801880"/>
                </a:lnTo>
                <a:lnTo>
                  <a:pt x="5022433" y="2714050"/>
                </a:lnTo>
                <a:lnTo>
                  <a:pt x="4953535" y="2714050"/>
                </a:lnTo>
                <a:lnTo>
                  <a:pt x="4888920" y="2778890"/>
                </a:lnTo>
                <a:lnTo>
                  <a:pt x="4888920" y="2862963"/>
                </a:lnTo>
                <a:cubicBezTo>
                  <a:pt x="4888920" y="2864992"/>
                  <a:pt x="4887266" y="2866720"/>
                  <a:pt x="4885164" y="2866720"/>
                </a:cubicBezTo>
                <a:cubicBezTo>
                  <a:pt x="4883059" y="2866720"/>
                  <a:pt x="4881407" y="2865067"/>
                  <a:pt x="4881407" y="2862963"/>
                </a:cubicBezTo>
                <a:lnTo>
                  <a:pt x="4881407" y="2775733"/>
                </a:lnTo>
                <a:close/>
                <a:moveTo>
                  <a:pt x="10184632" y="2666115"/>
                </a:moveTo>
                <a:cubicBezTo>
                  <a:pt x="10186134" y="2664613"/>
                  <a:pt x="10188464" y="2664613"/>
                  <a:pt x="10189966" y="2666115"/>
                </a:cubicBezTo>
                <a:lnTo>
                  <a:pt x="10755719" y="3233888"/>
                </a:lnTo>
                <a:lnTo>
                  <a:pt x="10755719" y="3348242"/>
                </a:lnTo>
                <a:cubicBezTo>
                  <a:pt x="10755719" y="3350346"/>
                  <a:pt x="10754067" y="3351998"/>
                  <a:pt x="10751963" y="3351998"/>
                </a:cubicBezTo>
                <a:cubicBezTo>
                  <a:pt x="10749859" y="3351998"/>
                  <a:pt x="10748207" y="3350271"/>
                  <a:pt x="10748207" y="3348242"/>
                </a:cubicBezTo>
                <a:lnTo>
                  <a:pt x="10748207" y="3237043"/>
                </a:lnTo>
                <a:lnTo>
                  <a:pt x="10184632" y="2671449"/>
                </a:lnTo>
                <a:cubicBezTo>
                  <a:pt x="10183130" y="2669947"/>
                  <a:pt x="10183130" y="2667542"/>
                  <a:pt x="10184632" y="2666115"/>
                </a:cubicBezTo>
                <a:close/>
                <a:moveTo>
                  <a:pt x="1994037" y="2666115"/>
                </a:moveTo>
                <a:cubicBezTo>
                  <a:pt x="1995540" y="2664613"/>
                  <a:pt x="1997869" y="2664613"/>
                  <a:pt x="1999371" y="2666115"/>
                </a:cubicBezTo>
                <a:cubicBezTo>
                  <a:pt x="2000874" y="2667542"/>
                  <a:pt x="2000874" y="2669947"/>
                  <a:pt x="1999371" y="2671449"/>
                </a:cubicBezTo>
                <a:lnTo>
                  <a:pt x="1435796" y="3237043"/>
                </a:lnTo>
                <a:lnTo>
                  <a:pt x="1435796" y="3348242"/>
                </a:lnTo>
                <a:cubicBezTo>
                  <a:pt x="1435796" y="3350271"/>
                  <a:pt x="1434143" y="3351998"/>
                  <a:pt x="1432040" y="3351998"/>
                </a:cubicBezTo>
                <a:cubicBezTo>
                  <a:pt x="1429935" y="3351998"/>
                  <a:pt x="1428283" y="3350346"/>
                  <a:pt x="1428283" y="3348242"/>
                </a:cubicBezTo>
                <a:lnTo>
                  <a:pt x="1428283" y="3233888"/>
                </a:lnTo>
                <a:close/>
                <a:moveTo>
                  <a:pt x="8046867" y="2647783"/>
                </a:moveTo>
                <a:cubicBezTo>
                  <a:pt x="8060240" y="2647783"/>
                  <a:pt x="8071135" y="2658676"/>
                  <a:pt x="8071135" y="2672201"/>
                </a:cubicBezTo>
                <a:cubicBezTo>
                  <a:pt x="8071135" y="2685650"/>
                  <a:pt x="8060240" y="2696620"/>
                  <a:pt x="8046867" y="2696620"/>
                </a:cubicBezTo>
                <a:cubicBezTo>
                  <a:pt x="8040180" y="2696620"/>
                  <a:pt x="8034112" y="2693896"/>
                  <a:pt x="8029718" y="2689482"/>
                </a:cubicBezTo>
                <a:lnTo>
                  <a:pt x="8027522" y="2684152"/>
                </a:lnTo>
                <a:lnTo>
                  <a:pt x="7476605" y="3237046"/>
                </a:lnTo>
                <a:lnTo>
                  <a:pt x="7476605" y="3348245"/>
                </a:lnTo>
                <a:cubicBezTo>
                  <a:pt x="7476605" y="3350349"/>
                  <a:pt x="7474952" y="3352001"/>
                  <a:pt x="7472847" y="3352001"/>
                </a:cubicBezTo>
                <a:cubicBezTo>
                  <a:pt x="7470744" y="3352001"/>
                  <a:pt x="7469092" y="3350274"/>
                  <a:pt x="7469092" y="3348245"/>
                </a:cubicBezTo>
                <a:lnTo>
                  <a:pt x="7469092" y="3233891"/>
                </a:lnTo>
                <a:lnTo>
                  <a:pt x="8024407" y="2676591"/>
                </a:lnTo>
                <a:lnTo>
                  <a:pt x="8022598" y="2672201"/>
                </a:lnTo>
                <a:cubicBezTo>
                  <a:pt x="8022598" y="2658676"/>
                  <a:pt x="8033493" y="2647783"/>
                  <a:pt x="8046867" y="2647783"/>
                </a:cubicBezTo>
                <a:close/>
                <a:moveTo>
                  <a:pt x="4137136" y="2647783"/>
                </a:moveTo>
                <a:cubicBezTo>
                  <a:pt x="4150510" y="2647783"/>
                  <a:pt x="4161405" y="2658676"/>
                  <a:pt x="4161405" y="2672201"/>
                </a:cubicBezTo>
                <a:lnTo>
                  <a:pt x="4159596" y="2676591"/>
                </a:lnTo>
                <a:lnTo>
                  <a:pt x="4714912" y="3233891"/>
                </a:lnTo>
                <a:lnTo>
                  <a:pt x="4714912" y="3348245"/>
                </a:lnTo>
                <a:cubicBezTo>
                  <a:pt x="4714912" y="3350274"/>
                  <a:pt x="4713259" y="3352001"/>
                  <a:pt x="4711155" y="3352001"/>
                </a:cubicBezTo>
                <a:cubicBezTo>
                  <a:pt x="4709051" y="3352001"/>
                  <a:pt x="4707398" y="3350349"/>
                  <a:pt x="4707398" y="3348245"/>
                </a:cubicBezTo>
                <a:lnTo>
                  <a:pt x="4707398" y="3237046"/>
                </a:lnTo>
                <a:lnTo>
                  <a:pt x="4156481" y="2684152"/>
                </a:lnTo>
                <a:lnTo>
                  <a:pt x="4154286" y="2689482"/>
                </a:lnTo>
                <a:cubicBezTo>
                  <a:pt x="4149890" y="2693896"/>
                  <a:pt x="4143823" y="2696620"/>
                  <a:pt x="4137136" y="2696620"/>
                </a:cubicBezTo>
                <a:cubicBezTo>
                  <a:pt x="4123763" y="2696620"/>
                  <a:pt x="4112869" y="2685650"/>
                  <a:pt x="4112869" y="2672201"/>
                </a:cubicBezTo>
                <a:cubicBezTo>
                  <a:pt x="4112869" y="2658676"/>
                  <a:pt x="4123763" y="2647783"/>
                  <a:pt x="4137136" y="2647783"/>
                </a:cubicBezTo>
                <a:close/>
                <a:moveTo>
                  <a:pt x="10950465" y="2635837"/>
                </a:moveTo>
                <a:lnTo>
                  <a:pt x="11159861" y="2635837"/>
                </a:lnTo>
                <a:cubicBezTo>
                  <a:pt x="11161965" y="2635837"/>
                  <a:pt x="11163618" y="2637564"/>
                  <a:pt x="11163618" y="2639592"/>
                </a:cubicBezTo>
                <a:cubicBezTo>
                  <a:pt x="11163618" y="2641622"/>
                  <a:pt x="11161965" y="2643349"/>
                  <a:pt x="11159861" y="2643349"/>
                </a:cubicBezTo>
                <a:lnTo>
                  <a:pt x="10953621" y="2643349"/>
                </a:lnTo>
                <a:lnTo>
                  <a:pt x="10866767" y="2730504"/>
                </a:lnTo>
                <a:lnTo>
                  <a:pt x="10866767" y="2907669"/>
                </a:lnTo>
                <a:cubicBezTo>
                  <a:pt x="10866767" y="2909773"/>
                  <a:pt x="10865113" y="2911426"/>
                  <a:pt x="10863010" y="2911426"/>
                </a:cubicBezTo>
                <a:lnTo>
                  <a:pt x="10862934" y="2911500"/>
                </a:lnTo>
                <a:cubicBezTo>
                  <a:pt x="10860831" y="2911500"/>
                  <a:pt x="10859178" y="2909773"/>
                  <a:pt x="10859178" y="2907743"/>
                </a:cubicBezTo>
                <a:lnTo>
                  <a:pt x="10859178" y="2727423"/>
                </a:lnTo>
                <a:close/>
                <a:moveTo>
                  <a:pt x="1024142" y="2635837"/>
                </a:moveTo>
                <a:lnTo>
                  <a:pt x="1233538" y="2635837"/>
                </a:lnTo>
                <a:lnTo>
                  <a:pt x="1324824" y="2727423"/>
                </a:lnTo>
                <a:lnTo>
                  <a:pt x="1324824" y="2907743"/>
                </a:lnTo>
                <a:cubicBezTo>
                  <a:pt x="1324824" y="2909773"/>
                  <a:pt x="1323171" y="2911500"/>
                  <a:pt x="1321068" y="2911500"/>
                </a:cubicBezTo>
                <a:lnTo>
                  <a:pt x="1320993" y="2911426"/>
                </a:lnTo>
                <a:cubicBezTo>
                  <a:pt x="1318889" y="2911426"/>
                  <a:pt x="1317237" y="2909773"/>
                  <a:pt x="1317237" y="2907669"/>
                </a:cubicBezTo>
                <a:lnTo>
                  <a:pt x="1317237" y="2730504"/>
                </a:lnTo>
                <a:lnTo>
                  <a:pt x="1230382" y="2643349"/>
                </a:lnTo>
                <a:lnTo>
                  <a:pt x="1024142" y="2643349"/>
                </a:lnTo>
                <a:cubicBezTo>
                  <a:pt x="1022038" y="2643349"/>
                  <a:pt x="1020384" y="2641622"/>
                  <a:pt x="1020384" y="2639592"/>
                </a:cubicBezTo>
                <a:cubicBezTo>
                  <a:pt x="1020384" y="2637564"/>
                  <a:pt x="1022038" y="2635837"/>
                  <a:pt x="1024142" y="2635837"/>
                </a:cubicBezTo>
                <a:close/>
                <a:moveTo>
                  <a:pt x="10692304" y="2632230"/>
                </a:moveTo>
                <a:lnTo>
                  <a:pt x="10692382" y="2632230"/>
                </a:lnTo>
                <a:lnTo>
                  <a:pt x="10692306" y="2632305"/>
                </a:lnTo>
                <a:close/>
                <a:moveTo>
                  <a:pt x="1491620" y="2632230"/>
                </a:moveTo>
                <a:lnTo>
                  <a:pt x="1491698" y="2632230"/>
                </a:lnTo>
                <a:lnTo>
                  <a:pt x="1491696" y="2632305"/>
                </a:lnTo>
                <a:close/>
                <a:moveTo>
                  <a:pt x="10000029" y="2615927"/>
                </a:moveTo>
                <a:cubicBezTo>
                  <a:pt x="10002133" y="2615927"/>
                  <a:pt x="10003786" y="2617654"/>
                  <a:pt x="10003786" y="2619683"/>
                </a:cubicBezTo>
                <a:lnTo>
                  <a:pt x="10003786" y="3145006"/>
                </a:lnTo>
                <a:lnTo>
                  <a:pt x="10265099" y="3145006"/>
                </a:lnTo>
                <a:cubicBezTo>
                  <a:pt x="10267203" y="3145006"/>
                  <a:pt x="10268856" y="3146733"/>
                  <a:pt x="10268856" y="3148762"/>
                </a:cubicBezTo>
                <a:cubicBezTo>
                  <a:pt x="10268856" y="3150791"/>
                  <a:pt x="10267203" y="3152518"/>
                  <a:pt x="10265099" y="3152518"/>
                </a:cubicBezTo>
                <a:lnTo>
                  <a:pt x="10128508" y="3152518"/>
                </a:lnTo>
                <a:lnTo>
                  <a:pt x="10130537" y="3154548"/>
                </a:lnTo>
                <a:lnTo>
                  <a:pt x="10130537" y="3192114"/>
                </a:lnTo>
                <a:cubicBezTo>
                  <a:pt x="10130537" y="3194218"/>
                  <a:pt x="10128883" y="3195871"/>
                  <a:pt x="10126779" y="3195871"/>
                </a:cubicBezTo>
                <a:cubicBezTo>
                  <a:pt x="10124675" y="3195871"/>
                  <a:pt x="10123023" y="3194142"/>
                  <a:pt x="10123023" y="3192114"/>
                </a:cubicBezTo>
                <a:lnTo>
                  <a:pt x="10123023" y="3154548"/>
                </a:lnTo>
                <a:lnTo>
                  <a:pt x="10125051" y="3152518"/>
                </a:lnTo>
                <a:lnTo>
                  <a:pt x="9996273" y="3152518"/>
                </a:lnTo>
                <a:lnTo>
                  <a:pt x="9996273" y="2619683"/>
                </a:lnTo>
                <a:cubicBezTo>
                  <a:pt x="9996273" y="2617579"/>
                  <a:pt x="9997926" y="2615927"/>
                  <a:pt x="10000029" y="2615927"/>
                </a:cubicBezTo>
                <a:close/>
                <a:moveTo>
                  <a:pt x="8224706" y="2615927"/>
                </a:moveTo>
                <a:cubicBezTo>
                  <a:pt x="8226810" y="2615927"/>
                  <a:pt x="8228463" y="2617654"/>
                  <a:pt x="8228463" y="2619683"/>
                </a:cubicBezTo>
                <a:lnTo>
                  <a:pt x="8228463" y="3152522"/>
                </a:lnTo>
                <a:lnTo>
                  <a:pt x="8101788" y="3152522"/>
                </a:lnTo>
                <a:lnTo>
                  <a:pt x="8101788" y="3192118"/>
                </a:lnTo>
                <a:cubicBezTo>
                  <a:pt x="8101788" y="3194221"/>
                  <a:pt x="8100135" y="3195874"/>
                  <a:pt x="8098031" y="3195874"/>
                </a:cubicBezTo>
                <a:cubicBezTo>
                  <a:pt x="8095928" y="3195874"/>
                  <a:pt x="8094275" y="3194146"/>
                  <a:pt x="8094275" y="3192118"/>
                </a:cubicBezTo>
                <a:lnTo>
                  <a:pt x="8094275" y="3152522"/>
                </a:lnTo>
                <a:lnTo>
                  <a:pt x="7959711" y="3152522"/>
                </a:lnTo>
                <a:cubicBezTo>
                  <a:pt x="7957608" y="3152522"/>
                  <a:pt x="7955955" y="3150794"/>
                  <a:pt x="7955955" y="3148765"/>
                </a:cubicBezTo>
                <a:cubicBezTo>
                  <a:pt x="7955955" y="3146737"/>
                  <a:pt x="7957608" y="3145009"/>
                  <a:pt x="7959711" y="3145009"/>
                </a:cubicBezTo>
                <a:lnTo>
                  <a:pt x="8095101" y="3145009"/>
                </a:lnTo>
                <a:lnTo>
                  <a:pt x="8098031" y="3142080"/>
                </a:lnTo>
                <a:lnTo>
                  <a:pt x="8100963" y="3145009"/>
                </a:lnTo>
                <a:lnTo>
                  <a:pt x="8220950" y="3145009"/>
                </a:lnTo>
                <a:lnTo>
                  <a:pt x="8220950" y="2619683"/>
                </a:lnTo>
                <a:cubicBezTo>
                  <a:pt x="8220950" y="2617579"/>
                  <a:pt x="8222602" y="2615927"/>
                  <a:pt x="8224706" y="2615927"/>
                </a:cubicBezTo>
                <a:close/>
                <a:moveTo>
                  <a:pt x="3959296" y="2615927"/>
                </a:moveTo>
                <a:cubicBezTo>
                  <a:pt x="3961400" y="2615927"/>
                  <a:pt x="3963054" y="2617579"/>
                  <a:pt x="3963054" y="2619683"/>
                </a:cubicBezTo>
                <a:lnTo>
                  <a:pt x="3963054" y="3145009"/>
                </a:lnTo>
                <a:lnTo>
                  <a:pt x="4083041" y="3145009"/>
                </a:lnTo>
                <a:lnTo>
                  <a:pt x="4085972" y="3142080"/>
                </a:lnTo>
                <a:lnTo>
                  <a:pt x="4088902" y="3145009"/>
                </a:lnTo>
                <a:lnTo>
                  <a:pt x="4224292" y="3145009"/>
                </a:lnTo>
                <a:cubicBezTo>
                  <a:pt x="4226395" y="3145009"/>
                  <a:pt x="4228048" y="3146737"/>
                  <a:pt x="4228048" y="3148765"/>
                </a:cubicBezTo>
                <a:cubicBezTo>
                  <a:pt x="4228048" y="3150794"/>
                  <a:pt x="4226395" y="3152522"/>
                  <a:pt x="4224292" y="3152522"/>
                </a:cubicBezTo>
                <a:lnTo>
                  <a:pt x="4089728" y="3152522"/>
                </a:lnTo>
                <a:lnTo>
                  <a:pt x="4089728" y="3192118"/>
                </a:lnTo>
                <a:cubicBezTo>
                  <a:pt x="4089728" y="3194146"/>
                  <a:pt x="4088075" y="3195874"/>
                  <a:pt x="4085972" y="3195874"/>
                </a:cubicBezTo>
                <a:cubicBezTo>
                  <a:pt x="4083868" y="3195874"/>
                  <a:pt x="4082214" y="3194221"/>
                  <a:pt x="4082214" y="3192118"/>
                </a:cubicBezTo>
                <a:lnTo>
                  <a:pt x="4082214" y="3152522"/>
                </a:lnTo>
                <a:lnTo>
                  <a:pt x="3955539" y="3152522"/>
                </a:lnTo>
                <a:lnTo>
                  <a:pt x="3955539" y="2619683"/>
                </a:lnTo>
                <a:cubicBezTo>
                  <a:pt x="3955539" y="2617654"/>
                  <a:pt x="3957193" y="2615927"/>
                  <a:pt x="3959296" y="2615927"/>
                </a:cubicBezTo>
                <a:close/>
                <a:moveTo>
                  <a:pt x="2183974" y="2615927"/>
                </a:moveTo>
                <a:cubicBezTo>
                  <a:pt x="2186077" y="2615927"/>
                  <a:pt x="2187730" y="2617579"/>
                  <a:pt x="2187730" y="2619683"/>
                </a:cubicBezTo>
                <a:lnTo>
                  <a:pt x="2187730" y="3152518"/>
                </a:lnTo>
                <a:lnTo>
                  <a:pt x="2058951" y="3152518"/>
                </a:lnTo>
                <a:lnTo>
                  <a:pt x="2060979" y="3154548"/>
                </a:lnTo>
                <a:lnTo>
                  <a:pt x="2060979" y="3192114"/>
                </a:lnTo>
                <a:cubicBezTo>
                  <a:pt x="2060979" y="3194142"/>
                  <a:pt x="2059327" y="3195871"/>
                  <a:pt x="2057224" y="3195871"/>
                </a:cubicBezTo>
                <a:cubicBezTo>
                  <a:pt x="2055119" y="3195871"/>
                  <a:pt x="2053467" y="3194218"/>
                  <a:pt x="2053467" y="3192114"/>
                </a:cubicBezTo>
                <a:lnTo>
                  <a:pt x="2053467" y="3154548"/>
                </a:lnTo>
                <a:lnTo>
                  <a:pt x="2055495" y="3152518"/>
                </a:lnTo>
                <a:lnTo>
                  <a:pt x="1918904" y="3152518"/>
                </a:lnTo>
                <a:cubicBezTo>
                  <a:pt x="1916799" y="3152518"/>
                  <a:pt x="1915146" y="3150791"/>
                  <a:pt x="1915146" y="3148762"/>
                </a:cubicBezTo>
                <a:cubicBezTo>
                  <a:pt x="1915146" y="3146733"/>
                  <a:pt x="1916799" y="3145006"/>
                  <a:pt x="1918904" y="3145006"/>
                </a:cubicBezTo>
                <a:lnTo>
                  <a:pt x="2180217" y="3145006"/>
                </a:lnTo>
                <a:lnTo>
                  <a:pt x="2180217" y="2619683"/>
                </a:lnTo>
                <a:cubicBezTo>
                  <a:pt x="2180217" y="2617654"/>
                  <a:pt x="2181869" y="2615927"/>
                  <a:pt x="2183974" y="2615927"/>
                </a:cubicBezTo>
                <a:close/>
                <a:moveTo>
                  <a:pt x="7066602" y="2615025"/>
                </a:moveTo>
                <a:cubicBezTo>
                  <a:pt x="7073288" y="2615025"/>
                  <a:pt x="7079355" y="2617749"/>
                  <a:pt x="7083751" y="2622163"/>
                </a:cubicBezTo>
                <a:lnTo>
                  <a:pt x="7089415" y="2635911"/>
                </a:lnTo>
                <a:lnTo>
                  <a:pt x="7274422" y="2635911"/>
                </a:lnTo>
                <a:lnTo>
                  <a:pt x="7365707" y="2727498"/>
                </a:lnTo>
                <a:lnTo>
                  <a:pt x="7365707" y="2907818"/>
                </a:lnTo>
                <a:cubicBezTo>
                  <a:pt x="7365707" y="2909922"/>
                  <a:pt x="7364055" y="2911575"/>
                  <a:pt x="7361950" y="2911575"/>
                </a:cubicBezTo>
                <a:lnTo>
                  <a:pt x="7361876" y="2911500"/>
                </a:lnTo>
                <a:cubicBezTo>
                  <a:pt x="7359773" y="2911500"/>
                  <a:pt x="7358119" y="2909772"/>
                  <a:pt x="7358119" y="2907743"/>
                </a:cubicBezTo>
                <a:lnTo>
                  <a:pt x="7358119" y="2730578"/>
                </a:lnTo>
                <a:lnTo>
                  <a:pt x="7271266" y="2643424"/>
                </a:lnTo>
                <a:lnTo>
                  <a:pt x="7089226" y="2643424"/>
                </a:lnTo>
                <a:lnTo>
                  <a:pt x="7083751" y="2656696"/>
                </a:lnTo>
                <a:cubicBezTo>
                  <a:pt x="7079355" y="2661119"/>
                  <a:pt x="7073288" y="2663861"/>
                  <a:pt x="7066602" y="2663861"/>
                </a:cubicBezTo>
                <a:cubicBezTo>
                  <a:pt x="7053228" y="2663861"/>
                  <a:pt x="7042335" y="2652967"/>
                  <a:pt x="7042335" y="2639443"/>
                </a:cubicBezTo>
                <a:cubicBezTo>
                  <a:pt x="7042335" y="2625919"/>
                  <a:pt x="7053228" y="2615025"/>
                  <a:pt x="7066602" y="2615025"/>
                </a:cubicBezTo>
                <a:close/>
                <a:moveTo>
                  <a:pt x="5117401" y="2615025"/>
                </a:moveTo>
                <a:cubicBezTo>
                  <a:pt x="5130775" y="2615025"/>
                  <a:pt x="5141668" y="2625919"/>
                  <a:pt x="5141668" y="2639443"/>
                </a:cubicBezTo>
                <a:cubicBezTo>
                  <a:pt x="5141668" y="2652967"/>
                  <a:pt x="5130775" y="2663861"/>
                  <a:pt x="5117401" y="2663861"/>
                </a:cubicBezTo>
                <a:cubicBezTo>
                  <a:pt x="5110715" y="2663861"/>
                  <a:pt x="5104648" y="2661119"/>
                  <a:pt x="5100252" y="2656696"/>
                </a:cubicBezTo>
                <a:lnTo>
                  <a:pt x="5094776" y="2643424"/>
                </a:lnTo>
                <a:lnTo>
                  <a:pt x="4912738" y="2643424"/>
                </a:lnTo>
                <a:lnTo>
                  <a:pt x="4825884" y="2730578"/>
                </a:lnTo>
                <a:lnTo>
                  <a:pt x="4825884" y="2907743"/>
                </a:lnTo>
                <a:cubicBezTo>
                  <a:pt x="4825884" y="2909772"/>
                  <a:pt x="4824230" y="2911500"/>
                  <a:pt x="4822127" y="2911500"/>
                </a:cubicBezTo>
                <a:lnTo>
                  <a:pt x="4822052" y="2911575"/>
                </a:lnTo>
                <a:cubicBezTo>
                  <a:pt x="4819949" y="2911575"/>
                  <a:pt x="4818295" y="2909922"/>
                  <a:pt x="4818295" y="2907818"/>
                </a:cubicBezTo>
                <a:lnTo>
                  <a:pt x="4818295" y="2727498"/>
                </a:lnTo>
                <a:lnTo>
                  <a:pt x="4909581" y="2635911"/>
                </a:lnTo>
                <a:lnTo>
                  <a:pt x="5094588" y="2635911"/>
                </a:lnTo>
                <a:lnTo>
                  <a:pt x="5100252" y="2622163"/>
                </a:lnTo>
                <a:cubicBezTo>
                  <a:pt x="5104648" y="2617749"/>
                  <a:pt x="5110715" y="2615025"/>
                  <a:pt x="5117401" y="2615025"/>
                </a:cubicBezTo>
                <a:close/>
                <a:moveTo>
                  <a:pt x="11459718" y="2608864"/>
                </a:moveTo>
                <a:cubicBezTo>
                  <a:pt x="11461822" y="2608864"/>
                  <a:pt x="11463475" y="2610592"/>
                  <a:pt x="11463475" y="2612620"/>
                </a:cubicBezTo>
                <a:lnTo>
                  <a:pt x="11463475" y="2683320"/>
                </a:lnTo>
                <a:lnTo>
                  <a:pt x="11376756" y="2770320"/>
                </a:lnTo>
                <a:lnTo>
                  <a:pt x="11382108" y="2770046"/>
                </a:lnTo>
                <a:cubicBezTo>
                  <a:pt x="11410919" y="2769366"/>
                  <a:pt x="11472723" y="2769536"/>
                  <a:pt x="11528466" y="2769889"/>
                </a:cubicBezTo>
                <a:lnTo>
                  <a:pt x="11545670" y="2770027"/>
                </a:lnTo>
                <a:lnTo>
                  <a:pt x="11545670" y="2685199"/>
                </a:lnTo>
                <a:cubicBezTo>
                  <a:pt x="11545670" y="2683095"/>
                  <a:pt x="11547324" y="2681442"/>
                  <a:pt x="11549427" y="2681442"/>
                </a:cubicBezTo>
                <a:cubicBezTo>
                  <a:pt x="11551531" y="2681442"/>
                  <a:pt x="11553184" y="2683170"/>
                  <a:pt x="11553184" y="2685199"/>
                </a:cubicBezTo>
                <a:lnTo>
                  <a:pt x="11553184" y="2770086"/>
                </a:lnTo>
                <a:lnTo>
                  <a:pt x="11602653" y="2770477"/>
                </a:lnTo>
                <a:cubicBezTo>
                  <a:pt x="11622611" y="2770665"/>
                  <a:pt x="11636175" y="2770818"/>
                  <a:pt x="11638459" y="2770850"/>
                </a:cubicBezTo>
                <a:cubicBezTo>
                  <a:pt x="11640563" y="2770850"/>
                  <a:pt x="11642216" y="2772578"/>
                  <a:pt x="11642216" y="2774681"/>
                </a:cubicBezTo>
                <a:cubicBezTo>
                  <a:pt x="11642216" y="2776785"/>
                  <a:pt x="11640187" y="2778288"/>
                  <a:pt x="11638384" y="2778438"/>
                </a:cubicBezTo>
                <a:lnTo>
                  <a:pt x="11550082" y="2777710"/>
                </a:lnTo>
                <a:lnTo>
                  <a:pt x="11549427" y="2778364"/>
                </a:lnTo>
                <a:lnTo>
                  <a:pt x="11548761" y="2777697"/>
                </a:lnTo>
                <a:lnTo>
                  <a:pt x="11517004" y="2777435"/>
                </a:lnTo>
                <a:cubicBezTo>
                  <a:pt x="11495239" y="2777316"/>
                  <a:pt x="11473764" y="2777235"/>
                  <a:pt x="11454165" y="2777219"/>
                </a:cubicBezTo>
                <a:lnTo>
                  <a:pt x="11452956" y="2777222"/>
                </a:lnTo>
                <a:lnTo>
                  <a:pt x="11452956" y="2993617"/>
                </a:lnTo>
                <a:lnTo>
                  <a:pt x="11577075" y="3118186"/>
                </a:lnTo>
                <a:cubicBezTo>
                  <a:pt x="11578578" y="3119689"/>
                  <a:pt x="11578578" y="3122094"/>
                  <a:pt x="11577075" y="3123521"/>
                </a:cubicBezTo>
                <a:cubicBezTo>
                  <a:pt x="11576325" y="3124273"/>
                  <a:pt x="11575347" y="3124648"/>
                  <a:pt x="11574445" y="3124648"/>
                </a:cubicBezTo>
                <a:lnTo>
                  <a:pt x="11574445" y="3124723"/>
                </a:lnTo>
                <a:cubicBezTo>
                  <a:pt x="11573469" y="3124723"/>
                  <a:pt x="11572492" y="3124349"/>
                  <a:pt x="11571816" y="3123596"/>
                </a:cubicBezTo>
                <a:lnTo>
                  <a:pt x="11445441" y="2996772"/>
                </a:lnTo>
                <a:lnTo>
                  <a:pt x="11445441" y="2777246"/>
                </a:lnTo>
                <a:lnTo>
                  <a:pt x="11402581" y="2777382"/>
                </a:lnTo>
                <a:lnTo>
                  <a:pt x="11370911" y="2778343"/>
                </a:lnTo>
                <a:lnTo>
                  <a:pt x="11370911" y="3028628"/>
                </a:lnTo>
                <a:lnTo>
                  <a:pt x="11451904" y="3109920"/>
                </a:lnTo>
                <a:cubicBezTo>
                  <a:pt x="11453407" y="3111423"/>
                  <a:pt x="11453407" y="3113829"/>
                  <a:pt x="11451904" y="3115257"/>
                </a:cubicBezTo>
                <a:cubicBezTo>
                  <a:pt x="11451152" y="3116006"/>
                  <a:pt x="11450176" y="3116383"/>
                  <a:pt x="11449275" y="3116383"/>
                </a:cubicBezTo>
                <a:lnTo>
                  <a:pt x="11449200" y="3116308"/>
                </a:lnTo>
                <a:cubicBezTo>
                  <a:pt x="11448222" y="3116308"/>
                  <a:pt x="11447246" y="3115933"/>
                  <a:pt x="11446570" y="3115180"/>
                </a:cubicBezTo>
                <a:lnTo>
                  <a:pt x="11363397" y="3031709"/>
                </a:lnTo>
                <a:lnTo>
                  <a:pt x="11363397" y="2775283"/>
                </a:lnTo>
                <a:lnTo>
                  <a:pt x="11363397" y="2773030"/>
                </a:lnTo>
                <a:lnTo>
                  <a:pt x="11455962" y="2680164"/>
                </a:lnTo>
                <a:lnTo>
                  <a:pt x="11455962" y="2612620"/>
                </a:lnTo>
                <a:cubicBezTo>
                  <a:pt x="11455962" y="2610517"/>
                  <a:pt x="11457615" y="2608864"/>
                  <a:pt x="11459718" y="2608864"/>
                </a:cubicBezTo>
                <a:close/>
                <a:moveTo>
                  <a:pt x="724284" y="2608864"/>
                </a:moveTo>
                <a:cubicBezTo>
                  <a:pt x="726388" y="2608864"/>
                  <a:pt x="728041" y="2610517"/>
                  <a:pt x="728041" y="2612620"/>
                </a:cubicBezTo>
                <a:lnTo>
                  <a:pt x="728041" y="2680164"/>
                </a:lnTo>
                <a:lnTo>
                  <a:pt x="820605" y="2773030"/>
                </a:lnTo>
                <a:lnTo>
                  <a:pt x="820605" y="2775283"/>
                </a:lnTo>
                <a:lnTo>
                  <a:pt x="820605" y="3031709"/>
                </a:lnTo>
                <a:lnTo>
                  <a:pt x="737433" y="3115180"/>
                </a:lnTo>
                <a:cubicBezTo>
                  <a:pt x="736756" y="3115933"/>
                  <a:pt x="735780" y="3116308"/>
                  <a:pt x="734803" y="3116308"/>
                </a:cubicBezTo>
                <a:lnTo>
                  <a:pt x="734728" y="3116383"/>
                </a:lnTo>
                <a:cubicBezTo>
                  <a:pt x="733827" y="3116383"/>
                  <a:pt x="732850" y="3116006"/>
                  <a:pt x="732098" y="3115257"/>
                </a:cubicBezTo>
                <a:cubicBezTo>
                  <a:pt x="730595" y="3113829"/>
                  <a:pt x="730595" y="3111423"/>
                  <a:pt x="732098" y="3109920"/>
                </a:cubicBezTo>
                <a:lnTo>
                  <a:pt x="813093" y="3028628"/>
                </a:lnTo>
                <a:lnTo>
                  <a:pt x="813093" y="2778343"/>
                </a:lnTo>
                <a:lnTo>
                  <a:pt x="781422" y="2777382"/>
                </a:lnTo>
                <a:lnTo>
                  <a:pt x="738561" y="2777246"/>
                </a:lnTo>
                <a:lnTo>
                  <a:pt x="738561" y="2996772"/>
                </a:lnTo>
                <a:lnTo>
                  <a:pt x="612186" y="3123596"/>
                </a:lnTo>
                <a:cubicBezTo>
                  <a:pt x="611510" y="3124349"/>
                  <a:pt x="610534" y="3124723"/>
                  <a:pt x="609557" y="3124723"/>
                </a:cubicBezTo>
                <a:lnTo>
                  <a:pt x="609557" y="3124648"/>
                </a:lnTo>
                <a:cubicBezTo>
                  <a:pt x="608655" y="3124648"/>
                  <a:pt x="607679" y="3124273"/>
                  <a:pt x="606927" y="3123521"/>
                </a:cubicBezTo>
                <a:cubicBezTo>
                  <a:pt x="605424" y="3122094"/>
                  <a:pt x="605424" y="3119689"/>
                  <a:pt x="606927" y="3118186"/>
                </a:cubicBezTo>
                <a:lnTo>
                  <a:pt x="731046" y="2993617"/>
                </a:lnTo>
                <a:lnTo>
                  <a:pt x="731046" y="2777222"/>
                </a:lnTo>
                <a:lnTo>
                  <a:pt x="729838" y="2777219"/>
                </a:lnTo>
                <a:cubicBezTo>
                  <a:pt x="710239" y="2777235"/>
                  <a:pt x="688764" y="2777316"/>
                  <a:pt x="666998" y="2777435"/>
                </a:cubicBezTo>
                <a:lnTo>
                  <a:pt x="635241" y="2777697"/>
                </a:lnTo>
                <a:lnTo>
                  <a:pt x="634576" y="2778364"/>
                </a:lnTo>
                <a:lnTo>
                  <a:pt x="633920" y="2777710"/>
                </a:lnTo>
                <a:lnTo>
                  <a:pt x="545618" y="2778438"/>
                </a:lnTo>
                <a:cubicBezTo>
                  <a:pt x="543815" y="2778288"/>
                  <a:pt x="541786" y="2776785"/>
                  <a:pt x="541786" y="2774681"/>
                </a:cubicBezTo>
                <a:cubicBezTo>
                  <a:pt x="541786" y="2772578"/>
                  <a:pt x="543439" y="2770850"/>
                  <a:pt x="545543" y="2770850"/>
                </a:cubicBezTo>
                <a:cubicBezTo>
                  <a:pt x="547828" y="2770818"/>
                  <a:pt x="561391" y="2770665"/>
                  <a:pt x="581349" y="2770477"/>
                </a:cubicBezTo>
                <a:lnTo>
                  <a:pt x="630818" y="2770086"/>
                </a:lnTo>
                <a:lnTo>
                  <a:pt x="630818" y="2685199"/>
                </a:lnTo>
                <a:cubicBezTo>
                  <a:pt x="630818" y="2683170"/>
                  <a:pt x="632472" y="2681442"/>
                  <a:pt x="634576" y="2681442"/>
                </a:cubicBezTo>
                <a:cubicBezTo>
                  <a:pt x="636679" y="2681442"/>
                  <a:pt x="638332" y="2683095"/>
                  <a:pt x="638332" y="2685199"/>
                </a:cubicBezTo>
                <a:lnTo>
                  <a:pt x="638332" y="2770027"/>
                </a:lnTo>
                <a:lnTo>
                  <a:pt x="655537" y="2769889"/>
                </a:lnTo>
                <a:cubicBezTo>
                  <a:pt x="711280" y="2769536"/>
                  <a:pt x="773083" y="2769366"/>
                  <a:pt x="801895" y="2770046"/>
                </a:cubicBezTo>
                <a:lnTo>
                  <a:pt x="807246" y="2770320"/>
                </a:lnTo>
                <a:lnTo>
                  <a:pt x="720528" y="2683320"/>
                </a:lnTo>
                <a:lnTo>
                  <a:pt x="720528" y="2612620"/>
                </a:lnTo>
                <a:cubicBezTo>
                  <a:pt x="720528" y="2610592"/>
                  <a:pt x="722181" y="2608864"/>
                  <a:pt x="724284" y="2608864"/>
                </a:cubicBezTo>
                <a:close/>
                <a:moveTo>
                  <a:pt x="6765169" y="2608787"/>
                </a:moveTo>
                <a:cubicBezTo>
                  <a:pt x="6767272" y="2608787"/>
                  <a:pt x="6768925" y="2610516"/>
                  <a:pt x="6768925" y="2612545"/>
                </a:cubicBezTo>
                <a:lnTo>
                  <a:pt x="6768925" y="2680089"/>
                </a:lnTo>
                <a:lnTo>
                  <a:pt x="6861489" y="2772954"/>
                </a:lnTo>
                <a:lnTo>
                  <a:pt x="6861489" y="3031635"/>
                </a:lnTo>
                <a:lnTo>
                  <a:pt x="6778317" y="3115108"/>
                </a:lnTo>
                <a:cubicBezTo>
                  <a:pt x="6777565" y="3115860"/>
                  <a:pt x="6776587" y="3116236"/>
                  <a:pt x="6775688" y="3116236"/>
                </a:cubicBezTo>
                <a:lnTo>
                  <a:pt x="6775612" y="3116311"/>
                </a:lnTo>
                <a:cubicBezTo>
                  <a:pt x="6774635" y="3116311"/>
                  <a:pt x="6773658" y="3115935"/>
                  <a:pt x="6772982" y="3115184"/>
                </a:cubicBezTo>
                <a:cubicBezTo>
                  <a:pt x="6771479" y="3113682"/>
                  <a:pt x="6771479" y="3111276"/>
                  <a:pt x="6772982" y="3109849"/>
                </a:cubicBezTo>
                <a:lnTo>
                  <a:pt x="6853976" y="3028556"/>
                </a:lnTo>
                <a:lnTo>
                  <a:pt x="6853976" y="2778274"/>
                </a:lnTo>
                <a:lnTo>
                  <a:pt x="6822154" y="2777319"/>
                </a:lnTo>
                <a:lnTo>
                  <a:pt x="6779369" y="2777347"/>
                </a:lnTo>
                <a:lnTo>
                  <a:pt x="6779369" y="2996849"/>
                </a:lnTo>
                <a:lnTo>
                  <a:pt x="6652994" y="3123674"/>
                </a:lnTo>
                <a:cubicBezTo>
                  <a:pt x="6652243" y="3124425"/>
                  <a:pt x="6651267" y="3124801"/>
                  <a:pt x="6650365" y="3124801"/>
                </a:cubicBezTo>
                <a:lnTo>
                  <a:pt x="6650365" y="3124726"/>
                </a:lnTo>
                <a:cubicBezTo>
                  <a:pt x="6649388" y="3124726"/>
                  <a:pt x="6648411" y="3124351"/>
                  <a:pt x="6647735" y="3123599"/>
                </a:cubicBezTo>
                <a:cubicBezTo>
                  <a:pt x="6646232" y="3122096"/>
                  <a:pt x="6646232" y="3119692"/>
                  <a:pt x="6647735" y="3118264"/>
                </a:cubicBezTo>
                <a:lnTo>
                  <a:pt x="6771856" y="2993694"/>
                </a:lnTo>
                <a:lnTo>
                  <a:pt x="6771856" y="2777351"/>
                </a:lnTo>
                <a:lnTo>
                  <a:pt x="6707731" y="2777393"/>
                </a:lnTo>
                <a:lnTo>
                  <a:pt x="6676102" y="2777646"/>
                </a:lnTo>
                <a:lnTo>
                  <a:pt x="6675384" y="2778364"/>
                </a:lnTo>
                <a:lnTo>
                  <a:pt x="6674677" y="2777657"/>
                </a:lnTo>
                <a:lnTo>
                  <a:pt x="6586350" y="2778364"/>
                </a:lnTo>
                <a:cubicBezTo>
                  <a:pt x="6584321" y="2778364"/>
                  <a:pt x="6582594" y="2776711"/>
                  <a:pt x="6582594" y="2774607"/>
                </a:cubicBezTo>
                <a:cubicBezTo>
                  <a:pt x="6582594" y="2772504"/>
                  <a:pt x="6584247" y="2770775"/>
                  <a:pt x="6586350" y="2770775"/>
                </a:cubicBezTo>
                <a:cubicBezTo>
                  <a:pt x="6588308" y="2770761"/>
                  <a:pt x="6598553" y="2770655"/>
                  <a:pt x="6614009" y="2770509"/>
                </a:cubicBezTo>
                <a:lnTo>
                  <a:pt x="6671628" y="2770020"/>
                </a:lnTo>
                <a:lnTo>
                  <a:pt x="6671628" y="2685199"/>
                </a:lnTo>
                <a:cubicBezTo>
                  <a:pt x="6671628" y="2683095"/>
                  <a:pt x="6673281" y="2681442"/>
                  <a:pt x="6675384" y="2681442"/>
                </a:cubicBezTo>
                <a:cubicBezTo>
                  <a:pt x="6677488" y="2681442"/>
                  <a:pt x="6679141" y="2683170"/>
                  <a:pt x="6679141" y="2685199"/>
                </a:cubicBezTo>
                <a:lnTo>
                  <a:pt x="6679141" y="2769990"/>
                </a:lnTo>
                <a:lnTo>
                  <a:pt x="6775108" y="2769700"/>
                </a:lnTo>
                <a:lnTo>
                  <a:pt x="6775612" y="2769197"/>
                </a:lnTo>
                <a:lnTo>
                  <a:pt x="6776112" y="2769697"/>
                </a:lnTo>
                <a:lnTo>
                  <a:pt x="6810838" y="2769592"/>
                </a:lnTo>
                <a:lnTo>
                  <a:pt x="6848411" y="2770526"/>
                </a:lnTo>
                <a:lnTo>
                  <a:pt x="6761412" y="2683245"/>
                </a:lnTo>
                <a:lnTo>
                  <a:pt x="6761412" y="2612545"/>
                </a:lnTo>
                <a:cubicBezTo>
                  <a:pt x="6761412" y="2610442"/>
                  <a:pt x="6763065" y="2608787"/>
                  <a:pt x="6765169" y="2608787"/>
                </a:cubicBezTo>
                <a:close/>
                <a:moveTo>
                  <a:pt x="5418835" y="2608787"/>
                </a:moveTo>
                <a:cubicBezTo>
                  <a:pt x="5420939" y="2608787"/>
                  <a:pt x="5422592" y="2610442"/>
                  <a:pt x="5422592" y="2612545"/>
                </a:cubicBezTo>
                <a:lnTo>
                  <a:pt x="5422592" y="2683245"/>
                </a:lnTo>
                <a:lnTo>
                  <a:pt x="5335592" y="2770526"/>
                </a:lnTo>
                <a:lnTo>
                  <a:pt x="5373166" y="2769592"/>
                </a:lnTo>
                <a:lnTo>
                  <a:pt x="5407892" y="2769697"/>
                </a:lnTo>
                <a:lnTo>
                  <a:pt x="5408392" y="2769197"/>
                </a:lnTo>
                <a:lnTo>
                  <a:pt x="5408894" y="2769700"/>
                </a:lnTo>
                <a:lnTo>
                  <a:pt x="5504863" y="2769990"/>
                </a:lnTo>
                <a:lnTo>
                  <a:pt x="5504863" y="2685199"/>
                </a:lnTo>
                <a:cubicBezTo>
                  <a:pt x="5504863" y="2683170"/>
                  <a:pt x="5506515" y="2681442"/>
                  <a:pt x="5508619" y="2681442"/>
                </a:cubicBezTo>
                <a:cubicBezTo>
                  <a:pt x="5510723" y="2681442"/>
                  <a:pt x="5512375" y="2683095"/>
                  <a:pt x="5512375" y="2685199"/>
                </a:cubicBezTo>
                <a:lnTo>
                  <a:pt x="5512375" y="2770020"/>
                </a:lnTo>
                <a:lnTo>
                  <a:pt x="5569995" y="2770509"/>
                </a:lnTo>
                <a:cubicBezTo>
                  <a:pt x="5585450" y="2770655"/>
                  <a:pt x="5595695" y="2770761"/>
                  <a:pt x="5597652" y="2770775"/>
                </a:cubicBezTo>
                <a:cubicBezTo>
                  <a:pt x="5599756" y="2770775"/>
                  <a:pt x="5601408" y="2772504"/>
                  <a:pt x="5601408" y="2774607"/>
                </a:cubicBezTo>
                <a:cubicBezTo>
                  <a:pt x="5601408" y="2776711"/>
                  <a:pt x="5599681" y="2778364"/>
                  <a:pt x="5597652" y="2778364"/>
                </a:cubicBezTo>
                <a:lnTo>
                  <a:pt x="5509326" y="2777657"/>
                </a:lnTo>
                <a:lnTo>
                  <a:pt x="5508619" y="2778364"/>
                </a:lnTo>
                <a:lnTo>
                  <a:pt x="5507902" y="2777646"/>
                </a:lnTo>
                <a:lnTo>
                  <a:pt x="5476273" y="2777393"/>
                </a:lnTo>
                <a:lnTo>
                  <a:pt x="5412147" y="2777351"/>
                </a:lnTo>
                <a:lnTo>
                  <a:pt x="5412147" y="2993694"/>
                </a:lnTo>
                <a:lnTo>
                  <a:pt x="5536268" y="3118264"/>
                </a:lnTo>
                <a:cubicBezTo>
                  <a:pt x="5537770" y="3119692"/>
                  <a:pt x="5537770" y="3122096"/>
                  <a:pt x="5536268" y="3123599"/>
                </a:cubicBezTo>
                <a:cubicBezTo>
                  <a:pt x="5535593" y="3124351"/>
                  <a:pt x="5534614" y="3124726"/>
                  <a:pt x="5533638" y="3124726"/>
                </a:cubicBezTo>
                <a:lnTo>
                  <a:pt x="5533638" y="3124801"/>
                </a:lnTo>
                <a:cubicBezTo>
                  <a:pt x="5532737" y="3124801"/>
                  <a:pt x="5531760" y="3124425"/>
                  <a:pt x="5531008" y="3123674"/>
                </a:cubicBezTo>
                <a:lnTo>
                  <a:pt x="5404635" y="2996849"/>
                </a:lnTo>
                <a:lnTo>
                  <a:pt x="5404635" y="2777347"/>
                </a:lnTo>
                <a:lnTo>
                  <a:pt x="5361850" y="2777319"/>
                </a:lnTo>
                <a:lnTo>
                  <a:pt x="5330027" y="2778274"/>
                </a:lnTo>
                <a:lnTo>
                  <a:pt x="5330027" y="3028556"/>
                </a:lnTo>
                <a:lnTo>
                  <a:pt x="5411022" y="3109849"/>
                </a:lnTo>
                <a:cubicBezTo>
                  <a:pt x="5412524" y="3111276"/>
                  <a:pt x="5412524" y="3113682"/>
                  <a:pt x="5411022" y="3115184"/>
                </a:cubicBezTo>
                <a:cubicBezTo>
                  <a:pt x="5410346" y="3115935"/>
                  <a:pt x="5409368" y="3116311"/>
                  <a:pt x="5408392" y="3116311"/>
                </a:cubicBezTo>
                <a:lnTo>
                  <a:pt x="5408316" y="3116236"/>
                </a:lnTo>
                <a:cubicBezTo>
                  <a:pt x="5407415" y="3116236"/>
                  <a:pt x="5406438" y="3115860"/>
                  <a:pt x="5405687" y="3115108"/>
                </a:cubicBezTo>
                <a:lnTo>
                  <a:pt x="5322514" y="3031635"/>
                </a:lnTo>
                <a:lnTo>
                  <a:pt x="5322514" y="2772954"/>
                </a:lnTo>
                <a:lnTo>
                  <a:pt x="5415079" y="2680089"/>
                </a:lnTo>
                <a:lnTo>
                  <a:pt x="5415079" y="2612545"/>
                </a:lnTo>
                <a:cubicBezTo>
                  <a:pt x="5415079" y="2610516"/>
                  <a:pt x="5416732" y="2608787"/>
                  <a:pt x="5418835" y="2608787"/>
                </a:cubicBezTo>
                <a:close/>
                <a:moveTo>
                  <a:pt x="8282483" y="2566865"/>
                </a:moveTo>
                <a:cubicBezTo>
                  <a:pt x="8284588" y="2566865"/>
                  <a:pt x="8286240" y="2568592"/>
                  <a:pt x="8286240" y="2570621"/>
                </a:cubicBezTo>
                <a:lnTo>
                  <a:pt x="8286240" y="3155453"/>
                </a:lnTo>
                <a:lnTo>
                  <a:pt x="8238831" y="3259586"/>
                </a:lnTo>
                <a:lnTo>
                  <a:pt x="8238756" y="3259512"/>
                </a:lnTo>
                <a:lnTo>
                  <a:pt x="7968427" y="3259512"/>
                </a:lnTo>
                <a:cubicBezTo>
                  <a:pt x="7966323" y="3259512"/>
                  <a:pt x="7964671" y="3257784"/>
                  <a:pt x="7964671" y="3255755"/>
                </a:cubicBezTo>
                <a:cubicBezTo>
                  <a:pt x="7964671" y="3253726"/>
                  <a:pt x="7966323" y="3251998"/>
                  <a:pt x="7968427" y="3251998"/>
                </a:cubicBezTo>
                <a:lnTo>
                  <a:pt x="8233947" y="3251998"/>
                </a:lnTo>
                <a:lnTo>
                  <a:pt x="8278727" y="3153800"/>
                </a:lnTo>
                <a:lnTo>
                  <a:pt x="8278727" y="2570621"/>
                </a:lnTo>
                <a:cubicBezTo>
                  <a:pt x="8278727" y="2568517"/>
                  <a:pt x="8280380" y="2566865"/>
                  <a:pt x="8282483" y="2566865"/>
                </a:cubicBezTo>
                <a:close/>
                <a:moveTo>
                  <a:pt x="3901519" y="2566865"/>
                </a:moveTo>
                <a:cubicBezTo>
                  <a:pt x="3903622" y="2566865"/>
                  <a:pt x="3905275" y="2568517"/>
                  <a:pt x="3905275" y="2570621"/>
                </a:cubicBezTo>
                <a:lnTo>
                  <a:pt x="3905275" y="3153800"/>
                </a:lnTo>
                <a:lnTo>
                  <a:pt x="3950056" y="3251998"/>
                </a:lnTo>
                <a:lnTo>
                  <a:pt x="4215576" y="3251998"/>
                </a:lnTo>
                <a:cubicBezTo>
                  <a:pt x="4217679" y="3251998"/>
                  <a:pt x="4219333" y="3253726"/>
                  <a:pt x="4219333" y="3255755"/>
                </a:cubicBezTo>
                <a:cubicBezTo>
                  <a:pt x="4219333" y="3257784"/>
                  <a:pt x="4217679" y="3259512"/>
                  <a:pt x="4215576" y="3259512"/>
                </a:cubicBezTo>
                <a:lnTo>
                  <a:pt x="3945247" y="3259512"/>
                </a:lnTo>
                <a:lnTo>
                  <a:pt x="3945172" y="3259586"/>
                </a:lnTo>
                <a:lnTo>
                  <a:pt x="3897762" y="3155453"/>
                </a:lnTo>
                <a:lnTo>
                  <a:pt x="3897762" y="2570621"/>
                </a:lnTo>
                <a:cubicBezTo>
                  <a:pt x="3897762" y="2568592"/>
                  <a:pt x="3899415" y="2566865"/>
                  <a:pt x="3901519" y="2566865"/>
                </a:cubicBezTo>
                <a:close/>
                <a:moveTo>
                  <a:pt x="9942477" y="2566788"/>
                </a:moveTo>
                <a:cubicBezTo>
                  <a:pt x="9944581" y="2566788"/>
                  <a:pt x="9946235" y="2568517"/>
                  <a:pt x="9946235" y="2570546"/>
                </a:cubicBezTo>
                <a:lnTo>
                  <a:pt x="9946235" y="3153721"/>
                </a:lnTo>
                <a:lnTo>
                  <a:pt x="9991014" y="3251921"/>
                </a:lnTo>
                <a:lnTo>
                  <a:pt x="10256533" y="3251921"/>
                </a:lnTo>
                <a:cubicBezTo>
                  <a:pt x="10258638" y="3251921"/>
                  <a:pt x="10260291" y="3253649"/>
                  <a:pt x="10260291" y="3255677"/>
                </a:cubicBezTo>
                <a:cubicBezTo>
                  <a:pt x="10260291" y="3257706"/>
                  <a:pt x="10258638" y="3259434"/>
                  <a:pt x="10256533" y="3259434"/>
                </a:cubicBezTo>
                <a:lnTo>
                  <a:pt x="10256459" y="3259509"/>
                </a:lnTo>
                <a:lnTo>
                  <a:pt x="9986129" y="3259509"/>
                </a:lnTo>
                <a:lnTo>
                  <a:pt x="9938721" y="3154548"/>
                </a:lnTo>
                <a:lnTo>
                  <a:pt x="9938721" y="2570546"/>
                </a:lnTo>
                <a:cubicBezTo>
                  <a:pt x="9938721" y="2568443"/>
                  <a:pt x="9940374" y="2566788"/>
                  <a:pt x="9942477" y="2566788"/>
                </a:cubicBezTo>
                <a:close/>
                <a:moveTo>
                  <a:pt x="2241525" y="2566788"/>
                </a:moveTo>
                <a:cubicBezTo>
                  <a:pt x="2243629" y="2566788"/>
                  <a:pt x="2245281" y="2568443"/>
                  <a:pt x="2245281" y="2570546"/>
                </a:cubicBezTo>
                <a:lnTo>
                  <a:pt x="2245281" y="3154548"/>
                </a:lnTo>
                <a:lnTo>
                  <a:pt x="2197873" y="3259509"/>
                </a:lnTo>
                <a:lnTo>
                  <a:pt x="1927543" y="3259509"/>
                </a:lnTo>
                <a:lnTo>
                  <a:pt x="1927469" y="3259434"/>
                </a:lnTo>
                <a:cubicBezTo>
                  <a:pt x="1925365" y="3259434"/>
                  <a:pt x="1923712" y="3257706"/>
                  <a:pt x="1923712" y="3255677"/>
                </a:cubicBezTo>
                <a:cubicBezTo>
                  <a:pt x="1923712" y="3253649"/>
                  <a:pt x="1925365" y="3251921"/>
                  <a:pt x="1927469" y="3251921"/>
                </a:cubicBezTo>
                <a:lnTo>
                  <a:pt x="2192990" y="3251921"/>
                </a:lnTo>
                <a:lnTo>
                  <a:pt x="2237769" y="3153721"/>
                </a:lnTo>
                <a:lnTo>
                  <a:pt x="2237769" y="2570546"/>
                </a:lnTo>
                <a:cubicBezTo>
                  <a:pt x="2237769" y="2568517"/>
                  <a:pt x="2239421" y="2566788"/>
                  <a:pt x="2241525" y="2566788"/>
                </a:cubicBezTo>
                <a:close/>
                <a:moveTo>
                  <a:pt x="10951967" y="2557623"/>
                </a:moveTo>
                <a:lnTo>
                  <a:pt x="11215459" y="2557623"/>
                </a:lnTo>
                <a:cubicBezTo>
                  <a:pt x="11217563" y="2557623"/>
                  <a:pt x="11219216" y="2559350"/>
                  <a:pt x="11219216" y="2561379"/>
                </a:cubicBezTo>
                <a:cubicBezTo>
                  <a:pt x="11219216" y="2563408"/>
                  <a:pt x="11217563" y="2565135"/>
                  <a:pt x="11215459" y="2565135"/>
                </a:cubicBezTo>
                <a:lnTo>
                  <a:pt x="10951967" y="2565135"/>
                </a:lnTo>
                <a:cubicBezTo>
                  <a:pt x="10949864" y="2565135"/>
                  <a:pt x="10948210" y="2563408"/>
                  <a:pt x="10948210" y="2561379"/>
                </a:cubicBezTo>
                <a:cubicBezTo>
                  <a:pt x="10948210" y="2559350"/>
                  <a:pt x="10949864" y="2557623"/>
                  <a:pt x="10951967" y="2557623"/>
                </a:cubicBezTo>
                <a:close/>
                <a:moveTo>
                  <a:pt x="968544" y="2557623"/>
                </a:moveTo>
                <a:lnTo>
                  <a:pt x="1232035" y="2557623"/>
                </a:lnTo>
                <a:cubicBezTo>
                  <a:pt x="1234138" y="2557623"/>
                  <a:pt x="1235793" y="2559350"/>
                  <a:pt x="1235793" y="2561379"/>
                </a:cubicBezTo>
                <a:cubicBezTo>
                  <a:pt x="1235793" y="2563408"/>
                  <a:pt x="1234138" y="2565135"/>
                  <a:pt x="1232035" y="2565135"/>
                </a:cubicBezTo>
                <a:lnTo>
                  <a:pt x="968544" y="2565135"/>
                </a:lnTo>
                <a:cubicBezTo>
                  <a:pt x="966440" y="2565135"/>
                  <a:pt x="964787" y="2563408"/>
                  <a:pt x="964787" y="2561379"/>
                </a:cubicBezTo>
                <a:cubicBezTo>
                  <a:pt x="964787" y="2559350"/>
                  <a:pt x="966440" y="2557623"/>
                  <a:pt x="968544" y="2557623"/>
                </a:cubicBezTo>
                <a:close/>
                <a:moveTo>
                  <a:pt x="8148597" y="2516751"/>
                </a:moveTo>
                <a:lnTo>
                  <a:pt x="8148671" y="2516751"/>
                </a:lnTo>
                <a:lnTo>
                  <a:pt x="8148597" y="2516825"/>
                </a:lnTo>
                <a:close/>
                <a:moveTo>
                  <a:pt x="4035331" y="2516751"/>
                </a:moveTo>
                <a:lnTo>
                  <a:pt x="4035406" y="2516751"/>
                </a:lnTo>
                <a:lnTo>
                  <a:pt x="4035406" y="2516825"/>
                </a:lnTo>
                <a:close/>
                <a:moveTo>
                  <a:pt x="10425057" y="2509312"/>
                </a:moveTo>
                <a:lnTo>
                  <a:pt x="10425057" y="2624642"/>
                </a:lnTo>
                <a:lnTo>
                  <a:pt x="10684569" y="2624642"/>
                </a:lnTo>
                <a:lnTo>
                  <a:pt x="10682785" y="2565135"/>
                </a:lnTo>
                <a:lnTo>
                  <a:pt x="10520367" y="2565135"/>
                </a:lnTo>
                <a:lnTo>
                  <a:pt x="10514861" y="2578482"/>
                </a:lnTo>
                <a:cubicBezTo>
                  <a:pt x="10510466" y="2582905"/>
                  <a:pt x="10504399" y="2585647"/>
                  <a:pt x="10497712" y="2585647"/>
                </a:cubicBezTo>
                <a:cubicBezTo>
                  <a:pt x="10484338" y="2585647"/>
                  <a:pt x="10473443" y="2574753"/>
                  <a:pt x="10473443" y="2561229"/>
                </a:cubicBezTo>
                <a:cubicBezTo>
                  <a:pt x="10473443" y="2547705"/>
                  <a:pt x="10484338" y="2536811"/>
                  <a:pt x="10497712" y="2536811"/>
                </a:cubicBezTo>
                <a:cubicBezTo>
                  <a:pt x="10504399" y="2536811"/>
                  <a:pt x="10510466" y="2539535"/>
                  <a:pt x="10514861" y="2543949"/>
                </a:cubicBezTo>
                <a:lnTo>
                  <a:pt x="10520494" y="2557623"/>
                </a:lnTo>
                <a:lnTo>
                  <a:pt x="10682560" y="2557623"/>
                </a:lnTo>
                <a:lnTo>
                  <a:pt x="10681112" y="2509312"/>
                </a:lnTo>
                <a:close/>
                <a:moveTo>
                  <a:pt x="7543698" y="2509312"/>
                </a:moveTo>
                <a:lnTo>
                  <a:pt x="7542251" y="2557623"/>
                </a:lnTo>
                <a:lnTo>
                  <a:pt x="7721839" y="2557623"/>
                </a:lnTo>
                <a:cubicBezTo>
                  <a:pt x="7723943" y="2557623"/>
                  <a:pt x="7725596" y="2559350"/>
                  <a:pt x="7725596" y="2561379"/>
                </a:cubicBezTo>
                <a:cubicBezTo>
                  <a:pt x="7725596" y="2563408"/>
                  <a:pt x="7723943" y="2565135"/>
                  <a:pt x="7721839" y="2565135"/>
                </a:cubicBezTo>
                <a:lnTo>
                  <a:pt x="7542026" y="2565135"/>
                </a:lnTo>
                <a:lnTo>
                  <a:pt x="7540242" y="2624642"/>
                </a:lnTo>
                <a:lnTo>
                  <a:pt x="7799753" y="2624642"/>
                </a:lnTo>
                <a:lnTo>
                  <a:pt x="7799753" y="2509312"/>
                </a:lnTo>
                <a:close/>
                <a:moveTo>
                  <a:pt x="4384251" y="2509312"/>
                </a:moveTo>
                <a:lnTo>
                  <a:pt x="4384251" y="2624642"/>
                </a:lnTo>
                <a:lnTo>
                  <a:pt x="4643761" y="2624642"/>
                </a:lnTo>
                <a:lnTo>
                  <a:pt x="4641978" y="2565135"/>
                </a:lnTo>
                <a:lnTo>
                  <a:pt x="4462164" y="2565135"/>
                </a:lnTo>
                <a:cubicBezTo>
                  <a:pt x="4460060" y="2565135"/>
                  <a:pt x="4458408" y="2563408"/>
                  <a:pt x="4458408" y="2561379"/>
                </a:cubicBezTo>
                <a:cubicBezTo>
                  <a:pt x="4458408" y="2559350"/>
                  <a:pt x="4460060" y="2557623"/>
                  <a:pt x="4462164" y="2557623"/>
                </a:cubicBezTo>
                <a:lnTo>
                  <a:pt x="4641752" y="2557623"/>
                </a:lnTo>
                <a:lnTo>
                  <a:pt x="4640306" y="2509312"/>
                </a:lnTo>
                <a:close/>
                <a:moveTo>
                  <a:pt x="1502890" y="2509312"/>
                </a:moveTo>
                <a:lnTo>
                  <a:pt x="1501442" y="2557623"/>
                </a:lnTo>
                <a:lnTo>
                  <a:pt x="1663508" y="2557623"/>
                </a:lnTo>
                <a:lnTo>
                  <a:pt x="1669142" y="2543949"/>
                </a:lnTo>
                <a:cubicBezTo>
                  <a:pt x="1673536" y="2539535"/>
                  <a:pt x="1679604" y="2536811"/>
                  <a:pt x="1686291" y="2536811"/>
                </a:cubicBezTo>
                <a:cubicBezTo>
                  <a:pt x="1699665" y="2536811"/>
                  <a:pt x="1710559" y="2547705"/>
                  <a:pt x="1710559" y="2561229"/>
                </a:cubicBezTo>
                <a:cubicBezTo>
                  <a:pt x="1710559" y="2574753"/>
                  <a:pt x="1699665" y="2585647"/>
                  <a:pt x="1686291" y="2585647"/>
                </a:cubicBezTo>
                <a:cubicBezTo>
                  <a:pt x="1679604" y="2585647"/>
                  <a:pt x="1673536" y="2582905"/>
                  <a:pt x="1669142" y="2578482"/>
                </a:cubicBezTo>
                <a:lnTo>
                  <a:pt x="1663635" y="2565135"/>
                </a:lnTo>
                <a:lnTo>
                  <a:pt x="1501217" y="2565135"/>
                </a:lnTo>
                <a:lnTo>
                  <a:pt x="1499435" y="2624642"/>
                </a:lnTo>
                <a:lnTo>
                  <a:pt x="1758945" y="2624642"/>
                </a:lnTo>
                <a:lnTo>
                  <a:pt x="1758945" y="2509312"/>
                </a:lnTo>
                <a:close/>
                <a:moveTo>
                  <a:pt x="10916429" y="2460926"/>
                </a:moveTo>
                <a:lnTo>
                  <a:pt x="11048514" y="2460926"/>
                </a:lnTo>
                <a:cubicBezTo>
                  <a:pt x="11050618" y="2460926"/>
                  <a:pt x="11052271" y="2462654"/>
                  <a:pt x="11052271" y="2464683"/>
                </a:cubicBezTo>
                <a:cubicBezTo>
                  <a:pt x="11052271" y="2466711"/>
                  <a:pt x="11050618" y="2468440"/>
                  <a:pt x="11048514" y="2468440"/>
                </a:cubicBezTo>
                <a:lnTo>
                  <a:pt x="10920862" y="2468440"/>
                </a:lnTo>
                <a:lnTo>
                  <a:pt x="10796217" y="2692787"/>
                </a:lnTo>
                <a:lnTo>
                  <a:pt x="10796217" y="2837043"/>
                </a:lnTo>
                <a:lnTo>
                  <a:pt x="10725667" y="2837043"/>
                </a:lnTo>
                <a:cubicBezTo>
                  <a:pt x="10723562" y="2837043"/>
                  <a:pt x="10721910" y="2835315"/>
                  <a:pt x="10721910" y="2833287"/>
                </a:cubicBezTo>
                <a:cubicBezTo>
                  <a:pt x="10721910" y="2831258"/>
                  <a:pt x="10723562" y="2829530"/>
                  <a:pt x="10725667" y="2829530"/>
                </a:cubicBezTo>
                <a:lnTo>
                  <a:pt x="10788703" y="2829530"/>
                </a:lnTo>
                <a:lnTo>
                  <a:pt x="10788703" y="2690834"/>
                </a:lnTo>
                <a:lnTo>
                  <a:pt x="10789154" y="2690008"/>
                </a:lnTo>
                <a:close/>
                <a:moveTo>
                  <a:pt x="1135489" y="2460926"/>
                </a:moveTo>
                <a:lnTo>
                  <a:pt x="1267573" y="2460926"/>
                </a:lnTo>
                <a:lnTo>
                  <a:pt x="1394849" y="2690008"/>
                </a:lnTo>
                <a:lnTo>
                  <a:pt x="1395300" y="2690834"/>
                </a:lnTo>
                <a:lnTo>
                  <a:pt x="1395300" y="2829530"/>
                </a:lnTo>
                <a:lnTo>
                  <a:pt x="1458336" y="2829530"/>
                </a:lnTo>
                <a:cubicBezTo>
                  <a:pt x="1460441" y="2829530"/>
                  <a:pt x="1462094" y="2831258"/>
                  <a:pt x="1462094" y="2833287"/>
                </a:cubicBezTo>
                <a:cubicBezTo>
                  <a:pt x="1462094" y="2835315"/>
                  <a:pt x="1460441" y="2837043"/>
                  <a:pt x="1458336" y="2837043"/>
                </a:cubicBezTo>
                <a:lnTo>
                  <a:pt x="1387786" y="2837043"/>
                </a:lnTo>
                <a:lnTo>
                  <a:pt x="1387786" y="2692787"/>
                </a:lnTo>
                <a:lnTo>
                  <a:pt x="1263140" y="2468440"/>
                </a:lnTo>
                <a:lnTo>
                  <a:pt x="1135489" y="2468440"/>
                </a:lnTo>
                <a:cubicBezTo>
                  <a:pt x="1133385" y="2468440"/>
                  <a:pt x="1131732" y="2466711"/>
                  <a:pt x="1131732" y="2464683"/>
                </a:cubicBezTo>
                <a:cubicBezTo>
                  <a:pt x="1131732" y="2462654"/>
                  <a:pt x="1133385" y="2460926"/>
                  <a:pt x="1135489" y="2460926"/>
                </a:cubicBezTo>
                <a:close/>
                <a:moveTo>
                  <a:pt x="7176373" y="2460850"/>
                </a:moveTo>
                <a:lnTo>
                  <a:pt x="7308457" y="2460850"/>
                </a:lnTo>
                <a:lnTo>
                  <a:pt x="7309509" y="2462803"/>
                </a:lnTo>
                <a:lnTo>
                  <a:pt x="7436184" y="2690833"/>
                </a:lnTo>
                <a:lnTo>
                  <a:pt x="7436184" y="2829530"/>
                </a:lnTo>
                <a:lnTo>
                  <a:pt x="7477502" y="2829530"/>
                </a:lnTo>
                <a:lnTo>
                  <a:pt x="7477131" y="2828628"/>
                </a:lnTo>
                <a:cubicBezTo>
                  <a:pt x="7477131" y="2815103"/>
                  <a:pt x="7488024" y="2804210"/>
                  <a:pt x="7501399" y="2804210"/>
                </a:cubicBezTo>
                <a:cubicBezTo>
                  <a:pt x="7514771" y="2804210"/>
                  <a:pt x="7525666" y="2815103"/>
                  <a:pt x="7525666" y="2828628"/>
                </a:cubicBezTo>
                <a:cubicBezTo>
                  <a:pt x="7525666" y="2842077"/>
                  <a:pt x="7514771" y="2853046"/>
                  <a:pt x="7501399" y="2853046"/>
                </a:cubicBezTo>
                <a:cubicBezTo>
                  <a:pt x="7494711" y="2853046"/>
                  <a:pt x="7488645" y="2850322"/>
                  <a:pt x="7484250" y="2845908"/>
                </a:cubicBezTo>
                <a:lnTo>
                  <a:pt x="7480598" y="2837042"/>
                </a:lnTo>
                <a:lnTo>
                  <a:pt x="7428669" y="2837042"/>
                </a:lnTo>
                <a:lnTo>
                  <a:pt x="7428669" y="2692712"/>
                </a:lnTo>
                <a:lnTo>
                  <a:pt x="7304023" y="2468364"/>
                </a:lnTo>
                <a:lnTo>
                  <a:pt x="7176373" y="2468364"/>
                </a:lnTo>
                <a:cubicBezTo>
                  <a:pt x="7174269" y="2468364"/>
                  <a:pt x="7172616" y="2466636"/>
                  <a:pt x="7172616" y="2464607"/>
                </a:cubicBezTo>
                <a:cubicBezTo>
                  <a:pt x="7172616" y="2462579"/>
                  <a:pt x="7174269" y="2460850"/>
                  <a:pt x="7176373" y="2460850"/>
                </a:cubicBezTo>
                <a:close/>
                <a:moveTo>
                  <a:pt x="4875546" y="2460850"/>
                </a:moveTo>
                <a:lnTo>
                  <a:pt x="5007631" y="2460850"/>
                </a:lnTo>
                <a:cubicBezTo>
                  <a:pt x="5009735" y="2460850"/>
                  <a:pt x="5011388" y="2462579"/>
                  <a:pt x="5011388" y="2464607"/>
                </a:cubicBezTo>
                <a:cubicBezTo>
                  <a:pt x="5011388" y="2466636"/>
                  <a:pt x="5009735" y="2468364"/>
                  <a:pt x="5007631" y="2468364"/>
                </a:cubicBezTo>
                <a:lnTo>
                  <a:pt x="4879980" y="2468364"/>
                </a:lnTo>
                <a:lnTo>
                  <a:pt x="4755333" y="2692712"/>
                </a:lnTo>
                <a:lnTo>
                  <a:pt x="4755333" y="2837042"/>
                </a:lnTo>
                <a:lnTo>
                  <a:pt x="4703406" y="2837042"/>
                </a:lnTo>
                <a:lnTo>
                  <a:pt x="4699753" y="2845908"/>
                </a:lnTo>
                <a:cubicBezTo>
                  <a:pt x="4695359" y="2850322"/>
                  <a:pt x="4689291" y="2853046"/>
                  <a:pt x="4682605" y="2853046"/>
                </a:cubicBezTo>
                <a:cubicBezTo>
                  <a:pt x="4669231" y="2853046"/>
                  <a:pt x="4658337" y="2842077"/>
                  <a:pt x="4658337" y="2828628"/>
                </a:cubicBezTo>
                <a:cubicBezTo>
                  <a:pt x="4658337" y="2815103"/>
                  <a:pt x="4669231" y="2804210"/>
                  <a:pt x="4682605" y="2804210"/>
                </a:cubicBezTo>
                <a:cubicBezTo>
                  <a:pt x="4695979" y="2804210"/>
                  <a:pt x="4706872" y="2815103"/>
                  <a:pt x="4706872" y="2828628"/>
                </a:cubicBezTo>
                <a:lnTo>
                  <a:pt x="4706500" y="2829530"/>
                </a:lnTo>
                <a:lnTo>
                  <a:pt x="4747820" y="2829530"/>
                </a:lnTo>
                <a:lnTo>
                  <a:pt x="4747820" y="2690833"/>
                </a:lnTo>
                <a:lnTo>
                  <a:pt x="4874494" y="2462803"/>
                </a:lnTo>
                <a:close/>
                <a:moveTo>
                  <a:pt x="8560551" y="2451310"/>
                </a:moveTo>
                <a:cubicBezTo>
                  <a:pt x="8562504" y="2450633"/>
                  <a:pt x="8564683" y="2451685"/>
                  <a:pt x="8565360" y="2453638"/>
                </a:cubicBezTo>
                <a:cubicBezTo>
                  <a:pt x="8566035" y="2455592"/>
                  <a:pt x="8564983" y="2457771"/>
                  <a:pt x="8563030" y="2458447"/>
                </a:cubicBezTo>
                <a:lnTo>
                  <a:pt x="8502247" y="2479983"/>
                </a:lnTo>
                <a:lnTo>
                  <a:pt x="8502247" y="3244935"/>
                </a:lnTo>
                <a:lnTo>
                  <a:pt x="8438459" y="3372963"/>
                </a:lnTo>
                <a:cubicBezTo>
                  <a:pt x="8437784" y="3374316"/>
                  <a:pt x="8436431" y="3375068"/>
                  <a:pt x="8435079" y="3375068"/>
                </a:cubicBezTo>
                <a:lnTo>
                  <a:pt x="8435079" y="3375142"/>
                </a:lnTo>
                <a:cubicBezTo>
                  <a:pt x="8434478" y="3375142"/>
                  <a:pt x="8433952" y="3374992"/>
                  <a:pt x="8433427" y="3374767"/>
                </a:cubicBezTo>
                <a:cubicBezTo>
                  <a:pt x="8431547" y="3373865"/>
                  <a:pt x="8430796" y="3371536"/>
                  <a:pt x="8431773" y="3369658"/>
                </a:cubicBezTo>
                <a:lnTo>
                  <a:pt x="8494735" y="3243208"/>
                </a:lnTo>
                <a:lnTo>
                  <a:pt x="8494735" y="2482646"/>
                </a:lnTo>
                <a:lnTo>
                  <a:pt x="8418624" y="2509613"/>
                </a:lnTo>
                <a:lnTo>
                  <a:pt x="8418624" y="3221945"/>
                </a:lnTo>
                <a:lnTo>
                  <a:pt x="8418249" y="3222695"/>
                </a:lnTo>
                <a:lnTo>
                  <a:pt x="8371140" y="3323149"/>
                </a:lnTo>
                <a:lnTo>
                  <a:pt x="7977818" y="3323149"/>
                </a:lnTo>
                <a:lnTo>
                  <a:pt x="7977818" y="3523455"/>
                </a:lnTo>
                <a:lnTo>
                  <a:pt x="8030787" y="3600391"/>
                </a:lnTo>
                <a:lnTo>
                  <a:pt x="8391652" y="3600391"/>
                </a:lnTo>
                <a:lnTo>
                  <a:pt x="8492781" y="3498886"/>
                </a:lnTo>
                <a:cubicBezTo>
                  <a:pt x="8494283" y="3497383"/>
                  <a:pt x="8496613" y="3497383"/>
                  <a:pt x="8498116" y="3498886"/>
                </a:cubicBezTo>
                <a:cubicBezTo>
                  <a:pt x="8499617" y="3500389"/>
                  <a:pt x="8499617" y="3502793"/>
                  <a:pt x="8498116" y="3504221"/>
                </a:cubicBezTo>
                <a:lnTo>
                  <a:pt x="8394807" y="3607905"/>
                </a:lnTo>
                <a:lnTo>
                  <a:pt x="8026880" y="3607905"/>
                </a:lnTo>
                <a:lnTo>
                  <a:pt x="7970380" y="3525783"/>
                </a:lnTo>
                <a:lnTo>
                  <a:pt x="7970380" y="3315561"/>
                </a:lnTo>
                <a:lnTo>
                  <a:pt x="8366407" y="3315561"/>
                </a:lnTo>
                <a:lnTo>
                  <a:pt x="8411111" y="3220217"/>
                </a:lnTo>
                <a:lnTo>
                  <a:pt x="8411111" y="2504278"/>
                </a:lnTo>
                <a:close/>
                <a:moveTo>
                  <a:pt x="3623452" y="2451310"/>
                </a:moveTo>
                <a:lnTo>
                  <a:pt x="3772891" y="2504278"/>
                </a:lnTo>
                <a:lnTo>
                  <a:pt x="3772891" y="3220217"/>
                </a:lnTo>
                <a:lnTo>
                  <a:pt x="3817596" y="3315561"/>
                </a:lnTo>
                <a:lnTo>
                  <a:pt x="4213624" y="3315561"/>
                </a:lnTo>
                <a:lnTo>
                  <a:pt x="4213624" y="3525783"/>
                </a:lnTo>
                <a:lnTo>
                  <a:pt x="4157123" y="3607905"/>
                </a:lnTo>
                <a:lnTo>
                  <a:pt x="3789195" y="3607905"/>
                </a:lnTo>
                <a:lnTo>
                  <a:pt x="3685888" y="3504221"/>
                </a:lnTo>
                <a:cubicBezTo>
                  <a:pt x="3684385" y="3502793"/>
                  <a:pt x="3684385" y="3500389"/>
                  <a:pt x="3685888" y="3498886"/>
                </a:cubicBezTo>
                <a:cubicBezTo>
                  <a:pt x="3687390" y="3497383"/>
                  <a:pt x="3689719" y="3497383"/>
                  <a:pt x="3691221" y="3498886"/>
                </a:cubicBezTo>
                <a:lnTo>
                  <a:pt x="3792351" y="3600391"/>
                </a:lnTo>
                <a:lnTo>
                  <a:pt x="4153217" y="3600391"/>
                </a:lnTo>
                <a:lnTo>
                  <a:pt x="4206186" y="3523455"/>
                </a:lnTo>
                <a:lnTo>
                  <a:pt x="4206186" y="3323149"/>
                </a:lnTo>
                <a:lnTo>
                  <a:pt x="3812863" y="3323149"/>
                </a:lnTo>
                <a:lnTo>
                  <a:pt x="3765754" y="3222695"/>
                </a:lnTo>
                <a:lnTo>
                  <a:pt x="3765378" y="3221945"/>
                </a:lnTo>
                <a:lnTo>
                  <a:pt x="3765378" y="2509613"/>
                </a:lnTo>
                <a:lnTo>
                  <a:pt x="3689268" y="2482646"/>
                </a:lnTo>
                <a:lnTo>
                  <a:pt x="3689268" y="3243208"/>
                </a:lnTo>
                <a:lnTo>
                  <a:pt x="3752229" y="3369658"/>
                </a:lnTo>
                <a:cubicBezTo>
                  <a:pt x="3753207" y="3371536"/>
                  <a:pt x="3752455" y="3373865"/>
                  <a:pt x="3750577" y="3374767"/>
                </a:cubicBezTo>
                <a:cubicBezTo>
                  <a:pt x="3750052" y="3374992"/>
                  <a:pt x="3749526" y="3375142"/>
                  <a:pt x="3748924" y="3375142"/>
                </a:cubicBezTo>
                <a:lnTo>
                  <a:pt x="3748924" y="3375068"/>
                </a:lnTo>
                <a:cubicBezTo>
                  <a:pt x="3747571" y="3375068"/>
                  <a:pt x="3746219" y="3374316"/>
                  <a:pt x="3745543" y="3372963"/>
                </a:cubicBezTo>
                <a:lnTo>
                  <a:pt x="3681755" y="3244935"/>
                </a:lnTo>
                <a:lnTo>
                  <a:pt x="3681755" y="2479983"/>
                </a:lnTo>
                <a:lnTo>
                  <a:pt x="3620972" y="2458447"/>
                </a:lnTo>
                <a:cubicBezTo>
                  <a:pt x="3619019" y="2457771"/>
                  <a:pt x="3617967" y="2455592"/>
                  <a:pt x="3618643" y="2453638"/>
                </a:cubicBezTo>
                <a:cubicBezTo>
                  <a:pt x="3619319" y="2451685"/>
                  <a:pt x="3621498" y="2450633"/>
                  <a:pt x="3623452" y="2451310"/>
                </a:cubicBezTo>
                <a:close/>
                <a:moveTo>
                  <a:pt x="9663206" y="2428318"/>
                </a:moveTo>
                <a:cubicBezTo>
                  <a:pt x="9676580" y="2428318"/>
                  <a:pt x="9687475" y="2439211"/>
                  <a:pt x="9687475" y="2452736"/>
                </a:cubicBezTo>
                <a:lnTo>
                  <a:pt x="9685043" y="2458628"/>
                </a:lnTo>
                <a:lnTo>
                  <a:pt x="9813624" y="2504202"/>
                </a:lnTo>
                <a:lnTo>
                  <a:pt x="9813624" y="3220137"/>
                </a:lnTo>
                <a:lnTo>
                  <a:pt x="9858327" y="3315483"/>
                </a:lnTo>
                <a:lnTo>
                  <a:pt x="10254355" y="3315483"/>
                </a:lnTo>
                <a:lnTo>
                  <a:pt x="10254355" y="3525705"/>
                </a:lnTo>
                <a:lnTo>
                  <a:pt x="10197856" y="3607826"/>
                </a:lnTo>
                <a:lnTo>
                  <a:pt x="10197930" y="3607900"/>
                </a:lnTo>
                <a:lnTo>
                  <a:pt x="9829927" y="3607900"/>
                </a:lnTo>
                <a:lnTo>
                  <a:pt x="9726544" y="3504142"/>
                </a:lnTo>
                <a:cubicBezTo>
                  <a:pt x="9725041" y="3502639"/>
                  <a:pt x="9725041" y="3500234"/>
                  <a:pt x="9726544" y="3498808"/>
                </a:cubicBezTo>
                <a:cubicBezTo>
                  <a:pt x="9728046" y="3497305"/>
                  <a:pt x="9730375" y="3497305"/>
                  <a:pt x="9731878" y="3498808"/>
                </a:cubicBezTo>
                <a:lnTo>
                  <a:pt x="9833082" y="3600311"/>
                </a:lnTo>
                <a:lnTo>
                  <a:pt x="10193948" y="3600311"/>
                </a:lnTo>
                <a:lnTo>
                  <a:pt x="10246917" y="3523375"/>
                </a:lnTo>
                <a:lnTo>
                  <a:pt x="10246917" y="3323070"/>
                </a:lnTo>
                <a:lnTo>
                  <a:pt x="9853594" y="3323070"/>
                </a:lnTo>
                <a:lnTo>
                  <a:pt x="9806110" y="3220963"/>
                </a:lnTo>
                <a:lnTo>
                  <a:pt x="9806110" y="2509536"/>
                </a:lnTo>
                <a:lnTo>
                  <a:pt x="9730075" y="2482595"/>
                </a:lnTo>
                <a:lnTo>
                  <a:pt x="9730075" y="3243280"/>
                </a:lnTo>
                <a:lnTo>
                  <a:pt x="9793037" y="3369731"/>
                </a:lnTo>
                <a:cubicBezTo>
                  <a:pt x="9793938" y="3371609"/>
                  <a:pt x="9793187" y="3373863"/>
                  <a:pt x="9791383" y="3374840"/>
                </a:cubicBezTo>
                <a:cubicBezTo>
                  <a:pt x="9790857" y="3375140"/>
                  <a:pt x="9790256" y="3375215"/>
                  <a:pt x="9789730" y="3375215"/>
                </a:cubicBezTo>
                <a:lnTo>
                  <a:pt x="9789730" y="3375140"/>
                </a:lnTo>
                <a:cubicBezTo>
                  <a:pt x="9788379" y="3375140"/>
                  <a:pt x="9787026" y="3374388"/>
                  <a:pt x="9786349" y="3373036"/>
                </a:cubicBezTo>
                <a:lnTo>
                  <a:pt x="9722562" y="3245007"/>
                </a:lnTo>
                <a:lnTo>
                  <a:pt x="9722562" y="2479934"/>
                </a:lnTo>
                <a:lnTo>
                  <a:pt x="9682159" y="2465619"/>
                </a:lnTo>
                <a:lnTo>
                  <a:pt x="9680355" y="2469989"/>
                </a:lnTo>
                <a:cubicBezTo>
                  <a:pt x="9675960" y="2474412"/>
                  <a:pt x="9669894" y="2477155"/>
                  <a:pt x="9663206" y="2477155"/>
                </a:cubicBezTo>
                <a:cubicBezTo>
                  <a:pt x="9649833" y="2477155"/>
                  <a:pt x="9638938" y="2466260"/>
                  <a:pt x="9638938" y="2452736"/>
                </a:cubicBezTo>
                <a:cubicBezTo>
                  <a:pt x="9638938" y="2439211"/>
                  <a:pt x="9649833" y="2428318"/>
                  <a:pt x="9663206" y="2428318"/>
                </a:cubicBezTo>
                <a:close/>
                <a:moveTo>
                  <a:pt x="2520796" y="2428318"/>
                </a:moveTo>
                <a:cubicBezTo>
                  <a:pt x="2534170" y="2428318"/>
                  <a:pt x="2545064" y="2439211"/>
                  <a:pt x="2545064" y="2452736"/>
                </a:cubicBezTo>
                <a:cubicBezTo>
                  <a:pt x="2545064" y="2466260"/>
                  <a:pt x="2534170" y="2477155"/>
                  <a:pt x="2520796" y="2477155"/>
                </a:cubicBezTo>
                <a:cubicBezTo>
                  <a:pt x="2514109" y="2477155"/>
                  <a:pt x="2508042" y="2474412"/>
                  <a:pt x="2503647" y="2469989"/>
                </a:cubicBezTo>
                <a:lnTo>
                  <a:pt x="2501844" y="2465619"/>
                </a:lnTo>
                <a:lnTo>
                  <a:pt x="2461441" y="2479934"/>
                </a:lnTo>
                <a:lnTo>
                  <a:pt x="2461441" y="3245007"/>
                </a:lnTo>
                <a:lnTo>
                  <a:pt x="2397653" y="3373036"/>
                </a:lnTo>
                <a:cubicBezTo>
                  <a:pt x="2396977" y="3374388"/>
                  <a:pt x="2395623" y="3375140"/>
                  <a:pt x="2394272" y="3375140"/>
                </a:cubicBezTo>
                <a:lnTo>
                  <a:pt x="2394272" y="3375215"/>
                </a:lnTo>
                <a:cubicBezTo>
                  <a:pt x="2393746" y="3375215"/>
                  <a:pt x="2393145" y="3375140"/>
                  <a:pt x="2392619" y="3374840"/>
                </a:cubicBezTo>
                <a:cubicBezTo>
                  <a:pt x="2390815" y="3373863"/>
                  <a:pt x="2390065" y="3371609"/>
                  <a:pt x="2390967" y="3369731"/>
                </a:cubicBezTo>
                <a:lnTo>
                  <a:pt x="2453927" y="3243280"/>
                </a:lnTo>
                <a:lnTo>
                  <a:pt x="2453927" y="2482595"/>
                </a:lnTo>
                <a:lnTo>
                  <a:pt x="2377893" y="2509536"/>
                </a:lnTo>
                <a:lnTo>
                  <a:pt x="2377893" y="3220963"/>
                </a:lnTo>
                <a:lnTo>
                  <a:pt x="2330408" y="3323070"/>
                </a:lnTo>
                <a:lnTo>
                  <a:pt x="1937086" y="3323070"/>
                </a:lnTo>
                <a:lnTo>
                  <a:pt x="1937086" y="3523375"/>
                </a:lnTo>
                <a:lnTo>
                  <a:pt x="1990055" y="3600311"/>
                </a:lnTo>
                <a:lnTo>
                  <a:pt x="2350920" y="3600311"/>
                </a:lnTo>
                <a:lnTo>
                  <a:pt x="2452124" y="3498808"/>
                </a:lnTo>
                <a:cubicBezTo>
                  <a:pt x="2453627" y="3497305"/>
                  <a:pt x="2455956" y="3497305"/>
                  <a:pt x="2457458" y="3498808"/>
                </a:cubicBezTo>
                <a:cubicBezTo>
                  <a:pt x="2458961" y="3500234"/>
                  <a:pt x="2458961" y="3502639"/>
                  <a:pt x="2457458" y="3504142"/>
                </a:cubicBezTo>
                <a:lnTo>
                  <a:pt x="2354075" y="3607900"/>
                </a:lnTo>
                <a:lnTo>
                  <a:pt x="1986073" y="3607900"/>
                </a:lnTo>
                <a:lnTo>
                  <a:pt x="1986148" y="3607826"/>
                </a:lnTo>
                <a:lnTo>
                  <a:pt x="1929647" y="3525705"/>
                </a:lnTo>
                <a:lnTo>
                  <a:pt x="1929647" y="3315483"/>
                </a:lnTo>
                <a:lnTo>
                  <a:pt x="2325675" y="3315483"/>
                </a:lnTo>
                <a:lnTo>
                  <a:pt x="2370378" y="3220137"/>
                </a:lnTo>
                <a:lnTo>
                  <a:pt x="2370378" y="2504202"/>
                </a:lnTo>
                <a:lnTo>
                  <a:pt x="2498959" y="2458628"/>
                </a:lnTo>
                <a:lnTo>
                  <a:pt x="2496529" y="2452736"/>
                </a:lnTo>
                <a:cubicBezTo>
                  <a:pt x="2496529" y="2439211"/>
                  <a:pt x="2507422" y="2428318"/>
                  <a:pt x="2520796" y="2428318"/>
                </a:cubicBezTo>
                <a:close/>
                <a:moveTo>
                  <a:pt x="11438079" y="2413367"/>
                </a:moveTo>
                <a:cubicBezTo>
                  <a:pt x="11440184" y="2413367"/>
                  <a:pt x="11441836" y="2415095"/>
                  <a:pt x="11441836" y="2417124"/>
                </a:cubicBezTo>
                <a:lnTo>
                  <a:pt x="11441836" y="2547405"/>
                </a:lnTo>
                <a:lnTo>
                  <a:pt x="11558743" y="2547405"/>
                </a:lnTo>
                <a:lnTo>
                  <a:pt x="11558743" y="2620058"/>
                </a:lnTo>
                <a:lnTo>
                  <a:pt x="11601043" y="2620058"/>
                </a:lnTo>
                <a:lnTo>
                  <a:pt x="12026297" y="3046809"/>
                </a:lnTo>
                <a:lnTo>
                  <a:pt x="12026297" y="3882143"/>
                </a:lnTo>
                <a:lnTo>
                  <a:pt x="12018784" y="3882143"/>
                </a:lnTo>
                <a:lnTo>
                  <a:pt x="12018784" y="3049964"/>
                </a:lnTo>
                <a:lnTo>
                  <a:pt x="11844324" y="2874888"/>
                </a:lnTo>
                <a:lnTo>
                  <a:pt x="11844324" y="2874985"/>
                </a:lnTo>
                <a:lnTo>
                  <a:pt x="11810815" y="2908644"/>
                </a:lnTo>
                <a:lnTo>
                  <a:pt x="11884671" y="2982799"/>
                </a:lnTo>
                <a:cubicBezTo>
                  <a:pt x="11886174" y="2984302"/>
                  <a:pt x="11886174" y="2986705"/>
                  <a:pt x="11884671" y="2988131"/>
                </a:cubicBezTo>
                <a:cubicBezTo>
                  <a:pt x="11883921" y="2988883"/>
                  <a:pt x="11882943" y="2989259"/>
                  <a:pt x="11882041" y="2989259"/>
                </a:cubicBezTo>
                <a:lnTo>
                  <a:pt x="11881967" y="2989259"/>
                </a:lnTo>
                <a:cubicBezTo>
                  <a:pt x="11880990" y="2989259"/>
                  <a:pt x="11880013" y="2988883"/>
                  <a:pt x="11879336" y="2988131"/>
                </a:cubicBezTo>
                <a:lnTo>
                  <a:pt x="11800146" y="2908644"/>
                </a:lnTo>
                <a:lnTo>
                  <a:pt x="11838990" y="2869651"/>
                </a:lnTo>
                <a:lnTo>
                  <a:pt x="11839106" y="2869651"/>
                </a:lnTo>
                <a:lnTo>
                  <a:pt x="11597963" y="2627647"/>
                </a:lnTo>
                <a:lnTo>
                  <a:pt x="11551230" y="2627647"/>
                </a:lnTo>
                <a:lnTo>
                  <a:pt x="11551230" y="2554993"/>
                </a:lnTo>
                <a:lnTo>
                  <a:pt x="11434322" y="2554993"/>
                </a:lnTo>
                <a:lnTo>
                  <a:pt x="11434322" y="2417124"/>
                </a:lnTo>
                <a:cubicBezTo>
                  <a:pt x="11434322" y="2415019"/>
                  <a:pt x="11435974" y="2413367"/>
                  <a:pt x="11438079" y="2413367"/>
                </a:cubicBezTo>
                <a:close/>
                <a:moveTo>
                  <a:pt x="6786731" y="2413367"/>
                </a:moveTo>
                <a:cubicBezTo>
                  <a:pt x="6788836" y="2413367"/>
                  <a:pt x="6790488" y="2415095"/>
                  <a:pt x="6790488" y="2417124"/>
                </a:cubicBezTo>
                <a:lnTo>
                  <a:pt x="6790488" y="2554993"/>
                </a:lnTo>
                <a:lnTo>
                  <a:pt x="6673580" y="2554993"/>
                </a:lnTo>
                <a:lnTo>
                  <a:pt x="6673580" y="2627647"/>
                </a:lnTo>
                <a:lnTo>
                  <a:pt x="6626848" y="2627647"/>
                </a:lnTo>
                <a:lnTo>
                  <a:pt x="6385705" y="2869651"/>
                </a:lnTo>
                <a:lnTo>
                  <a:pt x="6385895" y="2869651"/>
                </a:lnTo>
                <a:lnTo>
                  <a:pt x="6424738" y="2908644"/>
                </a:lnTo>
                <a:lnTo>
                  <a:pt x="6345549" y="2988135"/>
                </a:lnTo>
                <a:cubicBezTo>
                  <a:pt x="6344797" y="2988886"/>
                  <a:pt x="6343820" y="2989261"/>
                  <a:pt x="6342919" y="2989261"/>
                </a:cubicBezTo>
                <a:lnTo>
                  <a:pt x="6342843" y="2989261"/>
                </a:lnTo>
                <a:cubicBezTo>
                  <a:pt x="6341867" y="2989261"/>
                  <a:pt x="6340890" y="2988886"/>
                  <a:pt x="6340213" y="2988135"/>
                </a:cubicBezTo>
                <a:cubicBezTo>
                  <a:pt x="6338712" y="2986633"/>
                  <a:pt x="6338712" y="2984227"/>
                  <a:pt x="6340213" y="2982801"/>
                </a:cubicBezTo>
                <a:lnTo>
                  <a:pt x="6414069" y="2908644"/>
                </a:lnTo>
                <a:lnTo>
                  <a:pt x="6380560" y="2874985"/>
                </a:lnTo>
                <a:lnTo>
                  <a:pt x="6380560" y="2874815"/>
                </a:lnTo>
                <a:lnTo>
                  <a:pt x="6206027" y="3049967"/>
                </a:lnTo>
                <a:lnTo>
                  <a:pt x="6206027" y="3882143"/>
                </a:lnTo>
                <a:lnTo>
                  <a:pt x="6198514" y="3882143"/>
                </a:lnTo>
                <a:lnTo>
                  <a:pt x="6198514" y="3046812"/>
                </a:lnTo>
                <a:lnTo>
                  <a:pt x="6623767" y="2620058"/>
                </a:lnTo>
                <a:lnTo>
                  <a:pt x="6666067" y="2620058"/>
                </a:lnTo>
                <a:lnTo>
                  <a:pt x="6666067" y="2547405"/>
                </a:lnTo>
                <a:lnTo>
                  <a:pt x="6782976" y="2547405"/>
                </a:lnTo>
                <a:lnTo>
                  <a:pt x="6782976" y="2417124"/>
                </a:lnTo>
                <a:cubicBezTo>
                  <a:pt x="6782976" y="2415019"/>
                  <a:pt x="6784628" y="2413367"/>
                  <a:pt x="6786731" y="2413367"/>
                </a:cubicBezTo>
                <a:close/>
                <a:moveTo>
                  <a:pt x="5397272" y="2413367"/>
                </a:moveTo>
                <a:cubicBezTo>
                  <a:pt x="5399375" y="2413367"/>
                  <a:pt x="5401028" y="2415019"/>
                  <a:pt x="5401028" y="2417124"/>
                </a:cubicBezTo>
                <a:lnTo>
                  <a:pt x="5401028" y="2547405"/>
                </a:lnTo>
                <a:lnTo>
                  <a:pt x="5517936" y="2547405"/>
                </a:lnTo>
                <a:lnTo>
                  <a:pt x="5517936" y="2620058"/>
                </a:lnTo>
                <a:lnTo>
                  <a:pt x="5560235" y="2620058"/>
                </a:lnTo>
                <a:lnTo>
                  <a:pt x="5985490" y="3046812"/>
                </a:lnTo>
                <a:lnTo>
                  <a:pt x="5985490" y="3882143"/>
                </a:lnTo>
                <a:lnTo>
                  <a:pt x="5977976" y="3882143"/>
                </a:lnTo>
                <a:lnTo>
                  <a:pt x="5977976" y="3049967"/>
                </a:lnTo>
                <a:lnTo>
                  <a:pt x="5803442" y="2874815"/>
                </a:lnTo>
                <a:lnTo>
                  <a:pt x="5803442" y="2874985"/>
                </a:lnTo>
                <a:lnTo>
                  <a:pt x="5769933" y="2908644"/>
                </a:lnTo>
                <a:lnTo>
                  <a:pt x="5843789" y="2982801"/>
                </a:lnTo>
                <a:cubicBezTo>
                  <a:pt x="5845292" y="2984227"/>
                  <a:pt x="5845292" y="2986633"/>
                  <a:pt x="5843789" y="2988135"/>
                </a:cubicBezTo>
                <a:cubicBezTo>
                  <a:pt x="5843113" y="2988886"/>
                  <a:pt x="5842137" y="2989261"/>
                  <a:pt x="5841159" y="2989261"/>
                </a:cubicBezTo>
                <a:lnTo>
                  <a:pt x="5841085" y="2989261"/>
                </a:lnTo>
                <a:cubicBezTo>
                  <a:pt x="5840183" y="2989261"/>
                  <a:pt x="5839205" y="2988886"/>
                  <a:pt x="5838454" y="2988135"/>
                </a:cubicBezTo>
                <a:lnTo>
                  <a:pt x="5759264" y="2908644"/>
                </a:lnTo>
                <a:lnTo>
                  <a:pt x="5798107" y="2869651"/>
                </a:lnTo>
                <a:lnTo>
                  <a:pt x="5798298" y="2869651"/>
                </a:lnTo>
                <a:lnTo>
                  <a:pt x="5557154" y="2627647"/>
                </a:lnTo>
                <a:lnTo>
                  <a:pt x="5510422" y="2627647"/>
                </a:lnTo>
                <a:lnTo>
                  <a:pt x="5510422" y="2554993"/>
                </a:lnTo>
                <a:lnTo>
                  <a:pt x="5393515" y="2554993"/>
                </a:lnTo>
                <a:lnTo>
                  <a:pt x="5393515" y="2417124"/>
                </a:lnTo>
                <a:cubicBezTo>
                  <a:pt x="5393515" y="2415095"/>
                  <a:pt x="5395168" y="2413367"/>
                  <a:pt x="5397272" y="2413367"/>
                </a:cubicBezTo>
                <a:close/>
                <a:moveTo>
                  <a:pt x="745924" y="2413367"/>
                </a:moveTo>
                <a:cubicBezTo>
                  <a:pt x="748028" y="2413367"/>
                  <a:pt x="749680" y="2415019"/>
                  <a:pt x="749680" y="2417124"/>
                </a:cubicBezTo>
                <a:lnTo>
                  <a:pt x="749680" y="2554993"/>
                </a:lnTo>
                <a:lnTo>
                  <a:pt x="632772" y="2554993"/>
                </a:lnTo>
                <a:lnTo>
                  <a:pt x="632772" y="2627647"/>
                </a:lnTo>
                <a:lnTo>
                  <a:pt x="586039" y="2627647"/>
                </a:lnTo>
                <a:lnTo>
                  <a:pt x="344896" y="2869651"/>
                </a:lnTo>
                <a:lnTo>
                  <a:pt x="345012" y="2869651"/>
                </a:lnTo>
                <a:lnTo>
                  <a:pt x="383856" y="2908644"/>
                </a:lnTo>
                <a:lnTo>
                  <a:pt x="304666" y="2988131"/>
                </a:lnTo>
                <a:cubicBezTo>
                  <a:pt x="303990" y="2988883"/>
                  <a:pt x="303012" y="2989259"/>
                  <a:pt x="302036" y="2989259"/>
                </a:cubicBezTo>
                <a:lnTo>
                  <a:pt x="301961" y="2989259"/>
                </a:lnTo>
                <a:cubicBezTo>
                  <a:pt x="301060" y="2989259"/>
                  <a:pt x="300083" y="2988883"/>
                  <a:pt x="299331" y="2988131"/>
                </a:cubicBezTo>
                <a:cubicBezTo>
                  <a:pt x="297828" y="2986705"/>
                  <a:pt x="297828" y="2984302"/>
                  <a:pt x="299331" y="2982799"/>
                </a:cubicBezTo>
                <a:lnTo>
                  <a:pt x="373187" y="2908644"/>
                </a:lnTo>
                <a:lnTo>
                  <a:pt x="339678" y="2874985"/>
                </a:lnTo>
                <a:lnTo>
                  <a:pt x="339678" y="2874888"/>
                </a:lnTo>
                <a:lnTo>
                  <a:pt x="165218" y="3049964"/>
                </a:lnTo>
                <a:lnTo>
                  <a:pt x="165218" y="3882143"/>
                </a:lnTo>
                <a:lnTo>
                  <a:pt x="157706" y="3882143"/>
                </a:lnTo>
                <a:lnTo>
                  <a:pt x="157706" y="3046809"/>
                </a:lnTo>
                <a:lnTo>
                  <a:pt x="582959" y="2620058"/>
                </a:lnTo>
                <a:lnTo>
                  <a:pt x="625260" y="2620058"/>
                </a:lnTo>
                <a:lnTo>
                  <a:pt x="625260" y="2547405"/>
                </a:lnTo>
                <a:lnTo>
                  <a:pt x="742167" y="2547405"/>
                </a:lnTo>
                <a:lnTo>
                  <a:pt x="742167" y="2417124"/>
                </a:lnTo>
                <a:cubicBezTo>
                  <a:pt x="742167" y="2415095"/>
                  <a:pt x="743819" y="2413367"/>
                  <a:pt x="745924" y="2413367"/>
                </a:cubicBezTo>
                <a:close/>
                <a:moveTo>
                  <a:pt x="9642847" y="2375950"/>
                </a:moveTo>
                <a:lnTo>
                  <a:pt x="10001006" y="2375950"/>
                </a:lnTo>
                <a:lnTo>
                  <a:pt x="10001006" y="2530048"/>
                </a:lnTo>
                <a:cubicBezTo>
                  <a:pt x="10001006" y="2532153"/>
                  <a:pt x="9999354" y="2533806"/>
                  <a:pt x="9997249" y="2533806"/>
                </a:cubicBezTo>
                <a:lnTo>
                  <a:pt x="9997174" y="2533806"/>
                </a:lnTo>
                <a:cubicBezTo>
                  <a:pt x="9995072" y="2533806"/>
                  <a:pt x="9993417" y="2532078"/>
                  <a:pt x="9993417" y="2530048"/>
                </a:cubicBezTo>
                <a:lnTo>
                  <a:pt x="9993417" y="2383464"/>
                </a:lnTo>
                <a:lnTo>
                  <a:pt x="9879891" y="2383464"/>
                </a:lnTo>
                <a:lnTo>
                  <a:pt x="9879891" y="3176636"/>
                </a:lnTo>
                <a:lnTo>
                  <a:pt x="9919255" y="3253409"/>
                </a:lnTo>
                <a:lnTo>
                  <a:pt x="9919562" y="3253281"/>
                </a:lnTo>
                <a:cubicBezTo>
                  <a:pt x="9932964" y="3253281"/>
                  <a:pt x="9943829" y="3264214"/>
                  <a:pt x="9943829" y="3277700"/>
                </a:cubicBezTo>
                <a:cubicBezTo>
                  <a:pt x="9943829" y="3291185"/>
                  <a:pt x="9932964" y="3302118"/>
                  <a:pt x="9919562" y="3302118"/>
                </a:cubicBezTo>
                <a:cubicBezTo>
                  <a:pt x="9906158" y="3302118"/>
                  <a:pt x="9895293" y="3291185"/>
                  <a:pt x="9895293" y="3277700"/>
                </a:cubicBezTo>
                <a:cubicBezTo>
                  <a:pt x="9895293" y="3270957"/>
                  <a:pt x="9898009" y="3264852"/>
                  <a:pt x="9902401" y="3260433"/>
                </a:cubicBezTo>
                <a:lnTo>
                  <a:pt x="9912258" y="3256325"/>
                </a:lnTo>
                <a:lnTo>
                  <a:pt x="9872378" y="3178515"/>
                </a:lnTo>
                <a:lnTo>
                  <a:pt x="9872378" y="2383464"/>
                </a:lnTo>
                <a:lnTo>
                  <a:pt x="9642847" y="2383464"/>
                </a:lnTo>
                <a:cubicBezTo>
                  <a:pt x="9640743" y="2383464"/>
                  <a:pt x="9639089" y="2381736"/>
                  <a:pt x="9639089" y="2379707"/>
                </a:cubicBezTo>
                <a:cubicBezTo>
                  <a:pt x="9639089" y="2377678"/>
                  <a:pt x="9640743" y="2375950"/>
                  <a:pt x="9642847" y="2375950"/>
                </a:cubicBezTo>
                <a:close/>
                <a:moveTo>
                  <a:pt x="2182997" y="2375950"/>
                </a:moveTo>
                <a:lnTo>
                  <a:pt x="2541156" y="2375950"/>
                </a:lnTo>
                <a:cubicBezTo>
                  <a:pt x="2543261" y="2375950"/>
                  <a:pt x="2544913" y="2377678"/>
                  <a:pt x="2544913" y="2379707"/>
                </a:cubicBezTo>
                <a:cubicBezTo>
                  <a:pt x="2544913" y="2381736"/>
                  <a:pt x="2543261" y="2383464"/>
                  <a:pt x="2541156" y="2383464"/>
                </a:cubicBezTo>
                <a:lnTo>
                  <a:pt x="2311625" y="2383464"/>
                </a:lnTo>
                <a:lnTo>
                  <a:pt x="2311625" y="3178515"/>
                </a:lnTo>
                <a:lnTo>
                  <a:pt x="2271746" y="3256325"/>
                </a:lnTo>
                <a:lnTo>
                  <a:pt x="2281601" y="3260433"/>
                </a:lnTo>
                <a:cubicBezTo>
                  <a:pt x="2285993" y="3264852"/>
                  <a:pt x="2288710" y="3270957"/>
                  <a:pt x="2288710" y="3277700"/>
                </a:cubicBezTo>
                <a:cubicBezTo>
                  <a:pt x="2288710" y="3291185"/>
                  <a:pt x="2277845" y="3302118"/>
                  <a:pt x="2264441" y="3302118"/>
                </a:cubicBezTo>
                <a:cubicBezTo>
                  <a:pt x="2251039" y="3302118"/>
                  <a:pt x="2240174" y="3291185"/>
                  <a:pt x="2240174" y="3277700"/>
                </a:cubicBezTo>
                <a:cubicBezTo>
                  <a:pt x="2240174" y="3264214"/>
                  <a:pt x="2251039" y="3253281"/>
                  <a:pt x="2264441" y="3253281"/>
                </a:cubicBezTo>
                <a:lnTo>
                  <a:pt x="2264748" y="3253409"/>
                </a:lnTo>
                <a:lnTo>
                  <a:pt x="2304111" y="3176636"/>
                </a:lnTo>
                <a:lnTo>
                  <a:pt x="2304111" y="2383464"/>
                </a:lnTo>
                <a:lnTo>
                  <a:pt x="2190585" y="2383464"/>
                </a:lnTo>
                <a:lnTo>
                  <a:pt x="2190585" y="2530048"/>
                </a:lnTo>
                <a:cubicBezTo>
                  <a:pt x="2190585" y="2532078"/>
                  <a:pt x="2188931" y="2533806"/>
                  <a:pt x="2186828" y="2533806"/>
                </a:cubicBezTo>
                <a:lnTo>
                  <a:pt x="2186754" y="2533806"/>
                </a:lnTo>
                <a:cubicBezTo>
                  <a:pt x="2184649" y="2533806"/>
                  <a:pt x="2182997" y="2532153"/>
                  <a:pt x="2182997" y="2530048"/>
                </a:cubicBezTo>
                <a:close/>
                <a:moveTo>
                  <a:pt x="6672604" y="2368662"/>
                </a:moveTo>
                <a:lnTo>
                  <a:pt x="6703258" y="2368662"/>
                </a:lnTo>
                <a:lnTo>
                  <a:pt x="6859385" y="2368662"/>
                </a:lnTo>
                <a:lnTo>
                  <a:pt x="6859385" y="2580914"/>
                </a:lnTo>
                <a:lnTo>
                  <a:pt x="6925878" y="2580914"/>
                </a:lnTo>
                <a:cubicBezTo>
                  <a:pt x="6927983" y="2580914"/>
                  <a:pt x="6929635" y="2582642"/>
                  <a:pt x="6929635" y="2584670"/>
                </a:cubicBezTo>
                <a:cubicBezTo>
                  <a:pt x="6929635" y="2586699"/>
                  <a:pt x="6927983" y="2588427"/>
                  <a:pt x="6925878" y="2588427"/>
                </a:cubicBezTo>
                <a:lnTo>
                  <a:pt x="6859385" y="2588427"/>
                </a:lnTo>
                <a:lnTo>
                  <a:pt x="6859385" y="2669195"/>
                </a:lnTo>
                <a:cubicBezTo>
                  <a:pt x="6859611" y="2675582"/>
                  <a:pt x="6890265" y="2704208"/>
                  <a:pt x="6918515" y="2726974"/>
                </a:cubicBezTo>
                <a:lnTo>
                  <a:pt x="6919942" y="2728100"/>
                </a:lnTo>
                <a:lnTo>
                  <a:pt x="6919942" y="2900456"/>
                </a:lnTo>
                <a:lnTo>
                  <a:pt x="6923022" y="2900456"/>
                </a:lnTo>
                <a:lnTo>
                  <a:pt x="7011830" y="2989561"/>
                </a:lnTo>
                <a:lnTo>
                  <a:pt x="7011830" y="3223150"/>
                </a:lnTo>
                <a:lnTo>
                  <a:pt x="6956833" y="3278297"/>
                </a:lnTo>
                <a:lnTo>
                  <a:pt x="6956833" y="3556740"/>
                </a:lnTo>
                <a:cubicBezTo>
                  <a:pt x="6956833" y="3558844"/>
                  <a:pt x="6955180" y="3560497"/>
                  <a:pt x="6953076" y="3560497"/>
                </a:cubicBezTo>
                <a:lnTo>
                  <a:pt x="6953001" y="3560423"/>
                </a:lnTo>
                <a:cubicBezTo>
                  <a:pt x="6950897" y="3560423"/>
                  <a:pt x="6949244" y="3558694"/>
                  <a:pt x="6949244" y="3556666"/>
                </a:cubicBezTo>
                <a:lnTo>
                  <a:pt x="6949244" y="3275066"/>
                </a:lnTo>
                <a:lnTo>
                  <a:pt x="7004241" y="3219919"/>
                </a:lnTo>
                <a:lnTo>
                  <a:pt x="7004241" y="2992642"/>
                </a:lnTo>
                <a:lnTo>
                  <a:pt x="6919942" y="2908053"/>
                </a:lnTo>
                <a:lnTo>
                  <a:pt x="6919942" y="3090390"/>
                </a:lnTo>
                <a:lnTo>
                  <a:pt x="6712575" y="3298508"/>
                </a:lnTo>
                <a:lnTo>
                  <a:pt x="6712575" y="3605427"/>
                </a:lnTo>
                <a:lnTo>
                  <a:pt x="6754349" y="3647352"/>
                </a:lnTo>
                <a:lnTo>
                  <a:pt x="6754349" y="3882143"/>
                </a:lnTo>
                <a:lnTo>
                  <a:pt x="6746760" y="3882143"/>
                </a:lnTo>
                <a:lnTo>
                  <a:pt x="6746760" y="3650432"/>
                </a:lnTo>
                <a:lnTo>
                  <a:pt x="6704986" y="3608508"/>
                </a:lnTo>
                <a:lnTo>
                  <a:pt x="6704986" y="3295353"/>
                </a:lnTo>
                <a:lnTo>
                  <a:pt x="6912355" y="3087233"/>
                </a:lnTo>
                <a:lnTo>
                  <a:pt x="6912355" y="2731707"/>
                </a:lnTo>
                <a:cubicBezTo>
                  <a:pt x="6896426" y="2718784"/>
                  <a:pt x="6851797" y="2681443"/>
                  <a:pt x="6851797" y="2669120"/>
                </a:cubicBezTo>
                <a:lnTo>
                  <a:pt x="6851797" y="2376177"/>
                </a:lnTo>
                <a:lnTo>
                  <a:pt x="6707015" y="2376177"/>
                </a:lnTo>
                <a:lnTo>
                  <a:pt x="6707015" y="2495336"/>
                </a:lnTo>
                <a:cubicBezTo>
                  <a:pt x="6707015" y="2497440"/>
                  <a:pt x="6705362" y="2499094"/>
                  <a:pt x="6703258" y="2499094"/>
                </a:cubicBezTo>
                <a:cubicBezTo>
                  <a:pt x="6701155" y="2499094"/>
                  <a:pt x="6699502" y="2497366"/>
                  <a:pt x="6699502" y="2495336"/>
                </a:cubicBezTo>
                <a:lnTo>
                  <a:pt x="6699502" y="2376177"/>
                </a:lnTo>
                <a:lnTo>
                  <a:pt x="6672604" y="2376177"/>
                </a:lnTo>
                <a:cubicBezTo>
                  <a:pt x="6670499" y="2376177"/>
                  <a:pt x="6668847" y="2374448"/>
                  <a:pt x="6668847" y="2372419"/>
                </a:cubicBezTo>
                <a:cubicBezTo>
                  <a:pt x="6668847" y="2370391"/>
                  <a:pt x="6670499" y="2368662"/>
                  <a:pt x="6672604" y="2368662"/>
                </a:cubicBezTo>
                <a:close/>
                <a:moveTo>
                  <a:pt x="5324618" y="2368662"/>
                </a:moveTo>
                <a:lnTo>
                  <a:pt x="5480745" y="2368662"/>
                </a:lnTo>
                <a:lnTo>
                  <a:pt x="5511399" y="2368662"/>
                </a:lnTo>
                <a:cubicBezTo>
                  <a:pt x="5513503" y="2368662"/>
                  <a:pt x="5515156" y="2370391"/>
                  <a:pt x="5515156" y="2372419"/>
                </a:cubicBezTo>
                <a:cubicBezTo>
                  <a:pt x="5515156" y="2374448"/>
                  <a:pt x="5513503" y="2376177"/>
                  <a:pt x="5511399" y="2376177"/>
                </a:cubicBezTo>
                <a:lnTo>
                  <a:pt x="5484501" y="2376177"/>
                </a:lnTo>
                <a:lnTo>
                  <a:pt x="5484501" y="2495336"/>
                </a:lnTo>
                <a:cubicBezTo>
                  <a:pt x="5484501" y="2497366"/>
                  <a:pt x="5482849" y="2499094"/>
                  <a:pt x="5480745" y="2499094"/>
                </a:cubicBezTo>
                <a:cubicBezTo>
                  <a:pt x="5478642" y="2499094"/>
                  <a:pt x="5476988" y="2497440"/>
                  <a:pt x="5476988" y="2495336"/>
                </a:cubicBezTo>
                <a:lnTo>
                  <a:pt x="5476988" y="2376177"/>
                </a:lnTo>
                <a:lnTo>
                  <a:pt x="5332206" y="2376177"/>
                </a:lnTo>
                <a:lnTo>
                  <a:pt x="5332206" y="2669120"/>
                </a:lnTo>
                <a:cubicBezTo>
                  <a:pt x="5332206" y="2681443"/>
                  <a:pt x="5287577" y="2718784"/>
                  <a:pt x="5271648" y="2731707"/>
                </a:cubicBezTo>
                <a:lnTo>
                  <a:pt x="5271648" y="3087233"/>
                </a:lnTo>
                <a:lnTo>
                  <a:pt x="5479016" y="3295353"/>
                </a:lnTo>
                <a:lnTo>
                  <a:pt x="5479016" y="3608508"/>
                </a:lnTo>
                <a:lnTo>
                  <a:pt x="5437243" y="3650432"/>
                </a:lnTo>
                <a:lnTo>
                  <a:pt x="5437243" y="3882143"/>
                </a:lnTo>
                <a:lnTo>
                  <a:pt x="5429654" y="3882143"/>
                </a:lnTo>
                <a:lnTo>
                  <a:pt x="5429654" y="3647352"/>
                </a:lnTo>
                <a:lnTo>
                  <a:pt x="5471429" y="3605427"/>
                </a:lnTo>
                <a:lnTo>
                  <a:pt x="5471429" y="3298508"/>
                </a:lnTo>
                <a:lnTo>
                  <a:pt x="5264062" y="3090390"/>
                </a:lnTo>
                <a:lnTo>
                  <a:pt x="5264062" y="2908053"/>
                </a:lnTo>
                <a:lnTo>
                  <a:pt x="5179762" y="2992642"/>
                </a:lnTo>
                <a:lnTo>
                  <a:pt x="5179762" y="3219919"/>
                </a:lnTo>
                <a:lnTo>
                  <a:pt x="5234759" y="3275066"/>
                </a:lnTo>
                <a:lnTo>
                  <a:pt x="5234759" y="3556666"/>
                </a:lnTo>
                <a:cubicBezTo>
                  <a:pt x="5234759" y="3558694"/>
                  <a:pt x="5233106" y="3560423"/>
                  <a:pt x="5231002" y="3560423"/>
                </a:cubicBezTo>
                <a:lnTo>
                  <a:pt x="5230927" y="3560497"/>
                </a:lnTo>
                <a:cubicBezTo>
                  <a:pt x="5228824" y="3560497"/>
                  <a:pt x="5227170" y="3558844"/>
                  <a:pt x="5227170" y="3556740"/>
                </a:cubicBezTo>
                <a:lnTo>
                  <a:pt x="5227170" y="3278297"/>
                </a:lnTo>
                <a:lnTo>
                  <a:pt x="5172174" y="3223150"/>
                </a:lnTo>
                <a:lnTo>
                  <a:pt x="5172174" y="2989561"/>
                </a:lnTo>
                <a:lnTo>
                  <a:pt x="5260980" y="2900456"/>
                </a:lnTo>
                <a:lnTo>
                  <a:pt x="5264062" y="2900456"/>
                </a:lnTo>
                <a:lnTo>
                  <a:pt x="5264062" y="2728100"/>
                </a:lnTo>
                <a:lnTo>
                  <a:pt x="5265489" y="2726974"/>
                </a:lnTo>
                <a:cubicBezTo>
                  <a:pt x="5293739" y="2704208"/>
                  <a:pt x="5324392" y="2675582"/>
                  <a:pt x="5324618" y="2669195"/>
                </a:cubicBezTo>
                <a:lnTo>
                  <a:pt x="5324618" y="2588427"/>
                </a:lnTo>
                <a:lnTo>
                  <a:pt x="5258125" y="2588427"/>
                </a:lnTo>
                <a:cubicBezTo>
                  <a:pt x="5256021" y="2588427"/>
                  <a:pt x="5254368" y="2586699"/>
                  <a:pt x="5254368" y="2584670"/>
                </a:cubicBezTo>
                <a:cubicBezTo>
                  <a:pt x="5254368" y="2582642"/>
                  <a:pt x="5256021" y="2580914"/>
                  <a:pt x="5258125" y="2580914"/>
                </a:cubicBezTo>
                <a:lnTo>
                  <a:pt x="5324618" y="2580914"/>
                </a:lnTo>
                <a:close/>
                <a:moveTo>
                  <a:pt x="11365501" y="2368588"/>
                </a:moveTo>
                <a:lnTo>
                  <a:pt x="11552282" y="2368588"/>
                </a:lnTo>
                <a:cubicBezTo>
                  <a:pt x="11554386" y="2368588"/>
                  <a:pt x="11556039" y="2370315"/>
                  <a:pt x="11556039" y="2372344"/>
                </a:cubicBezTo>
                <a:cubicBezTo>
                  <a:pt x="11556039" y="2374373"/>
                  <a:pt x="11554386" y="2376100"/>
                  <a:pt x="11552282" y="2376100"/>
                </a:cubicBezTo>
                <a:lnTo>
                  <a:pt x="11525310" y="2376100"/>
                </a:lnTo>
                <a:lnTo>
                  <a:pt x="11525310" y="2475575"/>
                </a:lnTo>
                <a:lnTo>
                  <a:pt x="11537950" y="2480837"/>
                </a:lnTo>
                <a:cubicBezTo>
                  <a:pt x="11542346" y="2485251"/>
                  <a:pt x="11545068" y="2491355"/>
                  <a:pt x="11545068" y="2498118"/>
                </a:cubicBezTo>
                <a:cubicBezTo>
                  <a:pt x="11545068" y="2511566"/>
                  <a:pt x="11534174" y="2522535"/>
                  <a:pt x="11520801" y="2522535"/>
                </a:cubicBezTo>
                <a:cubicBezTo>
                  <a:pt x="11507426" y="2522535"/>
                  <a:pt x="11496533" y="2511641"/>
                  <a:pt x="11496533" y="2498118"/>
                </a:cubicBezTo>
                <a:cubicBezTo>
                  <a:pt x="11496533" y="2491355"/>
                  <a:pt x="11499256" y="2485251"/>
                  <a:pt x="11503651" y="2480837"/>
                </a:cubicBezTo>
                <a:lnTo>
                  <a:pt x="11517796" y="2474950"/>
                </a:lnTo>
                <a:lnTo>
                  <a:pt x="11517796" y="2376100"/>
                </a:lnTo>
                <a:lnTo>
                  <a:pt x="11373089" y="2376100"/>
                </a:lnTo>
                <a:lnTo>
                  <a:pt x="11373089" y="2669045"/>
                </a:lnTo>
                <a:cubicBezTo>
                  <a:pt x="11373089" y="2681367"/>
                  <a:pt x="11328536" y="2718634"/>
                  <a:pt x="11312532" y="2731631"/>
                </a:cubicBezTo>
                <a:lnTo>
                  <a:pt x="11312532" y="3087155"/>
                </a:lnTo>
                <a:lnTo>
                  <a:pt x="11519899" y="3295274"/>
                </a:lnTo>
                <a:lnTo>
                  <a:pt x="11519899" y="3608430"/>
                </a:lnTo>
                <a:lnTo>
                  <a:pt x="11478126" y="3650353"/>
                </a:lnTo>
                <a:lnTo>
                  <a:pt x="11478126" y="3882143"/>
                </a:lnTo>
                <a:lnTo>
                  <a:pt x="11470537" y="3882143"/>
                </a:lnTo>
                <a:lnTo>
                  <a:pt x="11470537" y="3647273"/>
                </a:lnTo>
                <a:lnTo>
                  <a:pt x="11512312" y="3605350"/>
                </a:lnTo>
                <a:lnTo>
                  <a:pt x="11512312" y="3298430"/>
                </a:lnTo>
                <a:lnTo>
                  <a:pt x="11304944" y="3090311"/>
                </a:lnTo>
                <a:lnTo>
                  <a:pt x="11304944" y="2907900"/>
                </a:lnTo>
                <a:lnTo>
                  <a:pt x="11220569" y="2992565"/>
                </a:lnTo>
                <a:lnTo>
                  <a:pt x="11220569" y="3219840"/>
                </a:lnTo>
                <a:lnTo>
                  <a:pt x="11275566" y="3274988"/>
                </a:lnTo>
                <a:lnTo>
                  <a:pt x="11275566" y="3556587"/>
                </a:lnTo>
                <a:cubicBezTo>
                  <a:pt x="11275566" y="3558691"/>
                  <a:pt x="11273913" y="3560344"/>
                  <a:pt x="11271810" y="3560344"/>
                </a:cubicBezTo>
                <a:lnTo>
                  <a:pt x="11271810" y="3560419"/>
                </a:lnTo>
                <a:cubicBezTo>
                  <a:pt x="11269706" y="3560419"/>
                  <a:pt x="11268053" y="3558691"/>
                  <a:pt x="11268053" y="3556662"/>
                </a:cubicBezTo>
                <a:lnTo>
                  <a:pt x="11268053" y="3278219"/>
                </a:lnTo>
                <a:lnTo>
                  <a:pt x="11213056" y="3223071"/>
                </a:lnTo>
                <a:lnTo>
                  <a:pt x="11213056" y="2989482"/>
                </a:lnTo>
                <a:lnTo>
                  <a:pt x="11301788" y="2900380"/>
                </a:lnTo>
                <a:lnTo>
                  <a:pt x="11304944" y="2900380"/>
                </a:lnTo>
                <a:lnTo>
                  <a:pt x="11304944" y="2728026"/>
                </a:lnTo>
                <a:lnTo>
                  <a:pt x="11306372" y="2726897"/>
                </a:lnTo>
                <a:cubicBezTo>
                  <a:pt x="11334621" y="2704132"/>
                  <a:pt x="11365276" y="2675507"/>
                  <a:pt x="11365501" y="2669120"/>
                </a:cubicBezTo>
                <a:lnTo>
                  <a:pt x="11365501" y="2588427"/>
                </a:lnTo>
                <a:lnTo>
                  <a:pt x="11298932" y="2588427"/>
                </a:lnTo>
                <a:cubicBezTo>
                  <a:pt x="11296827" y="2588427"/>
                  <a:pt x="11295175" y="2586699"/>
                  <a:pt x="11295175" y="2584670"/>
                </a:cubicBezTo>
                <a:cubicBezTo>
                  <a:pt x="11295175" y="2582642"/>
                  <a:pt x="11296827" y="2580914"/>
                  <a:pt x="11298932" y="2580914"/>
                </a:cubicBezTo>
                <a:lnTo>
                  <a:pt x="11365501" y="2580914"/>
                </a:lnTo>
                <a:close/>
                <a:moveTo>
                  <a:pt x="631720" y="2368588"/>
                </a:moveTo>
                <a:lnTo>
                  <a:pt x="818501" y="2368588"/>
                </a:lnTo>
                <a:lnTo>
                  <a:pt x="818501" y="2580914"/>
                </a:lnTo>
                <a:lnTo>
                  <a:pt x="885071" y="2580914"/>
                </a:lnTo>
                <a:cubicBezTo>
                  <a:pt x="887175" y="2580914"/>
                  <a:pt x="888828" y="2582642"/>
                  <a:pt x="888828" y="2584670"/>
                </a:cubicBezTo>
                <a:cubicBezTo>
                  <a:pt x="888828" y="2586699"/>
                  <a:pt x="887175" y="2588427"/>
                  <a:pt x="885071" y="2588427"/>
                </a:cubicBezTo>
                <a:lnTo>
                  <a:pt x="818501" y="2588427"/>
                </a:lnTo>
                <a:lnTo>
                  <a:pt x="818501" y="2669120"/>
                </a:lnTo>
                <a:cubicBezTo>
                  <a:pt x="818726" y="2675507"/>
                  <a:pt x="849381" y="2704132"/>
                  <a:pt x="877632" y="2726897"/>
                </a:cubicBezTo>
                <a:lnTo>
                  <a:pt x="879058" y="2728026"/>
                </a:lnTo>
                <a:lnTo>
                  <a:pt x="879058" y="2900380"/>
                </a:lnTo>
                <a:lnTo>
                  <a:pt x="882215" y="2900380"/>
                </a:lnTo>
                <a:lnTo>
                  <a:pt x="970946" y="2989482"/>
                </a:lnTo>
                <a:lnTo>
                  <a:pt x="970946" y="3223071"/>
                </a:lnTo>
                <a:lnTo>
                  <a:pt x="915949" y="3278219"/>
                </a:lnTo>
                <a:lnTo>
                  <a:pt x="915949" y="3556662"/>
                </a:lnTo>
                <a:cubicBezTo>
                  <a:pt x="915949" y="3558691"/>
                  <a:pt x="914296" y="3560419"/>
                  <a:pt x="912192" y="3560419"/>
                </a:cubicBezTo>
                <a:lnTo>
                  <a:pt x="912192" y="3560344"/>
                </a:lnTo>
                <a:cubicBezTo>
                  <a:pt x="910089" y="3560344"/>
                  <a:pt x="908436" y="3558691"/>
                  <a:pt x="908436" y="3556587"/>
                </a:cubicBezTo>
                <a:lnTo>
                  <a:pt x="908436" y="3274988"/>
                </a:lnTo>
                <a:lnTo>
                  <a:pt x="963434" y="3219840"/>
                </a:lnTo>
                <a:lnTo>
                  <a:pt x="963434" y="2992565"/>
                </a:lnTo>
                <a:lnTo>
                  <a:pt x="879058" y="2907900"/>
                </a:lnTo>
                <a:lnTo>
                  <a:pt x="879058" y="3090311"/>
                </a:lnTo>
                <a:lnTo>
                  <a:pt x="671690" y="3298430"/>
                </a:lnTo>
                <a:lnTo>
                  <a:pt x="671690" y="3605350"/>
                </a:lnTo>
                <a:lnTo>
                  <a:pt x="713465" y="3647273"/>
                </a:lnTo>
                <a:lnTo>
                  <a:pt x="713465" y="3882143"/>
                </a:lnTo>
                <a:lnTo>
                  <a:pt x="705876" y="3882143"/>
                </a:lnTo>
                <a:lnTo>
                  <a:pt x="705876" y="3650353"/>
                </a:lnTo>
                <a:lnTo>
                  <a:pt x="664103" y="3608430"/>
                </a:lnTo>
                <a:lnTo>
                  <a:pt x="664103" y="3295274"/>
                </a:lnTo>
                <a:lnTo>
                  <a:pt x="871470" y="3087155"/>
                </a:lnTo>
                <a:lnTo>
                  <a:pt x="871470" y="2731631"/>
                </a:lnTo>
                <a:cubicBezTo>
                  <a:pt x="855466" y="2718634"/>
                  <a:pt x="810914" y="2681367"/>
                  <a:pt x="810914" y="2669045"/>
                </a:cubicBezTo>
                <a:lnTo>
                  <a:pt x="810914" y="2376100"/>
                </a:lnTo>
                <a:lnTo>
                  <a:pt x="666206" y="2376100"/>
                </a:lnTo>
                <a:lnTo>
                  <a:pt x="666206" y="2474950"/>
                </a:lnTo>
                <a:lnTo>
                  <a:pt x="680351" y="2480837"/>
                </a:lnTo>
                <a:cubicBezTo>
                  <a:pt x="684747" y="2485251"/>
                  <a:pt x="687470" y="2491355"/>
                  <a:pt x="687470" y="2498118"/>
                </a:cubicBezTo>
                <a:cubicBezTo>
                  <a:pt x="687470" y="2511641"/>
                  <a:pt x="676576" y="2522535"/>
                  <a:pt x="663201" y="2522535"/>
                </a:cubicBezTo>
                <a:cubicBezTo>
                  <a:pt x="649828" y="2522535"/>
                  <a:pt x="638934" y="2511566"/>
                  <a:pt x="638934" y="2498118"/>
                </a:cubicBezTo>
                <a:cubicBezTo>
                  <a:pt x="638934" y="2491355"/>
                  <a:pt x="641657" y="2485251"/>
                  <a:pt x="646052" y="2480837"/>
                </a:cubicBezTo>
                <a:lnTo>
                  <a:pt x="658694" y="2475575"/>
                </a:lnTo>
                <a:lnTo>
                  <a:pt x="658694" y="2376100"/>
                </a:lnTo>
                <a:lnTo>
                  <a:pt x="631720" y="2376100"/>
                </a:lnTo>
                <a:cubicBezTo>
                  <a:pt x="629616" y="2376100"/>
                  <a:pt x="627963" y="2374373"/>
                  <a:pt x="627963" y="2372344"/>
                </a:cubicBezTo>
                <a:cubicBezTo>
                  <a:pt x="627963" y="2370315"/>
                  <a:pt x="629616" y="2368588"/>
                  <a:pt x="631720" y="2368588"/>
                </a:cubicBezTo>
                <a:close/>
                <a:moveTo>
                  <a:pt x="8577306" y="2352660"/>
                </a:moveTo>
                <a:cubicBezTo>
                  <a:pt x="8590680" y="2352660"/>
                  <a:pt x="8601574" y="2363553"/>
                  <a:pt x="8601574" y="2377078"/>
                </a:cubicBezTo>
                <a:cubicBezTo>
                  <a:pt x="8601574" y="2390527"/>
                  <a:pt x="8590680" y="2401496"/>
                  <a:pt x="8577306" y="2401496"/>
                </a:cubicBezTo>
                <a:cubicBezTo>
                  <a:pt x="8570620" y="2401496"/>
                  <a:pt x="8564552" y="2398772"/>
                  <a:pt x="8560156" y="2394359"/>
                </a:cubicBezTo>
                <a:lnTo>
                  <a:pt x="8555669" y="2383464"/>
                </a:lnTo>
                <a:lnTo>
                  <a:pt x="8352357" y="2383464"/>
                </a:lnTo>
                <a:lnTo>
                  <a:pt x="8352357" y="3178518"/>
                </a:lnTo>
                <a:lnTo>
                  <a:pt x="8316435" y="3248606"/>
                </a:lnTo>
                <a:lnTo>
                  <a:pt x="8320445" y="3250275"/>
                </a:lnTo>
                <a:cubicBezTo>
                  <a:pt x="8324841" y="3254689"/>
                  <a:pt x="8327564" y="3260793"/>
                  <a:pt x="8327564" y="3267556"/>
                </a:cubicBezTo>
                <a:cubicBezTo>
                  <a:pt x="8327564" y="3281004"/>
                  <a:pt x="8316669" y="3291973"/>
                  <a:pt x="8303295" y="3291973"/>
                </a:cubicBezTo>
                <a:cubicBezTo>
                  <a:pt x="8289921" y="3291973"/>
                  <a:pt x="8279028" y="3281080"/>
                  <a:pt x="8279028" y="3267556"/>
                </a:cubicBezTo>
                <a:cubicBezTo>
                  <a:pt x="8279028" y="3254031"/>
                  <a:pt x="8289921" y="3243137"/>
                  <a:pt x="8303295" y="3243137"/>
                </a:cubicBezTo>
                <a:lnTo>
                  <a:pt x="8309438" y="3245694"/>
                </a:lnTo>
                <a:lnTo>
                  <a:pt x="8344844" y="3176639"/>
                </a:lnTo>
                <a:lnTo>
                  <a:pt x="8344844" y="2383464"/>
                </a:lnTo>
                <a:lnTo>
                  <a:pt x="8231394" y="2383464"/>
                </a:lnTo>
                <a:lnTo>
                  <a:pt x="8231394" y="2530048"/>
                </a:lnTo>
                <a:cubicBezTo>
                  <a:pt x="8231394" y="2532153"/>
                  <a:pt x="8229740" y="2533806"/>
                  <a:pt x="8227637" y="2533806"/>
                </a:cubicBezTo>
                <a:cubicBezTo>
                  <a:pt x="8225533" y="2533806"/>
                  <a:pt x="8223880" y="2532078"/>
                  <a:pt x="8223880" y="2530048"/>
                </a:cubicBezTo>
                <a:lnTo>
                  <a:pt x="8223880" y="2375950"/>
                </a:lnTo>
                <a:lnTo>
                  <a:pt x="8553503" y="2375950"/>
                </a:lnTo>
                <a:lnTo>
                  <a:pt x="8560156" y="2359797"/>
                </a:lnTo>
                <a:cubicBezTo>
                  <a:pt x="8564552" y="2355383"/>
                  <a:pt x="8570620" y="2352660"/>
                  <a:pt x="8577306" y="2352660"/>
                </a:cubicBezTo>
                <a:close/>
                <a:moveTo>
                  <a:pt x="3606696" y="2352660"/>
                </a:moveTo>
                <a:cubicBezTo>
                  <a:pt x="3613384" y="2352660"/>
                  <a:pt x="3619450" y="2355383"/>
                  <a:pt x="3623846" y="2359797"/>
                </a:cubicBezTo>
                <a:lnTo>
                  <a:pt x="3630499" y="2375950"/>
                </a:lnTo>
                <a:lnTo>
                  <a:pt x="3960124" y="2375950"/>
                </a:lnTo>
                <a:lnTo>
                  <a:pt x="3960124" y="2530048"/>
                </a:lnTo>
                <a:cubicBezTo>
                  <a:pt x="3960124" y="2532078"/>
                  <a:pt x="3958471" y="2533806"/>
                  <a:pt x="3956367" y="2533806"/>
                </a:cubicBezTo>
                <a:cubicBezTo>
                  <a:pt x="3954263" y="2533806"/>
                  <a:pt x="3952610" y="2532153"/>
                  <a:pt x="3952610" y="2530048"/>
                </a:cubicBezTo>
                <a:lnTo>
                  <a:pt x="3952610" y="2383464"/>
                </a:lnTo>
                <a:lnTo>
                  <a:pt x="3839159" y="2383464"/>
                </a:lnTo>
                <a:lnTo>
                  <a:pt x="3839159" y="3176639"/>
                </a:lnTo>
                <a:lnTo>
                  <a:pt x="3874564" y="3245694"/>
                </a:lnTo>
                <a:lnTo>
                  <a:pt x="3880708" y="3243137"/>
                </a:lnTo>
                <a:cubicBezTo>
                  <a:pt x="3894081" y="3243137"/>
                  <a:pt x="3904976" y="3254031"/>
                  <a:pt x="3904976" y="3267556"/>
                </a:cubicBezTo>
                <a:cubicBezTo>
                  <a:pt x="3904976" y="3281080"/>
                  <a:pt x="3894081" y="3291973"/>
                  <a:pt x="3880708" y="3291973"/>
                </a:cubicBezTo>
                <a:cubicBezTo>
                  <a:pt x="3867333" y="3291973"/>
                  <a:pt x="3856439" y="3281004"/>
                  <a:pt x="3856439" y="3267556"/>
                </a:cubicBezTo>
                <a:cubicBezTo>
                  <a:pt x="3856439" y="3260793"/>
                  <a:pt x="3859163" y="3254689"/>
                  <a:pt x="3863559" y="3250275"/>
                </a:cubicBezTo>
                <a:lnTo>
                  <a:pt x="3867567" y="3248606"/>
                </a:lnTo>
                <a:lnTo>
                  <a:pt x="3831645" y="3178518"/>
                </a:lnTo>
                <a:lnTo>
                  <a:pt x="3831645" y="2383464"/>
                </a:lnTo>
                <a:lnTo>
                  <a:pt x="3628333" y="2383464"/>
                </a:lnTo>
                <a:lnTo>
                  <a:pt x="3623846" y="2394359"/>
                </a:lnTo>
                <a:cubicBezTo>
                  <a:pt x="3619450" y="2398772"/>
                  <a:pt x="3613384" y="2401496"/>
                  <a:pt x="3606696" y="2401496"/>
                </a:cubicBezTo>
                <a:cubicBezTo>
                  <a:pt x="3593323" y="2401496"/>
                  <a:pt x="3582429" y="2390527"/>
                  <a:pt x="3582429" y="2377078"/>
                </a:cubicBezTo>
                <a:cubicBezTo>
                  <a:pt x="3582429" y="2363553"/>
                  <a:pt x="3593323" y="2352660"/>
                  <a:pt x="3606696" y="2352660"/>
                </a:cubicBezTo>
                <a:close/>
                <a:moveTo>
                  <a:pt x="11772047" y="2332523"/>
                </a:moveTo>
                <a:lnTo>
                  <a:pt x="11975131" y="2536360"/>
                </a:lnTo>
                <a:cubicBezTo>
                  <a:pt x="11976635" y="2537862"/>
                  <a:pt x="11976635" y="2540267"/>
                  <a:pt x="11975131" y="2541694"/>
                </a:cubicBezTo>
                <a:cubicBezTo>
                  <a:pt x="11973629" y="2543198"/>
                  <a:pt x="11971300" y="2543198"/>
                  <a:pt x="11969797" y="2541694"/>
                </a:cubicBezTo>
                <a:lnTo>
                  <a:pt x="11838916" y="2410348"/>
                </a:lnTo>
                <a:lnTo>
                  <a:pt x="11838916" y="2596992"/>
                </a:lnTo>
                <a:lnTo>
                  <a:pt x="12008492" y="2767169"/>
                </a:lnTo>
                <a:cubicBezTo>
                  <a:pt x="12009994" y="2768671"/>
                  <a:pt x="12009994" y="2771076"/>
                  <a:pt x="12008492" y="2772503"/>
                </a:cubicBezTo>
                <a:cubicBezTo>
                  <a:pt x="12007740" y="2773254"/>
                  <a:pt x="12006762" y="2773630"/>
                  <a:pt x="12005861" y="2773630"/>
                </a:cubicBezTo>
                <a:lnTo>
                  <a:pt x="12005861" y="2773705"/>
                </a:lnTo>
                <a:cubicBezTo>
                  <a:pt x="12004885" y="2773705"/>
                  <a:pt x="12003908" y="2773330"/>
                  <a:pt x="12003232" y="2772578"/>
                </a:cubicBezTo>
                <a:lnTo>
                  <a:pt x="11831401" y="2600147"/>
                </a:lnTo>
                <a:lnTo>
                  <a:pt x="11831401" y="2402806"/>
                </a:lnTo>
                <a:lnTo>
                  <a:pt x="11779560" y="2350781"/>
                </a:lnTo>
                <a:lnTo>
                  <a:pt x="11779560" y="2611944"/>
                </a:lnTo>
                <a:lnTo>
                  <a:pt x="12149516" y="2983248"/>
                </a:lnTo>
                <a:cubicBezTo>
                  <a:pt x="12151019" y="2984752"/>
                  <a:pt x="12151019" y="2987156"/>
                  <a:pt x="12149516" y="2988583"/>
                </a:cubicBezTo>
                <a:cubicBezTo>
                  <a:pt x="12148765" y="2989333"/>
                  <a:pt x="12147788" y="2989709"/>
                  <a:pt x="12146886" y="2989709"/>
                </a:cubicBezTo>
                <a:cubicBezTo>
                  <a:pt x="12145909" y="2989709"/>
                  <a:pt x="12144934" y="2989333"/>
                  <a:pt x="12144257" y="2988583"/>
                </a:cubicBezTo>
                <a:lnTo>
                  <a:pt x="11772047" y="2615099"/>
                </a:lnTo>
                <a:close/>
                <a:moveTo>
                  <a:pt x="5731164" y="2332523"/>
                </a:moveTo>
                <a:lnTo>
                  <a:pt x="5934248" y="2536360"/>
                </a:lnTo>
                <a:cubicBezTo>
                  <a:pt x="5935751" y="2537787"/>
                  <a:pt x="5935751" y="2540192"/>
                  <a:pt x="5934248" y="2541694"/>
                </a:cubicBezTo>
                <a:cubicBezTo>
                  <a:pt x="5932746" y="2543198"/>
                  <a:pt x="5930418" y="2543198"/>
                  <a:pt x="5928914" y="2541694"/>
                </a:cubicBezTo>
                <a:lnTo>
                  <a:pt x="5798107" y="2410423"/>
                </a:lnTo>
                <a:lnTo>
                  <a:pt x="5798107" y="2597068"/>
                </a:lnTo>
                <a:lnTo>
                  <a:pt x="5967683" y="2767244"/>
                </a:lnTo>
                <a:cubicBezTo>
                  <a:pt x="5969187" y="2768672"/>
                  <a:pt x="5969187" y="2771076"/>
                  <a:pt x="5967683" y="2772578"/>
                </a:cubicBezTo>
                <a:cubicBezTo>
                  <a:pt x="5967008" y="2773331"/>
                  <a:pt x="5966032" y="2773707"/>
                  <a:pt x="5965054" y="2773707"/>
                </a:cubicBezTo>
                <a:lnTo>
                  <a:pt x="5965054" y="2773781"/>
                </a:lnTo>
                <a:cubicBezTo>
                  <a:pt x="5964152" y="2773781"/>
                  <a:pt x="5963176" y="2773405"/>
                  <a:pt x="5962424" y="2772654"/>
                </a:cubicBezTo>
                <a:lnTo>
                  <a:pt x="5790595" y="2600223"/>
                </a:lnTo>
                <a:lnTo>
                  <a:pt x="5790595" y="2402883"/>
                </a:lnTo>
                <a:lnTo>
                  <a:pt x="5738677" y="2350781"/>
                </a:lnTo>
                <a:lnTo>
                  <a:pt x="5738677" y="2611944"/>
                </a:lnTo>
                <a:lnTo>
                  <a:pt x="6092001" y="2966557"/>
                </a:lnTo>
                <a:lnTo>
                  <a:pt x="6445327" y="2611944"/>
                </a:lnTo>
                <a:lnTo>
                  <a:pt x="6445327" y="2350781"/>
                </a:lnTo>
                <a:lnTo>
                  <a:pt x="6393409" y="2402883"/>
                </a:lnTo>
                <a:lnTo>
                  <a:pt x="6393409" y="2600223"/>
                </a:lnTo>
                <a:lnTo>
                  <a:pt x="6221580" y="2772654"/>
                </a:lnTo>
                <a:cubicBezTo>
                  <a:pt x="6220827" y="2773405"/>
                  <a:pt x="6219850" y="2773781"/>
                  <a:pt x="6218949" y="2773781"/>
                </a:cubicBezTo>
                <a:lnTo>
                  <a:pt x="6218949" y="2773707"/>
                </a:lnTo>
                <a:cubicBezTo>
                  <a:pt x="6217972" y="2773707"/>
                  <a:pt x="6216996" y="2773331"/>
                  <a:pt x="6216320" y="2772578"/>
                </a:cubicBezTo>
                <a:cubicBezTo>
                  <a:pt x="6214817" y="2771076"/>
                  <a:pt x="6214817" y="2768672"/>
                  <a:pt x="6216320" y="2767244"/>
                </a:cubicBezTo>
                <a:lnTo>
                  <a:pt x="6385895" y="2597068"/>
                </a:lnTo>
                <a:lnTo>
                  <a:pt x="6385895" y="2410423"/>
                </a:lnTo>
                <a:lnTo>
                  <a:pt x="6255088" y="2541694"/>
                </a:lnTo>
                <a:cubicBezTo>
                  <a:pt x="6253586" y="2543198"/>
                  <a:pt x="6251257" y="2543198"/>
                  <a:pt x="6249754" y="2541694"/>
                </a:cubicBezTo>
                <a:cubicBezTo>
                  <a:pt x="6248252" y="2540192"/>
                  <a:pt x="6248252" y="2537787"/>
                  <a:pt x="6249754" y="2536360"/>
                </a:cubicBezTo>
                <a:lnTo>
                  <a:pt x="6452839" y="2332523"/>
                </a:lnTo>
                <a:lnTo>
                  <a:pt x="6452839" y="2615099"/>
                </a:lnTo>
                <a:lnTo>
                  <a:pt x="6097291" y="2971866"/>
                </a:lnTo>
                <a:lnTo>
                  <a:pt x="6108633" y="2983250"/>
                </a:lnTo>
                <a:cubicBezTo>
                  <a:pt x="6110136" y="2984678"/>
                  <a:pt x="6110136" y="2987083"/>
                  <a:pt x="6108633" y="2988586"/>
                </a:cubicBezTo>
                <a:cubicBezTo>
                  <a:pt x="6107957" y="2989336"/>
                  <a:pt x="6106980" y="2989712"/>
                  <a:pt x="6106003" y="2989712"/>
                </a:cubicBezTo>
                <a:cubicBezTo>
                  <a:pt x="6105102" y="2989712"/>
                  <a:pt x="6104125" y="2989336"/>
                  <a:pt x="6103374" y="2988586"/>
                </a:cubicBezTo>
                <a:lnTo>
                  <a:pt x="6092001" y="2977174"/>
                </a:lnTo>
                <a:lnTo>
                  <a:pt x="6080630" y="2988586"/>
                </a:lnTo>
                <a:cubicBezTo>
                  <a:pt x="6079878" y="2989336"/>
                  <a:pt x="6078902" y="2989712"/>
                  <a:pt x="6078000" y="2989712"/>
                </a:cubicBezTo>
                <a:cubicBezTo>
                  <a:pt x="6077022" y="2989712"/>
                  <a:pt x="6076046" y="2989336"/>
                  <a:pt x="6075369" y="2988586"/>
                </a:cubicBezTo>
                <a:cubicBezTo>
                  <a:pt x="6073867" y="2987083"/>
                  <a:pt x="6073867" y="2984678"/>
                  <a:pt x="6075369" y="2983250"/>
                </a:cubicBezTo>
                <a:lnTo>
                  <a:pt x="6086712" y="2971866"/>
                </a:lnTo>
                <a:lnTo>
                  <a:pt x="5731164" y="2615099"/>
                </a:lnTo>
                <a:close/>
                <a:moveTo>
                  <a:pt x="411956" y="2332523"/>
                </a:moveTo>
                <a:lnTo>
                  <a:pt x="411956" y="2615099"/>
                </a:lnTo>
                <a:lnTo>
                  <a:pt x="39746" y="2988583"/>
                </a:lnTo>
                <a:cubicBezTo>
                  <a:pt x="39068" y="2989333"/>
                  <a:pt x="38093" y="2989709"/>
                  <a:pt x="37116" y="2989709"/>
                </a:cubicBezTo>
                <a:cubicBezTo>
                  <a:pt x="36214" y="2989709"/>
                  <a:pt x="35237" y="2989333"/>
                  <a:pt x="34486" y="2988583"/>
                </a:cubicBezTo>
                <a:cubicBezTo>
                  <a:pt x="32984" y="2987156"/>
                  <a:pt x="32984" y="2984752"/>
                  <a:pt x="34486" y="2983248"/>
                </a:cubicBezTo>
                <a:lnTo>
                  <a:pt x="404442" y="2611944"/>
                </a:lnTo>
                <a:lnTo>
                  <a:pt x="404442" y="2350781"/>
                </a:lnTo>
                <a:lnTo>
                  <a:pt x="352601" y="2402806"/>
                </a:lnTo>
                <a:lnTo>
                  <a:pt x="352601" y="2600147"/>
                </a:lnTo>
                <a:lnTo>
                  <a:pt x="180770" y="2772578"/>
                </a:lnTo>
                <a:cubicBezTo>
                  <a:pt x="180094" y="2773330"/>
                  <a:pt x="179117" y="2773705"/>
                  <a:pt x="178141" y="2773705"/>
                </a:cubicBezTo>
                <a:lnTo>
                  <a:pt x="178141" y="2773630"/>
                </a:lnTo>
                <a:cubicBezTo>
                  <a:pt x="177240" y="2773630"/>
                  <a:pt x="176262" y="2773254"/>
                  <a:pt x="175510" y="2772503"/>
                </a:cubicBezTo>
                <a:cubicBezTo>
                  <a:pt x="174009" y="2771076"/>
                  <a:pt x="174009" y="2768671"/>
                  <a:pt x="175510" y="2767169"/>
                </a:cubicBezTo>
                <a:lnTo>
                  <a:pt x="345086" y="2596992"/>
                </a:lnTo>
                <a:lnTo>
                  <a:pt x="345086" y="2410348"/>
                </a:lnTo>
                <a:lnTo>
                  <a:pt x="214205" y="2541694"/>
                </a:lnTo>
                <a:cubicBezTo>
                  <a:pt x="212702" y="2543198"/>
                  <a:pt x="210373" y="2543198"/>
                  <a:pt x="208871" y="2541694"/>
                </a:cubicBezTo>
                <a:cubicBezTo>
                  <a:pt x="207367" y="2540267"/>
                  <a:pt x="207367" y="2537862"/>
                  <a:pt x="208871" y="2536360"/>
                </a:cubicBezTo>
                <a:close/>
                <a:moveTo>
                  <a:pt x="10729272" y="2319374"/>
                </a:moveTo>
                <a:cubicBezTo>
                  <a:pt x="10731376" y="2319374"/>
                  <a:pt x="10733029" y="2321104"/>
                  <a:pt x="10733029" y="2323131"/>
                </a:cubicBezTo>
                <a:lnTo>
                  <a:pt x="10733029" y="2509386"/>
                </a:lnTo>
                <a:lnTo>
                  <a:pt x="10688625" y="2509386"/>
                </a:lnTo>
                <a:lnTo>
                  <a:pt x="10692304" y="2632230"/>
                </a:lnTo>
                <a:lnTo>
                  <a:pt x="10417544" y="2632230"/>
                </a:lnTo>
                <a:lnTo>
                  <a:pt x="10417544" y="2501799"/>
                </a:lnTo>
                <a:lnTo>
                  <a:pt x="10725515" y="2501799"/>
                </a:lnTo>
                <a:lnTo>
                  <a:pt x="10725515" y="2323131"/>
                </a:lnTo>
                <a:cubicBezTo>
                  <a:pt x="10725515" y="2321027"/>
                  <a:pt x="10727169" y="2319374"/>
                  <a:pt x="10729272" y="2319374"/>
                </a:cubicBezTo>
                <a:close/>
                <a:moveTo>
                  <a:pt x="1454731" y="2319374"/>
                </a:moveTo>
                <a:cubicBezTo>
                  <a:pt x="1456834" y="2319374"/>
                  <a:pt x="1458487" y="2321027"/>
                  <a:pt x="1458487" y="2323131"/>
                </a:cubicBezTo>
                <a:lnTo>
                  <a:pt x="1458487" y="2501799"/>
                </a:lnTo>
                <a:lnTo>
                  <a:pt x="1766458" y="2501799"/>
                </a:lnTo>
                <a:lnTo>
                  <a:pt x="1766458" y="2632230"/>
                </a:lnTo>
                <a:lnTo>
                  <a:pt x="1491698" y="2632230"/>
                </a:lnTo>
                <a:lnTo>
                  <a:pt x="1495377" y="2509386"/>
                </a:lnTo>
                <a:lnTo>
                  <a:pt x="1450973" y="2509386"/>
                </a:lnTo>
                <a:lnTo>
                  <a:pt x="1450973" y="2323131"/>
                </a:lnTo>
                <a:cubicBezTo>
                  <a:pt x="1450973" y="2321104"/>
                  <a:pt x="1452627" y="2319374"/>
                  <a:pt x="1454731" y="2319374"/>
                </a:cubicBezTo>
                <a:close/>
                <a:moveTo>
                  <a:pt x="10803504" y="2319300"/>
                </a:moveTo>
                <a:cubicBezTo>
                  <a:pt x="10805608" y="2319300"/>
                  <a:pt x="10807260" y="2321029"/>
                  <a:pt x="10807260" y="2323057"/>
                </a:cubicBezTo>
                <a:lnTo>
                  <a:pt x="10807260" y="2517652"/>
                </a:lnTo>
                <a:lnTo>
                  <a:pt x="10806809" y="2518478"/>
                </a:lnTo>
                <a:lnTo>
                  <a:pt x="10732955" y="2659202"/>
                </a:lnTo>
                <a:lnTo>
                  <a:pt x="10729121" y="2751391"/>
                </a:lnTo>
                <a:lnTo>
                  <a:pt x="10632801" y="2751391"/>
                </a:lnTo>
                <a:cubicBezTo>
                  <a:pt x="10630698" y="2751391"/>
                  <a:pt x="10629044" y="2749663"/>
                  <a:pt x="10629044" y="2747635"/>
                </a:cubicBezTo>
                <a:cubicBezTo>
                  <a:pt x="10629044" y="2745606"/>
                  <a:pt x="10630698" y="2743879"/>
                  <a:pt x="10632801" y="2743879"/>
                </a:cubicBezTo>
                <a:lnTo>
                  <a:pt x="10721984" y="2743879"/>
                </a:lnTo>
                <a:lnTo>
                  <a:pt x="10725966" y="2656497"/>
                </a:lnTo>
                <a:lnTo>
                  <a:pt x="10799748" y="2515773"/>
                </a:lnTo>
                <a:lnTo>
                  <a:pt x="10799748" y="2323057"/>
                </a:lnTo>
                <a:cubicBezTo>
                  <a:pt x="10799748" y="2320953"/>
                  <a:pt x="10801400" y="2319300"/>
                  <a:pt x="10803504" y="2319300"/>
                </a:cubicBezTo>
                <a:close/>
                <a:moveTo>
                  <a:pt x="7495462" y="2319300"/>
                </a:moveTo>
                <a:cubicBezTo>
                  <a:pt x="7497566" y="2319300"/>
                  <a:pt x="7499220" y="2321029"/>
                  <a:pt x="7499220" y="2323057"/>
                </a:cubicBezTo>
                <a:lnTo>
                  <a:pt x="7499220" y="2501724"/>
                </a:lnTo>
                <a:lnTo>
                  <a:pt x="7539942" y="2501724"/>
                </a:lnTo>
                <a:lnTo>
                  <a:pt x="7807191" y="2501724"/>
                </a:lnTo>
                <a:lnTo>
                  <a:pt x="7807191" y="2632155"/>
                </a:lnTo>
                <a:lnTo>
                  <a:pt x="7807266" y="2632230"/>
                </a:lnTo>
                <a:lnTo>
                  <a:pt x="7532428" y="2632230"/>
                </a:lnTo>
                <a:lnTo>
                  <a:pt x="7536109" y="2509312"/>
                </a:lnTo>
                <a:lnTo>
                  <a:pt x="7491706" y="2509312"/>
                </a:lnTo>
                <a:lnTo>
                  <a:pt x="7491706" y="2323057"/>
                </a:lnTo>
                <a:cubicBezTo>
                  <a:pt x="7491706" y="2320953"/>
                  <a:pt x="7493358" y="2319300"/>
                  <a:pt x="7495462" y="2319300"/>
                </a:cubicBezTo>
                <a:close/>
                <a:moveTo>
                  <a:pt x="4688540" y="2319300"/>
                </a:moveTo>
                <a:cubicBezTo>
                  <a:pt x="4690645" y="2319300"/>
                  <a:pt x="4692296" y="2320953"/>
                  <a:pt x="4692296" y="2323057"/>
                </a:cubicBezTo>
                <a:lnTo>
                  <a:pt x="4692296" y="2509312"/>
                </a:lnTo>
                <a:lnTo>
                  <a:pt x="4647894" y="2509312"/>
                </a:lnTo>
                <a:lnTo>
                  <a:pt x="4651575" y="2632230"/>
                </a:lnTo>
                <a:lnTo>
                  <a:pt x="4376737" y="2632230"/>
                </a:lnTo>
                <a:lnTo>
                  <a:pt x="4376812" y="2632155"/>
                </a:lnTo>
                <a:lnTo>
                  <a:pt x="4376812" y="2501724"/>
                </a:lnTo>
                <a:lnTo>
                  <a:pt x="4644061" y="2501724"/>
                </a:lnTo>
                <a:lnTo>
                  <a:pt x="4684783" y="2501724"/>
                </a:lnTo>
                <a:lnTo>
                  <a:pt x="4684783" y="2323057"/>
                </a:lnTo>
                <a:cubicBezTo>
                  <a:pt x="4684783" y="2321029"/>
                  <a:pt x="4686436" y="2319300"/>
                  <a:pt x="4688540" y="2319300"/>
                </a:cubicBezTo>
                <a:close/>
                <a:moveTo>
                  <a:pt x="1380499" y="2319300"/>
                </a:moveTo>
                <a:cubicBezTo>
                  <a:pt x="1382602" y="2319300"/>
                  <a:pt x="1384255" y="2320953"/>
                  <a:pt x="1384255" y="2323057"/>
                </a:cubicBezTo>
                <a:lnTo>
                  <a:pt x="1384255" y="2515773"/>
                </a:lnTo>
                <a:lnTo>
                  <a:pt x="1458036" y="2656497"/>
                </a:lnTo>
                <a:lnTo>
                  <a:pt x="1462019" y="2743879"/>
                </a:lnTo>
                <a:lnTo>
                  <a:pt x="1551201" y="2743879"/>
                </a:lnTo>
                <a:cubicBezTo>
                  <a:pt x="1553304" y="2743879"/>
                  <a:pt x="1554959" y="2745606"/>
                  <a:pt x="1554959" y="2747635"/>
                </a:cubicBezTo>
                <a:cubicBezTo>
                  <a:pt x="1554959" y="2749663"/>
                  <a:pt x="1553304" y="2751391"/>
                  <a:pt x="1551201" y="2751391"/>
                </a:cubicBezTo>
                <a:lnTo>
                  <a:pt x="1454881" y="2751391"/>
                </a:lnTo>
                <a:lnTo>
                  <a:pt x="1451049" y="2659202"/>
                </a:lnTo>
                <a:lnTo>
                  <a:pt x="1377193" y="2518478"/>
                </a:lnTo>
                <a:lnTo>
                  <a:pt x="1376742" y="2517652"/>
                </a:lnTo>
                <a:lnTo>
                  <a:pt x="1376742" y="2323057"/>
                </a:lnTo>
                <a:cubicBezTo>
                  <a:pt x="1376742" y="2321029"/>
                  <a:pt x="1378395" y="2319300"/>
                  <a:pt x="1380499" y="2319300"/>
                </a:cubicBezTo>
                <a:close/>
                <a:moveTo>
                  <a:pt x="6872309" y="2304950"/>
                </a:moveTo>
                <a:lnTo>
                  <a:pt x="6872383" y="2304950"/>
                </a:lnTo>
                <a:lnTo>
                  <a:pt x="6872383" y="2305024"/>
                </a:lnTo>
                <a:close/>
                <a:moveTo>
                  <a:pt x="5311620" y="2304950"/>
                </a:moveTo>
                <a:lnTo>
                  <a:pt x="5311695" y="2304950"/>
                </a:lnTo>
                <a:lnTo>
                  <a:pt x="5311620" y="2305024"/>
                </a:lnTo>
                <a:close/>
                <a:moveTo>
                  <a:pt x="7423485" y="2299690"/>
                </a:moveTo>
                <a:cubicBezTo>
                  <a:pt x="7436859" y="2299690"/>
                  <a:pt x="7447754" y="2310585"/>
                  <a:pt x="7447754" y="2324108"/>
                </a:cubicBezTo>
                <a:cubicBezTo>
                  <a:pt x="7447754" y="2330832"/>
                  <a:pt x="7445030" y="2336936"/>
                  <a:pt x="7440634" y="2341360"/>
                </a:cubicBezTo>
                <a:lnTo>
                  <a:pt x="7424988" y="2347899"/>
                </a:lnTo>
                <a:lnTo>
                  <a:pt x="7424988" y="2515773"/>
                </a:lnTo>
                <a:lnTo>
                  <a:pt x="7499145" y="2657250"/>
                </a:lnTo>
                <a:lnTo>
                  <a:pt x="7502750" y="2743879"/>
                </a:lnTo>
                <a:lnTo>
                  <a:pt x="7591933" y="2743879"/>
                </a:lnTo>
                <a:cubicBezTo>
                  <a:pt x="7594037" y="2743879"/>
                  <a:pt x="7595690" y="2745606"/>
                  <a:pt x="7595690" y="2747635"/>
                </a:cubicBezTo>
                <a:cubicBezTo>
                  <a:pt x="7595690" y="2749663"/>
                  <a:pt x="7594037" y="2751391"/>
                  <a:pt x="7591933" y="2751391"/>
                </a:cubicBezTo>
                <a:lnTo>
                  <a:pt x="7495539" y="2751391"/>
                </a:lnTo>
                <a:lnTo>
                  <a:pt x="7491706" y="2659202"/>
                </a:lnTo>
                <a:lnTo>
                  <a:pt x="7417475" y="2517652"/>
                </a:lnTo>
                <a:lnTo>
                  <a:pt x="7417475" y="2346025"/>
                </a:lnTo>
                <a:lnTo>
                  <a:pt x="7406337" y="2341389"/>
                </a:lnTo>
                <a:cubicBezTo>
                  <a:pt x="7401942" y="2336975"/>
                  <a:pt x="7399218" y="2330870"/>
                  <a:pt x="7399218" y="2324108"/>
                </a:cubicBezTo>
                <a:cubicBezTo>
                  <a:pt x="7399218" y="2310585"/>
                  <a:pt x="7410111" y="2299690"/>
                  <a:pt x="7423485" y="2299690"/>
                </a:cubicBezTo>
                <a:close/>
                <a:moveTo>
                  <a:pt x="4760517" y="2299690"/>
                </a:moveTo>
                <a:cubicBezTo>
                  <a:pt x="4773892" y="2299690"/>
                  <a:pt x="4784785" y="2310585"/>
                  <a:pt x="4784785" y="2324108"/>
                </a:cubicBezTo>
                <a:cubicBezTo>
                  <a:pt x="4784785" y="2330870"/>
                  <a:pt x="4782062" y="2336975"/>
                  <a:pt x="4777666" y="2341389"/>
                </a:cubicBezTo>
                <a:lnTo>
                  <a:pt x="4766528" y="2346025"/>
                </a:lnTo>
                <a:lnTo>
                  <a:pt x="4766528" y="2517652"/>
                </a:lnTo>
                <a:lnTo>
                  <a:pt x="4692296" y="2659202"/>
                </a:lnTo>
                <a:lnTo>
                  <a:pt x="4688465" y="2751391"/>
                </a:lnTo>
                <a:lnTo>
                  <a:pt x="4592071" y="2751391"/>
                </a:lnTo>
                <a:cubicBezTo>
                  <a:pt x="4589965" y="2751391"/>
                  <a:pt x="4588312" y="2749663"/>
                  <a:pt x="4588312" y="2747635"/>
                </a:cubicBezTo>
                <a:cubicBezTo>
                  <a:pt x="4588312" y="2745606"/>
                  <a:pt x="4589965" y="2743879"/>
                  <a:pt x="4592071" y="2743879"/>
                </a:cubicBezTo>
                <a:lnTo>
                  <a:pt x="4681252" y="2743879"/>
                </a:lnTo>
                <a:lnTo>
                  <a:pt x="4684858" y="2657250"/>
                </a:lnTo>
                <a:lnTo>
                  <a:pt x="4759015" y="2515773"/>
                </a:lnTo>
                <a:lnTo>
                  <a:pt x="4759015" y="2347899"/>
                </a:lnTo>
                <a:lnTo>
                  <a:pt x="4743369" y="2341360"/>
                </a:lnTo>
                <a:cubicBezTo>
                  <a:pt x="4738973" y="2336936"/>
                  <a:pt x="4736250" y="2330832"/>
                  <a:pt x="4736250" y="2324108"/>
                </a:cubicBezTo>
                <a:cubicBezTo>
                  <a:pt x="4736250" y="2310585"/>
                  <a:pt x="4747145" y="2299690"/>
                  <a:pt x="4760517" y="2299690"/>
                </a:cubicBezTo>
                <a:close/>
                <a:moveTo>
                  <a:pt x="9510987" y="2223354"/>
                </a:moveTo>
                <a:cubicBezTo>
                  <a:pt x="9512640" y="2222153"/>
                  <a:pt x="9515044" y="2222528"/>
                  <a:pt x="9516245" y="2224256"/>
                </a:cubicBezTo>
                <a:cubicBezTo>
                  <a:pt x="9517449" y="2225985"/>
                  <a:pt x="9516997" y="2228313"/>
                  <a:pt x="9515344" y="2229515"/>
                </a:cubicBezTo>
                <a:lnTo>
                  <a:pt x="9352755" y="2344018"/>
                </a:lnTo>
                <a:lnTo>
                  <a:pt x="9352755" y="2803759"/>
                </a:lnTo>
                <a:lnTo>
                  <a:pt x="9558396" y="2803759"/>
                </a:lnTo>
                <a:lnTo>
                  <a:pt x="9558396" y="2730354"/>
                </a:lnTo>
                <a:lnTo>
                  <a:pt x="9420077" y="2730354"/>
                </a:lnTo>
                <a:lnTo>
                  <a:pt x="9420077" y="2391202"/>
                </a:lnTo>
                <a:cubicBezTo>
                  <a:pt x="9420077" y="2389098"/>
                  <a:pt x="9421729" y="2387445"/>
                  <a:pt x="9423831" y="2387445"/>
                </a:cubicBezTo>
                <a:cubicBezTo>
                  <a:pt x="9425936" y="2387445"/>
                  <a:pt x="9427589" y="2389174"/>
                  <a:pt x="9427589" y="2391202"/>
                </a:cubicBezTo>
                <a:lnTo>
                  <a:pt x="9427589" y="2468440"/>
                </a:lnTo>
                <a:lnTo>
                  <a:pt x="9511213" y="2468440"/>
                </a:lnTo>
                <a:lnTo>
                  <a:pt x="9511213" y="2622717"/>
                </a:lnTo>
                <a:lnTo>
                  <a:pt x="9521975" y="2627195"/>
                </a:lnTo>
                <a:cubicBezTo>
                  <a:pt x="9526371" y="2631610"/>
                  <a:pt x="9529094" y="2637715"/>
                  <a:pt x="9529094" y="2644476"/>
                </a:cubicBezTo>
                <a:cubicBezTo>
                  <a:pt x="9529094" y="2657925"/>
                  <a:pt x="9518199" y="2668895"/>
                  <a:pt x="9504827" y="2668895"/>
                </a:cubicBezTo>
                <a:cubicBezTo>
                  <a:pt x="9491452" y="2668895"/>
                  <a:pt x="9480557" y="2658000"/>
                  <a:pt x="9480557" y="2644476"/>
                </a:cubicBezTo>
                <a:cubicBezTo>
                  <a:pt x="9480557" y="2637715"/>
                  <a:pt x="9483281" y="2631610"/>
                  <a:pt x="9487677" y="2627195"/>
                </a:cubicBezTo>
                <a:lnTo>
                  <a:pt x="9503624" y="2620558"/>
                </a:lnTo>
                <a:lnTo>
                  <a:pt x="9503624" y="2475953"/>
                </a:lnTo>
                <a:lnTo>
                  <a:pt x="9427589" y="2475953"/>
                </a:lnTo>
                <a:lnTo>
                  <a:pt x="9427589" y="2722841"/>
                </a:lnTo>
                <a:lnTo>
                  <a:pt x="9558396" y="2722841"/>
                </a:lnTo>
                <a:lnTo>
                  <a:pt x="9558396" y="2587407"/>
                </a:lnTo>
                <a:lnTo>
                  <a:pt x="9542975" y="2580988"/>
                </a:lnTo>
                <a:cubicBezTo>
                  <a:pt x="9538579" y="2576574"/>
                  <a:pt x="9535856" y="2570469"/>
                  <a:pt x="9535856" y="2563709"/>
                </a:cubicBezTo>
                <a:cubicBezTo>
                  <a:pt x="9535856" y="2550185"/>
                  <a:pt x="9546751" y="2539290"/>
                  <a:pt x="9560124" y="2539290"/>
                </a:cubicBezTo>
                <a:cubicBezTo>
                  <a:pt x="9573497" y="2539290"/>
                  <a:pt x="9584392" y="2550185"/>
                  <a:pt x="9584392" y="2563709"/>
                </a:cubicBezTo>
                <a:cubicBezTo>
                  <a:pt x="9584392" y="2570432"/>
                  <a:pt x="9581669" y="2576537"/>
                  <a:pt x="9577273" y="2580961"/>
                </a:cubicBezTo>
                <a:lnTo>
                  <a:pt x="9565909" y="2585710"/>
                </a:lnTo>
                <a:lnTo>
                  <a:pt x="9565909" y="2723742"/>
                </a:lnTo>
                <a:lnTo>
                  <a:pt x="9568765" y="2726597"/>
                </a:lnTo>
                <a:lnTo>
                  <a:pt x="9565909" y="2729452"/>
                </a:lnTo>
                <a:lnTo>
                  <a:pt x="9565909" y="2811347"/>
                </a:lnTo>
                <a:lnTo>
                  <a:pt x="9345168" y="2811347"/>
                </a:lnTo>
                <a:lnTo>
                  <a:pt x="9345168" y="2340112"/>
                </a:lnTo>
                <a:close/>
                <a:moveTo>
                  <a:pt x="2673016" y="2223354"/>
                </a:moveTo>
                <a:lnTo>
                  <a:pt x="2838835" y="2340112"/>
                </a:lnTo>
                <a:lnTo>
                  <a:pt x="2838835" y="2811347"/>
                </a:lnTo>
                <a:lnTo>
                  <a:pt x="2618094" y="2811347"/>
                </a:lnTo>
                <a:lnTo>
                  <a:pt x="2618094" y="2729452"/>
                </a:lnTo>
                <a:lnTo>
                  <a:pt x="2615239" y="2726597"/>
                </a:lnTo>
                <a:lnTo>
                  <a:pt x="2618094" y="2723742"/>
                </a:lnTo>
                <a:lnTo>
                  <a:pt x="2618094" y="2585710"/>
                </a:lnTo>
                <a:lnTo>
                  <a:pt x="2606729" y="2580961"/>
                </a:lnTo>
                <a:cubicBezTo>
                  <a:pt x="2602333" y="2576537"/>
                  <a:pt x="2599610" y="2570432"/>
                  <a:pt x="2599610" y="2563709"/>
                </a:cubicBezTo>
                <a:cubicBezTo>
                  <a:pt x="2599610" y="2550185"/>
                  <a:pt x="2610505" y="2539290"/>
                  <a:pt x="2623878" y="2539290"/>
                </a:cubicBezTo>
                <a:cubicBezTo>
                  <a:pt x="2637253" y="2539290"/>
                  <a:pt x="2648146" y="2550185"/>
                  <a:pt x="2648146" y="2563709"/>
                </a:cubicBezTo>
                <a:cubicBezTo>
                  <a:pt x="2648146" y="2570469"/>
                  <a:pt x="2645423" y="2576574"/>
                  <a:pt x="2641028" y="2580988"/>
                </a:cubicBezTo>
                <a:lnTo>
                  <a:pt x="2625607" y="2587407"/>
                </a:lnTo>
                <a:lnTo>
                  <a:pt x="2625607" y="2722841"/>
                </a:lnTo>
                <a:lnTo>
                  <a:pt x="2756414" y="2722841"/>
                </a:lnTo>
                <a:lnTo>
                  <a:pt x="2756414" y="2475953"/>
                </a:lnTo>
                <a:lnTo>
                  <a:pt x="2680379" y="2475953"/>
                </a:lnTo>
                <a:lnTo>
                  <a:pt x="2680379" y="2620558"/>
                </a:lnTo>
                <a:lnTo>
                  <a:pt x="2696326" y="2627195"/>
                </a:lnTo>
                <a:cubicBezTo>
                  <a:pt x="2700721" y="2631610"/>
                  <a:pt x="2703445" y="2637715"/>
                  <a:pt x="2703445" y="2644476"/>
                </a:cubicBezTo>
                <a:cubicBezTo>
                  <a:pt x="2703445" y="2658000"/>
                  <a:pt x="2692551" y="2668895"/>
                  <a:pt x="2679176" y="2668895"/>
                </a:cubicBezTo>
                <a:cubicBezTo>
                  <a:pt x="2665803" y="2668895"/>
                  <a:pt x="2654908" y="2657925"/>
                  <a:pt x="2654908" y="2644476"/>
                </a:cubicBezTo>
                <a:cubicBezTo>
                  <a:pt x="2654908" y="2637715"/>
                  <a:pt x="2657631" y="2631610"/>
                  <a:pt x="2662028" y="2627195"/>
                </a:cubicBezTo>
                <a:lnTo>
                  <a:pt x="2672790" y="2622717"/>
                </a:lnTo>
                <a:lnTo>
                  <a:pt x="2672790" y="2468440"/>
                </a:lnTo>
                <a:lnTo>
                  <a:pt x="2756414" y="2468440"/>
                </a:lnTo>
                <a:lnTo>
                  <a:pt x="2756414" y="2391202"/>
                </a:lnTo>
                <a:cubicBezTo>
                  <a:pt x="2756414" y="2389174"/>
                  <a:pt x="2758067" y="2387445"/>
                  <a:pt x="2760171" y="2387445"/>
                </a:cubicBezTo>
                <a:cubicBezTo>
                  <a:pt x="2762274" y="2387445"/>
                  <a:pt x="2763927" y="2389098"/>
                  <a:pt x="2763927" y="2391202"/>
                </a:cubicBezTo>
                <a:lnTo>
                  <a:pt x="2763927" y="2730354"/>
                </a:lnTo>
                <a:lnTo>
                  <a:pt x="2625607" y="2730354"/>
                </a:lnTo>
                <a:lnTo>
                  <a:pt x="2625607" y="2803759"/>
                </a:lnTo>
                <a:lnTo>
                  <a:pt x="2831247" y="2803759"/>
                </a:lnTo>
                <a:lnTo>
                  <a:pt x="2831247" y="2344018"/>
                </a:lnTo>
                <a:lnTo>
                  <a:pt x="2668659" y="2229515"/>
                </a:lnTo>
                <a:cubicBezTo>
                  <a:pt x="2667005" y="2228313"/>
                  <a:pt x="2666554" y="2225985"/>
                  <a:pt x="2667757" y="2224256"/>
                </a:cubicBezTo>
                <a:cubicBezTo>
                  <a:pt x="2668958" y="2222528"/>
                  <a:pt x="2671364" y="2222153"/>
                  <a:pt x="2673016" y="2223354"/>
                </a:cubicBezTo>
                <a:close/>
                <a:moveTo>
                  <a:pt x="8707963" y="2206300"/>
                </a:moveTo>
                <a:cubicBezTo>
                  <a:pt x="8721337" y="2206300"/>
                  <a:pt x="8732230" y="2217193"/>
                  <a:pt x="8732230" y="2230718"/>
                </a:cubicBezTo>
                <a:lnTo>
                  <a:pt x="8730441" y="2235055"/>
                </a:lnTo>
                <a:lnTo>
                  <a:pt x="8879642" y="2340112"/>
                </a:lnTo>
                <a:lnTo>
                  <a:pt x="8879642" y="2811347"/>
                </a:lnTo>
                <a:lnTo>
                  <a:pt x="8658901" y="2811347"/>
                </a:lnTo>
                <a:lnTo>
                  <a:pt x="8658901" y="2729452"/>
                </a:lnTo>
                <a:lnTo>
                  <a:pt x="8656045" y="2726597"/>
                </a:lnTo>
                <a:lnTo>
                  <a:pt x="8658901" y="2723742"/>
                </a:lnTo>
                <a:lnTo>
                  <a:pt x="8658901" y="2558899"/>
                </a:lnTo>
                <a:cubicBezTo>
                  <a:pt x="8658901" y="2556795"/>
                  <a:pt x="8660554" y="2555143"/>
                  <a:pt x="8662657" y="2555143"/>
                </a:cubicBezTo>
                <a:cubicBezTo>
                  <a:pt x="8664761" y="2555143"/>
                  <a:pt x="8666414" y="2556871"/>
                  <a:pt x="8666414" y="2558899"/>
                </a:cubicBezTo>
                <a:lnTo>
                  <a:pt x="8666414" y="2722841"/>
                </a:lnTo>
                <a:lnTo>
                  <a:pt x="8797220" y="2722841"/>
                </a:lnTo>
                <a:lnTo>
                  <a:pt x="8797220" y="2475877"/>
                </a:lnTo>
                <a:lnTo>
                  <a:pt x="8721262" y="2475877"/>
                </a:lnTo>
                <a:lnTo>
                  <a:pt x="8721262" y="2636888"/>
                </a:lnTo>
                <a:cubicBezTo>
                  <a:pt x="8721262" y="2638992"/>
                  <a:pt x="8719609" y="2640645"/>
                  <a:pt x="8717505" y="2640645"/>
                </a:cubicBezTo>
                <a:lnTo>
                  <a:pt x="8717430" y="2640719"/>
                </a:lnTo>
                <a:cubicBezTo>
                  <a:pt x="8715325" y="2640719"/>
                  <a:pt x="8713673" y="2638992"/>
                  <a:pt x="8713673" y="2636962"/>
                </a:cubicBezTo>
                <a:lnTo>
                  <a:pt x="8713673" y="2468364"/>
                </a:lnTo>
                <a:lnTo>
                  <a:pt x="8797220" y="2468364"/>
                </a:lnTo>
                <a:lnTo>
                  <a:pt x="8797220" y="2391202"/>
                </a:lnTo>
                <a:cubicBezTo>
                  <a:pt x="8797220" y="2389098"/>
                  <a:pt x="8798874" y="2387445"/>
                  <a:pt x="8800976" y="2387445"/>
                </a:cubicBezTo>
                <a:cubicBezTo>
                  <a:pt x="8803081" y="2387445"/>
                  <a:pt x="8804733" y="2389174"/>
                  <a:pt x="8804733" y="2391202"/>
                </a:cubicBezTo>
                <a:lnTo>
                  <a:pt x="8804733" y="2730354"/>
                </a:lnTo>
                <a:lnTo>
                  <a:pt x="8666414" y="2730354"/>
                </a:lnTo>
                <a:lnTo>
                  <a:pt x="8666414" y="2803759"/>
                </a:lnTo>
                <a:lnTo>
                  <a:pt x="8872053" y="2803759"/>
                </a:lnTo>
                <a:lnTo>
                  <a:pt x="8872053" y="2344018"/>
                </a:lnTo>
                <a:lnTo>
                  <a:pt x="8727490" y="2242209"/>
                </a:lnTo>
                <a:lnTo>
                  <a:pt x="8725112" y="2247971"/>
                </a:lnTo>
                <a:cubicBezTo>
                  <a:pt x="8720717" y="2252393"/>
                  <a:pt x="8714650" y="2255136"/>
                  <a:pt x="8707963" y="2255136"/>
                </a:cubicBezTo>
                <a:cubicBezTo>
                  <a:pt x="8694589" y="2255136"/>
                  <a:pt x="8683694" y="2244241"/>
                  <a:pt x="8683694" y="2230718"/>
                </a:cubicBezTo>
                <a:cubicBezTo>
                  <a:pt x="8683694" y="2217193"/>
                  <a:pt x="8694589" y="2206300"/>
                  <a:pt x="8707963" y="2206300"/>
                </a:cubicBezTo>
                <a:close/>
                <a:moveTo>
                  <a:pt x="3476040" y="2206300"/>
                </a:moveTo>
                <a:cubicBezTo>
                  <a:pt x="3489414" y="2206300"/>
                  <a:pt x="3500308" y="2217193"/>
                  <a:pt x="3500308" y="2230718"/>
                </a:cubicBezTo>
                <a:cubicBezTo>
                  <a:pt x="3500308" y="2244241"/>
                  <a:pt x="3489414" y="2255136"/>
                  <a:pt x="3476040" y="2255136"/>
                </a:cubicBezTo>
                <a:cubicBezTo>
                  <a:pt x="3469352" y="2255136"/>
                  <a:pt x="3463285" y="2252393"/>
                  <a:pt x="3458891" y="2247971"/>
                </a:cubicBezTo>
                <a:lnTo>
                  <a:pt x="3456513" y="2242209"/>
                </a:lnTo>
                <a:lnTo>
                  <a:pt x="3311950" y="2344018"/>
                </a:lnTo>
                <a:lnTo>
                  <a:pt x="3311950" y="2803759"/>
                </a:lnTo>
                <a:lnTo>
                  <a:pt x="3517589" y="2803759"/>
                </a:lnTo>
                <a:lnTo>
                  <a:pt x="3517589" y="2730354"/>
                </a:lnTo>
                <a:lnTo>
                  <a:pt x="3379269" y="2730354"/>
                </a:lnTo>
                <a:lnTo>
                  <a:pt x="3379269" y="2391202"/>
                </a:lnTo>
                <a:cubicBezTo>
                  <a:pt x="3379269" y="2389174"/>
                  <a:pt x="3380922" y="2387445"/>
                  <a:pt x="3383026" y="2387445"/>
                </a:cubicBezTo>
                <a:cubicBezTo>
                  <a:pt x="3385129" y="2387445"/>
                  <a:pt x="3386782" y="2389098"/>
                  <a:pt x="3386782" y="2391202"/>
                </a:cubicBezTo>
                <a:lnTo>
                  <a:pt x="3386782" y="2468364"/>
                </a:lnTo>
                <a:lnTo>
                  <a:pt x="3470329" y="2468364"/>
                </a:lnTo>
                <a:lnTo>
                  <a:pt x="3470329" y="2636962"/>
                </a:lnTo>
                <a:cubicBezTo>
                  <a:pt x="3470329" y="2638992"/>
                  <a:pt x="3468677" y="2640719"/>
                  <a:pt x="3466573" y="2640719"/>
                </a:cubicBezTo>
                <a:lnTo>
                  <a:pt x="3466498" y="2640645"/>
                </a:lnTo>
                <a:cubicBezTo>
                  <a:pt x="3464394" y="2640645"/>
                  <a:pt x="3462741" y="2638992"/>
                  <a:pt x="3462741" y="2636888"/>
                </a:cubicBezTo>
                <a:lnTo>
                  <a:pt x="3462741" y="2475877"/>
                </a:lnTo>
                <a:lnTo>
                  <a:pt x="3386782" y="2475877"/>
                </a:lnTo>
                <a:lnTo>
                  <a:pt x="3386782" y="2722841"/>
                </a:lnTo>
                <a:lnTo>
                  <a:pt x="3517589" y="2722841"/>
                </a:lnTo>
                <a:lnTo>
                  <a:pt x="3517589" y="2558899"/>
                </a:lnTo>
                <a:cubicBezTo>
                  <a:pt x="3517589" y="2556871"/>
                  <a:pt x="3519241" y="2555143"/>
                  <a:pt x="3521346" y="2555143"/>
                </a:cubicBezTo>
                <a:cubicBezTo>
                  <a:pt x="3523449" y="2555143"/>
                  <a:pt x="3525102" y="2556795"/>
                  <a:pt x="3525102" y="2558899"/>
                </a:cubicBezTo>
                <a:lnTo>
                  <a:pt x="3525102" y="2723742"/>
                </a:lnTo>
                <a:lnTo>
                  <a:pt x="3527957" y="2726597"/>
                </a:lnTo>
                <a:lnTo>
                  <a:pt x="3525102" y="2729452"/>
                </a:lnTo>
                <a:lnTo>
                  <a:pt x="3525102" y="2811347"/>
                </a:lnTo>
                <a:lnTo>
                  <a:pt x="3304361" y="2811347"/>
                </a:lnTo>
                <a:lnTo>
                  <a:pt x="3304361" y="2340112"/>
                </a:lnTo>
                <a:lnTo>
                  <a:pt x="3453561" y="2235055"/>
                </a:lnTo>
                <a:lnTo>
                  <a:pt x="3451772" y="2230718"/>
                </a:lnTo>
                <a:cubicBezTo>
                  <a:pt x="3451772" y="2217193"/>
                  <a:pt x="3462667" y="2206300"/>
                  <a:pt x="3476040" y="2206300"/>
                </a:cubicBezTo>
                <a:close/>
                <a:moveTo>
                  <a:pt x="10347070" y="2192776"/>
                </a:moveTo>
                <a:lnTo>
                  <a:pt x="10347145" y="2192776"/>
                </a:lnTo>
                <a:lnTo>
                  <a:pt x="10347070" y="2192850"/>
                </a:lnTo>
                <a:close/>
                <a:moveTo>
                  <a:pt x="1836858" y="2192776"/>
                </a:moveTo>
                <a:lnTo>
                  <a:pt x="1836932" y="2192776"/>
                </a:lnTo>
                <a:lnTo>
                  <a:pt x="1836932" y="2192850"/>
                </a:lnTo>
                <a:close/>
                <a:moveTo>
                  <a:pt x="7944460" y="2192626"/>
                </a:moveTo>
                <a:lnTo>
                  <a:pt x="7944384" y="2192700"/>
                </a:lnTo>
                <a:lnTo>
                  <a:pt x="7944460" y="2192774"/>
                </a:lnTo>
                <a:close/>
                <a:moveTo>
                  <a:pt x="4239544" y="2192626"/>
                </a:moveTo>
                <a:lnTo>
                  <a:pt x="4239544" y="2192774"/>
                </a:lnTo>
                <a:lnTo>
                  <a:pt x="4239619" y="2192700"/>
                </a:lnTo>
                <a:close/>
                <a:moveTo>
                  <a:pt x="10079821" y="2162798"/>
                </a:moveTo>
                <a:cubicBezTo>
                  <a:pt x="10081924" y="2162798"/>
                  <a:pt x="10083577" y="2164525"/>
                  <a:pt x="10083577" y="2166553"/>
                </a:cubicBezTo>
                <a:lnTo>
                  <a:pt x="10083577" y="2380985"/>
                </a:lnTo>
                <a:lnTo>
                  <a:pt x="10218817" y="2516675"/>
                </a:lnTo>
                <a:lnTo>
                  <a:pt x="10218892" y="2516750"/>
                </a:lnTo>
                <a:lnTo>
                  <a:pt x="10076139" y="2516750"/>
                </a:lnTo>
                <a:lnTo>
                  <a:pt x="10076139" y="2475728"/>
                </a:lnTo>
                <a:cubicBezTo>
                  <a:pt x="10076139" y="2473623"/>
                  <a:pt x="10077791" y="2471971"/>
                  <a:pt x="10079895" y="2471971"/>
                </a:cubicBezTo>
                <a:cubicBezTo>
                  <a:pt x="10082000" y="2471971"/>
                  <a:pt x="10083652" y="2473698"/>
                  <a:pt x="10083652" y="2475728"/>
                </a:cubicBezTo>
                <a:lnTo>
                  <a:pt x="10083652" y="2509161"/>
                </a:lnTo>
                <a:lnTo>
                  <a:pt x="10200635" y="2509161"/>
                </a:lnTo>
                <a:lnTo>
                  <a:pt x="10076064" y="2384140"/>
                </a:lnTo>
                <a:lnTo>
                  <a:pt x="10076064" y="2166553"/>
                </a:lnTo>
                <a:cubicBezTo>
                  <a:pt x="10076064" y="2164450"/>
                  <a:pt x="10077717" y="2162798"/>
                  <a:pt x="10079821" y="2162798"/>
                </a:cubicBezTo>
                <a:close/>
                <a:moveTo>
                  <a:pt x="2104181" y="2162798"/>
                </a:moveTo>
                <a:cubicBezTo>
                  <a:pt x="2106287" y="2162798"/>
                  <a:pt x="2107939" y="2164450"/>
                  <a:pt x="2107939" y="2166553"/>
                </a:cubicBezTo>
                <a:lnTo>
                  <a:pt x="2107939" y="2384140"/>
                </a:lnTo>
                <a:lnTo>
                  <a:pt x="1983367" y="2509161"/>
                </a:lnTo>
                <a:lnTo>
                  <a:pt x="2100350" y="2509161"/>
                </a:lnTo>
                <a:lnTo>
                  <a:pt x="2100350" y="2475728"/>
                </a:lnTo>
                <a:cubicBezTo>
                  <a:pt x="2100350" y="2473698"/>
                  <a:pt x="2102003" y="2471971"/>
                  <a:pt x="2104107" y="2471971"/>
                </a:cubicBezTo>
                <a:cubicBezTo>
                  <a:pt x="2106211" y="2471971"/>
                  <a:pt x="2107865" y="2473623"/>
                  <a:pt x="2107865" y="2475728"/>
                </a:cubicBezTo>
                <a:lnTo>
                  <a:pt x="2107865" y="2516750"/>
                </a:lnTo>
                <a:lnTo>
                  <a:pt x="1965111" y="2516750"/>
                </a:lnTo>
                <a:lnTo>
                  <a:pt x="1965186" y="2516675"/>
                </a:lnTo>
                <a:lnTo>
                  <a:pt x="2100426" y="2380985"/>
                </a:lnTo>
                <a:lnTo>
                  <a:pt x="2100426" y="2166553"/>
                </a:lnTo>
                <a:cubicBezTo>
                  <a:pt x="2100426" y="2164525"/>
                  <a:pt x="2102078" y="2162798"/>
                  <a:pt x="2104181" y="2162798"/>
                </a:cubicBezTo>
                <a:close/>
                <a:moveTo>
                  <a:pt x="8144914" y="2143264"/>
                </a:moveTo>
                <a:cubicBezTo>
                  <a:pt x="8158288" y="2143264"/>
                  <a:pt x="8169182" y="2154157"/>
                  <a:pt x="8169182" y="2167682"/>
                </a:cubicBezTo>
                <a:cubicBezTo>
                  <a:pt x="8169182" y="2174406"/>
                  <a:pt x="8166459" y="2180511"/>
                  <a:pt x="8162063" y="2184935"/>
                </a:cubicBezTo>
                <a:lnTo>
                  <a:pt x="8148671" y="2190531"/>
                </a:lnTo>
                <a:lnTo>
                  <a:pt x="8148671" y="2384216"/>
                </a:lnTo>
                <a:lnTo>
                  <a:pt x="8024100" y="2509237"/>
                </a:lnTo>
                <a:lnTo>
                  <a:pt x="8141083" y="2509237"/>
                </a:lnTo>
                <a:lnTo>
                  <a:pt x="8141083" y="2475802"/>
                </a:lnTo>
                <a:cubicBezTo>
                  <a:pt x="8141083" y="2473699"/>
                  <a:pt x="8142736" y="2472046"/>
                  <a:pt x="8144840" y="2472046"/>
                </a:cubicBezTo>
                <a:cubicBezTo>
                  <a:pt x="8146943" y="2472046"/>
                  <a:pt x="8148597" y="2473774"/>
                  <a:pt x="8148597" y="2475802"/>
                </a:cubicBezTo>
                <a:lnTo>
                  <a:pt x="8148597" y="2516751"/>
                </a:lnTo>
                <a:lnTo>
                  <a:pt x="8005918" y="2516751"/>
                </a:lnTo>
                <a:lnTo>
                  <a:pt x="8141159" y="2381060"/>
                </a:lnTo>
                <a:lnTo>
                  <a:pt x="8141159" y="2190537"/>
                </a:lnTo>
                <a:lnTo>
                  <a:pt x="8127765" y="2184962"/>
                </a:lnTo>
                <a:cubicBezTo>
                  <a:pt x="8123370" y="2180548"/>
                  <a:pt x="8120646" y="2174443"/>
                  <a:pt x="8120646" y="2167682"/>
                </a:cubicBezTo>
                <a:cubicBezTo>
                  <a:pt x="8120646" y="2154157"/>
                  <a:pt x="8131541" y="2143264"/>
                  <a:pt x="8144914" y="2143264"/>
                </a:cubicBezTo>
                <a:close/>
                <a:moveTo>
                  <a:pt x="4039088" y="2143264"/>
                </a:moveTo>
                <a:cubicBezTo>
                  <a:pt x="4052463" y="2143264"/>
                  <a:pt x="4063358" y="2154157"/>
                  <a:pt x="4063358" y="2167682"/>
                </a:cubicBezTo>
                <a:cubicBezTo>
                  <a:pt x="4063358" y="2174443"/>
                  <a:pt x="4060632" y="2180548"/>
                  <a:pt x="4056238" y="2184962"/>
                </a:cubicBezTo>
                <a:lnTo>
                  <a:pt x="4042844" y="2190537"/>
                </a:lnTo>
                <a:lnTo>
                  <a:pt x="4042844" y="2381060"/>
                </a:lnTo>
                <a:lnTo>
                  <a:pt x="4178085" y="2516751"/>
                </a:lnTo>
                <a:lnTo>
                  <a:pt x="4035406" y="2516751"/>
                </a:lnTo>
                <a:lnTo>
                  <a:pt x="4035406" y="2475802"/>
                </a:lnTo>
                <a:cubicBezTo>
                  <a:pt x="4035406" y="2473774"/>
                  <a:pt x="4037060" y="2472046"/>
                  <a:pt x="4039163" y="2472046"/>
                </a:cubicBezTo>
                <a:cubicBezTo>
                  <a:pt x="4041267" y="2472046"/>
                  <a:pt x="4042921" y="2473699"/>
                  <a:pt x="4042921" y="2475802"/>
                </a:cubicBezTo>
                <a:lnTo>
                  <a:pt x="4042921" y="2509237"/>
                </a:lnTo>
                <a:lnTo>
                  <a:pt x="4159902" y="2509237"/>
                </a:lnTo>
                <a:lnTo>
                  <a:pt x="4035331" y="2384216"/>
                </a:lnTo>
                <a:lnTo>
                  <a:pt x="4035331" y="2190531"/>
                </a:lnTo>
                <a:lnTo>
                  <a:pt x="4021939" y="2184935"/>
                </a:lnTo>
                <a:cubicBezTo>
                  <a:pt x="4017543" y="2180511"/>
                  <a:pt x="4014821" y="2174406"/>
                  <a:pt x="4014821" y="2167682"/>
                </a:cubicBezTo>
                <a:cubicBezTo>
                  <a:pt x="4014821" y="2154157"/>
                  <a:pt x="4025715" y="2143264"/>
                  <a:pt x="4039088" y="2143264"/>
                </a:cubicBezTo>
                <a:close/>
                <a:moveTo>
                  <a:pt x="6725497" y="2072637"/>
                </a:moveTo>
                <a:cubicBezTo>
                  <a:pt x="6727601" y="2072637"/>
                  <a:pt x="6729254" y="2074365"/>
                  <a:pt x="6729254" y="2076394"/>
                </a:cubicBezTo>
                <a:lnTo>
                  <a:pt x="6729254" y="2161445"/>
                </a:lnTo>
                <a:lnTo>
                  <a:pt x="6872309" y="2304950"/>
                </a:lnTo>
                <a:lnTo>
                  <a:pt x="6712616" y="2304950"/>
                </a:lnTo>
                <a:lnTo>
                  <a:pt x="6706583" y="2319573"/>
                </a:lnTo>
                <a:cubicBezTo>
                  <a:pt x="6702188" y="2323996"/>
                  <a:pt x="6696120" y="2326738"/>
                  <a:pt x="6689433" y="2326738"/>
                </a:cubicBezTo>
                <a:cubicBezTo>
                  <a:pt x="6676060" y="2326738"/>
                  <a:pt x="6665166" y="2315844"/>
                  <a:pt x="6665166" y="2302320"/>
                </a:cubicBezTo>
                <a:cubicBezTo>
                  <a:pt x="6665166" y="2288796"/>
                  <a:pt x="6676060" y="2277902"/>
                  <a:pt x="6689433" y="2277902"/>
                </a:cubicBezTo>
                <a:cubicBezTo>
                  <a:pt x="6696120" y="2277902"/>
                  <a:pt x="6702188" y="2280626"/>
                  <a:pt x="6706583" y="2285040"/>
                </a:cubicBezTo>
                <a:lnTo>
                  <a:pt x="6711690" y="2297436"/>
                </a:lnTo>
                <a:lnTo>
                  <a:pt x="6854201" y="2297436"/>
                </a:lnTo>
                <a:lnTo>
                  <a:pt x="6787934" y="2230943"/>
                </a:lnTo>
                <a:lnTo>
                  <a:pt x="6689357" y="2230943"/>
                </a:lnTo>
                <a:cubicBezTo>
                  <a:pt x="6687254" y="2230943"/>
                  <a:pt x="6685602" y="2229216"/>
                  <a:pt x="6685602" y="2227186"/>
                </a:cubicBezTo>
                <a:cubicBezTo>
                  <a:pt x="6685602" y="2225158"/>
                  <a:pt x="6687254" y="2223430"/>
                  <a:pt x="6689357" y="2223430"/>
                </a:cubicBezTo>
                <a:lnTo>
                  <a:pt x="6780446" y="2223430"/>
                </a:lnTo>
                <a:lnTo>
                  <a:pt x="6721741" y="2164525"/>
                </a:lnTo>
                <a:lnTo>
                  <a:pt x="6721741" y="2076394"/>
                </a:lnTo>
                <a:cubicBezTo>
                  <a:pt x="6721741" y="2074291"/>
                  <a:pt x="6723394" y="2072637"/>
                  <a:pt x="6725497" y="2072637"/>
                </a:cubicBezTo>
                <a:close/>
                <a:moveTo>
                  <a:pt x="5458507" y="2072637"/>
                </a:moveTo>
                <a:cubicBezTo>
                  <a:pt x="5460609" y="2072637"/>
                  <a:pt x="5462261" y="2074291"/>
                  <a:pt x="5462261" y="2076394"/>
                </a:cubicBezTo>
                <a:lnTo>
                  <a:pt x="5462261" y="2164525"/>
                </a:lnTo>
                <a:lnTo>
                  <a:pt x="5403557" y="2223430"/>
                </a:lnTo>
                <a:lnTo>
                  <a:pt x="5494645" y="2223430"/>
                </a:lnTo>
                <a:cubicBezTo>
                  <a:pt x="5496748" y="2223430"/>
                  <a:pt x="5498401" y="2225158"/>
                  <a:pt x="5498401" y="2227186"/>
                </a:cubicBezTo>
                <a:cubicBezTo>
                  <a:pt x="5498401" y="2229216"/>
                  <a:pt x="5496748" y="2230943"/>
                  <a:pt x="5494645" y="2230943"/>
                </a:cubicBezTo>
                <a:lnTo>
                  <a:pt x="5396069" y="2230943"/>
                </a:lnTo>
                <a:lnTo>
                  <a:pt x="5329802" y="2297436"/>
                </a:lnTo>
                <a:lnTo>
                  <a:pt x="5472314" y="2297436"/>
                </a:lnTo>
                <a:lnTo>
                  <a:pt x="5477420" y="2285040"/>
                </a:lnTo>
                <a:cubicBezTo>
                  <a:pt x="5481816" y="2280626"/>
                  <a:pt x="5487883" y="2277902"/>
                  <a:pt x="5494571" y="2277902"/>
                </a:cubicBezTo>
                <a:cubicBezTo>
                  <a:pt x="5507942" y="2277902"/>
                  <a:pt x="5518837" y="2288796"/>
                  <a:pt x="5518837" y="2302320"/>
                </a:cubicBezTo>
                <a:cubicBezTo>
                  <a:pt x="5518837" y="2315844"/>
                  <a:pt x="5507942" y="2326738"/>
                  <a:pt x="5494571" y="2326738"/>
                </a:cubicBezTo>
                <a:cubicBezTo>
                  <a:pt x="5487883" y="2326738"/>
                  <a:pt x="5481816" y="2323996"/>
                  <a:pt x="5477420" y="2319573"/>
                </a:cubicBezTo>
                <a:lnTo>
                  <a:pt x="5471386" y="2304950"/>
                </a:lnTo>
                <a:lnTo>
                  <a:pt x="5311695" y="2304950"/>
                </a:lnTo>
                <a:lnTo>
                  <a:pt x="5454749" y="2161445"/>
                </a:lnTo>
                <a:lnTo>
                  <a:pt x="5454749" y="2076394"/>
                </a:lnTo>
                <a:cubicBezTo>
                  <a:pt x="5454749" y="2074365"/>
                  <a:pt x="5456401" y="2072637"/>
                  <a:pt x="5458507" y="2072637"/>
                </a:cubicBezTo>
                <a:close/>
                <a:moveTo>
                  <a:pt x="11499388" y="2072562"/>
                </a:moveTo>
                <a:cubicBezTo>
                  <a:pt x="11501492" y="2072562"/>
                  <a:pt x="11503144" y="2074291"/>
                  <a:pt x="11503144" y="2076318"/>
                </a:cubicBezTo>
                <a:lnTo>
                  <a:pt x="11503144" y="2164450"/>
                </a:lnTo>
                <a:lnTo>
                  <a:pt x="11444366" y="2223430"/>
                </a:lnTo>
                <a:lnTo>
                  <a:pt x="11535526" y="2223430"/>
                </a:lnTo>
                <a:cubicBezTo>
                  <a:pt x="11537630" y="2223430"/>
                  <a:pt x="11539283" y="2225158"/>
                  <a:pt x="11539283" y="2227186"/>
                </a:cubicBezTo>
                <a:cubicBezTo>
                  <a:pt x="11539283" y="2229216"/>
                  <a:pt x="11537630" y="2230943"/>
                  <a:pt x="11535526" y="2230943"/>
                </a:cubicBezTo>
                <a:lnTo>
                  <a:pt x="11443714" y="2230943"/>
                </a:lnTo>
                <a:lnTo>
                  <a:pt x="11440291" y="2227520"/>
                </a:lnTo>
                <a:lnTo>
                  <a:pt x="11370685" y="2297360"/>
                </a:lnTo>
                <a:lnTo>
                  <a:pt x="11538307" y="2297360"/>
                </a:lnTo>
                <a:cubicBezTo>
                  <a:pt x="11540411" y="2297360"/>
                  <a:pt x="11542064" y="2299090"/>
                  <a:pt x="11542064" y="2301118"/>
                </a:cubicBezTo>
                <a:cubicBezTo>
                  <a:pt x="11542064" y="2303146"/>
                  <a:pt x="11540411" y="2304875"/>
                  <a:pt x="11538307" y="2304875"/>
                </a:cubicBezTo>
                <a:lnTo>
                  <a:pt x="11538307" y="2304950"/>
                </a:lnTo>
                <a:lnTo>
                  <a:pt x="11352502" y="2304950"/>
                </a:lnTo>
                <a:lnTo>
                  <a:pt x="11495632" y="2161370"/>
                </a:lnTo>
                <a:lnTo>
                  <a:pt x="11495632" y="2076318"/>
                </a:lnTo>
                <a:cubicBezTo>
                  <a:pt x="11495632" y="2074216"/>
                  <a:pt x="11497284" y="2072562"/>
                  <a:pt x="11499388" y="2072562"/>
                </a:cubicBezTo>
                <a:close/>
                <a:moveTo>
                  <a:pt x="684615" y="2072562"/>
                </a:moveTo>
                <a:cubicBezTo>
                  <a:pt x="686718" y="2072562"/>
                  <a:pt x="688371" y="2074216"/>
                  <a:pt x="688371" y="2076318"/>
                </a:cubicBezTo>
                <a:lnTo>
                  <a:pt x="688371" y="2161370"/>
                </a:lnTo>
                <a:lnTo>
                  <a:pt x="831500" y="2304950"/>
                </a:lnTo>
                <a:lnTo>
                  <a:pt x="645696" y="2304950"/>
                </a:lnTo>
                <a:lnTo>
                  <a:pt x="645696" y="2304875"/>
                </a:lnTo>
                <a:cubicBezTo>
                  <a:pt x="643592" y="2304875"/>
                  <a:pt x="641939" y="2303146"/>
                  <a:pt x="641939" y="2301118"/>
                </a:cubicBezTo>
                <a:cubicBezTo>
                  <a:pt x="641939" y="2299090"/>
                  <a:pt x="643592" y="2297360"/>
                  <a:pt x="645696" y="2297360"/>
                </a:cubicBezTo>
                <a:lnTo>
                  <a:pt x="813317" y="2297360"/>
                </a:lnTo>
                <a:lnTo>
                  <a:pt x="743712" y="2227520"/>
                </a:lnTo>
                <a:lnTo>
                  <a:pt x="740288" y="2230943"/>
                </a:lnTo>
                <a:lnTo>
                  <a:pt x="648476" y="2230943"/>
                </a:lnTo>
                <a:cubicBezTo>
                  <a:pt x="646372" y="2230943"/>
                  <a:pt x="644719" y="2229216"/>
                  <a:pt x="644719" y="2227186"/>
                </a:cubicBezTo>
                <a:cubicBezTo>
                  <a:pt x="644719" y="2225158"/>
                  <a:pt x="646372" y="2223430"/>
                  <a:pt x="648476" y="2223430"/>
                </a:cubicBezTo>
                <a:lnTo>
                  <a:pt x="739636" y="2223430"/>
                </a:lnTo>
                <a:lnTo>
                  <a:pt x="680858" y="2164450"/>
                </a:lnTo>
                <a:lnTo>
                  <a:pt x="680858" y="2076318"/>
                </a:lnTo>
                <a:cubicBezTo>
                  <a:pt x="680858" y="2074291"/>
                  <a:pt x="682510" y="2072562"/>
                  <a:pt x="684615" y="2072562"/>
                </a:cubicBezTo>
                <a:close/>
                <a:moveTo>
                  <a:pt x="6541797" y="1987887"/>
                </a:moveTo>
                <a:cubicBezTo>
                  <a:pt x="6543901" y="1987887"/>
                  <a:pt x="6545555" y="1989615"/>
                  <a:pt x="6545555" y="1991644"/>
                </a:cubicBezTo>
                <a:lnTo>
                  <a:pt x="6545555" y="2171964"/>
                </a:lnTo>
                <a:lnTo>
                  <a:pt x="6386722" y="2331321"/>
                </a:lnTo>
                <a:cubicBezTo>
                  <a:pt x="6385972" y="2332073"/>
                  <a:pt x="6384995" y="2332448"/>
                  <a:pt x="6384093" y="2332448"/>
                </a:cubicBezTo>
                <a:cubicBezTo>
                  <a:pt x="6383116" y="2332448"/>
                  <a:pt x="6382139" y="2332073"/>
                  <a:pt x="6381463" y="2331321"/>
                </a:cubicBezTo>
                <a:cubicBezTo>
                  <a:pt x="6379960" y="2329819"/>
                  <a:pt x="6379960" y="2327414"/>
                  <a:pt x="6381463" y="2325986"/>
                </a:cubicBezTo>
                <a:lnTo>
                  <a:pt x="6538041" y="2168809"/>
                </a:lnTo>
                <a:lnTo>
                  <a:pt x="6538041" y="1991644"/>
                </a:lnTo>
                <a:cubicBezTo>
                  <a:pt x="6538041" y="1989539"/>
                  <a:pt x="6539694" y="1987887"/>
                  <a:pt x="6541797" y="1987887"/>
                </a:cubicBezTo>
                <a:close/>
                <a:moveTo>
                  <a:pt x="5642206" y="1987887"/>
                </a:moveTo>
                <a:cubicBezTo>
                  <a:pt x="5644309" y="1987887"/>
                  <a:pt x="5645962" y="1989539"/>
                  <a:pt x="5645962" y="1991644"/>
                </a:cubicBezTo>
                <a:lnTo>
                  <a:pt x="5645962" y="2168809"/>
                </a:lnTo>
                <a:lnTo>
                  <a:pt x="5802539" y="2325986"/>
                </a:lnTo>
                <a:cubicBezTo>
                  <a:pt x="5804042" y="2327414"/>
                  <a:pt x="5804042" y="2329819"/>
                  <a:pt x="5802539" y="2331321"/>
                </a:cubicBezTo>
                <a:cubicBezTo>
                  <a:pt x="5801863" y="2332073"/>
                  <a:pt x="5800887" y="2332448"/>
                  <a:pt x="5799909" y="2332448"/>
                </a:cubicBezTo>
                <a:cubicBezTo>
                  <a:pt x="5799008" y="2332448"/>
                  <a:pt x="5798032" y="2332073"/>
                  <a:pt x="5797280" y="2331321"/>
                </a:cubicBezTo>
                <a:lnTo>
                  <a:pt x="5638449" y="2171964"/>
                </a:lnTo>
                <a:lnTo>
                  <a:pt x="5638449" y="1991644"/>
                </a:lnTo>
                <a:cubicBezTo>
                  <a:pt x="5638449" y="1989615"/>
                  <a:pt x="5640102" y="1987887"/>
                  <a:pt x="5642206" y="1987887"/>
                </a:cubicBezTo>
                <a:close/>
                <a:moveTo>
                  <a:pt x="7035346" y="1980450"/>
                </a:moveTo>
                <a:cubicBezTo>
                  <a:pt x="7037451" y="1980450"/>
                  <a:pt x="7039103" y="1982177"/>
                  <a:pt x="7039103" y="1984205"/>
                </a:cubicBezTo>
                <a:lnTo>
                  <a:pt x="7039103" y="2181656"/>
                </a:lnTo>
                <a:lnTo>
                  <a:pt x="6957434" y="2181656"/>
                </a:lnTo>
                <a:lnTo>
                  <a:pt x="6957434" y="2427416"/>
                </a:lnTo>
                <a:cubicBezTo>
                  <a:pt x="6957434" y="2429521"/>
                  <a:pt x="6955781" y="2431173"/>
                  <a:pt x="6953678" y="2431173"/>
                </a:cubicBezTo>
                <a:lnTo>
                  <a:pt x="6953678" y="2431099"/>
                </a:lnTo>
                <a:cubicBezTo>
                  <a:pt x="6951574" y="2431099"/>
                  <a:pt x="6949921" y="2429371"/>
                  <a:pt x="6949921" y="2427342"/>
                </a:cubicBezTo>
                <a:lnTo>
                  <a:pt x="6949921" y="2174068"/>
                </a:lnTo>
                <a:lnTo>
                  <a:pt x="7031591" y="2174068"/>
                </a:lnTo>
                <a:lnTo>
                  <a:pt x="7031591" y="2092172"/>
                </a:lnTo>
                <a:lnTo>
                  <a:pt x="6868326" y="2092172"/>
                </a:lnTo>
                <a:lnTo>
                  <a:pt x="6868326" y="1987812"/>
                </a:lnTo>
                <a:cubicBezTo>
                  <a:pt x="6868326" y="1985708"/>
                  <a:pt x="6869979" y="1984055"/>
                  <a:pt x="6872082" y="1984055"/>
                </a:cubicBezTo>
                <a:cubicBezTo>
                  <a:pt x="6874186" y="1984055"/>
                  <a:pt x="6875839" y="1985783"/>
                  <a:pt x="6875839" y="1987812"/>
                </a:cubicBezTo>
                <a:lnTo>
                  <a:pt x="6875839" y="2084583"/>
                </a:lnTo>
                <a:lnTo>
                  <a:pt x="6946465" y="2084583"/>
                </a:lnTo>
                <a:lnTo>
                  <a:pt x="6946240" y="2084358"/>
                </a:lnTo>
                <a:lnTo>
                  <a:pt x="6946240" y="2013958"/>
                </a:lnTo>
                <a:cubicBezTo>
                  <a:pt x="6946240" y="2011855"/>
                  <a:pt x="6947893" y="2010202"/>
                  <a:pt x="6949996" y="2010202"/>
                </a:cubicBezTo>
                <a:cubicBezTo>
                  <a:pt x="6952100" y="2010202"/>
                  <a:pt x="6953753" y="2011929"/>
                  <a:pt x="6953753" y="2013958"/>
                </a:cubicBezTo>
                <a:lnTo>
                  <a:pt x="6953753" y="2084358"/>
                </a:lnTo>
                <a:lnTo>
                  <a:pt x="6953527" y="2084583"/>
                </a:lnTo>
                <a:lnTo>
                  <a:pt x="7031591" y="2084583"/>
                </a:lnTo>
                <a:lnTo>
                  <a:pt x="7031591" y="1984205"/>
                </a:lnTo>
                <a:cubicBezTo>
                  <a:pt x="7031591" y="1982102"/>
                  <a:pt x="7033243" y="1980450"/>
                  <a:pt x="7035346" y="1980450"/>
                </a:cubicBezTo>
                <a:close/>
                <a:moveTo>
                  <a:pt x="5148656" y="1980450"/>
                </a:moveTo>
                <a:cubicBezTo>
                  <a:pt x="5150759" y="1980450"/>
                  <a:pt x="5152412" y="1982102"/>
                  <a:pt x="5152412" y="1984205"/>
                </a:cubicBezTo>
                <a:lnTo>
                  <a:pt x="5152412" y="2084583"/>
                </a:lnTo>
                <a:lnTo>
                  <a:pt x="5230476" y="2084583"/>
                </a:lnTo>
                <a:lnTo>
                  <a:pt x="5230251" y="2084358"/>
                </a:lnTo>
                <a:lnTo>
                  <a:pt x="5230251" y="2013958"/>
                </a:lnTo>
                <a:cubicBezTo>
                  <a:pt x="5230251" y="2011929"/>
                  <a:pt x="5231904" y="2010202"/>
                  <a:pt x="5234008" y="2010202"/>
                </a:cubicBezTo>
                <a:cubicBezTo>
                  <a:pt x="5236111" y="2010202"/>
                  <a:pt x="5237764" y="2011855"/>
                  <a:pt x="5237764" y="2013958"/>
                </a:cubicBezTo>
                <a:lnTo>
                  <a:pt x="5237764" y="2084358"/>
                </a:lnTo>
                <a:lnTo>
                  <a:pt x="5237539" y="2084583"/>
                </a:lnTo>
                <a:lnTo>
                  <a:pt x="5308165" y="2084583"/>
                </a:lnTo>
                <a:lnTo>
                  <a:pt x="5308165" y="1987812"/>
                </a:lnTo>
                <a:cubicBezTo>
                  <a:pt x="5308165" y="1985783"/>
                  <a:pt x="5309818" y="1984055"/>
                  <a:pt x="5311920" y="1984055"/>
                </a:cubicBezTo>
                <a:cubicBezTo>
                  <a:pt x="5314024" y="1984055"/>
                  <a:pt x="5315676" y="1985708"/>
                  <a:pt x="5315676" y="1987812"/>
                </a:cubicBezTo>
                <a:lnTo>
                  <a:pt x="5315676" y="2092172"/>
                </a:lnTo>
                <a:lnTo>
                  <a:pt x="5152412" y="2092172"/>
                </a:lnTo>
                <a:lnTo>
                  <a:pt x="5152412" y="2174068"/>
                </a:lnTo>
                <a:lnTo>
                  <a:pt x="5234082" y="2174068"/>
                </a:lnTo>
                <a:lnTo>
                  <a:pt x="5234082" y="2427342"/>
                </a:lnTo>
                <a:cubicBezTo>
                  <a:pt x="5234082" y="2429371"/>
                  <a:pt x="5232430" y="2431099"/>
                  <a:pt x="5230326" y="2431099"/>
                </a:cubicBezTo>
                <a:lnTo>
                  <a:pt x="5230326" y="2431173"/>
                </a:lnTo>
                <a:cubicBezTo>
                  <a:pt x="5228222" y="2431173"/>
                  <a:pt x="5226570" y="2429521"/>
                  <a:pt x="5226570" y="2427416"/>
                </a:cubicBezTo>
                <a:lnTo>
                  <a:pt x="5226570" y="2181656"/>
                </a:lnTo>
                <a:lnTo>
                  <a:pt x="5144900" y="2181656"/>
                </a:lnTo>
                <a:lnTo>
                  <a:pt x="5144900" y="1984205"/>
                </a:lnTo>
                <a:cubicBezTo>
                  <a:pt x="5144900" y="1982177"/>
                  <a:pt x="5146552" y="1980450"/>
                  <a:pt x="5148656" y="1980450"/>
                </a:cubicBezTo>
                <a:close/>
                <a:moveTo>
                  <a:pt x="11189464" y="1980374"/>
                </a:moveTo>
                <a:cubicBezTo>
                  <a:pt x="11191567" y="1980374"/>
                  <a:pt x="11193219" y="1982101"/>
                  <a:pt x="11193219" y="1984130"/>
                </a:cubicBezTo>
                <a:lnTo>
                  <a:pt x="11193219" y="2084658"/>
                </a:lnTo>
                <a:lnTo>
                  <a:pt x="11271360" y="2084658"/>
                </a:lnTo>
                <a:lnTo>
                  <a:pt x="11271058" y="2084358"/>
                </a:lnTo>
                <a:lnTo>
                  <a:pt x="11271058" y="2013958"/>
                </a:lnTo>
                <a:cubicBezTo>
                  <a:pt x="11271058" y="2011855"/>
                  <a:pt x="11272712" y="2010202"/>
                  <a:pt x="11274815" y="2010202"/>
                </a:cubicBezTo>
                <a:cubicBezTo>
                  <a:pt x="11276919" y="2010202"/>
                  <a:pt x="11278572" y="2011929"/>
                  <a:pt x="11278572" y="2013958"/>
                </a:cubicBezTo>
                <a:lnTo>
                  <a:pt x="11278572" y="2084358"/>
                </a:lnTo>
                <a:lnTo>
                  <a:pt x="11278271" y="2084658"/>
                </a:lnTo>
                <a:lnTo>
                  <a:pt x="11348972" y="2084658"/>
                </a:lnTo>
                <a:lnTo>
                  <a:pt x="11348972" y="1987887"/>
                </a:lnTo>
                <a:cubicBezTo>
                  <a:pt x="11348972" y="1985784"/>
                  <a:pt x="11350625" y="1984131"/>
                  <a:pt x="11352728" y="1984131"/>
                </a:cubicBezTo>
                <a:cubicBezTo>
                  <a:pt x="11354832" y="1984131"/>
                  <a:pt x="11356485" y="1985858"/>
                  <a:pt x="11356485" y="1987887"/>
                </a:cubicBezTo>
                <a:lnTo>
                  <a:pt x="11356485" y="2092173"/>
                </a:lnTo>
                <a:lnTo>
                  <a:pt x="11193219" y="2092173"/>
                </a:lnTo>
                <a:lnTo>
                  <a:pt x="11193219" y="2173992"/>
                </a:lnTo>
                <a:lnTo>
                  <a:pt x="11274890" y="2173992"/>
                </a:lnTo>
                <a:lnTo>
                  <a:pt x="11274890" y="2427266"/>
                </a:lnTo>
                <a:cubicBezTo>
                  <a:pt x="11274890" y="2429371"/>
                  <a:pt x="11273237" y="2431023"/>
                  <a:pt x="11271133" y="2431023"/>
                </a:cubicBezTo>
                <a:lnTo>
                  <a:pt x="11271133" y="2431098"/>
                </a:lnTo>
                <a:cubicBezTo>
                  <a:pt x="11269030" y="2431098"/>
                  <a:pt x="11267376" y="2429371"/>
                  <a:pt x="11267376" y="2427341"/>
                </a:cubicBezTo>
                <a:lnTo>
                  <a:pt x="11267376" y="2181581"/>
                </a:lnTo>
                <a:lnTo>
                  <a:pt x="11185707" y="2181581"/>
                </a:lnTo>
                <a:lnTo>
                  <a:pt x="11185707" y="1984130"/>
                </a:lnTo>
                <a:cubicBezTo>
                  <a:pt x="11185707" y="1982027"/>
                  <a:pt x="11187359" y="1980374"/>
                  <a:pt x="11189464" y="1980374"/>
                </a:cubicBezTo>
                <a:close/>
                <a:moveTo>
                  <a:pt x="994539" y="1980374"/>
                </a:moveTo>
                <a:cubicBezTo>
                  <a:pt x="996643" y="1980374"/>
                  <a:pt x="998295" y="1982027"/>
                  <a:pt x="998295" y="1984130"/>
                </a:cubicBezTo>
                <a:lnTo>
                  <a:pt x="998295" y="2181581"/>
                </a:lnTo>
                <a:lnTo>
                  <a:pt x="916626" y="2181581"/>
                </a:lnTo>
                <a:lnTo>
                  <a:pt x="916626" y="2427341"/>
                </a:lnTo>
                <a:cubicBezTo>
                  <a:pt x="916626" y="2429371"/>
                  <a:pt x="914973" y="2431098"/>
                  <a:pt x="912870" y="2431098"/>
                </a:cubicBezTo>
                <a:lnTo>
                  <a:pt x="912870" y="2431023"/>
                </a:lnTo>
                <a:cubicBezTo>
                  <a:pt x="910766" y="2431023"/>
                  <a:pt x="909112" y="2429371"/>
                  <a:pt x="909112" y="2427266"/>
                </a:cubicBezTo>
                <a:lnTo>
                  <a:pt x="909112" y="2173992"/>
                </a:lnTo>
                <a:lnTo>
                  <a:pt x="990783" y="2173992"/>
                </a:lnTo>
                <a:lnTo>
                  <a:pt x="990783" y="2092173"/>
                </a:lnTo>
                <a:lnTo>
                  <a:pt x="827518" y="2092173"/>
                </a:lnTo>
                <a:lnTo>
                  <a:pt x="827518" y="1987887"/>
                </a:lnTo>
                <a:cubicBezTo>
                  <a:pt x="827518" y="1985858"/>
                  <a:pt x="829170" y="1984131"/>
                  <a:pt x="831274" y="1984131"/>
                </a:cubicBezTo>
                <a:cubicBezTo>
                  <a:pt x="833377" y="1984131"/>
                  <a:pt x="835030" y="1985784"/>
                  <a:pt x="835030" y="1987887"/>
                </a:cubicBezTo>
                <a:lnTo>
                  <a:pt x="835030" y="2084658"/>
                </a:lnTo>
                <a:lnTo>
                  <a:pt x="905731" y="2084658"/>
                </a:lnTo>
                <a:lnTo>
                  <a:pt x="905430" y="2084358"/>
                </a:lnTo>
                <a:lnTo>
                  <a:pt x="905430" y="2013958"/>
                </a:lnTo>
                <a:cubicBezTo>
                  <a:pt x="905430" y="2011929"/>
                  <a:pt x="907084" y="2010202"/>
                  <a:pt x="909188" y="2010202"/>
                </a:cubicBezTo>
                <a:cubicBezTo>
                  <a:pt x="911291" y="2010202"/>
                  <a:pt x="912944" y="2011855"/>
                  <a:pt x="912944" y="2013958"/>
                </a:cubicBezTo>
                <a:lnTo>
                  <a:pt x="912944" y="2084358"/>
                </a:lnTo>
                <a:lnTo>
                  <a:pt x="912642" y="2084658"/>
                </a:lnTo>
                <a:lnTo>
                  <a:pt x="990783" y="2084658"/>
                </a:lnTo>
                <a:lnTo>
                  <a:pt x="990783" y="1984130"/>
                </a:lnTo>
                <a:cubicBezTo>
                  <a:pt x="990783" y="1982101"/>
                  <a:pt x="992435" y="1980374"/>
                  <a:pt x="994539" y="1980374"/>
                </a:cubicBezTo>
                <a:close/>
                <a:moveTo>
                  <a:pt x="7117017" y="1973010"/>
                </a:moveTo>
                <a:cubicBezTo>
                  <a:pt x="7119121" y="1973010"/>
                  <a:pt x="7120774" y="1974739"/>
                  <a:pt x="7120774" y="1976767"/>
                </a:cubicBezTo>
                <a:lnTo>
                  <a:pt x="7120774" y="2175720"/>
                </a:lnTo>
                <a:lnTo>
                  <a:pt x="7091096" y="2205516"/>
                </a:lnTo>
                <a:lnTo>
                  <a:pt x="7091096" y="2309759"/>
                </a:lnTo>
                <a:lnTo>
                  <a:pt x="7031516" y="2369489"/>
                </a:lnTo>
                <a:cubicBezTo>
                  <a:pt x="7030763" y="2370240"/>
                  <a:pt x="7029788" y="2370616"/>
                  <a:pt x="7028886" y="2370616"/>
                </a:cubicBezTo>
                <a:cubicBezTo>
                  <a:pt x="7027908" y="2370616"/>
                  <a:pt x="7026932" y="2370240"/>
                  <a:pt x="7026257" y="2369489"/>
                </a:cubicBezTo>
                <a:cubicBezTo>
                  <a:pt x="7024753" y="2367987"/>
                  <a:pt x="7024753" y="2365581"/>
                  <a:pt x="7026257" y="2364154"/>
                </a:cubicBezTo>
                <a:lnTo>
                  <a:pt x="7083583" y="2306602"/>
                </a:lnTo>
                <a:lnTo>
                  <a:pt x="7083583" y="2213060"/>
                </a:lnTo>
                <a:lnTo>
                  <a:pt x="7008374" y="2288571"/>
                </a:lnTo>
                <a:cubicBezTo>
                  <a:pt x="7007622" y="2289322"/>
                  <a:pt x="7006647" y="2289697"/>
                  <a:pt x="7005745" y="2289697"/>
                </a:cubicBezTo>
                <a:lnTo>
                  <a:pt x="7005669" y="2289623"/>
                </a:lnTo>
                <a:cubicBezTo>
                  <a:pt x="7004693" y="2289623"/>
                  <a:pt x="7003715" y="2289246"/>
                  <a:pt x="7003040" y="2288494"/>
                </a:cubicBezTo>
                <a:cubicBezTo>
                  <a:pt x="7001538" y="2286993"/>
                  <a:pt x="7001538" y="2284588"/>
                  <a:pt x="7003040" y="2283160"/>
                </a:cubicBezTo>
                <a:lnTo>
                  <a:pt x="7083583" y="2202342"/>
                </a:lnTo>
                <a:lnTo>
                  <a:pt x="7083583" y="2200890"/>
                </a:lnTo>
                <a:cubicBezTo>
                  <a:pt x="7083583" y="2198787"/>
                  <a:pt x="7085236" y="2197134"/>
                  <a:pt x="7087339" y="2197134"/>
                </a:cubicBezTo>
                <a:lnTo>
                  <a:pt x="7088057" y="2197853"/>
                </a:lnTo>
                <a:lnTo>
                  <a:pt x="7113261" y="2172565"/>
                </a:lnTo>
                <a:lnTo>
                  <a:pt x="7113261" y="1976767"/>
                </a:lnTo>
                <a:cubicBezTo>
                  <a:pt x="7113261" y="1974664"/>
                  <a:pt x="7114914" y="1973010"/>
                  <a:pt x="7117017" y="1973010"/>
                </a:cubicBezTo>
                <a:close/>
                <a:moveTo>
                  <a:pt x="5066987" y="1973010"/>
                </a:moveTo>
                <a:cubicBezTo>
                  <a:pt x="5069090" y="1973010"/>
                  <a:pt x="5070743" y="1974664"/>
                  <a:pt x="5070743" y="1976767"/>
                </a:cubicBezTo>
                <a:lnTo>
                  <a:pt x="5070743" y="2172565"/>
                </a:lnTo>
                <a:lnTo>
                  <a:pt x="5095945" y="2197853"/>
                </a:lnTo>
                <a:lnTo>
                  <a:pt x="5096664" y="2197134"/>
                </a:lnTo>
                <a:cubicBezTo>
                  <a:pt x="5098767" y="2197134"/>
                  <a:pt x="5100420" y="2198787"/>
                  <a:pt x="5100420" y="2200890"/>
                </a:cubicBezTo>
                <a:lnTo>
                  <a:pt x="5100420" y="2202342"/>
                </a:lnTo>
                <a:lnTo>
                  <a:pt x="5180963" y="2283160"/>
                </a:lnTo>
                <a:cubicBezTo>
                  <a:pt x="5182466" y="2284588"/>
                  <a:pt x="5182466" y="2286993"/>
                  <a:pt x="5180963" y="2288494"/>
                </a:cubicBezTo>
                <a:cubicBezTo>
                  <a:pt x="5180288" y="2289246"/>
                  <a:pt x="5179311" y="2289623"/>
                  <a:pt x="5178334" y="2289623"/>
                </a:cubicBezTo>
                <a:lnTo>
                  <a:pt x="5178259" y="2289697"/>
                </a:lnTo>
                <a:cubicBezTo>
                  <a:pt x="5177357" y="2289697"/>
                  <a:pt x="5176380" y="2289322"/>
                  <a:pt x="5175629" y="2288571"/>
                </a:cubicBezTo>
                <a:lnTo>
                  <a:pt x="5100420" y="2213060"/>
                </a:lnTo>
                <a:lnTo>
                  <a:pt x="5100420" y="2306602"/>
                </a:lnTo>
                <a:lnTo>
                  <a:pt x="5157747" y="2364154"/>
                </a:lnTo>
                <a:cubicBezTo>
                  <a:pt x="5159250" y="2365581"/>
                  <a:pt x="5159250" y="2367987"/>
                  <a:pt x="5157747" y="2369489"/>
                </a:cubicBezTo>
                <a:cubicBezTo>
                  <a:pt x="5157071" y="2370240"/>
                  <a:pt x="5156094" y="2370616"/>
                  <a:pt x="5155118" y="2370616"/>
                </a:cubicBezTo>
                <a:cubicBezTo>
                  <a:pt x="5154216" y="2370616"/>
                  <a:pt x="5153239" y="2370240"/>
                  <a:pt x="5152488" y="2369489"/>
                </a:cubicBezTo>
                <a:lnTo>
                  <a:pt x="5092907" y="2309759"/>
                </a:lnTo>
                <a:lnTo>
                  <a:pt x="5092907" y="2205516"/>
                </a:lnTo>
                <a:lnTo>
                  <a:pt x="5063230" y="2175720"/>
                </a:lnTo>
                <a:lnTo>
                  <a:pt x="5063230" y="1976767"/>
                </a:lnTo>
                <a:cubicBezTo>
                  <a:pt x="5063230" y="1974739"/>
                  <a:pt x="5064883" y="1973010"/>
                  <a:pt x="5066987" y="1973010"/>
                </a:cubicBezTo>
                <a:close/>
                <a:moveTo>
                  <a:pt x="7164276" y="1969329"/>
                </a:moveTo>
                <a:cubicBezTo>
                  <a:pt x="7166380" y="1969329"/>
                  <a:pt x="7168033" y="1971056"/>
                  <a:pt x="7168033" y="1973085"/>
                </a:cubicBezTo>
                <a:lnTo>
                  <a:pt x="7168033" y="2320052"/>
                </a:lnTo>
                <a:lnTo>
                  <a:pt x="7003866" y="2484817"/>
                </a:lnTo>
                <a:lnTo>
                  <a:pt x="7003866" y="2557623"/>
                </a:lnTo>
                <a:lnTo>
                  <a:pt x="7272844" y="2557623"/>
                </a:lnTo>
                <a:cubicBezTo>
                  <a:pt x="7274948" y="2557623"/>
                  <a:pt x="7276601" y="2559350"/>
                  <a:pt x="7276601" y="2561379"/>
                </a:cubicBezTo>
                <a:cubicBezTo>
                  <a:pt x="7276601" y="2563408"/>
                  <a:pt x="7274948" y="2565135"/>
                  <a:pt x="7272844" y="2565135"/>
                </a:cubicBezTo>
                <a:lnTo>
                  <a:pt x="7003866" y="2565135"/>
                </a:lnTo>
                <a:lnTo>
                  <a:pt x="7003866" y="2882048"/>
                </a:lnTo>
                <a:lnTo>
                  <a:pt x="7165252" y="3044030"/>
                </a:lnTo>
                <a:lnTo>
                  <a:pt x="7165252" y="3309926"/>
                </a:lnTo>
                <a:lnTo>
                  <a:pt x="7278328" y="3309926"/>
                </a:lnTo>
                <a:lnTo>
                  <a:pt x="7278328" y="3131561"/>
                </a:lnTo>
                <a:lnTo>
                  <a:pt x="7700577" y="2707738"/>
                </a:lnTo>
                <a:cubicBezTo>
                  <a:pt x="7702079" y="2706235"/>
                  <a:pt x="7704408" y="2706235"/>
                  <a:pt x="7705911" y="2707738"/>
                </a:cubicBezTo>
                <a:cubicBezTo>
                  <a:pt x="7707413" y="2709242"/>
                  <a:pt x="7707413" y="2711645"/>
                  <a:pt x="7705911" y="2713073"/>
                </a:cubicBezTo>
                <a:lnTo>
                  <a:pt x="7285841" y="3134641"/>
                </a:lnTo>
                <a:lnTo>
                  <a:pt x="7285841" y="3317441"/>
                </a:lnTo>
                <a:lnTo>
                  <a:pt x="7157739" y="3317441"/>
                </a:lnTo>
                <a:lnTo>
                  <a:pt x="7157739" y="3047111"/>
                </a:lnTo>
                <a:lnTo>
                  <a:pt x="7091096" y="2980222"/>
                </a:lnTo>
                <a:lnTo>
                  <a:pt x="7091096" y="3391748"/>
                </a:lnTo>
                <a:lnTo>
                  <a:pt x="7162303" y="3391748"/>
                </a:lnTo>
                <a:lnTo>
                  <a:pt x="7167563" y="3378978"/>
                </a:lnTo>
                <a:cubicBezTo>
                  <a:pt x="7171959" y="3374564"/>
                  <a:pt x="7178025" y="3371840"/>
                  <a:pt x="7184713" y="3371840"/>
                </a:cubicBezTo>
                <a:cubicBezTo>
                  <a:pt x="7198086" y="3371840"/>
                  <a:pt x="7208980" y="3382734"/>
                  <a:pt x="7208980" y="3396258"/>
                </a:cubicBezTo>
                <a:cubicBezTo>
                  <a:pt x="7208980" y="3409707"/>
                  <a:pt x="7198086" y="3420676"/>
                  <a:pt x="7184713" y="3420676"/>
                </a:cubicBezTo>
                <a:cubicBezTo>
                  <a:pt x="7178025" y="3420676"/>
                  <a:pt x="7171959" y="3417953"/>
                  <a:pt x="7167563" y="3413539"/>
                </a:cubicBezTo>
                <a:lnTo>
                  <a:pt x="7161712" y="3399337"/>
                </a:lnTo>
                <a:lnTo>
                  <a:pt x="7083582" y="3399337"/>
                </a:lnTo>
                <a:lnTo>
                  <a:pt x="7083582" y="2972680"/>
                </a:lnTo>
                <a:lnTo>
                  <a:pt x="6996353" y="2885128"/>
                </a:lnTo>
                <a:lnTo>
                  <a:pt x="6996353" y="2481662"/>
                </a:lnTo>
                <a:lnTo>
                  <a:pt x="7160519" y="2316895"/>
                </a:lnTo>
                <a:lnTo>
                  <a:pt x="7160519" y="1973085"/>
                </a:lnTo>
                <a:cubicBezTo>
                  <a:pt x="7160519" y="1970982"/>
                  <a:pt x="7162173" y="1969329"/>
                  <a:pt x="7164276" y="1969329"/>
                </a:cubicBezTo>
                <a:close/>
                <a:moveTo>
                  <a:pt x="5019728" y="1969329"/>
                </a:moveTo>
                <a:cubicBezTo>
                  <a:pt x="5021831" y="1969329"/>
                  <a:pt x="5023485" y="1970982"/>
                  <a:pt x="5023485" y="1973085"/>
                </a:cubicBezTo>
                <a:lnTo>
                  <a:pt x="5023485" y="2316895"/>
                </a:lnTo>
                <a:lnTo>
                  <a:pt x="5187651" y="2481662"/>
                </a:lnTo>
                <a:lnTo>
                  <a:pt x="5187651" y="2885128"/>
                </a:lnTo>
                <a:lnTo>
                  <a:pt x="5100421" y="2972680"/>
                </a:lnTo>
                <a:lnTo>
                  <a:pt x="5100421" y="3399337"/>
                </a:lnTo>
                <a:lnTo>
                  <a:pt x="5022290" y="3399337"/>
                </a:lnTo>
                <a:lnTo>
                  <a:pt x="5016440" y="3413539"/>
                </a:lnTo>
                <a:cubicBezTo>
                  <a:pt x="5012045" y="3417953"/>
                  <a:pt x="5005978" y="3420676"/>
                  <a:pt x="4999291" y="3420676"/>
                </a:cubicBezTo>
                <a:cubicBezTo>
                  <a:pt x="4985918" y="3420676"/>
                  <a:pt x="4975023" y="3409707"/>
                  <a:pt x="4975023" y="3396258"/>
                </a:cubicBezTo>
                <a:cubicBezTo>
                  <a:pt x="4975023" y="3382734"/>
                  <a:pt x="4985918" y="3371840"/>
                  <a:pt x="4999291" y="3371840"/>
                </a:cubicBezTo>
                <a:cubicBezTo>
                  <a:pt x="5005978" y="3371840"/>
                  <a:pt x="5012045" y="3374564"/>
                  <a:pt x="5016440" y="3378978"/>
                </a:cubicBezTo>
                <a:lnTo>
                  <a:pt x="5021701" y="3391748"/>
                </a:lnTo>
                <a:lnTo>
                  <a:pt x="5092907" y="3391748"/>
                </a:lnTo>
                <a:lnTo>
                  <a:pt x="5092907" y="2980222"/>
                </a:lnTo>
                <a:lnTo>
                  <a:pt x="5026264" y="3047111"/>
                </a:lnTo>
                <a:lnTo>
                  <a:pt x="5026264" y="3317441"/>
                </a:lnTo>
                <a:lnTo>
                  <a:pt x="4898163" y="3317441"/>
                </a:lnTo>
                <a:lnTo>
                  <a:pt x="4898163" y="3134641"/>
                </a:lnTo>
                <a:lnTo>
                  <a:pt x="4478092" y="2713073"/>
                </a:lnTo>
                <a:cubicBezTo>
                  <a:pt x="4476589" y="2711645"/>
                  <a:pt x="4476589" y="2709242"/>
                  <a:pt x="4478092" y="2707738"/>
                </a:cubicBezTo>
                <a:cubicBezTo>
                  <a:pt x="4479595" y="2706235"/>
                  <a:pt x="4481924" y="2706235"/>
                  <a:pt x="4483426" y="2707738"/>
                </a:cubicBezTo>
                <a:lnTo>
                  <a:pt x="4905675" y="3131561"/>
                </a:lnTo>
                <a:lnTo>
                  <a:pt x="4905675" y="3309926"/>
                </a:lnTo>
                <a:lnTo>
                  <a:pt x="5018751" y="3309926"/>
                </a:lnTo>
                <a:lnTo>
                  <a:pt x="5018751" y="3044030"/>
                </a:lnTo>
                <a:lnTo>
                  <a:pt x="5180137" y="2882048"/>
                </a:lnTo>
                <a:lnTo>
                  <a:pt x="5180137" y="2565135"/>
                </a:lnTo>
                <a:lnTo>
                  <a:pt x="4911160" y="2565135"/>
                </a:lnTo>
                <a:cubicBezTo>
                  <a:pt x="4909055" y="2565135"/>
                  <a:pt x="4907403" y="2563408"/>
                  <a:pt x="4907403" y="2561379"/>
                </a:cubicBezTo>
                <a:cubicBezTo>
                  <a:pt x="4907403" y="2559350"/>
                  <a:pt x="4909055" y="2557623"/>
                  <a:pt x="4911160" y="2557623"/>
                </a:cubicBezTo>
                <a:lnTo>
                  <a:pt x="5180137" y="2557623"/>
                </a:lnTo>
                <a:lnTo>
                  <a:pt x="5180137" y="2484817"/>
                </a:lnTo>
                <a:lnTo>
                  <a:pt x="5015971" y="2320052"/>
                </a:lnTo>
                <a:lnTo>
                  <a:pt x="5015971" y="1973085"/>
                </a:lnTo>
                <a:cubicBezTo>
                  <a:pt x="5015971" y="1971056"/>
                  <a:pt x="5017623" y="1969329"/>
                  <a:pt x="5019728" y="1969329"/>
                </a:cubicBezTo>
                <a:close/>
                <a:moveTo>
                  <a:pt x="11060535" y="1969255"/>
                </a:moveTo>
                <a:cubicBezTo>
                  <a:pt x="11062637" y="1969255"/>
                  <a:pt x="11064291" y="1970982"/>
                  <a:pt x="11064291" y="1973011"/>
                </a:cubicBezTo>
                <a:lnTo>
                  <a:pt x="11064291" y="2316820"/>
                </a:lnTo>
                <a:lnTo>
                  <a:pt x="11228532" y="2481588"/>
                </a:lnTo>
                <a:lnTo>
                  <a:pt x="11228532" y="2885052"/>
                </a:lnTo>
                <a:lnTo>
                  <a:pt x="11067071" y="3047033"/>
                </a:lnTo>
                <a:lnTo>
                  <a:pt x="11067071" y="3317362"/>
                </a:lnTo>
                <a:lnTo>
                  <a:pt x="11067071" y="3317437"/>
                </a:lnTo>
                <a:lnTo>
                  <a:pt x="10938969" y="3317437"/>
                </a:lnTo>
                <a:lnTo>
                  <a:pt x="10938969" y="3134563"/>
                </a:lnTo>
                <a:lnTo>
                  <a:pt x="10518899" y="2712998"/>
                </a:lnTo>
                <a:cubicBezTo>
                  <a:pt x="10517396" y="2711496"/>
                  <a:pt x="10517396" y="2709090"/>
                  <a:pt x="10518899" y="2707663"/>
                </a:cubicBezTo>
                <a:cubicBezTo>
                  <a:pt x="10520402" y="2706161"/>
                  <a:pt x="10522730" y="2706161"/>
                  <a:pt x="10524233" y="2707663"/>
                </a:cubicBezTo>
                <a:lnTo>
                  <a:pt x="10946482" y="3131481"/>
                </a:lnTo>
                <a:lnTo>
                  <a:pt x="10946482" y="3309849"/>
                </a:lnTo>
                <a:lnTo>
                  <a:pt x="11059558" y="3309849"/>
                </a:lnTo>
                <a:lnTo>
                  <a:pt x="11059558" y="3043953"/>
                </a:lnTo>
                <a:lnTo>
                  <a:pt x="11221019" y="2881973"/>
                </a:lnTo>
                <a:lnTo>
                  <a:pt x="11221019" y="2484743"/>
                </a:lnTo>
                <a:lnTo>
                  <a:pt x="11056777" y="2319977"/>
                </a:lnTo>
                <a:lnTo>
                  <a:pt x="11056777" y="1973011"/>
                </a:lnTo>
                <a:cubicBezTo>
                  <a:pt x="11056777" y="1970907"/>
                  <a:pt x="11058431" y="1969255"/>
                  <a:pt x="11060535" y="1969255"/>
                </a:cubicBezTo>
                <a:close/>
                <a:moveTo>
                  <a:pt x="1123468" y="1969255"/>
                </a:moveTo>
                <a:cubicBezTo>
                  <a:pt x="1125572" y="1969255"/>
                  <a:pt x="1127225" y="1970907"/>
                  <a:pt x="1127225" y="1973011"/>
                </a:cubicBezTo>
                <a:lnTo>
                  <a:pt x="1127225" y="2319977"/>
                </a:lnTo>
                <a:lnTo>
                  <a:pt x="962983" y="2484743"/>
                </a:lnTo>
                <a:lnTo>
                  <a:pt x="962983" y="2881973"/>
                </a:lnTo>
                <a:lnTo>
                  <a:pt x="1124446" y="3043953"/>
                </a:lnTo>
                <a:lnTo>
                  <a:pt x="1124446" y="3309849"/>
                </a:lnTo>
                <a:lnTo>
                  <a:pt x="1237520" y="3309849"/>
                </a:lnTo>
                <a:lnTo>
                  <a:pt x="1237520" y="3131481"/>
                </a:lnTo>
                <a:lnTo>
                  <a:pt x="1659769" y="2707663"/>
                </a:lnTo>
                <a:cubicBezTo>
                  <a:pt x="1661272" y="2706161"/>
                  <a:pt x="1663601" y="2706161"/>
                  <a:pt x="1665103" y="2707663"/>
                </a:cubicBezTo>
                <a:cubicBezTo>
                  <a:pt x="1666607" y="2709090"/>
                  <a:pt x="1666607" y="2711496"/>
                  <a:pt x="1665103" y="2712998"/>
                </a:cubicBezTo>
                <a:lnTo>
                  <a:pt x="1245033" y="3134563"/>
                </a:lnTo>
                <a:lnTo>
                  <a:pt x="1245033" y="3317437"/>
                </a:lnTo>
                <a:lnTo>
                  <a:pt x="1116931" y="3317437"/>
                </a:lnTo>
                <a:lnTo>
                  <a:pt x="1116931" y="3317362"/>
                </a:lnTo>
                <a:lnTo>
                  <a:pt x="1116931" y="3047033"/>
                </a:lnTo>
                <a:lnTo>
                  <a:pt x="955470" y="2885052"/>
                </a:lnTo>
                <a:lnTo>
                  <a:pt x="955470" y="2481588"/>
                </a:lnTo>
                <a:lnTo>
                  <a:pt x="1119712" y="2316820"/>
                </a:lnTo>
                <a:lnTo>
                  <a:pt x="1119712" y="1973011"/>
                </a:lnTo>
                <a:cubicBezTo>
                  <a:pt x="1119712" y="1970982"/>
                  <a:pt x="1121365" y="1969255"/>
                  <a:pt x="1123468" y="1969255"/>
                </a:cubicBezTo>
                <a:close/>
                <a:moveTo>
                  <a:pt x="11491199" y="1966624"/>
                </a:moveTo>
                <a:cubicBezTo>
                  <a:pt x="11492702" y="1965122"/>
                  <a:pt x="11495031" y="1965122"/>
                  <a:pt x="11496534" y="1966624"/>
                </a:cubicBezTo>
                <a:lnTo>
                  <a:pt x="11618250" y="2088790"/>
                </a:lnTo>
                <a:lnTo>
                  <a:pt x="11618250" y="2464533"/>
                </a:lnTo>
                <a:lnTo>
                  <a:pt x="11690377" y="2464533"/>
                </a:lnTo>
                <a:lnTo>
                  <a:pt x="11690377" y="2355478"/>
                </a:lnTo>
                <a:lnTo>
                  <a:pt x="11674580" y="2348903"/>
                </a:lnTo>
                <a:cubicBezTo>
                  <a:pt x="11670185" y="2344488"/>
                  <a:pt x="11667461" y="2338385"/>
                  <a:pt x="11667461" y="2331623"/>
                </a:cubicBezTo>
                <a:cubicBezTo>
                  <a:pt x="11667461" y="2318099"/>
                  <a:pt x="11678355" y="2307204"/>
                  <a:pt x="11691730" y="2307204"/>
                </a:cubicBezTo>
                <a:cubicBezTo>
                  <a:pt x="11705103" y="2307204"/>
                  <a:pt x="11715998" y="2318099"/>
                  <a:pt x="11715998" y="2331623"/>
                </a:cubicBezTo>
                <a:cubicBezTo>
                  <a:pt x="11715998" y="2338346"/>
                  <a:pt x="11713274" y="2344451"/>
                  <a:pt x="11708878" y="2348875"/>
                </a:cubicBezTo>
                <a:lnTo>
                  <a:pt x="11697890" y="2353466"/>
                </a:lnTo>
                <a:lnTo>
                  <a:pt x="11697890" y="2472045"/>
                </a:lnTo>
                <a:lnTo>
                  <a:pt x="11618250" y="2472045"/>
                </a:lnTo>
                <a:lnTo>
                  <a:pt x="11618250" y="2541243"/>
                </a:lnTo>
                <a:lnTo>
                  <a:pt x="12150418" y="3075432"/>
                </a:lnTo>
                <a:cubicBezTo>
                  <a:pt x="12151921" y="3076935"/>
                  <a:pt x="12151921" y="3079340"/>
                  <a:pt x="12150418" y="3080769"/>
                </a:cubicBezTo>
                <a:cubicBezTo>
                  <a:pt x="12149667" y="3081518"/>
                  <a:pt x="12148690" y="3081895"/>
                  <a:pt x="12147788" y="3081895"/>
                </a:cubicBezTo>
                <a:cubicBezTo>
                  <a:pt x="12146811" y="3081895"/>
                  <a:pt x="12145835" y="3081518"/>
                  <a:pt x="12145159" y="3080769"/>
                </a:cubicBezTo>
                <a:lnTo>
                  <a:pt x="11610660" y="2544324"/>
                </a:lnTo>
                <a:lnTo>
                  <a:pt x="11610660" y="2471595"/>
                </a:lnTo>
                <a:lnTo>
                  <a:pt x="11607354" y="2468288"/>
                </a:lnTo>
                <a:lnTo>
                  <a:pt x="11610660" y="2464983"/>
                </a:lnTo>
                <a:lnTo>
                  <a:pt x="11610660" y="2091871"/>
                </a:lnTo>
                <a:lnTo>
                  <a:pt x="11491199" y="1971958"/>
                </a:lnTo>
                <a:cubicBezTo>
                  <a:pt x="11489696" y="1970456"/>
                  <a:pt x="11489696" y="1968051"/>
                  <a:pt x="11491199" y="1966624"/>
                </a:cubicBezTo>
                <a:close/>
                <a:moveTo>
                  <a:pt x="687469" y="1966624"/>
                </a:moveTo>
                <a:cubicBezTo>
                  <a:pt x="688971" y="1965122"/>
                  <a:pt x="691301" y="1965122"/>
                  <a:pt x="692805" y="1966624"/>
                </a:cubicBezTo>
                <a:cubicBezTo>
                  <a:pt x="694306" y="1968051"/>
                  <a:pt x="694306" y="1970456"/>
                  <a:pt x="692805" y="1971958"/>
                </a:cubicBezTo>
                <a:lnTo>
                  <a:pt x="573342" y="2091871"/>
                </a:lnTo>
                <a:lnTo>
                  <a:pt x="573342" y="2464983"/>
                </a:lnTo>
                <a:lnTo>
                  <a:pt x="576648" y="2468288"/>
                </a:lnTo>
                <a:lnTo>
                  <a:pt x="573342" y="2471595"/>
                </a:lnTo>
                <a:lnTo>
                  <a:pt x="573342" y="2544324"/>
                </a:lnTo>
                <a:lnTo>
                  <a:pt x="38844" y="3080769"/>
                </a:lnTo>
                <a:cubicBezTo>
                  <a:pt x="38167" y="3081518"/>
                  <a:pt x="37191" y="3081895"/>
                  <a:pt x="36214" y="3081895"/>
                </a:cubicBezTo>
                <a:cubicBezTo>
                  <a:pt x="35313" y="3081895"/>
                  <a:pt x="34336" y="3081518"/>
                  <a:pt x="33584" y="3080769"/>
                </a:cubicBezTo>
                <a:cubicBezTo>
                  <a:pt x="32082" y="3079340"/>
                  <a:pt x="32082" y="3076935"/>
                  <a:pt x="33584" y="3075432"/>
                </a:cubicBezTo>
                <a:lnTo>
                  <a:pt x="565754" y="2541243"/>
                </a:lnTo>
                <a:lnTo>
                  <a:pt x="565754" y="2472045"/>
                </a:lnTo>
                <a:lnTo>
                  <a:pt x="486113" y="2472045"/>
                </a:lnTo>
                <a:lnTo>
                  <a:pt x="486113" y="2353466"/>
                </a:lnTo>
                <a:lnTo>
                  <a:pt x="475124" y="2348875"/>
                </a:lnTo>
                <a:cubicBezTo>
                  <a:pt x="470729" y="2344451"/>
                  <a:pt x="468005" y="2338346"/>
                  <a:pt x="468005" y="2331623"/>
                </a:cubicBezTo>
                <a:cubicBezTo>
                  <a:pt x="468005" y="2318099"/>
                  <a:pt x="478899" y="2307204"/>
                  <a:pt x="492273" y="2307204"/>
                </a:cubicBezTo>
                <a:cubicBezTo>
                  <a:pt x="505647" y="2307204"/>
                  <a:pt x="516541" y="2318099"/>
                  <a:pt x="516541" y="2331623"/>
                </a:cubicBezTo>
                <a:cubicBezTo>
                  <a:pt x="516541" y="2338385"/>
                  <a:pt x="513818" y="2344488"/>
                  <a:pt x="509423" y="2348903"/>
                </a:cubicBezTo>
                <a:lnTo>
                  <a:pt x="493625" y="2355478"/>
                </a:lnTo>
                <a:lnTo>
                  <a:pt x="493625" y="2464533"/>
                </a:lnTo>
                <a:lnTo>
                  <a:pt x="565754" y="2464533"/>
                </a:lnTo>
                <a:lnTo>
                  <a:pt x="565754" y="2088790"/>
                </a:lnTo>
                <a:close/>
                <a:moveTo>
                  <a:pt x="11681661" y="1964145"/>
                </a:moveTo>
                <a:cubicBezTo>
                  <a:pt x="11695035" y="1964145"/>
                  <a:pt x="11705929" y="1975040"/>
                  <a:pt x="11705929" y="1988563"/>
                </a:cubicBezTo>
                <a:cubicBezTo>
                  <a:pt x="11705929" y="1995288"/>
                  <a:pt x="11703205" y="2001393"/>
                  <a:pt x="11698810" y="2005815"/>
                </a:cubicBezTo>
                <a:lnTo>
                  <a:pt x="11686770" y="2010847"/>
                </a:lnTo>
                <a:lnTo>
                  <a:pt x="11686770" y="2168809"/>
                </a:lnTo>
                <a:lnTo>
                  <a:pt x="11843348" y="2325986"/>
                </a:lnTo>
                <a:cubicBezTo>
                  <a:pt x="11844851" y="2327490"/>
                  <a:pt x="11844851" y="2329893"/>
                  <a:pt x="11843348" y="2331321"/>
                </a:cubicBezTo>
                <a:cubicBezTo>
                  <a:pt x="11842597" y="2332073"/>
                  <a:pt x="11841620" y="2332448"/>
                  <a:pt x="11840718" y="2332448"/>
                </a:cubicBezTo>
                <a:cubicBezTo>
                  <a:pt x="11839741" y="2332448"/>
                  <a:pt x="11838766" y="2332073"/>
                  <a:pt x="11838089" y="2331321"/>
                </a:cubicBezTo>
                <a:lnTo>
                  <a:pt x="11679257" y="2171964"/>
                </a:lnTo>
                <a:lnTo>
                  <a:pt x="11679257" y="2011981"/>
                </a:lnTo>
                <a:lnTo>
                  <a:pt x="11664511" y="2005844"/>
                </a:lnTo>
                <a:cubicBezTo>
                  <a:pt x="11660115" y="2001430"/>
                  <a:pt x="11657392" y="1995325"/>
                  <a:pt x="11657392" y="1988563"/>
                </a:cubicBezTo>
                <a:cubicBezTo>
                  <a:pt x="11657392" y="1975040"/>
                  <a:pt x="11668287" y="1964145"/>
                  <a:pt x="11681661" y="1964145"/>
                </a:cubicBezTo>
                <a:close/>
                <a:moveTo>
                  <a:pt x="502341" y="1964145"/>
                </a:moveTo>
                <a:cubicBezTo>
                  <a:pt x="515715" y="1964145"/>
                  <a:pt x="526610" y="1975040"/>
                  <a:pt x="526610" y="1988563"/>
                </a:cubicBezTo>
                <a:cubicBezTo>
                  <a:pt x="526610" y="1995325"/>
                  <a:pt x="523887" y="2001430"/>
                  <a:pt x="519491" y="2005844"/>
                </a:cubicBezTo>
                <a:lnTo>
                  <a:pt x="504745" y="2011981"/>
                </a:lnTo>
                <a:lnTo>
                  <a:pt x="504745" y="2171964"/>
                </a:lnTo>
                <a:lnTo>
                  <a:pt x="345914" y="2331321"/>
                </a:lnTo>
                <a:cubicBezTo>
                  <a:pt x="345238" y="2332073"/>
                  <a:pt x="344261" y="2332448"/>
                  <a:pt x="343284" y="2332448"/>
                </a:cubicBezTo>
                <a:cubicBezTo>
                  <a:pt x="342383" y="2332448"/>
                  <a:pt x="341405" y="2332073"/>
                  <a:pt x="340654" y="2331321"/>
                </a:cubicBezTo>
                <a:cubicBezTo>
                  <a:pt x="339152" y="2329893"/>
                  <a:pt x="339152" y="2327490"/>
                  <a:pt x="340654" y="2325986"/>
                </a:cubicBezTo>
                <a:lnTo>
                  <a:pt x="497232" y="2168809"/>
                </a:lnTo>
                <a:lnTo>
                  <a:pt x="497232" y="2010847"/>
                </a:lnTo>
                <a:lnTo>
                  <a:pt x="485193" y="2005815"/>
                </a:lnTo>
                <a:cubicBezTo>
                  <a:pt x="480797" y="2001393"/>
                  <a:pt x="478074" y="1995288"/>
                  <a:pt x="478074" y="1988563"/>
                </a:cubicBezTo>
                <a:cubicBezTo>
                  <a:pt x="478074" y="1975040"/>
                  <a:pt x="488968" y="1964145"/>
                  <a:pt x="502341" y="1964145"/>
                </a:cubicBezTo>
                <a:close/>
                <a:moveTo>
                  <a:pt x="11434397" y="1958060"/>
                </a:moveTo>
                <a:cubicBezTo>
                  <a:pt x="11436501" y="1958060"/>
                  <a:pt x="11438155" y="1959788"/>
                  <a:pt x="11438155" y="1961815"/>
                </a:cubicBezTo>
                <a:lnTo>
                  <a:pt x="11438155" y="2104870"/>
                </a:lnTo>
                <a:lnTo>
                  <a:pt x="11309001" y="2234475"/>
                </a:lnTo>
                <a:cubicBezTo>
                  <a:pt x="11308249" y="2235226"/>
                  <a:pt x="11307273" y="2235602"/>
                  <a:pt x="11306372" y="2235602"/>
                </a:cubicBezTo>
                <a:cubicBezTo>
                  <a:pt x="11305394" y="2235602"/>
                  <a:pt x="11304418" y="2235226"/>
                  <a:pt x="11303742" y="2234475"/>
                </a:cubicBezTo>
                <a:cubicBezTo>
                  <a:pt x="11302239" y="2232973"/>
                  <a:pt x="11302239" y="2230567"/>
                  <a:pt x="11303742" y="2229139"/>
                </a:cubicBezTo>
                <a:lnTo>
                  <a:pt x="11430641" y="2101790"/>
                </a:lnTo>
                <a:lnTo>
                  <a:pt x="11430641" y="1961815"/>
                </a:lnTo>
                <a:cubicBezTo>
                  <a:pt x="11430641" y="1959713"/>
                  <a:pt x="11432295" y="1958060"/>
                  <a:pt x="11434397" y="1958060"/>
                </a:cubicBezTo>
                <a:close/>
                <a:moveTo>
                  <a:pt x="6790414" y="1958060"/>
                </a:moveTo>
                <a:cubicBezTo>
                  <a:pt x="6792517" y="1958060"/>
                  <a:pt x="6794170" y="1959788"/>
                  <a:pt x="6794170" y="1961815"/>
                </a:cubicBezTo>
                <a:lnTo>
                  <a:pt x="6794170" y="2101790"/>
                </a:lnTo>
                <a:lnTo>
                  <a:pt x="6921070" y="2229139"/>
                </a:lnTo>
                <a:cubicBezTo>
                  <a:pt x="6922573" y="2230643"/>
                  <a:pt x="6922573" y="2233047"/>
                  <a:pt x="6921070" y="2234475"/>
                </a:cubicBezTo>
                <a:cubicBezTo>
                  <a:pt x="6920319" y="2235226"/>
                  <a:pt x="6919341" y="2235602"/>
                  <a:pt x="6918440" y="2235602"/>
                </a:cubicBezTo>
                <a:cubicBezTo>
                  <a:pt x="6917464" y="2235602"/>
                  <a:pt x="6916487" y="2235226"/>
                  <a:pt x="6915811" y="2234475"/>
                </a:cubicBezTo>
                <a:lnTo>
                  <a:pt x="6786657" y="2104870"/>
                </a:lnTo>
                <a:lnTo>
                  <a:pt x="6786657" y="1961815"/>
                </a:lnTo>
                <a:cubicBezTo>
                  <a:pt x="6786657" y="1959713"/>
                  <a:pt x="6788310" y="1958060"/>
                  <a:pt x="6790414" y="1958060"/>
                </a:cubicBezTo>
                <a:close/>
                <a:moveTo>
                  <a:pt x="5393590" y="1958060"/>
                </a:moveTo>
                <a:cubicBezTo>
                  <a:pt x="5395694" y="1958060"/>
                  <a:pt x="5397347" y="1959713"/>
                  <a:pt x="5397347" y="1961815"/>
                </a:cubicBezTo>
                <a:lnTo>
                  <a:pt x="5397347" y="2104870"/>
                </a:lnTo>
                <a:lnTo>
                  <a:pt x="5268192" y="2234475"/>
                </a:lnTo>
                <a:cubicBezTo>
                  <a:pt x="5267516" y="2235226"/>
                  <a:pt x="5266540" y="2235602"/>
                  <a:pt x="5265563" y="2235602"/>
                </a:cubicBezTo>
                <a:cubicBezTo>
                  <a:pt x="5264662" y="2235602"/>
                  <a:pt x="5263684" y="2235226"/>
                  <a:pt x="5262933" y="2234475"/>
                </a:cubicBezTo>
                <a:cubicBezTo>
                  <a:pt x="5261430" y="2233047"/>
                  <a:pt x="5261430" y="2230643"/>
                  <a:pt x="5262933" y="2229139"/>
                </a:cubicBezTo>
                <a:lnTo>
                  <a:pt x="5389834" y="2101790"/>
                </a:lnTo>
                <a:lnTo>
                  <a:pt x="5389834" y="1961815"/>
                </a:lnTo>
                <a:cubicBezTo>
                  <a:pt x="5389834" y="1959788"/>
                  <a:pt x="5391487" y="1958060"/>
                  <a:pt x="5393590" y="1958060"/>
                </a:cubicBezTo>
                <a:close/>
                <a:moveTo>
                  <a:pt x="749605" y="1958060"/>
                </a:moveTo>
                <a:cubicBezTo>
                  <a:pt x="751708" y="1958060"/>
                  <a:pt x="753361" y="1959713"/>
                  <a:pt x="753361" y="1961815"/>
                </a:cubicBezTo>
                <a:lnTo>
                  <a:pt x="753361" y="2101790"/>
                </a:lnTo>
                <a:lnTo>
                  <a:pt x="880262" y="2229139"/>
                </a:lnTo>
                <a:cubicBezTo>
                  <a:pt x="881763" y="2230567"/>
                  <a:pt x="881763" y="2232973"/>
                  <a:pt x="880262" y="2234475"/>
                </a:cubicBezTo>
                <a:cubicBezTo>
                  <a:pt x="879585" y="2235226"/>
                  <a:pt x="878608" y="2235602"/>
                  <a:pt x="877632" y="2235602"/>
                </a:cubicBezTo>
                <a:cubicBezTo>
                  <a:pt x="876730" y="2235602"/>
                  <a:pt x="875753" y="2235226"/>
                  <a:pt x="875001" y="2234475"/>
                </a:cubicBezTo>
                <a:lnTo>
                  <a:pt x="745848" y="2104870"/>
                </a:lnTo>
                <a:lnTo>
                  <a:pt x="745848" y="1961815"/>
                </a:lnTo>
                <a:cubicBezTo>
                  <a:pt x="745848" y="1959788"/>
                  <a:pt x="747501" y="1958060"/>
                  <a:pt x="749605" y="1958060"/>
                </a:cubicBezTo>
                <a:close/>
                <a:moveTo>
                  <a:pt x="11108545" y="1956558"/>
                </a:moveTo>
                <a:cubicBezTo>
                  <a:pt x="11121918" y="1956558"/>
                  <a:pt x="11132812" y="1967451"/>
                  <a:pt x="11132812" y="1980976"/>
                </a:cubicBezTo>
                <a:cubicBezTo>
                  <a:pt x="11132812" y="1987699"/>
                  <a:pt x="11130089" y="1993804"/>
                  <a:pt x="11125694" y="1998228"/>
                </a:cubicBezTo>
                <a:lnTo>
                  <a:pt x="11111626" y="2004106"/>
                </a:lnTo>
                <a:lnTo>
                  <a:pt x="11111626" y="2172490"/>
                </a:lnTo>
                <a:lnTo>
                  <a:pt x="11221846" y="2283086"/>
                </a:lnTo>
                <a:cubicBezTo>
                  <a:pt x="11223349" y="2284588"/>
                  <a:pt x="11223349" y="2286994"/>
                  <a:pt x="11221846" y="2288420"/>
                </a:cubicBezTo>
                <a:cubicBezTo>
                  <a:pt x="11221095" y="2289172"/>
                  <a:pt x="11220117" y="2289548"/>
                  <a:pt x="11219216" y="2289548"/>
                </a:cubicBezTo>
                <a:lnTo>
                  <a:pt x="11219142" y="2289623"/>
                </a:lnTo>
                <a:cubicBezTo>
                  <a:pt x="11218165" y="2289623"/>
                  <a:pt x="11217188" y="2289247"/>
                  <a:pt x="11216512" y="2288496"/>
                </a:cubicBezTo>
                <a:lnTo>
                  <a:pt x="11141303" y="2212986"/>
                </a:lnTo>
                <a:lnTo>
                  <a:pt x="11141303" y="2306602"/>
                </a:lnTo>
                <a:lnTo>
                  <a:pt x="11198629" y="2364154"/>
                </a:lnTo>
                <a:cubicBezTo>
                  <a:pt x="11200132" y="2365657"/>
                  <a:pt x="11200132" y="2368062"/>
                  <a:pt x="11198629" y="2369489"/>
                </a:cubicBezTo>
                <a:cubicBezTo>
                  <a:pt x="11197878" y="2370240"/>
                  <a:pt x="11196901" y="2370616"/>
                  <a:pt x="11195999" y="2370616"/>
                </a:cubicBezTo>
                <a:cubicBezTo>
                  <a:pt x="11195023" y="2370616"/>
                  <a:pt x="11194047" y="2370240"/>
                  <a:pt x="11193370" y="2369489"/>
                </a:cubicBezTo>
                <a:lnTo>
                  <a:pt x="11133789" y="2309759"/>
                </a:lnTo>
                <a:lnTo>
                  <a:pt x="11133789" y="2207652"/>
                </a:lnTo>
                <a:lnTo>
                  <a:pt x="11134891" y="2206549"/>
                </a:lnTo>
                <a:lnTo>
                  <a:pt x="11104112" y="2175646"/>
                </a:lnTo>
                <a:lnTo>
                  <a:pt x="11104112" y="2003549"/>
                </a:lnTo>
                <a:lnTo>
                  <a:pt x="11091395" y="1998256"/>
                </a:lnTo>
                <a:cubicBezTo>
                  <a:pt x="11086999" y="1993843"/>
                  <a:pt x="11084277" y="1987738"/>
                  <a:pt x="11084277" y="1980976"/>
                </a:cubicBezTo>
                <a:cubicBezTo>
                  <a:pt x="11084277" y="1967451"/>
                  <a:pt x="11095170" y="1956558"/>
                  <a:pt x="11108545" y="1956558"/>
                </a:cubicBezTo>
                <a:close/>
                <a:moveTo>
                  <a:pt x="1075457" y="1956558"/>
                </a:moveTo>
                <a:cubicBezTo>
                  <a:pt x="1088832" y="1956558"/>
                  <a:pt x="1099727" y="1967451"/>
                  <a:pt x="1099727" y="1980976"/>
                </a:cubicBezTo>
                <a:cubicBezTo>
                  <a:pt x="1099727" y="1987738"/>
                  <a:pt x="1097003" y="1993843"/>
                  <a:pt x="1092607" y="1998256"/>
                </a:cubicBezTo>
                <a:lnTo>
                  <a:pt x="1079890" y="2003549"/>
                </a:lnTo>
                <a:lnTo>
                  <a:pt x="1079890" y="2175646"/>
                </a:lnTo>
                <a:lnTo>
                  <a:pt x="1049111" y="2206549"/>
                </a:lnTo>
                <a:lnTo>
                  <a:pt x="1050213" y="2207652"/>
                </a:lnTo>
                <a:lnTo>
                  <a:pt x="1050213" y="2309759"/>
                </a:lnTo>
                <a:lnTo>
                  <a:pt x="990633" y="2369489"/>
                </a:lnTo>
                <a:cubicBezTo>
                  <a:pt x="989955" y="2370240"/>
                  <a:pt x="988980" y="2370616"/>
                  <a:pt x="988003" y="2370616"/>
                </a:cubicBezTo>
                <a:cubicBezTo>
                  <a:pt x="987101" y="2370616"/>
                  <a:pt x="986124" y="2370240"/>
                  <a:pt x="985373" y="2369489"/>
                </a:cubicBezTo>
                <a:cubicBezTo>
                  <a:pt x="983871" y="2368062"/>
                  <a:pt x="983871" y="2365657"/>
                  <a:pt x="985373" y="2364154"/>
                </a:cubicBezTo>
                <a:lnTo>
                  <a:pt x="1042700" y="2306602"/>
                </a:lnTo>
                <a:lnTo>
                  <a:pt x="1042700" y="2212986"/>
                </a:lnTo>
                <a:lnTo>
                  <a:pt x="967491" y="2288496"/>
                </a:lnTo>
                <a:cubicBezTo>
                  <a:pt x="966815" y="2289247"/>
                  <a:pt x="965837" y="2289623"/>
                  <a:pt x="964862" y="2289623"/>
                </a:cubicBezTo>
                <a:lnTo>
                  <a:pt x="964787" y="2289548"/>
                </a:lnTo>
                <a:cubicBezTo>
                  <a:pt x="963885" y="2289548"/>
                  <a:pt x="962908" y="2289172"/>
                  <a:pt x="962157" y="2288420"/>
                </a:cubicBezTo>
                <a:cubicBezTo>
                  <a:pt x="960654" y="2286994"/>
                  <a:pt x="960654" y="2284588"/>
                  <a:pt x="962157" y="2283086"/>
                </a:cubicBezTo>
                <a:lnTo>
                  <a:pt x="1072377" y="2172490"/>
                </a:lnTo>
                <a:lnTo>
                  <a:pt x="1072377" y="2004106"/>
                </a:lnTo>
                <a:lnTo>
                  <a:pt x="1058310" y="1998228"/>
                </a:lnTo>
                <a:cubicBezTo>
                  <a:pt x="1053913" y="1993804"/>
                  <a:pt x="1051190" y="1987699"/>
                  <a:pt x="1051190" y="1980976"/>
                </a:cubicBezTo>
                <a:cubicBezTo>
                  <a:pt x="1051190" y="1967451"/>
                  <a:pt x="1062085" y="1956558"/>
                  <a:pt x="1075457" y="1956558"/>
                </a:cubicBezTo>
                <a:close/>
                <a:moveTo>
                  <a:pt x="10425058" y="1954303"/>
                </a:moveTo>
                <a:cubicBezTo>
                  <a:pt x="10427161" y="1954303"/>
                  <a:pt x="10428814" y="1956032"/>
                  <a:pt x="10428814" y="1958060"/>
                </a:cubicBezTo>
                <a:lnTo>
                  <a:pt x="10428814" y="2188869"/>
                </a:lnTo>
                <a:lnTo>
                  <a:pt x="10554889" y="2188869"/>
                </a:lnTo>
                <a:lnTo>
                  <a:pt x="10554889" y="2134623"/>
                </a:lnTo>
                <a:lnTo>
                  <a:pt x="10489222" y="2068731"/>
                </a:lnTo>
                <a:cubicBezTo>
                  <a:pt x="10487720" y="2067228"/>
                  <a:pt x="10487720" y="2064825"/>
                  <a:pt x="10489222" y="2063397"/>
                </a:cubicBezTo>
                <a:cubicBezTo>
                  <a:pt x="10490725" y="2061893"/>
                  <a:pt x="10493054" y="2061893"/>
                  <a:pt x="10494557" y="2063397"/>
                </a:cubicBezTo>
                <a:lnTo>
                  <a:pt x="10562477" y="2131542"/>
                </a:lnTo>
                <a:lnTo>
                  <a:pt x="10562477" y="2196457"/>
                </a:lnTo>
                <a:lnTo>
                  <a:pt x="10562402" y="2196457"/>
                </a:lnTo>
                <a:lnTo>
                  <a:pt x="10421301" y="2196457"/>
                </a:lnTo>
                <a:lnTo>
                  <a:pt x="10421301" y="1958060"/>
                </a:lnTo>
                <a:cubicBezTo>
                  <a:pt x="10421301" y="1955955"/>
                  <a:pt x="10422954" y="1954303"/>
                  <a:pt x="10425058" y="1954303"/>
                </a:cubicBezTo>
                <a:close/>
                <a:moveTo>
                  <a:pt x="7799827" y="1954303"/>
                </a:moveTo>
                <a:cubicBezTo>
                  <a:pt x="7801932" y="1954303"/>
                  <a:pt x="7803584" y="1956032"/>
                  <a:pt x="7803584" y="1958060"/>
                </a:cubicBezTo>
                <a:lnTo>
                  <a:pt x="7803584" y="2196457"/>
                </a:lnTo>
                <a:lnTo>
                  <a:pt x="7803510" y="2196457"/>
                </a:lnTo>
                <a:lnTo>
                  <a:pt x="7662409" y="2196457"/>
                </a:lnTo>
                <a:lnTo>
                  <a:pt x="7662409" y="2131542"/>
                </a:lnTo>
                <a:lnTo>
                  <a:pt x="7730329" y="2063397"/>
                </a:lnTo>
                <a:cubicBezTo>
                  <a:pt x="7731832" y="2061893"/>
                  <a:pt x="7734161" y="2061893"/>
                  <a:pt x="7735663" y="2063397"/>
                </a:cubicBezTo>
                <a:cubicBezTo>
                  <a:pt x="7737167" y="2064899"/>
                  <a:pt x="7737167" y="2067303"/>
                  <a:pt x="7735663" y="2068731"/>
                </a:cubicBezTo>
                <a:lnTo>
                  <a:pt x="7669998" y="2134623"/>
                </a:lnTo>
                <a:lnTo>
                  <a:pt x="7669998" y="2188869"/>
                </a:lnTo>
                <a:lnTo>
                  <a:pt x="7796072" y="2188869"/>
                </a:lnTo>
                <a:lnTo>
                  <a:pt x="7796072" y="1958060"/>
                </a:lnTo>
                <a:cubicBezTo>
                  <a:pt x="7796072" y="1955955"/>
                  <a:pt x="7797724" y="1954303"/>
                  <a:pt x="7799827" y="1954303"/>
                </a:cubicBezTo>
                <a:close/>
                <a:moveTo>
                  <a:pt x="4384175" y="1954303"/>
                </a:moveTo>
                <a:cubicBezTo>
                  <a:pt x="4386278" y="1954303"/>
                  <a:pt x="4387932" y="1955955"/>
                  <a:pt x="4387932" y="1958060"/>
                </a:cubicBezTo>
                <a:lnTo>
                  <a:pt x="4387932" y="2188869"/>
                </a:lnTo>
                <a:lnTo>
                  <a:pt x="4514006" y="2188869"/>
                </a:lnTo>
                <a:lnTo>
                  <a:pt x="4514006" y="2134623"/>
                </a:lnTo>
                <a:lnTo>
                  <a:pt x="4448340" y="2068731"/>
                </a:lnTo>
                <a:cubicBezTo>
                  <a:pt x="4446836" y="2067303"/>
                  <a:pt x="4446836" y="2064899"/>
                  <a:pt x="4448340" y="2063397"/>
                </a:cubicBezTo>
                <a:cubicBezTo>
                  <a:pt x="4449842" y="2061893"/>
                  <a:pt x="4452171" y="2061893"/>
                  <a:pt x="4453674" y="2063397"/>
                </a:cubicBezTo>
                <a:lnTo>
                  <a:pt x="4521595" y="2131542"/>
                </a:lnTo>
                <a:lnTo>
                  <a:pt x="4521595" y="2196457"/>
                </a:lnTo>
                <a:lnTo>
                  <a:pt x="4380493" y="2196457"/>
                </a:lnTo>
                <a:lnTo>
                  <a:pt x="4380418" y="2196457"/>
                </a:lnTo>
                <a:lnTo>
                  <a:pt x="4380418" y="1958060"/>
                </a:lnTo>
                <a:cubicBezTo>
                  <a:pt x="4380418" y="1956032"/>
                  <a:pt x="4382071" y="1954303"/>
                  <a:pt x="4384175" y="1954303"/>
                </a:cubicBezTo>
                <a:close/>
                <a:moveTo>
                  <a:pt x="1758944" y="1954303"/>
                </a:moveTo>
                <a:cubicBezTo>
                  <a:pt x="1761048" y="1954303"/>
                  <a:pt x="1762701" y="1955955"/>
                  <a:pt x="1762701" y="1958060"/>
                </a:cubicBezTo>
                <a:lnTo>
                  <a:pt x="1762701" y="2196457"/>
                </a:lnTo>
                <a:lnTo>
                  <a:pt x="1621600" y="2196457"/>
                </a:lnTo>
                <a:lnTo>
                  <a:pt x="1621525" y="2196457"/>
                </a:lnTo>
                <a:lnTo>
                  <a:pt x="1621525" y="2131542"/>
                </a:lnTo>
                <a:lnTo>
                  <a:pt x="1689445" y="2063397"/>
                </a:lnTo>
                <a:cubicBezTo>
                  <a:pt x="1690950" y="2061893"/>
                  <a:pt x="1693278" y="2061893"/>
                  <a:pt x="1694781" y="2063397"/>
                </a:cubicBezTo>
                <a:cubicBezTo>
                  <a:pt x="1696284" y="2064825"/>
                  <a:pt x="1696284" y="2067228"/>
                  <a:pt x="1694781" y="2068731"/>
                </a:cubicBezTo>
                <a:lnTo>
                  <a:pt x="1629115" y="2134623"/>
                </a:lnTo>
                <a:lnTo>
                  <a:pt x="1629115" y="2188869"/>
                </a:lnTo>
                <a:lnTo>
                  <a:pt x="1755188" y="2188869"/>
                </a:lnTo>
                <a:lnTo>
                  <a:pt x="1755188" y="1958060"/>
                </a:lnTo>
                <a:cubicBezTo>
                  <a:pt x="1755188" y="1956032"/>
                  <a:pt x="1756841" y="1954303"/>
                  <a:pt x="1758944" y="1954303"/>
                </a:cubicBezTo>
                <a:close/>
                <a:moveTo>
                  <a:pt x="5901942" y="1950696"/>
                </a:moveTo>
                <a:cubicBezTo>
                  <a:pt x="5904045" y="1950696"/>
                  <a:pt x="5905698" y="1952349"/>
                  <a:pt x="5905698" y="1954452"/>
                </a:cubicBezTo>
                <a:lnTo>
                  <a:pt x="5905698" y="2013959"/>
                </a:lnTo>
                <a:lnTo>
                  <a:pt x="6002095" y="2013959"/>
                </a:lnTo>
                <a:cubicBezTo>
                  <a:pt x="6004197" y="2013959"/>
                  <a:pt x="6005851" y="2015686"/>
                  <a:pt x="6005851" y="2017715"/>
                </a:cubicBezTo>
                <a:cubicBezTo>
                  <a:pt x="6005851" y="2019744"/>
                  <a:pt x="6004197" y="2021472"/>
                  <a:pt x="6002095" y="2021472"/>
                </a:cubicBezTo>
                <a:lnTo>
                  <a:pt x="5905698" y="2021472"/>
                </a:lnTo>
                <a:lnTo>
                  <a:pt x="5905698" y="2092172"/>
                </a:lnTo>
                <a:lnTo>
                  <a:pt x="6013290" y="2092172"/>
                </a:lnTo>
                <a:lnTo>
                  <a:pt x="6044566" y="2092172"/>
                </a:lnTo>
                <a:lnTo>
                  <a:pt x="6139438" y="2092172"/>
                </a:lnTo>
                <a:lnTo>
                  <a:pt x="6170714" y="2092172"/>
                </a:lnTo>
                <a:lnTo>
                  <a:pt x="6278306" y="2092172"/>
                </a:lnTo>
                <a:lnTo>
                  <a:pt x="6278306" y="2021472"/>
                </a:lnTo>
                <a:lnTo>
                  <a:pt x="6181909" y="2021472"/>
                </a:lnTo>
                <a:cubicBezTo>
                  <a:pt x="6179806" y="2021472"/>
                  <a:pt x="6178152" y="2019744"/>
                  <a:pt x="6178152" y="2017715"/>
                </a:cubicBezTo>
                <a:cubicBezTo>
                  <a:pt x="6178152" y="2015686"/>
                  <a:pt x="6179806" y="2013959"/>
                  <a:pt x="6181909" y="2013959"/>
                </a:cubicBezTo>
                <a:lnTo>
                  <a:pt x="6278306" y="2013959"/>
                </a:lnTo>
                <a:lnTo>
                  <a:pt x="6278306" y="1954452"/>
                </a:lnTo>
                <a:cubicBezTo>
                  <a:pt x="6278306" y="1952349"/>
                  <a:pt x="6279958" y="1950696"/>
                  <a:pt x="6282061" y="1950696"/>
                </a:cubicBezTo>
                <a:cubicBezTo>
                  <a:pt x="6284166" y="1950696"/>
                  <a:pt x="6285818" y="1952424"/>
                  <a:pt x="6285818" y="1954452"/>
                </a:cubicBezTo>
                <a:lnTo>
                  <a:pt x="6285818" y="2099686"/>
                </a:lnTo>
                <a:lnTo>
                  <a:pt x="6174471" y="2099686"/>
                </a:lnTo>
                <a:lnTo>
                  <a:pt x="6174471" y="2196456"/>
                </a:lnTo>
                <a:cubicBezTo>
                  <a:pt x="6174471" y="2198560"/>
                  <a:pt x="6172818" y="2200213"/>
                  <a:pt x="6170714" y="2200213"/>
                </a:cubicBezTo>
                <a:cubicBezTo>
                  <a:pt x="6168611" y="2200213"/>
                  <a:pt x="6166958" y="2198485"/>
                  <a:pt x="6166958" y="2196456"/>
                </a:cubicBezTo>
                <a:lnTo>
                  <a:pt x="6166958" y="2099686"/>
                </a:lnTo>
                <a:lnTo>
                  <a:pt x="6139438" y="2099686"/>
                </a:lnTo>
                <a:lnTo>
                  <a:pt x="6044566" y="2099686"/>
                </a:lnTo>
                <a:lnTo>
                  <a:pt x="6017045" y="2099686"/>
                </a:lnTo>
                <a:lnTo>
                  <a:pt x="6017045" y="2196456"/>
                </a:lnTo>
                <a:cubicBezTo>
                  <a:pt x="6017045" y="2198485"/>
                  <a:pt x="6015393" y="2200213"/>
                  <a:pt x="6013290" y="2200213"/>
                </a:cubicBezTo>
                <a:cubicBezTo>
                  <a:pt x="6011185" y="2200213"/>
                  <a:pt x="6009533" y="2198560"/>
                  <a:pt x="6009533" y="2196456"/>
                </a:cubicBezTo>
                <a:lnTo>
                  <a:pt x="6009533" y="2099686"/>
                </a:lnTo>
                <a:lnTo>
                  <a:pt x="5898186" y="2099686"/>
                </a:lnTo>
                <a:lnTo>
                  <a:pt x="5898186" y="1954452"/>
                </a:lnTo>
                <a:cubicBezTo>
                  <a:pt x="5898186" y="1952424"/>
                  <a:pt x="5899838" y="1950696"/>
                  <a:pt x="5901942" y="1950696"/>
                </a:cubicBezTo>
                <a:close/>
                <a:moveTo>
                  <a:pt x="11942750" y="1950621"/>
                </a:moveTo>
                <a:cubicBezTo>
                  <a:pt x="11944854" y="1950621"/>
                  <a:pt x="11946506" y="1952349"/>
                  <a:pt x="11946506" y="1954377"/>
                </a:cubicBezTo>
                <a:lnTo>
                  <a:pt x="11946506" y="2013959"/>
                </a:lnTo>
                <a:lnTo>
                  <a:pt x="12042977" y="2013959"/>
                </a:lnTo>
                <a:cubicBezTo>
                  <a:pt x="12045081" y="2013959"/>
                  <a:pt x="12046734" y="2015686"/>
                  <a:pt x="12046734" y="2017715"/>
                </a:cubicBezTo>
                <a:cubicBezTo>
                  <a:pt x="12046734" y="2019744"/>
                  <a:pt x="12045081" y="2021472"/>
                  <a:pt x="12042977" y="2021472"/>
                </a:cubicBezTo>
                <a:lnTo>
                  <a:pt x="11946506" y="2021472"/>
                </a:lnTo>
                <a:lnTo>
                  <a:pt x="11946506" y="2092097"/>
                </a:lnTo>
                <a:lnTo>
                  <a:pt x="12180245" y="2092097"/>
                </a:lnTo>
                <a:cubicBezTo>
                  <a:pt x="12182349" y="2092097"/>
                  <a:pt x="12184002" y="2093826"/>
                  <a:pt x="12184002" y="2095854"/>
                </a:cubicBezTo>
                <a:cubicBezTo>
                  <a:pt x="12184002" y="2097883"/>
                  <a:pt x="12182349" y="2099611"/>
                  <a:pt x="12180245" y="2099611"/>
                </a:cubicBezTo>
                <a:lnTo>
                  <a:pt x="12180245" y="2099686"/>
                </a:lnTo>
                <a:lnTo>
                  <a:pt x="12057854" y="2099686"/>
                </a:lnTo>
                <a:lnTo>
                  <a:pt x="12057854" y="2196456"/>
                </a:lnTo>
                <a:cubicBezTo>
                  <a:pt x="12057854" y="2198560"/>
                  <a:pt x="12056201" y="2200213"/>
                  <a:pt x="12054097" y="2200213"/>
                </a:cubicBezTo>
                <a:cubicBezTo>
                  <a:pt x="12051994" y="2200213"/>
                  <a:pt x="12050341" y="2198485"/>
                  <a:pt x="12050341" y="2196456"/>
                </a:cubicBezTo>
                <a:lnTo>
                  <a:pt x="12050341" y="2099686"/>
                </a:lnTo>
                <a:lnTo>
                  <a:pt x="11938992" y="2099686"/>
                </a:lnTo>
                <a:lnTo>
                  <a:pt x="11938992" y="1954377"/>
                </a:lnTo>
                <a:cubicBezTo>
                  <a:pt x="11938992" y="1952274"/>
                  <a:pt x="11940645" y="1950621"/>
                  <a:pt x="11942750" y="1950621"/>
                </a:cubicBezTo>
                <a:close/>
                <a:moveTo>
                  <a:pt x="5454072" y="1950621"/>
                </a:moveTo>
                <a:cubicBezTo>
                  <a:pt x="5467446" y="1950621"/>
                  <a:pt x="5478340" y="1961516"/>
                  <a:pt x="5478340" y="1975040"/>
                </a:cubicBezTo>
                <a:lnTo>
                  <a:pt x="5474156" y="1985198"/>
                </a:lnTo>
                <a:lnTo>
                  <a:pt x="5577292" y="2088715"/>
                </a:lnTo>
                <a:lnTo>
                  <a:pt x="5577292" y="2464533"/>
                </a:lnTo>
                <a:lnTo>
                  <a:pt x="5649644" y="2464533"/>
                </a:lnTo>
                <a:lnTo>
                  <a:pt x="5649644" y="2323056"/>
                </a:lnTo>
                <a:cubicBezTo>
                  <a:pt x="5649644" y="2321027"/>
                  <a:pt x="5651297" y="2319299"/>
                  <a:pt x="5653401" y="2319299"/>
                </a:cubicBezTo>
                <a:cubicBezTo>
                  <a:pt x="5655504" y="2319299"/>
                  <a:pt x="5657158" y="2320953"/>
                  <a:pt x="5657158" y="2323056"/>
                </a:cubicBezTo>
                <a:lnTo>
                  <a:pt x="5657158" y="2472045"/>
                </a:lnTo>
                <a:lnTo>
                  <a:pt x="5577292" y="2472045"/>
                </a:lnTo>
                <a:lnTo>
                  <a:pt x="5577292" y="2541168"/>
                </a:lnTo>
                <a:lnTo>
                  <a:pt x="6092001" y="3057763"/>
                </a:lnTo>
                <a:lnTo>
                  <a:pt x="6606711" y="2541168"/>
                </a:lnTo>
                <a:lnTo>
                  <a:pt x="6606711" y="2472045"/>
                </a:lnTo>
                <a:lnTo>
                  <a:pt x="6526846" y="2472045"/>
                </a:lnTo>
                <a:lnTo>
                  <a:pt x="6526846" y="2323056"/>
                </a:lnTo>
                <a:cubicBezTo>
                  <a:pt x="6526846" y="2320953"/>
                  <a:pt x="6528499" y="2319299"/>
                  <a:pt x="6530602" y="2319299"/>
                </a:cubicBezTo>
                <a:cubicBezTo>
                  <a:pt x="6532706" y="2319299"/>
                  <a:pt x="6534359" y="2321027"/>
                  <a:pt x="6534359" y="2323056"/>
                </a:cubicBezTo>
                <a:lnTo>
                  <a:pt x="6534359" y="2464533"/>
                </a:lnTo>
                <a:lnTo>
                  <a:pt x="6606711" y="2464533"/>
                </a:lnTo>
                <a:lnTo>
                  <a:pt x="6606711" y="2088715"/>
                </a:lnTo>
                <a:lnTo>
                  <a:pt x="6709848" y="1985198"/>
                </a:lnTo>
                <a:lnTo>
                  <a:pt x="6705663" y="1975040"/>
                </a:lnTo>
                <a:cubicBezTo>
                  <a:pt x="6705663" y="1961516"/>
                  <a:pt x="6716556" y="1950621"/>
                  <a:pt x="6729931" y="1950621"/>
                </a:cubicBezTo>
                <a:cubicBezTo>
                  <a:pt x="6743304" y="1950621"/>
                  <a:pt x="6754198" y="1961516"/>
                  <a:pt x="6754198" y="1975040"/>
                </a:cubicBezTo>
                <a:cubicBezTo>
                  <a:pt x="6754198" y="1988488"/>
                  <a:pt x="6743304" y="1999458"/>
                  <a:pt x="6729931" y="1999458"/>
                </a:cubicBezTo>
                <a:lnTo>
                  <a:pt x="6713221" y="1992502"/>
                </a:lnTo>
                <a:lnTo>
                  <a:pt x="6614300" y="2091796"/>
                </a:lnTo>
                <a:lnTo>
                  <a:pt x="6614300" y="2468138"/>
                </a:lnTo>
                <a:lnTo>
                  <a:pt x="6614451" y="2468288"/>
                </a:lnTo>
                <a:lnTo>
                  <a:pt x="6614300" y="2468439"/>
                </a:lnTo>
                <a:lnTo>
                  <a:pt x="6614300" y="2544249"/>
                </a:lnTo>
                <a:lnTo>
                  <a:pt x="6097327" y="3063108"/>
                </a:lnTo>
                <a:lnTo>
                  <a:pt x="6109610" y="3075436"/>
                </a:lnTo>
                <a:cubicBezTo>
                  <a:pt x="6111113" y="3076864"/>
                  <a:pt x="6111113" y="3079269"/>
                  <a:pt x="6109610" y="3080772"/>
                </a:cubicBezTo>
                <a:cubicBezTo>
                  <a:pt x="6108934" y="3081523"/>
                  <a:pt x="6107957" y="3081898"/>
                  <a:pt x="6106980" y="3081898"/>
                </a:cubicBezTo>
                <a:lnTo>
                  <a:pt x="6106830" y="3081824"/>
                </a:lnTo>
                <a:cubicBezTo>
                  <a:pt x="6105928" y="3081824"/>
                  <a:pt x="6104952" y="3081447"/>
                  <a:pt x="6104200" y="3080696"/>
                </a:cubicBezTo>
                <a:lnTo>
                  <a:pt x="6092001" y="3068453"/>
                </a:lnTo>
                <a:lnTo>
                  <a:pt x="6079804" y="3080696"/>
                </a:lnTo>
                <a:cubicBezTo>
                  <a:pt x="6079051" y="3081447"/>
                  <a:pt x="6078074" y="3081824"/>
                  <a:pt x="6077173" y="3081824"/>
                </a:cubicBezTo>
                <a:lnTo>
                  <a:pt x="6077022" y="3081898"/>
                </a:lnTo>
                <a:cubicBezTo>
                  <a:pt x="6076046" y="3081898"/>
                  <a:pt x="6075068" y="3081523"/>
                  <a:pt x="6074394" y="3080772"/>
                </a:cubicBezTo>
                <a:cubicBezTo>
                  <a:pt x="6072889" y="3079269"/>
                  <a:pt x="6072889" y="3076864"/>
                  <a:pt x="6074394" y="3075436"/>
                </a:cubicBezTo>
                <a:lnTo>
                  <a:pt x="6086676" y="3063108"/>
                </a:lnTo>
                <a:lnTo>
                  <a:pt x="5569703" y="2544249"/>
                </a:lnTo>
                <a:lnTo>
                  <a:pt x="5569703" y="2468439"/>
                </a:lnTo>
                <a:lnTo>
                  <a:pt x="5569553" y="2468288"/>
                </a:lnTo>
                <a:lnTo>
                  <a:pt x="5569703" y="2468138"/>
                </a:lnTo>
                <a:lnTo>
                  <a:pt x="5569703" y="2091796"/>
                </a:lnTo>
                <a:lnTo>
                  <a:pt x="5470783" y="1992502"/>
                </a:lnTo>
                <a:lnTo>
                  <a:pt x="5454072" y="1999458"/>
                </a:lnTo>
                <a:cubicBezTo>
                  <a:pt x="5440699" y="1999458"/>
                  <a:pt x="5429805" y="1988488"/>
                  <a:pt x="5429805" y="1975040"/>
                </a:cubicBezTo>
                <a:cubicBezTo>
                  <a:pt x="5429805" y="1961516"/>
                  <a:pt x="5440699" y="1950621"/>
                  <a:pt x="5454072" y="1950621"/>
                </a:cubicBezTo>
                <a:close/>
                <a:moveTo>
                  <a:pt x="241254" y="1950621"/>
                </a:moveTo>
                <a:cubicBezTo>
                  <a:pt x="243358" y="1950621"/>
                  <a:pt x="245010" y="1952274"/>
                  <a:pt x="245010" y="1954377"/>
                </a:cubicBezTo>
                <a:lnTo>
                  <a:pt x="245010" y="2099686"/>
                </a:lnTo>
                <a:lnTo>
                  <a:pt x="133662" y="2099686"/>
                </a:lnTo>
                <a:lnTo>
                  <a:pt x="133662" y="2196456"/>
                </a:lnTo>
                <a:cubicBezTo>
                  <a:pt x="133662" y="2198485"/>
                  <a:pt x="132009" y="2200213"/>
                  <a:pt x="129906" y="2200213"/>
                </a:cubicBezTo>
                <a:cubicBezTo>
                  <a:pt x="127801" y="2200213"/>
                  <a:pt x="126148" y="2198560"/>
                  <a:pt x="126148" y="2196456"/>
                </a:cubicBezTo>
                <a:lnTo>
                  <a:pt x="126148" y="2099686"/>
                </a:lnTo>
                <a:lnTo>
                  <a:pt x="3757" y="2099686"/>
                </a:lnTo>
                <a:lnTo>
                  <a:pt x="3757" y="2099611"/>
                </a:lnTo>
                <a:cubicBezTo>
                  <a:pt x="1653" y="2099611"/>
                  <a:pt x="0" y="2097883"/>
                  <a:pt x="0" y="2095854"/>
                </a:cubicBezTo>
                <a:cubicBezTo>
                  <a:pt x="0" y="2093826"/>
                  <a:pt x="1653" y="2092097"/>
                  <a:pt x="3757" y="2092097"/>
                </a:cubicBezTo>
                <a:lnTo>
                  <a:pt x="237496" y="2092097"/>
                </a:lnTo>
                <a:lnTo>
                  <a:pt x="237496" y="2021472"/>
                </a:lnTo>
                <a:lnTo>
                  <a:pt x="141026" y="2021472"/>
                </a:lnTo>
                <a:cubicBezTo>
                  <a:pt x="138921" y="2021472"/>
                  <a:pt x="137269" y="2019744"/>
                  <a:pt x="137269" y="2017715"/>
                </a:cubicBezTo>
                <a:cubicBezTo>
                  <a:pt x="137269" y="2015686"/>
                  <a:pt x="138921" y="2013959"/>
                  <a:pt x="141026" y="2013959"/>
                </a:cubicBezTo>
                <a:lnTo>
                  <a:pt x="237496" y="2013959"/>
                </a:lnTo>
                <a:lnTo>
                  <a:pt x="237496" y="1954377"/>
                </a:lnTo>
                <a:cubicBezTo>
                  <a:pt x="237496" y="1952349"/>
                  <a:pt x="239149" y="1950621"/>
                  <a:pt x="241254" y="1950621"/>
                </a:cubicBezTo>
                <a:close/>
                <a:moveTo>
                  <a:pt x="8244992" y="1946865"/>
                </a:moveTo>
                <a:cubicBezTo>
                  <a:pt x="8247096" y="1946865"/>
                  <a:pt x="8248749" y="1948592"/>
                  <a:pt x="8248749" y="1950620"/>
                </a:cubicBezTo>
                <a:lnTo>
                  <a:pt x="8248749" y="2092172"/>
                </a:lnTo>
                <a:lnTo>
                  <a:pt x="8026129" y="2092172"/>
                </a:lnTo>
                <a:lnTo>
                  <a:pt x="8026129" y="2427192"/>
                </a:lnTo>
                <a:lnTo>
                  <a:pt x="7929658" y="2430948"/>
                </a:lnTo>
                <a:lnTo>
                  <a:pt x="7929658" y="2491806"/>
                </a:lnTo>
                <a:lnTo>
                  <a:pt x="7945906" y="2498568"/>
                </a:lnTo>
                <a:cubicBezTo>
                  <a:pt x="7950300" y="2502982"/>
                  <a:pt x="7953024" y="2509086"/>
                  <a:pt x="7953024" y="2515848"/>
                </a:cubicBezTo>
                <a:cubicBezTo>
                  <a:pt x="7953024" y="2529297"/>
                  <a:pt x="7942130" y="2540266"/>
                  <a:pt x="7928757" y="2540266"/>
                </a:cubicBezTo>
                <a:cubicBezTo>
                  <a:pt x="7915382" y="2540266"/>
                  <a:pt x="7904488" y="2529372"/>
                  <a:pt x="7904488" y="2515848"/>
                </a:cubicBezTo>
                <a:cubicBezTo>
                  <a:pt x="7904488" y="2509086"/>
                  <a:pt x="7907212" y="2502982"/>
                  <a:pt x="7911608" y="2498568"/>
                </a:cubicBezTo>
                <a:lnTo>
                  <a:pt x="7922145" y="2494181"/>
                </a:lnTo>
                <a:lnTo>
                  <a:pt x="7922145" y="2423735"/>
                </a:lnTo>
                <a:lnTo>
                  <a:pt x="8018616" y="2419978"/>
                </a:lnTo>
                <a:lnTo>
                  <a:pt x="8018616" y="2084658"/>
                </a:lnTo>
                <a:lnTo>
                  <a:pt x="8241236" y="2084658"/>
                </a:lnTo>
                <a:lnTo>
                  <a:pt x="8241236" y="1950620"/>
                </a:lnTo>
                <a:cubicBezTo>
                  <a:pt x="8241236" y="1948517"/>
                  <a:pt x="8242889" y="1946865"/>
                  <a:pt x="8244992" y="1946865"/>
                </a:cubicBezTo>
                <a:close/>
                <a:moveTo>
                  <a:pt x="3939011" y="1946865"/>
                </a:moveTo>
                <a:cubicBezTo>
                  <a:pt x="3941114" y="1946865"/>
                  <a:pt x="3942767" y="1948517"/>
                  <a:pt x="3942767" y="1950620"/>
                </a:cubicBezTo>
                <a:lnTo>
                  <a:pt x="3942767" y="2084658"/>
                </a:lnTo>
                <a:lnTo>
                  <a:pt x="4165387" y="2084658"/>
                </a:lnTo>
                <a:lnTo>
                  <a:pt x="4165387" y="2419978"/>
                </a:lnTo>
                <a:lnTo>
                  <a:pt x="4261857" y="2423735"/>
                </a:lnTo>
                <a:lnTo>
                  <a:pt x="4261857" y="2494181"/>
                </a:lnTo>
                <a:lnTo>
                  <a:pt x="4272395" y="2498568"/>
                </a:lnTo>
                <a:cubicBezTo>
                  <a:pt x="4276791" y="2502982"/>
                  <a:pt x="4279515" y="2509086"/>
                  <a:pt x="4279515" y="2515848"/>
                </a:cubicBezTo>
                <a:cubicBezTo>
                  <a:pt x="4279515" y="2529372"/>
                  <a:pt x="4268620" y="2540266"/>
                  <a:pt x="4255247" y="2540266"/>
                </a:cubicBezTo>
                <a:cubicBezTo>
                  <a:pt x="4241873" y="2540266"/>
                  <a:pt x="4230979" y="2529297"/>
                  <a:pt x="4230979" y="2515848"/>
                </a:cubicBezTo>
                <a:cubicBezTo>
                  <a:pt x="4230979" y="2509086"/>
                  <a:pt x="4233702" y="2502982"/>
                  <a:pt x="4238098" y="2498568"/>
                </a:cubicBezTo>
                <a:lnTo>
                  <a:pt x="4254345" y="2491806"/>
                </a:lnTo>
                <a:lnTo>
                  <a:pt x="4254345" y="2430948"/>
                </a:lnTo>
                <a:lnTo>
                  <a:pt x="4157874" y="2427192"/>
                </a:lnTo>
                <a:lnTo>
                  <a:pt x="4157874" y="2092172"/>
                </a:lnTo>
                <a:lnTo>
                  <a:pt x="3935253" y="2092172"/>
                </a:lnTo>
                <a:lnTo>
                  <a:pt x="3935253" y="1950620"/>
                </a:lnTo>
                <a:cubicBezTo>
                  <a:pt x="3935253" y="1948592"/>
                  <a:pt x="3936906" y="1946865"/>
                  <a:pt x="3939011" y="1946865"/>
                </a:cubicBezTo>
                <a:close/>
                <a:moveTo>
                  <a:pt x="7881348" y="1946864"/>
                </a:moveTo>
                <a:cubicBezTo>
                  <a:pt x="7883452" y="1946864"/>
                  <a:pt x="7885105" y="1948592"/>
                  <a:pt x="7885105" y="1950620"/>
                </a:cubicBezTo>
                <a:lnTo>
                  <a:pt x="7885105" y="2185187"/>
                </a:lnTo>
                <a:lnTo>
                  <a:pt x="7944384" y="2185187"/>
                </a:lnTo>
                <a:lnTo>
                  <a:pt x="7944460" y="2185261"/>
                </a:lnTo>
                <a:lnTo>
                  <a:pt x="7944460" y="2006444"/>
                </a:lnTo>
                <a:lnTo>
                  <a:pt x="8159715" y="2006444"/>
                </a:lnTo>
                <a:cubicBezTo>
                  <a:pt x="8161819" y="2006444"/>
                  <a:pt x="8163473" y="2008174"/>
                  <a:pt x="8163473" y="2010202"/>
                </a:cubicBezTo>
                <a:cubicBezTo>
                  <a:pt x="8163473" y="2012230"/>
                  <a:pt x="8161819" y="2013959"/>
                  <a:pt x="8159715" y="2013959"/>
                </a:cubicBezTo>
                <a:lnTo>
                  <a:pt x="7951973" y="2013959"/>
                </a:lnTo>
                <a:lnTo>
                  <a:pt x="7951973" y="2270012"/>
                </a:lnTo>
                <a:lnTo>
                  <a:pt x="7952875" y="2270914"/>
                </a:lnTo>
                <a:lnTo>
                  <a:pt x="7951973" y="2271816"/>
                </a:lnTo>
                <a:lnTo>
                  <a:pt x="7951973" y="2356566"/>
                </a:lnTo>
                <a:lnTo>
                  <a:pt x="7859183" y="2356566"/>
                </a:lnTo>
                <a:lnTo>
                  <a:pt x="7859183" y="2419903"/>
                </a:lnTo>
                <a:lnTo>
                  <a:pt x="7859183" y="2634153"/>
                </a:lnTo>
                <a:lnTo>
                  <a:pt x="7912002" y="2581139"/>
                </a:lnTo>
                <a:lnTo>
                  <a:pt x="8147770" y="2581139"/>
                </a:lnTo>
                <a:lnTo>
                  <a:pt x="8147770" y="3054173"/>
                </a:lnTo>
                <a:lnTo>
                  <a:pt x="8026730" y="3054173"/>
                </a:lnTo>
                <a:lnTo>
                  <a:pt x="7932438" y="3100079"/>
                </a:lnTo>
                <a:cubicBezTo>
                  <a:pt x="7930560" y="3100981"/>
                  <a:pt x="7928306" y="3100230"/>
                  <a:pt x="7927404" y="3098352"/>
                </a:cubicBezTo>
                <a:cubicBezTo>
                  <a:pt x="7926503" y="3096473"/>
                  <a:pt x="7927254" y="3094218"/>
                  <a:pt x="7929132" y="3093317"/>
                </a:cubicBezTo>
                <a:lnTo>
                  <a:pt x="8025002" y="3046661"/>
                </a:lnTo>
                <a:lnTo>
                  <a:pt x="8140181" y="3046661"/>
                </a:lnTo>
                <a:lnTo>
                  <a:pt x="8140181" y="2773705"/>
                </a:lnTo>
                <a:lnTo>
                  <a:pt x="8050623" y="2773705"/>
                </a:lnTo>
                <a:lnTo>
                  <a:pt x="7568868" y="3257183"/>
                </a:lnTo>
                <a:lnTo>
                  <a:pt x="7568868" y="3355233"/>
                </a:lnTo>
                <a:lnTo>
                  <a:pt x="7635812" y="3422401"/>
                </a:lnTo>
                <a:lnTo>
                  <a:pt x="7882025" y="3422401"/>
                </a:lnTo>
                <a:cubicBezTo>
                  <a:pt x="7884128" y="3422401"/>
                  <a:pt x="7885781" y="3424130"/>
                  <a:pt x="7885781" y="3426159"/>
                </a:cubicBezTo>
                <a:cubicBezTo>
                  <a:pt x="7885781" y="3428187"/>
                  <a:pt x="7884128" y="3429916"/>
                  <a:pt x="7882025" y="3429916"/>
                </a:cubicBezTo>
                <a:lnTo>
                  <a:pt x="7881949" y="3430065"/>
                </a:lnTo>
                <a:lnTo>
                  <a:pt x="7826049" y="3430065"/>
                </a:lnTo>
                <a:lnTo>
                  <a:pt x="7828003" y="3432020"/>
                </a:lnTo>
                <a:lnTo>
                  <a:pt x="7828003" y="3597688"/>
                </a:lnTo>
                <a:lnTo>
                  <a:pt x="7828077" y="3597762"/>
                </a:lnTo>
                <a:lnTo>
                  <a:pt x="7736570" y="3597762"/>
                </a:lnTo>
                <a:lnTo>
                  <a:pt x="7585022" y="3749833"/>
                </a:lnTo>
                <a:cubicBezTo>
                  <a:pt x="7584271" y="3750583"/>
                  <a:pt x="7583294" y="3750959"/>
                  <a:pt x="7582392" y="3750959"/>
                </a:cubicBezTo>
                <a:lnTo>
                  <a:pt x="7582317" y="3750959"/>
                </a:lnTo>
                <a:cubicBezTo>
                  <a:pt x="7581340" y="3750959"/>
                  <a:pt x="7580363" y="3750583"/>
                  <a:pt x="7579687" y="3749833"/>
                </a:cubicBezTo>
                <a:cubicBezTo>
                  <a:pt x="7578185" y="3748330"/>
                  <a:pt x="7578185" y="3745925"/>
                  <a:pt x="7579687" y="3744498"/>
                </a:cubicBezTo>
                <a:lnTo>
                  <a:pt x="7725919" y="3597762"/>
                </a:lnTo>
                <a:lnTo>
                  <a:pt x="7647683" y="3597762"/>
                </a:lnTo>
                <a:lnTo>
                  <a:pt x="7647683" y="3522153"/>
                </a:lnTo>
                <a:lnTo>
                  <a:pt x="7635118" y="3516923"/>
                </a:lnTo>
                <a:cubicBezTo>
                  <a:pt x="7630722" y="3512509"/>
                  <a:pt x="7627999" y="3506405"/>
                  <a:pt x="7627999" y="3499643"/>
                </a:cubicBezTo>
                <a:cubicBezTo>
                  <a:pt x="7627999" y="3486118"/>
                  <a:pt x="7638893" y="3475224"/>
                  <a:pt x="7652267" y="3475224"/>
                </a:cubicBezTo>
                <a:cubicBezTo>
                  <a:pt x="7665641" y="3475224"/>
                  <a:pt x="7676534" y="3486118"/>
                  <a:pt x="7676534" y="3499643"/>
                </a:cubicBezTo>
                <a:cubicBezTo>
                  <a:pt x="7676534" y="3506366"/>
                  <a:pt x="7673811" y="3512471"/>
                  <a:pt x="7669416" y="3516895"/>
                </a:cubicBezTo>
                <a:lnTo>
                  <a:pt x="7655196" y="3522836"/>
                </a:lnTo>
                <a:lnTo>
                  <a:pt x="7655196" y="3590174"/>
                </a:lnTo>
                <a:lnTo>
                  <a:pt x="7820489" y="3590174"/>
                </a:lnTo>
                <a:lnTo>
                  <a:pt x="7820489" y="3513914"/>
                </a:lnTo>
                <a:lnTo>
                  <a:pt x="7743703" y="3513914"/>
                </a:lnTo>
                <a:cubicBezTo>
                  <a:pt x="7741599" y="3513914"/>
                  <a:pt x="7739946" y="3512185"/>
                  <a:pt x="7739946" y="3510157"/>
                </a:cubicBezTo>
                <a:cubicBezTo>
                  <a:pt x="7739946" y="3508129"/>
                  <a:pt x="7741599" y="3506401"/>
                  <a:pt x="7743703" y="3506401"/>
                </a:cubicBezTo>
                <a:lnTo>
                  <a:pt x="7820489" y="3506401"/>
                </a:lnTo>
                <a:lnTo>
                  <a:pt x="7820489" y="3432020"/>
                </a:lnTo>
                <a:lnTo>
                  <a:pt x="7822443" y="3430065"/>
                </a:lnTo>
                <a:lnTo>
                  <a:pt x="7632657" y="3430065"/>
                </a:lnTo>
                <a:lnTo>
                  <a:pt x="7561281" y="3358463"/>
                </a:lnTo>
                <a:lnTo>
                  <a:pt x="7561281" y="3254102"/>
                </a:lnTo>
                <a:lnTo>
                  <a:pt x="8047468" y="2766192"/>
                </a:lnTo>
                <a:lnTo>
                  <a:pt x="8140181" y="2766192"/>
                </a:lnTo>
                <a:lnTo>
                  <a:pt x="8140181" y="2588727"/>
                </a:lnTo>
                <a:lnTo>
                  <a:pt x="8008549" y="2588727"/>
                </a:lnTo>
                <a:lnTo>
                  <a:pt x="8008549" y="2593311"/>
                </a:lnTo>
                <a:lnTo>
                  <a:pt x="7453991" y="3149892"/>
                </a:lnTo>
                <a:cubicBezTo>
                  <a:pt x="7453239" y="3150644"/>
                  <a:pt x="7452261" y="3151019"/>
                  <a:pt x="7451359" y="3151019"/>
                </a:cubicBezTo>
                <a:lnTo>
                  <a:pt x="7451285" y="3151019"/>
                </a:lnTo>
                <a:cubicBezTo>
                  <a:pt x="7450309" y="3151019"/>
                  <a:pt x="7449332" y="3150644"/>
                  <a:pt x="7448655" y="3149892"/>
                </a:cubicBezTo>
                <a:cubicBezTo>
                  <a:pt x="7447152" y="3148391"/>
                  <a:pt x="7447152" y="3145985"/>
                  <a:pt x="7448655" y="3144557"/>
                </a:cubicBezTo>
                <a:lnTo>
                  <a:pt x="8002466" y="2588727"/>
                </a:lnTo>
                <a:lnTo>
                  <a:pt x="7915006" y="2588727"/>
                </a:lnTo>
                <a:lnTo>
                  <a:pt x="7859183" y="2644750"/>
                </a:lnTo>
                <a:lnTo>
                  <a:pt x="7859183" y="2646956"/>
                </a:lnTo>
                <a:cubicBezTo>
                  <a:pt x="7859183" y="2649059"/>
                  <a:pt x="7857531" y="2650713"/>
                  <a:pt x="7855427" y="2650713"/>
                </a:cubicBezTo>
                <a:lnTo>
                  <a:pt x="7855427" y="2650788"/>
                </a:lnTo>
                <a:lnTo>
                  <a:pt x="7854296" y="2649656"/>
                </a:lnTo>
                <a:lnTo>
                  <a:pt x="7389977" y="3115632"/>
                </a:lnTo>
                <a:lnTo>
                  <a:pt x="7389977" y="3395805"/>
                </a:lnTo>
                <a:lnTo>
                  <a:pt x="7392156" y="3393626"/>
                </a:lnTo>
                <a:lnTo>
                  <a:pt x="7488777" y="3393626"/>
                </a:lnTo>
                <a:lnTo>
                  <a:pt x="7577434" y="3482584"/>
                </a:lnTo>
                <a:lnTo>
                  <a:pt x="7577434" y="3667862"/>
                </a:lnTo>
                <a:lnTo>
                  <a:pt x="7506883" y="3738712"/>
                </a:lnTo>
                <a:lnTo>
                  <a:pt x="7506883" y="3836536"/>
                </a:lnTo>
                <a:lnTo>
                  <a:pt x="7507409" y="3836010"/>
                </a:lnTo>
                <a:lnTo>
                  <a:pt x="7623940" y="3836010"/>
                </a:lnTo>
                <a:lnTo>
                  <a:pt x="7788483" y="3670867"/>
                </a:lnTo>
                <a:cubicBezTo>
                  <a:pt x="7789985" y="3669364"/>
                  <a:pt x="7792315" y="3669364"/>
                  <a:pt x="7793817" y="3670867"/>
                </a:cubicBezTo>
                <a:cubicBezTo>
                  <a:pt x="7795319" y="3672368"/>
                  <a:pt x="7795319" y="3674772"/>
                  <a:pt x="7793817" y="3676200"/>
                </a:cubicBezTo>
                <a:lnTo>
                  <a:pt x="7627095" y="3843522"/>
                </a:lnTo>
                <a:lnTo>
                  <a:pt x="7507409" y="3843522"/>
                </a:lnTo>
                <a:lnTo>
                  <a:pt x="7506883" y="3842996"/>
                </a:lnTo>
                <a:lnTo>
                  <a:pt x="7506883" y="3882143"/>
                </a:lnTo>
                <a:lnTo>
                  <a:pt x="7499370" y="3882143"/>
                </a:lnTo>
                <a:lnTo>
                  <a:pt x="7499370" y="3735556"/>
                </a:lnTo>
                <a:lnTo>
                  <a:pt x="7569920" y="3664706"/>
                </a:lnTo>
                <a:lnTo>
                  <a:pt x="7569920" y="3485664"/>
                </a:lnTo>
                <a:lnTo>
                  <a:pt x="7485696" y="3401139"/>
                </a:lnTo>
                <a:lnTo>
                  <a:pt x="7392156" y="3401139"/>
                </a:lnTo>
                <a:lnTo>
                  <a:pt x="7389977" y="3398961"/>
                </a:lnTo>
                <a:lnTo>
                  <a:pt x="7389977" y="3424731"/>
                </a:lnTo>
                <a:lnTo>
                  <a:pt x="7487949" y="3523004"/>
                </a:lnTo>
                <a:lnTo>
                  <a:pt x="7487949" y="3638936"/>
                </a:lnTo>
                <a:lnTo>
                  <a:pt x="7427468" y="3699642"/>
                </a:lnTo>
                <a:lnTo>
                  <a:pt x="7427468" y="3882143"/>
                </a:lnTo>
                <a:lnTo>
                  <a:pt x="7420104" y="3882143"/>
                </a:lnTo>
                <a:lnTo>
                  <a:pt x="7420104" y="3696487"/>
                </a:lnTo>
                <a:lnTo>
                  <a:pt x="7480587" y="3635780"/>
                </a:lnTo>
                <a:lnTo>
                  <a:pt x="7480587" y="3526160"/>
                </a:lnTo>
                <a:lnTo>
                  <a:pt x="7382613" y="3427886"/>
                </a:lnTo>
                <a:lnTo>
                  <a:pt x="7382613" y="3112475"/>
                </a:lnTo>
                <a:lnTo>
                  <a:pt x="7851670" y="2641694"/>
                </a:lnTo>
                <a:lnTo>
                  <a:pt x="7851670" y="2422510"/>
                </a:lnTo>
                <a:lnTo>
                  <a:pt x="7829863" y="2415841"/>
                </a:lnTo>
                <a:cubicBezTo>
                  <a:pt x="7790291" y="2401565"/>
                  <a:pt x="7718177" y="2372024"/>
                  <a:pt x="7698850" y="2364079"/>
                </a:cubicBezTo>
                <a:lnTo>
                  <a:pt x="7603054" y="2364079"/>
                </a:lnTo>
                <a:lnTo>
                  <a:pt x="7603054" y="2094351"/>
                </a:lnTo>
                <a:lnTo>
                  <a:pt x="7732208" y="1964746"/>
                </a:lnTo>
                <a:cubicBezTo>
                  <a:pt x="7733710" y="1963242"/>
                  <a:pt x="7736040" y="1963242"/>
                  <a:pt x="7737542" y="1964746"/>
                </a:cubicBezTo>
                <a:cubicBezTo>
                  <a:pt x="7739045" y="1966249"/>
                  <a:pt x="7739045" y="1968652"/>
                  <a:pt x="7737542" y="1970080"/>
                </a:cubicBezTo>
                <a:lnTo>
                  <a:pt x="7610643" y="2097431"/>
                </a:lnTo>
                <a:lnTo>
                  <a:pt x="7610643" y="2356491"/>
                </a:lnTo>
                <a:lnTo>
                  <a:pt x="7701103" y="2356792"/>
                </a:lnTo>
                <a:cubicBezTo>
                  <a:pt x="7742689" y="2373922"/>
                  <a:pt x="7804223" y="2398616"/>
                  <a:pt x="7835783" y="2409956"/>
                </a:cubicBezTo>
                <a:lnTo>
                  <a:pt x="7851670" y="2414882"/>
                </a:lnTo>
                <a:lnTo>
                  <a:pt x="7851670" y="2349053"/>
                </a:lnTo>
                <a:lnTo>
                  <a:pt x="7944460" y="2349053"/>
                </a:lnTo>
                <a:lnTo>
                  <a:pt x="7944460" y="2274671"/>
                </a:lnTo>
                <a:lnTo>
                  <a:pt x="7796072" y="2274671"/>
                </a:lnTo>
                <a:lnTo>
                  <a:pt x="7796072" y="2319374"/>
                </a:lnTo>
                <a:cubicBezTo>
                  <a:pt x="7796072" y="2321479"/>
                  <a:pt x="7794419" y="2323131"/>
                  <a:pt x="7792315" y="2323131"/>
                </a:cubicBezTo>
                <a:cubicBezTo>
                  <a:pt x="7790212" y="2323131"/>
                  <a:pt x="7788559" y="2321403"/>
                  <a:pt x="7788559" y="2319374"/>
                </a:cubicBezTo>
                <a:lnTo>
                  <a:pt x="7788559" y="2274671"/>
                </a:lnTo>
                <a:lnTo>
                  <a:pt x="7739389" y="2274671"/>
                </a:lnTo>
                <a:lnTo>
                  <a:pt x="7734781" y="2285838"/>
                </a:lnTo>
                <a:cubicBezTo>
                  <a:pt x="7730387" y="2290260"/>
                  <a:pt x="7724319" y="2293003"/>
                  <a:pt x="7717633" y="2293003"/>
                </a:cubicBezTo>
                <a:cubicBezTo>
                  <a:pt x="7704258" y="2293003"/>
                  <a:pt x="7693364" y="2282108"/>
                  <a:pt x="7693364" y="2268585"/>
                </a:cubicBezTo>
                <a:cubicBezTo>
                  <a:pt x="7693364" y="2255061"/>
                  <a:pt x="7704258" y="2244167"/>
                  <a:pt x="7717633" y="2244167"/>
                </a:cubicBezTo>
                <a:cubicBezTo>
                  <a:pt x="7724319" y="2244167"/>
                  <a:pt x="7730387" y="2246891"/>
                  <a:pt x="7734781" y="2251305"/>
                </a:cubicBezTo>
                <a:lnTo>
                  <a:pt x="7741313" y="2267158"/>
                </a:lnTo>
                <a:lnTo>
                  <a:pt x="7944460" y="2267158"/>
                </a:lnTo>
                <a:lnTo>
                  <a:pt x="7944460" y="2192775"/>
                </a:lnTo>
                <a:lnTo>
                  <a:pt x="7877591" y="2192775"/>
                </a:lnTo>
                <a:lnTo>
                  <a:pt x="7877591" y="1950620"/>
                </a:lnTo>
                <a:cubicBezTo>
                  <a:pt x="7877591" y="1948517"/>
                  <a:pt x="7879244" y="1946864"/>
                  <a:pt x="7881348" y="1946864"/>
                </a:cubicBezTo>
                <a:close/>
                <a:moveTo>
                  <a:pt x="4302655" y="1946864"/>
                </a:moveTo>
                <a:cubicBezTo>
                  <a:pt x="4304759" y="1946864"/>
                  <a:pt x="4306412" y="1948517"/>
                  <a:pt x="4306412" y="1950620"/>
                </a:cubicBezTo>
                <a:lnTo>
                  <a:pt x="4306412" y="2192775"/>
                </a:lnTo>
                <a:lnTo>
                  <a:pt x="4239544" y="2192775"/>
                </a:lnTo>
                <a:lnTo>
                  <a:pt x="4239544" y="2267158"/>
                </a:lnTo>
                <a:lnTo>
                  <a:pt x="4442691" y="2267158"/>
                </a:lnTo>
                <a:lnTo>
                  <a:pt x="4449222" y="2251305"/>
                </a:lnTo>
                <a:cubicBezTo>
                  <a:pt x="4453617" y="2246891"/>
                  <a:pt x="4459683" y="2244167"/>
                  <a:pt x="4466371" y="2244167"/>
                </a:cubicBezTo>
                <a:cubicBezTo>
                  <a:pt x="4479744" y="2244167"/>
                  <a:pt x="4490639" y="2255061"/>
                  <a:pt x="4490639" y="2268585"/>
                </a:cubicBezTo>
                <a:cubicBezTo>
                  <a:pt x="4490639" y="2282108"/>
                  <a:pt x="4479744" y="2293003"/>
                  <a:pt x="4466371" y="2293003"/>
                </a:cubicBezTo>
                <a:cubicBezTo>
                  <a:pt x="4459683" y="2293003"/>
                  <a:pt x="4453617" y="2290260"/>
                  <a:pt x="4449222" y="2285838"/>
                </a:cubicBezTo>
                <a:lnTo>
                  <a:pt x="4444614" y="2274671"/>
                </a:lnTo>
                <a:lnTo>
                  <a:pt x="4395445" y="2274671"/>
                </a:lnTo>
                <a:lnTo>
                  <a:pt x="4395445" y="2319374"/>
                </a:lnTo>
                <a:cubicBezTo>
                  <a:pt x="4395445" y="2321403"/>
                  <a:pt x="4393792" y="2323131"/>
                  <a:pt x="4391689" y="2323131"/>
                </a:cubicBezTo>
                <a:cubicBezTo>
                  <a:pt x="4389585" y="2323131"/>
                  <a:pt x="4387932" y="2321479"/>
                  <a:pt x="4387932" y="2319374"/>
                </a:cubicBezTo>
                <a:lnTo>
                  <a:pt x="4387932" y="2274671"/>
                </a:lnTo>
                <a:lnTo>
                  <a:pt x="4239544" y="2274671"/>
                </a:lnTo>
                <a:lnTo>
                  <a:pt x="4239544" y="2349053"/>
                </a:lnTo>
                <a:lnTo>
                  <a:pt x="4332334" y="2349053"/>
                </a:lnTo>
                <a:lnTo>
                  <a:pt x="4332334" y="2414882"/>
                </a:lnTo>
                <a:lnTo>
                  <a:pt x="4348220" y="2409956"/>
                </a:lnTo>
                <a:cubicBezTo>
                  <a:pt x="4379780" y="2398616"/>
                  <a:pt x="4441314" y="2373922"/>
                  <a:pt x="4482901" y="2356792"/>
                </a:cubicBezTo>
                <a:lnTo>
                  <a:pt x="4573360" y="2356491"/>
                </a:lnTo>
                <a:lnTo>
                  <a:pt x="4573360" y="2097431"/>
                </a:lnTo>
                <a:lnTo>
                  <a:pt x="4446461" y="1970080"/>
                </a:lnTo>
                <a:cubicBezTo>
                  <a:pt x="4444958" y="1968652"/>
                  <a:pt x="4444958" y="1966249"/>
                  <a:pt x="4446461" y="1964746"/>
                </a:cubicBezTo>
                <a:cubicBezTo>
                  <a:pt x="4447964" y="1963242"/>
                  <a:pt x="4450293" y="1963242"/>
                  <a:pt x="4451795" y="1964746"/>
                </a:cubicBezTo>
                <a:lnTo>
                  <a:pt x="4580949" y="2094351"/>
                </a:lnTo>
                <a:lnTo>
                  <a:pt x="4580949" y="2364079"/>
                </a:lnTo>
                <a:lnTo>
                  <a:pt x="4485154" y="2364079"/>
                </a:lnTo>
                <a:cubicBezTo>
                  <a:pt x="4465826" y="2372024"/>
                  <a:pt x="4393712" y="2401565"/>
                  <a:pt x="4354139" y="2415841"/>
                </a:cubicBezTo>
                <a:lnTo>
                  <a:pt x="4332334" y="2422510"/>
                </a:lnTo>
                <a:lnTo>
                  <a:pt x="4332334" y="2641694"/>
                </a:lnTo>
                <a:lnTo>
                  <a:pt x="4801390" y="3112475"/>
                </a:lnTo>
                <a:lnTo>
                  <a:pt x="4801390" y="3427886"/>
                </a:lnTo>
                <a:lnTo>
                  <a:pt x="4703416" y="3526160"/>
                </a:lnTo>
                <a:lnTo>
                  <a:pt x="4703416" y="3635780"/>
                </a:lnTo>
                <a:lnTo>
                  <a:pt x="4763899" y="3696487"/>
                </a:lnTo>
                <a:lnTo>
                  <a:pt x="4763899" y="3882143"/>
                </a:lnTo>
                <a:lnTo>
                  <a:pt x="4756535" y="3882143"/>
                </a:lnTo>
                <a:lnTo>
                  <a:pt x="4756535" y="3699642"/>
                </a:lnTo>
                <a:lnTo>
                  <a:pt x="4696053" y="3638936"/>
                </a:lnTo>
                <a:lnTo>
                  <a:pt x="4696053" y="3523004"/>
                </a:lnTo>
                <a:lnTo>
                  <a:pt x="4794027" y="3424731"/>
                </a:lnTo>
                <a:lnTo>
                  <a:pt x="4794027" y="3398961"/>
                </a:lnTo>
                <a:lnTo>
                  <a:pt x="4791848" y="3401139"/>
                </a:lnTo>
                <a:lnTo>
                  <a:pt x="4698308" y="3401139"/>
                </a:lnTo>
                <a:lnTo>
                  <a:pt x="4614083" y="3485664"/>
                </a:lnTo>
                <a:lnTo>
                  <a:pt x="4614083" y="3664706"/>
                </a:lnTo>
                <a:lnTo>
                  <a:pt x="4684633" y="3735556"/>
                </a:lnTo>
                <a:lnTo>
                  <a:pt x="4684633" y="3882143"/>
                </a:lnTo>
                <a:lnTo>
                  <a:pt x="4677120" y="3882143"/>
                </a:lnTo>
                <a:lnTo>
                  <a:pt x="4677120" y="3842996"/>
                </a:lnTo>
                <a:lnTo>
                  <a:pt x="4676594" y="3843522"/>
                </a:lnTo>
                <a:lnTo>
                  <a:pt x="4556908" y="3843522"/>
                </a:lnTo>
                <a:lnTo>
                  <a:pt x="4390186" y="3676200"/>
                </a:lnTo>
                <a:cubicBezTo>
                  <a:pt x="4388684" y="3674772"/>
                  <a:pt x="4388684" y="3672368"/>
                  <a:pt x="4390186" y="3670867"/>
                </a:cubicBezTo>
                <a:cubicBezTo>
                  <a:pt x="4391689" y="3669364"/>
                  <a:pt x="4394018" y="3669364"/>
                  <a:pt x="4395520" y="3670867"/>
                </a:cubicBezTo>
                <a:lnTo>
                  <a:pt x="4560062" y="3836010"/>
                </a:lnTo>
                <a:lnTo>
                  <a:pt x="4676594" y="3836010"/>
                </a:lnTo>
                <a:lnTo>
                  <a:pt x="4677120" y="3836536"/>
                </a:lnTo>
                <a:lnTo>
                  <a:pt x="4677120" y="3738712"/>
                </a:lnTo>
                <a:lnTo>
                  <a:pt x="4606570" y="3667862"/>
                </a:lnTo>
                <a:lnTo>
                  <a:pt x="4606570" y="3482584"/>
                </a:lnTo>
                <a:lnTo>
                  <a:pt x="4695227" y="3393626"/>
                </a:lnTo>
                <a:lnTo>
                  <a:pt x="4791848" y="3393626"/>
                </a:lnTo>
                <a:lnTo>
                  <a:pt x="4794027" y="3395805"/>
                </a:lnTo>
                <a:lnTo>
                  <a:pt x="4794027" y="3115632"/>
                </a:lnTo>
                <a:lnTo>
                  <a:pt x="4329708" y="2649656"/>
                </a:lnTo>
                <a:lnTo>
                  <a:pt x="4328577" y="2650788"/>
                </a:lnTo>
                <a:lnTo>
                  <a:pt x="4328577" y="2650713"/>
                </a:lnTo>
                <a:cubicBezTo>
                  <a:pt x="4326472" y="2650713"/>
                  <a:pt x="4324820" y="2649059"/>
                  <a:pt x="4324820" y="2646956"/>
                </a:cubicBezTo>
                <a:lnTo>
                  <a:pt x="4324820" y="2644750"/>
                </a:lnTo>
                <a:lnTo>
                  <a:pt x="4268996" y="2588727"/>
                </a:lnTo>
                <a:lnTo>
                  <a:pt x="4181536" y="2588727"/>
                </a:lnTo>
                <a:lnTo>
                  <a:pt x="4735348" y="3144557"/>
                </a:lnTo>
                <a:cubicBezTo>
                  <a:pt x="4736850" y="3145985"/>
                  <a:pt x="4736850" y="3148391"/>
                  <a:pt x="4735348" y="3149892"/>
                </a:cubicBezTo>
                <a:cubicBezTo>
                  <a:pt x="4734672" y="3150644"/>
                  <a:pt x="4733694" y="3151019"/>
                  <a:pt x="4732718" y="3151019"/>
                </a:cubicBezTo>
                <a:lnTo>
                  <a:pt x="4732643" y="3151019"/>
                </a:lnTo>
                <a:cubicBezTo>
                  <a:pt x="4731741" y="3151019"/>
                  <a:pt x="4730764" y="3150644"/>
                  <a:pt x="4730013" y="3149892"/>
                </a:cubicBezTo>
                <a:lnTo>
                  <a:pt x="4175455" y="2593311"/>
                </a:lnTo>
                <a:lnTo>
                  <a:pt x="4175455" y="2588727"/>
                </a:lnTo>
                <a:lnTo>
                  <a:pt x="4043822" y="2588727"/>
                </a:lnTo>
                <a:lnTo>
                  <a:pt x="4043822" y="2766192"/>
                </a:lnTo>
                <a:lnTo>
                  <a:pt x="4136536" y="2766192"/>
                </a:lnTo>
                <a:lnTo>
                  <a:pt x="4622723" y="3254102"/>
                </a:lnTo>
                <a:lnTo>
                  <a:pt x="4622723" y="3358463"/>
                </a:lnTo>
                <a:lnTo>
                  <a:pt x="4551346" y="3430065"/>
                </a:lnTo>
                <a:lnTo>
                  <a:pt x="4361559" y="3430065"/>
                </a:lnTo>
                <a:lnTo>
                  <a:pt x="4363514" y="3432020"/>
                </a:lnTo>
                <a:lnTo>
                  <a:pt x="4363514" y="3506401"/>
                </a:lnTo>
                <a:lnTo>
                  <a:pt x="4440300" y="3506401"/>
                </a:lnTo>
                <a:cubicBezTo>
                  <a:pt x="4442403" y="3506401"/>
                  <a:pt x="4444056" y="3508129"/>
                  <a:pt x="4444056" y="3510157"/>
                </a:cubicBezTo>
                <a:cubicBezTo>
                  <a:pt x="4444056" y="3512185"/>
                  <a:pt x="4442403" y="3513914"/>
                  <a:pt x="4440300" y="3513914"/>
                </a:cubicBezTo>
                <a:lnTo>
                  <a:pt x="4363514" y="3513914"/>
                </a:lnTo>
                <a:lnTo>
                  <a:pt x="4363514" y="3590174"/>
                </a:lnTo>
                <a:lnTo>
                  <a:pt x="4528807" y="3590174"/>
                </a:lnTo>
                <a:lnTo>
                  <a:pt x="4528807" y="3522836"/>
                </a:lnTo>
                <a:lnTo>
                  <a:pt x="4514587" y="3516895"/>
                </a:lnTo>
                <a:cubicBezTo>
                  <a:pt x="4510192" y="3512471"/>
                  <a:pt x="4507468" y="3506366"/>
                  <a:pt x="4507468" y="3499643"/>
                </a:cubicBezTo>
                <a:cubicBezTo>
                  <a:pt x="4507468" y="3486118"/>
                  <a:pt x="4518363" y="3475224"/>
                  <a:pt x="4531736" y="3475224"/>
                </a:cubicBezTo>
                <a:cubicBezTo>
                  <a:pt x="4545110" y="3475224"/>
                  <a:pt x="4556004" y="3486118"/>
                  <a:pt x="4556004" y="3499643"/>
                </a:cubicBezTo>
                <a:cubicBezTo>
                  <a:pt x="4556004" y="3506405"/>
                  <a:pt x="4553280" y="3512509"/>
                  <a:pt x="4548884" y="3516923"/>
                </a:cubicBezTo>
                <a:lnTo>
                  <a:pt x="4536320" y="3522153"/>
                </a:lnTo>
                <a:lnTo>
                  <a:pt x="4536320" y="3597762"/>
                </a:lnTo>
                <a:lnTo>
                  <a:pt x="4458085" y="3597762"/>
                </a:lnTo>
                <a:lnTo>
                  <a:pt x="4604316" y="3744498"/>
                </a:lnTo>
                <a:cubicBezTo>
                  <a:pt x="4605818" y="3745925"/>
                  <a:pt x="4605818" y="3748330"/>
                  <a:pt x="4604316" y="3749833"/>
                </a:cubicBezTo>
                <a:cubicBezTo>
                  <a:pt x="4603639" y="3750583"/>
                  <a:pt x="4602664" y="3750959"/>
                  <a:pt x="4601686" y="3750959"/>
                </a:cubicBezTo>
                <a:lnTo>
                  <a:pt x="4601612" y="3750959"/>
                </a:lnTo>
                <a:cubicBezTo>
                  <a:pt x="4600710" y="3750959"/>
                  <a:pt x="4599732" y="3750583"/>
                  <a:pt x="4598981" y="3749833"/>
                </a:cubicBezTo>
                <a:lnTo>
                  <a:pt x="4447433" y="3597762"/>
                </a:lnTo>
                <a:lnTo>
                  <a:pt x="4355926" y="3597762"/>
                </a:lnTo>
                <a:lnTo>
                  <a:pt x="4356001" y="3597688"/>
                </a:lnTo>
                <a:lnTo>
                  <a:pt x="4356001" y="3432020"/>
                </a:lnTo>
                <a:lnTo>
                  <a:pt x="4357954" y="3430065"/>
                </a:lnTo>
                <a:lnTo>
                  <a:pt x="4302054" y="3430065"/>
                </a:lnTo>
                <a:lnTo>
                  <a:pt x="4301979" y="3429916"/>
                </a:lnTo>
                <a:cubicBezTo>
                  <a:pt x="4299875" y="3429916"/>
                  <a:pt x="4298223" y="3428187"/>
                  <a:pt x="4298223" y="3426159"/>
                </a:cubicBezTo>
                <a:cubicBezTo>
                  <a:pt x="4298223" y="3424130"/>
                  <a:pt x="4299875" y="3422401"/>
                  <a:pt x="4301979" y="3422401"/>
                </a:cubicBezTo>
                <a:lnTo>
                  <a:pt x="4548191" y="3422401"/>
                </a:lnTo>
                <a:lnTo>
                  <a:pt x="4615134" y="3355233"/>
                </a:lnTo>
                <a:lnTo>
                  <a:pt x="4615134" y="3257183"/>
                </a:lnTo>
                <a:lnTo>
                  <a:pt x="4133381" y="2773705"/>
                </a:lnTo>
                <a:lnTo>
                  <a:pt x="4043822" y="2773705"/>
                </a:lnTo>
                <a:lnTo>
                  <a:pt x="4043822" y="3046661"/>
                </a:lnTo>
                <a:lnTo>
                  <a:pt x="4159001" y="3046661"/>
                </a:lnTo>
                <a:lnTo>
                  <a:pt x="4254871" y="3093317"/>
                </a:lnTo>
                <a:cubicBezTo>
                  <a:pt x="4256750" y="3094218"/>
                  <a:pt x="4257500" y="3096473"/>
                  <a:pt x="4256598" y="3098352"/>
                </a:cubicBezTo>
                <a:cubicBezTo>
                  <a:pt x="4255697" y="3100230"/>
                  <a:pt x="4253443" y="3100981"/>
                  <a:pt x="4251565" y="3100079"/>
                </a:cubicBezTo>
                <a:lnTo>
                  <a:pt x="4157273" y="3054173"/>
                </a:lnTo>
                <a:lnTo>
                  <a:pt x="4036233" y="3054173"/>
                </a:lnTo>
                <a:lnTo>
                  <a:pt x="4036233" y="2581139"/>
                </a:lnTo>
                <a:lnTo>
                  <a:pt x="4272001" y="2581139"/>
                </a:lnTo>
                <a:lnTo>
                  <a:pt x="4324820" y="2634153"/>
                </a:lnTo>
                <a:lnTo>
                  <a:pt x="4324820" y="2419903"/>
                </a:lnTo>
                <a:lnTo>
                  <a:pt x="4324820" y="2356566"/>
                </a:lnTo>
                <a:lnTo>
                  <a:pt x="4232031" y="2356566"/>
                </a:lnTo>
                <a:lnTo>
                  <a:pt x="4232031" y="2271816"/>
                </a:lnTo>
                <a:lnTo>
                  <a:pt x="4231128" y="2270914"/>
                </a:lnTo>
                <a:lnTo>
                  <a:pt x="4232031" y="2270012"/>
                </a:lnTo>
                <a:lnTo>
                  <a:pt x="4232031" y="2013959"/>
                </a:lnTo>
                <a:lnTo>
                  <a:pt x="4024287" y="2013959"/>
                </a:lnTo>
                <a:cubicBezTo>
                  <a:pt x="4022183" y="2013959"/>
                  <a:pt x="4020531" y="2012230"/>
                  <a:pt x="4020531" y="2010202"/>
                </a:cubicBezTo>
                <a:cubicBezTo>
                  <a:pt x="4020531" y="2008174"/>
                  <a:pt x="4022183" y="2006444"/>
                  <a:pt x="4024287" y="2006444"/>
                </a:cubicBezTo>
                <a:lnTo>
                  <a:pt x="4239544" y="2006444"/>
                </a:lnTo>
                <a:lnTo>
                  <a:pt x="4239544" y="2185261"/>
                </a:lnTo>
                <a:lnTo>
                  <a:pt x="4239619" y="2185187"/>
                </a:lnTo>
                <a:lnTo>
                  <a:pt x="4298899" y="2185187"/>
                </a:lnTo>
                <a:lnTo>
                  <a:pt x="4298899" y="1950620"/>
                </a:lnTo>
                <a:cubicBezTo>
                  <a:pt x="4298899" y="1948592"/>
                  <a:pt x="4300551" y="1946864"/>
                  <a:pt x="4302655" y="1946864"/>
                </a:cubicBezTo>
                <a:close/>
                <a:moveTo>
                  <a:pt x="10686221" y="1946489"/>
                </a:moveTo>
                <a:cubicBezTo>
                  <a:pt x="10699594" y="1946489"/>
                  <a:pt x="10710489" y="1957382"/>
                  <a:pt x="10710489" y="1970907"/>
                </a:cubicBezTo>
                <a:cubicBezTo>
                  <a:pt x="10710489" y="1977631"/>
                  <a:pt x="10707765" y="1983736"/>
                  <a:pt x="10703369" y="1988160"/>
                </a:cubicBezTo>
                <a:lnTo>
                  <a:pt x="10688475" y="1994384"/>
                </a:lnTo>
                <a:lnTo>
                  <a:pt x="10688475" y="2140558"/>
                </a:lnTo>
                <a:lnTo>
                  <a:pt x="10796066" y="2140558"/>
                </a:lnTo>
                <a:lnTo>
                  <a:pt x="10796066" y="1969329"/>
                </a:lnTo>
                <a:cubicBezTo>
                  <a:pt x="10796066" y="1967226"/>
                  <a:pt x="10797719" y="1965572"/>
                  <a:pt x="10799822" y="1965572"/>
                </a:cubicBezTo>
                <a:cubicBezTo>
                  <a:pt x="10801926" y="1965572"/>
                  <a:pt x="10803579" y="1967301"/>
                  <a:pt x="10803579" y="1969329"/>
                </a:cubicBezTo>
                <a:lnTo>
                  <a:pt x="10803579" y="2148071"/>
                </a:lnTo>
                <a:lnTo>
                  <a:pt x="10688475" y="2148071"/>
                </a:lnTo>
                <a:lnTo>
                  <a:pt x="10688475" y="2226284"/>
                </a:lnTo>
                <a:lnTo>
                  <a:pt x="10688549" y="2226210"/>
                </a:lnTo>
                <a:lnTo>
                  <a:pt x="10866616" y="2226210"/>
                </a:lnTo>
                <a:lnTo>
                  <a:pt x="10866616" y="2147921"/>
                </a:lnTo>
                <a:lnTo>
                  <a:pt x="10989084" y="2147921"/>
                </a:lnTo>
                <a:lnTo>
                  <a:pt x="10989084" y="2073538"/>
                </a:lnTo>
                <a:lnTo>
                  <a:pt x="10989082" y="2073539"/>
                </a:lnTo>
                <a:lnTo>
                  <a:pt x="10989082" y="2073613"/>
                </a:lnTo>
                <a:lnTo>
                  <a:pt x="10888854" y="2073613"/>
                </a:lnTo>
                <a:lnTo>
                  <a:pt x="10888854" y="1973010"/>
                </a:lnTo>
                <a:cubicBezTo>
                  <a:pt x="10888854" y="1970907"/>
                  <a:pt x="10890509" y="1969255"/>
                  <a:pt x="10892612" y="1969255"/>
                </a:cubicBezTo>
                <a:cubicBezTo>
                  <a:pt x="10894716" y="1969255"/>
                  <a:pt x="10896369" y="1970982"/>
                  <a:pt x="10896369" y="1973010"/>
                </a:cubicBezTo>
                <a:lnTo>
                  <a:pt x="10896369" y="2066025"/>
                </a:lnTo>
                <a:lnTo>
                  <a:pt x="10989082" y="2066025"/>
                </a:lnTo>
                <a:lnTo>
                  <a:pt x="10989084" y="2066026"/>
                </a:lnTo>
                <a:lnTo>
                  <a:pt x="10989084" y="1980374"/>
                </a:lnTo>
                <a:cubicBezTo>
                  <a:pt x="10989084" y="1978271"/>
                  <a:pt x="10990737" y="1976617"/>
                  <a:pt x="10992840" y="1976617"/>
                </a:cubicBezTo>
                <a:cubicBezTo>
                  <a:pt x="10994944" y="1976617"/>
                  <a:pt x="10996597" y="1978345"/>
                  <a:pt x="10996597" y="1980374"/>
                </a:cubicBezTo>
                <a:lnTo>
                  <a:pt x="10996597" y="2155510"/>
                </a:lnTo>
                <a:lnTo>
                  <a:pt x="10874129" y="2155510"/>
                </a:lnTo>
                <a:lnTo>
                  <a:pt x="10874129" y="2226210"/>
                </a:lnTo>
                <a:lnTo>
                  <a:pt x="10963237" y="2226210"/>
                </a:lnTo>
                <a:lnTo>
                  <a:pt x="10963237" y="2401270"/>
                </a:lnTo>
                <a:cubicBezTo>
                  <a:pt x="10963237" y="2403374"/>
                  <a:pt x="10961584" y="2405026"/>
                  <a:pt x="10959480" y="2405026"/>
                </a:cubicBezTo>
                <a:lnTo>
                  <a:pt x="10959405" y="2405026"/>
                </a:lnTo>
                <a:cubicBezTo>
                  <a:pt x="10957301" y="2405026"/>
                  <a:pt x="10955648" y="2403299"/>
                  <a:pt x="10955648" y="2401270"/>
                </a:cubicBezTo>
                <a:lnTo>
                  <a:pt x="10955648" y="2233722"/>
                </a:lnTo>
                <a:lnTo>
                  <a:pt x="10688549" y="2233722"/>
                </a:lnTo>
                <a:lnTo>
                  <a:pt x="10688475" y="2233648"/>
                </a:lnTo>
                <a:lnTo>
                  <a:pt x="10688475" y="2431173"/>
                </a:lnTo>
                <a:lnTo>
                  <a:pt x="10555338" y="2431173"/>
                </a:lnTo>
                <a:lnTo>
                  <a:pt x="10440761" y="2460851"/>
                </a:lnTo>
                <a:cubicBezTo>
                  <a:pt x="10440761" y="2460851"/>
                  <a:pt x="10440159" y="2461002"/>
                  <a:pt x="10439783" y="2461002"/>
                </a:cubicBezTo>
                <a:lnTo>
                  <a:pt x="10439859" y="2460927"/>
                </a:lnTo>
                <a:cubicBezTo>
                  <a:pt x="10438205" y="2460927"/>
                  <a:pt x="10436628" y="2459799"/>
                  <a:pt x="10436177" y="2458071"/>
                </a:cubicBezTo>
                <a:cubicBezTo>
                  <a:pt x="10435651" y="2456043"/>
                  <a:pt x="10436854" y="2454015"/>
                  <a:pt x="10438882" y="2453489"/>
                </a:cubicBezTo>
                <a:lnTo>
                  <a:pt x="10554889" y="2423585"/>
                </a:lnTo>
                <a:lnTo>
                  <a:pt x="10680962" y="2423585"/>
                </a:lnTo>
                <a:lnTo>
                  <a:pt x="10680962" y="1993136"/>
                </a:lnTo>
                <a:lnTo>
                  <a:pt x="10669072" y="1988188"/>
                </a:lnTo>
                <a:cubicBezTo>
                  <a:pt x="10664676" y="1983774"/>
                  <a:pt x="10661952" y="1977669"/>
                  <a:pt x="10661952" y="1970907"/>
                </a:cubicBezTo>
                <a:cubicBezTo>
                  <a:pt x="10661952" y="1957382"/>
                  <a:pt x="10672847" y="1946489"/>
                  <a:pt x="10686221" y="1946489"/>
                </a:cubicBezTo>
                <a:close/>
                <a:moveTo>
                  <a:pt x="1497782" y="1946489"/>
                </a:moveTo>
                <a:cubicBezTo>
                  <a:pt x="1511156" y="1946489"/>
                  <a:pt x="1522050" y="1957382"/>
                  <a:pt x="1522050" y="1970907"/>
                </a:cubicBezTo>
                <a:cubicBezTo>
                  <a:pt x="1522050" y="1977669"/>
                  <a:pt x="1519326" y="1983774"/>
                  <a:pt x="1514930" y="1988188"/>
                </a:cubicBezTo>
                <a:lnTo>
                  <a:pt x="1503041" y="1993136"/>
                </a:lnTo>
                <a:lnTo>
                  <a:pt x="1503041" y="2423585"/>
                </a:lnTo>
                <a:lnTo>
                  <a:pt x="1629115" y="2423585"/>
                </a:lnTo>
                <a:lnTo>
                  <a:pt x="1745121" y="2453489"/>
                </a:lnTo>
                <a:cubicBezTo>
                  <a:pt x="1747148" y="2454015"/>
                  <a:pt x="1748352" y="2456043"/>
                  <a:pt x="1747826" y="2458071"/>
                </a:cubicBezTo>
                <a:cubicBezTo>
                  <a:pt x="1747374" y="2459799"/>
                  <a:pt x="1745797" y="2460927"/>
                  <a:pt x="1744143" y="2460927"/>
                </a:cubicBezTo>
                <a:lnTo>
                  <a:pt x="1744219" y="2461002"/>
                </a:lnTo>
                <a:cubicBezTo>
                  <a:pt x="1743843" y="2461002"/>
                  <a:pt x="1743242" y="2460851"/>
                  <a:pt x="1743242" y="2460851"/>
                </a:cubicBezTo>
                <a:lnTo>
                  <a:pt x="1628664" y="2431173"/>
                </a:lnTo>
                <a:lnTo>
                  <a:pt x="1495527" y="2431173"/>
                </a:lnTo>
                <a:lnTo>
                  <a:pt x="1495527" y="2233648"/>
                </a:lnTo>
                <a:lnTo>
                  <a:pt x="1495453" y="2233722"/>
                </a:lnTo>
                <a:lnTo>
                  <a:pt x="1228354" y="2233722"/>
                </a:lnTo>
                <a:lnTo>
                  <a:pt x="1228354" y="2401270"/>
                </a:lnTo>
                <a:cubicBezTo>
                  <a:pt x="1228354" y="2403299"/>
                  <a:pt x="1226701" y="2405026"/>
                  <a:pt x="1224597" y="2405026"/>
                </a:cubicBezTo>
                <a:lnTo>
                  <a:pt x="1224523" y="2405026"/>
                </a:lnTo>
                <a:cubicBezTo>
                  <a:pt x="1222418" y="2405026"/>
                  <a:pt x="1220766" y="2403374"/>
                  <a:pt x="1220766" y="2401270"/>
                </a:cubicBezTo>
                <a:lnTo>
                  <a:pt x="1220766" y="2226210"/>
                </a:lnTo>
                <a:lnTo>
                  <a:pt x="1309873" y="2226210"/>
                </a:lnTo>
                <a:lnTo>
                  <a:pt x="1309873" y="2155510"/>
                </a:lnTo>
                <a:lnTo>
                  <a:pt x="1187405" y="2155510"/>
                </a:lnTo>
                <a:lnTo>
                  <a:pt x="1187405" y="1980374"/>
                </a:lnTo>
                <a:cubicBezTo>
                  <a:pt x="1187405" y="1978345"/>
                  <a:pt x="1189059" y="1976617"/>
                  <a:pt x="1191163" y="1976617"/>
                </a:cubicBezTo>
                <a:cubicBezTo>
                  <a:pt x="1193266" y="1976617"/>
                  <a:pt x="1194919" y="1978271"/>
                  <a:pt x="1194919" y="1980374"/>
                </a:cubicBezTo>
                <a:lnTo>
                  <a:pt x="1194919" y="2066026"/>
                </a:lnTo>
                <a:lnTo>
                  <a:pt x="1194920" y="2066025"/>
                </a:lnTo>
                <a:lnTo>
                  <a:pt x="1287633" y="2066025"/>
                </a:lnTo>
                <a:lnTo>
                  <a:pt x="1287633" y="1973010"/>
                </a:lnTo>
                <a:cubicBezTo>
                  <a:pt x="1287633" y="1970982"/>
                  <a:pt x="1289287" y="1969255"/>
                  <a:pt x="1291391" y="1969255"/>
                </a:cubicBezTo>
                <a:cubicBezTo>
                  <a:pt x="1293494" y="1969255"/>
                  <a:pt x="1295148" y="1970907"/>
                  <a:pt x="1295148" y="1973010"/>
                </a:cubicBezTo>
                <a:lnTo>
                  <a:pt x="1295148" y="2073613"/>
                </a:lnTo>
                <a:lnTo>
                  <a:pt x="1194920" y="2073613"/>
                </a:lnTo>
                <a:lnTo>
                  <a:pt x="1194920" y="2073539"/>
                </a:lnTo>
                <a:lnTo>
                  <a:pt x="1194919" y="2073538"/>
                </a:lnTo>
                <a:lnTo>
                  <a:pt x="1194919" y="2147921"/>
                </a:lnTo>
                <a:lnTo>
                  <a:pt x="1317386" y="2147921"/>
                </a:lnTo>
                <a:lnTo>
                  <a:pt x="1317386" y="2226210"/>
                </a:lnTo>
                <a:lnTo>
                  <a:pt x="1495453" y="2226210"/>
                </a:lnTo>
                <a:lnTo>
                  <a:pt x="1495527" y="2226284"/>
                </a:lnTo>
                <a:lnTo>
                  <a:pt x="1495527" y="2148071"/>
                </a:lnTo>
                <a:lnTo>
                  <a:pt x="1380423" y="2148071"/>
                </a:lnTo>
                <a:lnTo>
                  <a:pt x="1380423" y="1969329"/>
                </a:lnTo>
                <a:cubicBezTo>
                  <a:pt x="1380423" y="1967301"/>
                  <a:pt x="1382076" y="1965572"/>
                  <a:pt x="1384180" y="1965572"/>
                </a:cubicBezTo>
                <a:cubicBezTo>
                  <a:pt x="1386283" y="1965572"/>
                  <a:pt x="1387936" y="1967226"/>
                  <a:pt x="1387936" y="1969329"/>
                </a:cubicBezTo>
                <a:lnTo>
                  <a:pt x="1387936" y="2140558"/>
                </a:lnTo>
                <a:lnTo>
                  <a:pt x="1495527" y="2140558"/>
                </a:lnTo>
                <a:lnTo>
                  <a:pt x="1495527" y="1994384"/>
                </a:lnTo>
                <a:lnTo>
                  <a:pt x="1480633" y="1988160"/>
                </a:lnTo>
                <a:cubicBezTo>
                  <a:pt x="1476237" y="1983736"/>
                  <a:pt x="1473513" y="1977631"/>
                  <a:pt x="1473513" y="1970907"/>
                </a:cubicBezTo>
                <a:cubicBezTo>
                  <a:pt x="1473513" y="1957382"/>
                  <a:pt x="1484408" y="1946489"/>
                  <a:pt x="1497782" y="1946489"/>
                </a:cubicBezTo>
                <a:close/>
                <a:moveTo>
                  <a:pt x="7539117" y="1944011"/>
                </a:moveTo>
                <a:cubicBezTo>
                  <a:pt x="7552489" y="1944011"/>
                  <a:pt x="7563384" y="1954904"/>
                  <a:pt x="7563384" y="1968428"/>
                </a:cubicBezTo>
                <a:cubicBezTo>
                  <a:pt x="7563384" y="1975152"/>
                  <a:pt x="7560660" y="1981257"/>
                  <a:pt x="7556265" y="1985681"/>
                </a:cubicBezTo>
                <a:lnTo>
                  <a:pt x="7543773" y="1990900"/>
                </a:lnTo>
                <a:lnTo>
                  <a:pt x="7543773" y="2423509"/>
                </a:lnTo>
                <a:lnTo>
                  <a:pt x="7670824" y="2423660"/>
                </a:lnTo>
                <a:lnTo>
                  <a:pt x="7766134" y="2448373"/>
                </a:lnTo>
                <a:lnTo>
                  <a:pt x="7768328" y="2443045"/>
                </a:lnTo>
                <a:cubicBezTo>
                  <a:pt x="7772724" y="2438631"/>
                  <a:pt x="7778791" y="2435907"/>
                  <a:pt x="7785477" y="2435907"/>
                </a:cubicBezTo>
                <a:cubicBezTo>
                  <a:pt x="7798851" y="2435907"/>
                  <a:pt x="7809746" y="2446800"/>
                  <a:pt x="7809746" y="2460325"/>
                </a:cubicBezTo>
                <a:cubicBezTo>
                  <a:pt x="7809746" y="2473774"/>
                  <a:pt x="7798851" y="2484743"/>
                  <a:pt x="7785477" y="2484743"/>
                </a:cubicBezTo>
                <a:cubicBezTo>
                  <a:pt x="7772103" y="2484743"/>
                  <a:pt x="7761210" y="2473848"/>
                  <a:pt x="7761210" y="2460325"/>
                </a:cubicBezTo>
                <a:lnTo>
                  <a:pt x="7763236" y="2455403"/>
                </a:lnTo>
                <a:lnTo>
                  <a:pt x="7669397" y="2431098"/>
                </a:lnTo>
                <a:lnTo>
                  <a:pt x="7536261" y="2431098"/>
                </a:lnTo>
                <a:lnTo>
                  <a:pt x="7536261" y="2233722"/>
                </a:lnTo>
                <a:lnTo>
                  <a:pt x="7269237" y="2233722"/>
                </a:lnTo>
                <a:lnTo>
                  <a:pt x="7269237" y="2401270"/>
                </a:lnTo>
                <a:cubicBezTo>
                  <a:pt x="7269237" y="2403374"/>
                  <a:pt x="7267585" y="2405026"/>
                  <a:pt x="7265481" y="2405026"/>
                </a:cubicBezTo>
                <a:lnTo>
                  <a:pt x="7265405" y="2405026"/>
                </a:lnTo>
                <a:cubicBezTo>
                  <a:pt x="7263301" y="2405026"/>
                  <a:pt x="7261649" y="2403299"/>
                  <a:pt x="7261649" y="2401270"/>
                </a:cubicBezTo>
                <a:lnTo>
                  <a:pt x="7261649" y="2226210"/>
                </a:lnTo>
                <a:lnTo>
                  <a:pt x="7350682" y="2226210"/>
                </a:lnTo>
                <a:lnTo>
                  <a:pt x="7350682" y="2155510"/>
                </a:lnTo>
                <a:lnTo>
                  <a:pt x="7228215" y="2155510"/>
                </a:lnTo>
                <a:lnTo>
                  <a:pt x="7228215" y="1980374"/>
                </a:lnTo>
                <a:cubicBezTo>
                  <a:pt x="7228215" y="1978271"/>
                  <a:pt x="7229868" y="1976617"/>
                  <a:pt x="7231971" y="1976617"/>
                </a:cubicBezTo>
                <a:cubicBezTo>
                  <a:pt x="7234075" y="1976617"/>
                  <a:pt x="7235728" y="1978345"/>
                  <a:pt x="7235728" y="1980374"/>
                </a:cubicBezTo>
                <a:lnTo>
                  <a:pt x="7235728" y="2066101"/>
                </a:lnTo>
                <a:lnTo>
                  <a:pt x="7328442" y="2066101"/>
                </a:lnTo>
                <a:lnTo>
                  <a:pt x="7328442" y="1973086"/>
                </a:lnTo>
                <a:cubicBezTo>
                  <a:pt x="7328442" y="1970982"/>
                  <a:pt x="7330096" y="1969329"/>
                  <a:pt x="7332199" y="1969329"/>
                </a:cubicBezTo>
                <a:cubicBezTo>
                  <a:pt x="7334303" y="1969329"/>
                  <a:pt x="7335956" y="1971057"/>
                  <a:pt x="7335956" y="1973086"/>
                </a:cubicBezTo>
                <a:lnTo>
                  <a:pt x="7335956" y="2073614"/>
                </a:lnTo>
                <a:lnTo>
                  <a:pt x="7235728" y="2073614"/>
                </a:lnTo>
                <a:lnTo>
                  <a:pt x="7235728" y="2147921"/>
                </a:lnTo>
                <a:lnTo>
                  <a:pt x="7358195" y="2147921"/>
                </a:lnTo>
                <a:lnTo>
                  <a:pt x="7358195" y="2226210"/>
                </a:lnTo>
                <a:lnTo>
                  <a:pt x="7536261" y="2226210"/>
                </a:lnTo>
                <a:lnTo>
                  <a:pt x="7536261" y="2148071"/>
                </a:lnTo>
                <a:lnTo>
                  <a:pt x="7421232" y="2148071"/>
                </a:lnTo>
                <a:lnTo>
                  <a:pt x="7421232" y="1969255"/>
                </a:lnTo>
                <a:cubicBezTo>
                  <a:pt x="7421232" y="1967151"/>
                  <a:pt x="7422885" y="1965499"/>
                  <a:pt x="7424988" y="1965499"/>
                </a:cubicBezTo>
                <a:cubicBezTo>
                  <a:pt x="7427092" y="1965499"/>
                  <a:pt x="7428745" y="1967226"/>
                  <a:pt x="7428745" y="1969255"/>
                </a:cubicBezTo>
                <a:lnTo>
                  <a:pt x="7428745" y="2140483"/>
                </a:lnTo>
                <a:lnTo>
                  <a:pt x="7536261" y="2140483"/>
                </a:lnTo>
                <a:lnTo>
                  <a:pt x="7536261" y="1991658"/>
                </a:lnTo>
                <a:lnTo>
                  <a:pt x="7521968" y="1985709"/>
                </a:lnTo>
                <a:cubicBezTo>
                  <a:pt x="7517572" y="1981295"/>
                  <a:pt x="7514848" y="1975190"/>
                  <a:pt x="7514848" y="1968428"/>
                </a:cubicBezTo>
                <a:cubicBezTo>
                  <a:pt x="7514848" y="1954904"/>
                  <a:pt x="7525742" y="1944011"/>
                  <a:pt x="7539117" y="1944011"/>
                </a:cubicBezTo>
                <a:close/>
                <a:moveTo>
                  <a:pt x="4644887" y="1944011"/>
                </a:moveTo>
                <a:cubicBezTo>
                  <a:pt x="4658261" y="1944011"/>
                  <a:pt x="4669154" y="1954904"/>
                  <a:pt x="4669154" y="1968428"/>
                </a:cubicBezTo>
                <a:cubicBezTo>
                  <a:pt x="4669154" y="1975190"/>
                  <a:pt x="4666431" y="1981295"/>
                  <a:pt x="4662036" y="1985709"/>
                </a:cubicBezTo>
                <a:lnTo>
                  <a:pt x="4647742" y="1991658"/>
                </a:lnTo>
                <a:lnTo>
                  <a:pt x="4647742" y="2140483"/>
                </a:lnTo>
                <a:lnTo>
                  <a:pt x="4755259" y="2140483"/>
                </a:lnTo>
                <a:lnTo>
                  <a:pt x="4755259" y="1969255"/>
                </a:lnTo>
                <a:cubicBezTo>
                  <a:pt x="4755259" y="1967226"/>
                  <a:pt x="4756911" y="1965499"/>
                  <a:pt x="4759015" y="1965499"/>
                </a:cubicBezTo>
                <a:cubicBezTo>
                  <a:pt x="4761118" y="1965499"/>
                  <a:pt x="4762771" y="1967151"/>
                  <a:pt x="4762771" y="1969255"/>
                </a:cubicBezTo>
                <a:lnTo>
                  <a:pt x="4762771" y="2148071"/>
                </a:lnTo>
                <a:lnTo>
                  <a:pt x="4647742" y="2148071"/>
                </a:lnTo>
                <a:lnTo>
                  <a:pt x="4647742" y="2226210"/>
                </a:lnTo>
                <a:lnTo>
                  <a:pt x="4825808" y="2226210"/>
                </a:lnTo>
                <a:lnTo>
                  <a:pt x="4825808" y="2147921"/>
                </a:lnTo>
                <a:lnTo>
                  <a:pt x="4948276" y="2147921"/>
                </a:lnTo>
                <a:lnTo>
                  <a:pt x="4948276" y="2073614"/>
                </a:lnTo>
                <a:lnTo>
                  <a:pt x="4848048" y="2073614"/>
                </a:lnTo>
                <a:lnTo>
                  <a:pt x="4848048" y="1973086"/>
                </a:lnTo>
                <a:cubicBezTo>
                  <a:pt x="4848048" y="1971057"/>
                  <a:pt x="4849700" y="1969329"/>
                  <a:pt x="4851805" y="1969329"/>
                </a:cubicBezTo>
                <a:cubicBezTo>
                  <a:pt x="4853908" y="1969329"/>
                  <a:pt x="4855560" y="1970982"/>
                  <a:pt x="4855560" y="1973086"/>
                </a:cubicBezTo>
                <a:lnTo>
                  <a:pt x="4855560" y="2066101"/>
                </a:lnTo>
                <a:lnTo>
                  <a:pt x="4948276" y="2066101"/>
                </a:lnTo>
                <a:lnTo>
                  <a:pt x="4948276" y="1980374"/>
                </a:lnTo>
                <a:cubicBezTo>
                  <a:pt x="4948276" y="1978345"/>
                  <a:pt x="4949928" y="1976617"/>
                  <a:pt x="4952033" y="1976617"/>
                </a:cubicBezTo>
                <a:cubicBezTo>
                  <a:pt x="4954136" y="1976617"/>
                  <a:pt x="4955788" y="1978271"/>
                  <a:pt x="4955788" y="1980374"/>
                </a:cubicBezTo>
                <a:lnTo>
                  <a:pt x="4955788" y="2155510"/>
                </a:lnTo>
                <a:lnTo>
                  <a:pt x="4833322" y="2155510"/>
                </a:lnTo>
                <a:lnTo>
                  <a:pt x="4833322" y="2226210"/>
                </a:lnTo>
                <a:lnTo>
                  <a:pt x="4922354" y="2226210"/>
                </a:lnTo>
                <a:lnTo>
                  <a:pt x="4922354" y="2401270"/>
                </a:lnTo>
                <a:cubicBezTo>
                  <a:pt x="4922354" y="2403299"/>
                  <a:pt x="4920702" y="2405026"/>
                  <a:pt x="4918598" y="2405026"/>
                </a:cubicBezTo>
                <a:lnTo>
                  <a:pt x="4918523" y="2405026"/>
                </a:lnTo>
                <a:cubicBezTo>
                  <a:pt x="4916419" y="2405026"/>
                  <a:pt x="4914766" y="2403374"/>
                  <a:pt x="4914766" y="2401270"/>
                </a:cubicBezTo>
                <a:lnTo>
                  <a:pt x="4914766" y="2233722"/>
                </a:lnTo>
                <a:lnTo>
                  <a:pt x="4647742" y="2233722"/>
                </a:lnTo>
                <a:lnTo>
                  <a:pt x="4647742" y="2431098"/>
                </a:lnTo>
                <a:lnTo>
                  <a:pt x="4514606" y="2431098"/>
                </a:lnTo>
                <a:lnTo>
                  <a:pt x="4420766" y="2455403"/>
                </a:lnTo>
                <a:lnTo>
                  <a:pt x="4422794" y="2460325"/>
                </a:lnTo>
                <a:cubicBezTo>
                  <a:pt x="4422794" y="2473848"/>
                  <a:pt x="4411899" y="2484743"/>
                  <a:pt x="4398526" y="2484743"/>
                </a:cubicBezTo>
                <a:cubicBezTo>
                  <a:pt x="4385152" y="2484743"/>
                  <a:pt x="4374257" y="2473774"/>
                  <a:pt x="4374257" y="2460325"/>
                </a:cubicBezTo>
                <a:cubicBezTo>
                  <a:pt x="4374257" y="2446800"/>
                  <a:pt x="4385152" y="2435907"/>
                  <a:pt x="4398526" y="2435907"/>
                </a:cubicBezTo>
                <a:cubicBezTo>
                  <a:pt x="4405212" y="2435907"/>
                  <a:pt x="4411279" y="2438631"/>
                  <a:pt x="4415675" y="2443045"/>
                </a:cubicBezTo>
                <a:lnTo>
                  <a:pt x="4417870" y="2448373"/>
                </a:lnTo>
                <a:lnTo>
                  <a:pt x="4513179" y="2423660"/>
                </a:lnTo>
                <a:lnTo>
                  <a:pt x="4640229" y="2423509"/>
                </a:lnTo>
                <a:lnTo>
                  <a:pt x="4640229" y="1990900"/>
                </a:lnTo>
                <a:lnTo>
                  <a:pt x="4627738" y="1985681"/>
                </a:lnTo>
                <a:cubicBezTo>
                  <a:pt x="4623342" y="1981257"/>
                  <a:pt x="4620620" y="1975152"/>
                  <a:pt x="4620620" y="1968428"/>
                </a:cubicBezTo>
                <a:cubicBezTo>
                  <a:pt x="4620620" y="1954904"/>
                  <a:pt x="4631514" y="1944011"/>
                  <a:pt x="4644887" y="1944011"/>
                </a:cubicBezTo>
                <a:close/>
                <a:moveTo>
                  <a:pt x="7944460" y="1689369"/>
                </a:moveTo>
                <a:lnTo>
                  <a:pt x="7944384" y="1689443"/>
                </a:lnTo>
                <a:lnTo>
                  <a:pt x="7944460" y="1689518"/>
                </a:lnTo>
                <a:close/>
                <a:moveTo>
                  <a:pt x="4239544" y="1689369"/>
                </a:moveTo>
                <a:lnTo>
                  <a:pt x="4239544" y="1689518"/>
                </a:lnTo>
                <a:lnTo>
                  <a:pt x="4239619" y="1689443"/>
                </a:lnTo>
                <a:close/>
                <a:moveTo>
                  <a:pt x="10347070" y="1689293"/>
                </a:moveTo>
                <a:lnTo>
                  <a:pt x="10347145" y="1689367"/>
                </a:lnTo>
                <a:lnTo>
                  <a:pt x="10347070" y="1689367"/>
                </a:lnTo>
                <a:close/>
                <a:moveTo>
                  <a:pt x="1836932" y="1689293"/>
                </a:moveTo>
                <a:lnTo>
                  <a:pt x="1836932" y="1689367"/>
                </a:lnTo>
                <a:lnTo>
                  <a:pt x="1836858" y="1689367"/>
                </a:lnTo>
                <a:close/>
                <a:moveTo>
                  <a:pt x="10421301" y="1685686"/>
                </a:moveTo>
                <a:lnTo>
                  <a:pt x="10562402" y="1685686"/>
                </a:lnTo>
                <a:lnTo>
                  <a:pt x="10562477" y="1685686"/>
                </a:lnTo>
                <a:lnTo>
                  <a:pt x="10562477" y="1750601"/>
                </a:lnTo>
                <a:lnTo>
                  <a:pt x="10494557" y="1818746"/>
                </a:lnTo>
                <a:cubicBezTo>
                  <a:pt x="10493054" y="1820250"/>
                  <a:pt x="10490725" y="1820250"/>
                  <a:pt x="10489222" y="1818746"/>
                </a:cubicBezTo>
                <a:cubicBezTo>
                  <a:pt x="10487720" y="1817318"/>
                  <a:pt x="10487720" y="1814915"/>
                  <a:pt x="10489222" y="1813412"/>
                </a:cubicBezTo>
                <a:lnTo>
                  <a:pt x="10554889" y="1747520"/>
                </a:lnTo>
                <a:lnTo>
                  <a:pt x="10554889" y="1693274"/>
                </a:lnTo>
                <a:lnTo>
                  <a:pt x="10428814" y="1693274"/>
                </a:lnTo>
                <a:lnTo>
                  <a:pt x="10428814" y="1924084"/>
                </a:lnTo>
                <a:cubicBezTo>
                  <a:pt x="10428814" y="1926111"/>
                  <a:pt x="10427161" y="1927840"/>
                  <a:pt x="10425058" y="1927840"/>
                </a:cubicBezTo>
                <a:cubicBezTo>
                  <a:pt x="10422954" y="1927840"/>
                  <a:pt x="10421301" y="1926188"/>
                  <a:pt x="10421301" y="1924084"/>
                </a:cubicBezTo>
                <a:close/>
                <a:moveTo>
                  <a:pt x="7662409" y="1685686"/>
                </a:moveTo>
                <a:lnTo>
                  <a:pt x="7803510" y="1685686"/>
                </a:lnTo>
                <a:lnTo>
                  <a:pt x="7803584" y="1685686"/>
                </a:lnTo>
                <a:lnTo>
                  <a:pt x="7803584" y="1924084"/>
                </a:lnTo>
                <a:cubicBezTo>
                  <a:pt x="7803584" y="1926111"/>
                  <a:pt x="7801932" y="1927840"/>
                  <a:pt x="7799827" y="1927840"/>
                </a:cubicBezTo>
                <a:cubicBezTo>
                  <a:pt x="7797724" y="1927840"/>
                  <a:pt x="7796072" y="1926188"/>
                  <a:pt x="7796072" y="1924084"/>
                </a:cubicBezTo>
                <a:lnTo>
                  <a:pt x="7796072" y="1693274"/>
                </a:lnTo>
                <a:lnTo>
                  <a:pt x="7669998" y="1693274"/>
                </a:lnTo>
                <a:lnTo>
                  <a:pt x="7669998" y="1747520"/>
                </a:lnTo>
                <a:lnTo>
                  <a:pt x="7735663" y="1813412"/>
                </a:lnTo>
                <a:cubicBezTo>
                  <a:pt x="7737167" y="1814840"/>
                  <a:pt x="7737167" y="1817244"/>
                  <a:pt x="7735663" y="1818746"/>
                </a:cubicBezTo>
                <a:cubicBezTo>
                  <a:pt x="7734161" y="1820250"/>
                  <a:pt x="7731832" y="1820250"/>
                  <a:pt x="7730329" y="1818746"/>
                </a:cubicBezTo>
                <a:lnTo>
                  <a:pt x="7662409" y="1750601"/>
                </a:lnTo>
                <a:close/>
                <a:moveTo>
                  <a:pt x="4380418" y="1685686"/>
                </a:moveTo>
                <a:lnTo>
                  <a:pt x="4380493" y="1685686"/>
                </a:lnTo>
                <a:lnTo>
                  <a:pt x="4521595" y="1685686"/>
                </a:lnTo>
                <a:lnTo>
                  <a:pt x="4521595" y="1750601"/>
                </a:lnTo>
                <a:lnTo>
                  <a:pt x="4453674" y="1818746"/>
                </a:lnTo>
                <a:cubicBezTo>
                  <a:pt x="4452171" y="1820250"/>
                  <a:pt x="4449842" y="1820250"/>
                  <a:pt x="4448340" y="1818746"/>
                </a:cubicBezTo>
                <a:cubicBezTo>
                  <a:pt x="4446836" y="1817244"/>
                  <a:pt x="4446836" y="1814840"/>
                  <a:pt x="4448340" y="1813412"/>
                </a:cubicBezTo>
                <a:lnTo>
                  <a:pt x="4514006" y="1747520"/>
                </a:lnTo>
                <a:lnTo>
                  <a:pt x="4514006" y="1693274"/>
                </a:lnTo>
                <a:lnTo>
                  <a:pt x="4387932" y="1693274"/>
                </a:lnTo>
                <a:lnTo>
                  <a:pt x="4387932" y="1924084"/>
                </a:lnTo>
                <a:cubicBezTo>
                  <a:pt x="4387932" y="1926188"/>
                  <a:pt x="4386278" y="1927840"/>
                  <a:pt x="4384175" y="1927840"/>
                </a:cubicBezTo>
                <a:cubicBezTo>
                  <a:pt x="4382071" y="1927840"/>
                  <a:pt x="4380418" y="1926111"/>
                  <a:pt x="4380418" y="1924084"/>
                </a:cubicBezTo>
                <a:close/>
                <a:moveTo>
                  <a:pt x="1621525" y="1685686"/>
                </a:moveTo>
                <a:lnTo>
                  <a:pt x="1621600" y="1685686"/>
                </a:lnTo>
                <a:lnTo>
                  <a:pt x="1762701" y="1685686"/>
                </a:lnTo>
                <a:lnTo>
                  <a:pt x="1762701" y="1924084"/>
                </a:lnTo>
                <a:cubicBezTo>
                  <a:pt x="1762701" y="1926188"/>
                  <a:pt x="1761048" y="1927840"/>
                  <a:pt x="1758944" y="1927840"/>
                </a:cubicBezTo>
                <a:cubicBezTo>
                  <a:pt x="1756841" y="1927840"/>
                  <a:pt x="1755188" y="1926111"/>
                  <a:pt x="1755188" y="1924084"/>
                </a:cubicBezTo>
                <a:lnTo>
                  <a:pt x="1755188" y="1693274"/>
                </a:lnTo>
                <a:lnTo>
                  <a:pt x="1629115" y="1693274"/>
                </a:lnTo>
                <a:lnTo>
                  <a:pt x="1629115" y="1747520"/>
                </a:lnTo>
                <a:lnTo>
                  <a:pt x="1694781" y="1813412"/>
                </a:lnTo>
                <a:cubicBezTo>
                  <a:pt x="1696284" y="1814915"/>
                  <a:pt x="1696284" y="1817318"/>
                  <a:pt x="1694781" y="1818746"/>
                </a:cubicBezTo>
                <a:cubicBezTo>
                  <a:pt x="1693278" y="1820250"/>
                  <a:pt x="1690950" y="1820250"/>
                  <a:pt x="1689445" y="1818746"/>
                </a:cubicBezTo>
                <a:lnTo>
                  <a:pt x="1621525" y="1750601"/>
                </a:lnTo>
                <a:close/>
                <a:moveTo>
                  <a:pt x="12054097" y="1681930"/>
                </a:moveTo>
                <a:cubicBezTo>
                  <a:pt x="12056201" y="1681930"/>
                  <a:pt x="12057854" y="1683583"/>
                  <a:pt x="12057854" y="1685687"/>
                </a:cubicBezTo>
                <a:lnTo>
                  <a:pt x="12057854" y="1782458"/>
                </a:lnTo>
                <a:lnTo>
                  <a:pt x="12180245" y="1782458"/>
                </a:lnTo>
                <a:lnTo>
                  <a:pt x="12180245" y="1782532"/>
                </a:lnTo>
                <a:cubicBezTo>
                  <a:pt x="12182349" y="1782532"/>
                  <a:pt x="12184002" y="1784260"/>
                  <a:pt x="12184002" y="1786289"/>
                </a:cubicBezTo>
                <a:cubicBezTo>
                  <a:pt x="12184002" y="1788318"/>
                  <a:pt x="12182349" y="1790046"/>
                  <a:pt x="12180245" y="1790046"/>
                </a:cubicBezTo>
                <a:lnTo>
                  <a:pt x="11946506" y="1790046"/>
                </a:lnTo>
                <a:lnTo>
                  <a:pt x="11946506" y="1860671"/>
                </a:lnTo>
                <a:lnTo>
                  <a:pt x="12042977" y="1860671"/>
                </a:lnTo>
                <a:cubicBezTo>
                  <a:pt x="12045081" y="1860671"/>
                  <a:pt x="12046734" y="1862399"/>
                  <a:pt x="12046734" y="1864428"/>
                </a:cubicBezTo>
                <a:cubicBezTo>
                  <a:pt x="12046734" y="1866457"/>
                  <a:pt x="12045081" y="1868184"/>
                  <a:pt x="12042977" y="1868184"/>
                </a:cubicBezTo>
                <a:lnTo>
                  <a:pt x="11946506" y="1868184"/>
                </a:lnTo>
                <a:lnTo>
                  <a:pt x="11946506" y="1927766"/>
                </a:lnTo>
                <a:cubicBezTo>
                  <a:pt x="11946506" y="1929794"/>
                  <a:pt x="11944854" y="1931522"/>
                  <a:pt x="11942750" y="1931522"/>
                </a:cubicBezTo>
                <a:cubicBezTo>
                  <a:pt x="11940645" y="1931522"/>
                  <a:pt x="11938992" y="1929869"/>
                  <a:pt x="11938992" y="1927766"/>
                </a:cubicBezTo>
                <a:lnTo>
                  <a:pt x="11938992" y="1782458"/>
                </a:lnTo>
                <a:lnTo>
                  <a:pt x="12050341" y="1782458"/>
                </a:lnTo>
                <a:lnTo>
                  <a:pt x="12050341" y="1685687"/>
                </a:lnTo>
                <a:cubicBezTo>
                  <a:pt x="12050341" y="1683659"/>
                  <a:pt x="12051994" y="1681930"/>
                  <a:pt x="12054097" y="1681930"/>
                </a:cubicBezTo>
                <a:close/>
                <a:moveTo>
                  <a:pt x="6013290" y="1681930"/>
                </a:moveTo>
                <a:cubicBezTo>
                  <a:pt x="6015393" y="1681930"/>
                  <a:pt x="6017045" y="1683659"/>
                  <a:pt x="6017045" y="1685687"/>
                </a:cubicBezTo>
                <a:lnTo>
                  <a:pt x="6017045" y="1782458"/>
                </a:lnTo>
                <a:lnTo>
                  <a:pt x="6044566" y="1782458"/>
                </a:lnTo>
                <a:lnTo>
                  <a:pt x="6139438" y="1782458"/>
                </a:lnTo>
                <a:lnTo>
                  <a:pt x="6166958" y="1782458"/>
                </a:lnTo>
                <a:lnTo>
                  <a:pt x="6166958" y="1685687"/>
                </a:lnTo>
                <a:cubicBezTo>
                  <a:pt x="6166958" y="1683659"/>
                  <a:pt x="6168611" y="1681930"/>
                  <a:pt x="6170714" y="1681930"/>
                </a:cubicBezTo>
                <a:cubicBezTo>
                  <a:pt x="6172818" y="1681930"/>
                  <a:pt x="6174471" y="1683583"/>
                  <a:pt x="6174471" y="1685687"/>
                </a:cubicBezTo>
                <a:lnTo>
                  <a:pt x="6174471" y="1782458"/>
                </a:lnTo>
                <a:lnTo>
                  <a:pt x="6285818" y="1782458"/>
                </a:lnTo>
                <a:lnTo>
                  <a:pt x="6285818" y="1927691"/>
                </a:lnTo>
                <a:cubicBezTo>
                  <a:pt x="6285818" y="1929719"/>
                  <a:pt x="6284166" y="1931447"/>
                  <a:pt x="6282061" y="1931447"/>
                </a:cubicBezTo>
                <a:cubicBezTo>
                  <a:pt x="6279958" y="1931447"/>
                  <a:pt x="6278306" y="1929794"/>
                  <a:pt x="6278306" y="1927691"/>
                </a:cubicBezTo>
                <a:lnTo>
                  <a:pt x="6278306" y="1868184"/>
                </a:lnTo>
                <a:lnTo>
                  <a:pt x="6181909" y="1868184"/>
                </a:lnTo>
                <a:cubicBezTo>
                  <a:pt x="6179806" y="1868184"/>
                  <a:pt x="6178152" y="1866457"/>
                  <a:pt x="6178152" y="1864428"/>
                </a:cubicBezTo>
                <a:cubicBezTo>
                  <a:pt x="6178152" y="1862399"/>
                  <a:pt x="6179806" y="1860671"/>
                  <a:pt x="6181909" y="1860671"/>
                </a:cubicBezTo>
                <a:lnTo>
                  <a:pt x="6278306" y="1860671"/>
                </a:lnTo>
                <a:lnTo>
                  <a:pt x="6278306" y="1789971"/>
                </a:lnTo>
                <a:lnTo>
                  <a:pt x="6170714" y="1789971"/>
                </a:lnTo>
                <a:lnTo>
                  <a:pt x="6139438" y="1789971"/>
                </a:lnTo>
                <a:lnTo>
                  <a:pt x="6044566" y="1789971"/>
                </a:lnTo>
                <a:lnTo>
                  <a:pt x="6013290" y="1789971"/>
                </a:lnTo>
                <a:lnTo>
                  <a:pt x="5905698" y="1789971"/>
                </a:lnTo>
                <a:lnTo>
                  <a:pt x="5905698" y="1860671"/>
                </a:lnTo>
                <a:lnTo>
                  <a:pt x="6002095" y="1860671"/>
                </a:lnTo>
                <a:cubicBezTo>
                  <a:pt x="6004197" y="1860671"/>
                  <a:pt x="6005851" y="1862399"/>
                  <a:pt x="6005851" y="1864428"/>
                </a:cubicBezTo>
                <a:cubicBezTo>
                  <a:pt x="6005851" y="1866457"/>
                  <a:pt x="6004197" y="1868184"/>
                  <a:pt x="6002095" y="1868184"/>
                </a:cubicBezTo>
                <a:lnTo>
                  <a:pt x="5905698" y="1868184"/>
                </a:lnTo>
                <a:lnTo>
                  <a:pt x="5905698" y="1927691"/>
                </a:lnTo>
                <a:cubicBezTo>
                  <a:pt x="5905698" y="1929794"/>
                  <a:pt x="5904045" y="1931447"/>
                  <a:pt x="5901942" y="1931447"/>
                </a:cubicBezTo>
                <a:cubicBezTo>
                  <a:pt x="5899838" y="1931447"/>
                  <a:pt x="5898186" y="1929719"/>
                  <a:pt x="5898186" y="1927691"/>
                </a:cubicBezTo>
                <a:lnTo>
                  <a:pt x="5898186" y="1782458"/>
                </a:lnTo>
                <a:lnTo>
                  <a:pt x="6009533" y="1782458"/>
                </a:lnTo>
                <a:lnTo>
                  <a:pt x="6009533" y="1685687"/>
                </a:lnTo>
                <a:cubicBezTo>
                  <a:pt x="6009533" y="1683583"/>
                  <a:pt x="6011185" y="1681930"/>
                  <a:pt x="6013290" y="1681930"/>
                </a:cubicBezTo>
                <a:close/>
                <a:moveTo>
                  <a:pt x="129906" y="1681930"/>
                </a:moveTo>
                <a:cubicBezTo>
                  <a:pt x="132009" y="1681930"/>
                  <a:pt x="133662" y="1683659"/>
                  <a:pt x="133662" y="1685687"/>
                </a:cubicBezTo>
                <a:lnTo>
                  <a:pt x="133662" y="1782458"/>
                </a:lnTo>
                <a:lnTo>
                  <a:pt x="245010" y="1782458"/>
                </a:lnTo>
                <a:lnTo>
                  <a:pt x="245010" y="1927766"/>
                </a:lnTo>
                <a:cubicBezTo>
                  <a:pt x="245010" y="1929869"/>
                  <a:pt x="243358" y="1931522"/>
                  <a:pt x="241254" y="1931522"/>
                </a:cubicBezTo>
                <a:cubicBezTo>
                  <a:pt x="239149" y="1931522"/>
                  <a:pt x="237496" y="1929794"/>
                  <a:pt x="237496" y="1927766"/>
                </a:cubicBezTo>
                <a:lnTo>
                  <a:pt x="237496" y="1868184"/>
                </a:lnTo>
                <a:lnTo>
                  <a:pt x="141026" y="1868184"/>
                </a:lnTo>
                <a:cubicBezTo>
                  <a:pt x="138921" y="1868184"/>
                  <a:pt x="137269" y="1866457"/>
                  <a:pt x="137269" y="1864428"/>
                </a:cubicBezTo>
                <a:cubicBezTo>
                  <a:pt x="137269" y="1862399"/>
                  <a:pt x="138921" y="1860671"/>
                  <a:pt x="141026" y="1860671"/>
                </a:cubicBezTo>
                <a:lnTo>
                  <a:pt x="237496" y="1860671"/>
                </a:lnTo>
                <a:lnTo>
                  <a:pt x="237496" y="1790046"/>
                </a:lnTo>
                <a:lnTo>
                  <a:pt x="3757" y="1790046"/>
                </a:lnTo>
                <a:cubicBezTo>
                  <a:pt x="1653" y="1790046"/>
                  <a:pt x="0" y="1788318"/>
                  <a:pt x="0" y="1786289"/>
                </a:cubicBezTo>
                <a:cubicBezTo>
                  <a:pt x="0" y="1784260"/>
                  <a:pt x="1653" y="1782532"/>
                  <a:pt x="3757" y="1782532"/>
                </a:cubicBezTo>
                <a:lnTo>
                  <a:pt x="3757" y="1782458"/>
                </a:lnTo>
                <a:lnTo>
                  <a:pt x="126148" y="1782458"/>
                </a:lnTo>
                <a:lnTo>
                  <a:pt x="126148" y="1685687"/>
                </a:lnTo>
                <a:cubicBezTo>
                  <a:pt x="126148" y="1683583"/>
                  <a:pt x="127801" y="1681930"/>
                  <a:pt x="129906" y="1681930"/>
                </a:cubicBezTo>
                <a:close/>
                <a:moveTo>
                  <a:pt x="11306372" y="1646541"/>
                </a:moveTo>
                <a:cubicBezTo>
                  <a:pt x="11307273" y="1646541"/>
                  <a:pt x="11308249" y="1646917"/>
                  <a:pt x="11309001" y="1647668"/>
                </a:cubicBezTo>
                <a:lnTo>
                  <a:pt x="11438155" y="1777274"/>
                </a:lnTo>
                <a:lnTo>
                  <a:pt x="11438155" y="1920328"/>
                </a:lnTo>
                <a:cubicBezTo>
                  <a:pt x="11438155" y="1922355"/>
                  <a:pt x="11436501" y="1924084"/>
                  <a:pt x="11434397" y="1924084"/>
                </a:cubicBezTo>
                <a:cubicBezTo>
                  <a:pt x="11432295" y="1924084"/>
                  <a:pt x="11430641" y="1922430"/>
                  <a:pt x="11430641" y="1920328"/>
                </a:cubicBezTo>
                <a:lnTo>
                  <a:pt x="11430641" y="1780353"/>
                </a:lnTo>
                <a:lnTo>
                  <a:pt x="11303742" y="1653004"/>
                </a:lnTo>
                <a:cubicBezTo>
                  <a:pt x="11302239" y="1651576"/>
                  <a:pt x="11302239" y="1649171"/>
                  <a:pt x="11303742" y="1647668"/>
                </a:cubicBezTo>
                <a:cubicBezTo>
                  <a:pt x="11304418" y="1646917"/>
                  <a:pt x="11305394" y="1646541"/>
                  <a:pt x="11306372" y="1646541"/>
                </a:cubicBezTo>
                <a:close/>
                <a:moveTo>
                  <a:pt x="6918440" y="1646541"/>
                </a:moveTo>
                <a:cubicBezTo>
                  <a:pt x="6919341" y="1646541"/>
                  <a:pt x="6920319" y="1646917"/>
                  <a:pt x="6921070" y="1647668"/>
                </a:cubicBezTo>
                <a:cubicBezTo>
                  <a:pt x="6922573" y="1649096"/>
                  <a:pt x="6922573" y="1651501"/>
                  <a:pt x="6921070" y="1653004"/>
                </a:cubicBezTo>
                <a:lnTo>
                  <a:pt x="6794170" y="1780353"/>
                </a:lnTo>
                <a:lnTo>
                  <a:pt x="6794170" y="1920328"/>
                </a:lnTo>
                <a:cubicBezTo>
                  <a:pt x="6794170" y="1922355"/>
                  <a:pt x="6792517" y="1924084"/>
                  <a:pt x="6790414" y="1924084"/>
                </a:cubicBezTo>
                <a:cubicBezTo>
                  <a:pt x="6788310" y="1924084"/>
                  <a:pt x="6786657" y="1922430"/>
                  <a:pt x="6786657" y="1920328"/>
                </a:cubicBezTo>
                <a:lnTo>
                  <a:pt x="6786657" y="1777274"/>
                </a:lnTo>
                <a:lnTo>
                  <a:pt x="6915811" y="1647668"/>
                </a:lnTo>
                <a:cubicBezTo>
                  <a:pt x="6916487" y="1646917"/>
                  <a:pt x="6917464" y="1646541"/>
                  <a:pt x="6918440" y="1646541"/>
                </a:cubicBezTo>
                <a:close/>
                <a:moveTo>
                  <a:pt x="5265563" y="1646541"/>
                </a:moveTo>
                <a:cubicBezTo>
                  <a:pt x="5266540" y="1646541"/>
                  <a:pt x="5267516" y="1646917"/>
                  <a:pt x="5268192" y="1647668"/>
                </a:cubicBezTo>
                <a:lnTo>
                  <a:pt x="5397347" y="1777274"/>
                </a:lnTo>
                <a:lnTo>
                  <a:pt x="5397347" y="1920328"/>
                </a:lnTo>
                <a:cubicBezTo>
                  <a:pt x="5397347" y="1922430"/>
                  <a:pt x="5395694" y="1924084"/>
                  <a:pt x="5393590" y="1924084"/>
                </a:cubicBezTo>
                <a:cubicBezTo>
                  <a:pt x="5391487" y="1924084"/>
                  <a:pt x="5389834" y="1922355"/>
                  <a:pt x="5389834" y="1920328"/>
                </a:cubicBezTo>
                <a:lnTo>
                  <a:pt x="5389834" y="1780353"/>
                </a:lnTo>
                <a:lnTo>
                  <a:pt x="5262933" y="1653004"/>
                </a:lnTo>
                <a:cubicBezTo>
                  <a:pt x="5261430" y="1651501"/>
                  <a:pt x="5261430" y="1649096"/>
                  <a:pt x="5262933" y="1647668"/>
                </a:cubicBezTo>
                <a:cubicBezTo>
                  <a:pt x="5263684" y="1646917"/>
                  <a:pt x="5264662" y="1646541"/>
                  <a:pt x="5265563" y="1646541"/>
                </a:cubicBezTo>
                <a:close/>
                <a:moveTo>
                  <a:pt x="877632" y="1646541"/>
                </a:moveTo>
                <a:cubicBezTo>
                  <a:pt x="878608" y="1646541"/>
                  <a:pt x="879585" y="1646917"/>
                  <a:pt x="880262" y="1647668"/>
                </a:cubicBezTo>
                <a:cubicBezTo>
                  <a:pt x="881763" y="1649171"/>
                  <a:pt x="881763" y="1651576"/>
                  <a:pt x="880262" y="1653004"/>
                </a:cubicBezTo>
                <a:lnTo>
                  <a:pt x="753361" y="1780353"/>
                </a:lnTo>
                <a:lnTo>
                  <a:pt x="753361" y="1920328"/>
                </a:lnTo>
                <a:cubicBezTo>
                  <a:pt x="753361" y="1922430"/>
                  <a:pt x="751708" y="1924084"/>
                  <a:pt x="749605" y="1924084"/>
                </a:cubicBezTo>
                <a:cubicBezTo>
                  <a:pt x="747501" y="1924084"/>
                  <a:pt x="745848" y="1922355"/>
                  <a:pt x="745848" y="1920328"/>
                </a:cubicBezTo>
                <a:lnTo>
                  <a:pt x="745848" y="1777274"/>
                </a:lnTo>
                <a:lnTo>
                  <a:pt x="875001" y="1647668"/>
                </a:lnTo>
                <a:cubicBezTo>
                  <a:pt x="875753" y="1646917"/>
                  <a:pt x="876730" y="1646541"/>
                  <a:pt x="877632" y="1646541"/>
                </a:cubicBezTo>
                <a:close/>
                <a:moveTo>
                  <a:pt x="11352502" y="1577194"/>
                </a:moveTo>
                <a:lnTo>
                  <a:pt x="11538307" y="1577194"/>
                </a:lnTo>
                <a:lnTo>
                  <a:pt x="11538307" y="1577268"/>
                </a:lnTo>
                <a:cubicBezTo>
                  <a:pt x="11540411" y="1577268"/>
                  <a:pt x="11542064" y="1578997"/>
                  <a:pt x="11542064" y="1581025"/>
                </a:cubicBezTo>
                <a:cubicBezTo>
                  <a:pt x="11542064" y="1583054"/>
                  <a:pt x="11540411" y="1584783"/>
                  <a:pt x="11538307" y="1584783"/>
                </a:cubicBezTo>
                <a:lnTo>
                  <a:pt x="11370685" y="1584783"/>
                </a:lnTo>
                <a:lnTo>
                  <a:pt x="11440291" y="1654624"/>
                </a:lnTo>
                <a:lnTo>
                  <a:pt x="11443714" y="1651200"/>
                </a:lnTo>
                <a:lnTo>
                  <a:pt x="11535526" y="1651200"/>
                </a:lnTo>
                <a:cubicBezTo>
                  <a:pt x="11537630" y="1651200"/>
                  <a:pt x="11539283" y="1652928"/>
                  <a:pt x="11539283" y="1654957"/>
                </a:cubicBezTo>
                <a:cubicBezTo>
                  <a:pt x="11539283" y="1656986"/>
                  <a:pt x="11537630" y="1658713"/>
                  <a:pt x="11535526" y="1658713"/>
                </a:cubicBezTo>
                <a:lnTo>
                  <a:pt x="11444366" y="1658713"/>
                </a:lnTo>
                <a:lnTo>
                  <a:pt x="11503144" y="1717693"/>
                </a:lnTo>
                <a:lnTo>
                  <a:pt x="11503144" y="1805825"/>
                </a:lnTo>
                <a:cubicBezTo>
                  <a:pt x="11503144" y="1807853"/>
                  <a:pt x="11501492" y="1809581"/>
                  <a:pt x="11499388" y="1809581"/>
                </a:cubicBezTo>
                <a:cubicBezTo>
                  <a:pt x="11497284" y="1809581"/>
                  <a:pt x="11495632" y="1807927"/>
                  <a:pt x="11495632" y="1805825"/>
                </a:cubicBezTo>
                <a:lnTo>
                  <a:pt x="11495632" y="1720774"/>
                </a:lnTo>
                <a:close/>
                <a:moveTo>
                  <a:pt x="645696" y="1577194"/>
                </a:moveTo>
                <a:lnTo>
                  <a:pt x="831500" y="1577194"/>
                </a:lnTo>
                <a:lnTo>
                  <a:pt x="688371" y="1720774"/>
                </a:lnTo>
                <a:lnTo>
                  <a:pt x="688371" y="1805825"/>
                </a:lnTo>
                <a:cubicBezTo>
                  <a:pt x="688371" y="1807927"/>
                  <a:pt x="686718" y="1809581"/>
                  <a:pt x="684615" y="1809581"/>
                </a:cubicBezTo>
                <a:cubicBezTo>
                  <a:pt x="682510" y="1809581"/>
                  <a:pt x="680858" y="1807853"/>
                  <a:pt x="680858" y="1805825"/>
                </a:cubicBezTo>
                <a:lnTo>
                  <a:pt x="680858" y="1717693"/>
                </a:lnTo>
                <a:lnTo>
                  <a:pt x="739636" y="1658713"/>
                </a:lnTo>
                <a:lnTo>
                  <a:pt x="648476" y="1658713"/>
                </a:lnTo>
                <a:cubicBezTo>
                  <a:pt x="646372" y="1658713"/>
                  <a:pt x="644719" y="1656986"/>
                  <a:pt x="644719" y="1654957"/>
                </a:cubicBezTo>
                <a:cubicBezTo>
                  <a:pt x="644719" y="1652928"/>
                  <a:pt x="646372" y="1651200"/>
                  <a:pt x="648476" y="1651200"/>
                </a:cubicBezTo>
                <a:lnTo>
                  <a:pt x="740288" y="1651200"/>
                </a:lnTo>
                <a:lnTo>
                  <a:pt x="743712" y="1654624"/>
                </a:lnTo>
                <a:lnTo>
                  <a:pt x="813317" y="1584783"/>
                </a:lnTo>
                <a:lnTo>
                  <a:pt x="645696" y="1584783"/>
                </a:lnTo>
                <a:cubicBezTo>
                  <a:pt x="643592" y="1584783"/>
                  <a:pt x="641939" y="1583054"/>
                  <a:pt x="641939" y="1581025"/>
                </a:cubicBezTo>
                <a:cubicBezTo>
                  <a:pt x="641939" y="1578997"/>
                  <a:pt x="643592" y="1577268"/>
                  <a:pt x="645696" y="1577268"/>
                </a:cubicBezTo>
                <a:close/>
                <a:moveTo>
                  <a:pt x="6872383" y="1577119"/>
                </a:moveTo>
                <a:lnTo>
                  <a:pt x="6872383" y="1577194"/>
                </a:lnTo>
                <a:lnTo>
                  <a:pt x="6872309" y="1577194"/>
                </a:lnTo>
                <a:close/>
                <a:moveTo>
                  <a:pt x="5311620" y="1577119"/>
                </a:moveTo>
                <a:lnTo>
                  <a:pt x="5311695" y="1577194"/>
                </a:lnTo>
                <a:lnTo>
                  <a:pt x="5311620" y="1577194"/>
                </a:lnTo>
                <a:close/>
                <a:moveTo>
                  <a:pt x="9711968" y="1556533"/>
                </a:moveTo>
                <a:lnTo>
                  <a:pt x="10009571" y="1556533"/>
                </a:lnTo>
                <a:lnTo>
                  <a:pt x="10009571" y="1638354"/>
                </a:lnTo>
                <a:lnTo>
                  <a:pt x="10009571" y="1725883"/>
                </a:lnTo>
                <a:lnTo>
                  <a:pt x="9821887" y="1725883"/>
                </a:lnTo>
                <a:lnTo>
                  <a:pt x="9905887" y="1810182"/>
                </a:lnTo>
                <a:lnTo>
                  <a:pt x="9905887" y="1931612"/>
                </a:lnTo>
                <a:lnTo>
                  <a:pt x="9905887" y="1950531"/>
                </a:lnTo>
                <a:lnTo>
                  <a:pt x="9905887" y="2071961"/>
                </a:lnTo>
                <a:lnTo>
                  <a:pt x="9821887" y="2156260"/>
                </a:lnTo>
                <a:lnTo>
                  <a:pt x="10009571" y="2156260"/>
                </a:lnTo>
                <a:lnTo>
                  <a:pt x="10009571" y="2243790"/>
                </a:lnTo>
                <a:lnTo>
                  <a:pt x="10009571" y="2325610"/>
                </a:lnTo>
                <a:lnTo>
                  <a:pt x="9711968" y="2325610"/>
                </a:lnTo>
                <a:cubicBezTo>
                  <a:pt x="9709865" y="2325610"/>
                  <a:pt x="9708212" y="2323883"/>
                  <a:pt x="9708212" y="2321855"/>
                </a:cubicBezTo>
                <a:cubicBezTo>
                  <a:pt x="9708212" y="2319825"/>
                  <a:pt x="9709865" y="2318098"/>
                  <a:pt x="9711968" y="2318098"/>
                </a:cubicBezTo>
                <a:lnTo>
                  <a:pt x="10002059" y="2318098"/>
                </a:lnTo>
                <a:lnTo>
                  <a:pt x="10002059" y="2247548"/>
                </a:lnTo>
                <a:lnTo>
                  <a:pt x="9777253" y="2247548"/>
                </a:lnTo>
                <a:lnTo>
                  <a:pt x="9770815" y="2263148"/>
                </a:lnTo>
                <a:cubicBezTo>
                  <a:pt x="9766421" y="2267570"/>
                  <a:pt x="9760355" y="2270314"/>
                  <a:pt x="9753667" y="2270314"/>
                </a:cubicBezTo>
                <a:cubicBezTo>
                  <a:pt x="9740293" y="2270314"/>
                  <a:pt x="9729399" y="2259419"/>
                  <a:pt x="9729399" y="2245895"/>
                </a:cubicBezTo>
                <a:cubicBezTo>
                  <a:pt x="9729399" y="2232371"/>
                  <a:pt x="9740293" y="2221477"/>
                  <a:pt x="9753667" y="2221477"/>
                </a:cubicBezTo>
                <a:cubicBezTo>
                  <a:pt x="9760355" y="2221477"/>
                  <a:pt x="9766421" y="2224200"/>
                  <a:pt x="9770815" y="2228615"/>
                </a:cubicBezTo>
                <a:lnTo>
                  <a:pt x="9775519" y="2240034"/>
                </a:lnTo>
                <a:lnTo>
                  <a:pt x="10002059" y="2240034"/>
                </a:lnTo>
                <a:lnTo>
                  <a:pt x="10002059" y="2163774"/>
                </a:lnTo>
                <a:lnTo>
                  <a:pt x="9803707" y="2163774"/>
                </a:lnTo>
                <a:lnTo>
                  <a:pt x="9898374" y="2068805"/>
                </a:lnTo>
                <a:lnTo>
                  <a:pt x="9898374" y="1950531"/>
                </a:lnTo>
                <a:lnTo>
                  <a:pt x="9898374" y="1931612"/>
                </a:lnTo>
                <a:lnTo>
                  <a:pt x="9898374" y="1813338"/>
                </a:lnTo>
                <a:lnTo>
                  <a:pt x="9803707" y="1718369"/>
                </a:lnTo>
                <a:lnTo>
                  <a:pt x="10002059" y="1718369"/>
                </a:lnTo>
                <a:lnTo>
                  <a:pt x="10002059" y="1642109"/>
                </a:lnTo>
                <a:lnTo>
                  <a:pt x="9775519" y="1642109"/>
                </a:lnTo>
                <a:lnTo>
                  <a:pt x="9770815" y="1653528"/>
                </a:lnTo>
                <a:cubicBezTo>
                  <a:pt x="9766421" y="1657943"/>
                  <a:pt x="9760355" y="1660666"/>
                  <a:pt x="9753667" y="1660666"/>
                </a:cubicBezTo>
                <a:cubicBezTo>
                  <a:pt x="9740293" y="1660666"/>
                  <a:pt x="9729399" y="1649772"/>
                  <a:pt x="9729399" y="1636248"/>
                </a:cubicBezTo>
                <a:cubicBezTo>
                  <a:pt x="9729399" y="1622724"/>
                  <a:pt x="9740293" y="1611830"/>
                  <a:pt x="9753667" y="1611830"/>
                </a:cubicBezTo>
                <a:cubicBezTo>
                  <a:pt x="9760355" y="1611830"/>
                  <a:pt x="9766421" y="1614573"/>
                  <a:pt x="9770815" y="1618996"/>
                </a:cubicBezTo>
                <a:lnTo>
                  <a:pt x="9777253" y="1634596"/>
                </a:lnTo>
                <a:lnTo>
                  <a:pt x="10002059" y="1634596"/>
                </a:lnTo>
                <a:lnTo>
                  <a:pt x="10002059" y="1564046"/>
                </a:lnTo>
                <a:lnTo>
                  <a:pt x="9711968" y="1564046"/>
                </a:lnTo>
                <a:cubicBezTo>
                  <a:pt x="9709865" y="1564046"/>
                  <a:pt x="9708212" y="1562318"/>
                  <a:pt x="9708212" y="1560289"/>
                </a:cubicBezTo>
                <a:cubicBezTo>
                  <a:pt x="9708212" y="1558260"/>
                  <a:pt x="9709865" y="1556533"/>
                  <a:pt x="9711968" y="1556533"/>
                </a:cubicBezTo>
                <a:close/>
                <a:moveTo>
                  <a:pt x="2174431" y="1556533"/>
                </a:moveTo>
                <a:lnTo>
                  <a:pt x="2472034" y="1556533"/>
                </a:lnTo>
                <a:cubicBezTo>
                  <a:pt x="2474138" y="1556533"/>
                  <a:pt x="2475790" y="1558260"/>
                  <a:pt x="2475790" y="1560289"/>
                </a:cubicBezTo>
                <a:cubicBezTo>
                  <a:pt x="2475790" y="1562318"/>
                  <a:pt x="2474138" y="1564046"/>
                  <a:pt x="2472034" y="1564046"/>
                </a:cubicBezTo>
                <a:lnTo>
                  <a:pt x="2181945" y="1564046"/>
                </a:lnTo>
                <a:lnTo>
                  <a:pt x="2181945" y="1634596"/>
                </a:lnTo>
                <a:lnTo>
                  <a:pt x="2406749" y="1634596"/>
                </a:lnTo>
                <a:lnTo>
                  <a:pt x="2413187" y="1618996"/>
                </a:lnTo>
                <a:cubicBezTo>
                  <a:pt x="2417581" y="1614573"/>
                  <a:pt x="2423649" y="1611830"/>
                  <a:pt x="2430336" y="1611830"/>
                </a:cubicBezTo>
                <a:cubicBezTo>
                  <a:pt x="2443710" y="1611830"/>
                  <a:pt x="2454605" y="1622724"/>
                  <a:pt x="2454605" y="1636248"/>
                </a:cubicBezTo>
                <a:cubicBezTo>
                  <a:pt x="2454605" y="1649772"/>
                  <a:pt x="2443710" y="1660666"/>
                  <a:pt x="2430336" y="1660666"/>
                </a:cubicBezTo>
                <a:cubicBezTo>
                  <a:pt x="2423649" y="1660666"/>
                  <a:pt x="2417581" y="1657943"/>
                  <a:pt x="2413187" y="1653528"/>
                </a:cubicBezTo>
                <a:lnTo>
                  <a:pt x="2408483" y="1642109"/>
                </a:lnTo>
                <a:lnTo>
                  <a:pt x="2181945" y="1642109"/>
                </a:lnTo>
                <a:lnTo>
                  <a:pt x="2181945" y="1718369"/>
                </a:lnTo>
                <a:lnTo>
                  <a:pt x="2380296" y="1718369"/>
                </a:lnTo>
                <a:lnTo>
                  <a:pt x="2285628" y="1813338"/>
                </a:lnTo>
                <a:lnTo>
                  <a:pt x="2285628" y="1931612"/>
                </a:lnTo>
                <a:lnTo>
                  <a:pt x="2285628" y="1950531"/>
                </a:lnTo>
                <a:lnTo>
                  <a:pt x="2285628" y="2068805"/>
                </a:lnTo>
                <a:lnTo>
                  <a:pt x="2380296" y="2163774"/>
                </a:lnTo>
                <a:lnTo>
                  <a:pt x="2181945" y="2163774"/>
                </a:lnTo>
                <a:lnTo>
                  <a:pt x="2181945" y="2240034"/>
                </a:lnTo>
                <a:lnTo>
                  <a:pt x="2408483" y="2240034"/>
                </a:lnTo>
                <a:lnTo>
                  <a:pt x="2413187" y="2228615"/>
                </a:lnTo>
                <a:cubicBezTo>
                  <a:pt x="2417581" y="2224200"/>
                  <a:pt x="2423649" y="2221477"/>
                  <a:pt x="2430336" y="2221477"/>
                </a:cubicBezTo>
                <a:cubicBezTo>
                  <a:pt x="2443710" y="2221477"/>
                  <a:pt x="2454605" y="2232371"/>
                  <a:pt x="2454605" y="2245895"/>
                </a:cubicBezTo>
                <a:cubicBezTo>
                  <a:pt x="2454605" y="2259419"/>
                  <a:pt x="2443710" y="2270314"/>
                  <a:pt x="2430336" y="2270314"/>
                </a:cubicBezTo>
                <a:cubicBezTo>
                  <a:pt x="2423649" y="2270314"/>
                  <a:pt x="2417581" y="2267570"/>
                  <a:pt x="2413187" y="2263148"/>
                </a:cubicBezTo>
                <a:lnTo>
                  <a:pt x="2406749" y="2247548"/>
                </a:lnTo>
                <a:lnTo>
                  <a:pt x="2181945" y="2247548"/>
                </a:lnTo>
                <a:lnTo>
                  <a:pt x="2181945" y="2318098"/>
                </a:lnTo>
                <a:lnTo>
                  <a:pt x="2472034" y="2318098"/>
                </a:lnTo>
                <a:cubicBezTo>
                  <a:pt x="2474138" y="2318098"/>
                  <a:pt x="2475790" y="2319825"/>
                  <a:pt x="2475790" y="2321855"/>
                </a:cubicBezTo>
                <a:cubicBezTo>
                  <a:pt x="2475790" y="2323883"/>
                  <a:pt x="2474138" y="2325610"/>
                  <a:pt x="2472034" y="2325610"/>
                </a:cubicBezTo>
                <a:lnTo>
                  <a:pt x="2174431" y="2325610"/>
                </a:lnTo>
                <a:lnTo>
                  <a:pt x="2174431" y="2243790"/>
                </a:lnTo>
                <a:lnTo>
                  <a:pt x="2174431" y="2156260"/>
                </a:lnTo>
                <a:lnTo>
                  <a:pt x="2362115" y="2156260"/>
                </a:lnTo>
                <a:lnTo>
                  <a:pt x="2278115" y="2071961"/>
                </a:lnTo>
                <a:lnTo>
                  <a:pt x="2278115" y="1950531"/>
                </a:lnTo>
                <a:lnTo>
                  <a:pt x="2278115" y="1931612"/>
                </a:lnTo>
                <a:lnTo>
                  <a:pt x="2278115" y="1810182"/>
                </a:lnTo>
                <a:lnTo>
                  <a:pt x="2362115" y="1725883"/>
                </a:lnTo>
                <a:lnTo>
                  <a:pt x="2174431" y="1725883"/>
                </a:lnTo>
                <a:lnTo>
                  <a:pt x="2174431" y="1638354"/>
                </a:lnTo>
                <a:close/>
                <a:moveTo>
                  <a:pt x="8215240" y="1556532"/>
                </a:moveTo>
                <a:lnTo>
                  <a:pt x="8512842" y="1556532"/>
                </a:lnTo>
                <a:lnTo>
                  <a:pt x="8512842" y="1556682"/>
                </a:lnTo>
                <a:cubicBezTo>
                  <a:pt x="8514946" y="1556682"/>
                  <a:pt x="8516599" y="1558409"/>
                  <a:pt x="8516599" y="1560439"/>
                </a:cubicBezTo>
                <a:cubicBezTo>
                  <a:pt x="8516599" y="1562467"/>
                  <a:pt x="8514946" y="1564195"/>
                  <a:pt x="8512842" y="1564195"/>
                </a:cubicBezTo>
                <a:lnTo>
                  <a:pt x="8222752" y="1564195"/>
                </a:lnTo>
                <a:lnTo>
                  <a:pt x="8222752" y="1634596"/>
                </a:lnTo>
                <a:lnTo>
                  <a:pt x="8472495" y="1634596"/>
                </a:lnTo>
                <a:cubicBezTo>
                  <a:pt x="8474599" y="1634596"/>
                  <a:pt x="8476252" y="1636325"/>
                  <a:pt x="8476252" y="1638354"/>
                </a:cubicBezTo>
                <a:cubicBezTo>
                  <a:pt x="8476252" y="1640382"/>
                  <a:pt x="8474599" y="1642109"/>
                  <a:pt x="8472495" y="1642109"/>
                </a:cubicBezTo>
                <a:lnTo>
                  <a:pt x="8222752" y="1642109"/>
                </a:lnTo>
                <a:lnTo>
                  <a:pt x="8222752" y="1718518"/>
                </a:lnTo>
                <a:lnTo>
                  <a:pt x="8421104" y="1718518"/>
                </a:lnTo>
                <a:lnTo>
                  <a:pt x="8326437" y="1813487"/>
                </a:lnTo>
                <a:lnTo>
                  <a:pt x="8326437" y="1931463"/>
                </a:lnTo>
                <a:lnTo>
                  <a:pt x="8326437" y="1950680"/>
                </a:lnTo>
                <a:lnTo>
                  <a:pt x="8326437" y="2068656"/>
                </a:lnTo>
                <a:lnTo>
                  <a:pt x="8421104" y="2163625"/>
                </a:lnTo>
                <a:lnTo>
                  <a:pt x="8222752" y="2163625"/>
                </a:lnTo>
                <a:lnTo>
                  <a:pt x="8222752" y="2240034"/>
                </a:lnTo>
                <a:lnTo>
                  <a:pt x="8472495" y="2240034"/>
                </a:lnTo>
                <a:cubicBezTo>
                  <a:pt x="8474599" y="2240034"/>
                  <a:pt x="8476252" y="2241761"/>
                  <a:pt x="8476252" y="2243790"/>
                </a:cubicBezTo>
                <a:cubicBezTo>
                  <a:pt x="8476252" y="2245818"/>
                  <a:pt x="8474599" y="2247548"/>
                  <a:pt x="8472495" y="2247548"/>
                </a:cubicBezTo>
                <a:lnTo>
                  <a:pt x="8222752" y="2247548"/>
                </a:lnTo>
                <a:lnTo>
                  <a:pt x="8222752" y="2317949"/>
                </a:lnTo>
                <a:lnTo>
                  <a:pt x="8512842" y="2317949"/>
                </a:lnTo>
                <a:cubicBezTo>
                  <a:pt x="8514946" y="2317949"/>
                  <a:pt x="8516599" y="2319676"/>
                  <a:pt x="8516599" y="2321704"/>
                </a:cubicBezTo>
                <a:cubicBezTo>
                  <a:pt x="8516599" y="2323734"/>
                  <a:pt x="8514946" y="2325461"/>
                  <a:pt x="8512842" y="2325461"/>
                </a:cubicBezTo>
                <a:lnTo>
                  <a:pt x="8512842" y="2325611"/>
                </a:lnTo>
                <a:lnTo>
                  <a:pt x="8215240" y="2325611"/>
                </a:lnTo>
                <a:lnTo>
                  <a:pt x="8215240" y="2243791"/>
                </a:lnTo>
                <a:lnTo>
                  <a:pt x="8215239" y="2243790"/>
                </a:lnTo>
                <a:lnTo>
                  <a:pt x="8215240" y="2243789"/>
                </a:lnTo>
                <a:lnTo>
                  <a:pt x="8215240" y="2156110"/>
                </a:lnTo>
                <a:lnTo>
                  <a:pt x="8402922" y="2156110"/>
                </a:lnTo>
                <a:lnTo>
                  <a:pt x="8318924" y="2071811"/>
                </a:lnTo>
                <a:lnTo>
                  <a:pt x="8318924" y="1950680"/>
                </a:lnTo>
                <a:lnTo>
                  <a:pt x="8318924" y="1931463"/>
                </a:lnTo>
                <a:lnTo>
                  <a:pt x="8318924" y="1810332"/>
                </a:lnTo>
                <a:lnTo>
                  <a:pt x="8402922" y="1726033"/>
                </a:lnTo>
                <a:lnTo>
                  <a:pt x="8215240" y="1726033"/>
                </a:lnTo>
                <a:lnTo>
                  <a:pt x="8215240" y="1638355"/>
                </a:lnTo>
                <a:lnTo>
                  <a:pt x="8215239" y="1638354"/>
                </a:lnTo>
                <a:lnTo>
                  <a:pt x="8215240" y="1638352"/>
                </a:lnTo>
                <a:close/>
                <a:moveTo>
                  <a:pt x="3671162" y="1556532"/>
                </a:moveTo>
                <a:lnTo>
                  <a:pt x="3968763" y="1556532"/>
                </a:lnTo>
                <a:lnTo>
                  <a:pt x="3968763" y="1638352"/>
                </a:lnTo>
                <a:lnTo>
                  <a:pt x="3968764" y="1638354"/>
                </a:lnTo>
                <a:lnTo>
                  <a:pt x="3968763" y="1638355"/>
                </a:lnTo>
                <a:lnTo>
                  <a:pt x="3968763" y="1726033"/>
                </a:lnTo>
                <a:lnTo>
                  <a:pt x="3781081" y="1726033"/>
                </a:lnTo>
                <a:lnTo>
                  <a:pt x="3865079" y="1810332"/>
                </a:lnTo>
                <a:lnTo>
                  <a:pt x="3865079" y="1931463"/>
                </a:lnTo>
                <a:lnTo>
                  <a:pt x="3865079" y="1950680"/>
                </a:lnTo>
                <a:lnTo>
                  <a:pt x="3865079" y="2071811"/>
                </a:lnTo>
                <a:lnTo>
                  <a:pt x="3781081" y="2156110"/>
                </a:lnTo>
                <a:lnTo>
                  <a:pt x="3968763" y="2156110"/>
                </a:lnTo>
                <a:lnTo>
                  <a:pt x="3968763" y="2243789"/>
                </a:lnTo>
                <a:lnTo>
                  <a:pt x="3968764" y="2243790"/>
                </a:lnTo>
                <a:lnTo>
                  <a:pt x="3968763" y="2243791"/>
                </a:lnTo>
                <a:lnTo>
                  <a:pt x="3968763" y="2325611"/>
                </a:lnTo>
                <a:lnTo>
                  <a:pt x="3671162" y="2325611"/>
                </a:lnTo>
                <a:lnTo>
                  <a:pt x="3671162" y="2325461"/>
                </a:lnTo>
                <a:cubicBezTo>
                  <a:pt x="3669057" y="2325461"/>
                  <a:pt x="3667405" y="2323734"/>
                  <a:pt x="3667405" y="2321704"/>
                </a:cubicBezTo>
                <a:cubicBezTo>
                  <a:pt x="3667405" y="2319676"/>
                  <a:pt x="3669057" y="2317949"/>
                  <a:pt x="3671162" y="2317949"/>
                </a:cubicBezTo>
                <a:lnTo>
                  <a:pt x="3961250" y="2317949"/>
                </a:lnTo>
                <a:lnTo>
                  <a:pt x="3961250" y="2247548"/>
                </a:lnTo>
                <a:lnTo>
                  <a:pt x="3711509" y="2247548"/>
                </a:lnTo>
                <a:cubicBezTo>
                  <a:pt x="3709403" y="2247548"/>
                  <a:pt x="3707751" y="2245818"/>
                  <a:pt x="3707751" y="2243790"/>
                </a:cubicBezTo>
                <a:cubicBezTo>
                  <a:pt x="3707751" y="2241761"/>
                  <a:pt x="3709403" y="2240034"/>
                  <a:pt x="3711509" y="2240034"/>
                </a:cubicBezTo>
                <a:lnTo>
                  <a:pt x="3961250" y="2240034"/>
                </a:lnTo>
                <a:lnTo>
                  <a:pt x="3961250" y="2163625"/>
                </a:lnTo>
                <a:lnTo>
                  <a:pt x="3762898" y="2163625"/>
                </a:lnTo>
                <a:lnTo>
                  <a:pt x="3857567" y="2068656"/>
                </a:lnTo>
                <a:lnTo>
                  <a:pt x="3857567" y="1950680"/>
                </a:lnTo>
                <a:lnTo>
                  <a:pt x="3857567" y="1931463"/>
                </a:lnTo>
                <a:lnTo>
                  <a:pt x="3857567" y="1813487"/>
                </a:lnTo>
                <a:lnTo>
                  <a:pt x="3762898" y="1718518"/>
                </a:lnTo>
                <a:lnTo>
                  <a:pt x="3961250" y="1718518"/>
                </a:lnTo>
                <a:lnTo>
                  <a:pt x="3961250" y="1642109"/>
                </a:lnTo>
                <a:lnTo>
                  <a:pt x="3711509" y="1642109"/>
                </a:lnTo>
                <a:cubicBezTo>
                  <a:pt x="3709403" y="1642109"/>
                  <a:pt x="3707751" y="1640382"/>
                  <a:pt x="3707751" y="1638354"/>
                </a:cubicBezTo>
                <a:cubicBezTo>
                  <a:pt x="3707751" y="1636325"/>
                  <a:pt x="3709403" y="1634596"/>
                  <a:pt x="3711509" y="1634596"/>
                </a:cubicBezTo>
                <a:lnTo>
                  <a:pt x="3961250" y="1634596"/>
                </a:lnTo>
                <a:lnTo>
                  <a:pt x="3961250" y="1564195"/>
                </a:lnTo>
                <a:lnTo>
                  <a:pt x="3671162" y="1564195"/>
                </a:lnTo>
                <a:cubicBezTo>
                  <a:pt x="3669057" y="1564195"/>
                  <a:pt x="3667405" y="1562467"/>
                  <a:pt x="3667405" y="1560439"/>
                </a:cubicBezTo>
                <a:cubicBezTo>
                  <a:pt x="3667405" y="1558409"/>
                  <a:pt x="3669057" y="1556682"/>
                  <a:pt x="3671162" y="1556682"/>
                </a:cubicBezTo>
                <a:close/>
                <a:moveTo>
                  <a:pt x="6689433" y="1555405"/>
                </a:moveTo>
                <a:cubicBezTo>
                  <a:pt x="6696120" y="1555405"/>
                  <a:pt x="6702188" y="1558147"/>
                  <a:pt x="6706583" y="1562570"/>
                </a:cubicBezTo>
                <a:lnTo>
                  <a:pt x="6712616" y="1577194"/>
                </a:lnTo>
                <a:lnTo>
                  <a:pt x="6872309" y="1577194"/>
                </a:lnTo>
                <a:lnTo>
                  <a:pt x="6729254" y="1720698"/>
                </a:lnTo>
                <a:lnTo>
                  <a:pt x="6729254" y="1805749"/>
                </a:lnTo>
                <a:cubicBezTo>
                  <a:pt x="6729254" y="1807778"/>
                  <a:pt x="6727601" y="1809506"/>
                  <a:pt x="6725497" y="1809506"/>
                </a:cubicBezTo>
                <a:cubicBezTo>
                  <a:pt x="6723394" y="1809506"/>
                  <a:pt x="6721741" y="1807853"/>
                  <a:pt x="6721741" y="1805749"/>
                </a:cubicBezTo>
                <a:lnTo>
                  <a:pt x="6721741" y="1717618"/>
                </a:lnTo>
                <a:lnTo>
                  <a:pt x="6780446" y="1658713"/>
                </a:lnTo>
                <a:lnTo>
                  <a:pt x="6689357" y="1658713"/>
                </a:lnTo>
                <a:cubicBezTo>
                  <a:pt x="6687254" y="1658713"/>
                  <a:pt x="6685602" y="1656986"/>
                  <a:pt x="6685602" y="1654957"/>
                </a:cubicBezTo>
                <a:cubicBezTo>
                  <a:pt x="6685602" y="1652928"/>
                  <a:pt x="6687254" y="1651200"/>
                  <a:pt x="6689357" y="1651200"/>
                </a:cubicBezTo>
                <a:lnTo>
                  <a:pt x="6787934" y="1651200"/>
                </a:lnTo>
                <a:lnTo>
                  <a:pt x="6854201" y="1584707"/>
                </a:lnTo>
                <a:lnTo>
                  <a:pt x="6711690" y="1584707"/>
                </a:lnTo>
                <a:lnTo>
                  <a:pt x="6706583" y="1597104"/>
                </a:lnTo>
                <a:cubicBezTo>
                  <a:pt x="6702188" y="1601517"/>
                  <a:pt x="6696120" y="1604242"/>
                  <a:pt x="6689433" y="1604242"/>
                </a:cubicBezTo>
                <a:cubicBezTo>
                  <a:pt x="6676060" y="1604242"/>
                  <a:pt x="6665166" y="1593348"/>
                  <a:pt x="6665166" y="1579823"/>
                </a:cubicBezTo>
                <a:cubicBezTo>
                  <a:pt x="6665166" y="1566299"/>
                  <a:pt x="6676060" y="1555405"/>
                  <a:pt x="6689433" y="1555405"/>
                </a:cubicBezTo>
                <a:close/>
                <a:moveTo>
                  <a:pt x="5494571" y="1555405"/>
                </a:moveTo>
                <a:cubicBezTo>
                  <a:pt x="5507942" y="1555405"/>
                  <a:pt x="5518837" y="1566299"/>
                  <a:pt x="5518837" y="1579823"/>
                </a:cubicBezTo>
                <a:cubicBezTo>
                  <a:pt x="5518837" y="1593348"/>
                  <a:pt x="5507942" y="1604242"/>
                  <a:pt x="5494571" y="1604242"/>
                </a:cubicBezTo>
                <a:cubicBezTo>
                  <a:pt x="5487883" y="1604242"/>
                  <a:pt x="5481816" y="1601517"/>
                  <a:pt x="5477420" y="1597104"/>
                </a:cubicBezTo>
                <a:lnTo>
                  <a:pt x="5472314" y="1584707"/>
                </a:lnTo>
                <a:lnTo>
                  <a:pt x="5329802" y="1584707"/>
                </a:lnTo>
                <a:lnTo>
                  <a:pt x="5396069" y="1651200"/>
                </a:lnTo>
                <a:lnTo>
                  <a:pt x="5494645" y="1651200"/>
                </a:lnTo>
                <a:cubicBezTo>
                  <a:pt x="5496748" y="1651200"/>
                  <a:pt x="5498401" y="1652928"/>
                  <a:pt x="5498401" y="1654957"/>
                </a:cubicBezTo>
                <a:cubicBezTo>
                  <a:pt x="5498401" y="1656986"/>
                  <a:pt x="5496748" y="1658713"/>
                  <a:pt x="5494645" y="1658713"/>
                </a:cubicBezTo>
                <a:lnTo>
                  <a:pt x="5403557" y="1658713"/>
                </a:lnTo>
                <a:lnTo>
                  <a:pt x="5462261" y="1717618"/>
                </a:lnTo>
                <a:lnTo>
                  <a:pt x="5462261" y="1805749"/>
                </a:lnTo>
                <a:cubicBezTo>
                  <a:pt x="5462261" y="1807853"/>
                  <a:pt x="5460609" y="1809506"/>
                  <a:pt x="5458507" y="1809506"/>
                </a:cubicBezTo>
                <a:cubicBezTo>
                  <a:pt x="5456401" y="1809506"/>
                  <a:pt x="5454749" y="1807778"/>
                  <a:pt x="5454749" y="1805749"/>
                </a:cubicBezTo>
                <a:lnTo>
                  <a:pt x="5454749" y="1720698"/>
                </a:lnTo>
                <a:lnTo>
                  <a:pt x="5311695" y="1577194"/>
                </a:lnTo>
                <a:lnTo>
                  <a:pt x="5471386" y="1577194"/>
                </a:lnTo>
                <a:lnTo>
                  <a:pt x="5477420" y="1562570"/>
                </a:lnTo>
                <a:cubicBezTo>
                  <a:pt x="5481816" y="1558147"/>
                  <a:pt x="5487883" y="1555405"/>
                  <a:pt x="5494571" y="1555405"/>
                </a:cubicBezTo>
                <a:close/>
                <a:moveTo>
                  <a:pt x="9642769" y="1550747"/>
                </a:moveTo>
                <a:cubicBezTo>
                  <a:pt x="9644873" y="1550747"/>
                  <a:pt x="9646527" y="1552400"/>
                  <a:pt x="9646527" y="1554504"/>
                </a:cubicBezTo>
                <a:lnTo>
                  <a:pt x="9646527" y="1668555"/>
                </a:lnTo>
                <a:lnTo>
                  <a:pt x="9799197" y="1821828"/>
                </a:lnTo>
                <a:lnTo>
                  <a:pt x="9799197" y="1940177"/>
                </a:lnTo>
                <a:lnTo>
                  <a:pt x="9799197" y="1941966"/>
                </a:lnTo>
                <a:lnTo>
                  <a:pt x="9799197" y="2060315"/>
                </a:lnTo>
                <a:lnTo>
                  <a:pt x="9646527" y="2213588"/>
                </a:lnTo>
                <a:lnTo>
                  <a:pt x="9646527" y="2327639"/>
                </a:lnTo>
                <a:cubicBezTo>
                  <a:pt x="9646527" y="2329743"/>
                  <a:pt x="9644873" y="2331396"/>
                  <a:pt x="9642769" y="2331396"/>
                </a:cubicBezTo>
                <a:cubicBezTo>
                  <a:pt x="9640667" y="2331396"/>
                  <a:pt x="9639013" y="2329669"/>
                  <a:pt x="9639013" y="2327639"/>
                </a:cubicBezTo>
                <a:lnTo>
                  <a:pt x="9639013" y="2210432"/>
                </a:lnTo>
                <a:lnTo>
                  <a:pt x="9791684" y="2057160"/>
                </a:lnTo>
                <a:lnTo>
                  <a:pt x="9791684" y="1941966"/>
                </a:lnTo>
                <a:lnTo>
                  <a:pt x="9791684" y="1940177"/>
                </a:lnTo>
                <a:lnTo>
                  <a:pt x="9791684" y="1824983"/>
                </a:lnTo>
                <a:lnTo>
                  <a:pt x="9639013" y="1671712"/>
                </a:lnTo>
                <a:lnTo>
                  <a:pt x="9639013" y="1554504"/>
                </a:lnTo>
                <a:cubicBezTo>
                  <a:pt x="9639013" y="1552475"/>
                  <a:pt x="9640667" y="1550747"/>
                  <a:pt x="9642769" y="1550747"/>
                </a:cubicBezTo>
                <a:close/>
                <a:moveTo>
                  <a:pt x="8582038" y="1550747"/>
                </a:moveTo>
                <a:cubicBezTo>
                  <a:pt x="8584143" y="1550747"/>
                  <a:pt x="8585796" y="1552400"/>
                  <a:pt x="8585796" y="1554504"/>
                </a:cubicBezTo>
                <a:lnTo>
                  <a:pt x="8585796" y="1671712"/>
                </a:lnTo>
                <a:lnTo>
                  <a:pt x="8433125" y="1824983"/>
                </a:lnTo>
                <a:lnTo>
                  <a:pt x="8433125" y="1940177"/>
                </a:lnTo>
                <a:lnTo>
                  <a:pt x="8433125" y="1941966"/>
                </a:lnTo>
                <a:lnTo>
                  <a:pt x="8433125" y="2057160"/>
                </a:lnTo>
                <a:lnTo>
                  <a:pt x="8585796" y="2210432"/>
                </a:lnTo>
                <a:lnTo>
                  <a:pt x="8585796" y="2327639"/>
                </a:lnTo>
                <a:cubicBezTo>
                  <a:pt x="8585796" y="2329743"/>
                  <a:pt x="8584143" y="2331396"/>
                  <a:pt x="8582038" y="2331396"/>
                </a:cubicBezTo>
                <a:cubicBezTo>
                  <a:pt x="8579936" y="2331396"/>
                  <a:pt x="8578283" y="2329669"/>
                  <a:pt x="8578283" y="2327639"/>
                </a:cubicBezTo>
                <a:lnTo>
                  <a:pt x="8578283" y="2213588"/>
                </a:lnTo>
                <a:lnTo>
                  <a:pt x="8425613" y="2060315"/>
                </a:lnTo>
                <a:lnTo>
                  <a:pt x="8425613" y="1941966"/>
                </a:lnTo>
                <a:lnTo>
                  <a:pt x="8425613" y="1940177"/>
                </a:lnTo>
                <a:lnTo>
                  <a:pt x="8425613" y="1821828"/>
                </a:lnTo>
                <a:lnTo>
                  <a:pt x="8578283" y="1668555"/>
                </a:lnTo>
                <a:lnTo>
                  <a:pt x="8578283" y="1554504"/>
                </a:lnTo>
                <a:cubicBezTo>
                  <a:pt x="8578283" y="1552475"/>
                  <a:pt x="8579936" y="1550747"/>
                  <a:pt x="8582038" y="1550747"/>
                </a:cubicBezTo>
                <a:close/>
                <a:moveTo>
                  <a:pt x="3601964" y="1550747"/>
                </a:moveTo>
                <a:cubicBezTo>
                  <a:pt x="3604067" y="1550747"/>
                  <a:pt x="3605720" y="1552475"/>
                  <a:pt x="3605720" y="1554504"/>
                </a:cubicBezTo>
                <a:lnTo>
                  <a:pt x="3605720" y="1668555"/>
                </a:lnTo>
                <a:lnTo>
                  <a:pt x="3758391" y="1821828"/>
                </a:lnTo>
                <a:lnTo>
                  <a:pt x="3758391" y="1940177"/>
                </a:lnTo>
                <a:lnTo>
                  <a:pt x="3758391" y="1941966"/>
                </a:lnTo>
                <a:lnTo>
                  <a:pt x="3758391" y="2060315"/>
                </a:lnTo>
                <a:lnTo>
                  <a:pt x="3605720" y="2213588"/>
                </a:lnTo>
                <a:lnTo>
                  <a:pt x="3605720" y="2327639"/>
                </a:lnTo>
                <a:cubicBezTo>
                  <a:pt x="3605720" y="2329669"/>
                  <a:pt x="3604067" y="2331396"/>
                  <a:pt x="3601964" y="2331396"/>
                </a:cubicBezTo>
                <a:cubicBezTo>
                  <a:pt x="3599860" y="2331396"/>
                  <a:pt x="3598207" y="2329743"/>
                  <a:pt x="3598207" y="2327639"/>
                </a:cubicBezTo>
                <a:lnTo>
                  <a:pt x="3598207" y="2210432"/>
                </a:lnTo>
                <a:lnTo>
                  <a:pt x="3750877" y="2057160"/>
                </a:lnTo>
                <a:lnTo>
                  <a:pt x="3750877" y="1941966"/>
                </a:lnTo>
                <a:lnTo>
                  <a:pt x="3750877" y="1940177"/>
                </a:lnTo>
                <a:lnTo>
                  <a:pt x="3750877" y="1824983"/>
                </a:lnTo>
                <a:lnTo>
                  <a:pt x="3598207" y="1671712"/>
                </a:lnTo>
                <a:lnTo>
                  <a:pt x="3598207" y="1554504"/>
                </a:lnTo>
                <a:cubicBezTo>
                  <a:pt x="3598207" y="1552400"/>
                  <a:pt x="3599860" y="1550747"/>
                  <a:pt x="3601964" y="1550747"/>
                </a:cubicBezTo>
                <a:close/>
                <a:moveTo>
                  <a:pt x="2541233" y="1550747"/>
                </a:moveTo>
                <a:cubicBezTo>
                  <a:pt x="2543336" y="1550747"/>
                  <a:pt x="2544989" y="1552475"/>
                  <a:pt x="2544989" y="1554504"/>
                </a:cubicBezTo>
                <a:lnTo>
                  <a:pt x="2544989" y="1671712"/>
                </a:lnTo>
                <a:lnTo>
                  <a:pt x="2392318" y="1824983"/>
                </a:lnTo>
                <a:lnTo>
                  <a:pt x="2392318" y="1940177"/>
                </a:lnTo>
                <a:lnTo>
                  <a:pt x="2392318" y="1941966"/>
                </a:lnTo>
                <a:lnTo>
                  <a:pt x="2392318" y="2057160"/>
                </a:lnTo>
                <a:lnTo>
                  <a:pt x="2544989" y="2210432"/>
                </a:lnTo>
                <a:lnTo>
                  <a:pt x="2544989" y="2327639"/>
                </a:lnTo>
                <a:cubicBezTo>
                  <a:pt x="2544989" y="2329669"/>
                  <a:pt x="2543336" y="2331396"/>
                  <a:pt x="2541233" y="2331396"/>
                </a:cubicBezTo>
                <a:cubicBezTo>
                  <a:pt x="2539129" y="2331396"/>
                  <a:pt x="2537476" y="2329743"/>
                  <a:pt x="2537476" y="2327639"/>
                </a:cubicBezTo>
                <a:lnTo>
                  <a:pt x="2537476" y="2213588"/>
                </a:lnTo>
                <a:lnTo>
                  <a:pt x="2384805" y="2060315"/>
                </a:lnTo>
                <a:lnTo>
                  <a:pt x="2384805" y="1941966"/>
                </a:lnTo>
                <a:lnTo>
                  <a:pt x="2384805" y="1940177"/>
                </a:lnTo>
                <a:lnTo>
                  <a:pt x="2384805" y="1821828"/>
                </a:lnTo>
                <a:lnTo>
                  <a:pt x="2537476" y="1668555"/>
                </a:lnTo>
                <a:lnTo>
                  <a:pt x="2537476" y="1554504"/>
                </a:lnTo>
                <a:cubicBezTo>
                  <a:pt x="2537476" y="1552400"/>
                  <a:pt x="2539129" y="1550747"/>
                  <a:pt x="2541233" y="1550747"/>
                </a:cubicBezTo>
                <a:close/>
                <a:moveTo>
                  <a:pt x="11840718" y="1549695"/>
                </a:moveTo>
                <a:cubicBezTo>
                  <a:pt x="11841620" y="1549695"/>
                  <a:pt x="11842597" y="1550070"/>
                  <a:pt x="11843348" y="1550822"/>
                </a:cubicBezTo>
                <a:cubicBezTo>
                  <a:pt x="11844851" y="1552250"/>
                  <a:pt x="11844851" y="1554653"/>
                  <a:pt x="11843348" y="1556157"/>
                </a:cubicBezTo>
                <a:lnTo>
                  <a:pt x="11686770" y="1713335"/>
                </a:lnTo>
                <a:lnTo>
                  <a:pt x="11686770" y="1871296"/>
                </a:lnTo>
                <a:lnTo>
                  <a:pt x="11698810" y="1876328"/>
                </a:lnTo>
                <a:cubicBezTo>
                  <a:pt x="11703205" y="1880751"/>
                  <a:pt x="11705929" y="1886856"/>
                  <a:pt x="11705929" y="1893580"/>
                </a:cubicBezTo>
                <a:cubicBezTo>
                  <a:pt x="11705929" y="1907103"/>
                  <a:pt x="11695035" y="1917998"/>
                  <a:pt x="11681661" y="1917998"/>
                </a:cubicBezTo>
                <a:cubicBezTo>
                  <a:pt x="11668287" y="1917998"/>
                  <a:pt x="11657392" y="1907103"/>
                  <a:pt x="11657392" y="1893580"/>
                </a:cubicBezTo>
                <a:cubicBezTo>
                  <a:pt x="11657392" y="1886818"/>
                  <a:pt x="11660115" y="1880713"/>
                  <a:pt x="11664511" y="1876299"/>
                </a:cubicBezTo>
                <a:lnTo>
                  <a:pt x="11679257" y="1870162"/>
                </a:lnTo>
                <a:lnTo>
                  <a:pt x="11679257" y="1710179"/>
                </a:lnTo>
                <a:lnTo>
                  <a:pt x="11838089" y="1550822"/>
                </a:lnTo>
                <a:cubicBezTo>
                  <a:pt x="11838766" y="1550070"/>
                  <a:pt x="11839741" y="1549695"/>
                  <a:pt x="11840718" y="1549695"/>
                </a:cubicBezTo>
                <a:close/>
                <a:moveTo>
                  <a:pt x="6384093" y="1549695"/>
                </a:moveTo>
                <a:cubicBezTo>
                  <a:pt x="6384995" y="1549695"/>
                  <a:pt x="6385972" y="1550070"/>
                  <a:pt x="6386722" y="1550822"/>
                </a:cubicBezTo>
                <a:lnTo>
                  <a:pt x="6545555" y="1710179"/>
                </a:lnTo>
                <a:lnTo>
                  <a:pt x="6545555" y="1890500"/>
                </a:lnTo>
                <a:cubicBezTo>
                  <a:pt x="6545555" y="1892528"/>
                  <a:pt x="6543901" y="1894256"/>
                  <a:pt x="6541797" y="1894256"/>
                </a:cubicBezTo>
                <a:cubicBezTo>
                  <a:pt x="6539694" y="1894256"/>
                  <a:pt x="6538041" y="1892604"/>
                  <a:pt x="6538041" y="1890500"/>
                </a:cubicBezTo>
                <a:lnTo>
                  <a:pt x="6538041" y="1713335"/>
                </a:lnTo>
                <a:lnTo>
                  <a:pt x="6381463" y="1556157"/>
                </a:lnTo>
                <a:cubicBezTo>
                  <a:pt x="6379960" y="1554729"/>
                  <a:pt x="6379960" y="1552325"/>
                  <a:pt x="6381463" y="1550822"/>
                </a:cubicBezTo>
                <a:cubicBezTo>
                  <a:pt x="6382139" y="1550070"/>
                  <a:pt x="6383116" y="1549695"/>
                  <a:pt x="6384093" y="1549695"/>
                </a:cubicBezTo>
                <a:close/>
                <a:moveTo>
                  <a:pt x="5799909" y="1549695"/>
                </a:moveTo>
                <a:cubicBezTo>
                  <a:pt x="5800887" y="1549695"/>
                  <a:pt x="5801863" y="1550070"/>
                  <a:pt x="5802539" y="1550822"/>
                </a:cubicBezTo>
                <a:cubicBezTo>
                  <a:pt x="5804042" y="1552325"/>
                  <a:pt x="5804042" y="1554729"/>
                  <a:pt x="5802539" y="1556157"/>
                </a:cubicBezTo>
                <a:lnTo>
                  <a:pt x="5645962" y="1713335"/>
                </a:lnTo>
                <a:lnTo>
                  <a:pt x="5645962" y="1890500"/>
                </a:lnTo>
                <a:cubicBezTo>
                  <a:pt x="5645962" y="1892604"/>
                  <a:pt x="5644309" y="1894256"/>
                  <a:pt x="5642206" y="1894256"/>
                </a:cubicBezTo>
                <a:cubicBezTo>
                  <a:pt x="5640102" y="1894256"/>
                  <a:pt x="5638449" y="1892528"/>
                  <a:pt x="5638449" y="1890500"/>
                </a:cubicBezTo>
                <a:lnTo>
                  <a:pt x="5638449" y="1710179"/>
                </a:lnTo>
                <a:lnTo>
                  <a:pt x="5797280" y="1550822"/>
                </a:lnTo>
                <a:cubicBezTo>
                  <a:pt x="5798032" y="1550070"/>
                  <a:pt x="5799008" y="1549695"/>
                  <a:pt x="5799909" y="1549695"/>
                </a:cubicBezTo>
                <a:close/>
                <a:moveTo>
                  <a:pt x="343284" y="1549695"/>
                </a:moveTo>
                <a:cubicBezTo>
                  <a:pt x="344261" y="1549695"/>
                  <a:pt x="345238" y="1550070"/>
                  <a:pt x="345914" y="1550822"/>
                </a:cubicBezTo>
                <a:lnTo>
                  <a:pt x="504745" y="1710179"/>
                </a:lnTo>
                <a:lnTo>
                  <a:pt x="504745" y="1870162"/>
                </a:lnTo>
                <a:lnTo>
                  <a:pt x="519491" y="1876299"/>
                </a:lnTo>
                <a:cubicBezTo>
                  <a:pt x="523887" y="1880713"/>
                  <a:pt x="526610" y="1886818"/>
                  <a:pt x="526610" y="1893580"/>
                </a:cubicBezTo>
                <a:cubicBezTo>
                  <a:pt x="526610" y="1907103"/>
                  <a:pt x="515715" y="1917998"/>
                  <a:pt x="502341" y="1917998"/>
                </a:cubicBezTo>
                <a:cubicBezTo>
                  <a:pt x="488968" y="1917998"/>
                  <a:pt x="478074" y="1907103"/>
                  <a:pt x="478074" y="1893580"/>
                </a:cubicBezTo>
                <a:cubicBezTo>
                  <a:pt x="478074" y="1886856"/>
                  <a:pt x="480797" y="1880751"/>
                  <a:pt x="485193" y="1876328"/>
                </a:cubicBezTo>
                <a:lnTo>
                  <a:pt x="497232" y="1871296"/>
                </a:lnTo>
                <a:lnTo>
                  <a:pt x="497232" y="1713335"/>
                </a:lnTo>
                <a:lnTo>
                  <a:pt x="340654" y="1556157"/>
                </a:lnTo>
                <a:cubicBezTo>
                  <a:pt x="339152" y="1554653"/>
                  <a:pt x="339152" y="1552250"/>
                  <a:pt x="340654" y="1550822"/>
                </a:cubicBezTo>
                <a:cubicBezTo>
                  <a:pt x="341405" y="1550070"/>
                  <a:pt x="342383" y="1549695"/>
                  <a:pt x="343284" y="1549695"/>
                </a:cubicBezTo>
                <a:close/>
                <a:moveTo>
                  <a:pt x="11195999" y="1511527"/>
                </a:moveTo>
                <a:cubicBezTo>
                  <a:pt x="11196901" y="1511527"/>
                  <a:pt x="11197878" y="1511903"/>
                  <a:pt x="11198629" y="1512654"/>
                </a:cubicBezTo>
                <a:cubicBezTo>
                  <a:pt x="11200132" y="1514082"/>
                  <a:pt x="11200132" y="1516486"/>
                  <a:pt x="11198629" y="1517989"/>
                </a:cubicBezTo>
                <a:lnTo>
                  <a:pt x="11141303" y="1575541"/>
                </a:lnTo>
                <a:lnTo>
                  <a:pt x="11141303" y="1669157"/>
                </a:lnTo>
                <a:lnTo>
                  <a:pt x="11216512" y="1593647"/>
                </a:lnTo>
                <a:cubicBezTo>
                  <a:pt x="11217188" y="1592896"/>
                  <a:pt x="11218165" y="1592520"/>
                  <a:pt x="11219142" y="1592520"/>
                </a:cubicBezTo>
                <a:lnTo>
                  <a:pt x="11219216" y="1592595"/>
                </a:lnTo>
                <a:cubicBezTo>
                  <a:pt x="11220117" y="1592595"/>
                  <a:pt x="11221095" y="1592971"/>
                  <a:pt x="11221846" y="1593724"/>
                </a:cubicBezTo>
                <a:cubicBezTo>
                  <a:pt x="11223349" y="1595150"/>
                  <a:pt x="11223349" y="1597555"/>
                  <a:pt x="11221846" y="1599058"/>
                </a:cubicBezTo>
                <a:lnTo>
                  <a:pt x="11111626" y="1709653"/>
                </a:lnTo>
                <a:lnTo>
                  <a:pt x="11111626" y="1878037"/>
                </a:lnTo>
                <a:lnTo>
                  <a:pt x="11125694" y="1883915"/>
                </a:lnTo>
                <a:cubicBezTo>
                  <a:pt x="11130089" y="1888339"/>
                  <a:pt x="11132812" y="1894444"/>
                  <a:pt x="11132812" y="1901167"/>
                </a:cubicBezTo>
                <a:cubicBezTo>
                  <a:pt x="11132812" y="1914692"/>
                  <a:pt x="11121918" y="1925585"/>
                  <a:pt x="11108545" y="1925585"/>
                </a:cubicBezTo>
                <a:cubicBezTo>
                  <a:pt x="11095170" y="1925585"/>
                  <a:pt x="11084277" y="1914692"/>
                  <a:pt x="11084277" y="1901167"/>
                </a:cubicBezTo>
                <a:cubicBezTo>
                  <a:pt x="11084277" y="1894406"/>
                  <a:pt x="11086999" y="1888301"/>
                  <a:pt x="11091395" y="1883887"/>
                </a:cubicBezTo>
                <a:lnTo>
                  <a:pt x="11104112" y="1878594"/>
                </a:lnTo>
                <a:lnTo>
                  <a:pt x="11104112" y="1706497"/>
                </a:lnTo>
                <a:lnTo>
                  <a:pt x="11134891" y="1675595"/>
                </a:lnTo>
                <a:lnTo>
                  <a:pt x="11133789" y="1674491"/>
                </a:lnTo>
                <a:lnTo>
                  <a:pt x="11133789" y="1572385"/>
                </a:lnTo>
                <a:lnTo>
                  <a:pt x="11193370" y="1512654"/>
                </a:lnTo>
                <a:cubicBezTo>
                  <a:pt x="11194047" y="1511903"/>
                  <a:pt x="11195023" y="1511527"/>
                  <a:pt x="11195999" y="1511527"/>
                </a:cubicBezTo>
                <a:close/>
                <a:moveTo>
                  <a:pt x="7028886" y="1511527"/>
                </a:moveTo>
                <a:cubicBezTo>
                  <a:pt x="7029788" y="1511527"/>
                  <a:pt x="7030763" y="1511903"/>
                  <a:pt x="7031516" y="1512654"/>
                </a:cubicBezTo>
                <a:lnTo>
                  <a:pt x="7091096" y="1572385"/>
                </a:lnTo>
                <a:lnTo>
                  <a:pt x="7091096" y="1676627"/>
                </a:lnTo>
                <a:lnTo>
                  <a:pt x="7120774" y="1706423"/>
                </a:lnTo>
                <a:lnTo>
                  <a:pt x="7120774" y="1905376"/>
                </a:lnTo>
                <a:cubicBezTo>
                  <a:pt x="7120774" y="1907405"/>
                  <a:pt x="7119121" y="1909133"/>
                  <a:pt x="7117017" y="1909133"/>
                </a:cubicBezTo>
                <a:cubicBezTo>
                  <a:pt x="7114914" y="1909133"/>
                  <a:pt x="7113261" y="1907479"/>
                  <a:pt x="7113261" y="1905376"/>
                </a:cubicBezTo>
                <a:lnTo>
                  <a:pt x="7113261" y="1709579"/>
                </a:lnTo>
                <a:lnTo>
                  <a:pt x="7088057" y="1684290"/>
                </a:lnTo>
                <a:lnTo>
                  <a:pt x="7087339" y="1685009"/>
                </a:lnTo>
                <a:cubicBezTo>
                  <a:pt x="7085236" y="1685009"/>
                  <a:pt x="7083583" y="1683356"/>
                  <a:pt x="7083583" y="1681253"/>
                </a:cubicBezTo>
                <a:lnTo>
                  <a:pt x="7083583" y="1679801"/>
                </a:lnTo>
                <a:lnTo>
                  <a:pt x="7003040" y="1598983"/>
                </a:lnTo>
                <a:cubicBezTo>
                  <a:pt x="7001538" y="1597555"/>
                  <a:pt x="7001538" y="1595151"/>
                  <a:pt x="7003040" y="1593649"/>
                </a:cubicBezTo>
                <a:cubicBezTo>
                  <a:pt x="7003715" y="1592897"/>
                  <a:pt x="7004693" y="1592520"/>
                  <a:pt x="7005669" y="1592520"/>
                </a:cubicBezTo>
                <a:lnTo>
                  <a:pt x="7005745" y="1592446"/>
                </a:lnTo>
                <a:cubicBezTo>
                  <a:pt x="7006647" y="1592446"/>
                  <a:pt x="7007622" y="1592822"/>
                  <a:pt x="7008374" y="1593573"/>
                </a:cubicBezTo>
                <a:lnTo>
                  <a:pt x="7083583" y="1669084"/>
                </a:lnTo>
                <a:lnTo>
                  <a:pt x="7083583" y="1575541"/>
                </a:lnTo>
                <a:lnTo>
                  <a:pt x="7026257" y="1517989"/>
                </a:lnTo>
                <a:cubicBezTo>
                  <a:pt x="7024753" y="1516562"/>
                  <a:pt x="7024753" y="1514156"/>
                  <a:pt x="7026257" y="1512654"/>
                </a:cubicBezTo>
                <a:cubicBezTo>
                  <a:pt x="7026932" y="1511903"/>
                  <a:pt x="7027908" y="1511527"/>
                  <a:pt x="7028886" y="1511527"/>
                </a:cubicBezTo>
                <a:close/>
                <a:moveTo>
                  <a:pt x="5155118" y="1511527"/>
                </a:moveTo>
                <a:cubicBezTo>
                  <a:pt x="5156094" y="1511527"/>
                  <a:pt x="5157071" y="1511903"/>
                  <a:pt x="5157747" y="1512654"/>
                </a:cubicBezTo>
                <a:cubicBezTo>
                  <a:pt x="5159250" y="1514156"/>
                  <a:pt x="5159250" y="1516562"/>
                  <a:pt x="5157747" y="1517989"/>
                </a:cubicBezTo>
                <a:lnTo>
                  <a:pt x="5100420" y="1575541"/>
                </a:lnTo>
                <a:lnTo>
                  <a:pt x="5100420" y="1669084"/>
                </a:lnTo>
                <a:lnTo>
                  <a:pt x="5175629" y="1593573"/>
                </a:lnTo>
                <a:cubicBezTo>
                  <a:pt x="5176380" y="1592822"/>
                  <a:pt x="5177357" y="1592446"/>
                  <a:pt x="5178259" y="1592446"/>
                </a:cubicBezTo>
                <a:lnTo>
                  <a:pt x="5178334" y="1592520"/>
                </a:lnTo>
                <a:cubicBezTo>
                  <a:pt x="5179311" y="1592520"/>
                  <a:pt x="5180288" y="1592897"/>
                  <a:pt x="5180963" y="1593649"/>
                </a:cubicBezTo>
                <a:cubicBezTo>
                  <a:pt x="5182466" y="1595151"/>
                  <a:pt x="5182466" y="1597555"/>
                  <a:pt x="5180963" y="1598983"/>
                </a:cubicBezTo>
                <a:lnTo>
                  <a:pt x="5100420" y="1679801"/>
                </a:lnTo>
                <a:lnTo>
                  <a:pt x="5100420" y="1681253"/>
                </a:lnTo>
                <a:cubicBezTo>
                  <a:pt x="5100420" y="1683356"/>
                  <a:pt x="5098767" y="1685009"/>
                  <a:pt x="5096664" y="1685009"/>
                </a:cubicBezTo>
                <a:lnTo>
                  <a:pt x="5095945" y="1684290"/>
                </a:lnTo>
                <a:lnTo>
                  <a:pt x="5070743" y="1709579"/>
                </a:lnTo>
                <a:lnTo>
                  <a:pt x="5070743" y="1905376"/>
                </a:lnTo>
                <a:cubicBezTo>
                  <a:pt x="5070743" y="1907479"/>
                  <a:pt x="5069090" y="1909133"/>
                  <a:pt x="5066987" y="1909133"/>
                </a:cubicBezTo>
                <a:cubicBezTo>
                  <a:pt x="5064883" y="1909133"/>
                  <a:pt x="5063230" y="1907405"/>
                  <a:pt x="5063230" y="1905376"/>
                </a:cubicBezTo>
                <a:lnTo>
                  <a:pt x="5063230" y="1706423"/>
                </a:lnTo>
                <a:lnTo>
                  <a:pt x="5092907" y="1676627"/>
                </a:lnTo>
                <a:lnTo>
                  <a:pt x="5092907" y="1572385"/>
                </a:lnTo>
                <a:lnTo>
                  <a:pt x="5152488" y="1512654"/>
                </a:lnTo>
                <a:cubicBezTo>
                  <a:pt x="5153239" y="1511903"/>
                  <a:pt x="5154216" y="1511527"/>
                  <a:pt x="5155118" y="1511527"/>
                </a:cubicBezTo>
                <a:close/>
                <a:moveTo>
                  <a:pt x="988003" y="1511527"/>
                </a:moveTo>
                <a:cubicBezTo>
                  <a:pt x="988980" y="1511527"/>
                  <a:pt x="989955" y="1511903"/>
                  <a:pt x="990633" y="1512654"/>
                </a:cubicBezTo>
                <a:lnTo>
                  <a:pt x="1050213" y="1572385"/>
                </a:lnTo>
                <a:lnTo>
                  <a:pt x="1050213" y="1674491"/>
                </a:lnTo>
                <a:lnTo>
                  <a:pt x="1049111" y="1675595"/>
                </a:lnTo>
                <a:lnTo>
                  <a:pt x="1079890" y="1706497"/>
                </a:lnTo>
                <a:lnTo>
                  <a:pt x="1079890" y="1878594"/>
                </a:lnTo>
                <a:lnTo>
                  <a:pt x="1092607" y="1883887"/>
                </a:lnTo>
                <a:cubicBezTo>
                  <a:pt x="1097003" y="1888301"/>
                  <a:pt x="1099727" y="1894406"/>
                  <a:pt x="1099727" y="1901167"/>
                </a:cubicBezTo>
                <a:cubicBezTo>
                  <a:pt x="1099727" y="1914692"/>
                  <a:pt x="1088832" y="1925585"/>
                  <a:pt x="1075457" y="1925585"/>
                </a:cubicBezTo>
                <a:cubicBezTo>
                  <a:pt x="1062085" y="1925585"/>
                  <a:pt x="1051190" y="1914692"/>
                  <a:pt x="1051190" y="1901167"/>
                </a:cubicBezTo>
                <a:cubicBezTo>
                  <a:pt x="1051190" y="1894444"/>
                  <a:pt x="1053913" y="1888339"/>
                  <a:pt x="1058310" y="1883915"/>
                </a:cubicBezTo>
                <a:lnTo>
                  <a:pt x="1072377" y="1878037"/>
                </a:lnTo>
                <a:lnTo>
                  <a:pt x="1072377" y="1709653"/>
                </a:lnTo>
                <a:lnTo>
                  <a:pt x="962157" y="1599058"/>
                </a:lnTo>
                <a:cubicBezTo>
                  <a:pt x="960654" y="1597555"/>
                  <a:pt x="960654" y="1595150"/>
                  <a:pt x="962157" y="1593724"/>
                </a:cubicBezTo>
                <a:cubicBezTo>
                  <a:pt x="962908" y="1592971"/>
                  <a:pt x="963885" y="1592595"/>
                  <a:pt x="964787" y="1592595"/>
                </a:cubicBezTo>
                <a:lnTo>
                  <a:pt x="964862" y="1592520"/>
                </a:lnTo>
                <a:cubicBezTo>
                  <a:pt x="965837" y="1592520"/>
                  <a:pt x="966815" y="1592896"/>
                  <a:pt x="967491" y="1593647"/>
                </a:cubicBezTo>
                <a:lnTo>
                  <a:pt x="1042700" y="1669157"/>
                </a:lnTo>
                <a:lnTo>
                  <a:pt x="1042700" y="1575541"/>
                </a:lnTo>
                <a:lnTo>
                  <a:pt x="985373" y="1517989"/>
                </a:lnTo>
                <a:cubicBezTo>
                  <a:pt x="983871" y="1516486"/>
                  <a:pt x="983871" y="1514082"/>
                  <a:pt x="985373" y="1512654"/>
                </a:cubicBezTo>
                <a:cubicBezTo>
                  <a:pt x="986124" y="1511903"/>
                  <a:pt x="987101" y="1511527"/>
                  <a:pt x="988003" y="1511527"/>
                </a:cubicBezTo>
                <a:close/>
                <a:moveTo>
                  <a:pt x="11271133" y="1451045"/>
                </a:moveTo>
                <a:lnTo>
                  <a:pt x="11271133" y="1451120"/>
                </a:lnTo>
                <a:cubicBezTo>
                  <a:pt x="11273237" y="1451120"/>
                  <a:pt x="11274890" y="1452773"/>
                  <a:pt x="11274890" y="1454877"/>
                </a:cubicBezTo>
                <a:lnTo>
                  <a:pt x="11274890" y="1708152"/>
                </a:lnTo>
                <a:lnTo>
                  <a:pt x="11193219" y="1708152"/>
                </a:lnTo>
                <a:lnTo>
                  <a:pt x="11193219" y="1789970"/>
                </a:lnTo>
                <a:lnTo>
                  <a:pt x="11356485" y="1789970"/>
                </a:lnTo>
                <a:lnTo>
                  <a:pt x="11356485" y="1894256"/>
                </a:lnTo>
                <a:cubicBezTo>
                  <a:pt x="11356485" y="1896285"/>
                  <a:pt x="11354832" y="1898012"/>
                  <a:pt x="11352728" y="1898012"/>
                </a:cubicBezTo>
                <a:cubicBezTo>
                  <a:pt x="11350625" y="1898012"/>
                  <a:pt x="11348972" y="1896360"/>
                  <a:pt x="11348972" y="1894256"/>
                </a:cubicBezTo>
                <a:lnTo>
                  <a:pt x="11348972" y="1797485"/>
                </a:lnTo>
                <a:lnTo>
                  <a:pt x="11278271" y="1797485"/>
                </a:lnTo>
                <a:lnTo>
                  <a:pt x="11278572" y="1797785"/>
                </a:lnTo>
                <a:lnTo>
                  <a:pt x="11278572" y="1868185"/>
                </a:lnTo>
                <a:cubicBezTo>
                  <a:pt x="11278572" y="1870214"/>
                  <a:pt x="11276919" y="1871941"/>
                  <a:pt x="11274815" y="1871941"/>
                </a:cubicBezTo>
                <a:cubicBezTo>
                  <a:pt x="11272712" y="1871941"/>
                  <a:pt x="11271058" y="1870288"/>
                  <a:pt x="11271058" y="1868185"/>
                </a:cubicBezTo>
                <a:lnTo>
                  <a:pt x="11271058" y="1797785"/>
                </a:lnTo>
                <a:lnTo>
                  <a:pt x="11271360" y="1797485"/>
                </a:lnTo>
                <a:lnTo>
                  <a:pt x="11193219" y="1797485"/>
                </a:lnTo>
                <a:lnTo>
                  <a:pt x="11193219" y="1898013"/>
                </a:lnTo>
                <a:cubicBezTo>
                  <a:pt x="11193219" y="1900042"/>
                  <a:pt x="11191567" y="1901769"/>
                  <a:pt x="11189464" y="1901769"/>
                </a:cubicBezTo>
                <a:cubicBezTo>
                  <a:pt x="11187359" y="1901769"/>
                  <a:pt x="11185707" y="1900116"/>
                  <a:pt x="11185707" y="1898013"/>
                </a:cubicBezTo>
                <a:lnTo>
                  <a:pt x="11185707" y="1700562"/>
                </a:lnTo>
                <a:lnTo>
                  <a:pt x="11267376" y="1700562"/>
                </a:lnTo>
                <a:lnTo>
                  <a:pt x="11267376" y="1454802"/>
                </a:lnTo>
                <a:cubicBezTo>
                  <a:pt x="11267376" y="1452773"/>
                  <a:pt x="11269030" y="1451045"/>
                  <a:pt x="11271133" y="1451045"/>
                </a:cubicBezTo>
                <a:close/>
                <a:moveTo>
                  <a:pt x="912870" y="1451045"/>
                </a:moveTo>
                <a:cubicBezTo>
                  <a:pt x="914973" y="1451045"/>
                  <a:pt x="916626" y="1452773"/>
                  <a:pt x="916626" y="1454802"/>
                </a:cubicBezTo>
                <a:lnTo>
                  <a:pt x="916626" y="1700562"/>
                </a:lnTo>
                <a:lnTo>
                  <a:pt x="998295" y="1700562"/>
                </a:lnTo>
                <a:lnTo>
                  <a:pt x="998295" y="1898013"/>
                </a:lnTo>
                <a:cubicBezTo>
                  <a:pt x="998295" y="1900116"/>
                  <a:pt x="996643" y="1901769"/>
                  <a:pt x="994539" y="1901769"/>
                </a:cubicBezTo>
                <a:cubicBezTo>
                  <a:pt x="992435" y="1901769"/>
                  <a:pt x="990783" y="1900042"/>
                  <a:pt x="990783" y="1898013"/>
                </a:cubicBezTo>
                <a:lnTo>
                  <a:pt x="990783" y="1797485"/>
                </a:lnTo>
                <a:lnTo>
                  <a:pt x="912642" y="1797485"/>
                </a:lnTo>
                <a:lnTo>
                  <a:pt x="912944" y="1797785"/>
                </a:lnTo>
                <a:lnTo>
                  <a:pt x="912944" y="1868185"/>
                </a:lnTo>
                <a:cubicBezTo>
                  <a:pt x="912944" y="1870288"/>
                  <a:pt x="911291" y="1871941"/>
                  <a:pt x="909188" y="1871941"/>
                </a:cubicBezTo>
                <a:cubicBezTo>
                  <a:pt x="907084" y="1871941"/>
                  <a:pt x="905430" y="1870214"/>
                  <a:pt x="905430" y="1868185"/>
                </a:cubicBezTo>
                <a:lnTo>
                  <a:pt x="905430" y="1797785"/>
                </a:lnTo>
                <a:lnTo>
                  <a:pt x="905731" y="1797485"/>
                </a:lnTo>
                <a:lnTo>
                  <a:pt x="835030" y="1797485"/>
                </a:lnTo>
                <a:lnTo>
                  <a:pt x="835030" y="1894256"/>
                </a:lnTo>
                <a:cubicBezTo>
                  <a:pt x="835030" y="1896360"/>
                  <a:pt x="833377" y="1898012"/>
                  <a:pt x="831274" y="1898012"/>
                </a:cubicBezTo>
                <a:cubicBezTo>
                  <a:pt x="829170" y="1898012"/>
                  <a:pt x="827518" y="1896285"/>
                  <a:pt x="827518" y="1894256"/>
                </a:cubicBezTo>
                <a:lnTo>
                  <a:pt x="827518" y="1789970"/>
                </a:lnTo>
                <a:lnTo>
                  <a:pt x="990783" y="1789970"/>
                </a:lnTo>
                <a:lnTo>
                  <a:pt x="990783" y="1708152"/>
                </a:lnTo>
                <a:lnTo>
                  <a:pt x="909112" y="1708152"/>
                </a:lnTo>
                <a:lnTo>
                  <a:pt x="909112" y="1454877"/>
                </a:lnTo>
                <a:cubicBezTo>
                  <a:pt x="909112" y="1452773"/>
                  <a:pt x="910766" y="1451120"/>
                  <a:pt x="912870" y="1451120"/>
                </a:cubicBezTo>
                <a:close/>
                <a:moveTo>
                  <a:pt x="6953678" y="1450970"/>
                </a:moveTo>
                <a:cubicBezTo>
                  <a:pt x="6955781" y="1450970"/>
                  <a:pt x="6957434" y="1452623"/>
                  <a:pt x="6957434" y="1454727"/>
                </a:cubicBezTo>
                <a:lnTo>
                  <a:pt x="6957434" y="1700487"/>
                </a:lnTo>
                <a:lnTo>
                  <a:pt x="7039103" y="1700487"/>
                </a:lnTo>
                <a:lnTo>
                  <a:pt x="7039103" y="1897938"/>
                </a:lnTo>
                <a:cubicBezTo>
                  <a:pt x="7039103" y="1899966"/>
                  <a:pt x="7037451" y="1901694"/>
                  <a:pt x="7035346" y="1901694"/>
                </a:cubicBezTo>
                <a:cubicBezTo>
                  <a:pt x="7033243" y="1901694"/>
                  <a:pt x="7031591" y="1900041"/>
                  <a:pt x="7031591" y="1897938"/>
                </a:cubicBezTo>
                <a:lnTo>
                  <a:pt x="7031591" y="1797561"/>
                </a:lnTo>
                <a:lnTo>
                  <a:pt x="6953527" y="1797561"/>
                </a:lnTo>
                <a:lnTo>
                  <a:pt x="6953753" y="1797785"/>
                </a:lnTo>
                <a:lnTo>
                  <a:pt x="6953753" y="1868185"/>
                </a:lnTo>
                <a:cubicBezTo>
                  <a:pt x="6953753" y="1870214"/>
                  <a:pt x="6952100" y="1871941"/>
                  <a:pt x="6949996" y="1871941"/>
                </a:cubicBezTo>
                <a:cubicBezTo>
                  <a:pt x="6947893" y="1871941"/>
                  <a:pt x="6946240" y="1870288"/>
                  <a:pt x="6946240" y="1868185"/>
                </a:cubicBezTo>
                <a:lnTo>
                  <a:pt x="6946240" y="1797785"/>
                </a:lnTo>
                <a:lnTo>
                  <a:pt x="6946465" y="1797561"/>
                </a:lnTo>
                <a:lnTo>
                  <a:pt x="6875839" y="1797561"/>
                </a:lnTo>
                <a:lnTo>
                  <a:pt x="6875839" y="1894331"/>
                </a:lnTo>
                <a:cubicBezTo>
                  <a:pt x="6875839" y="1896361"/>
                  <a:pt x="6874186" y="1898088"/>
                  <a:pt x="6872082" y="1898088"/>
                </a:cubicBezTo>
                <a:cubicBezTo>
                  <a:pt x="6869979" y="1898088"/>
                  <a:pt x="6868326" y="1896435"/>
                  <a:pt x="6868326" y="1894331"/>
                </a:cubicBezTo>
                <a:lnTo>
                  <a:pt x="6868326" y="1789971"/>
                </a:lnTo>
                <a:lnTo>
                  <a:pt x="7031591" y="1789971"/>
                </a:lnTo>
                <a:lnTo>
                  <a:pt x="7031591" y="1708075"/>
                </a:lnTo>
                <a:lnTo>
                  <a:pt x="6949921" y="1708075"/>
                </a:lnTo>
                <a:lnTo>
                  <a:pt x="6949921" y="1454801"/>
                </a:lnTo>
                <a:cubicBezTo>
                  <a:pt x="6949921" y="1452773"/>
                  <a:pt x="6951574" y="1451044"/>
                  <a:pt x="6953678" y="1451044"/>
                </a:cubicBezTo>
                <a:close/>
                <a:moveTo>
                  <a:pt x="5230326" y="1450970"/>
                </a:moveTo>
                <a:lnTo>
                  <a:pt x="5230326" y="1451044"/>
                </a:lnTo>
                <a:cubicBezTo>
                  <a:pt x="5232430" y="1451044"/>
                  <a:pt x="5234082" y="1452773"/>
                  <a:pt x="5234082" y="1454801"/>
                </a:cubicBezTo>
                <a:lnTo>
                  <a:pt x="5234082" y="1708075"/>
                </a:lnTo>
                <a:lnTo>
                  <a:pt x="5152412" y="1708075"/>
                </a:lnTo>
                <a:lnTo>
                  <a:pt x="5152412" y="1789971"/>
                </a:lnTo>
                <a:lnTo>
                  <a:pt x="5315676" y="1789971"/>
                </a:lnTo>
                <a:lnTo>
                  <a:pt x="5315676" y="1894331"/>
                </a:lnTo>
                <a:cubicBezTo>
                  <a:pt x="5315676" y="1896435"/>
                  <a:pt x="5314024" y="1898088"/>
                  <a:pt x="5311920" y="1898088"/>
                </a:cubicBezTo>
                <a:cubicBezTo>
                  <a:pt x="5309818" y="1898088"/>
                  <a:pt x="5308165" y="1896361"/>
                  <a:pt x="5308165" y="1894331"/>
                </a:cubicBezTo>
                <a:lnTo>
                  <a:pt x="5308165" y="1797561"/>
                </a:lnTo>
                <a:lnTo>
                  <a:pt x="5237539" y="1797561"/>
                </a:lnTo>
                <a:lnTo>
                  <a:pt x="5237764" y="1797785"/>
                </a:lnTo>
                <a:lnTo>
                  <a:pt x="5237764" y="1868185"/>
                </a:lnTo>
                <a:cubicBezTo>
                  <a:pt x="5237764" y="1870288"/>
                  <a:pt x="5236111" y="1871941"/>
                  <a:pt x="5234008" y="1871941"/>
                </a:cubicBezTo>
                <a:cubicBezTo>
                  <a:pt x="5231904" y="1871941"/>
                  <a:pt x="5230251" y="1870214"/>
                  <a:pt x="5230251" y="1868185"/>
                </a:cubicBezTo>
                <a:lnTo>
                  <a:pt x="5230251" y="1797785"/>
                </a:lnTo>
                <a:lnTo>
                  <a:pt x="5230476" y="1797561"/>
                </a:lnTo>
                <a:lnTo>
                  <a:pt x="5152412" y="1797561"/>
                </a:lnTo>
                <a:lnTo>
                  <a:pt x="5152412" y="1897938"/>
                </a:lnTo>
                <a:cubicBezTo>
                  <a:pt x="5152412" y="1900041"/>
                  <a:pt x="5150759" y="1901694"/>
                  <a:pt x="5148656" y="1901694"/>
                </a:cubicBezTo>
                <a:cubicBezTo>
                  <a:pt x="5146552" y="1901694"/>
                  <a:pt x="5144900" y="1899966"/>
                  <a:pt x="5144900" y="1897938"/>
                </a:cubicBezTo>
                <a:lnTo>
                  <a:pt x="5144900" y="1700487"/>
                </a:lnTo>
                <a:lnTo>
                  <a:pt x="5226570" y="1700487"/>
                </a:lnTo>
                <a:lnTo>
                  <a:pt x="5226570" y="1454727"/>
                </a:lnTo>
                <a:cubicBezTo>
                  <a:pt x="5226570" y="1452623"/>
                  <a:pt x="5228222" y="1450970"/>
                  <a:pt x="5230326" y="1450970"/>
                </a:cubicBezTo>
                <a:close/>
                <a:moveTo>
                  <a:pt x="10439783" y="1421142"/>
                </a:moveTo>
                <a:cubicBezTo>
                  <a:pt x="10440159" y="1421142"/>
                  <a:pt x="10440761" y="1421292"/>
                  <a:pt x="10440761" y="1421292"/>
                </a:cubicBezTo>
                <a:lnTo>
                  <a:pt x="10555338" y="1450970"/>
                </a:lnTo>
                <a:lnTo>
                  <a:pt x="10688475" y="1450970"/>
                </a:lnTo>
                <a:lnTo>
                  <a:pt x="10688475" y="1648495"/>
                </a:lnTo>
                <a:lnTo>
                  <a:pt x="10688549" y="1648421"/>
                </a:lnTo>
                <a:lnTo>
                  <a:pt x="10955648" y="1648421"/>
                </a:lnTo>
                <a:lnTo>
                  <a:pt x="10955648" y="1480874"/>
                </a:lnTo>
                <a:cubicBezTo>
                  <a:pt x="10955648" y="1478844"/>
                  <a:pt x="10957301" y="1477117"/>
                  <a:pt x="10959405" y="1477117"/>
                </a:cubicBezTo>
                <a:lnTo>
                  <a:pt x="10959480" y="1477117"/>
                </a:lnTo>
                <a:cubicBezTo>
                  <a:pt x="10961584" y="1477117"/>
                  <a:pt x="10963237" y="1478770"/>
                  <a:pt x="10963237" y="1480874"/>
                </a:cubicBezTo>
                <a:lnTo>
                  <a:pt x="10963237" y="1655933"/>
                </a:lnTo>
                <a:lnTo>
                  <a:pt x="10874129" y="1655933"/>
                </a:lnTo>
                <a:lnTo>
                  <a:pt x="10874129" y="1726634"/>
                </a:lnTo>
                <a:lnTo>
                  <a:pt x="10996597" y="1726634"/>
                </a:lnTo>
                <a:lnTo>
                  <a:pt x="10996597" y="1901769"/>
                </a:lnTo>
                <a:cubicBezTo>
                  <a:pt x="10996597" y="1903798"/>
                  <a:pt x="10994944" y="1905526"/>
                  <a:pt x="10992840" y="1905526"/>
                </a:cubicBezTo>
                <a:cubicBezTo>
                  <a:pt x="10990737" y="1905526"/>
                  <a:pt x="10989084" y="1903872"/>
                  <a:pt x="10989084" y="1901769"/>
                </a:cubicBezTo>
                <a:lnTo>
                  <a:pt x="10989084" y="1816117"/>
                </a:lnTo>
                <a:lnTo>
                  <a:pt x="10989082" y="1816118"/>
                </a:lnTo>
                <a:lnTo>
                  <a:pt x="10896369" y="1816118"/>
                </a:lnTo>
                <a:lnTo>
                  <a:pt x="10896369" y="1909133"/>
                </a:lnTo>
                <a:cubicBezTo>
                  <a:pt x="10896369" y="1911161"/>
                  <a:pt x="10894716" y="1912889"/>
                  <a:pt x="10892612" y="1912889"/>
                </a:cubicBezTo>
                <a:cubicBezTo>
                  <a:pt x="10890509" y="1912889"/>
                  <a:pt x="10888854" y="1911236"/>
                  <a:pt x="10888854" y="1909133"/>
                </a:cubicBezTo>
                <a:lnTo>
                  <a:pt x="10888854" y="1808530"/>
                </a:lnTo>
                <a:lnTo>
                  <a:pt x="10989082" y="1808530"/>
                </a:lnTo>
                <a:lnTo>
                  <a:pt x="10989082" y="1808604"/>
                </a:lnTo>
                <a:lnTo>
                  <a:pt x="10989084" y="1808605"/>
                </a:lnTo>
                <a:lnTo>
                  <a:pt x="10989084" y="1734222"/>
                </a:lnTo>
                <a:lnTo>
                  <a:pt x="10866616" y="1734222"/>
                </a:lnTo>
                <a:lnTo>
                  <a:pt x="10866616" y="1655933"/>
                </a:lnTo>
                <a:lnTo>
                  <a:pt x="10688549" y="1655933"/>
                </a:lnTo>
                <a:lnTo>
                  <a:pt x="10688475" y="1655859"/>
                </a:lnTo>
                <a:lnTo>
                  <a:pt x="10688475" y="1734072"/>
                </a:lnTo>
                <a:lnTo>
                  <a:pt x="10803579" y="1734072"/>
                </a:lnTo>
                <a:lnTo>
                  <a:pt x="10803579" y="1912814"/>
                </a:lnTo>
                <a:cubicBezTo>
                  <a:pt x="10803579" y="1914843"/>
                  <a:pt x="10801926" y="1916571"/>
                  <a:pt x="10799822" y="1916571"/>
                </a:cubicBezTo>
                <a:cubicBezTo>
                  <a:pt x="10797719" y="1916571"/>
                  <a:pt x="10796066" y="1914917"/>
                  <a:pt x="10796066" y="1912814"/>
                </a:cubicBezTo>
                <a:lnTo>
                  <a:pt x="10796066" y="1741586"/>
                </a:lnTo>
                <a:lnTo>
                  <a:pt x="10688475" y="1741586"/>
                </a:lnTo>
                <a:lnTo>
                  <a:pt x="10688475" y="1887759"/>
                </a:lnTo>
                <a:lnTo>
                  <a:pt x="10703369" y="1893983"/>
                </a:lnTo>
                <a:cubicBezTo>
                  <a:pt x="10707765" y="1898407"/>
                  <a:pt x="10710489" y="1904512"/>
                  <a:pt x="10710489" y="1911236"/>
                </a:cubicBezTo>
                <a:cubicBezTo>
                  <a:pt x="10710489" y="1924761"/>
                  <a:pt x="10699594" y="1935655"/>
                  <a:pt x="10686221" y="1935655"/>
                </a:cubicBezTo>
                <a:cubicBezTo>
                  <a:pt x="10672847" y="1935655"/>
                  <a:pt x="10661952" y="1924761"/>
                  <a:pt x="10661952" y="1911236"/>
                </a:cubicBezTo>
                <a:cubicBezTo>
                  <a:pt x="10661952" y="1904474"/>
                  <a:pt x="10664676" y="1898369"/>
                  <a:pt x="10669072" y="1893955"/>
                </a:cubicBezTo>
                <a:lnTo>
                  <a:pt x="10680962" y="1889007"/>
                </a:lnTo>
                <a:lnTo>
                  <a:pt x="10680962" y="1458558"/>
                </a:lnTo>
                <a:lnTo>
                  <a:pt x="10554889" y="1458558"/>
                </a:lnTo>
                <a:lnTo>
                  <a:pt x="10438882" y="1428654"/>
                </a:lnTo>
                <a:cubicBezTo>
                  <a:pt x="10436854" y="1428128"/>
                  <a:pt x="10435651" y="1426100"/>
                  <a:pt x="10436177" y="1424072"/>
                </a:cubicBezTo>
                <a:cubicBezTo>
                  <a:pt x="10436628" y="1422344"/>
                  <a:pt x="10438205" y="1421216"/>
                  <a:pt x="10439859" y="1421216"/>
                </a:cubicBezTo>
                <a:close/>
                <a:moveTo>
                  <a:pt x="1744219" y="1421142"/>
                </a:moveTo>
                <a:lnTo>
                  <a:pt x="1744143" y="1421216"/>
                </a:lnTo>
                <a:cubicBezTo>
                  <a:pt x="1745797" y="1421216"/>
                  <a:pt x="1747374" y="1422344"/>
                  <a:pt x="1747826" y="1424072"/>
                </a:cubicBezTo>
                <a:cubicBezTo>
                  <a:pt x="1748352" y="1426100"/>
                  <a:pt x="1747148" y="1428128"/>
                  <a:pt x="1745121" y="1428654"/>
                </a:cubicBezTo>
                <a:lnTo>
                  <a:pt x="1629115" y="1458558"/>
                </a:lnTo>
                <a:lnTo>
                  <a:pt x="1503041" y="1458558"/>
                </a:lnTo>
                <a:lnTo>
                  <a:pt x="1503041" y="1889007"/>
                </a:lnTo>
                <a:lnTo>
                  <a:pt x="1514930" y="1893955"/>
                </a:lnTo>
                <a:cubicBezTo>
                  <a:pt x="1519326" y="1898369"/>
                  <a:pt x="1522050" y="1904474"/>
                  <a:pt x="1522050" y="1911236"/>
                </a:cubicBezTo>
                <a:cubicBezTo>
                  <a:pt x="1522050" y="1924761"/>
                  <a:pt x="1511156" y="1935655"/>
                  <a:pt x="1497782" y="1935655"/>
                </a:cubicBezTo>
                <a:cubicBezTo>
                  <a:pt x="1484408" y="1935655"/>
                  <a:pt x="1473513" y="1924761"/>
                  <a:pt x="1473513" y="1911236"/>
                </a:cubicBezTo>
                <a:cubicBezTo>
                  <a:pt x="1473513" y="1904512"/>
                  <a:pt x="1476237" y="1898407"/>
                  <a:pt x="1480633" y="1893983"/>
                </a:cubicBezTo>
                <a:lnTo>
                  <a:pt x="1495527" y="1887759"/>
                </a:lnTo>
                <a:lnTo>
                  <a:pt x="1495527" y="1741586"/>
                </a:lnTo>
                <a:lnTo>
                  <a:pt x="1387936" y="1741586"/>
                </a:lnTo>
                <a:lnTo>
                  <a:pt x="1387936" y="1912814"/>
                </a:lnTo>
                <a:cubicBezTo>
                  <a:pt x="1387936" y="1914917"/>
                  <a:pt x="1386283" y="1916571"/>
                  <a:pt x="1384180" y="1916571"/>
                </a:cubicBezTo>
                <a:cubicBezTo>
                  <a:pt x="1382076" y="1916571"/>
                  <a:pt x="1380423" y="1914843"/>
                  <a:pt x="1380423" y="1912814"/>
                </a:cubicBezTo>
                <a:lnTo>
                  <a:pt x="1380423" y="1734072"/>
                </a:lnTo>
                <a:lnTo>
                  <a:pt x="1495527" y="1734072"/>
                </a:lnTo>
                <a:lnTo>
                  <a:pt x="1495527" y="1655859"/>
                </a:lnTo>
                <a:lnTo>
                  <a:pt x="1495453" y="1655933"/>
                </a:lnTo>
                <a:lnTo>
                  <a:pt x="1317386" y="1655933"/>
                </a:lnTo>
                <a:lnTo>
                  <a:pt x="1317386" y="1734222"/>
                </a:lnTo>
                <a:lnTo>
                  <a:pt x="1194919" y="1734222"/>
                </a:lnTo>
                <a:lnTo>
                  <a:pt x="1194919" y="1808605"/>
                </a:lnTo>
                <a:lnTo>
                  <a:pt x="1194920" y="1808604"/>
                </a:lnTo>
                <a:lnTo>
                  <a:pt x="1194920" y="1808530"/>
                </a:lnTo>
                <a:lnTo>
                  <a:pt x="1295148" y="1808530"/>
                </a:lnTo>
                <a:lnTo>
                  <a:pt x="1295148" y="1909133"/>
                </a:lnTo>
                <a:cubicBezTo>
                  <a:pt x="1295148" y="1911236"/>
                  <a:pt x="1293494" y="1912889"/>
                  <a:pt x="1291391" y="1912889"/>
                </a:cubicBezTo>
                <a:cubicBezTo>
                  <a:pt x="1289287" y="1912889"/>
                  <a:pt x="1287633" y="1911161"/>
                  <a:pt x="1287633" y="1909133"/>
                </a:cubicBezTo>
                <a:lnTo>
                  <a:pt x="1287633" y="1816118"/>
                </a:lnTo>
                <a:lnTo>
                  <a:pt x="1194920" y="1816118"/>
                </a:lnTo>
                <a:lnTo>
                  <a:pt x="1194919" y="1816117"/>
                </a:lnTo>
                <a:lnTo>
                  <a:pt x="1194919" y="1901769"/>
                </a:lnTo>
                <a:cubicBezTo>
                  <a:pt x="1194919" y="1903872"/>
                  <a:pt x="1193266" y="1905526"/>
                  <a:pt x="1191163" y="1905526"/>
                </a:cubicBezTo>
                <a:cubicBezTo>
                  <a:pt x="1189059" y="1905526"/>
                  <a:pt x="1187405" y="1903798"/>
                  <a:pt x="1187405" y="1901769"/>
                </a:cubicBezTo>
                <a:lnTo>
                  <a:pt x="1187405" y="1726634"/>
                </a:lnTo>
                <a:lnTo>
                  <a:pt x="1309873" y="1726634"/>
                </a:lnTo>
                <a:lnTo>
                  <a:pt x="1309873" y="1655933"/>
                </a:lnTo>
                <a:lnTo>
                  <a:pt x="1220766" y="1655933"/>
                </a:lnTo>
                <a:lnTo>
                  <a:pt x="1220766" y="1480874"/>
                </a:lnTo>
                <a:cubicBezTo>
                  <a:pt x="1220766" y="1478770"/>
                  <a:pt x="1222418" y="1477117"/>
                  <a:pt x="1224523" y="1477117"/>
                </a:cubicBezTo>
                <a:lnTo>
                  <a:pt x="1224597" y="1477117"/>
                </a:lnTo>
                <a:cubicBezTo>
                  <a:pt x="1226701" y="1477117"/>
                  <a:pt x="1228354" y="1478844"/>
                  <a:pt x="1228354" y="1480874"/>
                </a:cubicBezTo>
                <a:lnTo>
                  <a:pt x="1228354" y="1648421"/>
                </a:lnTo>
                <a:lnTo>
                  <a:pt x="1495453" y="1648421"/>
                </a:lnTo>
                <a:lnTo>
                  <a:pt x="1495527" y="1648495"/>
                </a:lnTo>
                <a:lnTo>
                  <a:pt x="1495527" y="1450970"/>
                </a:lnTo>
                <a:lnTo>
                  <a:pt x="1628664" y="1450970"/>
                </a:lnTo>
                <a:lnTo>
                  <a:pt x="1743242" y="1421292"/>
                </a:lnTo>
                <a:cubicBezTo>
                  <a:pt x="1743242" y="1421292"/>
                  <a:pt x="1743843" y="1421142"/>
                  <a:pt x="1744219" y="1421142"/>
                </a:cubicBezTo>
                <a:close/>
                <a:moveTo>
                  <a:pt x="12002105" y="1417535"/>
                </a:moveTo>
                <a:cubicBezTo>
                  <a:pt x="12004209" y="1417535"/>
                  <a:pt x="12005861" y="1419188"/>
                  <a:pt x="12005861" y="1421292"/>
                </a:cubicBezTo>
                <a:lnTo>
                  <a:pt x="12005861" y="1519717"/>
                </a:lnTo>
                <a:lnTo>
                  <a:pt x="11794362" y="1731968"/>
                </a:lnTo>
                <a:lnTo>
                  <a:pt x="11794362" y="1939502"/>
                </a:lnTo>
                <a:lnTo>
                  <a:pt x="11794362" y="1942641"/>
                </a:lnTo>
                <a:lnTo>
                  <a:pt x="11794362" y="2150176"/>
                </a:lnTo>
                <a:lnTo>
                  <a:pt x="12005861" y="2362426"/>
                </a:lnTo>
                <a:lnTo>
                  <a:pt x="12005861" y="2460851"/>
                </a:lnTo>
                <a:cubicBezTo>
                  <a:pt x="12005861" y="2462956"/>
                  <a:pt x="12004209" y="2464608"/>
                  <a:pt x="12002105" y="2464608"/>
                </a:cubicBezTo>
                <a:cubicBezTo>
                  <a:pt x="12000001" y="2464608"/>
                  <a:pt x="11998348" y="2462880"/>
                  <a:pt x="11998348" y="2460851"/>
                </a:cubicBezTo>
                <a:lnTo>
                  <a:pt x="11998348" y="2365582"/>
                </a:lnTo>
                <a:lnTo>
                  <a:pt x="11786848" y="2153331"/>
                </a:lnTo>
                <a:lnTo>
                  <a:pt x="11786848" y="1942641"/>
                </a:lnTo>
                <a:lnTo>
                  <a:pt x="11786848" y="1939502"/>
                </a:lnTo>
                <a:lnTo>
                  <a:pt x="11786848" y="1728813"/>
                </a:lnTo>
                <a:lnTo>
                  <a:pt x="11998348" y="1516561"/>
                </a:lnTo>
                <a:lnTo>
                  <a:pt x="11998348" y="1421292"/>
                </a:lnTo>
                <a:cubicBezTo>
                  <a:pt x="11998348" y="1419263"/>
                  <a:pt x="12000001" y="1417535"/>
                  <a:pt x="12002105" y="1417535"/>
                </a:cubicBezTo>
                <a:close/>
                <a:moveTo>
                  <a:pt x="6222706" y="1417535"/>
                </a:moveTo>
                <a:cubicBezTo>
                  <a:pt x="6224810" y="1417535"/>
                  <a:pt x="6226462" y="1419188"/>
                  <a:pt x="6226462" y="1421292"/>
                </a:cubicBezTo>
                <a:lnTo>
                  <a:pt x="6226462" y="1516561"/>
                </a:lnTo>
                <a:lnTo>
                  <a:pt x="6437963" y="1728813"/>
                </a:lnTo>
                <a:lnTo>
                  <a:pt x="6437963" y="1939502"/>
                </a:lnTo>
                <a:lnTo>
                  <a:pt x="6437963" y="1942641"/>
                </a:lnTo>
                <a:lnTo>
                  <a:pt x="6437963" y="2153331"/>
                </a:lnTo>
                <a:lnTo>
                  <a:pt x="6226462" y="2365582"/>
                </a:lnTo>
                <a:lnTo>
                  <a:pt x="6226462" y="2460851"/>
                </a:lnTo>
                <a:cubicBezTo>
                  <a:pt x="6226462" y="2462956"/>
                  <a:pt x="6224810" y="2464608"/>
                  <a:pt x="6222706" y="2464608"/>
                </a:cubicBezTo>
                <a:cubicBezTo>
                  <a:pt x="6220602" y="2464608"/>
                  <a:pt x="6218949" y="2462880"/>
                  <a:pt x="6218949" y="2460851"/>
                </a:cubicBezTo>
                <a:lnTo>
                  <a:pt x="6218949" y="2362426"/>
                </a:lnTo>
                <a:lnTo>
                  <a:pt x="6430449" y="2150176"/>
                </a:lnTo>
                <a:lnTo>
                  <a:pt x="6430449" y="1942641"/>
                </a:lnTo>
                <a:lnTo>
                  <a:pt x="6430449" y="1939502"/>
                </a:lnTo>
                <a:lnTo>
                  <a:pt x="6430449" y="1731968"/>
                </a:lnTo>
                <a:lnTo>
                  <a:pt x="6218949" y="1519717"/>
                </a:lnTo>
                <a:lnTo>
                  <a:pt x="6218949" y="1421292"/>
                </a:lnTo>
                <a:cubicBezTo>
                  <a:pt x="6218949" y="1419263"/>
                  <a:pt x="6220602" y="1417535"/>
                  <a:pt x="6222706" y="1417535"/>
                </a:cubicBezTo>
                <a:close/>
                <a:moveTo>
                  <a:pt x="5961297" y="1417535"/>
                </a:moveTo>
                <a:cubicBezTo>
                  <a:pt x="5963401" y="1417535"/>
                  <a:pt x="5965054" y="1419263"/>
                  <a:pt x="5965054" y="1421292"/>
                </a:cubicBezTo>
                <a:lnTo>
                  <a:pt x="5965054" y="1519717"/>
                </a:lnTo>
                <a:lnTo>
                  <a:pt x="5753553" y="1731968"/>
                </a:lnTo>
                <a:lnTo>
                  <a:pt x="5753553" y="1939502"/>
                </a:lnTo>
                <a:lnTo>
                  <a:pt x="5753553" y="1942641"/>
                </a:lnTo>
                <a:lnTo>
                  <a:pt x="5753553" y="2150176"/>
                </a:lnTo>
                <a:lnTo>
                  <a:pt x="5965054" y="2362426"/>
                </a:lnTo>
                <a:lnTo>
                  <a:pt x="5965054" y="2460851"/>
                </a:lnTo>
                <a:cubicBezTo>
                  <a:pt x="5965054" y="2462880"/>
                  <a:pt x="5963401" y="2464608"/>
                  <a:pt x="5961297" y="2464608"/>
                </a:cubicBezTo>
                <a:cubicBezTo>
                  <a:pt x="5959194" y="2464608"/>
                  <a:pt x="5957541" y="2462956"/>
                  <a:pt x="5957541" y="2460851"/>
                </a:cubicBezTo>
                <a:lnTo>
                  <a:pt x="5957541" y="2365582"/>
                </a:lnTo>
                <a:lnTo>
                  <a:pt x="5746040" y="2153331"/>
                </a:lnTo>
                <a:lnTo>
                  <a:pt x="5746040" y="1942641"/>
                </a:lnTo>
                <a:lnTo>
                  <a:pt x="5746040" y="1939502"/>
                </a:lnTo>
                <a:lnTo>
                  <a:pt x="5746040" y="1728813"/>
                </a:lnTo>
                <a:lnTo>
                  <a:pt x="5957541" y="1516561"/>
                </a:lnTo>
                <a:lnTo>
                  <a:pt x="5957541" y="1421292"/>
                </a:lnTo>
                <a:cubicBezTo>
                  <a:pt x="5957541" y="1419188"/>
                  <a:pt x="5959194" y="1417535"/>
                  <a:pt x="5961297" y="1417535"/>
                </a:cubicBezTo>
                <a:close/>
                <a:moveTo>
                  <a:pt x="181899" y="1417535"/>
                </a:moveTo>
                <a:cubicBezTo>
                  <a:pt x="184002" y="1417535"/>
                  <a:pt x="185655" y="1419263"/>
                  <a:pt x="185655" y="1421292"/>
                </a:cubicBezTo>
                <a:lnTo>
                  <a:pt x="185655" y="1516561"/>
                </a:lnTo>
                <a:lnTo>
                  <a:pt x="397154" y="1728813"/>
                </a:lnTo>
                <a:lnTo>
                  <a:pt x="397154" y="1939502"/>
                </a:lnTo>
                <a:lnTo>
                  <a:pt x="397154" y="1942641"/>
                </a:lnTo>
                <a:lnTo>
                  <a:pt x="397154" y="2153331"/>
                </a:lnTo>
                <a:lnTo>
                  <a:pt x="185655" y="2365582"/>
                </a:lnTo>
                <a:lnTo>
                  <a:pt x="185655" y="2460851"/>
                </a:lnTo>
                <a:cubicBezTo>
                  <a:pt x="185655" y="2462880"/>
                  <a:pt x="184002" y="2464608"/>
                  <a:pt x="181899" y="2464608"/>
                </a:cubicBezTo>
                <a:cubicBezTo>
                  <a:pt x="179794" y="2464608"/>
                  <a:pt x="178141" y="2462956"/>
                  <a:pt x="178141" y="2460851"/>
                </a:cubicBezTo>
                <a:lnTo>
                  <a:pt x="178141" y="2362426"/>
                </a:lnTo>
                <a:lnTo>
                  <a:pt x="389641" y="2150176"/>
                </a:lnTo>
                <a:lnTo>
                  <a:pt x="389641" y="1942641"/>
                </a:lnTo>
                <a:lnTo>
                  <a:pt x="389641" y="1939502"/>
                </a:lnTo>
                <a:lnTo>
                  <a:pt x="389641" y="1731968"/>
                </a:lnTo>
                <a:lnTo>
                  <a:pt x="178141" y="1519717"/>
                </a:lnTo>
                <a:lnTo>
                  <a:pt x="178141" y="1421292"/>
                </a:lnTo>
                <a:cubicBezTo>
                  <a:pt x="178141" y="1419188"/>
                  <a:pt x="179794" y="1417535"/>
                  <a:pt x="181899" y="1417535"/>
                </a:cubicBezTo>
                <a:close/>
                <a:moveTo>
                  <a:pt x="7785477" y="1397400"/>
                </a:moveTo>
                <a:cubicBezTo>
                  <a:pt x="7798851" y="1397400"/>
                  <a:pt x="7809746" y="1408370"/>
                  <a:pt x="7809746" y="1421818"/>
                </a:cubicBezTo>
                <a:cubicBezTo>
                  <a:pt x="7809746" y="1435343"/>
                  <a:pt x="7798851" y="1446237"/>
                  <a:pt x="7785477" y="1446237"/>
                </a:cubicBezTo>
                <a:cubicBezTo>
                  <a:pt x="7778791" y="1446237"/>
                  <a:pt x="7772724" y="1443513"/>
                  <a:pt x="7768328" y="1439099"/>
                </a:cubicBezTo>
                <a:lnTo>
                  <a:pt x="7766134" y="1433770"/>
                </a:lnTo>
                <a:lnTo>
                  <a:pt x="7670824" y="1458484"/>
                </a:lnTo>
                <a:lnTo>
                  <a:pt x="7543773" y="1458634"/>
                </a:lnTo>
                <a:lnTo>
                  <a:pt x="7543773" y="1891243"/>
                </a:lnTo>
                <a:lnTo>
                  <a:pt x="7556265" y="1896462"/>
                </a:lnTo>
                <a:cubicBezTo>
                  <a:pt x="7560660" y="1900886"/>
                  <a:pt x="7563384" y="1906991"/>
                  <a:pt x="7563384" y="1913715"/>
                </a:cubicBezTo>
                <a:cubicBezTo>
                  <a:pt x="7563384" y="1927239"/>
                  <a:pt x="7552489" y="1938133"/>
                  <a:pt x="7539117" y="1938133"/>
                </a:cubicBezTo>
                <a:cubicBezTo>
                  <a:pt x="7525742" y="1938133"/>
                  <a:pt x="7514848" y="1927239"/>
                  <a:pt x="7514848" y="1913715"/>
                </a:cubicBezTo>
                <a:cubicBezTo>
                  <a:pt x="7514848" y="1906953"/>
                  <a:pt x="7517572" y="1900848"/>
                  <a:pt x="7521968" y="1896434"/>
                </a:cubicBezTo>
                <a:lnTo>
                  <a:pt x="7536261" y="1890485"/>
                </a:lnTo>
                <a:lnTo>
                  <a:pt x="7536261" y="1741660"/>
                </a:lnTo>
                <a:lnTo>
                  <a:pt x="7428745" y="1741660"/>
                </a:lnTo>
                <a:lnTo>
                  <a:pt x="7428745" y="1912889"/>
                </a:lnTo>
                <a:cubicBezTo>
                  <a:pt x="7428745" y="1914917"/>
                  <a:pt x="7427092" y="1916644"/>
                  <a:pt x="7424988" y="1916644"/>
                </a:cubicBezTo>
                <a:cubicBezTo>
                  <a:pt x="7422885" y="1916644"/>
                  <a:pt x="7421232" y="1914992"/>
                  <a:pt x="7421232" y="1912889"/>
                </a:cubicBezTo>
                <a:lnTo>
                  <a:pt x="7421232" y="1734072"/>
                </a:lnTo>
                <a:lnTo>
                  <a:pt x="7536261" y="1734072"/>
                </a:lnTo>
                <a:lnTo>
                  <a:pt x="7536261" y="1655933"/>
                </a:lnTo>
                <a:lnTo>
                  <a:pt x="7358195" y="1655933"/>
                </a:lnTo>
                <a:lnTo>
                  <a:pt x="7358195" y="1734222"/>
                </a:lnTo>
                <a:lnTo>
                  <a:pt x="7235728" y="1734222"/>
                </a:lnTo>
                <a:lnTo>
                  <a:pt x="7235728" y="1808529"/>
                </a:lnTo>
                <a:lnTo>
                  <a:pt x="7335956" y="1808529"/>
                </a:lnTo>
                <a:lnTo>
                  <a:pt x="7335956" y="1909057"/>
                </a:lnTo>
                <a:cubicBezTo>
                  <a:pt x="7335956" y="1911086"/>
                  <a:pt x="7334303" y="1912814"/>
                  <a:pt x="7332199" y="1912814"/>
                </a:cubicBezTo>
                <a:cubicBezTo>
                  <a:pt x="7330096" y="1912814"/>
                  <a:pt x="7328442" y="1911161"/>
                  <a:pt x="7328442" y="1909057"/>
                </a:cubicBezTo>
                <a:lnTo>
                  <a:pt x="7328442" y="1816043"/>
                </a:lnTo>
                <a:lnTo>
                  <a:pt x="7235728" y="1816043"/>
                </a:lnTo>
                <a:lnTo>
                  <a:pt x="7235728" y="1901769"/>
                </a:lnTo>
                <a:cubicBezTo>
                  <a:pt x="7235728" y="1903798"/>
                  <a:pt x="7234075" y="1905526"/>
                  <a:pt x="7231971" y="1905526"/>
                </a:cubicBezTo>
                <a:cubicBezTo>
                  <a:pt x="7229868" y="1905526"/>
                  <a:pt x="7228215" y="1903872"/>
                  <a:pt x="7228215" y="1901769"/>
                </a:cubicBezTo>
                <a:lnTo>
                  <a:pt x="7228215" y="1726634"/>
                </a:lnTo>
                <a:lnTo>
                  <a:pt x="7350682" y="1726634"/>
                </a:lnTo>
                <a:lnTo>
                  <a:pt x="7350682" y="1655933"/>
                </a:lnTo>
                <a:lnTo>
                  <a:pt x="7261649" y="1655933"/>
                </a:lnTo>
                <a:lnTo>
                  <a:pt x="7261649" y="1480874"/>
                </a:lnTo>
                <a:cubicBezTo>
                  <a:pt x="7261649" y="1478844"/>
                  <a:pt x="7263301" y="1477117"/>
                  <a:pt x="7265405" y="1477117"/>
                </a:cubicBezTo>
                <a:lnTo>
                  <a:pt x="7265481" y="1477117"/>
                </a:lnTo>
                <a:cubicBezTo>
                  <a:pt x="7267585" y="1477117"/>
                  <a:pt x="7269237" y="1478770"/>
                  <a:pt x="7269237" y="1480874"/>
                </a:cubicBezTo>
                <a:lnTo>
                  <a:pt x="7269237" y="1648421"/>
                </a:lnTo>
                <a:lnTo>
                  <a:pt x="7536261" y="1648421"/>
                </a:lnTo>
                <a:lnTo>
                  <a:pt x="7536261" y="1451045"/>
                </a:lnTo>
                <a:lnTo>
                  <a:pt x="7669397" y="1451045"/>
                </a:lnTo>
                <a:lnTo>
                  <a:pt x="7763236" y="1426740"/>
                </a:lnTo>
                <a:lnTo>
                  <a:pt x="7761210" y="1421818"/>
                </a:lnTo>
                <a:cubicBezTo>
                  <a:pt x="7761210" y="1408295"/>
                  <a:pt x="7772103" y="1397400"/>
                  <a:pt x="7785477" y="1397400"/>
                </a:cubicBezTo>
                <a:close/>
                <a:moveTo>
                  <a:pt x="4398526" y="1397400"/>
                </a:moveTo>
                <a:cubicBezTo>
                  <a:pt x="4411899" y="1397400"/>
                  <a:pt x="4422794" y="1408295"/>
                  <a:pt x="4422794" y="1421818"/>
                </a:cubicBezTo>
                <a:lnTo>
                  <a:pt x="4420766" y="1426740"/>
                </a:lnTo>
                <a:lnTo>
                  <a:pt x="4514606" y="1451045"/>
                </a:lnTo>
                <a:lnTo>
                  <a:pt x="4647742" y="1451045"/>
                </a:lnTo>
                <a:lnTo>
                  <a:pt x="4647742" y="1648421"/>
                </a:lnTo>
                <a:lnTo>
                  <a:pt x="4914766" y="1648421"/>
                </a:lnTo>
                <a:lnTo>
                  <a:pt x="4914766" y="1480874"/>
                </a:lnTo>
                <a:cubicBezTo>
                  <a:pt x="4914766" y="1478770"/>
                  <a:pt x="4916419" y="1477117"/>
                  <a:pt x="4918523" y="1477117"/>
                </a:cubicBezTo>
                <a:lnTo>
                  <a:pt x="4918598" y="1477117"/>
                </a:lnTo>
                <a:cubicBezTo>
                  <a:pt x="4920702" y="1477117"/>
                  <a:pt x="4922354" y="1478844"/>
                  <a:pt x="4922354" y="1480874"/>
                </a:cubicBezTo>
                <a:lnTo>
                  <a:pt x="4922354" y="1655933"/>
                </a:lnTo>
                <a:lnTo>
                  <a:pt x="4833322" y="1655933"/>
                </a:lnTo>
                <a:lnTo>
                  <a:pt x="4833322" y="1726634"/>
                </a:lnTo>
                <a:lnTo>
                  <a:pt x="4955788" y="1726634"/>
                </a:lnTo>
                <a:lnTo>
                  <a:pt x="4955788" y="1901769"/>
                </a:lnTo>
                <a:cubicBezTo>
                  <a:pt x="4955788" y="1903872"/>
                  <a:pt x="4954136" y="1905526"/>
                  <a:pt x="4952033" y="1905526"/>
                </a:cubicBezTo>
                <a:cubicBezTo>
                  <a:pt x="4949928" y="1905526"/>
                  <a:pt x="4948276" y="1903798"/>
                  <a:pt x="4948276" y="1901769"/>
                </a:cubicBezTo>
                <a:lnTo>
                  <a:pt x="4948276" y="1816043"/>
                </a:lnTo>
                <a:lnTo>
                  <a:pt x="4855560" y="1816043"/>
                </a:lnTo>
                <a:lnTo>
                  <a:pt x="4855560" y="1909057"/>
                </a:lnTo>
                <a:cubicBezTo>
                  <a:pt x="4855560" y="1911161"/>
                  <a:pt x="4853908" y="1912814"/>
                  <a:pt x="4851805" y="1912814"/>
                </a:cubicBezTo>
                <a:cubicBezTo>
                  <a:pt x="4849700" y="1912814"/>
                  <a:pt x="4848048" y="1911086"/>
                  <a:pt x="4848048" y="1909057"/>
                </a:cubicBezTo>
                <a:lnTo>
                  <a:pt x="4848048" y="1808529"/>
                </a:lnTo>
                <a:lnTo>
                  <a:pt x="4948276" y="1808529"/>
                </a:lnTo>
                <a:lnTo>
                  <a:pt x="4948276" y="1734222"/>
                </a:lnTo>
                <a:lnTo>
                  <a:pt x="4825808" y="1734222"/>
                </a:lnTo>
                <a:lnTo>
                  <a:pt x="4825808" y="1655933"/>
                </a:lnTo>
                <a:lnTo>
                  <a:pt x="4647742" y="1655933"/>
                </a:lnTo>
                <a:lnTo>
                  <a:pt x="4647742" y="1734072"/>
                </a:lnTo>
                <a:lnTo>
                  <a:pt x="4762771" y="1734072"/>
                </a:lnTo>
                <a:lnTo>
                  <a:pt x="4762771" y="1912889"/>
                </a:lnTo>
                <a:cubicBezTo>
                  <a:pt x="4762771" y="1914992"/>
                  <a:pt x="4761118" y="1916644"/>
                  <a:pt x="4759015" y="1916644"/>
                </a:cubicBezTo>
                <a:cubicBezTo>
                  <a:pt x="4756911" y="1916644"/>
                  <a:pt x="4755259" y="1914917"/>
                  <a:pt x="4755259" y="1912889"/>
                </a:cubicBezTo>
                <a:lnTo>
                  <a:pt x="4755259" y="1741660"/>
                </a:lnTo>
                <a:lnTo>
                  <a:pt x="4647742" y="1741660"/>
                </a:lnTo>
                <a:lnTo>
                  <a:pt x="4647742" y="1890485"/>
                </a:lnTo>
                <a:lnTo>
                  <a:pt x="4662036" y="1896434"/>
                </a:lnTo>
                <a:cubicBezTo>
                  <a:pt x="4666431" y="1900848"/>
                  <a:pt x="4669154" y="1906953"/>
                  <a:pt x="4669154" y="1913715"/>
                </a:cubicBezTo>
                <a:cubicBezTo>
                  <a:pt x="4669154" y="1927239"/>
                  <a:pt x="4658261" y="1938133"/>
                  <a:pt x="4644887" y="1938133"/>
                </a:cubicBezTo>
                <a:cubicBezTo>
                  <a:pt x="4631514" y="1938133"/>
                  <a:pt x="4620620" y="1927239"/>
                  <a:pt x="4620620" y="1913715"/>
                </a:cubicBezTo>
                <a:cubicBezTo>
                  <a:pt x="4620620" y="1906991"/>
                  <a:pt x="4623342" y="1900886"/>
                  <a:pt x="4627738" y="1896462"/>
                </a:cubicBezTo>
                <a:lnTo>
                  <a:pt x="4640229" y="1891243"/>
                </a:lnTo>
                <a:lnTo>
                  <a:pt x="4640229" y="1458634"/>
                </a:lnTo>
                <a:lnTo>
                  <a:pt x="4513179" y="1458484"/>
                </a:lnTo>
                <a:lnTo>
                  <a:pt x="4417870" y="1433770"/>
                </a:lnTo>
                <a:lnTo>
                  <a:pt x="4415675" y="1439099"/>
                </a:lnTo>
                <a:cubicBezTo>
                  <a:pt x="4411279" y="1443513"/>
                  <a:pt x="4405212" y="1446237"/>
                  <a:pt x="4398526" y="1446237"/>
                </a:cubicBezTo>
                <a:cubicBezTo>
                  <a:pt x="4385152" y="1446237"/>
                  <a:pt x="4374257" y="1435343"/>
                  <a:pt x="4374257" y="1421818"/>
                </a:cubicBezTo>
                <a:cubicBezTo>
                  <a:pt x="4374257" y="1408370"/>
                  <a:pt x="4385152" y="1397400"/>
                  <a:pt x="4398526" y="1397400"/>
                </a:cubicBezTo>
                <a:close/>
                <a:moveTo>
                  <a:pt x="10076139" y="1365394"/>
                </a:moveTo>
                <a:lnTo>
                  <a:pt x="10218892" y="1365394"/>
                </a:lnTo>
                <a:lnTo>
                  <a:pt x="10218817" y="1365468"/>
                </a:lnTo>
                <a:lnTo>
                  <a:pt x="10083577" y="1501158"/>
                </a:lnTo>
                <a:lnTo>
                  <a:pt x="10083577" y="1715590"/>
                </a:lnTo>
                <a:cubicBezTo>
                  <a:pt x="10083577" y="1717618"/>
                  <a:pt x="10081924" y="1719346"/>
                  <a:pt x="10079821" y="1719346"/>
                </a:cubicBezTo>
                <a:cubicBezTo>
                  <a:pt x="10077717" y="1719346"/>
                  <a:pt x="10076064" y="1717693"/>
                  <a:pt x="10076064" y="1715590"/>
                </a:cubicBezTo>
                <a:lnTo>
                  <a:pt x="10076064" y="1498003"/>
                </a:lnTo>
                <a:lnTo>
                  <a:pt x="10200635" y="1372982"/>
                </a:lnTo>
                <a:lnTo>
                  <a:pt x="10083652" y="1372982"/>
                </a:lnTo>
                <a:lnTo>
                  <a:pt x="10083652" y="1406416"/>
                </a:lnTo>
                <a:cubicBezTo>
                  <a:pt x="10083652" y="1408445"/>
                  <a:pt x="10082000" y="1410172"/>
                  <a:pt x="10079895" y="1410172"/>
                </a:cubicBezTo>
                <a:cubicBezTo>
                  <a:pt x="10077791" y="1410172"/>
                  <a:pt x="10076139" y="1408520"/>
                  <a:pt x="10076139" y="1406416"/>
                </a:cubicBezTo>
                <a:close/>
                <a:moveTo>
                  <a:pt x="1965111" y="1365394"/>
                </a:moveTo>
                <a:lnTo>
                  <a:pt x="2107865" y="1365394"/>
                </a:lnTo>
                <a:lnTo>
                  <a:pt x="2107865" y="1406416"/>
                </a:lnTo>
                <a:cubicBezTo>
                  <a:pt x="2107865" y="1408520"/>
                  <a:pt x="2106211" y="1410172"/>
                  <a:pt x="2104107" y="1410172"/>
                </a:cubicBezTo>
                <a:cubicBezTo>
                  <a:pt x="2102003" y="1410172"/>
                  <a:pt x="2100350" y="1408445"/>
                  <a:pt x="2100350" y="1406416"/>
                </a:cubicBezTo>
                <a:lnTo>
                  <a:pt x="2100350" y="1372982"/>
                </a:lnTo>
                <a:lnTo>
                  <a:pt x="1983367" y="1372982"/>
                </a:lnTo>
                <a:lnTo>
                  <a:pt x="2107939" y="1498003"/>
                </a:lnTo>
                <a:lnTo>
                  <a:pt x="2107939" y="1715590"/>
                </a:lnTo>
                <a:cubicBezTo>
                  <a:pt x="2107939" y="1717693"/>
                  <a:pt x="2106287" y="1719346"/>
                  <a:pt x="2104181" y="1719346"/>
                </a:cubicBezTo>
                <a:cubicBezTo>
                  <a:pt x="2102078" y="1719346"/>
                  <a:pt x="2100426" y="1717618"/>
                  <a:pt x="2100426" y="1715590"/>
                </a:cubicBezTo>
                <a:lnTo>
                  <a:pt x="2100426" y="1501158"/>
                </a:lnTo>
                <a:lnTo>
                  <a:pt x="1965186" y="1365468"/>
                </a:lnTo>
                <a:close/>
                <a:moveTo>
                  <a:pt x="8005918" y="1365392"/>
                </a:moveTo>
                <a:lnTo>
                  <a:pt x="8148597" y="1365392"/>
                </a:lnTo>
                <a:lnTo>
                  <a:pt x="8148597" y="1406341"/>
                </a:lnTo>
                <a:cubicBezTo>
                  <a:pt x="8148597" y="1408370"/>
                  <a:pt x="8146943" y="1410097"/>
                  <a:pt x="8144840" y="1410097"/>
                </a:cubicBezTo>
                <a:cubicBezTo>
                  <a:pt x="8142736" y="1410097"/>
                  <a:pt x="8141083" y="1408444"/>
                  <a:pt x="8141083" y="1406341"/>
                </a:cubicBezTo>
                <a:lnTo>
                  <a:pt x="8141083" y="1372906"/>
                </a:lnTo>
                <a:lnTo>
                  <a:pt x="8024100" y="1372906"/>
                </a:lnTo>
                <a:lnTo>
                  <a:pt x="8148671" y="1497928"/>
                </a:lnTo>
                <a:lnTo>
                  <a:pt x="8148671" y="1691613"/>
                </a:lnTo>
                <a:lnTo>
                  <a:pt x="8162063" y="1697209"/>
                </a:lnTo>
                <a:cubicBezTo>
                  <a:pt x="8166459" y="1701633"/>
                  <a:pt x="8169182" y="1707738"/>
                  <a:pt x="8169182" y="1714461"/>
                </a:cubicBezTo>
                <a:cubicBezTo>
                  <a:pt x="8169182" y="1727986"/>
                  <a:pt x="8158288" y="1738880"/>
                  <a:pt x="8144914" y="1738880"/>
                </a:cubicBezTo>
                <a:cubicBezTo>
                  <a:pt x="8131541" y="1738880"/>
                  <a:pt x="8120646" y="1727986"/>
                  <a:pt x="8120646" y="1714461"/>
                </a:cubicBezTo>
                <a:cubicBezTo>
                  <a:pt x="8120646" y="1707700"/>
                  <a:pt x="8123370" y="1701595"/>
                  <a:pt x="8127765" y="1697182"/>
                </a:cubicBezTo>
                <a:lnTo>
                  <a:pt x="8141159" y="1691607"/>
                </a:lnTo>
                <a:lnTo>
                  <a:pt x="8141159" y="1501083"/>
                </a:lnTo>
                <a:close/>
                <a:moveTo>
                  <a:pt x="4035406" y="1365392"/>
                </a:moveTo>
                <a:lnTo>
                  <a:pt x="4178085" y="1365392"/>
                </a:lnTo>
                <a:lnTo>
                  <a:pt x="4042844" y="1501083"/>
                </a:lnTo>
                <a:lnTo>
                  <a:pt x="4042844" y="1691607"/>
                </a:lnTo>
                <a:lnTo>
                  <a:pt x="4056238" y="1697182"/>
                </a:lnTo>
                <a:cubicBezTo>
                  <a:pt x="4060632" y="1701595"/>
                  <a:pt x="4063358" y="1707700"/>
                  <a:pt x="4063358" y="1714461"/>
                </a:cubicBezTo>
                <a:cubicBezTo>
                  <a:pt x="4063358" y="1727986"/>
                  <a:pt x="4052463" y="1738880"/>
                  <a:pt x="4039088" y="1738880"/>
                </a:cubicBezTo>
                <a:cubicBezTo>
                  <a:pt x="4025715" y="1738880"/>
                  <a:pt x="4014821" y="1727986"/>
                  <a:pt x="4014821" y="1714461"/>
                </a:cubicBezTo>
                <a:cubicBezTo>
                  <a:pt x="4014821" y="1707738"/>
                  <a:pt x="4017543" y="1701633"/>
                  <a:pt x="4021939" y="1697209"/>
                </a:cubicBezTo>
                <a:lnTo>
                  <a:pt x="4035331" y="1691613"/>
                </a:lnTo>
                <a:lnTo>
                  <a:pt x="4035331" y="1497928"/>
                </a:lnTo>
                <a:lnTo>
                  <a:pt x="4159902" y="1372906"/>
                </a:lnTo>
                <a:lnTo>
                  <a:pt x="4042921" y="1372906"/>
                </a:lnTo>
                <a:lnTo>
                  <a:pt x="4042921" y="1406341"/>
                </a:lnTo>
                <a:cubicBezTo>
                  <a:pt x="4042921" y="1408444"/>
                  <a:pt x="4041267" y="1410097"/>
                  <a:pt x="4039163" y="1410097"/>
                </a:cubicBezTo>
                <a:cubicBezTo>
                  <a:pt x="4037060" y="1410097"/>
                  <a:pt x="4035406" y="1408370"/>
                  <a:pt x="4035406" y="1406341"/>
                </a:cubicBezTo>
                <a:close/>
                <a:moveTo>
                  <a:pt x="10298909" y="1365318"/>
                </a:moveTo>
                <a:cubicBezTo>
                  <a:pt x="10301013" y="1365318"/>
                  <a:pt x="10302666" y="1366971"/>
                  <a:pt x="10302666" y="1369075"/>
                </a:cubicBezTo>
                <a:lnTo>
                  <a:pt x="10302666" y="1458332"/>
                </a:lnTo>
                <a:lnTo>
                  <a:pt x="10206196" y="1462089"/>
                </a:lnTo>
                <a:lnTo>
                  <a:pt x="10206196" y="1797408"/>
                </a:lnTo>
                <a:lnTo>
                  <a:pt x="9983576" y="1797408"/>
                </a:lnTo>
                <a:lnTo>
                  <a:pt x="9983576" y="1894877"/>
                </a:lnTo>
                <a:lnTo>
                  <a:pt x="9999597" y="1901573"/>
                </a:lnTo>
                <a:cubicBezTo>
                  <a:pt x="10003992" y="1905997"/>
                  <a:pt x="10006715" y="1912100"/>
                  <a:pt x="10006715" y="1918825"/>
                </a:cubicBezTo>
                <a:cubicBezTo>
                  <a:pt x="10006715" y="1925587"/>
                  <a:pt x="10003992" y="1931692"/>
                  <a:pt x="9999597" y="1936105"/>
                </a:cubicBezTo>
                <a:lnTo>
                  <a:pt x="9987665" y="1941072"/>
                </a:lnTo>
                <a:lnTo>
                  <a:pt x="9999597" y="1946038"/>
                </a:lnTo>
                <a:cubicBezTo>
                  <a:pt x="10003992" y="1950452"/>
                  <a:pt x="10006715" y="1956556"/>
                  <a:pt x="10006715" y="1963318"/>
                </a:cubicBezTo>
                <a:cubicBezTo>
                  <a:pt x="10006715" y="1970043"/>
                  <a:pt x="10003992" y="1976147"/>
                  <a:pt x="9999597" y="1980571"/>
                </a:cubicBezTo>
                <a:lnTo>
                  <a:pt x="9983576" y="1987266"/>
                </a:lnTo>
                <a:lnTo>
                  <a:pt x="9983576" y="2084735"/>
                </a:lnTo>
                <a:lnTo>
                  <a:pt x="10206196" y="2084735"/>
                </a:lnTo>
                <a:lnTo>
                  <a:pt x="10206196" y="2420054"/>
                </a:lnTo>
                <a:lnTo>
                  <a:pt x="10302666" y="2423811"/>
                </a:lnTo>
                <a:lnTo>
                  <a:pt x="10302666" y="2513068"/>
                </a:lnTo>
                <a:cubicBezTo>
                  <a:pt x="10302666" y="2515173"/>
                  <a:pt x="10301013" y="2516825"/>
                  <a:pt x="10298909" y="2516825"/>
                </a:cubicBezTo>
                <a:lnTo>
                  <a:pt x="10298909" y="2516751"/>
                </a:lnTo>
                <a:cubicBezTo>
                  <a:pt x="10296806" y="2516751"/>
                  <a:pt x="10295153" y="2515023"/>
                  <a:pt x="10295153" y="2512994"/>
                </a:cubicBezTo>
                <a:lnTo>
                  <a:pt x="10295153" y="2431023"/>
                </a:lnTo>
                <a:lnTo>
                  <a:pt x="10198681" y="2427267"/>
                </a:lnTo>
                <a:lnTo>
                  <a:pt x="10198681" y="2092247"/>
                </a:lnTo>
                <a:lnTo>
                  <a:pt x="9976062" y="2092247"/>
                </a:lnTo>
                <a:lnTo>
                  <a:pt x="9976062" y="1985078"/>
                </a:lnTo>
                <a:lnTo>
                  <a:pt x="9965299" y="1980599"/>
                </a:lnTo>
                <a:cubicBezTo>
                  <a:pt x="9960903" y="1976185"/>
                  <a:pt x="9958179" y="1970080"/>
                  <a:pt x="9958179" y="1963318"/>
                </a:cubicBezTo>
                <a:cubicBezTo>
                  <a:pt x="9958179" y="1956556"/>
                  <a:pt x="9960903" y="1950452"/>
                  <a:pt x="9965298" y="1946038"/>
                </a:cubicBezTo>
                <a:lnTo>
                  <a:pt x="9977232" y="1941072"/>
                </a:lnTo>
                <a:lnTo>
                  <a:pt x="9965298" y="1936105"/>
                </a:lnTo>
                <a:cubicBezTo>
                  <a:pt x="9960903" y="1931692"/>
                  <a:pt x="9958179" y="1925587"/>
                  <a:pt x="9958179" y="1918825"/>
                </a:cubicBezTo>
                <a:cubicBezTo>
                  <a:pt x="9958179" y="1912063"/>
                  <a:pt x="9960903" y="1905958"/>
                  <a:pt x="9965299" y="1901544"/>
                </a:cubicBezTo>
                <a:lnTo>
                  <a:pt x="9976062" y="1897065"/>
                </a:lnTo>
                <a:lnTo>
                  <a:pt x="9976062" y="1789896"/>
                </a:lnTo>
                <a:lnTo>
                  <a:pt x="10198681" y="1789896"/>
                </a:lnTo>
                <a:lnTo>
                  <a:pt x="10198681" y="1454876"/>
                </a:lnTo>
                <a:lnTo>
                  <a:pt x="10295153" y="1451120"/>
                </a:lnTo>
                <a:lnTo>
                  <a:pt x="10295153" y="1369149"/>
                </a:lnTo>
                <a:cubicBezTo>
                  <a:pt x="10295153" y="1367121"/>
                  <a:pt x="10296806" y="1365392"/>
                  <a:pt x="10298909" y="1365392"/>
                </a:cubicBezTo>
                <a:close/>
                <a:moveTo>
                  <a:pt x="8148597" y="1365318"/>
                </a:moveTo>
                <a:lnTo>
                  <a:pt x="8148671" y="1365392"/>
                </a:lnTo>
                <a:lnTo>
                  <a:pt x="8148597" y="1365392"/>
                </a:lnTo>
                <a:close/>
                <a:moveTo>
                  <a:pt x="4035406" y="1365318"/>
                </a:moveTo>
                <a:lnTo>
                  <a:pt x="4035406" y="1365392"/>
                </a:lnTo>
                <a:lnTo>
                  <a:pt x="4035331" y="1365392"/>
                </a:lnTo>
                <a:close/>
                <a:moveTo>
                  <a:pt x="1885093" y="1365318"/>
                </a:moveTo>
                <a:lnTo>
                  <a:pt x="1885093" y="1365392"/>
                </a:lnTo>
                <a:cubicBezTo>
                  <a:pt x="1887196" y="1365392"/>
                  <a:pt x="1888849" y="1367121"/>
                  <a:pt x="1888849" y="1369149"/>
                </a:cubicBezTo>
                <a:lnTo>
                  <a:pt x="1888849" y="1451120"/>
                </a:lnTo>
                <a:lnTo>
                  <a:pt x="1985321" y="1454876"/>
                </a:lnTo>
                <a:lnTo>
                  <a:pt x="1985321" y="1789896"/>
                </a:lnTo>
                <a:lnTo>
                  <a:pt x="2207941" y="1789896"/>
                </a:lnTo>
                <a:lnTo>
                  <a:pt x="2207941" y="1897065"/>
                </a:lnTo>
                <a:lnTo>
                  <a:pt x="2218704" y="1901544"/>
                </a:lnTo>
                <a:cubicBezTo>
                  <a:pt x="2223100" y="1905958"/>
                  <a:pt x="2225823" y="1912063"/>
                  <a:pt x="2225823" y="1918825"/>
                </a:cubicBezTo>
                <a:cubicBezTo>
                  <a:pt x="2225823" y="1925587"/>
                  <a:pt x="2223099" y="1931692"/>
                  <a:pt x="2218704" y="1936105"/>
                </a:cubicBezTo>
                <a:lnTo>
                  <a:pt x="2206771" y="1941072"/>
                </a:lnTo>
                <a:lnTo>
                  <a:pt x="2218704" y="1946038"/>
                </a:lnTo>
                <a:cubicBezTo>
                  <a:pt x="2223099" y="1950452"/>
                  <a:pt x="2225823" y="1956556"/>
                  <a:pt x="2225823" y="1963318"/>
                </a:cubicBezTo>
                <a:cubicBezTo>
                  <a:pt x="2225823" y="1970080"/>
                  <a:pt x="2223100" y="1976185"/>
                  <a:pt x="2218704" y="1980599"/>
                </a:cubicBezTo>
                <a:lnTo>
                  <a:pt x="2207941" y="1985078"/>
                </a:lnTo>
                <a:lnTo>
                  <a:pt x="2207941" y="2092247"/>
                </a:lnTo>
                <a:lnTo>
                  <a:pt x="1985321" y="2092247"/>
                </a:lnTo>
                <a:lnTo>
                  <a:pt x="1985321" y="2427267"/>
                </a:lnTo>
                <a:lnTo>
                  <a:pt x="1888849" y="2431023"/>
                </a:lnTo>
                <a:lnTo>
                  <a:pt x="1888849" y="2512994"/>
                </a:lnTo>
                <a:cubicBezTo>
                  <a:pt x="1888849" y="2515023"/>
                  <a:pt x="1887196" y="2516751"/>
                  <a:pt x="1885093" y="2516751"/>
                </a:cubicBezTo>
                <a:lnTo>
                  <a:pt x="1885093" y="2516825"/>
                </a:lnTo>
                <a:cubicBezTo>
                  <a:pt x="1882989" y="2516825"/>
                  <a:pt x="1881336" y="2515173"/>
                  <a:pt x="1881336" y="2513068"/>
                </a:cubicBezTo>
                <a:lnTo>
                  <a:pt x="1881336" y="2423811"/>
                </a:lnTo>
                <a:lnTo>
                  <a:pt x="1977807" y="2420054"/>
                </a:lnTo>
                <a:lnTo>
                  <a:pt x="1977807" y="2084735"/>
                </a:lnTo>
                <a:lnTo>
                  <a:pt x="2200428" y="2084735"/>
                </a:lnTo>
                <a:lnTo>
                  <a:pt x="2200428" y="1987266"/>
                </a:lnTo>
                <a:lnTo>
                  <a:pt x="2184406" y="1980571"/>
                </a:lnTo>
                <a:cubicBezTo>
                  <a:pt x="2180010" y="1976147"/>
                  <a:pt x="2177287" y="1970043"/>
                  <a:pt x="2177287" y="1963318"/>
                </a:cubicBezTo>
                <a:cubicBezTo>
                  <a:pt x="2177287" y="1956556"/>
                  <a:pt x="2180011" y="1950452"/>
                  <a:pt x="2184406" y="1946038"/>
                </a:cubicBezTo>
                <a:lnTo>
                  <a:pt x="2196338" y="1941072"/>
                </a:lnTo>
                <a:lnTo>
                  <a:pt x="2184406" y="1936105"/>
                </a:lnTo>
                <a:cubicBezTo>
                  <a:pt x="2180011" y="1931692"/>
                  <a:pt x="2177287" y="1925587"/>
                  <a:pt x="2177287" y="1918825"/>
                </a:cubicBezTo>
                <a:cubicBezTo>
                  <a:pt x="2177287" y="1912100"/>
                  <a:pt x="2180010" y="1905997"/>
                  <a:pt x="2184406" y="1901573"/>
                </a:cubicBezTo>
                <a:lnTo>
                  <a:pt x="2200428" y="1894877"/>
                </a:lnTo>
                <a:lnTo>
                  <a:pt x="2200428" y="1797408"/>
                </a:lnTo>
                <a:lnTo>
                  <a:pt x="1977807" y="1797408"/>
                </a:lnTo>
                <a:lnTo>
                  <a:pt x="1977807" y="1462089"/>
                </a:lnTo>
                <a:lnTo>
                  <a:pt x="1881336" y="1458332"/>
                </a:lnTo>
                <a:lnTo>
                  <a:pt x="1881336" y="1369075"/>
                </a:lnTo>
                <a:cubicBezTo>
                  <a:pt x="1881336" y="1366971"/>
                  <a:pt x="1882989" y="1365318"/>
                  <a:pt x="1885093" y="1365318"/>
                </a:cubicBezTo>
                <a:close/>
                <a:moveTo>
                  <a:pt x="7928757" y="1341877"/>
                </a:moveTo>
                <a:cubicBezTo>
                  <a:pt x="7942130" y="1341877"/>
                  <a:pt x="7953024" y="1352846"/>
                  <a:pt x="7953024" y="1366295"/>
                </a:cubicBezTo>
                <a:cubicBezTo>
                  <a:pt x="7953024" y="1373057"/>
                  <a:pt x="7950300" y="1379161"/>
                  <a:pt x="7945906" y="1383575"/>
                </a:cubicBezTo>
                <a:lnTo>
                  <a:pt x="7929658" y="1390337"/>
                </a:lnTo>
                <a:lnTo>
                  <a:pt x="7929658" y="1451196"/>
                </a:lnTo>
                <a:lnTo>
                  <a:pt x="8026129" y="1454952"/>
                </a:lnTo>
                <a:lnTo>
                  <a:pt x="8026129" y="1789971"/>
                </a:lnTo>
                <a:lnTo>
                  <a:pt x="8248749" y="1789971"/>
                </a:lnTo>
                <a:lnTo>
                  <a:pt x="8248749" y="1931523"/>
                </a:lnTo>
                <a:cubicBezTo>
                  <a:pt x="8248749" y="1933551"/>
                  <a:pt x="8247096" y="1935279"/>
                  <a:pt x="8244992" y="1935279"/>
                </a:cubicBezTo>
                <a:cubicBezTo>
                  <a:pt x="8242889" y="1935279"/>
                  <a:pt x="8241236" y="1933626"/>
                  <a:pt x="8241236" y="1931523"/>
                </a:cubicBezTo>
                <a:lnTo>
                  <a:pt x="8241236" y="1797485"/>
                </a:lnTo>
                <a:lnTo>
                  <a:pt x="8018616" y="1797485"/>
                </a:lnTo>
                <a:lnTo>
                  <a:pt x="8018616" y="1462165"/>
                </a:lnTo>
                <a:lnTo>
                  <a:pt x="7922145" y="1458408"/>
                </a:lnTo>
                <a:lnTo>
                  <a:pt x="7922145" y="1387962"/>
                </a:lnTo>
                <a:lnTo>
                  <a:pt x="7911608" y="1383575"/>
                </a:lnTo>
                <a:cubicBezTo>
                  <a:pt x="7907212" y="1379161"/>
                  <a:pt x="7904488" y="1373057"/>
                  <a:pt x="7904488" y="1366295"/>
                </a:cubicBezTo>
                <a:cubicBezTo>
                  <a:pt x="7904488" y="1352772"/>
                  <a:pt x="7915382" y="1341877"/>
                  <a:pt x="7928757" y="1341877"/>
                </a:cubicBezTo>
                <a:close/>
                <a:moveTo>
                  <a:pt x="4255247" y="1341877"/>
                </a:moveTo>
                <a:cubicBezTo>
                  <a:pt x="4268620" y="1341877"/>
                  <a:pt x="4279515" y="1352772"/>
                  <a:pt x="4279515" y="1366295"/>
                </a:cubicBezTo>
                <a:cubicBezTo>
                  <a:pt x="4279515" y="1373057"/>
                  <a:pt x="4276791" y="1379161"/>
                  <a:pt x="4272395" y="1383575"/>
                </a:cubicBezTo>
                <a:lnTo>
                  <a:pt x="4261857" y="1387962"/>
                </a:lnTo>
                <a:lnTo>
                  <a:pt x="4261857" y="1458408"/>
                </a:lnTo>
                <a:lnTo>
                  <a:pt x="4165387" y="1462165"/>
                </a:lnTo>
                <a:lnTo>
                  <a:pt x="4165387" y="1797485"/>
                </a:lnTo>
                <a:lnTo>
                  <a:pt x="3942767" y="1797485"/>
                </a:lnTo>
                <a:lnTo>
                  <a:pt x="3942767" y="1931523"/>
                </a:lnTo>
                <a:cubicBezTo>
                  <a:pt x="3942767" y="1933626"/>
                  <a:pt x="3941114" y="1935279"/>
                  <a:pt x="3939011" y="1935279"/>
                </a:cubicBezTo>
                <a:cubicBezTo>
                  <a:pt x="3936906" y="1935279"/>
                  <a:pt x="3935253" y="1933551"/>
                  <a:pt x="3935253" y="1931523"/>
                </a:cubicBezTo>
                <a:lnTo>
                  <a:pt x="3935253" y="1789971"/>
                </a:lnTo>
                <a:lnTo>
                  <a:pt x="4157874" y="1789971"/>
                </a:lnTo>
                <a:lnTo>
                  <a:pt x="4157874" y="1454952"/>
                </a:lnTo>
                <a:lnTo>
                  <a:pt x="4254345" y="1451196"/>
                </a:lnTo>
                <a:lnTo>
                  <a:pt x="4254345" y="1390337"/>
                </a:lnTo>
                <a:lnTo>
                  <a:pt x="4238098" y="1383575"/>
                </a:lnTo>
                <a:cubicBezTo>
                  <a:pt x="4233702" y="1379161"/>
                  <a:pt x="4230979" y="1373057"/>
                  <a:pt x="4230979" y="1366295"/>
                </a:cubicBezTo>
                <a:cubicBezTo>
                  <a:pt x="4230979" y="1352846"/>
                  <a:pt x="4241873" y="1341877"/>
                  <a:pt x="4255247" y="1341877"/>
                </a:cubicBezTo>
                <a:close/>
                <a:moveTo>
                  <a:pt x="10951967" y="1317008"/>
                </a:moveTo>
                <a:lnTo>
                  <a:pt x="11215459" y="1317008"/>
                </a:lnTo>
                <a:cubicBezTo>
                  <a:pt x="11217563" y="1317008"/>
                  <a:pt x="11219216" y="1318735"/>
                  <a:pt x="11219216" y="1320765"/>
                </a:cubicBezTo>
                <a:cubicBezTo>
                  <a:pt x="11219216" y="1322793"/>
                  <a:pt x="11217563" y="1324520"/>
                  <a:pt x="11215459" y="1324520"/>
                </a:cubicBezTo>
                <a:lnTo>
                  <a:pt x="10951967" y="1324520"/>
                </a:lnTo>
                <a:cubicBezTo>
                  <a:pt x="10949864" y="1324520"/>
                  <a:pt x="10948210" y="1322793"/>
                  <a:pt x="10948210" y="1320765"/>
                </a:cubicBezTo>
                <a:cubicBezTo>
                  <a:pt x="10948210" y="1318735"/>
                  <a:pt x="10949864" y="1317008"/>
                  <a:pt x="10951967" y="1317008"/>
                </a:cubicBezTo>
                <a:close/>
                <a:moveTo>
                  <a:pt x="968544" y="1317008"/>
                </a:moveTo>
                <a:lnTo>
                  <a:pt x="1232035" y="1317008"/>
                </a:lnTo>
                <a:cubicBezTo>
                  <a:pt x="1234138" y="1317008"/>
                  <a:pt x="1235793" y="1318735"/>
                  <a:pt x="1235793" y="1320765"/>
                </a:cubicBezTo>
                <a:cubicBezTo>
                  <a:pt x="1235793" y="1322793"/>
                  <a:pt x="1234138" y="1324520"/>
                  <a:pt x="1232035" y="1324520"/>
                </a:cubicBezTo>
                <a:lnTo>
                  <a:pt x="968544" y="1324520"/>
                </a:lnTo>
                <a:cubicBezTo>
                  <a:pt x="966440" y="1324520"/>
                  <a:pt x="964787" y="1322793"/>
                  <a:pt x="964787" y="1320765"/>
                </a:cubicBezTo>
                <a:cubicBezTo>
                  <a:pt x="964787" y="1318735"/>
                  <a:pt x="966440" y="1317008"/>
                  <a:pt x="968544" y="1317008"/>
                </a:cubicBezTo>
                <a:close/>
                <a:moveTo>
                  <a:pt x="10425057" y="1257502"/>
                </a:moveTo>
                <a:lnTo>
                  <a:pt x="10425057" y="1372832"/>
                </a:lnTo>
                <a:lnTo>
                  <a:pt x="10681112" y="1372832"/>
                </a:lnTo>
                <a:lnTo>
                  <a:pt x="10682560" y="1324520"/>
                </a:lnTo>
                <a:lnTo>
                  <a:pt x="10520494" y="1324520"/>
                </a:lnTo>
                <a:lnTo>
                  <a:pt x="10514861" y="1338195"/>
                </a:lnTo>
                <a:cubicBezTo>
                  <a:pt x="10510466" y="1342609"/>
                  <a:pt x="10504399" y="1345332"/>
                  <a:pt x="10497712" y="1345332"/>
                </a:cubicBezTo>
                <a:cubicBezTo>
                  <a:pt x="10484338" y="1345332"/>
                  <a:pt x="10473443" y="1334439"/>
                  <a:pt x="10473443" y="1320914"/>
                </a:cubicBezTo>
                <a:cubicBezTo>
                  <a:pt x="10473443" y="1307390"/>
                  <a:pt x="10484338" y="1296496"/>
                  <a:pt x="10497712" y="1296496"/>
                </a:cubicBezTo>
                <a:cubicBezTo>
                  <a:pt x="10504399" y="1296496"/>
                  <a:pt x="10510466" y="1299238"/>
                  <a:pt x="10514861" y="1303661"/>
                </a:cubicBezTo>
                <a:lnTo>
                  <a:pt x="10520367" y="1317008"/>
                </a:lnTo>
                <a:lnTo>
                  <a:pt x="10682785" y="1317008"/>
                </a:lnTo>
                <a:lnTo>
                  <a:pt x="10684569" y="1257502"/>
                </a:lnTo>
                <a:close/>
                <a:moveTo>
                  <a:pt x="7540242" y="1257502"/>
                </a:moveTo>
                <a:lnTo>
                  <a:pt x="7542026" y="1317008"/>
                </a:lnTo>
                <a:lnTo>
                  <a:pt x="7721839" y="1317008"/>
                </a:lnTo>
                <a:cubicBezTo>
                  <a:pt x="7723943" y="1317008"/>
                  <a:pt x="7725596" y="1318735"/>
                  <a:pt x="7725596" y="1320765"/>
                </a:cubicBezTo>
                <a:cubicBezTo>
                  <a:pt x="7725596" y="1322793"/>
                  <a:pt x="7723943" y="1324520"/>
                  <a:pt x="7721839" y="1324520"/>
                </a:cubicBezTo>
                <a:lnTo>
                  <a:pt x="7542251" y="1324520"/>
                </a:lnTo>
                <a:lnTo>
                  <a:pt x="7543698" y="1372832"/>
                </a:lnTo>
                <a:lnTo>
                  <a:pt x="7799753" y="1372832"/>
                </a:lnTo>
                <a:lnTo>
                  <a:pt x="7799753" y="1257502"/>
                </a:lnTo>
                <a:close/>
                <a:moveTo>
                  <a:pt x="4384251" y="1257502"/>
                </a:moveTo>
                <a:lnTo>
                  <a:pt x="4384251" y="1372832"/>
                </a:lnTo>
                <a:lnTo>
                  <a:pt x="4640306" y="1372832"/>
                </a:lnTo>
                <a:lnTo>
                  <a:pt x="4641752" y="1324520"/>
                </a:lnTo>
                <a:lnTo>
                  <a:pt x="4462164" y="1324520"/>
                </a:lnTo>
                <a:cubicBezTo>
                  <a:pt x="4460060" y="1324520"/>
                  <a:pt x="4458408" y="1322793"/>
                  <a:pt x="4458408" y="1320765"/>
                </a:cubicBezTo>
                <a:cubicBezTo>
                  <a:pt x="4458408" y="1318735"/>
                  <a:pt x="4460060" y="1317008"/>
                  <a:pt x="4462164" y="1317008"/>
                </a:cubicBezTo>
                <a:lnTo>
                  <a:pt x="4641978" y="1317008"/>
                </a:lnTo>
                <a:lnTo>
                  <a:pt x="4643761" y="1257502"/>
                </a:lnTo>
                <a:close/>
                <a:moveTo>
                  <a:pt x="1499435" y="1257502"/>
                </a:moveTo>
                <a:lnTo>
                  <a:pt x="1501217" y="1317008"/>
                </a:lnTo>
                <a:lnTo>
                  <a:pt x="1663635" y="1317008"/>
                </a:lnTo>
                <a:lnTo>
                  <a:pt x="1669142" y="1303661"/>
                </a:lnTo>
                <a:cubicBezTo>
                  <a:pt x="1673536" y="1299238"/>
                  <a:pt x="1679604" y="1296496"/>
                  <a:pt x="1686291" y="1296496"/>
                </a:cubicBezTo>
                <a:cubicBezTo>
                  <a:pt x="1699665" y="1296496"/>
                  <a:pt x="1710559" y="1307390"/>
                  <a:pt x="1710559" y="1320914"/>
                </a:cubicBezTo>
                <a:cubicBezTo>
                  <a:pt x="1710559" y="1334439"/>
                  <a:pt x="1699665" y="1345332"/>
                  <a:pt x="1686291" y="1345332"/>
                </a:cubicBezTo>
                <a:cubicBezTo>
                  <a:pt x="1679604" y="1345332"/>
                  <a:pt x="1673536" y="1342609"/>
                  <a:pt x="1669142" y="1338195"/>
                </a:cubicBezTo>
                <a:lnTo>
                  <a:pt x="1663508" y="1324520"/>
                </a:lnTo>
                <a:lnTo>
                  <a:pt x="1501442" y="1324520"/>
                </a:lnTo>
                <a:lnTo>
                  <a:pt x="1502890" y="1372832"/>
                </a:lnTo>
                <a:lnTo>
                  <a:pt x="1758945" y="1372832"/>
                </a:lnTo>
                <a:lnTo>
                  <a:pt x="1758945" y="1257502"/>
                </a:lnTo>
                <a:close/>
                <a:moveTo>
                  <a:pt x="10417544" y="1249913"/>
                </a:moveTo>
                <a:lnTo>
                  <a:pt x="10692304" y="1249913"/>
                </a:lnTo>
                <a:lnTo>
                  <a:pt x="10688625" y="1372757"/>
                </a:lnTo>
                <a:lnTo>
                  <a:pt x="10733029" y="1372757"/>
                </a:lnTo>
                <a:lnTo>
                  <a:pt x="10733029" y="1559012"/>
                </a:lnTo>
                <a:cubicBezTo>
                  <a:pt x="10733029" y="1561039"/>
                  <a:pt x="10731376" y="1562769"/>
                  <a:pt x="10729272" y="1562769"/>
                </a:cubicBezTo>
                <a:cubicBezTo>
                  <a:pt x="10727169" y="1562769"/>
                  <a:pt x="10725515" y="1561116"/>
                  <a:pt x="10725515" y="1559012"/>
                </a:cubicBezTo>
                <a:lnTo>
                  <a:pt x="10725515" y="1380344"/>
                </a:lnTo>
                <a:lnTo>
                  <a:pt x="10417544" y="1380344"/>
                </a:lnTo>
                <a:close/>
                <a:moveTo>
                  <a:pt x="7532428" y="1249913"/>
                </a:moveTo>
                <a:lnTo>
                  <a:pt x="7807266" y="1249913"/>
                </a:lnTo>
                <a:lnTo>
                  <a:pt x="7807191" y="1249988"/>
                </a:lnTo>
                <a:lnTo>
                  <a:pt x="7807191" y="1380419"/>
                </a:lnTo>
                <a:lnTo>
                  <a:pt x="7539942" y="1380419"/>
                </a:lnTo>
                <a:lnTo>
                  <a:pt x="7499220" y="1380419"/>
                </a:lnTo>
                <a:lnTo>
                  <a:pt x="7499220" y="1559087"/>
                </a:lnTo>
                <a:cubicBezTo>
                  <a:pt x="7499220" y="1561114"/>
                  <a:pt x="7497566" y="1562843"/>
                  <a:pt x="7495462" y="1562843"/>
                </a:cubicBezTo>
                <a:cubicBezTo>
                  <a:pt x="7493358" y="1562843"/>
                  <a:pt x="7491706" y="1561191"/>
                  <a:pt x="7491706" y="1559087"/>
                </a:cubicBezTo>
                <a:lnTo>
                  <a:pt x="7491706" y="1372832"/>
                </a:lnTo>
                <a:lnTo>
                  <a:pt x="7536109" y="1372832"/>
                </a:lnTo>
                <a:close/>
                <a:moveTo>
                  <a:pt x="4376737" y="1249913"/>
                </a:moveTo>
                <a:lnTo>
                  <a:pt x="4651575" y="1249913"/>
                </a:lnTo>
                <a:lnTo>
                  <a:pt x="4647894" y="1372832"/>
                </a:lnTo>
                <a:lnTo>
                  <a:pt x="4692296" y="1372832"/>
                </a:lnTo>
                <a:lnTo>
                  <a:pt x="4692296" y="1559087"/>
                </a:lnTo>
                <a:cubicBezTo>
                  <a:pt x="4692296" y="1561191"/>
                  <a:pt x="4690645" y="1562843"/>
                  <a:pt x="4688540" y="1562843"/>
                </a:cubicBezTo>
                <a:cubicBezTo>
                  <a:pt x="4686436" y="1562843"/>
                  <a:pt x="4684783" y="1561114"/>
                  <a:pt x="4684783" y="1559087"/>
                </a:cubicBezTo>
                <a:lnTo>
                  <a:pt x="4684783" y="1380419"/>
                </a:lnTo>
                <a:lnTo>
                  <a:pt x="4644061" y="1380419"/>
                </a:lnTo>
                <a:lnTo>
                  <a:pt x="4376812" y="1380419"/>
                </a:lnTo>
                <a:lnTo>
                  <a:pt x="4376812" y="1249988"/>
                </a:lnTo>
                <a:close/>
                <a:moveTo>
                  <a:pt x="1491698" y="1249913"/>
                </a:moveTo>
                <a:lnTo>
                  <a:pt x="1766458" y="1249913"/>
                </a:lnTo>
                <a:lnTo>
                  <a:pt x="1766458" y="1380344"/>
                </a:lnTo>
                <a:lnTo>
                  <a:pt x="1458487" y="1380344"/>
                </a:lnTo>
                <a:lnTo>
                  <a:pt x="1458487" y="1559012"/>
                </a:lnTo>
                <a:cubicBezTo>
                  <a:pt x="1458487" y="1561116"/>
                  <a:pt x="1456834" y="1562769"/>
                  <a:pt x="1454731" y="1562769"/>
                </a:cubicBezTo>
                <a:cubicBezTo>
                  <a:pt x="1452627" y="1562769"/>
                  <a:pt x="1450973" y="1561039"/>
                  <a:pt x="1450973" y="1559012"/>
                </a:cubicBezTo>
                <a:lnTo>
                  <a:pt x="1450973" y="1372757"/>
                </a:lnTo>
                <a:lnTo>
                  <a:pt x="1495377" y="1372757"/>
                </a:lnTo>
                <a:close/>
                <a:moveTo>
                  <a:pt x="10692306" y="1249839"/>
                </a:moveTo>
                <a:lnTo>
                  <a:pt x="10692382" y="1249913"/>
                </a:lnTo>
                <a:lnTo>
                  <a:pt x="10692304" y="1249913"/>
                </a:lnTo>
                <a:close/>
                <a:moveTo>
                  <a:pt x="1491696" y="1249839"/>
                </a:moveTo>
                <a:lnTo>
                  <a:pt x="1491698" y="1249913"/>
                </a:lnTo>
                <a:lnTo>
                  <a:pt x="1491620" y="1249913"/>
                </a:lnTo>
                <a:close/>
                <a:moveTo>
                  <a:pt x="10632801" y="1130752"/>
                </a:moveTo>
                <a:lnTo>
                  <a:pt x="10729121" y="1130752"/>
                </a:lnTo>
                <a:lnTo>
                  <a:pt x="10732955" y="1222941"/>
                </a:lnTo>
                <a:lnTo>
                  <a:pt x="10806809" y="1363665"/>
                </a:lnTo>
                <a:lnTo>
                  <a:pt x="10807260" y="1364492"/>
                </a:lnTo>
                <a:lnTo>
                  <a:pt x="10807260" y="1559087"/>
                </a:lnTo>
                <a:cubicBezTo>
                  <a:pt x="10807260" y="1561114"/>
                  <a:pt x="10805608" y="1562843"/>
                  <a:pt x="10803504" y="1562843"/>
                </a:cubicBezTo>
                <a:cubicBezTo>
                  <a:pt x="10801400" y="1562843"/>
                  <a:pt x="10799748" y="1561191"/>
                  <a:pt x="10799748" y="1559087"/>
                </a:cubicBezTo>
                <a:lnTo>
                  <a:pt x="10799748" y="1366370"/>
                </a:lnTo>
                <a:lnTo>
                  <a:pt x="10725966" y="1225646"/>
                </a:lnTo>
                <a:lnTo>
                  <a:pt x="10721984" y="1138265"/>
                </a:lnTo>
                <a:lnTo>
                  <a:pt x="10632801" y="1138265"/>
                </a:lnTo>
                <a:cubicBezTo>
                  <a:pt x="10630698" y="1138265"/>
                  <a:pt x="10629044" y="1136537"/>
                  <a:pt x="10629044" y="1134509"/>
                </a:cubicBezTo>
                <a:cubicBezTo>
                  <a:pt x="10629044" y="1132480"/>
                  <a:pt x="10630698" y="1130752"/>
                  <a:pt x="10632801" y="1130752"/>
                </a:cubicBezTo>
                <a:close/>
                <a:moveTo>
                  <a:pt x="7495539" y="1130752"/>
                </a:moveTo>
                <a:lnTo>
                  <a:pt x="7591933" y="1130752"/>
                </a:lnTo>
                <a:cubicBezTo>
                  <a:pt x="7594037" y="1130752"/>
                  <a:pt x="7595690" y="1132480"/>
                  <a:pt x="7595690" y="1134509"/>
                </a:cubicBezTo>
                <a:cubicBezTo>
                  <a:pt x="7595690" y="1136537"/>
                  <a:pt x="7594037" y="1138265"/>
                  <a:pt x="7591933" y="1138265"/>
                </a:cubicBezTo>
                <a:lnTo>
                  <a:pt x="7502750" y="1138265"/>
                </a:lnTo>
                <a:lnTo>
                  <a:pt x="7499145" y="1224893"/>
                </a:lnTo>
                <a:lnTo>
                  <a:pt x="7424988" y="1366370"/>
                </a:lnTo>
                <a:lnTo>
                  <a:pt x="7424988" y="1534245"/>
                </a:lnTo>
                <a:lnTo>
                  <a:pt x="7440634" y="1540783"/>
                </a:lnTo>
                <a:cubicBezTo>
                  <a:pt x="7445030" y="1545207"/>
                  <a:pt x="7447754" y="1551311"/>
                  <a:pt x="7447754" y="1558035"/>
                </a:cubicBezTo>
                <a:cubicBezTo>
                  <a:pt x="7447754" y="1571558"/>
                  <a:pt x="7436859" y="1582453"/>
                  <a:pt x="7423485" y="1582453"/>
                </a:cubicBezTo>
                <a:cubicBezTo>
                  <a:pt x="7410111" y="1582453"/>
                  <a:pt x="7399218" y="1571558"/>
                  <a:pt x="7399218" y="1558035"/>
                </a:cubicBezTo>
                <a:cubicBezTo>
                  <a:pt x="7399218" y="1551274"/>
                  <a:pt x="7401942" y="1545169"/>
                  <a:pt x="7406337" y="1540755"/>
                </a:cubicBezTo>
                <a:lnTo>
                  <a:pt x="7417475" y="1536118"/>
                </a:lnTo>
                <a:lnTo>
                  <a:pt x="7417475" y="1364492"/>
                </a:lnTo>
                <a:lnTo>
                  <a:pt x="7491706" y="1222941"/>
                </a:lnTo>
                <a:close/>
                <a:moveTo>
                  <a:pt x="4592071" y="1130752"/>
                </a:moveTo>
                <a:lnTo>
                  <a:pt x="4688465" y="1130752"/>
                </a:lnTo>
                <a:lnTo>
                  <a:pt x="4692296" y="1222941"/>
                </a:lnTo>
                <a:lnTo>
                  <a:pt x="4766528" y="1364492"/>
                </a:lnTo>
                <a:lnTo>
                  <a:pt x="4766528" y="1536118"/>
                </a:lnTo>
                <a:lnTo>
                  <a:pt x="4777666" y="1540755"/>
                </a:lnTo>
                <a:cubicBezTo>
                  <a:pt x="4782062" y="1545169"/>
                  <a:pt x="4784785" y="1551274"/>
                  <a:pt x="4784785" y="1558035"/>
                </a:cubicBezTo>
                <a:cubicBezTo>
                  <a:pt x="4784785" y="1571558"/>
                  <a:pt x="4773892" y="1582453"/>
                  <a:pt x="4760517" y="1582453"/>
                </a:cubicBezTo>
                <a:cubicBezTo>
                  <a:pt x="4747145" y="1582453"/>
                  <a:pt x="4736250" y="1571558"/>
                  <a:pt x="4736250" y="1558035"/>
                </a:cubicBezTo>
                <a:cubicBezTo>
                  <a:pt x="4736250" y="1551311"/>
                  <a:pt x="4738973" y="1545207"/>
                  <a:pt x="4743369" y="1540783"/>
                </a:cubicBezTo>
                <a:lnTo>
                  <a:pt x="4759015" y="1534245"/>
                </a:lnTo>
                <a:lnTo>
                  <a:pt x="4759015" y="1366370"/>
                </a:lnTo>
                <a:lnTo>
                  <a:pt x="4684858" y="1224893"/>
                </a:lnTo>
                <a:lnTo>
                  <a:pt x="4681252" y="1138265"/>
                </a:lnTo>
                <a:lnTo>
                  <a:pt x="4592071" y="1138265"/>
                </a:lnTo>
                <a:cubicBezTo>
                  <a:pt x="4589965" y="1138265"/>
                  <a:pt x="4588312" y="1136537"/>
                  <a:pt x="4588312" y="1134509"/>
                </a:cubicBezTo>
                <a:cubicBezTo>
                  <a:pt x="4588312" y="1132480"/>
                  <a:pt x="4589965" y="1130752"/>
                  <a:pt x="4592071" y="1130752"/>
                </a:cubicBezTo>
                <a:close/>
                <a:moveTo>
                  <a:pt x="1454881" y="1130752"/>
                </a:moveTo>
                <a:lnTo>
                  <a:pt x="1551201" y="1130752"/>
                </a:lnTo>
                <a:cubicBezTo>
                  <a:pt x="1553304" y="1130752"/>
                  <a:pt x="1554959" y="1132480"/>
                  <a:pt x="1554959" y="1134509"/>
                </a:cubicBezTo>
                <a:cubicBezTo>
                  <a:pt x="1554959" y="1136537"/>
                  <a:pt x="1553304" y="1138265"/>
                  <a:pt x="1551201" y="1138265"/>
                </a:cubicBezTo>
                <a:lnTo>
                  <a:pt x="1462019" y="1138265"/>
                </a:lnTo>
                <a:lnTo>
                  <a:pt x="1458036" y="1225646"/>
                </a:lnTo>
                <a:lnTo>
                  <a:pt x="1384255" y="1366370"/>
                </a:lnTo>
                <a:lnTo>
                  <a:pt x="1384255" y="1559087"/>
                </a:lnTo>
                <a:cubicBezTo>
                  <a:pt x="1384255" y="1561191"/>
                  <a:pt x="1382602" y="1562843"/>
                  <a:pt x="1380499" y="1562843"/>
                </a:cubicBezTo>
                <a:cubicBezTo>
                  <a:pt x="1378395" y="1562843"/>
                  <a:pt x="1376742" y="1561114"/>
                  <a:pt x="1376742" y="1559087"/>
                </a:cubicBezTo>
                <a:lnTo>
                  <a:pt x="1376742" y="1364492"/>
                </a:lnTo>
                <a:lnTo>
                  <a:pt x="1377193" y="1363665"/>
                </a:lnTo>
                <a:lnTo>
                  <a:pt x="1451049" y="1222941"/>
                </a:lnTo>
                <a:close/>
                <a:moveTo>
                  <a:pt x="6092001" y="1090631"/>
                </a:moveTo>
                <a:lnTo>
                  <a:pt x="6038204" y="1144624"/>
                </a:lnTo>
                <a:lnTo>
                  <a:pt x="6039284" y="1145705"/>
                </a:lnTo>
                <a:lnTo>
                  <a:pt x="6039284" y="1579298"/>
                </a:lnTo>
                <a:lnTo>
                  <a:pt x="5842586" y="1776673"/>
                </a:lnTo>
                <a:lnTo>
                  <a:pt x="5842586" y="1935744"/>
                </a:lnTo>
                <a:lnTo>
                  <a:pt x="5842586" y="1946399"/>
                </a:lnTo>
                <a:lnTo>
                  <a:pt x="5842586" y="2105470"/>
                </a:lnTo>
                <a:lnTo>
                  <a:pt x="6039284" y="2302845"/>
                </a:lnTo>
                <a:lnTo>
                  <a:pt x="6039284" y="2736439"/>
                </a:lnTo>
                <a:lnTo>
                  <a:pt x="6038204" y="2737519"/>
                </a:lnTo>
                <a:lnTo>
                  <a:pt x="6092001" y="2791513"/>
                </a:lnTo>
                <a:lnTo>
                  <a:pt x="6145799" y="2737519"/>
                </a:lnTo>
                <a:lnTo>
                  <a:pt x="6144718" y="2736439"/>
                </a:lnTo>
                <a:lnTo>
                  <a:pt x="6144718" y="2302845"/>
                </a:lnTo>
                <a:lnTo>
                  <a:pt x="6341417" y="2105470"/>
                </a:lnTo>
                <a:lnTo>
                  <a:pt x="6341417" y="1946399"/>
                </a:lnTo>
                <a:lnTo>
                  <a:pt x="6341417" y="1935744"/>
                </a:lnTo>
                <a:lnTo>
                  <a:pt x="6341417" y="1776673"/>
                </a:lnTo>
                <a:lnTo>
                  <a:pt x="6144718" y="1579298"/>
                </a:lnTo>
                <a:lnTo>
                  <a:pt x="6144718" y="1145705"/>
                </a:lnTo>
                <a:lnTo>
                  <a:pt x="6145799" y="1144624"/>
                </a:lnTo>
                <a:close/>
                <a:moveTo>
                  <a:pt x="12143129" y="1071172"/>
                </a:moveTo>
                <a:lnTo>
                  <a:pt x="12143204" y="1071172"/>
                </a:lnTo>
                <a:cubicBezTo>
                  <a:pt x="12144106" y="1071172"/>
                  <a:pt x="12145083" y="1071547"/>
                  <a:pt x="12145834" y="1072299"/>
                </a:cubicBezTo>
                <a:cubicBezTo>
                  <a:pt x="12147336" y="1073726"/>
                  <a:pt x="12147336" y="1076130"/>
                  <a:pt x="12145834" y="1077634"/>
                </a:cubicBezTo>
                <a:lnTo>
                  <a:pt x="12079051" y="1144661"/>
                </a:lnTo>
                <a:lnTo>
                  <a:pt x="12080093" y="1145705"/>
                </a:lnTo>
                <a:lnTo>
                  <a:pt x="12080093" y="1579298"/>
                </a:lnTo>
                <a:lnTo>
                  <a:pt x="11883395" y="1776673"/>
                </a:lnTo>
                <a:lnTo>
                  <a:pt x="11883395" y="1935744"/>
                </a:lnTo>
                <a:lnTo>
                  <a:pt x="11883395" y="1946399"/>
                </a:lnTo>
                <a:lnTo>
                  <a:pt x="11883395" y="2105470"/>
                </a:lnTo>
                <a:lnTo>
                  <a:pt x="12080093" y="2302845"/>
                </a:lnTo>
                <a:lnTo>
                  <a:pt x="12080093" y="2736439"/>
                </a:lnTo>
                <a:lnTo>
                  <a:pt x="12079051" y="2737483"/>
                </a:lnTo>
                <a:lnTo>
                  <a:pt x="12145834" y="2804509"/>
                </a:lnTo>
                <a:cubicBezTo>
                  <a:pt x="12147336" y="2806013"/>
                  <a:pt x="12147336" y="2808417"/>
                  <a:pt x="12145834" y="2809844"/>
                </a:cubicBezTo>
                <a:cubicBezTo>
                  <a:pt x="12145083" y="2810596"/>
                  <a:pt x="12144106" y="2810971"/>
                  <a:pt x="12143204" y="2810971"/>
                </a:cubicBezTo>
                <a:lnTo>
                  <a:pt x="12143129" y="2810971"/>
                </a:lnTo>
                <a:cubicBezTo>
                  <a:pt x="12142152" y="2810971"/>
                  <a:pt x="12141175" y="2810596"/>
                  <a:pt x="12140499" y="2809844"/>
                </a:cubicBezTo>
                <a:lnTo>
                  <a:pt x="11934560" y="2603154"/>
                </a:lnTo>
                <a:cubicBezTo>
                  <a:pt x="11933056" y="2601650"/>
                  <a:pt x="11933056" y="2599246"/>
                  <a:pt x="11934560" y="2597818"/>
                </a:cubicBezTo>
                <a:cubicBezTo>
                  <a:pt x="11936062" y="2596316"/>
                  <a:pt x="11938391" y="2596316"/>
                  <a:pt x="11939894" y="2597818"/>
                </a:cubicBezTo>
                <a:lnTo>
                  <a:pt x="12072580" y="2730988"/>
                </a:lnTo>
                <a:lnTo>
                  <a:pt x="12072580" y="2306002"/>
                </a:lnTo>
                <a:lnTo>
                  <a:pt x="11875881" y="2108626"/>
                </a:lnTo>
                <a:lnTo>
                  <a:pt x="11875881" y="1946399"/>
                </a:lnTo>
                <a:lnTo>
                  <a:pt x="11875881" y="1935744"/>
                </a:lnTo>
                <a:lnTo>
                  <a:pt x="11875881" y="1773517"/>
                </a:lnTo>
                <a:lnTo>
                  <a:pt x="12072580" y="1576142"/>
                </a:lnTo>
                <a:lnTo>
                  <a:pt x="12072580" y="1151156"/>
                </a:lnTo>
                <a:lnTo>
                  <a:pt x="11939894" y="1284326"/>
                </a:lnTo>
                <a:cubicBezTo>
                  <a:pt x="11938391" y="1285827"/>
                  <a:pt x="11936062" y="1285827"/>
                  <a:pt x="11934560" y="1284326"/>
                </a:cubicBezTo>
                <a:cubicBezTo>
                  <a:pt x="11933056" y="1282898"/>
                  <a:pt x="11933056" y="1280493"/>
                  <a:pt x="11934560" y="1278990"/>
                </a:cubicBezTo>
                <a:lnTo>
                  <a:pt x="12140499" y="1072299"/>
                </a:lnTo>
                <a:cubicBezTo>
                  <a:pt x="12141175" y="1071547"/>
                  <a:pt x="12142152" y="1071172"/>
                  <a:pt x="12143129" y="1071172"/>
                </a:cubicBezTo>
                <a:close/>
                <a:moveTo>
                  <a:pt x="6081681" y="1071172"/>
                </a:moveTo>
                <a:lnTo>
                  <a:pt x="6081756" y="1071172"/>
                </a:lnTo>
                <a:cubicBezTo>
                  <a:pt x="6082657" y="1071172"/>
                  <a:pt x="6083635" y="1071547"/>
                  <a:pt x="6084386" y="1072299"/>
                </a:cubicBezTo>
                <a:lnTo>
                  <a:pt x="6092001" y="1079942"/>
                </a:lnTo>
                <a:lnTo>
                  <a:pt x="6099617" y="1072299"/>
                </a:lnTo>
                <a:cubicBezTo>
                  <a:pt x="6100369" y="1071547"/>
                  <a:pt x="6101346" y="1071172"/>
                  <a:pt x="6102247" y="1071172"/>
                </a:cubicBezTo>
                <a:lnTo>
                  <a:pt x="6102322" y="1071172"/>
                </a:lnTo>
                <a:cubicBezTo>
                  <a:pt x="6103298" y="1071172"/>
                  <a:pt x="6104276" y="1071547"/>
                  <a:pt x="6104951" y="1072299"/>
                </a:cubicBezTo>
                <a:cubicBezTo>
                  <a:pt x="6106454" y="1073801"/>
                  <a:pt x="6106454" y="1076206"/>
                  <a:pt x="6104951" y="1077634"/>
                </a:cubicBezTo>
                <a:lnTo>
                  <a:pt x="6097326" y="1085286"/>
                </a:lnTo>
                <a:lnTo>
                  <a:pt x="6272871" y="1261470"/>
                </a:lnTo>
                <a:lnTo>
                  <a:pt x="6284390" y="1256675"/>
                </a:lnTo>
                <a:cubicBezTo>
                  <a:pt x="6297764" y="1256675"/>
                  <a:pt x="6308658" y="1267645"/>
                  <a:pt x="6308658" y="1281093"/>
                </a:cubicBezTo>
                <a:cubicBezTo>
                  <a:pt x="6308658" y="1294617"/>
                  <a:pt x="6297764" y="1305511"/>
                  <a:pt x="6284390" y="1305511"/>
                </a:cubicBezTo>
                <a:cubicBezTo>
                  <a:pt x="6271017" y="1305511"/>
                  <a:pt x="6260123" y="1294617"/>
                  <a:pt x="6260123" y="1281093"/>
                </a:cubicBezTo>
                <a:lnTo>
                  <a:pt x="6266454" y="1265721"/>
                </a:lnTo>
                <a:lnTo>
                  <a:pt x="6152231" y="1151081"/>
                </a:lnTo>
                <a:lnTo>
                  <a:pt x="6152231" y="1576142"/>
                </a:lnTo>
                <a:lnTo>
                  <a:pt x="6348930" y="1773517"/>
                </a:lnTo>
                <a:lnTo>
                  <a:pt x="6348930" y="1935744"/>
                </a:lnTo>
                <a:lnTo>
                  <a:pt x="6348930" y="1946399"/>
                </a:lnTo>
                <a:lnTo>
                  <a:pt x="6348930" y="2108626"/>
                </a:lnTo>
                <a:lnTo>
                  <a:pt x="6152231" y="2306002"/>
                </a:lnTo>
                <a:lnTo>
                  <a:pt x="6152231" y="2731062"/>
                </a:lnTo>
                <a:lnTo>
                  <a:pt x="6266454" y="2616422"/>
                </a:lnTo>
                <a:lnTo>
                  <a:pt x="6260123" y="2601050"/>
                </a:lnTo>
                <a:cubicBezTo>
                  <a:pt x="6260123" y="2587527"/>
                  <a:pt x="6271017" y="2576632"/>
                  <a:pt x="6284390" y="2576632"/>
                </a:cubicBezTo>
                <a:cubicBezTo>
                  <a:pt x="6297764" y="2576632"/>
                  <a:pt x="6308658" y="2587527"/>
                  <a:pt x="6308658" y="2601050"/>
                </a:cubicBezTo>
                <a:cubicBezTo>
                  <a:pt x="6308658" y="2614499"/>
                  <a:pt x="6297764" y="2625468"/>
                  <a:pt x="6284390" y="2625468"/>
                </a:cubicBezTo>
                <a:lnTo>
                  <a:pt x="6272871" y="2620673"/>
                </a:lnTo>
                <a:lnTo>
                  <a:pt x="6097326" y="2796858"/>
                </a:lnTo>
                <a:lnTo>
                  <a:pt x="6104951" y="2804509"/>
                </a:lnTo>
                <a:cubicBezTo>
                  <a:pt x="6106454" y="2805937"/>
                  <a:pt x="6106454" y="2808342"/>
                  <a:pt x="6104951" y="2809844"/>
                </a:cubicBezTo>
                <a:cubicBezTo>
                  <a:pt x="6104276" y="2810596"/>
                  <a:pt x="6103298" y="2810971"/>
                  <a:pt x="6102322" y="2810971"/>
                </a:cubicBezTo>
                <a:lnTo>
                  <a:pt x="6102247" y="2810971"/>
                </a:lnTo>
                <a:cubicBezTo>
                  <a:pt x="6101346" y="2810971"/>
                  <a:pt x="6100369" y="2810596"/>
                  <a:pt x="6099617" y="2809844"/>
                </a:cubicBezTo>
                <a:lnTo>
                  <a:pt x="6092001" y="2802202"/>
                </a:lnTo>
                <a:lnTo>
                  <a:pt x="6084386" y="2809844"/>
                </a:lnTo>
                <a:cubicBezTo>
                  <a:pt x="6083635" y="2810596"/>
                  <a:pt x="6082657" y="2810971"/>
                  <a:pt x="6081756" y="2810971"/>
                </a:cubicBezTo>
                <a:lnTo>
                  <a:pt x="6081681" y="2810971"/>
                </a:lnTo>
                <a:cubicBezTo>
                  <a:pt x="6080704" y="2810971"/>
                  <a:pt x="6079727" y="2810596"/>
                  <a:pt x="6079052" y="2809844"/>
                </a:cubicBezTo>
                <a:cubicBezTo>
                  <a:pt x="6077548" y="2808342"/>
                  <a:pt x="6077548" y="2805937"/>
                  <a:pt x="6079052" y="2804509"/>
                </a:cubicBezTo>
                <a:lnTo>
                  <a:pt x="6086676" y="2796858"/>
                </a:lnTo>
                <a:lnTo>
                  <a:pt x="5911133" y="2620673"/>
                </a:lnTo>
                <a:lnTo>
                  <a:pt x="5899612" y="2625468"/>
                </a:lnTo>
                <a:cubicBezTo>
                  <a:pt x="5886240" y="2625468"/>
                  <a:pt x="5875345" y="2614499"/>
                  <a:pt x="5875345" y="2601050"/>
                </a:cubicBezTo>
                <a:cubicBezTo>
                  <a:pt x="5875345" y="2587527"/>
                  <a:pt x="5886240" y="2576632"/>
                  <a:pt x="5899612" y="2576632"/>
                </a:cubicBezTo>
                <a:cubicBezTo>
                  <a:pt x="5912987" y="2576632"/>
                  <a:pt x="5923881" y="2587527"/>
                  <a:pt x="5923881" y="2601050"/>
                </a:cubicBezTo>
                <a:lnTo>
                  <a:pt x="5917550" y="2616422"/>
                </a:lnTo>
                <a:lnTo>
                  <a:pt x="6031772" y="2731062"/>
                </a:lnTo>
                <a:lnTo>
                  <a:pt x="6031772" y="2306002"/>
                </a:lnTo>
                <a:lnTo>
                  <a:pt x="5835072" y="2108626"/>
                </a:lnTo>
                <a:lnTo>
                  <a:pt x="5835072" y="1946399"/>
                </a:lnTo>
                <a:lnTo>
                  <a:pt x="5835072" y="1935744"/>
                </a:lnTo>
                <a:lnTo>
                  <a:pt x="5835072" y="1773517"/>
                </a:lnTo>
                <a:lnTo>
                  <a:pt x="6031772" y="1576142"/>
                </a:lnTo>
                <a:lnTo>
                  <a:pt x="6031772" y="1151081"/>
                </a:lnTo>
                <a:lnTo>
                  <a:pt x="5917550" y="1265721"/>
                </a:lnTo>
                <a:lnTo>
                  <a:pt x="5923881" y="1281093"/>
                </a:lnTo>
                <a:cubicBezTo>
                  <a:pt x="5923881" y="1294617"/>
                  <a:pt x="5912987" y="1305511"/>
                  <a:pt x="5899612" y="1305511"/>
                </a:cubicBezTo>
                <a:cubicBezTo>
                  <a:pt x="5886240" y="1305511"/>
                  <a:pt x="5875345" y="1294617"/>
                  <a:pt x="5875345" y="1281093"/>
                </a:cubicBezTo>
                <a:cubicBezTo>
                  <a:pt x="5875345" y="1267645"/>
                  <a:pt x="5886240" y="1256675"/>
                  <a:pt x="5899612" y="1256675"/>
                </a:cubicBezTo>
                <a:lnTo>
                  <a:pt x="5911133" y="1261470"/>
                </a:lnTo>
                <a:lnTo>
                  <a:pt x="6086676" y="1085286"/>
                </a:lnTo>
                <a:lnTo>
                  <a:pt x="6079052" y="1077634"/>
                </a:lnTo>
                <a:cubicBezTo>
                  <a:pt x="6077548" y="1076206"/>
                  <a:pt x="6077548" y="1073801"/>
                  <a:pt x="6079052" y="1072299"/>
                </a:cubicBezTo>
                <a:cubicBezTo>
                  <a:pt x="6079727" y="1071547"/>
                  <a:pt x="6080704" y="1071172"/>
                  <a:pt x="6081681" y="1071172"/>
                </a:cubicBezTo>
                <a:close/>
                <a:moveTo>
                  <a:pt x="40799" y="1071172"/>
                </a:moveTo>
                <a:lnTo>
                  <a:pt x="40873" y="1071172"/>
                </a:lnTo>
                <a:cubicBezTo>
                  <a:pt x="41850" y="1071172"/>
                  <a:pt x="42827" y="1071547"/>
                  <a:pt x="43503" y="1072299"/>
                </a:cubicBezTo>
                <a:lnTo>
                  <a:pt x="249443" y="1278990"/>
                </a:lnTo>
                <a:cubicBezTo>
                  <a:pt x="250946" y="1280493"/>
                  <a:pt x="250946" y="1282898"/>
                  <a:pt x="249443" y="1284326"/>
                </a:cubicBezTo>
                <a:cubicBezTo>
                  <a:pt x="247940" y="1285827"/>
                  <a:pt x="245611" y="1285827"/>
                  <a:pt x="244109" y="1284326"/>
                </a:cubicBezTo>
                <a:lnTo>
                  <a:pt x="111422" y="1151156"/>
                </a:lnTo>
                <a:lnTo>
                  <a:pt x="111422" y="1576142"/>
                </a:lnTo>
                <a:lnTo>
                  <a:pt x="308121" y="1773517"/>
                </a:lnTo>
                <a:lnTo>
                  <a:pt x="308121" y="1935744"/>
                </a:lnTo>
                <a:lnTo>
                  <a:pt x="308121" y="1946399"/>
                </a:lnTo>
                <a:lnTo>
                  <a:pt x="308121" y="2108626"/>
                </a:lnTo>
                <a:lnTo>
                  <a:pt x="111422" y="2306002"/>
                </a:lnTo>
                <a:lnTo>
                  <a:pt x="111422" y="2730988"/>
                </a:lnTo>
                <a:lnTo>
                  <a:pt x="244109" y="2597818"/>
                </a:lnTo>
                <a:cubicBezTo>
                  <a:pt x="245611" y="2596316"/>
                  <a:pt x="247940" y="2596316"/>
                  <a:pt x="249443" y="2597818"/>
                </a:cubicBezTo>
                <a:cubicBezTo>
                  <a:pt x="250946" y="2599246"/>
                  <a:pt x="250946" y="2601650"/>
                  <a:pt x="249443" y="2603154"/>
                </a:cubicBezTo>
                <a:lnTo>
                  <a:pt x="43503" y="2809844"/>
                </a:lnTo>
                <a:cubicBezTo>
                  <a:pt x="42827" y="2810596"/>
                  <a:pt x="41850" y="2810971"/>
                  <a:pt x="40873" y="2810971"/>
                </a:cubicBezTo>
                <a:lnTo>
                  <a:pt x="40799" y="2810971"/>
                </a:lnTo>
                <a:cubicBezTo>
                  <a:pt x="39897" y="2810971"/>
                  <a:pt x="38919" y="2810596"/>
                  <a:pt x="38168" y="2809844"/>
                </a:cubicBezTo>
                <a:cubicBezTo>
                  <a:pt x="36666" y="2808417"/>
                  <a:pt x="36666" y="2806013"/>
                  <a:pt x="38168" y="2804509"/>
                </a:cubicBezTo>
                <a:lnTo>
                  <a:pt x="104952" y="2737483"/>
                </a:lnTo>
                <a:lnTo>
                  <a:pt x="103909" y="2736439"/>
                </a:lnTo>
                <a:lnTo>
                  <a:pt x="103909" y="2302845"/>
                </a:lnTo>
                <a:lnTo>
                  <a:pt x="300609" y="2105470"/>
                </a:lnTo>
                <a:lnTo>
                  <a:pt x="300609" y="1946399"/>
                </a:lnTo>
                <a:lnTo>
                  <a:pt x="300609" y="1935744"/>
                </a:lnTo>
                <a:lnTo>
                  <a:pt x="300609" y="1776673"/>
                </a:lnTo>
                <a:lnTo>
                  <a:pt x="103909" y="1579298"/>
                </a:lnTo>
                <a:lnTo>
                  <a:pt x="103909" y="1145705"/>
                </a:lnTo>
                <a:lnTo>
                  <a:pt x="104952" y="1144661"/>
                </a:lnTo>
                <a:lnTo>
                  <a:pt x="38168" y="1077634"/>
                </a:lnTo>
                <a:cubicBezTo>
                  <a:pt x="36666" y="1076130"/>
                  <a:pt x="36666" y="1073726"/>
                  <a:pt x="38168" y="1072299"/>
                </a:cubicBezTo>
                <a:cubicBezTo>
                  <a:pt x="38919" y="1071547"/>
                  <a:pt x="39897" y="1071172"/>
                  <a:pt x="40799" y="1071172"/>
                </a:cubicBezTo>
                <a:close/>
                <a:moveTo>
                  <a:pt x="9345168" y="1070796"/>
                </a:moveTo>
                <a:lnTo>
                  <a:pt x="9565909" y="1070796"/>
                </a:lnTo>
                <a:lnTo>
                  <a:pt x="9565909" y="1152692"/>
                </a:lnTo>
                <a:lnTo>
                  <a:pt x="9568765" y="1155546"/>
                </a:lnTo>
                <a:lnTo>
                  <a:pt x="9565909" y="1158401"/>
                </a:lnTo>
                <a:lnTo>
                  <a:pt x="9565909" y="1296434"/>
                </a:lnTo>
                <a:lnTo>
                  <a:pt x="9577273" y="1301182"/>
                </a:lnTo>
                <a:cubicBezTo>
                  <a:pt x="9581669" y="1305606"/>
                  <a:pt x="9584392" y="1311711"/>
                  <a:pt x="9584392" y="1318435"/>
                </a:cubicBezTo>
                <a:cubicBezTo>
                  <a:pt x="9584392" y="1331959"/>
                  <a:pt x="9573497" y="1342853"/>
                  <a:pt x="9560124" y="1342853"/>
                </a:cubicBezTo>
                <a:cubicBezTo>
                  <a:pt x="9546751" y="1342853"/>
                  <a:pt x="9535856" y="1331959"/>
                  <a:pt x="9535856" y="1318435"/>
                </a:cubicBezTo>
                <a:cubicBezTo>
                  <a:pt x="9535856" y="1311674"/>
                  <a:pt x="9538579" y="1305569"/>
                  <a:pt x="9542975" y="1301155"/>
                </a:cubicBezTo>
                <a:lnTo>
                  <a:pt x="9558396" y="1294737"/>
                </a:lnTo>
                <a:lnTo>
                  <a:pt x="9558396" y="1159302"/>
                </a:lnTo>
                <a:lnTo>
                  <a:pt x="9427589" y="1159302"/>
                </a:lnTo>
                <a:lnTo>
                  <a:pt x="9427589" y="1406190"/>
                </a:lnTo>
                <a:lnTo>
                  <a:pt x="9503624" y="1406190"/>
                </a:lnTo>
                <a:lnTo>
                  <a:pt x="9503624" y="1261585"/>
                </a:lnTo>
                <a:lnTo>
                  <a:pt x="9487677" y="1254948"/>
                </a:lnTo>
                <a:cubicBezTo>
                  <a:pt x="9483281" y="1250533"/>
                  <a:pt x="9480557" y="1244428"/>
                  <a:pt x="9480557" y="1237667"/>
                </a:cubicBezTo>
                <a:cubicBezTo>
                  <a:pt x="9480557" y="1224143"/>
                  <a:pt x="9491452" y="1213249"/>
                  <a:pt x="9504827" y="1213249"/>
                </a:cubicBezTo>
                <a:cubicBezTo>
                  <a:pt x="9518199" y="1213249"/>
                  <a:pt x="9529094" y="1224218"/>
                  <a:pt x="9529094" y="1237667"/>
                </a:cubicBezTo>
                <a:cubicBezTo>
                  <a:pt x="9529094" y="1244428"/>
                  <a:pt x="9526371" y="1250533"/>
                  <a:pt x="9521975" y="1254948"/>
                </a:cubicBezTo>
                <a:lnTo>
                  <a:pt x="9511213" y="1259427"/>
                </a:lnTo>
                <a:lnTo>
                  <a:pt x="9511213" y="1413704"/>
                </a:lnTo>
                <a:lnTo>
                  <a:pt x="9427589" y="1413704"/>
                </a:lnTo>
                <a:lnTo>
                  <a:pt x="9427589" y="1490941"/>
                </a:lnTo>
                <a:cubicBezTo>
                  <a:pt x="9427589" y="1492970"/>
                  <a:pt x="9425936" y="1494698"/>
                  <a:pt x="9423831" y="1494698"/>
                </a:cubicBezTo>
                <a:cubicBezTo>
                  <a:pt x="9421729" y="1494698"/>
                  <a:pt x="9420077" y="1493045"/>
                  <a:pt x="9420077" y="1490941"/>
                </a:cubicBezTo>
                <a:lnTo>
                  <a:pt x="9420077" y="1151789"/>
                </a:lnTo>
                <a:lnTo>
                  <a:pt x="9558396" y="1151789"/>
                </a:lnTo>
                <a:lnTo>
                  <a:pt x="9558396" y="1078385"/>
                </a:lnTo>
                <a:lnTo>
                  <a:pt x="9352755" y="1078385"/>
                </a:lnTo>
                <a:lnTo>
                  <a:pt x="9352755" y="1538125"/>
                </a:lnTo>
                <a:lnTo>
                  <a:pt x="9515344" y="1652628"/>
                </a:lnTo>
                <a:cubicBezTo>
                  <a:pt x="9516997" y="1653830"/>
                  <a:pt x="9517449" y="1656158"/>
                  <a:pt x="9516245" y="1657888"/>
                </a:cubicBezTo>
                <a:cubicBezTo>
                  <a:pt x="9515044" y="1659615"/>
                  <a:pt x="9512640" y="1659991"/>
                  <a:pt x="9510987" y="1658790"/>
                </a:cubicBezTo>
                <a:lnTo>
                  <a:pt x="9345168" y="1542031"/>
                </a:lnTo>
                <a:close/>
                <a:moveTo>
                  <a:pt x="8658901" y="1070796"/>
                </a:moveTo>
                <a:lnTo>
                  <a:pt x="8879642" y="1070796"/>
                </a:lnTo>
                <a:lnTo>
                  <a:pt x="8879642" y="1542031"/>
                </a:lnTo>
                <a:lnTo>
                  <a:pt x="8730441" y="1647089"/>
                </a:lnTo>
                <a:lnTo>
                  <a:pt x="8732230" y="1651425"/>
                </a:lnTo>
                <a:cubicBezTo>
                  <a:pt x="8732230" y="1664950"/>
                  <a:pt x="8721337" y="1675843"/>
                  <a:pt x="8707963" y="1675843"/>
                </a:cubicBezTo>
                <a:cubicBezTo>
                  <a:pt x="8694589" y="1675843"/>
                  <a:pt x="8683694" y="1664950"/>
                  <a:pt x="8683694" y="1651425"/>
                </a:cubicBezTo>
                <a:cubicBezTo>
                  <a:pt x="8683694" y="1637902"/>
                  <a:pt x="8694589" y="1627007"/>
                  <a:pt x="8707963" y="1627007"/>
                </a:cubicBezTo>
                <a:cubicBezTo>
                  <a:pt x="8714650" y="1627007"/>
                  <a:pt x="8720717" y="1629750"/>
                  <a:pt x="8725112" y="1634172"/>
                </a:cubicBezTo>
                <a:lnTo>
                  <a:pt x="8727490" y="1639935"/>
                </a:lnTo>
                <a:lnTo>
                  <a:pt x="8872053" y="1538125"/>
                </a:lnTo>
                <a:lnTo>
                  <a:pt x="8872053" y="1078385"/>
                </a:lnTo>
                <a:lnTo>
                  <a:pt x="8666414" y="1078385"/>
                </a:lnTo>
                <a:lnTo>
                  <a:pt x="8666414" y="1151789"/>
                </a:lnTo>
                <a:lnTo>
                  <a:pt x="8804733" y="1151789"/>
                </a:lnTo>
                <a:lnTo>
                  <a:pt x="8804733" y="1490941"/>
                </a:lnTo>
                <a:cubicBezTo>
                  <a:pt x="8804733" y="1492970"/>
                  <a:pt x="8803081" y="1494698"/>
                  <a:pt x="8800976" y="1494698"/>
                </a:cubicBezTo>
                <a:cubicBezTo>
                  <a:pt x="8798874" y="1494698"/>
                  <a:pt x="8797220" y="1493045"/>
                  <a:pt x="8797220" y="1490941"/>
                </a:cubicBezTo>
                <a:lnTo>
                  <a:pt x="8797220" y="1413779"/>
                </a:lnTo>
                <a:lnTo>
                  <a:pt x="8713673" y="1413779"/>
                </a:lnTo>
                <a:lnTo>
                  <a:pt x="8713673" y="1245181"/>
                </a:lnTo>
                <a:cubicBezTo>
                  <a:pt x="8713673" y="1243151"/>
                  <a:pt x="8715325" y="1241424"/>
                  <a:pt x="8717430" y="1241424"/>
                </a:cubicBezTo>
                <a:lnTo>
                  <a:pt x="8717505" y="1241499"/>
                </a:lnTo>
                <a:cubicBezTo>
                  <a:pt x="8719609" y="1241499"/>
                  <a:pt x="8721262" y="1243151"/>
                  <a:pt x="8721262" y="1245256"/>
                </a:cubicBezTo>
                <a:lnTo>
                  <a:pt x="8721262" y="1406267"/>
                </a:lnTo>
                <a:lnTo>
                  <a:pt x="8797220" y="1406267"/>
                </a:lnTo>
                <a:lnTo>
                  <a:pt x="8797220" y="1159302"/>
                </a:lnTo>
                <a:lnTo>
                  <a:pt x="8666414" y="1159302"/>
                </a:lnTo>
                <a:lnTo>
                  <a:pt x="8666414" y="1323245"/>
                </a:lnTo>
                <a:cubicBezTo>
                  <a:pt x="8666414" y="1325272"/>
                  <a:pt x="8664761" y="1327001"/>
                  <a:pt x="8662657" y="1327001"/>
                </a:cubicBezTo>
                <a:cubicBezTo>
                  <a:pt x="8660554" y="1327001"/>
                  <a:pt x="8658901" y="1325348"/>
                  <a:pt x="8658901" y="1323245"/>
                </a:cubicBezTo>
                <a:lnTo>
                  <a:pt x="8658901" y="1158401"/>
                </a:lnTo>
                <a:lnTo>
                  <a:pt x="8656045" y="1155546"/>
                </a:lnTo>
                <a:lnTo>
                  <a:pt x="8658901" y="1152692"/>
                </a:lnTo>
                <a:close/>
                <a:moveTo>
                  <a:pt x="3304361" y="1070796"/>
                </a:moveTo>
                <a:lnTo>
                  <a:pt x="3525102" y="1070796"/>
                </a:lnTo>
                <a:lnTo>
                  <a:pt x="3525102" y="1152692"/>
                </a:lnTo>
                <a:lnTo>
                  <a:pt x="3527957" y="1155546"/>
                </a:lnTo>
                <a:lnTo>
                  <a:pt x="3525102" y="1158401"/>
                </a:lnTo>
                <a:lnTo>
                  <a:pt x="3525102" y="1323245"/>
                </a:lnTo>
                <a:cubicBezTo>
                  <a:pt x="3525102" y="1325348"/>
                  <a:pt x="3523449" y="1327001"/>
                  <a:pt x="3521346" y="1327001"/>
                </a:cubicBezTo>
                <a:cubicBezTo>
                  <a:pt x="3519241" y="1327001"/>
                  <a:pt x="3517589" y="1325272"/>
                  <a:pt x="3517589" y="1323245"/>
                </a:cubicBezTo>
                <a:lnTo>
                  <a:pt x="3517589" y="1159302"/>
                </a:lnTo>
                <a:lnTo>
                  <a:pt x="3386782" y="1159302"/>
                </a:lnTo>
                <a:lnTo>
                  <a:pt x="3386782" y="1406267"/>
                </a:lnTo>
                <a:lnTo>
                  <a:pt x="3462741" y="1406267"/>
                </a:lnTo>
                <a:lnTo>
                  <a:pt x="3462741" y="1245256"/>
                </a:lnTo>
                <a:cubicBezTo>
                  <a:pt x="3462741" y="1243151"/>
                  <a:pt x="3464394" y="1241499"/>
                  <a:pt x="3466498" y="1241499"/>
                </a:cubicBezTo>
                <a:lnTo>
                  <a:pt x="3466573" y="1241424"/>
                </a:lnTo>
                <a:cubicBezTo>
                  <a:pt x="3468677" y="1241424"/>
                  <a:pt x="3470329" y="1243151"/>
                  <a:pt x="3470329" y="1245181"/>
                </a:cubicBezTo>
                <a:lnTo>
                  <a:pt x="3470329" y="1413779"/>
                </a:lnTo>
                <a:lnTo>
                  <a:pt x="3386782" y="1413779"/>
                </a:lnTo>
                <a:lnTo>
                  <a:pt x="3386782" y="1490941"/>
                </a:lnTo>
                <a:cubicBezTo>
                  <a:pt x="3386782" y="1493045"/>
                  <a:pt x="3385129" y="1494698"/>
                  <a:pt x="3383026" y="1494698"/>
                </a:cubicBezTo>
                <a:cubicBezTo>
                  <a:pt x="3380922" y="1494698"/>
                  <a:pt x="3379269" y="1492970"/>
                  <a:pt x="3379269" y="1490941"/>
                </a:cubicBezTo>
                <a:lnTo>
                  <a:pt x="3379269" y="1151789"/>
                </a:lnTo>
                <a:lnTo>
                  <a:pt x="3517589" y="1151789"/>
                </a:lnTo>
                <a:lnTo>
                  <a:pt x="3517589" y="1078385"/>
                </a:lnTo>
                <a:lnTo>
                  <a:pt x="3311950" y="1078385"/>
                </a:lnTo>
                <a:lnTo>
                  <a:pt x="3311950" y="1538125"/>
                </a:lnTo>
                <a:lnTo>
                  <a:pt x="3456513" y="1639935"/>
                </a:lnTo>
                <a:lnTo>
                  <a:pt x="3458891" y="1634172"/>
                </a:lnTo>
                <a:cubicBezTo>
                  <a:pt x="3463285" y="1629750"/>
                  <a:pt x="3469352" y="1627007"/>
                  <a:pt x="3476040" y="1627007"/>
                </a:cubicBezTo>
                <a:cubicBezTo>
                  <a:pt x="3489414" y="1627007"/>
                  <a:pt x="3500308" y="1637902"/>
                  <a:pt x="3500308" y="1651425"/>
                </a:cubicBezTo>
                <a:cubicBezTo>
                  <a:pt x="3500308" y="1664950"/>
                  <a:pt x="3489414" y="1675843"/>
                  <a:pt x="3476040" y="1675843"/>
                </a:cubicBezTo>
                <a:cubicBezTo>
                  <a:pt x="3462667" y="1675843"/>
                  <a:pt x="3451772" y="1664950"/>
                  <a:pt x="3451772" y="1651425"/>
                </a:cubicBezTo>
                <a:lnTo>
                  <a:pt x="3453561" y="1647089"/>
                </a:lnTo>
                <a:lnTo>
                  <a:pt x="3304361" y="1542031"/>
                </a:lnTo>
                <a:close/>
                <a:moveTo>
                  <a:pt x="2618094" y="1070796"/>
                </a:moveTo>
                <a:lnTo>
                  <a:pt x="2838835" y="1070796"/>
                </a:lnTo>
                <a:lnTo>
                  <a:pt x="2838835" y="1542031"/>
                </a:lnTo>
                <a:lnTo>
                  <a:pt x="2673016" y="1658790"/>
                </a:lnTo>
                <a:cubicBezTo>
                  <a:pt x="2671364" y="1659991"/>
                  <a:pt x="2668958" y="1659615"/>
                  <a:pt x="2667757" y="1657888"/>
                </a:cubicBezTo>
                <a:cubicBezTo>
                  <a:pt x="2666554" y="1656158"/>
                  <a:pt x="2667005" y="1653830"/>
                  <a:pt x="2668659" y="1652628"/>
                </a:cubicBezTo>
                <a:lnTo>
                  <a:pt x="2831247" y="1538125"/>
                </a:lnTo>
                <a:lnTo>
                  <a:pt x="2831247" y="1078385"/>
                </a:lnTo>
                <a:lnTo>
                  <a:pt x="2625607" y="1078385"/>
                </a:lnTo>
                <a:lnTo>
                  <a:pt x="2625607" y="1151789"/>
                </a:lnTo>
                <a:lnTo>
                  <a:pt x="2763927" y="1151789"/>
                </a:lnTo>
                <a:lnTo>
                  <a:pt x="2763927" y="1490941"/>
                </a:lnTo>
                <a:cubicBezTo>
                  <a:pt x="2763927" y="1493045"/>
                  <a:pt x="2762274" y="1494698"/>
                  <a:pt x="2760171" y="1494698"/>
                </a:cubicBezTo>
                <a:cubicBezTo>
                  <a:pt x="2758067" y="1494698"/>
                  <a:pt x="2756414" y="1492970"/>
                  <a:pt x="2756414" y="1490941"/>
                </a:cubicBezTo>
                <a:lnTo>
                  <a:pt x="2756414" y="1413704"/>
                </a:lnTo>
                <a:lnTo>
                  <a:pt x="2672790" y="1413704"/>
                </a:lnTo>
                <a:lnTo>
                  <a:pt x="2672790" y="1259427"/>
                </a:lnTo>
                <a:lnTo>
                  <a:pt x="2662028" y="1254948"/>
                </a:lnTo>
                <a:cubicBezTo>
                  <a:pt x="2657631" y="1250533"/>
                  <a:pt x="2654908" y="1244428"/>
                  <a:pt x="2654908" y="1237667"/>
                </a:cubicBezTo>
                <a:cubicBezTo>
                  <a:pt x="2654908" y="1224218"/>
                  <a:pt x="2665803" y="1213249"/>
                  <a:pt x="2679176" y="1213249"/>
                </a:cubicBezTo>
                <a:cubicBezTo>
                  <a:pt x="2692551" y="1213249"/>
                  <a:pt x="2703445" y="1224143"/>
                  <a:pt x="2703445" y="1237667"/>
                </a:cubicBezTo>
                <a:cubicBezTo>
                  <a:pt x="2703445" y="1244428"/>
                  <a:pt x="2700721" y="1250533"/>
                  <a:pt x="2696326" y="1254948"/>
                </a:cubicBezTo>
                <a:lnTo>
                  <a:pt x="2680379" y="1261585"/>
                </a:lnTo>
                <a:lnTo>
                  <a:pt x="2680379" y="1406190"/>
                </a:lnTo>
                <a:lnTo>
                  <a:pt x="2756414" y="1406190"/>
                </a:lnTo>
                <a:lnTo>
                  <a:pt x="2756414" y="1159302"/>
                </a:lnTo>
                <a:lnTo>
                  <a:pt x="2625607" y="1159302"/>
                </a:lnTo>
                <a:lnTo>
                  <a:pt x="2625607" y="1294737"/>
                </a:lnTo>
                <a:lnTo>
                  <a:pt x="2641028" y="1301155"/>
                </a:lnTo>
                <a:cubicBezTo>
                  <a:pt x="2645423" y="1305569"/>
                  <a:pt x="2648146" y="1311674"/>
                  <a:pt x="2648146" y="1318435"/>
                </a:cubicBezTo>
                <a:cubicBezTo>
                  <a:pt x="2648146" y="1331959"/>
                  <a:pt x="2637253" y="1342853"/>
                  <a:pt x="2623878" y="1342853"/>
                </a:cubicBezTo>
                <a:cubicBezTo>
                  <a:pt x="2610505" y="1342853"/>
                  <a:pt x="2599610" y="1331959"/>
                  <a:pt x="2599610" y="1318435"/>
                </a:cubicBezTo>
                <a:cubicBezTo>
                  <a:pt x="2599610" y="1311711"/>
                  <a:pt x="2602333" y="1305606"/>
                  <a:pt x="2606729" y="1301182"/>
                </a:cubicBezTo>
                <a:lnTo>
                  <a:pt x="2618094" y="1296434"/>
                </a:lnTo>
                <a:lnTo>
                  <a:pt x="2618094" y="1158401"/>
                </a:lnTo>
                <a:lnTo>
                  <a:pt x="2615239" y="1155546"/>
                </a:lnTo>
                <a:lnTo>
                  <a:pt x="2618094" y="1152692"/>
                </a:lnTo>
                <a:close/>
                <a:moveTo>
                  <a:pt x="9654342" y="1053440"/>
                </a:moveTo>
                <a:lnTo>
                  <a:pt x="9654342" y="1053515"/>
                </a:lnTo>
                <a:cubicBezTo>
                  <a:pt x="9656444" y="1053515"/>
                  <a:pt x="9658098" y="1055167"/>
                  <a:pt x="9658098" y="1057271"/>
                </a:cubicBezTo>
                <a:lnTo>
                  <a:pt x="9658098" y="1371103"/>
                </a:lnTo>
                <a:lnTo>
                  <a:pt x="9580336" y="1449166"/>
                </a:lnTo>
                <a:lnTo>
                  <a:pt x="9580336" y="1697556"/>
                </a:lnTo>
                <a:lnTo>
                  <a:pt x="9686950" y="1804546"/>
                </a:lnTo>
                <a:lnTo>
                  <a:pt x="9686950" y="1934393"/>
                </a:lnTo>
                <a:lnTo>
                  <a:pt x="9686950" y="1947750"/>
                </a:lnTo>
                <a:lnTo>
                  <a:pt x="9686950" y="2077597"/>
                </a:lnTo>
                <a:lnTo>
                  <a:pt x="9580336" y="2184587"/>
                </a:lnTo>
                <a:lnTo>
                  <a:pt x="9580336" y="2432977"/>
                </a:lnTo>
                <a:lnTo>
                  <a:pt x="9658098" y="2511040"/>
                </a:lnTo>
                <a:lnTo>
                  <a:pt x="9658098" y="2824872"/>
                </a:lnTo>
                <a:cubicBezTo>
                  <a:pt x="9658098" y="2826976"/>
                  <a:pt x="9656444" y="2828629"/>
                  <a:pt x="9654342" y="2828629"/>
                </a:cubicBezTo>
                <a:lnTo>
                  <a:pt x="9654342" y="2828703"/>
                </a:lnTo>
                <a:cubicBezTo>
                  <a:pt x="9652238" y="2828703"/>
                  <a:pt x="9650585" y="2826976"/>
                  <a:pt x="9650585" y="2824946"/>
                </a:cubicBezTo>
                <a:lnTo>
                  <a:pt x="9650585" y="2514271"/>
                </a:lnTo>
                <a:lnTo>
                  <a:pt x="9572822" y="2436208"/>
                </a:lnTo>
                <a:lnTo>
                  <a:pt x="9572822" y="2181506"/>
                </a:lnTo>
                <a:lnTo>
                  <a:pt x="9679437" y="2074516"/>
                </a:lnTo>
                <a:lnTo>
                  <a:pt x="9679437" y="1947750"/>
                </a:lnTo>
                <a:lnTo>
                  <a:pt x="9679437" y="1934393"/>
                </a:lnTo>
                <a:lnTo>
                  <a:pt x="9679437" y="1807627"/>
                </a:lnTo>
                <a:lnTo>
                  <a:pt x="9572822" y="1700637"/>
                </a:lnTo>
                <a:lnTo>
                  <a:pt x="9572822" y="1445935"/>
                </a:lnTo>
                <a:lnTo>
                  <a:pt x="9650585" y="1367873"/>
                </a:lnTo>
                <a:lnTo>
                  <a:pt x="9650585" y="1057197"/>
                </a:lnTo>
                <a:cubicBezTo>
                  <a:pt x="9650585" y="1055167"/>
                  <a:pt x="9652238" y="1053440"/>
                  <a:pt x="9654342" y="1053440"/>
                </a:cubicBezTo>
                <a:close/>
                <a:moveTo>
                  <a:pt x="2529661" y="1053440"/>
                </a:moveTo>
                <a:cubicBezTo>
                  <a:pt x="2531765" y="1053440"/>
                  <a:pt x="2533418" y="1055167"/>
                  <a:pt x="2533418" y="1057197"/>
                </a:cubicBezTo>
                <a:lnTo>
                  <a:pt x="2533418" y="1367873"/>
                </a:lnTo>
                <a:lnTo>
                  <a:pt x="2611180" y="1445935"/>
                </a:lnTo>
                <a:lnTo>
                  <a:pt x="2611180" y="1700637"/>
                </a:lnTo>
                <a:lnTo>
                  <a:pt x="2504566" y="1807627"/>
                </a:lnTo>
                <a:lnTo>
                  <a:pt x="2504566" y="1934393"/>
                </a:lnTo>
                <a:lnTo>
                  <a:pt x="2504566" y="1947750"/>
                </a:lnTo>
                <a:lnTo>
                  <a:pt x="2504566" y="2074516"/>
                </a:lnTo>
                <a:lnTo>
                  <a:pt x="2611180" y="2181506"/>
                </a:lnTo>
                <a:lnTo>
                  <a:pt x="2611180" y="2436208"/>
                </a:lnTo>
                <a:lnTo>
                  <a:pt x="2533418" y="2514271"/>
                </a:lnTo>
                <a:lnTo>
                  <a:pt x="2533418" y="2824946"/>
                </a:lnTo>
                <a:cubicBezTo>
                  <a:pt x="2533418" y="2826976"/>
                  <a:pt x="2531765" y="2828703"/>
                  <a:pt x="2529661" y="2828703"/>
                </a:cubicBezTo>
                <a:lnTo>
                  <a:pt x="2529661" y="2828629"/>
                </a:lnTo>
                <a:cubicBezTo>
                  <a:pt x="2527558" y="2828629"/>
                  <a:pt x="2525905" y="2826976"/>
                  <a:pt x="2525905" y="2824872"/>
                </a:cubicBezTo>
                <a:lnTo>
                  <a:pt x="2525905" y="2511040"/>
                </a:lnTo>
                <a:lnTo>
                  <a:pt x="2603668" y="2432977"/>
                </a:lnTo>
                <a:lnTo>
                  <a:pt x="2603668" y="2184587"/>
                </a:lnTo>
                <a:lnTo>
                  <a:pt x="2497053" y="2077597"/>
                </a:lnTo>
                <a:lnTo>
                  <a:pt x="2497053" y="1947750"/>
                </a:lnTo>
                <a:lnTo>
                  <a:pt x="2497053" y="1934393"/>
                </a:lnTo>
                <a:lnTo>
                  <a:pt x="2497053" y="1804546"/>
                </a:lnTo>
                <a:lnTo>
                  <a:pt x="2603668" y="1697556"/>
                </a:lnTo>
                <a:lnTo>
                  <a:pt x="2603668" y="1449166"/>
                </a:lnTo>
                <a:lnTo>
                  <a:pt x="2525905" y="1371103"/>
                </a:lnTo>
                <a:lnTo>
                  <a:pt x="2525905" y="1057271"/>
                </a:lnTo>
                <a:cubicBezTo>
                  <a:pt x="2525905" y="1055167"/>
                  <a:pt x="2527558" y="1053515"/>
                  <a:pt x="2529661" y="1053515"/>
                </a:cubicBezTo>
                <a:close/>
                <a:moveTo>
                  <a:pt x="8570470" y="1053365"/>
                </a:moveTo>
                <a:cubicBezTo>
                  <a:pt x="8572572" y="1053365"/>
                  <a:pt x="8574226" y="1055018"/>
                  <a:pt x="8574226" y="1057122"/>
                </a:cubicBezTo>
                <a:lnTo>
                  <a:pt x="8574226" y="1367797"/>
                </a:lnTo>
                <a:lnTo>
                  <a:pt x="8651989" y="1445861"/>
                </a:lnTo>
                <a:lnTo>
                  <a:pt x="8651989" y="1700562"/>
                </a:lnTo>
                <a:lnTo>
                  <a:pt x="8545375" y="1807552"/>
                </a:lnTo>
                <a:lnTo>
                  <a:pt x="8545375" y="1915107"/>
                </a:lnTo>
                <a:lnTo>
                  <a:pt x="8559217" y="1920869"/>
                </a:lnTo>
                <a:cubicBezTo>
                  <a:pt x="8563613" y="1925283"/>
                  <a:pt x="8566336" y="1931387"/>
                  <a:pt x="8566336" y="1938149"/>
                </a:cubicBezTo>
                <a:lnTo>
                  <a:pt x="8565130" y="1941072"/>
                </a:lnTo>
                <a:lnTo>
                  <a:pt x="8566336" y="1943994"/>
                </a:lnTo>
                <a:cubicBezTo>
                  <a:pt x="8566336" y="1950756"/>
                  <a:pt x="8563613" y="1956860"/>
                  <a:pt x="8559217" y="1961274"/>
                </a:cubicBezTo>
                <a:lnTo>
                  <a:pt x="8545375" y="1967036"/>
                </a:lnTo>
                <a:lnTo>
                  <a:pt x="8545375" y="2074591"/>
                </a:lnTo>
                <a:lnTo>
                  <a:pt x="8651989" y="2181581"/>
                </a:lnTo>
                <a:lnTo>
                  <a:pt x="8651989" y="2436283"/>
                </a:lnTo>
                <a:lnTo>
                  <a:pt x="8574226" y="2514346"/>
                </a:lnTo>
                <a:lnTo>
                  <a:pt x="8574226" y="2825021"/>
                </a:lnTo>
                <a:cubicBezTo>
                  <a:pt x="8574226" y="2827125"/>
                  <a:pt x="8572572" y="2828778"/>
                  <a:pt x="8570470" y="2828778"/>
                </a:cubicBezTo>
                <a:lnTo>
                  <a:pt x="8570470" y="2828703"/>
                </a:lnTo>
                <a:cubicBezTo>
                  <a:pt x="8568365" y="2828703"/>
                  <a:pt x="8566712" y="2826975"/>
                  <a:pt x="8566712" y="2824946"/>
                </a:cubicBezTo>
                <a:lnTo>
                  <a:pt x="8566712" y="2511114"/>
                </a:lnTo>
                <a:lnTo>
                  <a:pt x="8644476" y="2433052"/>
                </a:lnTo>
                <a:lnTo>
                  <a:pt x="8644476" y="2184662"/>
                </a:lnTo>
                <a:lnTo>
                  <a:pt x="8537861" y="2077672"/>
                </a:lnTo>
                <a:lnTo>
                  <a:pt x="8537861" y="1966661"/>
                </a:lnTo>
                <a:lnTo>
                  <a:pt x="8524919" y="1961274"/>
                </a:lnTo>
                <a:cubicBezTo>
                  <a:pt x="8520524" y="1956860"/>
                  <a:pt x="8517800" y="1950756"/>
                  <a:pt x="8517800" y="1943994"/>
                </a:cubicBezTo>
                <a:lnTo>
                  <a:pt x="8519004" y="1941072"/>
                </a:lnTo>
                <a:lnTo>
                  <a:pt x="8517800" y="1938149"/>
                </a:lnTo>
                <a:cubicBezTo>
                  <a:pt x="8517800" y="1931387"/>
                  <a:pt x="8520524" y="1925283"/>
                  <a:pt x="8524919" y="1920869"/>
                </a:cubicBezTo>
                <a:lnTo>
                  <a:pt x="8537861" y="1915482"/>
                </a:lnTo>
                <a:lnTo>
                  <a:pt x="8537861" y="1804472"/>
                </a:lnTo>
                <a:lnTo>
                  <a:pt x="8644476" y="1697482"/>
                </a:lnTo>
                <a:lnTo>
                  <a:pt x="8644476" y="1449091"/>
                </a:lnTo>
                <a:lnTo>
                  <a:pt x="8566712" y="1371029"/>
                </a:lnTo>
                <a:lnTo>
                  <a:pt x="8566712" y="1057197"/>
                </a:lnTo>
                <a:cubicBezTo>
                  <a:pt x="8566712" y="1055168"/>
                  <a:pt x="8568365" y="1053440"/>
                  <a:pt x="8570470" y="1053440"/>
                </a:cubicBezTo>
                <a:close/>
                <a:moveTo>
                  <a:pt x="3613534" y="1053365"/>
                </a:moveTo>
                <a:lnTo>
                  <a:pt x="3613534" y="1053440"/>
                </a:lnTo>
                <a:cubicBezTo>
                  <a:pt x="3615638" y="1053440"/>
                  <a:pt x="3617291" y="1055168"/>
                  <a:pt x="3617291" y="1057197"/>
                </a:cubicBezTo>
                <a:lnTo>
                  <a:pt x="3617291" y="1371029"/>
                </a:lnTo>
                <a:lnTo>
                  <a:pt x="3539527" y="1449091"/>
                </a:lnTo>
                <a:lnTo>
                  <a:pt x="3539527" y="1697482"/>
                </a:lnTo>
                <a:lnTo>
                  <a:pt x="3646141" y="1804472"/>
                </a:lnTo>
                <a:lnTo>
                  <a:pt x="3646141" y="1915482"/>
                </a:lnTo>
                <a:lnTo>
                  <a:pt x="3659084" y="1920869"/>
                </a:lnTo>
                <a:cubicBezTo>
                  <a:pt x="3663479" y="1925283"/>
                  <a:pt x="3666202" y="1931387"/>
                  <a:pt x="3666202" y="1938149"/>
                </a:cubicBezTo>
                <a:lnTo>
                  <a:pt x="3664998" y="1941072"/>
                </a:lnTo>
                <a:lnTo>
                  <a:pt x="3666202" y="1943994"/>
                </a:lnTo>
                <a:cubicBezTo>
                  <a:pt x="3666202" y="1950756"/>
                  <a:pt x="3663479" y="1956860"/>
                  <a:pt x="3659084" y="1961274"/>
                </a:cubicBezTo>
                <a:lnTo>
                  <a:pt x="3646141" y="1966661"/>
                </a:lnTo>
                <a:lnTo>
                  <a:pt x="3646141" y="2077672"/>
                </a:lnTo>
                <a:lnTo>
                  <a:pt x="3539527" y="2184662"/>
                </a:lnTo>
                <a:lnTo>
                  <a:pt x="3539527" y="2433052"/>
                </a:lnTo>
                <a:lnTo>
                  <a:pt x="3617291" y="2511114"/>
                </a:lnTo>
                <a:lnTo>
                  <a:pt x="3617291" y="2824946"/>
                </a:lnTo>
                <a:cubicBezTo>
                  <a:pt x="3617291" y="2826975"/>
                  <a:pt x="3615638" y="2828703"/>
                  <a:pt x="3613534" y="2828703"/>
                </a:cubicBezTo>
                <a:lnTo>
                  <a:pt x="3613534" y="2828778"/>
                </a:lnTo>
                <a:cubicBezTo>
                  <a:pt x="3611431" y="2828778"/>
                  <a:pt x="3609777" y="2827125"/>
                  <a:pt x="3609777" y="2825021"/>
                </a:cubicBezTo>
                <a:lnTo>
                  <a:pt x="3609777" y="2514346"/>
                </a:lnTo>
                <a:lnTo>
                  <a:pt x="3532014" y="2436283"/>
                </a:lnTo>
                <a:lnTo>
                  <a:pt x="3532014" y="2181581"/>
                </a:lnTo>
                <a:lnTo>
                  <a:pt x="3638629" y="2074591"/>
                </a:lnTo>
                <a:lnTo>
                  <a:pt x="3638629" y="1967036"/>
                </a:lnTo>
                <a:lnTo>
                  <a:pt x="3624786" y="1961274"/>
                </a:lnTo>
                <a:cubicBezTo>
                  <a:pt x="3620390" y="1956860"/>
                  <a:pt x="3617667" y="1950756"/>
                  <a:pt x="3617667" y="1943994"/>
                </a:cubicBezTo>
                <a:lnTo>
                  <a:pt x="3618873" y="1941072"/>
                </a:lnTo>
                <a:lnTo>
                  <a:pt x="3617667" y="1938149"/>
                </a:lnTo>
                <a:cubicBezTo>
                  <a:pt x="3617667" y="1931387"/>
                  <a:pt x="3620390" y="1925283"/>
                  <a:pt x="3624786" y="1920869"/>
                </a:cubicBezTo>
                <a:lnTo>
                  <a:pt x="3638629" y="1915107"/>
                </a:lnTo>
                <a:lnTo>
                  <a:pt x="3638629" y="1807552"/>
                </a:lnTo>
                <a:lnTo>
                  <a:pt x="3532014" y="1700562"/>
                </a:lnTo>
                <a:lnTo>
                  <a:pt x="3532014" y="1445861"/>
                </a:lnTo>
                <a:lnTo>
                  <a:pt x="3609777" y="1367797"/>
                </a:lnTo>
                <a:lnTo>
                  <a:pt x="3609777" y="1057122"/>
                </a:lnTo>
                <a:cubicBezTo>
                  <a:pt x="3609777" y="1055018"/>
                  <a:pt x="3611431" y="1053365"/>
                  <a:pt x="3613534" y="1053365"/>
                </a:cubicBezTo>
                <a:close/>
                <a:moveTo>
                  <a:pt x="10725667" y="1045100"/>
                </a:moveTo>
                <a:lnTo>
                  <a:pt x="10796217" y="1045100"/>
                </a:lnTo>
                <a:lnTo>
                  <a:pt x="10796217" y="1189356"/>
                </a:lnTo>
                <a:lnTo>
                  <a:pt x="10920862" y="1413704"/>
                </a:lnTo>
                <a:lnTo>
                  <a:pt x="11048514" y="1413704"/>
                </a:lnTo>
                <a:cubicBezTo>
                  <a:pt x="11050618" y="1413704"/>
                  <a:pt x="11052271" y="1415432"/>
                  <a:pt x="11052271" y="1417460"/>
                </a:cubicBezTo>
                <a:cubicBezTo>
                  <a:pt x="11052271" y="1419489"/>
                  <a:pt x="11050618" y="1421217"/>
                  <a:pt x="11048514" y="1421217"/>
                </a:cubicBezTo>
                <a:lnTo>
                  <a:pt x="10916429" y="1421217"/>
                </a:lnTo>
                <a:lnTo>
                  <a:pt x="10789154" y="1192135"/>
                </a:lnTo>
                <a:lnTo>
                  <a:pt x="10788703" y="1191309"/>
                </a:lnTo>
                <a:lnTo>
                  <a:pt x="10788703" y="1052614"/>
                </a:lnTo>
                <a:lnTo>
                  <a:pt x="10725667" y="1052614"/>
                </a:lnTo>
                <a:cubicBezTo>
                  <a:pt x="10723562" y="1052614"/>
                  <a:pt x="10721910" y="1050885"/>
                  <a:pt x="10721910" y="1048857"/>
                </a:cubicBezTo>
                <a:cubicBezTo>
                  <a:pt x="10721910" y="1046828"/>
                  <a:pt x="10723562" y="1045100"/>
                  <a:pt x="10725667" y="1045100"/>
                </a:cubicBezTo>
                <a:close/>
                <a:moveTo>
                  <a:pt x="1387786" y="1045100"/>
                </a:moveTo>
                <a:lnTo>
                  <a:pt x="1458336" y="1045100"/>
                </a:lnTo>
                <a:cubicBezTo>
                  <a:pt x="1460441" y="1045100"/>
                  <a:pt x="1462094" y="1046828"/>
                  <a:pt x="1462094" y="1048857"/>
                </a:cubicBezTo>
                <a:cubicBezTo>
                  <a:pt x="1462094" y="1050885"/>
                  <a:pt x="1460441" y="1052614"/>
                  <a:pt x="1458336" y="1052614"/>
                </a:cubicBezTo>
                <a:lnTo>
                  <a:pt x="1395300" y="1052614"/>
                </a:lnTo>
                <a:lnTo>
                  <a:pt x="1395300" y="1191309"/>
                </a:lnTo>
                <a:lnTo>
                  <a:pt x="1394849" y="1192135"/>
                </a:lnTo>
                <a:lnTo>
                  <a:pt x="1267573" y="1421217"/>
                </a:lnTo>
                <a:lnTo>
                  <a:pt x="1135489" y="1421217"/>
                </a:lnTo>
                <a:cubicBezTo>
                  <a:pt x="1133385" y="1421217"/>
                  <a:pt x="1131732" y="1419489"/>
                  <a:pt x="1131732" y="1417460"/>
                </a:cubicBezTo>
                <a:cubicBezTo>
                  <a:pt x="1131732" y="1415432"/>
                  <a:pt x="1133385" y="1413704"/>
                  <a:pt x="1135489" y="1413704"/>
                </a:cubicBezTo>
                <a:lnTo>
                  <a:pt x="1263140" y="1413704"/>
                </a:lnTo>
                <a:lnTo>
                  <a:pt x="1387786" y="1189356"/>
                </a:lnTo>
                <a:close/>
                <a:moveTo>
                  <a:pt x="7501399" y="1029097"/>
                </a:moveTo>
                <a:cubicBezTo>
                  <a:pt x="7514771" y="1029097"/>
                  <a:pt x="7525666" y="1040066"/>
                  <a:pt x="7525666" y="1053516"/>
                </a:cubicBezTo>
                <a:cubicBezTo>
                  <a:pt x="7525666" y="1067040"/>
                  <a:pt x="7514771" y="1077933"/>
                  <a:pt x="7501399" y="1077933"/>
                </a:cubicBezTo>
                <a:cubicBezTo>
                  <a:pt x="7488024" y="1077933"/>
                  <a:pt x="7477131" y="1067040"/>
                  <a:pt x="7477131" y="1053516"/>
                </a:cubicBezTo>
                <a:lnTo>
                  <a:pt x="7477502" y="1052614"/>
                </a:lnTo>
                <a:lnTo>
                  <a:pt x="7436184" y="1052614"/>
                </a:lnTo>
                <a:lnTo>
                  <a:pt x="7436184" y="1191310"/>
                </a:lnTo>
                <a:lnTo>
                  <a:pt x="7309509" y="1419340"/>
                </a:lnTo>
                <a:lnTo>
                  <a:pt x="7308457" y="1421293"/>
                </a:lnTo>
                <a:lnTo>
                  <a:pt x="7176373" y="1421293"/>
                </a:lnTo>
                <a:cubicBezTo>
                  <a:pt x="7174269" y="1421293"/>
                  <a:pt x="7172616" y="1419565"/>
                  <a:pt x="7172616" y="1417536"/>
                </a:cubicBezTo>
                <a:cubicBezTo>
                  <a:pt x="7172616" y="1415508"/>
                  <a:pt x="7174269" y="1413779"/>
                  <a:pt x="7176373" y="1413779"/>
                </a:cubicBezTo>
                <a:lnTo>
                  <a:pt x="7304023" y="1413779"/>
                </a:lnTo>
                <a:lnTo>
                  <a:pt x="7428669" y="1189432"/>
                </a:lnTo>
                <a:lnTo>
                  <a:pt x="7428669" y="1045101"/>
                </a:lnTo>
                <a:lnTo>
                  <a:pt x="7480598" y="1045101"/>
                </a:lnTo>
                <a:lnTo>
                  <a:pt x="7484250" y="1036235"/>
                </a:lnTo>
                <a:cubicBezTo>
                  <a:pt x="7488645" y="1031821"/>
                  <a:pt x="7494711" y="1029097"/>
                  <a:pt x="7501399" y="1029097"/>
                </a:cubicBezTo>
                <a:close/>
                <a:moveTo>
                  <a:pt x="4682605" y="1029097"/>
                </a:moveTo>
                <a:cubicBezTo>
                  <a:pt x="4689291" y="1029097"/>
                  <a:pt x="4695359" y="1031821"/>
                  <a:pt x="4699753" y="1036235"/>
                </a:cubicBezTo>
                <a:lnTo>
                  <a:pt x="4703406" y="1045101"/>
                </a:lnTo>
                <a:lnTo>
                  <a:pt x="4755333" y="1045101"/>
                </a:lnTo>
                <a:lnTo>
                  <a:pt x="4755333" y="1189432"/>
                </a:lnTo>
                <a:lnTo>
                  <a:pt x="4879980" y="1413779"/>
                </a:lnTo>
                <a:lnTo>
                  <a:pt x="5007631" y="1413779"/>
                </a:lnTo>
                <a:cubicBezTo>
                  <a:pt x="5009735" y="1413779"/>
                  <a:pt x="5011388" y="1415508"/>
                  <a:pt x="5011388" y="1417536"/>
                </a:cubicBezTo>
                <a:cubicBezTo>
                  <a:pt x="5011388" y="1419565"/>
                  <a:pt x="5009735" y="1421293"/>
                  <a:pt x="5007631" y="1421293"/>
                </a:cubicBezTo>
                <a:lnTo>
                  <a:pt x="4875546" y="1421293"/>
                </a:lnTo>
                <a:lnTo>
                  <a:pt x="4874494" y="1419340"/>
                </a:lnTo>
                <a:lnTo>
                  <a:pt x="4747820" y="1191310"/>
                </a:lnTo>
                <a:lnTo>
                  <a:pt x="4747820" y="1052614"/>
                </a:lnTo>
                <a:lnTo>
                  <a:pt x="4706500" y="1052614"/>
                </a:lnTo>
                <a:lnTo>
                  <a:pt x="4706872" y="1053516"/>
                </a:lnTo>
                <a:cubicBezTo>
                  <a:pt x="4706872" y="1067040"/>
                  <a:pt x="4695979" y="1077933"/>
                  <a:pt x="4682605" y="1077933"/>
                </a:cubicBezTo>
                <a:cubicBezTo>
                  <a:pt x="4669231" y="1077933"/>
                  <a:pt x="4658337" y="1067040"/>
                  <a:pt x="4658337" y="1053516"/>
                </a:cubicBezTo>
                <a:cubicBezTo>
                  <a:pt x="4658337" y="1040066"/>
                  <a:pt x="4669231" y="1029097"/>
                  <a:pt x="4682605" y="1029097"/>
                </a:cubicBezTo>
                <a:close/>
                <a:moveTo>
                  <a:pt x="10862934" y="970643"/>
                </a:moveTo>
                <a:lnTo>
                  <a:pt x="10863010" y="970717"/>
                </a:lnTo>
                <a:cubicBezTo>
                  <a:pt x="10865113" y="970717"/>
                  <a:pt x="10866767" y="972370"/>
                  <a:pt x="10866767" y="974474"/>
                </a:cubicBezTo>
                <a:lnTo>
                  <a:pt x="10866767" y="1151639"/>
                </a:lnTo>
                <a:lnTo>
                  <a:pt x="10953621" y="1238794"/>
                </a:lnTo>
                <a:lnTo>
                  <a:pt x="11159861" y="1238794"/>
                </a:lnTo>
                <a:cubicBezTo>
                  <a:pt x="11161965" y="1238794"/>
                  <a:pt x="11163618" y="1240521"/>
                  <a:pt x="11163618" y="1242551"/>
                </a:cubicBezTo>
                <a:cubicBezTo>
                  <a:pt x="11163618" y="1244579"/>
                  <a:pt x="11161965" y="1246307"/>
                  <a:pt x="11159861" y="1246307"/>
                </a:cubicBezTo>
                <a:lnTo>
                  <a:pt x="10950465" y="1246307"/>
                </a:lnTo>
                <a:lnTo>
                  <a:pt x="10859178" y="1154720"/>
                </a:lnTo>
                <a:lnTo>
                  <a:pt x="10859178" y="974400"/>
                </a:lnTo>
                <a:cubicBezTo>
                  <a:pt x="10859178" y="972370"/>
                  <a:pt x="10860831" y="970643"/>
                  <a:pt x="10862934" y="970643"/>
                </a:cubicBezTo>
                <a:close/>
                <a:moveTo>
                  <a:pt x="1321068" y="970643"/>
                </a:moveTo>
                <a:cubicBezTo>
                  <a:pt x="1323171" y="970643"/>
                  <a:pt x="1324824" y="972370"/>
                  <a:pt x="1324824" y="974400"/>
                </a:cubicBezTo>
                <a:lnTo>
                  <a:pt x="1324824" y="1154720"/>
                </a:lnTo>
                <a:lnTo>
                  <a:pt x="1233538" y="1246307"/>
                </a:lnTo>
                <a:lnTo>
                  <a:pt x="1024142" y="1246307"/>
                </a:lnTo>
                <a:cubicBezTo>
                  <a:pt x="1022038" y="1246307"/>
                  <a:pt x="1020384" y="1244579"/>
                  <a:pt x="1020384" y="1242551"/>
                </a:cubicBezTo>
                <a:cubicBezTo>
                  <a:pt x="1020384" y="1240521"/>
                  <a:pt x="1022038" y="1238794"/>
                  <a:pt x="1024142" y="1238794"/>
                </a:cubicBezTo>
                <a:lnTo>
                  <a:pt x="1230382" y="1238794"/>
                </a:lnTo>
                <a:lnTo>
                  <a:pt x="1317237" y="1151639"/>
                </a:lnTo>
                <a:lnTo>
                  <a:pt x="1317237" y="974474"/>
                </a:lnTo>
                <a:cubicBezTo>
                  <a:pt x="1317237" y="972370"/>
                  <a:pt x="1318889" y="970717"/>
                  <a:pt x="1320993" y="970717"/>
                </a:cubicBezTo>
                <a:close/>
                <a:moveTo>
                  <a:pt x="7361950" y="970568"/>
                </a:moveTo>
                <a:cubicBezTo>
                  <a:pt x="7364055" y="970568"/>
                  <a:pt x="7365707" y="972221"/>
                  <a:pt x="7365707" y="974325"/>
                </a:cubicBezTo>
                <a:lnTo>
                  <a:pt x="7365707" y="1154645"/>
                </a:lnTo>
                <a:lnTo>
                  <a:pt x="7274422" y="1246232"/>
                </a:lnTo>
                <a:lnTo>
                  <a:pt x="7089415" y="1246232"/>
                </a:lnTo>
                <a:lnTo>
                  <a:pt x="7083751" y="1259981"/>
                </a:lnTo>
                <a:cubicBezTo>
                  <a:pt x="7079355" y="1264395"/>
                  <a:pt x="7073288" y="1267119"/>
                  <a:pt x="7066602" y="1267119"/>
                </a:cubicBezTo>
                <a:cubicBezTo>
                  <a:pt x="7053228" y="1267119"/>
                  <a:pt x="7042335" y="1256224"/>
                  <a:pt x="7042335" y="1242700"/>
                </a:cubicBezTo>
                <a:cubicBezTo>
                  <a:pt x="7042335" y="1229176"/>
                  <a:pt x="7053228" y="1218282"/>
                  <a:pt x="7066602" y="1218282"/>
                </a:cubicBezTo>
                <a:cubicBezTo>
                  <a:pt x="7073288" y="1218282"/>
                  <a:pt x="7079355" y="1221024"/>
                  <a:pt x="7083751" y="1225447"/>
                </a:cubicBezTo>
                <a:lnTo>
                  <a:pt x="7089226" y="1238719"/>
                </a:lnTo>
                <a:lnTo>
                  <a:pt x="7271266" y="1238719"/>
                </a:lnTo>
                <a:lnTo>
                  <a:pt x="7358119" y="1151565"/>
                </a:lnTo>
                <a:lnTo>
                  <a:pt x="7358119" y="974400"/>
                </a:lnTo>
                <a:cubicBezTo>
                  <a:pt x="7358119" y="972371"/>
                  <a:pt x="7359773" y="970643"/>
                  <a:pt x="7361876" y="970643"/>
                </a:cubicBezTo>
                <a:close/>
                <a:moveTo>
                  <a:pt x="4822052" y="970568"/>
                </a:moveTo>
                <a:lnTo>
                  <a:pt x="4822127" y="970643"/>
                </a:lnTo>
                <a:cubicBezTo>
                  <a:pt x="4824230" y="970643"/>
                  <a:pt x="4825884" y="972371"/>
                  <a:pt x="4825884" y="974400"/>
                </a:cubicBezTo>
                <a:lnTo>
                  <a:pt x="4825884" y="1151565"/>
                </a:lnTo>
                <a:lnTo>
                  <a:pt x="4912738" y="1238719"/>
                </a:lnTo>
                <a:lnTo>
                  <a:pt x="5094776" y="1238719"/>
                </a:lnTo>
                <a:lnTo>
                  <a:pt x="5100252" y="1225447"/>
                </a:lnTo>
                <a:cubicBezTo>
                  <a:pt x="5104648" y="1221024"/>
                  <a:pt x="5110715" y="1218282"/>
                  <a:pt x="5117401" y="1218282"/>
                </a:cubicBezTo>
                <a:cubicBezTo>
                  <a:pt x="5130775" y="1218282"/>
                  <a:pt x="5141668" y="1229176"/>
                  <a:pt x="5141668" y="1242700"/>
                </a:cubicBezTo>
                <a:cubicBezTo>
                  <a:pt x="5141668" y="1256224"/>
                  <a:pt x="5130775" y="1267119"/>
                  <a:pt x="5117401" y="1267119"/>
                </a:cubicBezTo>
                <a:cubicBezTo>
                  <a:pt x="5110715" y="1267119"/>
                  <a:pt x="5104648" y="1264395"/>
                  <a:pt x="5100252" y="1259981"/>
                </a:cubicBezTo>
                <a:lnTo>
                  <a:pt x="5094588" y="1246232"/>
                </a:lnTo>
                <a:lnTo>
                  <a:pt x="4909581" y="1246232"/>
                </a:lnTo>
                <a:lnTo>
                  <a:pt x="4818295" y="1154645"/>
                </a:lnTo>
                <a:lnTo>
                  <a:pt x="4818295" y="974325"/>
                </a:lnTo>
                <a:cubicBezTo>
                  <a:pt x="4818295" y="972221"/>
                  <a:pt x="4819949" y="970568"/>
                  <a:pt x="4822052" y="970568"/>
                </a:cubicBezTo>
                <a:close/>
                <a:moveTo>
                  <a:pt x="11044756" y="911066"/>
                </a:moveTo>
                <a:lnTo>
                  <a:pt x="11044907" y="911140"/>
                </a:lnTo>
                <a:cubicBezTo>
                  <a:pt x="11045808" y="911140"/>
                  <a:pt x="11046784" y="911518"/>
                  <a:pt x="11047537" y="912269"/>
                </a:cubicBezTo>
                <a:cubicBezTo>
                  <a:pt x="11047537" y="912269"/>
                  <a:pt x="11161814" y="1026843"/>
                  <a:pt x="11161814" y="1026843"/>
                </a:cubicBezTo>
                <a:lnTo>
                  <a:pt x="11161814" y="1028271"/>
                </a:lnTo>
                <a:cubicBezTo>
                  <a:pt x="11164443" y="1069144"/>
                  <a:pt x="11169703" y="1165313"/>
                  <a:pt x="11161588" y="1174028"/>
                </a:cubicBezTo>
                <a:cubicBezTo>
                  <a:pt x="11160612" y="1175006"/>
                  <a:pt x="11159335" y="1175607"/>
                  <a:pt x="11157983" y="1175607"/>
                </a:cubicBezTo>
                <a:lnTo>
                  <a:pt x="10991261" y="1175607"/>
                </a:lnTo>
                <a:lnTo>
                  <a:pt x="10922289" y="1106334"/>
                </a:lnTo>
                <a:lnTo>
                  <a:pt x="10922289" y="1046715"/>
                </a:lnTo>
                <a:lnTo>
                  <a:pt x="10920036" y="1047655"/>
                </a:lnTo>
                <a:cubicBezTo>
                  <a:pt x="10906661" y="1047655"/>
                  <a:pt x="10895767" y="1036761"/>
                  <a:pt x="10895767" y="1023236"/>
                </a:cubicBezTo>
                <a:cubicBezTo>
                  <a:pt x="10895767" y="1009713"/>
                  <a:pt x="10906661" y="998818"/>
                  <a:pt x="10920036" y="998818"/>
                </a:cubicBezTo>
                <a:cubicBezTo>
                  <a:pt x="10933408" y="998818"/>
                  <a:pt x="10944303" y="1009788"/>
                  <a:pt x="10944303" y="1023236"/>
                </a:cubicBezTo>
                <a:cubicBezTo>
                  <a:pt x="10944303" y="1029998"/>
                  <a:pt x="10941580" y="1036103"/>
                  <a:pt x="10937184" y="1040517"/>
                </a:cubicBezTo>
                <a:lnTo>
                  <a:pt x="10929803" y="1043588"/>
                </a:lnTo>
                <a:lnTo>
                  <a:pt x="10929803" y="1103179"/>
                </a:lnTo>
                <a:lnTo>
                  <a:pt x="10994418" y="1168018"/>
                </a:lnTo>
                <a:lnTo>
                  <a:pt x="11063240" y="1168018"/>
                </a:lnTo>
                <a:lnTo>
                  <a:pt x="11063240" y="1080263"/>
                </a:lnTo>
                <a:lnTo>
                  <a:pt x="10973455" y="990103"/>
                </a:lnTo>
                <a:cubicBezTo>
                  <a:pt x="10971953" y="988676"/>
                  <a:pt x="10971953" y="986271"/>
                  <a:pt x="10973455" y="984768"/>
                </a:cubicBezTo>
                <a:cubicBezTo>
                  <a:pt x="10974131" y="984018"/>
                  <a:pt x="10975108" y="983642"/>
                  <a:pt x="10976085" y="983642"/>
                </a:cubicBezTo>
                <a:cubicBezTo>
                  <a:pt x="10976986" y="983642"/>
                  <a:pt x="10977963" y="984018"/>
                  <a:pt x="10978715" y="984768"/>
                </a:cubicBezTo>
                <a:lnTo>
                  <a:pt x="11070753" y="1077108"/>
                </a:lnTo>
                <a:lnTo>
                  <a:pt x="11070753" y="1168018"/>
                </a:lnTo>
                <a:lnTo>
                  <a:pt x="11156330" y="1168018"/>
                </a:lnTo>
                <a:cubicBezTo>
                  <a:pt x="11159936" y="1157425"/>
                  <a:pt x="11158207" y="1091158"/>
                  <a:pt x="11154300" y="1030073"/>
                </a:cubicBezTo>
                <a:lnTo>
                  <a:pt x="11042128" y="917532"/>
                </a:lnTo>
                <a:cubicBezTo>
                  <a:pt x="11040625" y="916103"/>
                  <a:pt x="11040625" y="913697"/>
                  <a:pt x="11042128" y="912195"/>
                </a:cubicBezTo>
                <a:cubicBezTo>
                  <a:pt x="11042804" y="911442"/>
                  <a:pt x="11043780" y="911066"/>
                  <a:pt x="11044756" y="911066"/>
                </a:cubicBezTo>
                <a:close/>
                <a:moveTo>
                  <a:pt x="1139246" y="911066"/>
                </a:moveTo>
                <a:cubicBezTo>
                  <a:pt x="1140223" y="911066"/>
                  <a:pt x="1141199" y="911442"/>
                  <a:pt x="1141875" y="912195"/>
                </a:cubicBezTo>
                <a:cubicBezTo>
                  <a:pt x="1143378" y="913697"/>
                  <a:pt x="1143378" y="916103"/>
                  <a:pt x="1141875" y="917532"/>
                </a:cubicBezTo>
                <a:lnTo>
                  <a:pt x="1029702" y="1030073"/>
                </a:lnTo>
                <a:cubicBezTo>
                  <a:pt x="1025795" y="1091158"/>
                  <a:pt x="1024066" y="1157425"/>
                  <a:pt x="1027672" y="1168018"/>
                </a:cubicBezTo>
                <a:lnTo>
                  <a:pt x="1113250" y="1168018"/>
                </a:lnTo>
                <a:lnTo>
                  <a:pt x="1113250" y="1077108"/>
                </a:lnTo>
                <a:lnTo>
                  <a:pt x="1205289" y="984768"/>
                </a:lnTo>
                <a:cubicBezTo>
                  <a:pt x="1206039" y="984018"/>
                  <a:pt x="1207016" y="983642"/>
                  <a:pt x="1207918" y="983642"/>
                </a:cubicBezTo>
                <a:cubicBezTo>
                  <a:pt x="1208894" y="983642"/>
                  <a:pt x="1209871" y="984018"/>
                  <a:pt x="1210548" y="984768"/>
                </a:cubicBezTo>
                <a:cubicBezTo>
                  <a:pt x="1212050" y="986271"/>
                  <a:pt x="1212050" y="988676"/>
                  <a:pt x="1210548" y="990103"/>
                </a:cubicBezTo>
                <a:lnTo>
                  <a:pt x="1120763" y="1080263"/>
                </a:lnTo>
                <a:lnTo>
                  <a:pt x="1120763" y="1168018"/>
                </a:lnTo>
                <a:lnTo>
                  <a:pt x="1189585" y="1168018"/>
                </a:lnTo>
                <a:lnTo>
                  <a:pt x="1254199" y="1103179"/>
                </a:lnTo>
                <a:lnTo>
                  <a:pt x="1254199" y="1043588"/>
                </a:lnTo>
                <a:lnTo>
                  <a:pt x="1246819" y="1040517"/>
                </a:lnTo>
                <a:cubicBezTo>
                  <a:pt x="1242422" y="1036103"/>
                  <a:pt x="1239699" y="1029998"/>
                  <a:pt x="1239699" y="1023236"/>
                </a:cubicBezTo>
                <a:cubicBezTo>
                  <a:pt x="1239699" y="1009788"/>
                  <a:pt x="1250594" y="998818"/>
                  <a:pt x="1263966" y="998818"/>
                </a:cubicBezTo>
                <a:cubicBezTo>
                  <a:pt x="1277341" y="998818"/>
                  <a:pt x="1288236" y="1009713"/>
                  <a:pt x="1288236" y="1023236"/>
                </a:cubicBezTo>
                <a:cubicBezTo>
                  <a:pt x="1288236" y="1036761"/>
                  <a:pt x="1277341" y="1047655"/>
                  <a:pt x="1263966" y="1047655"/>
                </a:cubicBezTo>
                <a:lnTo>
                  <a:pt x="1261713" y="1046715"/>
                </a:lnTo>
                <a:lnTo>
                  <a:pt x="1261713" y="1106334"/>
                </a:lnTo>
                <a:lnTo>
                  <a:pt x="1192741" y="1175607"/>
                </a:lnTo>
                <a:lnTo>
                  <a:pt x="1026019" y="1175607"/>
                </a:lnTo>
                <a:cubicBezTo>
                  <a:pt x="1024668" y="1175607"/>
                  <a:pt x="1023390" y="1175006"/>
                  <a:pt x="1022414" y="1174028"/>
                </a:cubicBezTo>
                <a:cubicBezTo>
                  <a:pt x="1014299" y="1165313"/>
                  <a:pt x="1019559" y="1069144"/>
                  <a:pt x="1022188" y="1028271"/>
                </a:cubicBezTo>
                <a:lnTo>
                  <a:pt x="1022188" y="1026843"/>
                </a:lnTo>
                <a:cubicBezTo>
                  <a:pt x="1022188" y="1026843"/>
                  <a:pt x="1136465" y="912269"/>
                  <a:pt x="1136465" y="912269"/>
                </a:cubicBezTo>
                <a:cubicBezTo>
                  <a:pt x="1137218" y="911518"/>
                  <a:pt x="1138194" y="911140"/>
                  <a:pt x="1139095" y="911140"/>
                </a:cubicBezTo>
                <a:close/>
                <a:moveTo>
                  <a:pt x="7180054" y="911065"/>
                </a:moveTo>
                <a:lnTo>
                  <a:pt x="7180130" y="911140"/>
                </a:lnTo>
                <a:cubicBezTo>
                  <a:pt x="7181031" y="911140"/>
                  <a:pt x="7182008" y="911516"/>
                  <a:pt x="7182759" y="912266"/>
                </a:cubicBezTo>
                <a:cubicBezTo>
                  <a:pt x="7184262" y="913694"/>
                  <a:pt x="7184262" y="916101"/>
                  <a:pt x="7182759" y="917602"/>
                </a:cubicBezTo>
                <a:lnTo>
                  <a:pt x="7070661" y="1030073"/>
                </a:lnTo>
                <a:lnTo>
                  <a:pt x="7070661" y="1168094"/>
                </a:lnTo>
                <a:lnTo>
                  <a:pt x="7154057" y="1168094"/>
                </a:lnTo>
                <a:lnTo>
                  <a:pt x="7154057" y="1077108"/>
                </a:lnTo>
                <a:lnTo>
                  <a:pt x="7246096" y="984768"/>
                </a:lnTo>
                <a:cubicBezTo>
                  <a:pt x="7246773" y="984018"/>
                  <a:pt x="7247749" y="983642"/>
                  <a:pt x="7248726" y="983642"/>
                </a:cubicBezTo>
                <a:cubicBezTo>
                  <a:pt x="7249627" y="983642"/>
                  <a:pt x="7250604" y="984018"/>
                  <a:pt x="7251356" y="984768"/>
                </a:cubicBezTo>
                <a:cubicBezTo>
                  <a:pt x="7252857" y="986196"/>
                  <a:pt x="7252857" y="988600"/>
                  <a:pt x="7251356" y="990103"/>
                </a:cubicBezTo>
                <a:lnTo>
                  <a:pt x="7161571" y="1080263"/>
                </a:lnTo>
                <a:lnTo>
                  <a:pt x="7161571" y="1168094"/>
                </a:lnTo>
                <a:lnTo>
                  <a:pt x="7230468" y="1168094"/>
                </a:lnTo>
                <a:lnTo>
                  <a:pt x="7295084" y="1103254"/>
                </a:lnTo>
                <a:lnTo>
                  <a:pt x="7295084" y="1019180"/>
                </a:lnTo>
                <a:cubicBezTo>
                  <a:pt x="7295084" y="1017151"/>
                  <a:pt x="7296736" y="1015423"/>
                  <a:pt x="7298840" y="1015423"/>
                </a:cubicBezTo>
                <a:cubicBezTo>
                  <a:pt x="7300944" y="1015423"/>
                  <a:pt x="7302596" y="1017077"/>
                  <a:pt x="7302596" y="1019180"/>
                </a:cubicBezTo>
                <a:lnTo>
                  <a:pt x="7302596" y="1106410"/>
                </a:lnTo>
                <a:lnTo>
                  <a:pt x="7233625" y="1175682"/>
                </a:lnTo>
                <a:lnTo>
                  <a:pt x="7063147" y="1175682"/>
                </a:lnTo>
                <a:lnTo>
                  <a:pt x="7063147" y="1026918"/>
                </a:lnTo>
                <a:lnTo>
                  <a:pt x="7177425" y="912192"/>
                </a:lnTo>
                <a:cubicBezTo>
                  <a:pt x="7178101" y="911441"/>
                  <a:pt x="7179078" y="911065"/>
                  <a:pt x="7180054" y="911065"/>
                </a:cubicBezTo>
                <a:close/>
                <a:moveTo>
                  <a:pt x="5003949" y="911065"/>
                </a:moveTo>
                <a:cubicBezTo>
                  <a:pt x="5004925" y="911065"/>
                  <a:pt x="5005901" y="911441"/>
                  <a:pt x="5006579" y="912192"/>
                </a:cubicBezTo>
                <a:lnTo>
                  <a:pt x="5120856" y="1026918"/>
                </a:lnTo>
                <a:lnTo>
                  <a:pt x="5120856" y="1175682"/>
                </a:lnTo>
                <a:lnTo>
                  <a:pt x="4950379" y="1175682"/>
                </a:lnTo>
                <a:lnTo>
                  <a:pt x="4881407" y="1106410"/>
                </a:lnTo>
                <a:lnTo>
                  <a:pt x="4881407" y="1019180"/>
                </a:lnTo>
                <a:cubicBezTo>
                  <a:pt x="4881407" y="1017077"/>
                  <a:pt x="4883059" y="1015423"/>
                  <a:pt x="4885164" y="1015423"/>
                </a:cubicBezTo>
                <a:cubicBezTo>
                  <a:pt x="4887266" y="1015423"/>
                  <a:pt x="4888920" y="1017151"/>
                  <a:pt x="4888920" y="1019180"/>
                </a:cubicBezTo>
                <a:lnTo>
                  <a:pt x="4888920" y="1103254"/>
                </a:lnTo>
                <a:lnTo>
                  <a:pt x="4953535" y="1168094"/>
                </a:lnTo>
                <a:lnTo>
                  <a:pt x="5022433" y="1168094"/>
                </a:lnTo>
                <a:lnTo>
                  <a:pt x="5022433" y="1080263"/>
                </a:lnTo>
                <a:lnTo>
                  <a:pt x="4932648" y="990103"/>
                </a:lnTo>
                <a:cubicBezTo>
                  <a:pt x="4931145" y="988600"/>
                  <a:pt x="4931145" y="986196"/>
                  <a:pt x="4932648" y="984768"/>
                </a:cubicBezTo>
                <a:cubicBezTo>
                  <a:pt x="4933399" y="984018"/>
                  <a:pt x="4934376" y="983642"/>
                  <a:pt x="4935278" y="983642"/>
                </a:cubicBezTo>
                <a:cubicBezTo>
                  <a:pt x="4936255" y="983642"/>
                  <a:pt x="4937231" y="984018"/>
                  <a:pt x="4937907" y="984768"/>
                </a:cubicBezTo>
                <a:lnTo>
                  <a:pt x="5029945" y="1077108"/>
                </a:lnTo>
                <a:lnTo>
                  <a:pt x="5029945" y="1168094"/>
                </a:lnTo>
                <a:lnTo>
                  <a:pt x="5113343" y="1168094"/>
                </a:lnTo>
                <a:lnTo>
                  <a:pt x="5113343" y="1030073"/>
                </a:lnTo>
                <a:lnTo>
                  <a:pt x="5001245" y="917602"/>
                </a:lnTo>
                <a:cubicBezTo>
                  <a:pt x="4999741" y="916101"/>
                  <a:pt x="4999741" y="913694"/>
                  <a:pt x="5001245" y="912266"/>
                </a:cubicBezTo>
                <a:cubicBezTo>
                  <a:pt x="5001996" y="911516"/>
                  <a:pt x="5002973" y="911140"/>
                  <a:pt x="5003873" y="911140"/>
                </a:cubicBezTo>
                <a:close/>
                <a:moveTo>
                  <a:pt x="9654340" y="908888"/>
                </a:moveTo>
                <a:cubicBezTo>
                  <a:pt x="9656444" y="908888"/>
                  <a:pt x="9658098" y="910542"/>
                  <a:pt x="9658098" y="912646"/>
                </a:cubicBezTo>
                <a:lnTo>
                  <a:pt x="9658098" y="1006032"/>
                </a:lnTo>
                <a:lnTo>
                  <a:pt x="9274918" y="1006032"/>
                </a:lnTo>
                <a:lnTo>
                  <a:pt x="9274918" y="1578471"/>
                </a:lnTo>
                <a:lnTo>
                  <a:pt x="9591830" y="1789520"/>
                </a:lnTo>
                <a:lnTo>
                  <a:pt x="9591830" y="1914137"/>
                </a:lnTo>
                <a:lnTo>
                  <a:pt x="9592806" y="1913731"/>
                </a:lnTo>
                <a:cubicBezTo>
                  <a:pt x="9606180" y="1913731"/>
                  <a:pt x="9617074" y="1924626"/>
                  <a:pt x="9617074" y="1938149"/>
                </a:cubicBezTo>
                <a:lnTo>
                  <a:pt x="9615868" y="1941072"/>
                </a:lnTo>
                <a:lnTo>
                  <a:pt x="9617074" y="1943994"/>
                </a:lnTo>
                <a:cubicBezTo>
                  <a:pt x="9617074" y="1957517"/>
                  <a:pt x="9606180" y="1968412"/>
                  <a:pt x="9592806" y="1968412"/>
                </a:cubicBezTo>
                <a:lnTo>
                  <a:pt x="9591830" y="1968006"/>
                </a:lnTo>
                <a:lnTo>
                  <a:pt x="9591830" y="2092623"/>
                </a:lnTo>
                <a:lnTo>
                  <a:pt x="9274918" y="2303672"/>
                </a:lnTo>
                <a:lnTo>
                  <a:pt x="9274918" y="2876111"/>
                </a:lnTo>
                <a:lnTo>
                  <a:pt x="9658098" y="2876111"/>
                </a:lnTo>
                <a:lnTo>
                  <a:pt x="9658098" y="2969497"/>
                </a:lnTo>
                <a:cubicBezTo>
                  <a:pt x="9658098" y="2971601"/>
                  <a:pt x="9656444" y="2973255"/>
                  <a:pt x="9654340" y="2973255"/>
                </a:cubicBezTo>
                <a:cubicBezTo>
                  <a:pt x="9652238" y="2973255"/>
                  <a:pt x="9650585" y="2971528"/>
                  <a:pt x="9650585" y="2969497"/>
                </a:cubicBezTo>
                <a:lnTo>
                  <a:pt x="9650585" y="2883625"/>
                </a:lnTo>
                <a:lnTo>
                  <a:pt x="9267406" y="2883625"/>
                </a:lnTo>
                <a:lnTo>
                  <a:pt x="9267406" y="2299540"/>
                </a:lnTo>
                <a:lnTo>
                  <a:pt x="9584316" y="2088491"/>
                </a:lnTo>
                <a:lnTo>
                  <a:pt x="9584316" y="1964878"/>
                </a:lnTo>
                <a:lnTo>
                  <a:pt x="9575657" y="1961274"/>
                </a:lnTo>
                <a:cubicBezTo>
                  <a:pt x="9571262" y="1956860"/>
                  <a:pt x="9568538" y="1950756"/>
                  <a:pt x="9568538" y="1943994"/>
                </a:cubicBezTo>
                <a:lnTo>
                  <a:pt x="9569742" y="1941072"/>
                </a:lnTo>
                <a:lnTo>
                  <a:pt x="9568538" y="1938149"/>
                </a:lnTo>
                <a:cubicBezTo>
                  <a:pt x="9568538" y="1931387"/>
                  <a:pt x="9571262" y="1925283"/>
                  <a:pt x="9575657" y="1920869"/>
                </a:cubicBezTo>
                <a:lnTo>
                  <a:pt x="9584316" y="1917265"/>
                </a:lnTo>
                <a:lnTo>
                  <a:pt x="9584316" y="1793653"/>
                </a:lnTo>
                <a:lnTo>
                  <a:pt x="9267406" y="1582603"/>
                </a:lnTo>
                <a:lnTo>
                  <a:pt x="9267406" y="998518"/>
                </a:lnTo>
                <a:lnTo>
                  <a:pt x="9650585" y="998518"/>
                </a:lnTo>
                <a:lnTo>
                  <a:pt x="9650585" y="912646"/>
                </a:lnTo>
                <a:cubicBezTo>
                  <a:pt x="9650585" y="910616"/>
                  <a:pt x="9652238" y="908888"/>
                  <a:pt x="9654340" y="908888"/>
                </a:cubicBezTo>
                <a:close/>
                <a:moveTo>
                  <a:pt x="2529662" y="908888"/>
                </a:moveTo>
                <a:cubicBezTo>
                  <a:pt x="2531765" y="908888"/>
                  <a:pt x="2533418" y="910616"/>
                  <a:pt x="2533418" y="912646"/>
                </a:cubicBezTo>
                <a:lnTo>
                  <a:pt x="2533418" y="998518"/>
                </a:lnTo>
                <a:lnTo>
                  <a:pt x="2916598" y="998518"/>
                </a:lnTo>
                <a:lnTo>
                  <a:pt x="2916598" y="1582603"/>
                </a:lnTo>
                <a:lnTo>
                  <a:pt x="2599686" y="1793653"/>
                </a:lnTo>
                <a:lnTo>
                  <a:pt x="2599686" y="1917265"/>
                </a:lnTo>
                <a:lnTo>
                  <a:pt x="2608346" y="1920869"/>
                </a:lnTo>
                <a:cubicBezTo>
                  <a:pt x="2612741" y="1925283"/>
                  <a:pt x="2615464" y="1931387"/>
                  <a:pt x="2615464" y="1938149"/>
                </a:cubicBezTo>
                <a:lnTo>
                  <a:pt x="2614260" y="1941072"/>
                </a:lnTo>
                <a:lnTo>
                  <a:pt x="2615464" y="1943994"/>
                </a:lnTo>
                <a:cubicBezTo>
                  <a:pt x="2615464" y="1950756"/>
                  <a:pt x="2612741" y="1956860"/>
                  <a:pt x="2608346" y="1961274"/>
                </a:cubicBezTo>
                <a:lnTo>
                  <a:pt x="2599686" y="1964878"/>
                </a:lnTo>
                <a:lnTo>
                  <a:pt x="2599686" y="2088491"/>
                </a:lnTo>
                <a:lnTo>
                  <a:pt x="2916598" y="2299540"/>
                </a:lnTo>
                <a:lnTo>
                  <a:pt x="2916598" y="2883625"/>
                </a:lnTo>
                <a:lnTo>
                  <a:pt x="2533418" y="2883625"/>
                </a:lnTo>
                <a:lnTo>
                  <a:pt x="2533418" y="2969497"/>
                </a:lnTo>
                <a:cubicBezTo>
                  <a:pt x="2533418" y="2971528"/>
                  <a:pt x="2531765" y="2973255"/>
                  <a:pt x="2529662" y="2973255"/>
                </a:cubicBezTo>
                <a:cubicBezTo>
                  <a:pt x="2527558" y="2973255"/>
                  <a:pt x="2525905" y="2971601"/>
                  <a:pt x="2525905" y="2969497"/>
                </a:cubicBezTo>
                <a:lnTo>
                  <a:pt x="2525905" y="2876111"/>
                </a:lnTo>
                <a:lnTo>
                  <a:pt x="2909084" y="2876111"/>
                </a:lnTo>
                <a:lnTo>
                  <a:pt x="2909084" y="2303672"/>
                </a:lnTo>
                <a:lnTo>
                  <a:pt x="2592172" y="2092623"/>
                </a:lnTo>
                <a:lnTo>
                  <a:pt x="2592172" y="1968006"/>
                </a:lnTo>
                <a:lnTo>
                  <a:pt x="2591196" y="1968412"/>
                </a:lnTo>
                <a:cubicBezTo>
                  <a:pt x="2577823" y="1968412"/>
                  <a:pt x="2566928" y="1957517"/>
                  <a:pt x="2566928" y="1943994"/>
                </a:cubicBezTo>
                <a:lnTo>
                  <a:pt x="2568134" y="1941072"/>
                </a:lnTo>
                <a:lnTo>
                  <a:pt x="2566928" y="1938149"/>
                </a:lnTo>
                <a:cubicBezTo>
                  <a:pt x="2566928" y="1924626"/>
                  <a:pt x="2577823" y="1913731"/>
                  <a:pt x="2591196" y="1913731"/>
                </a:cubicBezTo>
                <a:lnTo>
                  <a:pt x="2592172" y="1914138"/>
                </a:lnTo>
                <a:lnTo>
                  <a:pt x="2592172" y="1789520"/>
                </a:lnTo>
                <a:lnTo>
                  <a:pt x="2909084" y="1578471"/>
                </a:lnTo>
                <a:lnTo>
                  <a:pt x="2909084" y="1006032"/>
                </a:lnTo>
                <a:lnTo>
                  <a:pt x="2525905" y="1006032"/>
                </a:lnTo>
                <a:lnTo>
                  <a:pt x="2525905" y="912646"/>
                </a:lnTo>
                <a:cubicBezTo>
                  <a:pt x="2525905" y="910542"/>
                  <a:pt x="2527558" y="908888"/>
                  <a:pt x="2529662" y="908888"/>
                </a:cubicBezTo>
                <a:close/>
                <a:moveTo>
                  <a:pt x="8570470" y="908886"/>
                </a:moveTo>
                <a:cubicBezTo>
                  <a:pt x="8572574" y="908886"/>
                  <a:pt x="8574226" y="910539"/>
                  <a:pt x="8574226" y="912644"/>
                </a:cubicBezTo>
                <a:lnTo>
                  <a:pt x="8574226" y="998518"/>
                </a:lnTo>
                <a:lnTo>
                  <a:pt x="8957405" y="998518"/>
                </a:lnTo>
                <a:lnTo>
                  <a:pt x="8957405" y="1582603"/>
                </a:lnTo>
                <a:lnTo>
                  <a:pt x="8640493" y="1793653"/>
                </a:lnTo>
                <a:lnTo>
                  <a:pt x="8640493" y="1931537"/>
                </a:lnTo>
                <a:lnTo>
                  <a:pt x="8640493" y="1950606"/>
                </a:lnTo>
                <a:lnTo>
                  <a:pt x="8640493" y="2088491"/>
                </a:lnTo>
                <a:lnTo>
                  <a:pt x="8957405" y="2299540"/>
                </a:lnTo>
                <a:lnTo>
                  <a:pt x="8957405" y="2883625"/>
                </a:lnTo>
                <a:lnTo>
                  <a:pt x="8574226" y="2883625"/>
                </a:lnTo>
                <a:lnTo>
                  <a:pt x="8574226" y="2969499"/>
                </a:lnTo>
                <a:cubicBezTo>
                  <a:pt x="8574226" y="2971604"/>
                  <a:pt x="8572574" y="2973257"/>
                  <a:pt x="8570470" y="2973257"/>
                </a:cubicBezTo>
                <a:cubicBezTo>
                  <a:pt x="8568365" y="2973257"/>
                  <a:pt x="8566713" y="2971530"/>
                  <a:pt x="8566713" y="2969499"/>
                </a:cubicBezTo>
                <a:lnTo>
                  <a:pt x="8566713" y="2876111"/>
                </a:lnTo>
                <a:lnTo>
                  <a:pt x="8949892" y="2876111"/>
                </a:lnTo>
                <a:lnTo>
                  <a:pt x="8949892" y="2303672"/>
                </a:lnTo>
                <a:lnTo>
                  <a:pt x="8632980" y="2092623"/>
                </a:lnTo>
                <a:lnTo>
                  <a:pt x="8632980" y="1950606"/>
                </a:lnTo>
                <a:lnTo>
                  <a:pt x="8632980" y="1931537"/>
                </a:lnTo>
                <a:lnTo>
                  <a:pt x="8632980" y="1789520"/>
                </a:lnTo>
                <a:lnTo>
                  <a:pt x="8949892" y="1578471"/>
                </a:lnTo>
                <a:lnTo>
                  <a:pt x="8949892" y="1006032"/>
                </a:lnTo>
                <a:lnTo>
                  <a:pt x="8566713" y="1006032"/>
                </a:lnTo>
                <a:lnTo>
                  <a:pt x="8566713" y="912644"/>
                </a:lnTo>
                <a:cubicBezTo>
                  <a:pt x="8566713" y="910614"/>
                  <a:pt x="8568365" y="908886"/>
                  <a:pt x="8570470" y="908886"/>
                </a:cubicBezTo>
                <a:close/>
                <a:moveTo>
                  <a:pt x="3613534" y="908886"/>
                </a:moveTo>
                <a:cubicBezTo>
                  <a:pt x="3615637" y="908886"/>
                  <a:pt x="3617290" y="910614"/>
                  <a:pt x="3617290" y="912644"/>
                </a:cubicBezTo>
                <a:lnTo>
                  <a:pt x="3617290" y="1006032"/>
                </a:lnTo>
                <a:lnTo>
                  <a:pt x="3234110" y="1006032"/>
                </a:lnTo>
                <a:lnTo>
                  <a:pt x="3234110" y="1578471"/>
                </a:lnTo>
                <a:lnTo>
                  <a:pt x="3551022" y="1789520"/>
                </a:lnTo>
                <a:lnTo>
                  <a:pt x="3551022" y="1931537"/>
                </a:lnTo>
                <a:lnTo>
                  <a:pt x="3551022" y="1950606"/>
                </a:lnTo>
                <a:lnTo>
                  <a:pt x="3551022" y="2092623"/>
                </a:lnTo>
                <a:lnTo>
                  <a:pt x="3234110" y="2303672"/>
                </a:lnTo>
                <a:lnTo>
                  <a:pt x="3234110" y="2876111"/>
                </a:lnTo>
                <a:lnTo>
                  <a:pt x="3617290" y="2876111"/>
                </a:lnTo>
                <a:lnTo>
                  <a:pt x="3617290" y="2969499"/>
                </a:lnTo>
                <a:cubicBezTo>
                  <a:pt x="3617290" y="2971530"/>
                  <a:pt x="3615637" y="2973257"/>
                  <a:pt x="3613534" y="2973257"/>
                </a:cubicBezTo>
                <a:cubicBezTo>
                  <a:pt x="3611430" y="2973257"/>
                  <a:pt x="3609777" y="2971604"/>
                  <a:pt x="3609777" y="2969499"/>
                </a:cubicBezTo>
                <a:lnTo>
                  <a:pt x="3609777" y="2883625"/>
                </a:lnTo>
                <a:lnTo>
                  <a:pt x="3226597" y="2883625"/>
                </a:lnTo>
                <a:lnTo>
                  <a:pt x="3226597" y="2299540"/>
                </a:lnTo>
                <a:lnTo>
                  <a:pt x="3543509" y="2088491"/>
                </a:lnTo>
                <a:lnTo>
                  <a:pt x="3543509" y="1950606"/>
                </a:lnTo>
                <a:lnTo>
                  <a:pt x="3543509" y="1931537"/>
                </a:lnTo>
                <a:lnTo>
                  <a:pt x="3543509" y="1793653"/>
                </a:lnTo>
                <a:lnTo>
                  <a:pt x="3226597" y="1582603"/>
                </a:lnTo>
                <a:lnTo>
                  <a:pt x="3226597" y="998518"/>
                </a:lnTo>
                <a:lnTo>
                  <a:pt x="3609777" y="998518"/>
                </a:lnTo>
                <a:lnTo>
                  <a:pt x="3609777" y="912644"/>
                </a:lnTo>
                <a:cubicBezTo>
                  <a:pt x="3609777" y="910539"/>
                  <a:pt x="3611430" y="908886"/>
                  <a:pt x="3613534" y="908886"/>
                </a:cubicBezTo>
                <a:close/>
                <a:moveTo>
                  <a:pt x="9537509" y="907983"/>
                </a:moveTo>
                <a:cubicBezTo>
                  <a:pt x="9550881" y="907983"/>
                  <a:pt x="9561776" y="918953"/>
                  <a:pt x="9561776" y="932401"/>
                </a:cubicBezTo>
                <a:cubicBezTo>
                  <a:pt x="9561776" y="945926"/>
                  <a:pt x="9550881" y="956819"/>
                  <a:pt x="9537509" y="956819"/>
                </a:cubicBezTo>
                <a:cubicBezTo>
                  <a:pt x="9530821" y="956819"/>
                  <a:pt x="9524755" y="954095"/>
                  <a:pt x="9520359" y="949681"/>
                </a:cubicBezTo>
                <a:lnTo>
                  <a:pt x="9516215" y="939623"/>
                </a:lnTo>
                <a:lnTo>
                  <a:pt x="9197231" y="939623"/>
                </a:lnTo>
                <a:lnTo>
                  <a:pt x="9194375" y="1659465"/>
                </a:lnTo>
                <a:lnTo>
                  <a:pt x="9442239" y="1821452"/>
                </a:lnTo>
                <a:lnTo>
                  <a:pt x="9433737" y="1941072"/>
                </a:lnTo>
                <a:lnTo>
                  <a:pt x="9442239" y="2060691"/>
                </a:lnTo>
                <a:lnTo>
                  <a:pt x="9194375" y="2222679"/>
                </a:lnTo>
                <a:lnTo>
                  <a:pt x="9197231" y="2942521"/>
                </a:lnTo>
                <a:lnTo>
                  <a:pt x="9516215" y="2942521"/>
                </a:lnTo>
                <a:lnTo>
                  <a:pt x="9520359" y="2932462"/>
                </a:lnTo>
                <a:cubicBezTo>
                  <a:pt x="9524755" y="2928048"/>
                  <a:pt x="9530821" y="2925325"/>
                  <a:pt x="9537509" y="2925325"/>
                </a:cubicBezTo>
                <a:cubicBezTo>
                  <a:pt x="9550881" y="2925325"/>
                  <a:pt x="9561776" y="2936217"/>
                  <a:pt x="9561776" y="2949742"/>
                </a:cubicBezTo>
                <a:cubicBezTo>
                  <a:pt x="9561776" y="2963190"/>
                  <a:pt x="9550881" y="2974161"/>
                  <a:pt x="9537509" y="2974161"/>
                </a:cubicBezTo>
                <a:cubicBezTo>
                  <a:pt x="9530821" y="2974161"/>
                  <a:pt x="9524755" y="2971438"/>
                  <a:pt x="9520359" y="2967023"/>
                </a:cubicBezTo>
                <a:lnTo>
                  <a:pt x="9513391" y="2950110"/>
                </a:lnTo>
                <a:lnTo>
                  <a:pt x="9189642" y="2950110"/>
                </a:lnTo>
                <a:lnTo>
                  <a:pt x="9186712" y="2218620"/>
                </a:lnTo>
                <a:lnTo>
                  <a:pt x="9434350" y="2056784"/>
                </a:lnTo>
                <a:lnTo>
                  <a:pt x="9426407" y="1945223"/>
                </a:lnTo>
                <a:lnTo>
                  <a:pt x="9425861" y="1944595"/>
                </a:lnTo>
                <a:lnTo>
                  <a:pt x="9426112" y="1941072"/>
                </a:lnTo>
                <a:lnTo>
                  <a:pt x="9425861" y="1937548"/>
                </a:lnTo>
                <a:lnTo>
                  <a:pt x="9426407" y="1936920"/>
                </a:lnTo>
                <a:lnTo>
                  <a:pt x="9434350" y="1825359"/>
                </a:lnTo>
                <a:lnTo>
                  <a:pt x="9186712" y="1663523"/>
                </a:lnTo>
                <a:lnTo>
                  <a:pt x="9189642" y="932033"/>
                </a:lnTo>
                <a:lnTo>
                  <a:pt x="9513391" y="932033"/>
                </a:lnTo>
                <a:lnTo>
                  <a:pt x="9520359" y="915120"/>
                </a:lnTo>
                <a:cubicBezTo>
                  <a:pt x="9524755" y="910705"/>
                  <a:pt x="9530821" y="907983"/>
                  <a:pt x="9537509" y="907983"/>
                </a:cubicBezTo>
                <a:close/>
                <a:moveTo>
                  <a:pt x="2646494" y="907983"/>
                </a:moveTo>
                <a:cubicBezTo>
                  <a:pt x="2653181" y="907983"/>
                  <a:pt x="2659248" y="910705"/>
                  <a:pt x="2663643" y="915120"/>
                </a:cubicBezTo>
                <a:lnTo>
                  <a:pt x="2670611" y="932033"/>
                </a:lnTo>
                <a:lnTo>
                  <a:pt x="2994361" y="932033"/>
                </a:lnTo>
                <a:lnTo>
                  <a:pt x="2997291" y="1663523"/>
                </a:lnTo>
                <a:lnTo>
                  <a:pt x="2749652" y="1825359"/>
                </a:lnTo>
                <a:lnTo>
                  <a:pt x="2757596" y="1936920"/>
                </a:lnTo>
                <a:lnTo>
                  <a:pt x="2758142" y="1937548"/>
                </a:lnTo>
                <a:lnTo>
                  <a:pt x="2757891" y="1941072"/>
                </a:lnTo>
                <a:lnTo>
                  <a:pt x="2758142" y="1944595"/>
                </a:lnTo>
                <a:lnTo>
                  <a:pt x="2757596" y="1945223"/>
                </a:lnTo>
                <a:lnTo>
                  <a:pt x="2749652" y="2056784"/>
                </a:lnTo>
                <a:lnTo>
                  <a:pt x="2997291" y="2218620"/>
                </a:lnTo>
                <a:lnTo>
                  <a:pt x="2994361" y="2950110"/>
                </a:lnTo>
                <a:lnTo>
                  <a:pt x="2670611" y="2950110"/>
                </a:lnTo>
                <a:lnTo>
                  <a:pt x="2663643" y="2967023"/>
                </a:lnTo>
                <a:cubicBezTo>
                  <a:pt x="2659248" y="2971438"/>
                  <a:pt x="2653181" y="2974161"/>
                  <a:pt x="2646494" y="2974161"/>
                </a:cubicBezTo>
                <a:cubicBezTo>
                  <a:pt x="2633121" y="2974161"/>
                  <a:pt x="2622226" y="2963190"/>
                  <a:pt x="2622226" y="2949742"/>
                </a:cubicBezTo>
                <a:cubicBezTo>
                  <a:pt x="2622226" y="2936217"/>
                  <a:pt x="2633121" y="2925325"/>
                  <a:pt x="2646494" y="2925325"/>
                </a:cubicBezTo>
                <a:cubicBezTo>
                  <a:pt x="2653181" y="2925325"/>
                  <a:pt x="2659248" y="2928048"/>
                  <a:pt x="2663643" y="2932462"/>
                </a:cubicBezTo>
                <a:lnTo>
                  <a:pt x="2667788" y="2942521"/>
                </a:lnTo>
                <a:lnTo>
                  <a:pt x="2986772" y="2942521"/>
                </a:lnTo>
                <a:lnTo>
                  <a:pt x="2989628" y="2222679"/>
                </a:lnTo>
                <a:lnTo>
                  <a:pt x="2741764" y="2060691"/>
                </a:lnTo>
                <a:lnTo>
                  <a:pt x="2750265" y="1941072"/>
                </a:lnTo>
                <a:lnTo>
                  <a:pt x="2741764" y="1821452"/>
                </a:lnTo>
                <a:lnTo>
                  <a:pt x="2989628" y="1659465"/>
                </a:lnTo>
                <a:lnTo>
                  <a:pt x="2986772" y="939623"/>
                </a:lnTo>
                <a:lnTo>
                  <a:pt x="2667788" y="939623"/>
                </a:lnTo>
                <a:lnTo>
                  <a:pt x="2663643" y="949681"/>
                </a:lnTo>
                <a:cubicBezTo>
                  <a:pt x="2659248" y="954095"/>
                  <a:pt x="2653181" y="956819"/>
                  <a:pt x="2646494" y="956819"/>
                </a:cubicBezTo>
                <a:cubicBezTo>
                  <a:pt x="2633121" y="956819"/>
                  <a:pt x="2622226" y="945926"/>
                  <a:pt x="2622226" y="932401"/>
                </a:cubicBezTo>
                <a:cubicBezTo>
                  <a:pt x="2622226" y="918953"/>
                  <a:pt x="2633121" y="907983"/>
                  <a:pt x="2646494" y="907983"/>
                </a:cubicBezTo>
                <a:close/>
                <a:moveTo>
                  <a:pt x="12146886" y="892434"/>
                </a:moveTo>
                <a:cubicBezTo>
                  <a:pt x="12147788" y="892434"/>
                  <a:pt x="12148765" y="892810"/>
                  <a:pt x="12149516" y="893561"/>
                </a:cubicBezTo>
                <a:cubicBezTo>
                  <a:pt x="12151019" y="894988"/>
                  <a:pt x="12151019" y="897391"/>
                  <a:pt x="12149516" y="898896"/>
                </a:cubicBezTo>
                <a:lnTo>
                  <a:pt x="11779560" y="1270199"/>
                </a:lnTo>
                <a:lnTo>
                  <a:pt x="11779560" y="1531363"/>
                </a:lnTo>
                <a:lnTo>
                  <a:pt x="11831401" y="1479337"/>
                </a:lnTo>
                <a:lnTo>
                  <a:pt x="11831401" y="1281996"/>
                </a:lnTo>
                <a:lnTo>
                  <a:pt x="12003232" y="1109565"/>
                </a:lnTo>
                <a:cubicBezTo>
                  <a:pt x="12003908" y="1108813"/>
                  <a:pt x="12004885" y="1108439"/>
                  <a:pt x="12005861" y="1108439"/>
                </a:cubicBezTo>
                <a:lnTo>
                  <a:pt x="12005861" y="1108513"/>
                </a:lnTo>
                <a:cubicBezTo>
                  <a:pt x="12006762" y="1108513"/>
                  <a:pt x="12007740" y="1108889"/>
                  <a:pt x="12008492" y="1109641"/>
                </a:cubicBezTo>
                <a:cubicBezTo>
                  <a:pt x="12009994" y="1111068"/>
                  <a:pt x="12009994" y="1113472"/>
                  <a:pt x="12008492" y="1114975"/>
                </a:cubicBezTo>
                <a:lnTo>
                  <a:pt x="11838916" y="1285151"/>
                </a:lnTo>
                <a:lnTo>
                  <a:pt x="11838916" y="1471795"/>
                </a:lnTo>
                <a:lnTo>
                  <a:pt x="11969797" y="1340449"/>
                </a:lnTo>
                <a:cubicBezTo>
                  <a:pt x="11971300" y="1338945"/>
                  <a:pt x="11973629" y="1338945"/>
                  <a:pt x="11975131" y="1340449"/>
                </a:cubicBezTo>
                <a:cubicBezTo>
                  <a:pt x="11976635" y="1341876"/>
                  <a:pt x="11976635" y="1344281"/>
                  <a:pt x="11975131" y="1345783"/>
                </a:cubicBezTo>
                <a:lnTo>
                  <a:pt x="11772047" y="1549620"/>
                </a:lnTo>
                <a:lnTo>
                  <a:pt x="11772047" y="1267044"/>
                </a:lnTo>
                <a:lnTo>
                  <a:pt x="12144257" y="893561"/>
                </a:lnTo>
                <a:cubicBezTo>
                  <a:pt x="12144934" y="892810"/>
                  <a:pt x="12145909" y="892434"/>
                  <a:pt x="12146886" y="892434"/>
                </a:cubicBezTo>
                <a:close/>
                <a:moveTo>
                  <a:pt x="37116" y="892434"/>
                </a:moveTo>
                <a:cubicBezTo>
                  <a:pt x="38093" y="892434"/>
                  <a:pt x="39068" y="892810"/>
                  <a:pt x="39746" y="893561"/>
                </a:cubicBezTo>
                <a:lnTo>
                  <a:pt x="411956" y="1267044"/>
                </a:lnTo>
                <a:lnTo>
                  <a:pt x="411956" y="1549620"/>
                </a:lnTo>
                <a:lnTo>
                  <a:pt x="208871" y="1345783"/>
                </a:lnTo>
                <a:cubicBezTo>
                  <a:pt x="207367" y="1344281"/>
                  <a:pt x="207367" y="1341876"/>
                  <a:pt x="208871" y="1340449"/>
                </a:cubicBezTo>
                <a:cubicBezTo>
                  <a:pt x="210373" y="1338945"/>
                  <a:pt x="212702" y="1338945"/>
                  <a:pt x="214205" y="1340449"/>
                </a:cubicBezTo>
                <a:lnTo>
                  <a:pt x="345086" y="1471795"/>
                </a:lnTo>
                <a:lnTo>
                  <a:pt x="345086" y="1285151"/>
                </a:lnTo>
                <a:lnTo>
                  <a:pt x="175510" y="1114975"/>
                </a:lnTo>
                <a:cubicBezTo>
                  <a:pt x="174009" y="1113472"/>
                  <a:pt x="174009" y="1111068"/>
                  <a:pt x="175510" y="1109641"/>
                </a:cubicBezTo>
                <a:cubicBezTo>
                  <a:pt x="176262" y="1108889"/>
                  <a:pt x="177240" y="1108513"/>
                  <a:pt x="178141" y="1108513"/>
                </a:cubicBezTo>
                <a:lnTo>
                  <a:pt x="178141" y="1108439"/>
                </a:lnTo>
                <a:cubicBezTo>
                  <a:pt x="179117" y="1108439"/>
                  <a:pt x="180094" y="1108813"/>
                  <a:pt x="180770" y="1109565"/>
                </a:cubicBezTo>
                <a:lnTo>
                  <a:pt x="352601" y="1281996"/>
                </a:lnTo>
                <a:lnTo>
                  <a:pt x="352601" y="1479337"/>
                </a:lnTo>
                <a:lnTo>
                  <a:pt x="404442" y="1531363"/>
                </a:lnTo>
                <a:lnTo>
                  <a:pt x="404442" y="1270199"/>
                </a:lnTo>
                <a:lnTo>
                  <a:pt x="34486" y="898896"/>
                </a:lnTo>
                <a:cubicBezTo>
                  <a:pt x="32984" y="897391"/>
                  <a:pt x="32984" y="894988"/>
                  <a:pt x="34486" y="893561"/>
                </a:cubicBezTo>
                <a:cubicBezTo>
                  <a:pt x="35237" y="892810"/>
                  <a:pt x="36214" y="892434"/>
                  <a:pt x="37116" y="892434"/>
                </a:cubicBezTo>
                <a:close/>
                <a:moveTo>
                  <a:pt x="6078000" y="892431"/>
                </a:moveTo>
                <a:cubicBezTo>
                  <a:pt x="6078902" y="892431"/>
                  <a:pt x="6079878" y="892807"/>
                  <a:pt x="6080630" y="893558"/>
                </a:cubicBezTo>
                <a:lnTo>
                  <a:pt x="6092001" y="904969"/>
                </a:lnTo>
                <a:lnTo>
                  <a:pt x="6103374" y="893558"/>
                </a:lnTo>
                <a:cubicBezTo>
                  <a:pt x="6104125" y="892807"/>
                  <a:pt x="6105102" y="892431"/>
                  <a:pt x="6106003" y="892431"/>
                </a:cubicBezTo>
                <a:cubicBezTo>
                  <a:pt x="6106980" y="892431"/>
                  <a:pt x="6107957" y="892807"/>
                  <a:pt x="6108633" y="893558"/>
                </a:cubicBezTo>
                <a:cubicBezTo>
                  <a:pt x="6110136" y="895060"/>
                  <a:pt x="6110136" y="897466"/>
                  <a:pt x="6108633" y="898894"/>
                </a:cubicBezTo>
                <a:lnTo>
                  <a:pt x="6097291" y="910277"/>
                </a:lnTo>
                <a:lnTo>
                  <a:pt x="6452839" y="1267044"/>
                </a:lnTo>
                <a:lnTo>
                  <a:pt x="6452839" y="1549620"/>
                </a:lnTo>
                <a:lnTo>
                  <a:pt x="6249754" y="1345783"/>
                </a:lnTo>
                <a:cubicBezTo>
                  <a:pt x="6248252" y="1344356"/>
                  <a:pt x="6248252" y="1341951"/>
                  <a:pt x="6249754" y="1340449"/>
                </a:cubicBezTo>
                <a:cubicBezTo>
                  <a:pt x="6251257" y="1338945"/>
                  <a:pt x="6253586" y="1338945"/>
                  <a:pt x="6255088" y="1340449"/>
                </a:cubicBezTo>
                <a:lnTo>
                  <a:pt x="6385895" y="1471720"/>
                </a:lnTo>
                <a:lnTo>
                  <a:pt x="6385895" y="1285075"/>
                </a:lnTo>
                <a:lnTo>
                  <a:pt x="6216320" y="1114899"/>
                </a:lnTo>
                <a:cubicBezTo>
                  <a:pt x="6214817" y="1113471"/>
                  <a:pt x="6214817" y="1111068"/>
                  <a:pt x="6216320" y="1109565"/>
                </a:cubicBezTo>
                <a:cubicBezTo>
                  <a:pt x="6216996" y="1108812"/>
                  <a:pt x="6217972" y="1108436"/>
                  <a:pt x="6218949" y="1108436"/>
                </a:cubicBezTo>
                <a:lnTo>
                  <a:pt x="6218949" y="1108362"/>
                </a:lnTo>
                <a:cubicBezTo>
                  <a:pt x="6219850" y="1108362"/>
                  <a:pt x="6220827" y="1108738"/>
                  <a:pt x="6221580" y="1109490"/>
                </a:cubicBezTo>
                <a:lnTo>
                  <a:pt x="6393409" y="1281920"/>
                </a:lnTo>
                <a:lnTo>
                  <a:pt x="6393409" y="1479260"/>
                </a:lnTo>
                <a:lnTo>
                  <a:pt x="6445327" y="1531363"/>
                </a:lnTo>
                <a:lnTo>
                  <a:pt x="6445327" y="1270199"/>
                </a:lnTo>
                <a:lnTo>
                  <a:pt x="6092001" y="915586"/>
                </a:lnTo>
                <a:lnTo>
                  <a:pt x="5738677" y="1270199"/>
                </a:lnTo>
                <a:lnTo>
                  <a:pt x="5738677" y="1531363"/>
                </a:lnTo>
                <a:lnTo>
                  <a:pt x="5790595" y="1479260"/>
                </a:lnTo>
                <a:lnTo>
                  <a:pt x="5790595" y="1281920"/>
                </a:lnTo>
                <a:lnTo>
                  <a:pt x="5962424" y="1109490"/>
                </a:lnTo>
                <a:cubicBezTo>
                  <a:pt x="5963176" y="1108738"/>
                  <a:pt x="5964152" y="1108362"/>
                  <a:pt x="5965054" y="1108362"/>
                </a:cubicBezTo>
                <a:lnTo>
                  <a:pt x="5965054" y="1108436"/>
                </a:lnTo>
                <a:cubicBezTo>
                  <a:pt x="5966032" y="1108436"/>
                  <a:pt x="5967008" y="1108812"/>
                  <a:pt x="5967683" y="1109565"/>
                </a:cubicBezTo>
                <a:cubicBezTo>
                  <a:pt x="5969187" y="1111068"/>
                  <a:pt x="5969187" y="1113471"/>
                  <a:pt x="5967683" y="1114899"/>
                </a:cubicBezTo>
                <a:lnTo>
                  <a:pt x="5798107" y="1285075"/>
                </a:lnTo>
                <a:lnTo>
                  <a:pt x="5798107" y="1471720"/>
                </a:lnTo>
                <a:lnTo>
                  <a:pt x="5928914" y="1340449"/>
                </a:lnTo>
                <a:cubicBezTo>
                  <a:pt x="5930418" y="1338945"/>
                  <a:pt x="5932746" y="1338945"/>
                  <a:pt x="5934248" y="1340449"/>
                </a:cubicBezTo>
                <a:cubicBezTo>
                  <a:pt x="5935751" y="1341951"/>
                  <a:pt x="5935751" y="1344356"/>
                  <a:pt x="5934248" y="1345783"/>
                </a:cubicBezTo>
                <a:lnTo>
                  <a:pt x="5731164" y="1549620"/>
                </a:lnTo>
                <a:lnTo>
                  <a:pt x="5731164" y="1267044"/>
                </a:lnTo>
                <a:lnTo>
                  <a:pt x="6086712" y="910277"/>
                </a:lnTo>
                <a:lnTo>
                  <a:pt x="6075369" y="898894"/>
                </a:lnTo>
                <a:cubicBezTo>
                  <a:pt x="6073867" y="897466"/>
                  <a:pt x="6073867" y="895060"/>
                  <a:pt x="6075369" y="893558"/>
                </a:cubicBezTo>
                <a:cubicBezTo>
                  <a:pt x="6076046" y="892807"/>
                  <a:pt x="6077022" y="892431"/>
                  <a:pt x="6078000" y="892431"/>
                </a:cubicBezTo>
                <a:close/>
                <a:moveTo>
                  <a:pt x="12147788" y="800248"/>
                </a:moveTo>
                <a:cubicBezTo>
                  <a:pt x="12148690" y="800248"/>
                  <a:pt x="12149667" y="800625"/>
                  <a:pt x="12150418" y="801375"/>
                </a:cubicBezTo>
                <a:cubicBezTo>
                  <a:pt x="12151921" y="802803"/>
                  <a:pt x="12151921" y="805208"/>
                  <a:pt x="12150418" y="806712"/>
                </a:cubicBezTo>
                <a:lnTo>
                  <a:pt x="11618250" y="1340900"/>
                </a:lnTo>
                <a:lnTo>
                  <a:pt x="11618250" y="1410098"/>
                </a:lnTo>
                <a:lnTo>
                  <a:pt x="11697890" y="1410098"/>
                </a:lnTo>
                <a:lnTo>
                  <a:pt x="11697890" y="1528677"/>
                </a:lnTo>
                <a:lnTo>
                  <a:pt x="11708878" y="1533268"/>
                </a:lnTo>
                <a:cubicBezTo>
                  <a:pt x="11713274" y="1537692"/>
                  <a:pt x="11715998" y="1543797"/>
                  <a:pt x="11715998" y="1550521"/>
                </a:cubicBezTo>
                <a:cubicBezTo>
                  <a:pt x="11715998" y="1564045"/>
                  <a:pt x="11705103" y="1574939"/>
                  <a:pt x="11691730" y="1574939"/>
                </a:cubicBezTo>
                <a:cubicBezTo>
                  <a:pt x="11678355" y="1574939"/>
                  <a:pt x="11667461" y="1564045"/>
                  <a:pt x="11667461" y="1550521"/>
                </a:cubicBezTo>
                <a:cubicBezTo>
                  <a:pt x="11667461" y="1543759"/>
                  <a:pt x="11670185" y="1537655"/>
                  <a:pt x="11674580" y="1533240"/>
                </a:cubicBezTo>
                <a:lnTo>
                  <a:pt x="11690377" y="1526665"/>
                </a:lnTo>
                <a:lnTo>
                  <a:pt x="11690377" y="1417611"/>
                </a:lnTo>
                <a:lnTo>
                  <a:pt x="11618250" y="1417611"/>
                </a:lnTo>
                <a:lnTo>
                  <a:pt x="11618250" y="1793353"/>
                </a:lnTo>
                <a:lnTo>
                  <a:pt x="11496534" y="1915519"/>
                </a:lnTo>
                <a:cubicBezTo>
                  <a:pt x="11495031" y="1917021"/>
                  <a:pt x="11492702" y="1917021"/>
                  <a:pt x="11491199" y="1915519"/>
                </a:cubicBezTo>
                <a:cubicBezTo>
                  <a:pt x="11489696" y="1914092"/>
                  <a:pt x="11489696" y="1911687"/>
                  <a:pt x="11491199" y="1910185"/>
                </a:cubicBezTo>
                <a:lnTo>
                  <a:pt x="11610660" y="1790273"/>
                </a:lnTo>
                <a:lnTo>
                  <a:pt x="11610660" y="1417160"/>
                </a:lnTo>
                <a:lnTo>
                  <a:pt x="11607354" y="1413855"/>
                </a:lnTo>
                <a:lnTo>
                  <a:pt x="11610660" y="1410548"/>
                </a:lnTo>
                <a:lnTo>
                  <a:pt x="11610660" y="1337820"/>
                </a:lnTo>
                <a:lnTo>
                  <a:pt x="12145159" y="801375"/>
                </a:lnTo>
                <a:cubicBezTo>
                  <a:pt x="12145835" y="800625"/>
                  <a:pt x="12146811" y="800248"/>
                  <a:pt x="12147788" y="800248"/>
                </a:cubicBezTo>
                <a:close/>
                <a:moveTo>
                  <a:pt x="36214" y="800248"/>
                </a:moveTo>
                <a:cubicBezTo>
                  <a:pt x="37191" y="800248"/>
                  <a:pt x="38167" y="800625"/>
                  <a:pt x="38844" y="801375"/>
                </a:cubicBezTo>
                <a:lnTo>
                  <a:pt x="573342" y="1337820"/>
                </a:lnTo>
                <a:lnTo>
                  <a:pt x="573342" y="1410548"/>
                </a:lnTo>
                <a:lnTo>
                  <a:pt x="576648" y="1413855"/>
                </a:lnTo>
                <a:lnTo>
                  <a:pt x="573342" y="1417160"/>
                </a:lnTo>
                <a:lnTo>
                  <a:pt x="573342" y="1790273"/>
                </a:lnTo>
                <a:lnTo>
                  <a:pt x="692805" y="1910185"/>
                </a:lnTo>
                <a:cubicBezTo>
                  <a:pt x="694306" y="1911687"/>
                  <a:pt x="694306" y="1914092"/>
                  <a:pt x="692805" y="1915519"/>
                </a:cubicBezTo>
                <a:cubicBezTo>
                  <a:pt x="691301" y="1917021"/>
                  <a:pt x="688971" y="1917021"/>
                  <a:pt x="687469" y="1915519"/>
                </a:cubicBezTo>
                <a:lnTo>
                  <a:pt x="565754" y="1793353"/>
                </a:lnTo>
                <a:lnTo>
                  <a:pt x="565754" y="1417611"/>
                </a:lnTo>
                <a:lnTo>
                  <a:pt x="493625" y="1417611"/>
                </a:lnTo>
                <a:lnTo>
                  <a:pt x="493625" y="1526665"/>
                </a:lnTo>
                <a:lnTo>
                  <a:pt x="509423" y="1533240"/>
                </a:lnTo>
                <a:cubicBezTo>
                  <a:pt x="513818" y="1537655"/>
                  <a:pt x="516541" y="1543759"/>
                  <a:pt x="516541" y="1550521"/>
                </a:cubicBezTo>
                <a:cubicBezTo>
                  <a:pt x="516541" y="1564045"/>
                  <a:pt x="505647" y="1574939"/>
                  <a:pt x="492273" y="1574939"/>
                </a:cubicBezTo>
                <a:cubicBezTo>
                  <a:pt x="478899" y="1574939"/>
                  <a:pt x="468005" y="1564045"/>
                  <a:pt x="468005" y="1550521"/>
                </a:cubicBezTo>
                <a:cubicBezTo>
                  <a:pt x="468005" y="1543797"/>
                  <a:pt x="470729" y="1537692"/>
                  <a:pt x="475124" y="1533268"/>
                </a:cubicBezTo>
                <a:lnTo>
                  <a:pt x="486113" y="1528677"/>
                </a:lnTo>
                <a:lnTo>
                  <a:pt x="486113" y="1410098"/>
                </a:lnTo>
                <a:lnTo>
                  <a:pt x="565754" y="1410098"/>
                </a:lnTo>
                <a:lnTo>
                  <a:pt x="565754" y="1340900"/>
                </a:lnTo>
                <a:lnTo>
                  <a:pt x="33584" y="806712"/>
                </a:lnTo>
                <a:cubicBezTo>
                  <a:pt x="32082" y="805208"/>
                  <a:pt x="32082" y="802803"/>
                  <a:pt x="33584" y="801375"/>
                </a:cubicBezTo>
                <a:cubicBezTo>
                  <a:pt x="34336" y="800625"/>
                  <a:pt x="35313" y="800248"/>
                  <a:pt x="36214" y="800248"/>
                </a:cubicBezTo>
                <a:close/>
                <a:moveTo>
                  <a:pt x="6077022" y="800245"/>
                </a:moveTo>
                <a:lnTo>
                  <a:pt x="6077173" y="800319"/>
                </a:lnTo>
                <a:cubicBezTo>
                  <a:pt x="6078074" y="800319"/>
                  <a:pt x="6079051" y="800696"/>
                  <a:pt x="6079804" y="801447"/>
                </a:cubicBezTo>
                <a:lnTo>
                  <a:pt x="6092001" y="813690"/>
                </a:lnTo>
                <a:lnTo>
                  <a:pt x="6104200" y="801447"/>
                </a:lnTo>
                <a:cubicBezTo>
                  <a:pt x="6104952" y="800696"/>
                  <a:pt x="6105928" y="800319"/>
                  <a:pt x="6106830" y="800319"/>
                </a:cubicBezTo>
                <a:lnTo>
                  <a:pt x="6106980" y="800245"/>
                </a:lnTo>
                <a:cubicBezTo>
                  <a:pt x="6107957" y="800245"/>
                  <a:pt x="6108934" y="800621"/>
                  <a:pt x="6109610" y="801371"/>
                </a:cubicBezTo>
                <a:cubicBezTo>
                  <a:pt x="6111113" y="802874"/>
                  <a:pt x="6111113" y="805280"/>
                  <a:pt x="6109610" y="806707"/>
                </a:cubicBezTo>
                <a:lnTo>
                  <a:pt x="6097327" y="819035"/>
                </a:lnTo>
                <a:lnTo>
                  <a:pt x="6614300" y="1337894"/>
                </a:lnTo>
                <a:lnTo>
                  <a:pt x="6614300" y="1413705"/>
                </a:lnTo>
                <a:lnTo>
                  <a:pt x="6614451" y="1413855"/>
                </a:lnTo>
                <a:lnTo>
                  <a:pt x="6614300" y="1414005"/>
                </a:lnTo>
                <a:lnTo>
                  <a:pt x="6614300" y="1790347"/>
                </a:lnTo>
                <a:lnTo>
                  <a:pt x="6713221" y="1889641"/>
                </a:lnTo>
                <a:lnTo>
                  <a:pt x="6729931" y="1882685"/>
                </a:lnTo>
                <a:cubicBezTo>
                  <a:pt x="6743304" y="1882685"/>
                  <a:pt x="6754198" y="1893655"/>
                  <a:pt x="6754198" y="1907103"/>
                </a:cubicBezTo>
                <a:cubicBezTo>
                  <a:pt x="6754198" y="1920627"/>
                  <a:pt x="6743304" y="1931522"/>
                  <a:pt x="6729931" y="1931522"/>
                </a:cubicBezTo>
                <a:cubicBezTo>
                  <a:pt x="6716556" y="1931522"/>
                  <a:pt x="6705663" y="1920627"/>
                  <a:pt x="6705663" y="1907103"/>
                </a:cubicBezTo>
                <a:lnTo>
                  <a:pt x="6709848" y="1896945"/>
                </a:lnTo>
                <a:lnTo>
                  <a:pt x="6606711" y="1793428"/>
                </a:lnTo>
                <a:lnTo>
                  <a:pt x="6606711" y="1417611"/>
                </a:lnTo>
                <a:lnTo>
                  <a:pt x="6534359" y="1417611"/>
                </a:lnTo>
                <a:lnTo>
                  <a:pt x="6534359" y="1559088"/>
                </a:lnTo>
                <a:cubicBezTo>
                  <a:pt x="6534359" y="1561116"/>
                  <a:pt x="6532706" y="1562844"/>
                  <a:pt x="6530602" y="1562844"/>
                </a:cubicBezTo>
                <a:cubicBezTo>
                  <a:pt x="6528499" y="1562844"/>
                  <a:pt x="6526846" y="1561191"/>
                  <a:pt x="6526846" y="1559088"/>
                </a:cubicBezTo>
                <a:lnTo>
                  <a:pt x="6526846" y="1410098"/>
                </a:lnTo>
                <a:lnTo>
                  <a:pt x="6606711" y="1410098"/>
                </a:lnTo>
                <a:lnTo>
                  <a:pt x="6606711" y="1340975"/>
                </a:lnTo>
                <a:lnTo>
                  <a:pt x="6092001" y="824380"/>
                </a:lnTo>
                <a:lnTo>
                  <a:pt x="5577292" y="1340975"/>
                </a:lnTo>
                <a:lnTo>
                  <a:pt x="5577292" y="1410098"/>
                </a:lnTo>
                <a:lnTo>
                  <a:pt x="5657158" y="1410098"/>
                </a:lnTo>
                <a:lnTo>
                  <a:pt x="5657158" y="1559088"/>
                </a:lnTo>
                <a:cubicBezTo>
                  <a:pt x="5657158" y="1561191"/>
                  <a:pt x="5655504" y="1562844"/>
                  <a:pt x="5653401" y="1562844"/>
                </a:cubicBezTo>
                <a:cubicBezTo>
                  <a:pt x="5651297" y="1562844"/>
                  <a:pt x="5649644" y="1561116"/>
                  <a:pt x="5649644" y="1559088"/>
                </a:cubicBezTo>
                <a:lnTo>
                  <a:pt x="5649644" y="1417611"/>
                </a:lnTo>
                <a:lnTo>
                  <a:pt x="5577292" y="1417611"/>
                </a:lnTo>
                <a:lnTo>
                  <a:pt x="5577292" y="1793428"/>
                </a:lnTo>
                <a:lnTo>
                  <a:pt x="5474156" y="1896945"/>
                </a:lnTo>
                <a:lnTo>
                  <a:pt x="5478340" y="1907103"/>
                </a:lnTo>
                <a:cubicBezTo>
                  <a:pt x="5478340" y="1920627"/>
                  <a:pt x="5467446" y="1931522"/>
                  <a:pt x="5454072" y="1931522"/>
                </a:cubicBezTo>
                <a:cubicBezTo>
                  <a:pt x="5440699" y="1931522"/>
                  <a:pt x="5429805" y="1920627"/>
                  <a:pt x="5429805" y="1907103"/>
                </a:cubicBezTo>
                <a:cubicBezTo>
                  <a:pt x="5429805" y="1893655"/>
                  <a:pt x="5440699" y="1882685"/>
                  <a:pt x="5454072" y="1882685"/>
                </a:cubicBezTo>
                <a:lnTo>
                  <a:pt x="5470783" y="1889641"/>
                </a:lnTo>
                <a:lnTo>
                  <a:pt x="5569703" y="1790347"/>
                </a:lnTo>
                <a:lnTo>
                  <a:pt x="5569703" y="1414005"/>
                </a:lnTo>
                <a:lnTo>
                  <a:pt x="5569553" y="1413855"/>
                </a:lnTo>
                <a:lnTo>
                  <a:pt x="5569703" y="1413705"/>
                </a:lnTo>
                <a:lnTo>
                  <a:pt x="5569703" y="1337894"/>
                </a:lnTo>
                <a:lnTo>
                  <a:pt x="6086676" y="819035"/>
                </a:lnTo>
                <a:lnTo>
                  <a:pt x="6074394" y="806707"/>
                </a:lnTo>
                <a:cubicBezTo>
                  <a:pt x="6072889" y="805280"/>
                  <a:pt x="6072889" y="802874"/>
                  <a:pt x="6074394" y="801371"/>
                </a:cubicBezTo>
                <a:cubicBezTo>
                  <a:pt x="6075068" y="800621"/>
                  <a:pt x="6076046" y="800245"/>
                  <a:pt x="6077022" y="800245"/>
                </a:cubicBezTo>
                <a:close/>
                <a:moveTo>
                  <a:pt x="9046362" y="774848"/>
                </a:moveTo>
                <a:cubicBezTo>
                  <a:pt x="9048467" y="774848"/>
                  <a:pt x="9050119" y="776501"/>
                  <a:pt x="9050119" y="778606"/>
                </a:cubicBezTo>
                <a:lnTo>
                  <a:pt x="9050119" y="1675017"/>
                </a:lnTo>
                <a:lnTo>
                  <a:pt x="8932235" y="1793352"/>
                </a:lnTo>
                <a:lnTo>
                  <a:pt x="8932235" y="1935955"/>
                </a:lnTo>
                <a:cubicBezTo>
                  <a:pt x="8932235" y="1937983"/>
                  <a:pt x="8930582" y="1939711"/>
                  <a:pt x="8928478" y="1939711"/>
                </a:cubicBezTo>
                <a:cubicBezTo>
                  <a:pt x="8926375" y="1939711"/>
                  <a:pt x="8924722" y="1938058"/>
                  <a:pt x="8924722" y="1935955"/>
                </a:cubicBezTo>
                <a:lnTo>
                  <a:pt x="8924722" y="1791924"/>
                </a:lnTo>
                <a:lnTo>
                  <a:pt x="8784824" y="1791924"/>
                </a:lnTo>
                <a:lnTo>
                  <a:pt x="8784824" y="1906107"/>
                </a:lnTo>
                <a:lnTo>
                  <a:pt x="8798066" y="1911640"/>
                </a:lnTo>
                <a:cubicBezTo>
                  <a:pt x="8802462" y="1916064"/>
                  <a:pt x="8805185" y="1922169"/>
                  <a:pt x="8805185" y="1928892"/>
                </a:cubicBezTo>
                <a:lnTo>
                  <a:pt x="8800168" y="1941072"/>
                </a:lnTo>
                <a:lnTo>
                  <a:pt x="8805185" y="1953251"/>
                </a:lnTo>
                <a:cubicBezTo>
                  <a:pt x="8805185" y="1959974"/>
                  <a:pt x="8802462" y="1966079"/>
                  <a:pt x="8798066" y="1970503"/>
                </a:cubicBezTo>
                <a:lnTo>
                  <a:pt x="8784824" y="1976037"/>
                </a:lnTo>
                <a:lnTo>
                  <a:pt x="8784824" y="2090219"/>
                </a:lnTo>
                <a:lnTo>
                  <a:pt x="8924722" y="2090219"/>
                </a:lnTo>
                <a:lnTo>
                  <a:pt x="8924722" y="1946188"/>
                </a:lnTo>
                <a:cubicBezTo>
                  <a:pt x="8924722" y="1944085"/>
                  <a:pt x="8926375" y="1942433"/>
                  <a:pt x="8928478" y="1942433"/>
                </a:cubicBezTo>
                <a:cubicBezTo>
                  <a:pt x="8930582" y="1942433"/>
                  <a:pt x="8932235" y="1944160"/>
                  <a:pt x="8932235" y="1946188"/>
                </a:cubicBezTo>
                <a:lnTo>
                  <a:pt x="8932235" y="2088791"/>
                </a:lnTo>
                <a:lnTo>
                  <a:pt x="9050119" y="2207126"/>
                </a:lnTo>
                <a:lnTo>
                  <a:pt x="9050119" y="3103538"/>
                </a:lnTo>
                <a:cubicBezTo>
                  <a:pt x="9050119" y="3105642"/>
                  <a:pt x="9048467" y="3107296"/>
                  <a:pt x="9046362" y="3107296"/>
                </a:cubicBezTo>
                <a:cubicBezTo>
                  <a:pt x="9044259" y="3107296"/>
                  <a:pt x="9042607" y="3105567"/>
                  <a:pt x="9042607" y="3103538"/>
                </a:cubicBezTo>
                <a:lnTo>
                  <a:pt x="9042607" y="2210282"/>
                </a:lnTo>
                <a:lnTo>
                  <a:pt x="8932235" y="2099487"/>
                </a:lnTo>
                <a:lnTo>
                  <a:pt x="8932235" y="2182708"/>
                </a:lnTo>
                <a:cubicBezTo>
                  <a:pt x="8932235" y="2184812"/>
                  <a:pt x="8930582" y="2186464"/>
                  <a:pt x="8928478" y="2186464"/>
                </a:cubicBezTo>
                <a:lnTo>
                  <a:pt x="8928478" y="2186539"/>
                </a:lnTo>
                <a:cubicBezTo>
                  <a:pt x="8926375" y="2186539"/>
                  <a:pt x="8924722" y="2184812"/>
                  <a:pt x="8924722" y="2182782"/>
                </a:cubicBezTo>
                <a:lnTo>
                  <a:pt x="8924722" y="2097806"/>
                </a:lnTo>
                <a:lnTo>
                  <a:pt x="8777311" y="2097806"/>
                </a:lnTo>
                <a:lnTo>
                  <a:pt x="8777311" y="1976168"/>
                </a:lnTo>
                <a:lnTo>
                  <a:pt x="8763767" y="1970531"/>
                </a:lnTo>
                <a:cubicBezTo>
                  <a:pt x="8759373" y="1966118"/>
                  <a:pt x="8756649" y="1960013"/>
                  <a:pt x="8756649" y="1953251"/>
                </a:cubicBezTo>
                <a:lnTo>
                  <a:pt x="8761666" y="1941072"/>
                </a:lnTo>
                <a:lnTo>
                  <a:pt x="8756649" y="1928892"/>
                </a:lnTo>
                <a:cubicBezTo>
                  <a:pt x="8756649" y="1922131"/>
                  <a:pt x="8759373" y="1916026"/>
                  <a:pt x="8763767" y="1911612"/>
                </a:cubicBezTo>
                <a:lnTo>
                  <a:pt x="8777311" y="1905975"/>
                </a:lnTo>
                <a:lnTo>
                  <a:pt x="8777311" y="1784337"/>
                </a:lnTo>
                <a:lnTo>
                  <a:pt x="8924722" y="1784337"/>
                </a:lnTo>
                <a:lnTo>
                  <a:pt x="8924722" y="1699361"/>
                </a:lnTo>
                <a:cubicBezTo>
                  <a:pt x="8924722" y="1697332"/>
                  <a:pt x="8926375" y="1695604"/>
                  <a:pt x="8928478" y="1695604"/>
                </a:cubicBezTo>
                <a:lnTo>
                  <a:pt x="8928478" y="1695679"/>
                </a:lnTo>
                <a:cubicBezTo>
                  <a:pt x="8930582" y="1695679"/>
                  <a:pt x="8932235" y="1697332"/>
                  <a:pt x="8932235" y="1699436"/>
                </a:cubicBezTo>
                <a:lnTo>
                  <a:pt x="8932235" y="1782656"/>
                </a:lnTo>
                <a:lnTo>
                  <a:pt x="9042607" y="1671861"/>
                </a:lnTo>
                <a:lnTo>
                  <a:pt x="9042607" y="778606"/>
                </a:lnTo>
                <a:cubicBezTo>
                  <a:pt x="9042607" y="776576"/>
                  <a:pt x="9044259" y="774848"/>
                  <a:pt x="9046362" y="774848"/>
                </a:cubicBezTo>
                <a:close/>
                <a:moveTo>
                  <a:pt x="3137640" y="774848"/>
                </a:moveTo>
                <a:cubicBezTo>
                  <a:pt x="3139743" y="774848"/>
                  <a:pt x="3141397" y="776576"/>
                  <a:pt x="3141397" y="778606"/>
                </a:cubicBezTo>
                <a:lnTo>
                  <a:pt x="3141397" y="1671861"/>
                </a:lnTo>
                <a:lnTo>
                  <a:pt x="3251768" y="1782656"/>
                </a:lnTo>
                <a:lnTo>
                  <a:pt x="3251768" y="1699436"/>
                </a:lnTo>
                <a:cubicBezTo>
                  <a:pt x="3251768" y="1697332"/>
                  <a:pt x="3253420" y="1695679"/>
                  <a:pt x="3255524" y="1695679"/>
                </a:cubicBezTo>
                <a:lnTo>
                  <a:pt x="3255524" y="1695604"/>
                </a:lnTo>
                <a:cubicBezTo>
                  <a:pt x="3257628" y="1695604"/>
                  <a:pt x="3259280" y="1697332"/>
                  <a:pt x="3259280" y="1699361"/>
                </a:cubicBezTo>
                <a:lnTo>
                  <a:pt x="3259280" y="1784337"/>
                </a:lnTo>
                <a:lnTo>
                  <a:pt x="3406692" y="1784337"/>
                </a:lnTo>
                <a:lnTo>
                  <a:pt x="3406692" y="1905975"/>
                </a:lnTo>
                <a:lnTo>
                  <a:pt x="3420235" y="1911612"/>
                </a:lnTo>
                <a:cubicBezTo>
                  <a:pt x="3424631" y="1916026"/>
                  <a:pt x="3427354" y="1922131"/>
                  <a:pt x="3427354" y="1928892"/>
                </a:cubicBezTo>
                <a:lnTo>
                  <a:pt x="3422336" y="1941072"/>
                </a:lnTo>
                <a:lnTo>
                  <a:pt x="3427354" y="1953251"/>
                </a:lnTo>
                <a:cubicBezTo>
                  <a:pt x="3427354" y="1960013"/>
                  <a:pt x="3424631" y="1966118"/>
                  <a:pt x="3420235" y="1970531"/>
                </a:cubicBezTo>
                <a:lnTo>
                  <a:pt x="3406692" y="1976168"/>
                </a:lnTo>
                <a:lnTo>
                  <a:pt x="3406692" y="2097806"/>
                </a:lnTo>
                <a:lnTo>
                  <a:pt x="3259280" y="2097806"/>
                </a:lnTo>
                <a:lnTo>
                  <a:pt x="3259280" y="2182782"/>
                </a:lnTo>
                <a:cubicBezTo>
                  <a:pt x="3259280" y="2184812"/>
                  <a:pt x="3257628" y="2186539"/>
                  <a:pt x="3255524" y="2186539"/>
                </a:cubicBezTo>
                <a:lnTo>
                  <a:pt x="3255524" y="2186464"/>
                </a:lnTo>
                <a:cubicBezTo>
                  <a:pt x="3253420" y="2186464"/>
                  <a:pt x="3251768" y="2184812"/>
                  <a:pt x="3251768" y="2182708"/>
                </a:cubicBezTo>
                <a:lnTo>
                  <a:pt x="3251768" y="2099487"/>
                </a:lnTo>
                <a:lnTo>
                  <a:pt x="3141397" y="2210282"/>
                </a:lnTo>
                <a:lnTo>
                  <a:pt x="3141397" y="3103538"/>
                </a:lnTo>
                <a:cubicBezTo>
                  <a:pt x="3141397" y="3105567"/>
                  <a:pt x="3139743" y="3107296"/>
                  <a:pt x="3137640" y="3107296"/>
                </a:cubicBezTo>
                <a:cubicBezTo>
                  <a:pt x="3135537" y="3107296"/>
                  <a:pt x="3133884" y="3105642"/>
                  <a:pt x="3133884" y="3103538"/>
                </a:cubicBezTo>
                <a:lnTo>
                  <a:pt x="3133884" y="2207126"/>
                </a:lnTo>
                <a:lnTo>
                  <a:pt x="3251768" y="2088791"/>
                </a:lnTo>
                <a:lnTo>
                  <a:pt x="3251768" y="1946188"/>
                </a:lnTo>
                <a:cubicBezTo>
                  <a:pt x="3251768" y="1944160"/>
                  <a:pt x="3253420" y="1942433"/>
                  <a:pt x="3255524" y="1942433"/>
                </a:cubicBezTo>
                <a:cubicBezTo>
                  <a:pt x="3257628" y="1942433"/>
                  <a:pt x="3259280" y="1944085"/>
                  <a:pt x="3259280" y="1946188"/>
                </a:cubicBezTo>
                <a:lnTo>
                  <a:pt x="3259280" y="2090219"/>
                </a:lnTo>
                <a:lnTo>
                  <a:pt x="3399179" y="2090219"/>
                </a:lnTo>
                <a:lnTo>
                  <a:pt x="3399179" y="1976037"/>
                </a:lnTo>
                <a:lnTo>
                  <a:pt x="3385936" y="1970503"/>
                </a:lnTo>
                <a:cubicBezTo>
                  <a:pt x="3381541" y="1966079"/>
                  <a:pt x="3378818" y="1959974"/>
                  <a:pt x="3378818" y="1953251"/>
                </a:cubicBezTo>
                <a:lnTo>
                  <a:pt x="3383835" y="1941072"/>
                </a:lnTo>
                <a:lnTo>
                  <a:pt x="3378818" y="1928892"/>
                </a:lnTo>
                <a:cubicBezTo>
                  <a:pt x="3378818" y="1922169"/>
                  <a:pt x="3381541" y="1916064"/>
                  <a:pt x="3385936" y="1911640"/>
                </a:cubicBezTo>
                <a:lnTo>
                  <a:pt x="3399179" y="1906107"/>
                </a:lnTo>
                <a:lnTo>
                  <a:pt x="3399179" y="1791924"/>
                </a:lnTo>
                <a:lnTo>
                  <a:pt x="3259280" y="1791924"/>
                </a:lnTo>
                <a:lnTo>
                  <a:pt x="3259280" y="1935955"/>
                </a:lnTo>
                <a:cubicBezTo>
                  <a:pt x="3259280" y="1938058"/>
                  <a:pt x="3257628" y="1939711"/>
                  <a:pt x="3255524" y="1939711"/>
                </a:cubicBezTo>
                <a:cubicBezTo>
                  <a:pt x="3253420" y="1939711"/>
                  <a:pt x="3251768" y="1937983"/>
                  <a:pt x="3251768" y="1935955"/>
                </a:cubicBezTo>
                <a:lnTo>
                  <a:pt x="3251768" y="1793352"/>
                </a:lnTo>
                <a:lnTo>
                  <a:pt x="3133884" y="1675017"/>
                </a:lnTo>
                <a:lnTo>
                  <a:pt x="3133884" y="778606"/>
                </a:lnTo>
                <a:cubicBezTo>
                  <a:pt x="3133884" y="776501"/>
                  <a:pt x="3135537" y="774848"/>
                  <a:pt x="3137640" y="774848"/>
                </a:cubicBezTo>
                <a:close/>
                <a:moveTo>
                  <a:pt x="11574445" y="757420"/>
                </a:moveTo>
                <a:lnTo>
                  <a:pt x="11574445" y="757495"/>
                </a:lnTo>
                <a:cubicBezTo>
                  <a:pt x="11575347" y="757495"/>
                  <a:pt x="11576325" y="757870"/>
                  <a:pt x="11577075" y="758622"/>
                </a:cubicBezTo>
                <a:cubicBezTo>
                  <a:pt x="11578578" y="760049"/>
                  <a:pt x="11578578" y="762455"/>
                  <a:pt x="11577075" y="763957"/>
                </a:cubicBezTo>
                <a:lnTo>
                  <a:pt x="11452956" y="888526"/>
                </a:lnTo>
                <a:lnTo>
                  <a:pt x="11452956" y="1104921"/>
                </a:lnTo>
                <a:lnTo>
                  <a:pt x="11454165" y="1104925"/>
                </a:lnTo>
                <a:cubicBezTo>
                  <a:pt x="11473764" y="1104908"/>
                  <a:pt x="11495239" y="1104828"/>
                  <a:pt x="11517004" y="1104708"/>
                </a:cubicBezTo>
                <a:lnTo>
                  <a:pt x="11548761" y="1104446"/>
                </a:lnTo>
                <a:lnTo>
                  <a:pt x="11549427" y="1103780"/>
                </a:lnTo>
                <a:lnTo>
                  <a:pt x="11550082" y="1104434"/>
                </a:lnTo>
                <a:lnTo>
                  <a:pt x="11638384" y="1103705"/>
                </a:lnTo>
                <a:cubicBezTo>
                  <a:pt x="11640187" y="1103855"/>
                  <a:pt x="11642216" y="1105358"/>
                  <a:pt x="11642216" y="1107462"/>
                </a:cubicBezTo>
                <a:cubicBezTo>
                  <a:pt x="11642216" y="1109565"/>
                  <a:pt x="11640563" y="1111294"/>
                  <a:pt x="11638459" y="1111294"/>
                </a:cubicBezTo>
                <a:cubicBezTo>
                  <a:pt x="11636175" y="1111326"/>
                  <a:pt x="11622611" y="1111478"/>
                  <a:pt x="11602653" y="1111666"/>
                </a:cubicBezTo>
                <a:lnTo>
                  <a:pt x="11553184" y="1112057"/>
                </a:lnTo>
                <a:lnTo>
                  <a:pt x="11553184" y="1196944"/>
                </a:lnTo>
                <a:cubicBezTo>
                  <a:pt x="11553184" y="1198973"/>
                  <a:pt x="11551531" y="1200701"/>
                  <a:pt x="11549427" y="1200701"/>
                </a:cubicBezTo>
                <a:cubicBezTo>
                  <a:pt x="11547324" y="1200701"/>
                  <a:pt x="11545670" y="1199049"/>
                  <a:pt x="11545670" y="1196944"/>
                </a:cubicBezTo>
                <a:lnTo>
                  <a:pt x="11545670" y="1112117"/>
                </a:lnTo>
                <a:lnTo>
                  <a:pt x="11528466" y="1112254"/>
                </a:lnTo>
                <a:cubicBezTo>
                  <a:pt x="11472723" y="1112607"/>
                  <a:pt x="11410919" y="1112777"/>
                  <a:pt x="11382108" y="1112098"/>
                </a:cubicBezTo>
                <a:lnTo>
                  <a:pt x="11376756" y="1111824"/>
                </a:lnTo>
                <a:lnTo>
                  <a:pt x="11463475" y="1198823"/>
                </a:lnTo>
                <a:lnTo>
                  <a:pt x="11463475" y="1269523"/>
                </a:lnTo>
                <a:cubicBezTo>
                  <a:pt x="11463475" y="1271552"/>
                  <a:pt x="11461822" y="1273279"/>
                  <a:pt x="11459718" y="1273279"/>
                </a:cubicBezTo>
                <a:cubicBezTo>
                  <a:pt x="11457615" y="1273279"/>
                  <a:pt x="11455962" y="1271626"/>
                  <a:pt x="11455962" y="1269523"/>
                </a:cubicBezTo>
                <a:lnTo>
                  <a:pt x="11455962" y="1201979"/>
                </a:lnTo>
                <a:lnTo>
                  <a:pt x="11363397" y="1109114"/>
                </a:lnTo>
                <a:lnTo>
                  <a:pt x="11363397" y="1106860"/>
                </a:lnTo>
                <a:lnTo>
                  <a:pt x="11363397" y="850434"/>
                </a:lnTo>
                <a:lnTo>
                  <a:pt x="11446570" y="766963"/>
                </a:lnTo>
                <a:cubicBezTo>
                  <a:pt x="11447246" y="766210"/>
                  <a:pt x="11448222" y="765835"/>
                  <a:pt x="11449200" y="765835"/>
                </a:cubicBezTo>
                <a:lnTo>
                  <a:pt x="11449275" y="765760"/>
                </a:lnTo>
                <a:cubicBezTo>
                  <a:pt x="11450176" y="765760"/>
                  <a:pt x="11451152" y="766137"/>
                  <a:pt x="11451904" y="766887"/>
                </a:cubicBezTo>
                <a:cubicBezTo>
                  <a:pt x="11453407" y="768315"/>
                  <a:pt x="11453407" y="770720"/>
                  <a:pt x="11451904" y="772224"/>
                </a:cubicBezTo>
                <a:lnTo>
                  <a:pt x="11370911" y="853515"/>
                </a:lnTo>
                <a:lnTo>
                  <a:pt x="11370911" y="1103800"/>
                </a:lnTo>
                <a:lnTo>
                  <a:pt x="11402581" y="1104761"/>
                </a:lnTo>
                <a:lnTo>
                  <a:pt x="11445441" y="1104897"/>
                </a:lnTo>
                <a:lnTo>
                  <a:pt x="11445441" y="885371"/>
                </a:lnTo>
                <a:lnTo>
                  <a:pt x="11571816" y="758548"/>
                </a:lnTo>
                <a:cubicBezTo>
                  <a:pt x="11572492" y="757795"/>
                  <a:pt x="11573469" y="757420"/>
                  <a:pt x="11574445" y="757420"/>
                </a:cubicBezTo>
                <a:close/>
                <a:moveTo>
                  <a:pt x="609557" y="757420"/>
                </a:moveTo>
                <a:cubicBezTo>
                  <a:pt x="610534" y="757420"/>
                  <a:pt x="611510" y="757795"/>
                  <a:pt x="612186" y="758548"/>
                </a:cubicBezTo>
                <a:lnTo>
                  <a:pt x="738561" y="885371"/>
                </a:lnTo>
                <a:lnTo>
                  <a:pt x="738561" y="1104897"/>
                </a:lnTo>
                <a:lnTo>
                  <a:pt x="781422" y="1104761"/>
                </a:lnTo>
                <a:lnTo>
                  <a:pt x="813093" y="1103800"/>
                </a:lnTo>
                <a:lnTo>
                  <a:pt x="813093" y="853515"/>
                </a:lnTo>
                <a:lnTo>
                  <a:pt x="732098" y="772224"/>
                </a:lnTo>
                <a:cubicBezTo>
                  <a:pt x="730595" y="770720"/>
                  <a:pt x="730595" y="768315"/>
                  <a:pt x="732098" y="766887"/>
                </a:cubicBezTo>
                <a:cubicBezTo>
                  <a:pt x="732850" y="766137"/>
                  <a:pt x="733827" y="765760"/>
                  <a:pt x="734728" y="765760"/>
                </a:cubicBezTo>
                <a:lnTo>
                  <a:pt x="734803" y="765835"/>
                </a:lnTo>
                <a:cubicBezTo>
                  <a:pt x="735780" y="765835"/>
                  <a:pt x="736756" y="766210"/>
                  <a:pt x="737433" y="766963"/>
                </a:cubicBezTo>
                <a:lnTo>
                  <a:pt x="820605" y="850434"/>
                </a:lnTo>
                <a:lnTo>
                  <a:pt x="820605" y="1106860"/>
                </a:lnTo>
                <a:lnTo>
                  <a:pt x="820605" y="1109114"/>
                </a:lnTo>
                <a:lnTo>
                  <a:pt x="728041" y="1201979"/>
                </a:lnTo>
                <a:lnTo>
                  <a:pt x="728041" y="1269523"/>
                </a:lnTo>
                <a:cubicBezTo>
                  <a:pt x="728041" y="1271626"/>
                  <a:pt x="726388" y="1273279"/>
                  <a:pt x="724284" y="1273279"/>
                </a:cubicBezTo>
                <a:cubicBezTo>
                  <a:pt x="722181" y="1273279"/>
                  <a:pt x="720528" y="1271552"/>
                  <a:pt x="720528" y="1269523"/>
                </a:cubicBezTo>
                <a:lnTo>
                  <a:pt x="720528" y="1198823"/>
                </a:lnTo>
                <a:lnTo>
                  <a:pt x="807246" y="1111824"/>
                </a:lnTo>
                <a:lnTo>
                  <a:pt x="801895" y="1112098"/>
                </a:lnTo>
                <a:cubicBezTo>
                  <a:pt x="773083" y="1112777"/>
                  <a:pt x="711280" y="1112607"/>
                  <a:pt x="655537" y="1112254"/>
                </a:cubicBezTo>
                <a:lnTo>
                  <a:pt x="638332" y="1112117"/>
                </a:lnTo>
                <a:lnTo>
                  <a:pt x="638332" y="1196944"/>
                </a:lnTo>
                <a:cubicBezTo>
                  <a:pt x="638332" y="1199049"/>
                  <a:pt x="636679" y="1200701"/>
                  <a:pt x="634576" y="1200701"/>
                </a:cubicBezTo>
                <a:cubicBezTo>
                  <a:pt x="632472" y="1200701"/>
                  <a:pt x="630818" y="1198973"/>
                  <a:pt x="630818" y="1196944"/>
                </a:cubicBezTo>
                <a:lnTo>
                  <a:pt x="630818" y="1112057"/>
                </a:lnTo>
                <a:lnTo>
                  <a:pt x="581349" y="1111666"/>
                </a:lnTo>
                <a:cubicBezTo>
                  <a:pt x="561391" y="1111478"/>
                  <a:pt x="547828" y="1111326"/>
                  <a:pt x="545543" y="1111294"/>
                </a:cubicBezTo>
                <a:cubicBezTo>
                  <a:pt x="543439" y="1111294"/>
                  <a:pt x="541786" y="1109565"/>
                  <a:pt x="541786" y="1107462"/>
                </a:cubicBezTo>
                <a:cubicBezTo>
                  <a:pt x="541786" y="1105358"/>
                  <a:pt x="543815" y="1103855"/>
                  <a:pt x="545618" y="1103705"/>
                </a:cubicBezTo>
                <a:lnTo>
                  <a:pt x="633920" y="1104434"/>
                </a:lnTo>
                <a:lnTo>
                  <a:pt x="634576" y="1103780"/>
                </a:lnTo>
                <a:lnTo>
                  <a:pt x="635241" y="1104446"/>
                </a:lnTo>
                <a:lnTo>
                  <a:pt x="666998" y="1104708"/>
                </a:lnTo>
                <a:cubicBezTo>
                  <a:pt x="688764" y="1104828"/>
                  <a:pt x="710239" y="1104908"/>
                  <a:pt x="729838" y="1104925"/>
                </a:cubicBezTo>
                <a:lnTo>
                  <a:pt x="731046" y="1104921"/>
                </a:lnTo>
                <a:lnTo>
                  <a:pt x="731046" y="888526"/>
                </a:lnTo>
                <a:lnTo>
                  <a:pt x="606927" y="763957"/>
                </a:lnTo>
                <a:cubicBezTo>
                  <a:pt x="605424" y="762455"/>
                  <a:pt x="605424" y="760049"/>
                  <a:pt x="606927" y="758622"/>
                </a:cubicBezTo>
                <a:cubicBezTo>
                  <a:pt x="607679" y="757870"/>
                  <a:pt x="608655" y="757495"/>
                  <a:pt x="609557" y="757495"/>
                </a:cubicBezTo>
                <a:close/>
                <a:moveTo>
                  <a:pt x="6650365" y="757342"/>
                </a:moveTo>
                <a:cubicBezTo>
                  <a:pt x="6651267" y="757342"/>
                  <a:pt x="6652243" y="757718"/>
                  <a:pt x="6652994" y="758469"/>
                </a:cubicBezTo>
                <a:lnTo>
                  <a:pt x="6779369" y="885294"/>
                </a:lnTo>
                <a:lnTo>
                  <a:pt x="6779369" y="1104796"/>
                </a:lnTo>
                <a:lnTo>
                  <a:pt x="6822154" y="1104825"/>
                </a:lnTo>
                <a:lnTo>
                  <a:pt x="6853976" y="1103869"/>
                </a:lnTo>
                <a:lnTo>
                  <a:pt x="6853976" y="853588"/>
                </a:lnTo>
                <a:lnTo>
                  <a:pt x="6772982" y="772294"/>
                </a:lnTo>
                <a:cubicBezTo>
                  <a:pt x="6771479" y="770867"/>
                  <a:pt x="6771479" y="768462"/>
                  <a:pt x="6772982" y="766959"/>
                </a:cubicBezTo>
                <a:cubicBezTo>
                  <a:pt x="6773658" y="766208"/>
                  <a:pt x="6774635" y="765832"/>
                  <a:pt x="6775612" y="765832"/>
                </a:cubicBezTo>
                <a:lnTo>
                  <a:pt x="6775688" y="765907"/>
                </a:lnTo>
                <a:cubicBezTo>
                  <a:pt x="6776587" y="765907"/>
                  <a:pt x="6777565" y="766283"/>
                  <a:pt x="6778317" y="767036"/>
                </a:cubicBezTo>
                <a:lnTo>
                  <a:pt x="6861489" y="850508"/>
                </a:lnTo>
                <a:lnTo>
                  <a:pt x="6861489" y="1109189"/>
                </a:lnTo>
                <a:lnTo>
                  <a:pt x="6768925" y="1202055"/>
                </a:lnTo>
                <a:lnTo>
                  <a:pt x="6768925" y="1269599"/>
                </a:lnTo>
                <a:cubicBezTo>
                  <a:pt x="6768925" y="1271627"/>
                  <a:pt x="6767272" y="1273356"/>
                  <a:pt x="6765169" y="1273356"/>
                </a:cubicBezTo>
                <a:cubicBezTo>
                  <a:pt x="6763065" y="1273356"/>
                  <a:pt x="6761412" y="1271702"/>
                  <a:pt x="6761412" y="1269599"/>
                </a:cubicBezTo>
                <a:lnTo>
                  <a:pt x="6761412" y="1198898"/>
                </a:lnTo>
                <a:lnTo>
                  <a:pt x="6848411" y="1111617"/>
                </a:lnTo>
                <a:lnTo>
                  <a:pt x="6810838" y="1112551"/>
                </a:lnTo>
                <a:lnTo>
                  <a:pt x="6776112" y="1112446"/>
                </a:lnTo>
                <a:lnTo>
                  <a:pt x="6775612" y="1112946"/>
                </a:lnTo>
                <a:lnTo>
                  <a:pt x="6775108" y="1112443"/>
                </a:lnTo>
                <a:lnTo>
                  <a:pt x="6679141" y="1112153"/>
                </a:lnTo>
                <a:lnTo>
                  <a:pt x="6679141" y="1196944"/>
                </a:lnTo>
                <a:cubicBezTo>
                  <a:pt x="6679141" y="1198973"/>
                  <a:pt x="6677488" y="1200701"/>
                  <a:pt x="6675384" y="1200701"/>
                </a:cubicBezTo>
                <a:cubicBezTo>
                  <a:pt x="6673281" y="1200701"/>
                  <a:pt x="6671628" y="1199049"/>
                  <a:pt x="6671628" y="1196944"/>
                </a:cubicBezTo>
                <a:lnTo>
                  <a:pt x="6671628" y="1112123"/>
                </a:lnTo>
                <a:lnTo>
                  <a:pt x="6614009" y="1111634"/>
                </a:lnTo>
                <a:cubicBezTo>
                  <a:pt x="6598553" y="1111488"/>
                  <a:pt x="6588308" y="1111382"/>
                  <a:pt x="6586350" y="1111368"/>
                </a:cubicBezTo>
                <a:cubicBezTo>
                  <a:pt x="6584247" y="1111368"/>
                  <a:pt x="6582594" y="1109640"/>
                  <a:pt x="6582594" y="1107537"/>
                </a:cubicBezTo>
                <a:cubicBezTo>
                  <a:pt x="6582594" y="1105432"/>
                  <a:pt x="6584321" y="1103780"/>
                  <a:pt x="6586350" y="1103780"/>
                </a:cubicBezTo>
                <a:lnTo>
                  <a:pt x="6674677" y="1104486"/>
                </a:lnTo>
                <a:lnTo>
                  <a:pt x="6675384" y="1103780"/>
                </a:lnTo>
                <a:lnTo>
                  <a:pt x="6676102" y="1104497"/>
                </a:lnTo>
                <a:lnTo>
                  <a:pt x="6707731" y="1104750"/>
                </a:lnTo>
                <a:lnTo>
                  <a:pt x="6771856" y="1104792"/>
                </a:lnTo>
                <a:lnTo>
                  <a:pt x="6771856" y="888449"/>
                </a:lnTo>
                <a:lnTo>
                  <a:pt x="6647735" y="763879"/>
                </a:lnTo>
                <a:cubicBezTo>
                  <a:pt x="6646232" y="762452"/>
                  <a:pt x="6646232" y="760047"/>
                  <a:pt x="6647735" y="758544"/>
                </a:cubicBezTo>
                <a:cubicBezTo>
                  <a:pt x="6648411" y="757793"/>
                  <a:pt x="6649388" y="757417"/>
                  <a:pt x="6650365" y="757417"/>
                </a:cubicBezTo>
                <a:close/>
                <a:moveTo>
                  <a:pt x="5533638" y="757342"/>
                </a:moveTo>
                <a:lnTo>
                  <a:pt x="5533638" y="757417"/>
                </a:lnTo>
                <a:cubicBezTo>
                  <a:pt x="5534614" y="757417"/>
                  <a:pt x="5535593" y="757793"/>
                  <a:pt x="5536268" y="758544"/>
                </a:cubicBezTo>
                <a:cubicBezTo>
                  <a:pt x="5537770" y="760047"/>
                  <a:pt x="5537770" y="762452"/>
                  <a:pt x="5536268" y="763879"/>
                </a:cubicBezTo>
                <a:lnTo>
                  <a:pt x="5412147" y="888449"/>
                </a:lnTo>
                <a:lnTo>
                  <a:pt x="5412147" y="1104792"/>
                </a:lnTo>
                <a:lnTo>
                  <a:pt x="5476273" y="1104750"/>
                </a:lnTo>
                <a:lnTo>
                  <a:pt x="5507902" y="1104497"/>
                </a:lnTo>
                <a:lnTo>
                  <a:pt x="5508619" y="1103780"/>
                </a:lnTo>
                <a:lnTo>
                  <a:pt x="5509326" y="1104486"/>
                </a:lnTo>
                <a:lnTo>
                  <a:pt x="5597652" y="1103780"/>
                </a:lnTo>
                <a:cubicBezTo>
                  <a:pt x="5599681" y="1103780"/>
                  <a:pt x="5601408" y="1105432"/>
                  <a:pt x="5601408" y="1107537"/>
                </a:cubicBezTo>
                <a:cubicBezTo>
                  <a:pt x="5601408" y="1109640"/>
                  <a:pt x="5599756" y="1111368"/>
                  <a:pt x="5597652" y="1111368"/>
                </a:cubicBezTo>
                <a:cubicBezTo>
                  <a:pt x="5595695" y="1111382"/>
                  <a:pt x="5585450" y="1111488"/>
                  <a:pt x="5569995" y="1111634"/>
                </a:cubicBezTo>
                <a:lnTo>
                  <a:pt x="5512375" y="1112123"/>
                </a:lnTo>
                <a:lnTo>
                  <a:pt x="5512375" y="1196944"/>
                </a:lnTo>
                <a:cubicBezTo>
                  <a:pt x="5512375" y="1199049"/>
                  <a:pt x="5510723" y="1200701"/>
                  <a:pt x="5508619" y="1200701"/>
                </a:cubicBezTo>
                <a:cubicBezTo>
                  <a:pt x="5506515" y="1200701"/>
                  <a:pt x="5504863" y="1198973"/>
                  <a:pt x="5504863" y="1196944"/>
                </a:cubicBezTo>
                <a:lnTo>
                  <a:pt x="5504863" y="1112153"/>
                </a:lnTo>
                <a:lnTo>
                  <a:pt x="5408894" y="1112443"/>
                </a:lnTo>
                <a:lnTo>
                  <a:pt x="5408392" y="1112946"/>
                </a:lnTo>
                <a:lnTo>
                  <a:pt x="5407892" y="1112446"/>
                </a:lnTo>
                <a:lnTo>
                  <a:pt x="5373166" y="1112551"/>
                </a:lnTo>
                <a:lnTo>
                  <a:pt x="5335592" y="1111617"/>
                </a:lnTo>
                <a:lnTo>
                  <a:pt x="5422592" y="1198898"/>
                </a:lnTo>
                <a:lnTo>
                  <a:pt x="5422592" y="1269599"/>
                </a:lnTo>
                <a:cubicBezTo>
                  <a:pt x="5422592" y="1271702"/>
                  <a:pt x="5420939" y="1273356"/>
                  <a:pt x="5418835" y="1273356"/>
                </a:cubicBezTo>
                <a:cubicBezTo>
                  <a:pt x="5416732" y="1273356"/>
                  <a:pt x="5415079" y="1271627"/>
                  <a:pt x="5415079" y="1269599"/>
                </a:cubicBezTo>
                <a:lnTo>
                  <a:pt x="5415079" y="1202055"/>
                </a:lnTo>
                <a:lnTo>
                  <a:pt x="5322514" y="1109189"/>
                </a:lnTo>
                <a:lnTo>
                  <a:pt x="5322514" y="850508"/>
                </a:lnTo>
                <a:lnTo>
                  <a:pt x="5405687" y="767036"/>
                </a:lnTo>
                <a:cubicBezTo>
                  <a:pt x="5406438" y="766283"/>
                  <a:pt x="5407415" y="765907"/>
                  <a:pt x="5408316" y="765907"/>
                </a:cubicBezTo>
                <a:lnTo>
                  <a:pt x="5408392" y="765832"/>
                </a:lnTo>
                <a:cubicBezTo>
                  <a:pt x="5409368" y="765832"/>
                  <a:pt x="5410346" y="766208"/>
                  <a:pt x="5411022" y="766959"/>
                </a:cubicBezTo>
                <a:cubicBezTo>
                  <a:pt x="5412524" y="768462"/>
                  <a:pt x="5412524" y="770867"/>
                  <a:pt x="5411022" y="772294"/>
                </a:cubicBezTo>
                <a:lnTo>
                  <a:pt x="5330027" y="853588"/>
                </a:lnTo>
                <a:lnTo>
                  <a:pt x="5330027" y="1103869"/>
                </a:lnTo>
                <a:lnTo>
                  <a:pt x="5361850" y="1104825"/>
                </a:lnTo>
                <a:lnTo>
                  <a:pt x="5404635" y="1104796"/>
                </a:lnTo>
                <a:lnTo>
                  <a:pt x="5404635" y="885294"/>
                </a:lnTo>
                <a:lnTo>
                  <a:pt x="5531008" y="758469"/>
                </a:lnTo>
                <a:cubicBezTo>
                  <a:pt x="5531760" y="757718"/>
                  <a:pt x="5532737" y="757342"/>
                  <a:pt x="5533638" y="757342"/>
                </a:cubicBezTo>
                <a:close/>
                <a:moveTo>
                  <a:pt x="10996521" y="687550"/>
                </a:moveTo>
                <a:cubicBezTo>
                  <a:pt x="10998626" y="687550"/>
                  <a:pt x="11000278" y="689202"/>
                  <a:pt x="11000278" y="691306"/>
                </a:cubicBezTo>
                <a:lnTo>
                  <a:pt x="11000278" y="911066"/>
                </a:lnTo>
                <a:lnTo>
                  <a:pt x="10881492" y="911066"/>
                </a:lnTo>
                <a:cubicBezTo>
                  <a:pt x="10879389" y="911066"/>
                  <a:pt x="10877735" y="909338"/>
                  <a:pt x="10877735" y="907308"/>
                </a:cubicBezTo>
                <a:cubicBezTo>
                  <a:pt x="10877735" y="905279"/>
                  <a:pt x="10879389" y="903553"/>
                  <a:pt x="10881492" y="903553"/>
                </a:cubicBezTo>
                <a:lnTo>
                  <a:pt x="10992764" y="903553"/>
                </a:lnTo>
                <a:lnTo>
                  <a:pt x="10992764" y="691382"/>
                </a:lnTo>
                <a:cubicBezTo>
                  <a:pt x="10992764" y="689352"/>
                  <a:pt x="10994418" y="687624"/>
                  <a:pt x="10996521" y="687624"/>
                </a:cubicBezTo>
                <a:close/>
                <a:moveTo>
                  <a:pt x="1187482" y="687550"/>
                </a:moveTo>
                <a:lnTo>
                  <a:pt x="1187482" y="687624"/>
                </a:lnTo>
                <a:cubicBezTo>
                  <a:pt x="1189585" y="687624"/>
                  <a:pt x="1191238" y="689352"/>
                  <a:pt x="1191238" y="691382"/>
                </a:cubicBezTo>
                <a:lnTo>
                  <a:pt x="1191238" y="903553"/>
                </a:lnTo>
                <a:lnTo>
                  <a:pt x="1302511" y="903553"/>
                </a:lnTo>
                <a:cubicBezTo>
                  <a:pt x="1304614" y="903553"/>
                  <a:pt x="1306268" y="905279"/>
                  <a:pt x="1306268" y="907308"/>
                </a:cubicBezTo>
                <a:cubicBezTo>
                  <a:pt x="1306268" y="909338"/>
                  <a:pt x="1304614" y="911066"/>
                  <a:pt x="1302511" y="911066"/>
                </a:cubicBezTo>
                <a:lnTo>
                  <a:pt x="1183725" y="911066"/>
                </a:lnTo>
                <a:lnTo>
                  <a:pt x="1183725" y="691306"/>
                </a:lnTo>
                <a:cubicBezTo>
                  <a:pt x="1183725" y="689202"/>
                  <a:pt x="1185378" y="687550"/>
                  <a:pt x="1187482" y="687550"/>
                </a:cubicBezTo>
                <a:close/>
                <a:moveTo>
                  <a:pt x="10126779" y="686272"/>
                </a:moveTo>
                <a:cubicBezTo>
                  <a:pt x="10128883" y="686272"/>
                  <a:pt x="10130537" y="687925"/>
                  <a:pt x="10130537" y="690029"/>
                </a:cubicBezTo>
                <a:lnTo>
                  <a:pt x="10130537" y="727596"/>
                </a:lnTo>
                <a:lnTo>
                  <a:pt x="10128508" y="729625"/>
                </a:lnTo>
                <a:lnTo>
                  <a:pt x="10265099" y="729625"/>
                </a:lnTo>
                <a:cubicBezTo>
                  <a:pt x="10267203" y="729625"/>
                  <a:pt x="10268856" y="731353"/>
                  <a:pt x="10268856" y="733381"/>
                </a:cubicBezTo>
                <a:cubicBezTo>
                  <a:pt x="10268856" y="735410"/>
                  <a:pt x="10267203" y="737137"/>
                  <a:pt x="10265099" y="737137"/>
                </a:cubicBezTo>
                <a:lnTo>
                  <a:pt x="10003786" y="737137"/>
                </a:lnTo>
                <a:lnTo>
                  <a:pt x="10003786" y="1262461"/>
                </a:lnTo>
                <a:cubicBezTo>
                  <a:pt x="10003786" y="1264489"/>
                  <a:pt x="10002133" y="1266217"/>
                  <a:pt x="10000029" y="1266217"/>
                </a:cubicBezTo>
                <a:cubicBezTo>
                  <a:pt x="9997926" y="1266217"/>
                  <a:pt x="9996273" y="1264564"/>
                  <a:pt x="9996273" y="1262461"/>
                </a:cubicBezTo>
                <a:lnTo>
                  <a:pt x="9996273" y="729625"/>
                </a:lnTo>
                <a:lnTo>
                  <a:pt x="10125051" y="729625"/>
                </a:lnTo>
                <a:lnTo>
                  <a:pt x="10123023" y="727596"/>
                </a:lnTo>
                <a:lnTo>
                  <a:pt x="10123023" y="690029"/>
                </a:lnTo>
                <a:cubicBezTo>
                  <a:pt x="10123023" y="688002"/>
                  <a:pt x="10124675" y="686272"/>
                  <a:pt x="10126779" y="686272"/>
                </a:cubicBezTo>
                <a:close/>
                <a:moveTo>
                  <a:pt x="2057224" y="686272"/>
                </a:moveTo>
                <a:cubicBezTo>
                  <a:pt x="2059327" y="686272"/>
                  <a:pt x="2060979" y="688002"/>
                  <a:pt x="2060979" y="690029"/>
                </a:cubicBezTo>
                <a:lnTo>
                  <a:pt x="2060979" y="727596"/>
                </a:lnTo>
                <a:lnTo>
                  <a:pt x="2058951" y="729625"/>
                </a:lnTo>
                <a:lnTo>
                  <a:pt x="2187730" y="729625"/>
                </a:lnTo>
                <a:lnTo>
                  <a:pt x="2187730" y="1262461"/>
                </a:lnTo>
                <a:cubicBezTo>
                  <a:pt x="2187730" y="1264564"/>
                  <a:pt x="2186077" y="1266217"/>
                  <a:pt x="2183974" y="1266217"/>
                </a:cubicBezTo>
                <a:cubicBezTo>
                  <a:pt x="2181869" y="1266217"/>
                  <a:pt x="2180217" y="1264489"/>
                  <a:pt x="2180217" y="1262461"/>
                </a:cubicBezTo>
                <a:lnTo>
                  <a:pt x="2180217" y="737137"/>
                </a:lnTo>
                <a:lnTo>
                  <a:pt x="1918904" y="737137"/>
                </a:lnTo>
                <a:cubicBezTo>
                  <a:pt x="1916799" y="737137"/>
                  <a:pt x="1915146" y="735410"/>
                  <a:pt x="1915146" y="733381"/>
                </a:cubicBezTo>
                <a:cubicBezTo>
                  <a:pt x="1915146" y="731353"/>
                  <a:pt x="1916799" y="729625"/>
                  <a:pt x="1918904" y="729625"/>
                </a:cubicBezTo>
                <a:lnTo>
                  <a:pt x="2055495" y="729625"/>
                </a:lnTo>
                <a:lnTo>
                  <a:pt x="2053467" y="727596"/>
                </a:lnTo>
                <a:lnTo>
                  <a:pt x="2053467" y="690029"/>
                </a:lnTo>
                <a:cubicBezTo>
                  <a:pt x="2053467" y="687925"/>
                  <a:pt x="2055119" y="686272"/>
                  <a:pt x="2057224" y="686272"/>
                </a:cubicBezTo>
                <a:close/>
                <a:moveTo>
                  <a:pt x="8098031" y="686269"/>
                </a:moveTo>
                <a:cubicBezTo>
                  <a:pt x="8100135" y="686269"/>
                  <a:pt x="8101788" y="687922"/>
                  <a:pt x="8101788" y="690025"/>
                </a:cubicBezTo>
                <a:lnTo>
                  <a:pt x="8101788" y="729621"/>
                </a:lnTo>
                <a:lnTo>
                  <a:pt x="8228463" y="729621"/>
                </a:lnTo>
                <a:lnTo>
                  <a:pt x="8228463" y="1262461"/>
                </a:lnTo>
                <a:cubicBezTo>
                  <a:pt x="8228463" y="1264489"/>
                  <a:pt x="8226810" y="1266217"/>
                  <a:pt x="8224706" y="1266217"/>
                </a:cubicBezTo>
                <a:cubicBezTo>
                  <a:pt x="8222602" y="1266217"/>
                  <a:pt x="8220950" y="1264564"/>
                  <a:pt x="8220950" y="1262461"/>
                </a:cubicBezTo>
                <a:lnTo>
                  <a:pt x="8220950" y="737134"/>
                </a:lnTo>
                <a:lnTo>
                  <a:pt x="8100963" y="737134"/>
                </a:lnTo>
                <a:lnTo>
                  <a:pt x="8098031" y="740064"/>
                </a:lnTo>
                <a:lnTo>
                  <a:pt x="8095101" y="737134"/>
                </a:lnTo>
                <a:lnTo>
                  <a:pt x="7959711" y="737134"/>
                </a:lnTo>
                <a:cubicBezTo>
                  <a:pt x="7957608" y="737134"/>
                  <a:pt x="7955955" y="735407"/>
                  <a:pt x="7955955" y="733378"/>
                </a:cubicBezTo>
                <a:cubicBezTo>
                  <a:pt x="7955955" y="731350"/>
                  <a:pt x="7957608" y="729621"/>
                  <a:pt x="7959711" y="729621"/>
                </a:cubicBezTo>
                <a:lnTo>
                  <a:pt x="8094275" y="729621"/>
                </a:lnTo>
                <a:lnTo>
                  <a:pt x="8094275" y="690025"/>
                </a:lnTo>
                <a:cubicBezTo>
                  <a:pt x="8094275" y="687998"/>
                  <a:pt x="8095928" y="686269"/>
                  <a:pt x="8098031" y="686269"/>
                </a:cubicBezTo>
                <a:close/>
                <a:moveTo>
                  <a:pt x="4085972" y="686269"/>
                </a:moveTo>
                <a:cubicBezTo>
                  <a:pt x="4088075" y="686269"/>
                  <a:pt x="4089728" y="687998"/>
                  <a:pt x="4089728" y="690025"/>
                </a:cubicBezTo>
                <a:lnTo>
                  <a:pt x="4089728" y="729621"/>
                </a:lnTo>
                <a:lnTo>
                  <a:pt x="4224292" y="729621"/>
                </a:lnTo>
                <a:cubicBezTo>
                  <a:pt x="4226395" y="729621"/>
                  <a:pt x="4228048" y="731350"/>
                  <a:pt x="4228048" y="733378"/>
                </a:cubicBezTo>
                <a:cubicBezTo>
                  <a:pt x="4228048" y="735407"/>
                  <a:pt x="4226395" y="737134"/>
                  <a:pt x="4224292" y="737134"/>
                </a:cubicBezTo>
                <a:lnTo>
                  <a:pt x="4088902" y="737134"/>
                </a:lnTo>
                <a:lnTo>
                  <a:pt x="4085972" y="740064"/>
                </a:lnTo>
                <a:lnTo>
                  <a:pt x="4083041" y="737134"/>
                </a:lnTo>
                <a:lnTo>
                  <a:pt x="3963054" y="737134"/>
                </a:lnTo>
                <a:lnTo>
                  <a:pt x="3963054" y="1262461"/>
                </a:lnTo>
                <a:cubicBezTo>
                  <a:pt x="3963054" y="1264564"/>
                  <a:pt x="3961400" y="1266217"/>
                  <a:pt x="3959296" y="1266217"/>
                </a:cubicBezTo>
                <a:cubicBezTo>
                  <a:pt x="3957193" y="1266217"/>
                  <a:pt x="3955539" y="1264489"/>
                  <a:pt x="3955539" y="1262461"/>
                </a:cubicBezTo>
                <a:lnTo>
                  <a:pt x="3955539" y="729621"/>
                </a:lnTo>
                <a:lnTo>
                  <a:pt x="4082214" y="729621"/>
                </a:lnTo>
                <a:lnTo>
                  <a:pt x="4082214" y="690025"/>
                </a:lnTo>
                <a:cubicBezTo>
                  <a:pt x="4082214" y="687922"/>
                  <a:pt x="4083868" y="686269"/>
                  <a:pt x="4085972" y="686269"/>
                </a:cubicBezTo>
                <a:close/>
                <a:moveTo>
                  <a:pt x="7232497" y="658240"/>
                </a:moveTo>
                <a:cubicBezTo>
                  <a:pt x="7245870" y="658240"/>
                  <a:pt x="7256764" y="669209"/>
                  <a:pt x="7256764" y="682659"/>
                </a:cubicBezTo>
                <a:cubicBezTo>
                  <a:pt x="7256764" y="696183"/>
                  <a:pt x="7245870" y="707076"/>
                  <a:pt x="7232497" y="707076"/>
                </a:cubicBezTo>
                <a:lnTo>
                  <a:pt x="7232046" y="706889"/>
                </a:lnTo>
                <a:lnTo>
                  <a:pt x="7232046" y="903626"/>
                </a:lnTo>
                <a:lnTo>
                  <a:pt x="7343318" y="903626"/>
                </a:lnTo>
                <a:cubicBezTo>
                  <a:pt x="7345422" y="903626"/>
                  <a:pt x="7347075" y="905354"/>
                  <a:pt x="7347075" y="907383"/>
                </a:cubicBezTo>
                <a:cubicBezTo>
                  <a:pt x="7347075" y="909413"/>
                  <a:pt x="7345422" y="911140"/>
                  <a:pt x="7343318" y="911140"/>
                </a:cubicBezTo>
                <a:lnTo>
                  <a:pt x="7224533" y="911140"/>
                </a:lnTo>
                <a:lnTo>
                  <a:pt x="7224533" y="703762"/>
                </a:lnTo>
                <a:lnTo>
                  <a:pt x="7215347" y="699940"/>
                </a:lnTo>
                <a:cubicBezTo>
                  <a:pt x="7210952" y="695526"/>
                  <a:pt x="7208228" y="689421"/>
                  <a:pt x="7208228" y="682659"/>
                </a:cubicBezTo>
                <a:cubicBezTo>
                  <a:pt x="7208228" y="669135"/>
                  <a:pt x="7219122" y="658240"/>
                  <a:pt x="7232497" y="658240"/>
                </a:cubicBezTo>
                <a:close/>
                <a:moveTo>
                  <a:pt x="4951507" y="658240"/>
                </a:moveTo>
                <a:cubicBezTo>
                  <a:pt x="4964880" y="658240"/>
                  <a:pt x="4975775" y="669135"/>
                  <a:pt x="4975775" y="682659"/>
                </a:cubicBezTo>
                <a:cubicBezTo>
                  <a:pt x="4975775" y="689421"/>
                  <a:pt x="4973052" y="695526"/>
                  <a:pt x="4968656" y="699940"/>
                </a:cubicBezTo>
                <a:lnTo>
                  <a:pt x="4959471" y="703762"/>
                </a:lnTo>
                <a:lnTo>
                  <a:pt x="4959471" y="911140"/>
                </a:lnTo>
                <a:lnTo>
                  <a:pt x="4840685" y="911140"/>
                </a:lnTo>
                <a:cubicBezTo>
                  <a:pt x="4838582" y="911140"/>
                  <a:pt x="4836928" y="909413"/>
                  <a:pt x="4836928" y="907383"/>
                </a:cubicBezTo>
                <a:cubicBezTo>
                  <a:pt x="4836928" y="905354"/>
                  <a:pt x="4838582" y="903626"/>
                  <a:pt x="4840685" y="903626"/>
                </a:cubicBezTo>
                <a:lnTo>
                  <a:pt x="4951957" y="903626"/>
                </a:lnTo>
                <a:lnTo>
                  <a:pt x="4951957" y="706889"/>
                </a:lnTo>
                <a:lnTo>
                  <a:pt x="4951507" y="707076"/>
                </a:lnTo>
                <a:cubicBezTo>
                  <a:pt x="4938133" y="707076"/>
                  <a:pt x="4927239" y="696183"/>
                  <a:pt x="4927239" y="682659"/>
                </a:cubicBezTo>
                <a:cubicBezTo>
                  <a:pt x="4927239" y="669209"/>
                  <a:pt x="4938133" y="658240"/>
                  <a:pt x="4951507" y="658240"/>
                </a:cubicBezTo>
                <a:close/>
                <a:moveTo>
                  <a:pt x="9986129" y="622634"/>
                </a:moveTo>
                <a:lnTo>
                  <a:pt x="10256459" y="622634"/>
                </a:lnTo>
                <a:lnTo>
                  <a:pt x="10256533" y="622709"/>
                </a:lnTo>
                <a:cubicBezTo>
                  <a:pt x="10258638" y="622709"/>
                  <a:pt x="10260291" y="624437"/>
                  <a:pt x="10260291" y="626466"/>
                </a:cubicBezTo>
                <a:cubicBezTo>
                  <a:pt x="10260291" y="628494"/>
                  <a:pt x="10258638" y="630223"/>
                  <a:pt x="10256533" y="630223"/>
                </a:cubicBezTo>
                <a:lnTo>
                  <a:pt x="9991014" y="630223"/>
                </a:lnTo>
                <a:lnTo>
                  <a:pt x="9946235" y="728422"/>
                </a:lnTo>
                <a:lnTo>
                  <a:pt x="9946235" y="1311597"/>
                </a:lnTo>
                <a:cubicBezTo>
                  <a:pt x="9946235" y="1313626"/>
                  <a:pt x="9944581" y="1315355"/>
                  <a:pt x="9942477" y="1315355"/>
                </a:cubicBezTo>
                <a:cubicBezTo>
                  <a:pt x="9940374" y="1315355"/>
                  <a:pt x="9938721" y="1313700"/>
                  <a:pt x="9938721" y="1311597"/>
                </a:cubicBezTo>
                <a:lnTo>
                  <a:pt x="9938721" y="727596"/>
                </a:lnTo>
                <a:close/>
                <a:moveTo>
                  <a:pt x="1927543" y="622634"/>
                </a:moveTo>
                <a:lnTo>
                  <a:pt x="2197873" y="622634"/>
                </a:lnTo>
                <a:lnTo>
                  <a:pt x="2245281" y="727596"/>
                </a:lnTo>
                <a:lnTo>
                  <a:pt x="2245281" y="1311597"/>
                </a:lnTo>
                <a:cubicBezTo>
                  <a:pt x="2245281" y="1313700"/>
                  <a:pt x="2243629" y="1315355"/>
                  <a:pt x="2241525" y="1315355"/>
                </a:cubicBezTo>
                <a:cubicBezTo>
                  <a:pt x="2239421" y="1315355"/>
                  <a:pt x="2237769" y="1313626"/>
                  <a:pt x="2237769" y="1311597"/>
                </a:cubicBezTo>
                <a:lnTo>
                  <a:pt x="2237769" y="728422"/>
                </a:lnTo>
                <a:lnTo>
                  <a:pt x="2192990" y="630223"/>
                </a:lnTo>
                <a:lnTo>
                  <a:pt x="1927469" y="630223"/>
                </a:lnTo>
                <a:cubicBezTo>
                  <a:pt x="1925365" y="630223"/>
                  <a:pt x="1923712" y="628494"/>
                  <a:pt x="1923712" y="626466"/>
                </a:cubicBezTo>
                <a:cubicBezTo>
                  <a:pt x="1923712" y="624437"/>
                  <a:pt x="1925365" y="622709"/>
                  <a:pt x="1927469" y="622709"/>
                </a:cubicBezTo>
                <a:close/>
                <a:moveTo>
                  <a:pt x="8238831" y="622557"/>
                </a:moveTo>
                <a:lnTo>
                  <a:pt x="8286240" y="726690"/>
                </a:lnTo>
                <a:lnTo>
                  <a:pt x="8286240" y="1311523"/>
                </a:lnTo>
                <a:cubicBezTo>
                  <a:pt x="8286240" y="1313551"/>
                  <a:pt x="8284588" y="1315278"/>
                  <a:pt x="8282483" y="1315278"/>
                </a:cubicBezTo>
                <a:cubicBezTo>
                  <a:pt x="8280380" y="1315278"/>
                  <a:pt x="8278727" y="1313626"/>
                  <a:pt x="8278727" y="1311523"/>
                </a:cubicBezTo>
                <a:lnTo>
                  <a:pt x="8278727" y="728343"/>
                </a:lnTo>
                <a:lnTo>
                  <a:pt x="8233947" y="630145"/>
                </a:lnTo>
                <a:lnTo>
                  <a:pt x="7968427" y="630145"/>
                </a:lnTo>
                <a:cubicBezTo>
                  <a:pt x="7966323" y="630145"/>
                  <a:pt x="7964671" y="628417"/>
                  <a:pt x="7964671" y="626388"/>
                </a:cubicBezTo>
                <a:cubicBezTo>
                  <a:pt x="7964671" y="624360"/>
                  <a:pt x="7966323" y="622631"/>
                  <a:pt x="7968427" y="622631"/>
                </a:cubicBezTo>
                <a:lnTo>
                  <a:pt x="8238756" y="622631"/>
                </a:lnTo>
                <a:close/>
                <a:moveTo>
                  <a:pt x="3945172" y="622557"/>
                </a:moveTo>
                <a:lnTo>
                  <a:pt x="3945247" y="622631"/>
                </a:lnTo>
                <a:lnTo>
                  <a:pt x="4215576" y="622631"/>
                </a:lnTo>
                <a:cubicBezTo>
                  <a:pt x="4217679" y="622631"/>
                  <a:pt x="4219333" y="624360"/>
                  <a:pt x="4219333" y="626388"/>
                </a:cubicBezTo>
                <a:cubicBezTo>
                  <a:pt x="4219333" y="628417"/>
                  <a:pt x="4217679" y="630145"/>
                  <a:pt x="4215576" y="630145"/>
                </a:cubicBezTo>
                <a:lnTo>
                  <a:pt x="3950056" y="630145"/>
                </a:lnTo>
                <a:lnTo>
                  <a:pt x="3905275" y="728343"/>
                </a:lnTo>
                <a:lnTo>
                  <a:pt x="3905275" y="1311523"/>
                </a:lnTo>
                <a:cubicBezTo>
                  <a:pt x="3905275" y="1313626"/>
                  <a:pt x="3903622" y="1315278"/>
                  <a:pt x="3901519" y="1315278"/>
                </a:cubicBezTo>
                <a:cubicBezTo>
                  <a:pt x="3899415" y="1315278"/>
                  <a:pt x="3897762" y="1313551"/>
                  <a:pt x="3897762" y="1311523"/>
                </a:cubicBezTo>
                <a:lnTo>
                  <a:pt x="3897762" y="726690"/>
                </a:lnTo>
                <a:close/>
                <a:moveTo>
                  <a:pt x="8303295" y="590170"/>
                </a:moveTo>
                <a:cubicBezTo>
                  <a:pt x="8316669" y="590170"/>
                  <a:pt x="8327564" y="601139"/>
                  <a:pt x="8327564" y="614588"/>
                </a:cubicBezTo>
                <a:cubicBezTo>
                  <a:pt x="8327564" y="621351"/>
                  <a:pt x="8324841" y="627454"/>
                  <a:pt x="8320445" y="631868"/>
                </a:cubicBezTo>
                <a:lnTo>
                  <a:pt x="8316435" y="633537"/>
                </a:lnTo>
                <a:lnTo>
                  <a:pt x="8352357" y="703626"/>
                </a:lnTo>
                <a:lnTo>
                  <a:pt x="8352357" y="1498680"/>
                </a:lnTo>
                <a:lnTo>
                  <a:pt x="8555669" y="1498680"/>
                </a:lnTo>
                <a:lnTo>
                  <a:pt x="8560156" y="1487785"/>
                </a:lnTo>
                <a:cubicBezTo>
                  <a:pt x="8564552" y="1483371"/>
                  <a:pt x="8570620" y="1480647"/>
                  <a:pt x="8577306" y="1480647"/>
                </a:cubicBezTo>
                <a:cubicBezTo>
                  <a:pt x="8590680" y="1480647"/>
                  <a:pt x="8601574" y="1491616"/>
                  <a:pt x="8601574" y="1505066"/>
                </a:cubicBezTo>
                <a:cubicBezTo>
                  <a:pt x="8601574" y="1518590"/>
                  <a:pt x="8590680" y="1529483"/>
                  <a:pt x="8577306" y="1529483"/>
                </a:cubicBezTo>
                <a:cubicBezTo>
                  <a:pt x="8570620" y="1529483"/>
                  <a:pt x="8564552" y="1526760"/>
                  <a:pt x="8560156" y="1522346"/>
                </a:cubicBezTo>
                <a:lnTo>
                  <a:pt x="8553503" y="1506193"/>
                </a:lnTo>
                <a:lnTo>
                  <a:pt x="8223880" y="1506193"/>
                </a:lnTo>
                <a:lnTo>
                  <a:pt x="8223880" y="1352095"/>
                </a:lnTo>
                <a:cubicBezTo>
                  <a:pt x="8223880" y="1350066"/>
                  <a:pt x="8225533" y="1348337"/>
                  <a:pt x="8227637" y="1348337"/>
                </a:cubicBezTo>
                <a:cubicBezTo>
                  <a:pt x="8229740" y="1348337"/>
                  <a:pt x="8231394" y="1349990"/>
                  <a:pt x="8231394" y="1352095"/>
                </a:cubicBezTo>
                <a:lnTo>
                  <a:pt x="8231394" y="1498680"/>
                </a:lnTo>
                <a:lnTo>
                  <a:pt x="8344844" y="1498680"/>
                </a:lnTo>
                <a:lnTo>
                  <a:pt x="8344844" y="705504"/>
                </a:lnTo>
                <a:lnTo>
                  <a:pt x="8309438" y="636450"/>
                </a:lnTo>
                <a:lnTo>
                  <a:pt x="8303295" y="639006"/>
                </a:lnTo>
                <a:cubicBezTo>
                  <a:pt x="8289921" y="639006"/>
                  <a:pt x="8279028" y="628112"/>
                  <a:pt x="8279028" y="614588"/>
                </a:cubicBezTo>
                <a:cubicBezTo>
                  <a:pt x="8279028" y="601064"/>
                  <a:pt x="8289921" y="590170"/>
                  <a:pt x="8303295" y="590170"/>
                </a:cubicBezTo>
                <a:close/>
                <a:moveTo>
                  <a:pt x="3880708" y="590170"/>
                </a:moveTo>
                <a:cubicBezTo>
                  <a:pt x="3894081" y="590170"/>
                  <a:pt x="3904976" y="601064"/>
                  <a:pt x="3904976" y="614588"/>
                </a:cubicBezTo>
                <a:cubicBezTo>
                  <a:pt x="3904976" y="628112"/>
                  <a:pt x="3894081" y="639006"/>
                  <a:pt x="3880708" y="639006"/>
                </a:cubicBezTo>
                <a:lnTo>
                  <a:pt x="3874564" y="636450"/>
                </a:lnTo>
                <a:lnTo>
                  <a:pt x="3839159" y="705504"/>
                </a:lnTo>
                <a:lnTo>
                  <a:pt x="3839159" y="1498680"/>
                </a:lnTo>
                <a:lnTo>
                  <a:pt x="3952610" y="1498680"/>
                </a:lnTo>
                <a:lnTo>
                  <a:pt x="3952610" y="1352095"/>
                </a:lnTo>
                <a:cubicBezTo>
                  <a:pt x="3952610" y="1349990"/>
                  <a:pt x="3954263" y="1348337"/>
                  <a:pt x="3956367" y="1348337"/>
                </a:cubicBezTo>
                <a:cubicBezTo>
                  <a:pt x="3958471" y="1348337"/>
                  <a:pt x="3960124" y="1350066"/>
                  <a:pt x="3960124" y="1352095"/>
                </a:cubicBezTo>
                <a:lnTo>
                  <a:pt x="3960124" y="1506193"/>
                </a:lnTo>
                <a:lnTo>
                  <a:pt x="3630499" y="1506193"/>
                </a:lnTo>
                <a:lnTo>
                  <a:pt x="3623846" y="1522346"/>
                </a:lnTo>
                <a:cubicBezTo>
                  <a:pt x="3619450" y="1526760"/>
                  <a:pt x="3613384" y="1529483"/>
                  <a:pt x="3606696" y="1529483"/>
                </a:cubicBezTo>
                <a:cubicBezTo>
                  <a:pt x="3593323" y="1529483"/>
                  <a:pt x="3582429" y="1518590"/>
                  <a:pt x="3582429" y="1505066"/>
                </a:cubicBezTo>
                <a:cubicBezTo>
                  <a:pt x="3582429" y="1491616"/>
                  <a:pt x="3593323" y="1480647"/>
                  <a:pt x="3606696" y="1480647"/>
                </a:cubicBezTo>
                <a:cubicBezTo>
                  <a:pt x="3613384" y="1480647"/>
                  <a:pt x="3619450" y="1483371"/>
                  <a:pt x="3623846" y="1487785"/>
                </a:cubicBezTo>
                <a:lnTo>
                  <a:pt x="3628333" y="1498680"/>
                </a:lnTo>
                <a:lnTo>
                  <a:pt x="3831645" y="1498680"/>
                </a:lnTo>
                <a:lnTo>
                  <a:pt x="3831645" y="703626"/>
                </a:lnTo>
                <a:lnTo>
                  <a:pt x="3867567" y="633537"/>
                </a:lnTo>
                <a:lnTo>
                  <a:pt x="3863559" y="631868"/>
                </a:lnTo>
                <a:cubicBezTo>
                  <a:pt x="3859163" y="627454"/>
                  <a:pt x="3856439" y="621351"/>
                  <a:pt x="3856439" y="614588"/>
                </a:cubicBezTo>
                <a:cubicBezTo>
                  <a:pt x="3856439" y="601139"/>
                  <a:pt x="3867333" y="590170"/>
                  <a:pt x="3880708" y="590170"/>
                </a:cubicBezTo>
                <a:close/>
                <a:moveTo>
                  <a:pt x="9919562" y="580025"/>
                </a:moveTo>
                <a:cubicBezTo>
                  <a:pt x="9932964" y="580025"/>
                  <a:pt x="9943829" y="590958"/>
                  <a:pt x="9943829" y="604444"/>
                </a:cubicBezTo>
                <a:cubicBezTo>
                  <a:pt x="9943829" y="617929"/>
                  <a:pt x="9932964" y="628862"/>
                  <a:pt x="9919562" y="628862"/>
                </a:cubicBezTo>
                <a:lnTo>
                  <a:pt x="9919255" y="628734"/>
                </a:lnTo>
                <a:lnTo>
                  <a:pt x="9879891" y="705507"/>
                </a:lnTo>
                <a:lnTo>
                  <a:pt x="9879891" y="1498680"/>
                </a:lnTo>
                <a:lnTo>
                  <a:pt x="9993417" y="1498680"/>
                </a:lnTo>
                <a:lnTo>
                  <a:pt x="9993417" y="1352095"/>
                </a:lnTo>
                <a:cubicBezTo>
                  <a:pt x="9993417" y="1350066"/>
                  <a:pt x="9995072" y="1348337"/>
                  <a:pt x="9997174" y="1348337"/>
                </a:cubicBezTo>
                <a:lnTo>
                  <a:pt x="9997249" y="1348337"/>
                </a:lnTo>
                <a:cubicBezTo>
                  <a:pt x="9999354" y="1348337"/>
                  <a:pt x="10001006" y="1349990"/>
                  <a:pt x="10001006" y="1352095"/>
                </a:cubicBezTo>
                <a:lnTo>
                  <a:pt x="10001006" y="1506193"/>
                </a:lnTo>
                <a:lnTo>
                  <a:pt x="9642847" y="1506193"/>
                </a:lnTo>
                <a:cubicBezTo>
                  <a:pt x="9640743" y="1506193"/>
                  <a:pt x="9639089" y="1504465"/>
                  <a:pt x="9639089" y="1502436"/>
                </a:cubicBezTo>
                <a:cubicBezTo>
                  <a:pt x="9639089" y="1500408"/>
                  <a:pt x="9640743" y="1498680"/>
                  <a:pt x="9642847" y="1498680"/>
                </a:cubicBezTo>
                <a:lnTo>
                  <a:pt x="9872378" y="1498680"/>
                </a:lnTo>
                <a:lnTo>
                  <a:pt x="9872378" y="703629"/>
                </a:lnTo>
                <a:lnTo>
                  <a:pt x="9912258" y="625818"/>
                </a:lnTo>
                <a:lnTo>
                  <a:pt x="9902401" y="621710"/>
                </a:lnTo>
                <a:cubicBezTo>
                  <a:pt x="9898009" y="617291"/>
                  <a:pt x="9895293" y="611186"/>
                  <a:pt x="9895293" y="604444"/>
                </a:cubicBezTo>
                <a:cubicBezTo>
                  <a:pt x="9895293" y="590958"/>
                  <a:pt x="9906158" y="580025"/>
                  <a:pt x="9919562" y="580025"/>
                </a:cubicBezTo>
                <a:close/>
                <a:moveTo>
                  <a:pt x="2264441" y="580025"/>
                </a:moveTo>
                <a:cubicBezTo>
                  <a:pt x="2277845" y="580025"/>
                  <a:pt x="2288710" y="590958"/>
                  <a:pt x="2288710" y="604444"/>
                </a:cubicBezTo>
                <a:cubicBezTo>
                  <a:pt x="2288710" y="611186"/>
                  <a:pt x="2285993" y="617291"/>
                  <a:pt x="2281601" y="621710"/>
                </a:cubicBezTo>
                <a:lnTo>
                  <a:pt x="2271746" y="625818"/>
                </a:lnTo>
                <a:lnTo>
                  <a:pt x="2311625" y="703629"/>
                </a:lnTo>
                <a:lnTo>
                  <a:pt x="2311625" y="1498680"/>
                </a:lnTo>
                <a:lnTo>
                  <a:pt x="2541156" y="1498680"/>
                </a:lnTo>
                <a:cubicBezTo>
                  <a:pt x="2543261" y="1498680"/>
                  <a:pt x="2544913" y="1500408"/>
                  <a:pt x="2544913" y="1502436"/>
                </a:cubicBezTo>
                <a:cubicBezTo>
                  <a:pt x="2544913" y="1504465"/>
                  <a:pt x="2543261" y="1506193"/>
                  <a:pt x="2541156" y="1506193"/>
                </a:cubicBezTo>
                <a:lnTo>
                  <a:pt x="2182997" y="1506193"/>
                </a:lnTo>
                <a:lnTo>
                  <a:pt x="2182997" y="1352095"/>
                </a:lnTo>
                <a:cubicBezTo>
                  <a:pt x="2182997" y="1349990"/>
                  <a:pt x="2184649" y="1348337"/>
                  <a:pt x="2186754" y="1348337"/>
                </a:cubicBezTo>
                <a:lnTo>
                  <a:pt x="2186828" y="1348337"/>
                </a:lnTo>
                <a:cubicBezTo>
                  <a:pt x="2188931" y="1348337"/>
                  <a:pt x="2190585" y="1350066"/>
                  <a:pt x="2190585" y="1352095"/>
                </a:cubicBezTo>
                <a:lnTo>
                  <a:pt x="2190585" y="1498680"/>
                </a:lnTo>
                <a:lnTo>
                  <a:pt x="2304111" y="1498680"/>
                </a:lnTo>
                <a:lnTo>
                  <a:pt x="2304111" y="705507"/>
                </a:lnTo>
                <a:lnTo>
                  <a:pt x="2264748" y="628734"/>
                </a:lnTo>
                <a:lnTo>
                  <a:pt x="2264441" y="628862"/>
                </a:lnTo>
                <a:cubicBezTo>
                  <a:pt x="2251039" y="628862"/>
                  <a:pt x="2240174" y="617929"/>
                  <a:pt x="2240174" y="604444"/>
                </a:cubicBezTo>
                <a:cubicBezTo>
                  <a:pt x="2240174" y="590958"/>
                  <a:pt x="2251039" y="580025"/>
                  <a:pt x="2264441" y="580025"/>
                </a:cubicBezTo>
                <a:close/>
                <a:moveTo>
                  <a:pt x="10938969" y="564706"/>
                </a:moveTo>
                <a:lnTo>
                  <a:pt x="11067071" y="564706"/>
                </a:lnTo>
                <a:lnTo>
                  <a:pt x="11067071" y="564781"/>
                </a:lnTo>
                <a:lnTo>
                  <a:pt x="11067071" y="835111"/>
                </a:lnTo>
                <a:lnTo>
                  <a:pt x="11228532" y="997091"/>
                </a:lnTo>
                <a:lnTo>
                  <a:pt x="11228532" y="1400556"/>
                </a:lnTo>
                <a:lnTo>
                  <a:pt x="11064291" y="1565324"/>
                </a:lnTo>
                <a:lnTo>
                  <a:pt x="11064291" y="1909132"/>
                </a:lnTo>
                <a:cubicBezTo>
                  <a:pt x="11064291" y="1911161"/>
                  <a:pt x="11062637" y="1912889"/>
                  <a:pt x="11060535" y="1912889"/>
                </a:cubicBezTo>
                <a:cubicBezTo>
                  <a:pt x="11058431" y="1912889"/>
                  <a:pt x="11056777" y="1911236"/>
                  <a:pt x="11056777" y="1909132"/>
                </a:cubicBezTo>
                <a:lnTo>
                  <a:pt x="11056777" y="1562166"/>
                </a:lnTo>
                <a:lnTo>
                  <a:pt x="11221019" y="1397400"/>
                </a:lnTo>
                <a:lnTo>
                  <a:pt x="11221019" y="1000171"/>
                </a:lnTo>
                <a:lnTo>
                  <a:pt x="11059558" y="838190"/>
                </a:lnTo>
                <a:lnTo>
                  <a:pt x="11059558" y="572295"/>
                </a:lnTo>
                <a:lnTo>
                  <a:pt x="10946482" y="572295"/>
                </a:lnTo>
                <a:lnTo>
                  <a:pt x="10946482" y="750662"/>
                </a:lnTo>
                <a:lnTo>
                  <a:pt x="10524233" y="1174480"/>
                </a:lnTo>
                <a:cubicBezTo>
                  <a:pt x="10522730" y="1175982"/>
                  <a:pt x="10520402" y="1175982"/>
                  <a:pt x="10518899" y="1174480"/>
                </a:cubicBezTo>
                <a:cubicBezTo>
                  <a:pt x="10517396" y="1173053"/>
                  <a:pt x="10517396" y="1170647"/>
                  <a:pt x="10518899" y="1169145"/>
                </a:cubicBezTo>
                <a:lnTo>
                  <a:pt x="10938969" y="747580"/>
                </a:lnTo>
                <a:close/>
                <a:moveTo>
                  <a:pt x="1116931" y="564706"/>
                </a:moveTo>
                <a:lnTo>
                  <a:pt x="1245033" y="564706"/>
                </a:lnTo>
                <a:lnTo>
                  <a:pt x="1245033" y="747580"/>
                </a:lnTo>
                <a:lnTo>
                  <a:pt x="1665103" y="1169145"/>
                </a:lnTo>
                <a:cubicBezTo>
                  <a:pt x="1666607" y="1170647"/>
                  <a:pt x="1666607" y="1173053"/>
                  <a:pt x="1665103" y="1174480"/>
                </a:cubicBezTo>
                <a:cubicBezTo>
                  <a:pt x="1663601" y="1175982"/>
                  <a:pt x="1661272" y="1175982"/>
                  <a:pt x="1659769" y="1174480"/>
                </a:cubicBezTo>
                <a:lnTo>
                  <a:pt x="1237520" y="750662"/>
                </a:lnTo>
                <a:lnTo>
                  <a:pt x="1237520" y="572295"/>
                </a:lnTo>
                <a:lnTo>
                  <a:pt x="1124446" y="572295"/>
                </a:lnTo>
                <a:lnTo>
                  <a:pt x="1124446" y="838190"/>
                </a:lnTo>
                <a:lnTo>
                  <a:pt x="962983" y="1000171"/>
                </a:lnTo>
                <a:lnTo>
                  <a:pt x="962983" y="1397400"/>
                </a:lnTo>
                <a:lnTo>
                  <a:pt x="1127225" y="1562166"/>
                </a:lnTo>
                <a:lnTo>
                  <a:pt x="1127225" y="1909132"/>
                </a:lnTo>
                <a:cubicBezTo>
                  <a:pt x="1127225" y="1911236"/>
                  <a:pt x="1125572" y="1912889"/>
                  <a:pt x="1123468" y="1912889"/>
                </a:cubicBezTo>
                <a:cubicBezTo>
                  <a:pt x="1121365" y="1912889"/>
                  <a:pt x="1119712" y="1911161"/>
                  <a:pt x="1119712" y="1909132"/>
                </a:cubicBezTo>
                <a:lnTo>
                  <a:pt x="1119712" y="1565324"/>
                </a:lnTo>
                <a:lnTo>
                  <a:pt x="955470" y="1400556"/>
                </a:lnTo>
                <a:lnTo>
                  <a:pt x="955470" y="997091"/>
                </a:lnTo>
                <a:lnTo>
                  <a:pt x="1116931" y="835111"/>
                </a:lnTo>
                <a:lnTo>
                  <a:pt x="1116931" y="564781"/>
                </a:lnTo>
                <a:close/>
                <a:moveTo>
                  <a:pt x="7285841" y="564628"/>
                </a:moveTo>
                <a:lnTo>
                  <a:pt x="7285915" y="564702"/>
                </a:lnTo>
                <a:lnTo>
                  <a:pt x="7285841" y="564702"/>
                </a:lnTo>
                <a:close/>
                <a:moveTo>
                  <a:pt x="4898163" y="564628"/>
                </a:moveTo>
                <a:lnTo>
                  <a:pt x="4898163" y="564702"/>
                </a:lnTo>
                <a:lnTo>
                  <a:pt x="4898087" y="564702"/>
                </a:lnTo>
                <a:close/>
                <a:moveTo>
                  <a:pt x="7650613" y="550352"/>
                </a:moveTo>
                <a:lnTo>
                  <a:pt x="7887733" y="550352"/>
                </a:lnTo>
                <a:lnTo>
                  <a:pt x="7887733" y="550427"/>
                </a:lnTo>
                <a:cubicBezTo>
                  <a:pt x="7889838" y="550427"/>
                  <a:pt x="7891491" y="552156"/>
                  <a:pt x="7891491" y="554184"/>
                </a:cubicBezTo>
                <a:cubicBezTo>
                  <a:pt x="7891491" y="556212"/>
                  <a:pt x="7889838" y="557941"/>
                  <a:pt x="7887733" y="557941"/>
                </a:cubicBezTo>
                <a:lnTo>
                  <a:pt x="7658126" y="557941"/>
                </a:lnTo>
                <a:lnTo>
                  <a:pt x="7658126" y="616169"/>
                </a:lnTo>
                <a:lnTo>
                  <a:pt x="7685427" y="643567"/>
                </a:lnTo>
                <a:lnTo>
                  <a:pt x="7686076" y="642917"/>
                </a:lnTo>
                <a:lnTo>
                  <a:pt x="7866689" y="642917"/>
                </a:lnTo>
                <a:lnTo>
                  <a:pt x="7868857" y="637655"/>
                </a:lnTo>
                <a:cubicBezTo>
                  <a:pt x="7873251" y="633241"/>
                  <a:pt x="7879318" y="630517"/>
                  <a:pt x="7886005" y="630517"/>
                </a:cubicBezTo>
                <a:cubicBezTo>
                  <a:pt x="7899379" y="630517"/>
                  <a:pt x="7910273" y="641485"/>
                  <a:pt x="7910273" y="654935"/>
                </a:cubicBezTo>
                <a:cubicBezTo>
                  <a:pt x="7910273" y="668459"/>
                  <a:pt x="7899379" y="679353"/>
                  <a:pt x="7886005" y="679353"/>
                </a:cubicBezTo>
                <a:cubicBezTo>
                  <a:pt x="7872632" y="679353"/>
                  <a:pt x="7861738" y="668459"/>
                  <a:pt x="7861738" y="654935"/>
                </a:cubicBezTo>
                <a:lnTo>
                  <a:pt x="7863594" y="650431"/>
                </a:lnTo>
                <a:lnTo>
                  <a:pt x="7692266" y="650431"/>
                </a:lnTo>
                <a:lnTo>
                  <a:pt x="7886833" y="845685"/>
                </a:lnTo>
                <a:lnTo>
                  <a:pt x="7886833" y="733377"/>
                </a:lnTo>
                <a:cubicBezTo>
                  <a:pt x="7886833" y="731349"/>
                  <a:pt x="7888486" y="729621"/>
                  <a:pt x="7890589" y="729621"/>
                </a:cubicBezTo>
                <a:cubicBezTo>
                  <a:pt x="7892693" y="729621"/>
                  <a:pt x="7894346" y="731274"/>
                  <a:pt x="7894346" y="733377"/>
                </a:cubicBezTo>
                <a:lnTo>
                  <a:pt x="7894346" y="853224"/>
                </a:lnTo>
                <a:lnTo>
                  <a:pt x="8061142" y="1020607"/>
                </a:lnTo>
                <a:lnTo>
                  <a:pt x="8061142" y="931691"/>
                </a:lnTo>
                <a:lnTo>
                  <a:pt x="8049852" y="926992"/>
                </a:lnTo>
                <a:cubicBezTo>
                  <a:pt x="8045456" y="922578"/>
                  <a:pt x="8042733" y="916473"/>
                  <a:pt x="8042733" y="909710"/>
                </a:cubicBezTo>
                <a:cubicBezTo>
                  <a:pt x="8042733" y="896187"/>
                  <a:pt x="8053627" y="885293"/>
                  <a:pt x="8067002" y="885293"/>
                </a:cubicBezTo>
                <a:cubicBezTo>
                  <a:pt x="8080375" y="885293"/>
                  <a:pt x="8091269" y="896262"/>
                  <a:pt x="8091269" y="909710"/>
                </a:cubicBezTo>
                <a:cubicBezTo>
                  <a:pt x="8091269" y="916473"/>
                  <a:pt x="8088546" y="922578"/>
                  <a:pt x="8084151" y="926992"/>
                </a:cubicBezTo>
                <a:lnTo>
                  <a:pt x="8068655" y="933440"/>
                </a:lnTo>
                <a:lnTo>
                  <a:pt x="8068655" y="1038864"/>
                </a:lnTo>
                <a:lnTo>
                  <a:pt x="7650613" y="619324"/>
                </a:lnTo>
                <a:close/>
                <a:moveTo>
                  <a:pt x="4296270" y="550352"/>
                </a:moveTo>
                <a:lnTo>
                  <a:pt x="4533390" y="550352"/>
                </a:lnTo>
                <a:lnTo>
                  <a:pt x="4533390" y="619324"/>
                </a:lnTo>
                <a:lnTo>
                  <a:pt x="4115349" y="1038864"/>
                </a:lnTo>
                <a:lnTo>
                  <a:pt x="4115349" y="933440"/>
                </a:lnTo>
                <a:lnTo>
                  <a:pt x="4099853" y="926992"/>
                </a:lnTo>
                <a:cubicBezTo>
                  <a:pt x="4095457" y="922578"/>
                  <a:pt x="4092734" y="916473"/>
                  <a:pt x="4092734" y="909710"/>
                </a:cubicBezTo>
                <a:cubicBezTo>
                  <a:pt x="4092734" y="896262"/>
                  <a:pt x="4103628" y="885293"/>
                  <a:pt x="4117002" y="885293"/>
                </a:cubicBezTo>
                <a:cubicBezTo>
                  <a:pt x="4130375" y="885293"/>
                  <a:pt x="4141270" y="896187"/>
                  <a:pt x="4141270" y="909710"/>
                </a:cubicBezTo>
                <a:cubicBezTo>
                  <a:pt x="4141270" y="916473"/>
                  <a:pt x="4138547" y="922578"/>
                  <a:pt x="4134151" y="926992"/>
                </a:cubicBezTo>
                <a:lnTo>
                  <a:pt x="4122862" y="931691"/>
                </a:lnTo>
                <a:lnTo>
                  <a:pt x="4122862" y="1020607"/>
                </a:lnTo>
                <a:lnTo>
                  <a:pt x="4289657" y="853224"/>
                </a:lnTo>
                <a:lnTo>
                  <a:pt x="4289657" y="733377"/>
                </a:lnTo>
                <a:cubicBezTo>
                  <a:pt x="4289657" y="731274"/>
                  <a:pt x="4291311" y="729621"/>
                  <a:pt x="4293415" y="729621"/>
                </a:cubicBezTo>
                <a:cubicBezTo>
                  <a:pt x="4295518" y="729621"/>
                  <a:pt x="4297171" y="731349"/>
                  <a:pt x="4297171" y="733377"/>
                </a:cubicBezTo>
                <a:lnTo>
                  <a:pt x="4297171" y="845685"/>
                </a:lnTo>
                <a:lnTo>
                  <a:pt x="4491736" y="650431"/>
                </a:lnTo>
                <a:lnTo>
                  <a:pt x="4320410" y="650431"/>
                </a:lnTo>
                <a:lnTo>
                  <a:pt x="4322264" y="654935"/>
                </a:lnTo>
                <a:cubicBezTo>
                  <a:pt x="4322264" y="668459"/>
                  <a:pt x="4311372" y="679353"/>
                  <a:pt x="4297997" y="679353"/>
                </a:cubicBezTo>
                <a:cubicBezTo>
                  <a:pt x="4284625" y="679353"/>
                  <a:pt x="4273730" y="668459"/>
                  <a:pt x="4273730" y="654935"/>
                </a:cubicBezTo>
                <a:cubicBezTo>
                  <a:pt x="4273730" y="641485"/>
                  <a:pt x="4284625" y="630517"/>
                  <a:pt x="4297997" y="630517"/>
                </a:cubicBezTo>
                <a:cubicBezTo>
                  <a:pt x="4304684" y="630517"/>
                  <a:pt x="4310751" y="633241"/>
                  <a:pt x="4315146" y="637655"/>
                </a:cubicBezTo>
                <a:lnTo>
                  <a:pt x="4317314" y="642917"/>
                </a:lnTo>
                <a:lnTo>
                  <a:pt x="4497927" y="642917"/>
                </a:lnTo>
                <a:lnTo>
                  <a:pt x="4498577" y="643567"/>
                </a:lnTo>
                <a:lnTo>
                  <a:pt x="4525878" y="616169"/>
                </a:lnTo>
                <a:lnTo>
                  <a:pt x="4525878" y="557941"/>
                </a:lnTo>
                <a:lnTo>
                  <a:pt x="4296270" y="557941"/>
                </a:lnTo>
                <a:cubicBezTo>
                  <a:pt x="4294166" y="557941"/>
                  <a:pt x="4292513" y="556212"/>
                  <a:pt x="4292513" y="554184"/>
                </a:cubicBezTo>
                <a:cubicBezTo>
                  <a:pt x="4292513" y="552156"/>
                  <a:pt x="4294166" y="550427"/>
                  <a:pt x="4296270" y="550427"/>
                </a:cubicBezTo>
                <a:close/>
                <a:moveTo>
                  <a:pt x="12068898" y="542389"/>
                </a:moveTo>
                <a:lnTo>
                  <a:pt x="12145007" y="542389"/>
                </a:lnTo>
                <a:lnTo>
                  <a:pt x="12145007" y="542463"/>
                </a:lnTo>
                <a:cubicBezTo>
                  <a:pt x="12147112" y="542463"/>
                  <a:pt x="12148764" y="544192"/>
                  <a:pt x="12148764" y="546220"/>
                </a:cubicBezTo>
                <a:cubicBezTo>
                  <a:pt x="12148764" y="548249"/>
                  <a:pt x="12147112" y="549977"/>
                  <a:pt x="12145007" y="549977"/>
                </a:cubicBezTo>
                <a:lnTo>
                  <a:pt x="12076410" y="549977"/>
                </a:lnTo>
                <a:lnTo>
                  <a:pt x="12076410" y="635555"/>
                </a:lnTo>
                <a:cubicBezTo>
                  <a:pt x="12076410" y="637583"/>
                  <a:pt x="12074758" y="639313"/>
                  <a:pt x="12072655" y="639313"/>
                </a:cubicBezTo>
                <a:cubicBezTo>
                  <a:pt x="12070550" y="639313"/>
                  <a:pt x="12068898" y="637660"/>
                  <a:pt x="12068898" y="635555"/>
                </a:cubicBezTo>
                <a:close/>
                <a:moveTo>
                  <a:pt x="38996" y="542389"/>
                </a:moveTo>
                <a:lnTo>
                  <a:pt x="115104" y="542389"/>
                </a:lnTo>
                <a:lnTo>
                  <a:pt x="115104" y="635555"/>
                </a:lnTo>
                <a:cubicBezTo>
                  <a:pt x="115104" y="637660"/>
                  <a:pt x="113452" y="639313"/>
                  <a:pt x="111348" y="639313"/>
                </a:cubicBezTo>
                <a:cubicBezTo>
                  <a:pt x="109244" y="639313"/>
                  <a:pt x="107592" y="637583"/>
                  <a:pt x="107592" y="635555"/>
                </a:cubicBezTo>
                <a:lnTo>
                  <a:pt x="107592" y="549977"/>
                </a:lnTo>
                <a:lnTo>
                  <a:pt x="38996" y="549977"/>
                </a:lnTo>
                <a:cubicBezTo>
                  <a:pt x="36891" y="549977"/>
                  <a:pt x="35238" y="548249"/>
                  <a:pt x="35238" y="546220"/>
                </a:cubicBezTo>
                <a:cubicBezTo>
                  <a:pt x="35238" y="544192"/>
                  <a:pt x="36891" y="542463"/>
                  <a:pt x="38996" y="542463"/>
                </a:cubicBezTo>
                <a:close/>
                <a:moveTo>
                  <a:pt x="6028091" y="542386"/>
                </a:moveTo>
                <a:lnTo>
                  <a:pt x="6079804" y="542386"/>
                </a:lnTo>
                <a:lnTo>
                  <a:pt x="6104200" y="542386"/>
                </a:lnTo>
                <a:lnTo>
                  <a:pt x="6155912" y="542386"/>
                </a:lnTo>
                <a:lnTo>
                  <a:pt x="6155912" y="635477"/>
                </a:lnTo>
                <a:cubicBezTo>
                  <a:pt x="6155912" y="637506"/>
                  <a:pt x="6154260" y="639234"/>
                  <a:pt x="6152155" y="639234"/>
                </a:cubicBezTo>
                <a:cubicBezTo>
                  <a:pt x="6150052" y="639234"/>
                  <a:pt x="6148400" y="637581"/>
                  <a:pt x="6148400" y="635477"/>
                </a:cubicBezTo>
                <a:lnTo>
                  <a:pt x="6148400" y="549900"/>
                </a:lnTo>
                <a:lnTo>
                  <a:pt x="6104200" y="549900"/>
                </a:lnTo>
                <a:lnTo>
                  <a:pt x="6079804" y="549900"/>
                </a:lnTo>
                <a:lnTo>
                  <a:pt x="6035603" y="549900"/>
                </a:lnTo>
                <a:lnTo>
                  <a:pt x="6035603" y="635477"/>
                </a:lnTo>
                <a:cubicBezTo>
                  <a:pt x="6035603" y="637581"/>
                  <a:pt x="6033950" y="639234"/>
                  <a:pt x="6031847" y="639234"/>
                </a:cubicBezTo>
                <a:cubicBezTo>
                  <a:pt x="6029743" y="639234"/>
                  <a:pt x="6028091" y="637506"/>
                  <a:pt x="6028091" y="635477"/>
                </a:cubicBezTo>
                <a:close/>
                <a:moveTo>
                  <a:pt x="10326784" y="534645"/>
                </a:moveTo>
                <a:cubicBezTo>
                  <a:pt x="10333472" y="534645"/>
                  <a:pt x="10339538" y="537388"/>
                  <a:pt x="10343933" y="541810"/>
                </a:cubicBezTo>
                <a:lnTo>
                  <a:pt x="10347458" y="550355"/>
                </a:lnTo>
                <a:lnTo>
                  <a:pt x="10574197" y="550355"/>
                </a:lnTo>
                <a:lnTo>
                  <a:pt x="10574197" y="619254"/>
                </a:lnTo>
                <a:lnTo>
                  <a:pt x="10156155" y="1038789"/>
                </a:lnTo>
                <a:lnTo>
                  <a:pt x="10156155" y="906781"/>
                </a:lnTo>
                <a:cubicBezTo>
                  <a:pt x="10156155" y="904754"/>
                  <a:pt x="10157808" y="903028"/>
                  <a:pt x="10159912" y="903028"/>
                </a:cubicBezTo>
                <a:cubicBezTo>
                  <a:pt x="10162015" y="903028"/>
                  <a:pt x="10163669" y="904679"/>
                  <a:pt x="10163669" y="906781"/>
                </a:cubicBezTo>
                <a:lnTo>
                  <a:pt x="10163669" y="1020532"/>
                </a:lnTo>
                <a:lnTo>
                  <a:pt x="10332533" y="851077"/>
                </a:lnTo>
                <a:lnTo>
                  <a:pt x="10330465" y="849009"/>
                </a:lnTo>
                <a:lnTo>
                  <a:pt x="10330465" y="743348"/>
                </a:lnTo>
                <a:lnTo>
                  <a:pt x="10317148" y="737806"/>
                </a:lnTo>
                <a:cubicBezTo>
                  <a:pt x="10312752" y="733392"/>
                  <a:pt x="10310028" y="727287"/>
                  <a:pt x="10310028" y="720524"/>
                </a:cubicBezTo>
                <a:cubicBezTo>
                  <a:pt x="10310028" y="707001"/>
                  <a:pt x="10320923" y="696107"/>
                  <a:pt x="10334298" y="696107"/>
                </a:cubicBezTo>
                <a:cubicBezTo>
                  <a:pt x="10347671" y="696107"/>
                  <a:pt x="10358565" y="707075"/>
                  <a:pt x="10358565" y="720524"/>
                </a:cubicBezTo>
                <a:cubicBezTo>
                  <a:pt x="10358565" y="727287"/>
                  <a:pt x="10355841" y="733392"/>
                  <a:pt x="10351446" y="737806"/>
                </a:cubicBezTo>
                <a:lnTo>
                  <a:pt x="10337978" y="743411"/>
                </a:lnTo>
                <a:lnTo>
                  <a:pt x="10337978" y="845613"/>
                </a:lnTo>
                <a:lnTo>
                  <a:pt x="10532470" y="650434"/>
                </a:lnTo>
                <a:lnTo>
                  <a:pt x="10337077" y="650434"/>
                </a:lnTo>
                <a:cubicBezTo>
                  <a:pt x="10334973" y="650434"/>
                  <a:pt x="10333320" y="648707"/>
                  <a:pt x="10333320" y="646678"/>
                </a:cubicBezTo>
                <a:cubicBezTo>
                  <a:pt x="10333320" y="644648"/>
                  <a:pt x="10334973" y="642921"/>
                  <a:pt x="10337077" y="642921"/>
                </a:cubicBezTo>
                <a:lnTo>
                  <a:pt x="10538734" y="642921"/>
                </a:lnTo>
                <a:lnTo>
                  <a:pt x="10539347" y="643534"/>
                </a:lnTo>
                <a:lnTo>
                  <a:pt x="10566684" y="616099"/>
                </a:lnTo>
                <a:lnTo>
                  <a:pt x="10566684" y="557870"/>
                </a:lnTo>
                <a:lnTo>
                  <a:pt x="10350560" y="557870"/>
                </a:lnTo>
                <a:lnTo>
                  <a:pt x="10351052" y="559063"/>
                </a:lnTo>
                <a:cubicBezTo>
                  <a:pt x="10351052" y="572588"/>
                  <a:pt x="10340158" y="583482"/>
                  <a:pt x="10326784" y="583482"/>
                </a:cubicBezTo>
                <a:cubicBezTo>
                  <a:pt x="10313410" y="583482"/>
                  <a:pt x="10302516" y="572588"/>
                  <a:pt x="10302516" y="559063"/>
                </a:cubicBezTo>
                <a:cubicBezTo>
                  <a:pt x="10302516" y="545540"/>
                  <a:pt x="10313410" y="534645"/>
                  <a:pt x="10326784" y="534645"/>
                </a:cubicBezTo>
                <a:close/>
                <a:moveTo>
                  <a:pt x="1857218" y="534645"/>
                </a:moveTo>
                <a:cubicBezTo>
                  <a:pt x="1870593" y="534645"/>
                  <a:pt x="1881487" y="545540"/>
                  <a:pt x="1881487" y="559063"/>
                </a:cubicBezTo>
                <a:cubicBezTo>
                  <a:pt x="1881487" y="572588"/>
                  <a:pt x="1870593" y="583482"/>
                  <a:pt x="1857218" y="583482"/>
                </a:cubicBezTo>
                <a:cubicBezTo>
                  <a:pt x="1843845" y="583482"/>
                  <a:pt x="1832951" y="572588"/>
                  <a:pt x="1832951" y="559063"/>
                </a:cubicBezTo>
                <a:lnTo>
                  <a:pt x="1833443" y="557870"/>
                </a:lnTo>
                <a:lnTo>
                  <a:pt x="1617318" y="557870"/>
                </a:lnTo>
                <a:lnTo>
                  <a:pt x="1617318" y="616099"/>
                </a:lnTo>
                <a:lnTo>
                  <a:pt x="1644656" y="643534"/>
                </a:lnTo>
                <a:lnTo>
                  <a:pt x="1645268" y="642921"/>
                </a:lnTo>
                <a:lnTo>
                  <a:pt x="1846925" y="642921"/>
                </a:lnTo>
                <a:cubicBezTo>
                  <a:pt x="1849030" y="642921"/>
                  <a:pt x="1850683" y="644648"/>
                  <a:pt x="1850683" y="646678"/>
                </a:cubicBezTo>
                <a:cubicBezTo>
                  <a:pt x="1850683" y="648707"/>
                  <a:pt x="1849030" y="650434"/>
                  <a:pt x="1846925" y="650434"/>
                </a:cubicBezTo>
                <a:lnTo>
                  <a:pt x="1651532" y="650434"/>
                </a:lnTo>
                <a:lnTo>
                  <a:pt x="1846024" y="845613"/>
                </a:lnTo>
                <a:lnTo>
                  <a:pt x="1846024" y="743411"/>
                </a:lnTo>
                <a:lnTo>
                  <a:pt x="1832557" y="737806"/>
                </a:lnTo>
                <a:cubicBezTo>
                  <a:pt x="1828161" y="733392"/>
                  <a:pt x="1825438" y="727287"/>
                  <a:pt x="1825438" y="720524"/>
                </a:cubicBezTo>
                <a:cubicBezTo>
                  <a:pt x="1825438" y="707075"/>
                  <a:pt x="1836332" y="696107"/>
                  <a:pt x="1849705" y="696107"/>
                </a:cubicBezTo>
                <a:cubicBezTo>
                  <a:pt x="1863079" y="696107"/>
                  <a:pt x="1873974" y="707001"/>
                  <a:pt x="1873974" y="720524"/>
                </a:cubicBezTo>
                <a:cubicBezTo>
                  <a:pt x="1873974" y="727287"/>
                  <a:pt x="1871251" y="733392"/>
                  <a:pt x="1866855" y="737806"/>
                </a:cubicBezTo>
                <a:lnTo>
                  <a:pt x="1853537" y="743348"/>
                </a:lnTo>
                <a:lnTo>
                  <a:pt x="1853537" y="849009"/>
                </a:lnTo>
                <a:lnTo>
                  <a:pt x="1851470" y="851077"/>
                </a:lnTo>
                <a:lnTo>
                  <a:pt x="2020334" y="1020532"/>
                </a:lnTo>
                <a:lnTo>
                  <a:pt x="2020334" y="906781"/>
                </a:lnTo>
                <a:cubicBezTo>
                  <a:pt x="2020334" y="904679"/>
                  <a:pt x="2021987" y="903028"/>
                  <a:pt x="2024090" y="903028"/>
                </a:cubicBezTo>
                <a:cubicBezTo>
                  <a:pt x="2026194" y="903028"/>
                  <a:pt x="2027847" y="904754"/>
                  <a:pt x="2027847" y="906781"/>
                </a:cubicBezTo>
                <a:lnTo>
                  <a:pt x="2027847" y="1038789"/>
                </a:lnTo>
                <a:lnTo>
                  <a:pt x="1609805" y="619254"/>
                </a:lnTo>
                <a:lnTo>
                  <a:pt x="1609805" y="550355"/>
                </a:lnTo>
                <a:lnTo>
                  <a:pt x="1836544" y="550355"/>
                </a:lnTo>
                <a:lnTo>
                  <a:pt x="1840069" y="541810"/>
                </a:lnTo>
                <a:cubicBezTo>
                  <a:pt x="1844464" y="537388"/>
                  <a:pt x="1850531" y="534645"/>
                  <a:pt x="1857218" y="534645"/>
                </a:cubicBezTo>
                <a:close/>
                <a:moveTo>
                  <a:pt x="10751963" y="530145"/>
                </a:moveTo>
                <a:cubicBezTo>
                  <a:pt x="10754067" y="530145"/>
                  <a:pt x="10755719" y="531798"/>
                  <a:pt x="10755719" y="533902"/>
                </a:cubicBezTo>
                <a:lnTo>
                  <a:pt x="10755719" y="648255"/>
                </a:lnTo>
                <a:lnTo>
                  <a:pt x="10189966" y="1216028"/>
                </a:lnTo>
                <a:cubicBezTo>
                  <a:pt x="10188464" y="1217531"/>
                  <a:pt x="10186134" y="1217531"/>
                  <a:pt x="10184632" y="1216028"/>
                </a:cubicBezTo>
                <a:cubicBezTo>
                  <a:pt x="10183130" y="1214601"/>
                  <a:pt x="10183130" y="1212197"/>
                  <a:pt x="10184632" y="1210694"/>
                </a:cubicBezTo>
                <a:lnTo>
                  <a:pt x="10748207" y="645100"/>
                </a:lnTo>
                <a:lnTo>
                  <a:pt x="10748207" y="533902"/>
                </a:lnTo>
                <a:cubicBezTo>
                  <a:pt x="10748207" y="531872"/>
                  <a:pt x="10749859" y="530145"/>
                  <a:pt x="10751963" y="530145"/>
                </a:cubicBezTo>
                <a:close/>
                <a:moveTo>
                  <a:pt x="1432040" y="530145"/>
                </a:moveTo>
                <a:cubicBezTo>
                  <a:pt x="1434143" y="530145"/>
                  <a:pt x="1435796" y="531872"/>
                  <a:pt x="1435796" y="533902"/>
                </a:cubicBezTo>
                <a:lnTo>
                  <a:pt x="1435796" y="645100"/>
                </a:lnTo>
                <a:lnTo>
                  <a:pt x="1999371" y="1210694"/>
                </a:lnTo>
                <a:cubicBezTo>
                  <a:pt x="2000874" y="1212197"/>
                  <a:pt x="2000874" y="1214601"/>
                  <a:pt x="1999371" y="1216028"/>
                </a:cubicBezTo>
                <a:cubicBezTo>
                  <a:pt x="1997869" y="1217531"/>
                  <a:pt x="1995540" y="1217531"/>
                  <a:pt x="1994037" y="1216028"/>
                </a:cubicBezTo>
                <a:lnTo>
                  <a:pt x="1428283" y="648255"/>
                </a:lnTo>
                <a:lnTo>
                  <a:pt x="1428283" y="533902"/>
                </a:lnTo>
                <a:cubicBezTo>
                  <a:pt x="1428283" y="531798"/>
                  <a:pt x="1429935" y="530145"/>
                  <a:pt x="1432040" y="530145"/>
                </a:cubicBezTo>
                <a:close/>
                <a:moveTo>
                  <a:pt x="7472847" y="530142"/>
                </a:moveTo>
                <a:cubicBezTo>
                  <a:pt x="7474952" y="530142"/>
                  <a:pt x="7476605" y="531795"/>
                  <a:pt x="7476605" y="533899"/>
                </a:cubicBezTo>
                <a:lnTo>
                  <a:pt x="7476605" y="645097"/>
                </a:lnTo>
                <a:lnTo>
                  <a:pt x="8027522" y="1197991"/>
                </a:lnTo>
                <a:lnTo>
                  <a:pt x="8029718" y="1192661"/>
                </a:lnTo>
                <a:cubicBezTo>
                  <a:pt x="8034112" y="1188248"/>
                  <a:pt x="8040180" y="1185524"/>
                  <a:pt x="8046867" y="1185524"/>
                </a:cubicBezTo>
                <a:cubicBezTo>
                  <a:pt x="8060240" y="1185524"/>
                  <a:pt x="8071135" y="1196493"/>
                  <a:pt x="8071135" y="1209942"/>
                </a:cubicBezTo>
                <a:cubicBezTo>
                  <a:pt x="8071135" y="1223467"/>
                  <a:pt x="8060240" y="1234360"/>
                  <a:pt x="8046867" y="1234360"/>
                </a:cubicBezTo>
                <a:cubicBezTo>
                  <a:pt x="8033493" y="1234360"/>
                  <a:pt x="8022598" y="1223467"/>
                  <a:pt x="8022598" y="1209942"/>
                </a:cubicBezTo>
                <a:lnTo>
                  <a:pt x="8024407" y="1205553"/>
                </a:lnTo>
                <a:lnTo>
                  <a:pt x="7469092" y="648252"/>
                </a:lnTo>
                <a:lnTo>
                  <a:pt x="7469092" y="533899"/>
                </a:lnTo>
                <a:cubicBezTo>
                  <a:pt x="7469092" y="531869"/>
                  <a:pt x="7470744" y="530142"/>
                  <a:pt x="7472847" y="530142"/>
                </a:cubicBezTo>
                <a:close/>
                <a:moveTo>
                  <a:pt x="4711155" y="530142"/>
                </a:moveTo>
                <a:cubicBezTo>
                  <a:pt x="4713259" y="530142"/>
                  <a:pt x="4714912" y="531869"/>
                  <a:pt x="4714912" y="533899"/>
                </a:cubicBezTo>
                <a:lnTo>
                  <a:pt x="4714912" y="648252"/>
                </a:lnTo>
                <a:lnTo>
                  <a:pt x="4159596" y="1205553"/>
                </a:lnTo>
                <a:lnTo>
                  <a:pt x="4161405" y="1209942"/>
                </a:lnTo>
                <a:cubicBezTo>
                  <a:pt x="4161405" y="1223467"/>
                  <a:pt x="4150510" y="1234360"/>
                  <a:pt x="4137136" y="1234360"/>
                </a:cubicBezTo>
                <a:cubicBezTo>
                  <a:pt x="4123763" y="1234360"/>
                  <a:pt x="4112869" y="1223467"/>
                  <a:pt x="4112869" y="1209942"/>
                </a:cubicBezTo>
                <a:cubicBezTo>
                  <a:pt x="4112869" y="1196493"/>
                  <a:pt x="4123763" y="1185524"/>
                  <a:pt x="4137136" y="1185524"/>
                </a:cubicBezTo>
                <a:cubicBezTo>
                  <a:pt x="4143823" y="1185524"/>
                  <a:pt x="4149890" y="1188248"/>
                  <a:pt x="4154286" y="1192661"/>
                </a:cubicBezTo>
                <a:lnTo>
                  <a:pt x="4156481" y="1197991"/>
                </a:lnTo>
                <a:lnTo>
                  <a:pt x="4707398" y="645097"/>
                </a:lnTo>
                <a:lnTo>
                  <a:pt x="4707398" y="533899"/>
                </a:lnTo>
                <a:cubicBezTo>
                  <a:pt x="4707398" y="531795"/>
                  <a:pt x="4709051" y="530142"/>
                  <a:pt x="4711155" y="530142"/>
                </a:cubicBezTo>
                <a:close/>
                <a:moveTo>
                  <a:pt x="9053726" y="501514"/>
                </a:moveTo>
                <a:lnTo>
                  <a:pt x="9053726" y="530891"/>
                </a:lnTo>
                <a:lnTo>
                  <a:pt x="9053801" y="530816"/>
                </a:lnTo>
                <a:lnTo>
                  <a:pt x="9197380" y="530816"/>
                </a:lnTo>
                <a:lnTo>
                  <a:pt x="9197380" y="501514"/>
                </a:lnTo>
                <a:close/>
                <a:moveTo>
                  <a:pt x="2986623" y="501514"/>
                </a:moveTo>
                <a:lnTo>
                  <a:pt x="2986623" y="530816"/>
                </a:lnTo>
                <a:lnTo>
                  <a:pt x="3130202" y="530816"/>
                </a:lnTo>
                <a:lnTo>
                  <a:pt x="3130277" y="530891"/>
                </a:lnTo>
                <a:lnTo>
                  <a:pt x="3130277" y="501514"/>
                </a:lnTo>
                <a:close/>
                <a:moveTo>
                  <a:pt x="11029955" y="482810"/>
                </a:moveTo>
                <a:lnTo>
                  <a:pt x="11141303" y="482810"/>
                </a:lnTo>
                <a:lnTo>
                  <a:pt x="11141303" y="896191"/>
                </a:lnTo>
                <a:cubicBezTo>
                  <a:pt x="11141303" y="898221"/>
                  <a:pt x="11139650" y="899948"/>
                  <a:pt x="11137546" y="899948"/>
                </a:cubicBezTo>
                <a:cubicBezTo>
                  <a:pt x="11135443" y="899948"/>
                  <a:pt x="11133790" y="898294"/>
                  <a:pt x="11133790" y="896191"/>
                </a:cubicBezTo>
                <a:lnTo>
                  <a:pt x="11133790" y="490324"/>
                </a:lnTo>
                <a:lnTo>
                  <a:pt x="11029955" y="490324"/>
                </a:lnTo>
                <a:cubicBezTo>
                  <a:pt x="11027851" y="490324"/>
                  <a:pt x="11026198" y="488596"/>
                  <a:pt x="11026198" y="486567"/>
                </a:cubicBezTo>
                <a:cubicBezTo>
                  <a:pt x="11026198" y="484538"/>
                  <a:pt x="11027851" y="482810"/>
                  <a:pt x="11029955" y="482810"/>
                </a:cubicBezTo>
                <a:close/>
                <a:moveTo>
                  <a:pt x="1042700" y="482810"/>
                </a:moveTo>
                <a:lnTo>
                  <a:pt x="1154047" y="482810"/>
                </a:lnTo>
                <a:cubicBezTo>
                  <a:pt x="1156151" y="482810"/>
                  <a:pt x="1157804" y="484538"/>
                  <a:pt x="1157804" y="486567"/>
                </a:cubicBezTo>
                <a:cubicBezTo>
                  <a:pt x="1157804" y="488596"/>
                  <a:pt x="1156151" y="490324"/>
                  <a:pt x="1154047" y="490324"/>
                </a:cubicBezTo>
                <a:lnTo>
                  <a:pt x="1050212" y="490324"/>
                </a:lnTo>
                <a:lnTo>
                  <a:pt x="1050212" y="896191"/>
                </a:lnTo>
                <a:cubicBezTo>
                  <a:pt x="1050212" y="898294"/>
                  <a:pt x="1048560" y="899948"/>
                  <a:pt x="1046456" y="899948"/>
                </a:cubicBezTo>
                <a:cubicBezTo>
                  <a:pt x="1044352" y="899948"/>
                  <a:pt x="1042700" y="898221"/>
                  <a:pt x="1042700" y="896191"/>
                </a:cubicBezTo>
                <a:close/>
                <a:moveTo>
                  <a:pt x="7184713" y="461467"/>
                </a:moveTo>
                <a:cubicBezTo>
                  <a:pt x="7198086" y="461467"/>
                  <a:pt x="7208980" y="472436"/>
                  <a:pt x="7208980" y="485885"/>
                </a:cubicBezTo>
                <a:cubicBezTo>
                  <a:pt x="7208980" y="499410"/>
                  <a:pt x="7198086" y="510303"/>
                  <a:pt x="7184713" y="510303"/>
                </a:cubicBezTo>
                <a:cubicBezTo>
                  <a:pt x="7178025" y="510303"/>
                  <a:pt x="7171959" y="507579"/>
                  <a:pt x="7167563" y="503166"/>
                </a:cubicBezTo>
                <a:lnTo>
                  <a:pt x="7162303" y="490395"/>
                </a:lnTo>
                <a:lnTo>
                  <a:pt x="7091096" y="490395"/>
                </a:lnTo>
                <a:lnTo>
                  <a:pt x="7091096" y="901921"/>
                </a:lnTo>
                <a:lnTo>
                  <a:pt x="7157739" y="835032"/>
                </a:lnTo>
                <a:lnTo>
                  <a:pt x="7157739" y="564702"/>
                </a:lnTo>
                <a:lnTo>
                  <a:pt x="7285841" y="564702"/>
                </a:lnTo>
                <a:lnTo>
                  <a:pt x="7285841" y="747503"/>
                </a:lnTo>
                <a:lnTo>
                  <a:pt x="7705911" y="1169070"/>
                </a:lnTo>
                <a:cubicBezTo>
                  <a:pt x="7707413" y="1170498"/>
                  <a:pt x="7707413" y="1172902"/>
                  <a:pt x="7705911" y="1174405"/>
                </a:cubicBezTo>
                <a:cubicBezTo>
                  <a:pt x="7704408" y="1175908"/>
                  <a:pt x="7702079" y="1175908"/>
                  <a:pt x="7700577" y="1174405"/>
                </a:cubicBezTo>
                <a:lnTo>
                  <a:pt x="7278328" y="750582"/>
                </a:lnTo>
                <a:lnTo>
                  <a:pt x="7278328" y="572217"/>
                </a:lnTo>
                <a:lnTo>
                  <a:pt x="7165252" y="572217"/>
                </a:lnTo>
                <a:lnTo>
                  <a:pt x="7165252" y="838113"/>
                </a:lnTo>
                <a:lnTo>
                  <a:pt x="7003866" y="1000095"/>
                </a:lnTo>
                <a:lnTo>
                  <a:pt x="7003866" y="1317008"/>
                </a:lnTo>
                <a:lnTo>
                  <a:pt x="7272844" y="1317008"/>
                </a:lnTo>
                <a:cubicBezTo>
                  <a:pt x="7274948" y="1317008"/>
                  <a:pt x="7276601" y="1318735"/>
                  <a:pt x="7276601" y="1320765"/>
                </a:cubicBezTo>
                <a:cubicBezTo>
                  <a:pt x="7276601" y="1322793"/>
                  <a:pt x="7274948" y="1324520"/>
                  <a:pt x="7272844" y="1324520"/>
                </a:cubicBezTo>
                <a:lnTo>
                  <a:pt x="7003866" y="1324520"/>
                </a:lnTo>
                <a:lnTo>
                  <a:pt x="7003866" y="1397326"/>
                </a:lnTo>
                <a:lnTo>
                  <a:pt x="7168033" y="1562092"/>
                </a:lnTo>
                <a:lnTo>
                  <a:pt x="7168033" y="1909058"/>
                </a:lnTo>
                <a:cubicBezTo>
                  <a:pt x="7168033" y="1911087"/>
                  <a:pt x="7166380" y="1912814"/>
                  <a:pt x="7164276" y="1912814"/>
                </a:cubicBezTo>
                <a:cubicBezTo>
                  <a:pt x="7162173" y="1912814"/>
                  <a:pt x="7160519" y="1911161"/>
                  <a:pt x="7160519" y="1909058"/>
                </a:cubicBezTo>
                <a:lnTo>
                  <a:pt x="7160519" y="1565248"/>
                </a:lnTo>
                <a:lnTo>
                  <a:pt x="6996353" y="1400481"/>
                </a:lnTo>
                <a:lnTo>
                  <a:pt x="6996353" y="997015"/>
                </a:lnTo>
                <a:lnTo>
                  <a:pt x="7083582" y="909463"/>
                </a:lnTo>
                <a:lnTo>
                  <a:pt x="7083582" y="482806"/>
                </a:lnTo>
                <a:lnTo>
                  <a:pt x="7161712" y="482806"/>
                </a:lnTo>
                <a:lnTo>
                  <a:pt x="7167563" y="468604"/>
                </a:lnTo>
                <a:cubicBezTo>
                  <a:pt x="7171959" y="464190"/>
                  <a:pt x="7178025" y="461467"/>
                  <a:pt x="7184713" y="461467"/>
                </a:cubicBezTo>
                <a:close/>
                <a:moveTo>
                  <a:pt x="4999291" y="461467"/>
                </a:moveTo>
                <a:cubicBezTo>
                  <a:pt x="5005978" y="461467"/>
                  <a:pt x="5012045" y="464190"/>
                  <a:pt x="5016440" y="468604"/>
                </a:cubicBezTo>
                <a:lnTo>
                  <a:pt x="5022290" y="482806"/>
                </a:lnTo>
                <a:lnTo>
                  <a:pt x="5100421" y="482806"/>
                </a:lnTo>
                <a:lnTo>
                  <a:pt x="5100421" y="909463"/>
                </a:lnTo>
                <a:lnTo>
                  <a:pt x="5187651" y="997015"/>
                </a:lnTo>
                <a:lnTo>
                  <a:pt x="5187651" y="1400481"/>
                </a:lnTo>
                <a:lnTo>
                  <a:pt x="5023485" y="1565248"/>
                </a:lnTo>
                <a:lnTo>
                  <a:pt x="5023485" y="1909058"/>
                </a:lnTo>
                <a:cubicBezTo>
                  <a:pt x="5023485" y="1911161"/>
                  <a:pt x="5021831" y="1912814"/>
                  <a:pt x="5019728" y="1912814"/>
                </a:cubicBezTo>
                <a:cubicBezTo>
                  <a:pt x="5017623" y="1912814"/>
                  <a:pt x="5015971" y="1911087"/>
                  <a:pt x="5015971" y="1909058"/>
                </a:cubicBezTo>
                <a:lnTo>
                  <a:pt x="5015971" y="1562092"/>
                </a:lnTo>
                <a:lnTo>
                  <a:pt x="5180137" y="1397326"/>
                </a:lnTo>
                <a:lnTo>
                  <a:pt x="5180137" y="1324520"/>
                </a:lnTo>
                <a:lnTo>
                  <a:pt x="4911160" y="1324520"/>
                </a:lnTo>
                <a:cubicBezTo>
                  <a:pt x="4909055" y="1324520"/>
                  <a:pt x="4907403" y="1322793"/>
                  <a:pt x="4907403" y="1320765"/>
                </a:cubicBezTo>
                <a:cubicBezTo>
                  <a:pt x="4907403" y="1318735"/>
                  <a:pt x="4909055" y="1317008"/>
                  <a:pt x="4911160" y="1317008"/>
                </a:cubicBezTo>
                <a:lnTo>
                  <a:pt x="5180137" y="1317008"/>
                </a:lnTo>
                <a:lnTo>
                  <a:pt x="5180137" y="1000095"/>
                </a:lnTo>
                <a:lnTo>
                  <a:pt x="5018751" y="838113"/>
                </a:lnTo>
                <a:lnTo>
                  <a:pt x="5018751" y="572217"/>
                </a:lnTo>
                <a:lnTo>
                  <a:pt x="4905675" y="572217"/>
                </a:lnTo>
                <a:lnTo>
                  <a:pt x="4905675" y="750582"/>
                </a:lnTo>
                <a:lnTo>
                  <a:pt x="4483426" y="1174405"/>
                </a:lnTo>
                <a:cubicBezTo>
                  <a:pt x="4481924" y="1175908"/>
                  <a:pt x="4479595" y="1175908"/>
                  <a:pt x="4478092" y="1174405"/>
                </a:cubicBezTo>
                <a:cubicBezTo>
                  <a:pt x="4476589" y="1172902"/>
                  <a:pt x="4476589" y="1170498"/>
                  <a:pt x="4478092" y="1169070"/>
                </a:cubicBezTo>
                <a:lnTo>
                  <a:pt x="4898163" y="747503"/>
                </a:lnTo>
                <a:lnTo>
                  <a:pt x="4898163" y="564702"/>
                </a:lnTo>
                <a:lnTo>
                  <a:pt x="5026264" y="564702"/>
                </a:lnTo>
                <a:lnTo>
                  <a:pt x="5026264" y="835032"/>
                </a:lnTo>
                <a:lnTo>
                  <a:pt x="5092907" y="901921"/>
                </a:lnTo>
                <a:lnTo>
                  <a:pt x="5092907" y="490395"/>
                </a:lnTo>
                <a:lnTo>
                  <a:pt x="5021701" y="490395"/>
                </a:lnTo>
                <a:lnTo>
                  <a:pt x="5016440" y="503166"/>
                </a:lnTo>
                <a:cubicBezTo>
                  <a:pt x="5012045" y="507579"/>
                  <a:pt x="5005978" y="510303"/>
                  <a:pt x="4999291" y="510303"/>
                </a:cubicBezTo>
                <a:cubicBezTo>
                  <a:pt x="4985918" y="510303"/>
                  <a:pt x="4975023" y="499410"/>
                  <a:pt x="4975023" y="485885"/>
                </a:cubicBezTo>
                <a:cubicBezTo>
                  <a:pt x="4975023" y="472436"/>
                  <a:pt x="4985918" y="461467"/>
                  <a:pt x="4999291" y="461467"/>
                </a:cubicBezTo>
                <a:close/>
                <a:moveTo>
                  <a:pt x="11859727" y="397156"/>
                </a:moveTo>
                <a:lnTo>
                  <a:pt x="11859802" y="397156"/>
                </a:lnTo>
                <a:cubicBezTo>
                  <a:pt x="11861907" y="397156"/>
                  <a:pt x="11863559" y="398810"/>
                  <a:pt x="11863559" y="400914"/>
                </a:cubicBezTo>
                <a:lnTo>
                  <a:pt x="11863559" y="564328"/>
                </a:lnTo>
                <a:cubicBezTo>
                  <a:pt x="11863559" y="565963"/>
                  <a:pt x="11863559" y="569964"/>
                  <a:pt x="11722064" y="710916"/>
                </a:cubicBezTo>
                <a:lnTo>
                  <a:pt x="11686916" y="745775"/>
                </a:lnTo>
                <a:lnTo>
                  <a:pt x="11766487" y="825642"/>
                </a:lnTo>
                <a:lnTo>
                  <a:pt x="11882042" y="709636"/>
                </a:lnTo>
                <a:lnTo>
                  <a:pt x="11836211" y="668614"/>
                </a:lnTo>
                <a:lnTo>
                  <a:pt x="11783092" y="721958"/>
                </a:lnTo>
                <a:cubicBezTo>
                  <a:pt x="11781590" y="723461"/>
                  <a:pt x="11779260" y="723461"/>
                  <a:pt x="11777757" y="721958"/>
                </a:cubicBezTo>
                <a:cubicBezTo>
                  <a:pt x="11776254" y="720530"/>
                  <a:pt x="11776254" y="718128"/>
                  <a:pt x="11777757" y="716624"/>
                </a:cubicBezTo>
                <a:lnTo>
                  <a:pt x="11835910" y="658246"/>
                </a:lnTo>
                <a:lnTo>
                  <a:pt x="11835910" y="658171"/>
                </a:lnTo>
                <a:lnTo>
                  <a:pt x="11893012" y="709335"/>
                </a:lnTo>
                <a:lnTo>
                  <a:pt x="11766487" y="836311"/>
                </a:lnTo>
                <a:lnTo>
                  <a:pt x="11681560" y="751089"/>
                </a:lnTo>
                <a:lnTo>
                  <a:pt x="11643570" y="788767"/>
                </a:lnTo>
                <a:lnTo>
                  <a:pt x="11700896" y="846304"/>
                </a:lnTo>
                <a:lnTo>
                  <a:pt x="11613365" y="934209"/>
                </a:lnTo>
                <a:cubicBezTo>
                  <a:pt x="11611863" y="935713"/>
                  <a:pt x="11609534" y="935713"/>
                  <a:pt x="11608031" y="934209"/>
                </a:cubicBezTo>
                <a:cubicBezTo>
                  <a:pt x="11606528" y="932782"/>
                  <a:pt x="11606528" y="930378"/>
                  <a:pt x="11608031" y="928875"/>
                </a:cubicBezTo>
                <a:lnTo>
                  <a:pt x="11690227" y="846379"/>
                </a:lnTo>
                <a:lnTo>
                  <a:pt x="11638173" y="794115"/>
                </a:lnTo>
                <a:lnTo>
                  <a:pt x="11528165" y="902501"/>
                </a:lnTo>
                <a:lnTo>
                  <a:pt x="11528165" y="1025640"/>
                </a:lnTo>
                <a:lnTo>
                  <a:pt x="11738688" y="1025640"/>
                </a:lnTo>
                <a:cubicBezTo>
                  <a:pt x="11740791" y="1025640"/>
                  <a:pt x="11742444" y="1027369"/>
                  <a:pt x="11742444" y="1029397"/>
                </a:cubicBezTo>
                <a:cubicBezTo>
                  <a:pt x="11742444" y="1031426"/>
                  <a:pt x="11740791" y="1033154"/>
                  <a:pt x="11738688" y="1033154"/>
                </a:cubicBezTo>
                <a:lnTo>
                  <a:pt x="11520651" y="1033154"/>
                </a:lnTo>
                <a:lnTo>
                  <a:pt x="11520651" y="899270"/>
                </a:lnTo>
                <a:lnTo>
                  <a:pt x="11521778" y="898143"/>
                </a:lnTo>
                <a:cubicBezTo>
                  <a:pt x="11554123" y="866345"/>
                  <a:pt x="11590507" y="830474"/>
                  <a:pt x="11627055" y="794315"/>
                </a:cubicBezTo>
                <a:lnTo>
                  <a:pt x="11634478" y="786947"/>
                </a:lnTo>
                <a:lnTo>
                  <a:pt x="11634478" y="785070"/>
                </a:lnTo>
                <a:cubicBezTo>
                  <a:pt x="11635155" y="784319"/>
                  <a:pt x="11636131" y="783943"/>
                  <a:pt x="11637107" y="783943"/>
                </a:cubicBezTo>
                <a:lnTo>
                  <a:pt x="11637183" y="783868"/>
                </a:lnTo>
                <a:lnTo>
                  <a:pt x="11637457" y="783985"/>
                </a:lnTo>
                <a:lnTo>
                  <a:pt x="11733335" y="688767"/>
                </a:lnTo>
                <a:cubicBezTo>
                  <a:pt x="11799358" y="622876"/>
                  <a:pt x="11850561" y="570978"/>
                  <a:pt x="11855970" y="563351"/>
                </a:cubicBezTo>
                <a:lnTo>
                  <a:pt x="11855970" y="452153"/>
                </a:lnTo>
                <a:lnTo>
                  <a:pt x="11675651" y="452153"/>
                </a:lnTo>
                <a:lnTo>
                  <a:pt x="11675651" y="645923"/>
                </a:lnTo>
                <a:lnTo>
                  <a:pt x="11794962" y="526160"/>
                </a:lnTo>
                <a:lnTo>
                  <a:pt x="11752587" y="526160"/>
                </a:lnTo>
                <a:cubicBezTo>
                  <a:pt x="11750483" y="526160"/>
                  <a:pt x="11748830" y="524433"/>
                  <a:pt x="11748830" y="522403"/>
                </a:cubicBezTo>
                <a:cubicBezTo>
                  <a:pt x="11748830" y="520375"/>
                  <a:pt x="11750483" y="518648"/>
                  <a:pt x="11752587" y="518648"/>
                </a:cubicBezTo>
                <a:lnTo>
                  <a:pt x="11813145" y="518648"/>
                </a:lnTo>
                <a:lnTo>
                  <a:pt x="11668061" y="664255"/>
                </a:lnTo>
                <a:lnTo>
                  <a:pt x="11668061" y="444640"/>
                </a:lnTo>
                <a:lnTo>
                  <a:pt x="11855970" y="444640"/>
                </a:lnTo>
                <a:lnTo>
                  <a:pt x="11855970" y="400914"/>
                </a:lnTo>
                <a:cubicBezTo>
                  <a:pt x="11855970" y="398885"/>
                  <a:pt x="11857623" y="397156"/>
                  <a:pt x="11859727" y="397156"/>
                </a:cubicBezTo>
                <a:close/>
                <a:moveTo>
                  <a:pt x="324201" y="397156"/>
                </a:moveTo>
                <a:lnTo>
                  <a:pt x="324275" y="397156"/>
                </a:lnTo>
                <a:cubicBezTo>
                  <a:pt x="326380" y="397156"/>
                  <a:pt x="328032" y="398885"/>
                  <a:pt x="328032" y="400914"/>
                </a:cubicBezTo>
                <a:lnTo>
                  <a:pt x="328032" y="444640"/>
                </a:lnTo>
                <a:lnTo>
                  <a:pt x="515941" y="444640"/>
                </a:lnTo>
                <a:lnTo>
                  <a:pt x="515941" y="664255"/>
                </a:lnTo>
                <a:lnTo>
                  <a:pt x="370857" y="518648"/>
                </a:lnTo>
                <a:lnTo>
                  <a:pt x="431416" y="518648"/>
                </a:lnTo>
                <a:cubicBezTo>
                  <a:pt x="433520" y="518648"/>
                  <a:pt x="435172" y="520375"/>
                  <a:pt x="435172" y="522403"/>
                </a:cubicBezTo>
                <a:cubicBezTo>
                  <a:pt x="435172" y="524433"/>
                  <a:pt x="433520" y="526160"/>
                  <a:pt x="431416" y="526160"/>
                </a:cubicBezTo>
                <a:lnTo>
                  <a:pt x="389040" y="526160"/>
                </a:lnTo>
                <a:lnTo>
                  <a:pt x="508352" y="645923"/>
                </a:lnTo>
                <a:lnTo>
                  <a:pt x="508352" y="452153"/>
                </a:lnTo>
                <a:lnTo>
                  <a:pt x="328032" y="452153"/>
                </a:lnTo>
                <a:lnTo>
                  <a:pt x="328032" y="563351"/>
                </a:lnTo>
                <a:cubicBezTo>
                  <a:pt x="333441" y="570978"/>
                  <a:pt x="384644" y="622876"/>
                  <a:pt x="450668" y="688767"/>
                </a:cubicBezTo>
                <a:lnTo>
                  <a:pt x="546545" y="783985"/>
                </a:lnTo>
                <a:lnTo>
                  <a:pt x="546819" y="783868"/>
                </a:lnTo>
                <a:lnTo>
                  <a:pt x="546896" y="783943"/>
                </a:lnTo>
                <a:cubicBezTo>
                  <a:pt x="547872" y="783943"/>
                  <a:pt x="548848" y="784319"/>
                  <a:pt x="549525" y="785070"/>
                </a:cubicBezTo>
                <a:lnTo>
                  <a:pt x="549525" y="786947"/>
                </a:lnTo>
                <a:lnTo>
                  <a:pt x="556947" y="794315"/>
                </a:lnTo>
                <a:cubicBezTo>
                  <a:pt x="593497" y="830474"/>
                  <a:pt x="629879" y="866345"/>
                  <a:pt x="662225" y="898143"/>
                </a:cubicBezTo>
                <a:lnTo>
                  <a:pt x="663352" y="899270"/>
                </a:lnTo>
                <a:lnTo>
                  <a:pt x="663352" y="1033154"/>
                </a:lnTo>
                <a:lnTo>
                  <a:pt x="445314" y="1033154"/>
                </a:lnTo>
                <a:cubicBezTo>
                  <a:pt x="443211" y="1033154"/>
                  <a:pt x="441559" y="1031426"/>
                  <a:pt x="441559" y="1029397"/>
                </a:cubicBezTo>
                <a:cubicBezTo>
                  <a:pt x="441559" y="1027369"/>
                  <a:pt x="443211" y="1025640"/>
                  <a:pt x="445314" y="1025640"/>
                </a:cubicBezTo>
                <a:lnTo>
                  <a:pt x="655838" y="1025640"/>
                </a:lnTo>
                <a:lnTo>
                  <a:pt x="655838" y="902501"/>
                </a:lnTo>
                <a:lnTo>
                  <a:pt x="545829" y="794115"/>
                </a:lnTo>
                <a:lnTo>
                  <a:pt x="493776" y="846379"/>
                </a:lnTo>
                <a:lnTo>
                  <a:pt x="575971" y="928875"/>
                </a:lnTo>
                <a:cubicBezTo>
                  <a:pt x="577475" y="930378"/>
                  <a:pt x="577475" y="932782"/>
                  <a:pt x="575971" y="934209"/>
                </a:cubicBezTo>
                <a:cubicBezTo>
                  <a:pt x="574468" y="935713"/>
                  <a:pt x="572140" y="935713"/>
                  <a:pt x="570637" y="934209"/>
                </a:cubicBezTo>
                <a:lnTo>
                  <a:pt x="483107" y="846304"/>
                </a:lnTo>
                <a:lnTo>
                  <a:pt x="540432" y="788767"/>
                </a:lnTo>
                <a:lnTo>
                  <a:pt x="502442" y="751089"/>
                </a:lnTo>
                <a:lnTo>
                  <a:pt x="417515" y="836311"/>
                </a:lnTo>
                <a:lnTo>
                  <a:pt x="290991" y="709335"/>
                </a:lnTo>
                <a:lnTo>
                  <a:pt x="348092" y="658171"/>
                </a:lnTo>
                <a:lnTo>
                  <a:pt x="348092" y="658246"/>
                </a:lnTo>
                <a:lnTo>
                  <a:pt x="406245" y="716624"/>
                </a:lnTo>
                <a:cubicBezTo>
                  <a:pt x="407749" y="718128"/>
                  <a:pt x="407749" y="720530"/>
                  <a:pt x="406245" y="721958"/>
                </a:cubicBezTo>
                <a:cubicBezTo>
                  <a:pt x="404743" y="723461"/>
                  <a:pt x="402413" y="723461"/>
                  <a:pt x="400911" y="721958"/>
                </a:cubicBezTo>
                <a:lnTo>
                  <a:pt x="347791" y="668614"/>
                </a:lnTo>
                <a:lnTo>
                  <a:pt x="301960" y="709636"/>
                </a:lnTo>
                <a:lnTo>
                  <a:pt x="417515" y="825642"/>
                </a:lnTo>
                <a:lnTo>
                  <a:pt x="497086" y="745775"/>
                </a:lnTo>
                <a:lnTo>
                  <a:pt x="461938" y="710916"/>
                </a:lnTo>
                <a:cubicBezTo>
                  <a:pt x="320443" y="569964"/>
                  <a:pt x="320443" y="565963"/>
                  <a:pt x="320443" y="564328"/>
                </a:cubicBezTo>
                <a:lnTo>
                  <a:pt x="320443" y="400914"/>
                </a:lnTo>
                <a:cubicBezTo>
                  <a:pt x="320443" y="398810"/>
                  <a:pt x="322096" y="397156"/>
                  <a:pt x="324201" y="397156"/>
                </a:cubicBezTo>
                <a:close/>
                <a:moveTo>
                  <a:pt x="6365084" y="397153"/>
                </a:moveTo>
                <a:lnTo>
                  <a:pt x="6365159" y="397153"/>
                </a:lnTo>
                <a:cubicBezTo>
                  <a:pt x="6367263" y="397153"/>
                  <a:pt x="6368916" y="398806"/>
                  <a:pt x="6368916" y="400910"/>
                </a:cubicBezTo>
                <a:lnTo>
                  <a:pt x="6368916" y="444638"/>
                </a:lnTo>
                <a:lnTo>
                  <a:pt x="6556750" y="444638"/>
                </a:lnTo>
                <a:lnTo>
                  <a:pt x="6556824" y="444638"/>
                </a:lnTo>
                <a:lnTo>
                  <a:pt x="6556824" y="664252"/>
                </a:lnTo>
                <a:lnTo>
                  <a:pt x="6411743" y="518644"/>
                </a:lnTo>
                <a:lnTo>
                  <a:pt x="6464787" y="518644"/>
                </a:lnTo>
                <a:lnTo>
                  <a:pt x="6468749" y="509027"/>
                </a:lnTo>
                <a:cubicBezTo>
                  <a:pt x="6473144" y="504613"/>
                  <a:pt x="6479211" y="501889"/>
                  <a:pt x="6485898" y="501889"/>
                </a:cubicBezTo>
                <a:cubicBezTo>
                  <a:pt x="6499271" y="501889"/>
                  <a:pt x="6510166" y="512857"/>
                  <a:pt x="6510166" y="526306"/>
                </a:cubicBezTo>
                <a:cubicBezTo>
                  <a:pt x="6510166" y="539831"/>
                  <a:pt x="6499271" y="550725"/>
                  <a:pt x="6485898" y="550725"/>
                </a:cubicBezTo>
                <a:cubicBezTo>
                  <a:pt x="6472524" y="550725"/>
                  <a:pt x="6461630" y="539831"/>
                  <a:pt x="6461630" y="526306"/>
                </a:cubicBezTo>
                <a:lnTo>
                  <a:pt x="6461691" y="526157"/>
                </a:lnTo>
                <a:lnTo>
                  <a:pt x="6429923" y="526157"/>
                </a:lnTo>
                <a:lnTo>
                  <a:pt x="6549236" y="645919"/>
                </a:lnTo>
                <a:lnTo>
                  <a:pt x="6549236" y="452151"/>
                </a:lnTo>
                <a:lnTo>
                  <a:pt x="6368916" y="452151"/>
                </a:lnTo>
                <a:lnTo>
                  <a:pt x="6368916" y="563348"/>
                </a:lnTo>
                <a:cubicBezTo>
                  <a:pt x="6374288" y="570975"/>
                  <a:pt x="6425472" y="622872"/>
                  <a:pt x="6491495" y="688764"/>
                </a:cubicBezTo>
                <a:lnTo>
                  <a:pt x="6587450" y="784047"/>
                </a:lnTo>
                <a:lnTo>
                  <a:pt x="6587703" y="783940"/>
                </a:lnTo>
                <a:lnTo>
                  <a:pt x="6587779" y="784014"/>
                </a:lnTo>
                <a:cubicBezTo>
                  <a:pt x="6588681" y="784014"/>
                  <a:pt x="6589656" y="784390"/>
                  <a:pt x="6590408" y="785142"/>
                </a:cubicBezTo>
                <a:lnTo>
                  <a:pt x="6590408" y="786984"/>
                </a:lnTo>
                <a:lnTo>
                  <a:pt x="6597788" y="794312"/>
                </a:lnTo>
                <a:cubicBezTo>
                  <a:pt x="6634348" y="830470"/>
                  <a:pt x="6670744" y="866341"/>
                  <a:pt x="6703109" y="898142"/>
                </a:cubicBezTo>
                <a:lnTo>
                  <a:pt x="6704236" y="899269"/>
                </a:lnTo>
                <a:lnTo>
                  <a:pt x="6704236" y="1033154"/>
                </a:lnTo>
                <a:lnTo>
                  <a:pt x="6514691" y="1033154"/>
                </a:lnTo>
                <a:lnTo>
                  <a:pt x="6510109" y="1044274"/>
                </a:lnTo>
                <a:cubicBezTo>
                  <a:pt x="6505715" y="1048687"/>
                  <a:pt x="6499648" y="1051411"/>
                  <a:pt x="6492961" y="1051411"/>
                </a:cubicBezTo>
                <a:cubicBezTo>
                  <a:pt x="6479587" y="1051411"/>
                  <a:pt x="6468692" y="1040518"/>
                  <a:pt x="6468692" y="1026993"/>
                </a:cubicBezTo>
                <a:cubicBezTo>
                  <a:pt x="6468692" y="1013470"/>
                  <a:pt x="6479587" y="1002575"/>
                  <a:pt x="6492961" y="1002575"/>
                </a:cubicBezTo>
                <a:cubicBezTo>
                  <a:pt x="6499648" y="1002575"/>
                  <a:pt x="6505715" y="1005317"/>
                  <a:pt x="6510109" y="1009740"/>
                </a:cubicBezTo>
                <a:lnTo>
                  <a:pt x="6516670" y="1025640"/>
                </a:lnTo>
                <a:lnTo>
                  <a:pt x="6696722" y="1025640"/>
                </a:lnTo>
                <a:lnTo>
                  <a:pt x="6696722" y="902499"/>
                </a:lnTo>
                <a:lnTo>
                  <a:pt x="6586752" y="794147"/>
                </a:lnTo>
                <a:lnTo>
                  <a:pt x="6534660" y="846451"/>
                </a:lnTo>
                <a:lnTo>
                  <a:pt x="6597004" y="909023"/>
                </a:lnTo>
                <a:lnTo>
                  <a:pt x="6611596" y="902948"/>
                </a:lnTo>
                <a:cubicBezTo>
                  <a:pt x="6624970" y="902948"/>
                  <a:pt x="6635863" y="913919"/>
                  <a:pt x="6635863" y="927367"/>
                </a:cubicBezTo>
                <a:cubicBezTo>
                  <a:pt x="6635863" y="940892"/>
                  <a:pt x="6624970" y="951784"/>
                  <a:pt x="6611596" y="951784"/>
                </a:cubicBezTo>
                <a:cubicBezTo>
                  <a:pt x="6598222" y="951784"/>
                  <a:pt x="6587329" y="940892"/>
                  <a:pt x="6587329" y="927367"/>
                </a:cubicBezTo>
                <a:lnTo>
                  <a:pt x="6592393" y="915071"/>
                </a:lnTo>
                <a:lnTo>
                  <a:pt x="6523990" y="846375"/>
                </a:lnTo>
                <a:lnTo>
                  <a:pt x="6581355" y="788798"/>
                </a:lnTo>
                <a:lnTo>
                  <a:pt x="6543329" y="751082"/>
                </a:lnTo>
                <a:lnTo>
                  <a:pt x="6458323" y="836382"/>
                </a:lnTo>
                <a:lnTo>
                  <a:pt x="6331799" y="709407"/>
                </a:lnTo>
                <a:lnTo>
                  <a:pt x="6388900" y="658241"/>
                </a:lnTo>
                <a:lnTo>
                  <a:pt x="6388900" y="658315"/>
                </a:lnTo>
                <a:lnTo>
                  <a:pt x="6447054" y="716695"/>
                </a:lnTo>
                <a:cubicBezTo>
                  <a:pt x="6448556" y="718122"/>
                  <a:pt x="6448556" y="720526"/>
                  <a:pt x="6447054" y="722030"/>
                </a:cubicBezTo>
                <a:cubicBezTo>
                  <a:pt x="6445551" y="723533"/>
                  <a:pt x="6443222" y="723533"/>
                  <a:pt x="6441720" y="722030"/>
                </a:cubicBezTo>
                <a:lnTo>
                  <a:pt x="6388601" y="668684"/>
                </a:lnTo>
                <a:lnTo>
                  <a:pt x="6342769" y="709707"/>
                </a:lnTo>
                <a:lnTo>
                  <a:pt x="6458323" y="825714"/>
                </a:lnTo>
                <a:lnTo>
                  <a:pt x="6537973" y="745768"/>
                </a:lnTo>
                <a:lnTo>
                  <a:pt x="6502821" y="710901"/>
                </a:lnTo>
                <a:cubicBezTo>
                  <a:pt x="6361327" y="569931"/>
                  <a:pt x="6361327" y="565902"/>
                  <a:pt x="6361327" y="564325"/>
                </a:cubicBezTo>
                <a:lnTo>
                  <a:pt x="6361327" y="400910"/>
                </a:lnTo>
                <a:cubicBezTo>
                  <a:pt x="6361327" y="398882"/>
                  <a:pt x="6362980" y="397153"/>
                  <a:pt x="6365084" y="397153"/>
                </a:cubicBezTo>
                <a:close/>
                <a:moveTo>
                  <a:pt x="5818845" y="397153"/>
                </a:moveTo>
                <a:lnTo>
                  <a:pt x="5818920" y="397153"/>
                </a:lnTo>
                <a:cubicBezTo>
                  <a:pt x="5821023" y="397153"/>
                  <a:pt x="5822676" y="398882"/>
                  <a:pt x="5822676" y="400910"/>
                </a:cubicBezTo>
                <a:lnTo>
                  <a:pt x="5822676" y="564325"/>
                </a:lnTo>
                <a:cubicBezTo>
                  <a:pt x="5822676" y="565902"/>
                  <a:pt x="5822676" y="569931"/>
                  <a:pt x="5681182" y="710901"/>
                </a:cubicBezTo>
                <a:lnTo>
                  <a:pt x="5646030" y="745768"/>
                </a:lnTo>
                <a:lnTo>
                  <a:pt x="5725679" y="825714"/>
                </a:lnTo>
                <a:lnTo>
                  <a:pt x="5841234" y="709707"/>
                </a:lnTo>
                <a:lnTo>
                  <a:pt x="5795403" y="668684"/>
                </a:lnTo>
                <a:lnTo>
                  <a:pt x="5742284" y="722030"/>
                </a:lnTo>
                <a:cubicBezTo>
                  <a:pt x="5740781" y="723533"/>
                  <a:pt x="5738451" y="723533"/>
                  <a:pt x="5736950" y="722030"/>
                </a:cubicBezTo>
                <a:cubicBezTo>
                  <a:pt x="5735447" y="720526"/>
                  <a:pt x="5735447" y="718122"/>
                  <a:pt x="5736950" y="716695"/>
                </a:cubicBezTo>
                <a:lnTo>
                  <a:pt x="5795102" y="658315"/>
                </a:lnTo>
                <a:lnTo>
                  <a:pt x="5795102" y="658241"/>
                </a:lnTo>
                <a:lnTo>
                  <a:pt x="5852205" y="709407"/>
                </a:lnTo>
                <a:lnTo>
                  <a:pt x="5725679" y="836382"/>
                </a:lnTo>
                <a:lnTo>
                  <a:pt x="5640674" y="751082"/>
                </a:lnTo>
                <a:lnTo>
                  <a:pt x="5602648" y="788798"/>
                </a:lnTo>
                <a:lnTo>
                  <a:pt x="5660013" y="846375"/>
                </a:lnTo>
                <a:lnTo>
                  <a:pt x="5591610" y="915071"/>
                </a:lnTo>
                <a:lnTo>
                  <a:pt x="5596674" y="927367"/>
                </a:lnTo>
                <a:cubicBezTo>
                  <a:pt x="5596674" y="940892"/>
                  <a:pt x="5585781" y="951784"/>
                  <a:pt x="5572407" y="951784"/>
                </a:cubicBezTo>
                <a:cubicBezTo>
                  <a:pt x="5559034" y="951784"/>
                  <a:pt x="5548139" y="940892"/>
                  <a:pt x="5548139" y="927367"/>
                </a:cubicBezTo>
                <a:cubicBezTo>
                  <a:pt x="5548139" y="913919"/>
                  <a:pt x="5559034" y="902948"/>
                  <a:pt x="5572407" y="902948"/>
                </a:cubicBezTo>
                <a:lnTo>
                  <a:pt x="5586999" y="909023"/>
                </a:lnTo>
                <a:lnTo>
                  <a:pt x="5649344" y="846451"/>
                </a:lnTo>
                <a:lnTo>
                  <a:pt x="5597251" y="794147"/>
                </a:lnTo>
                <a:lnTo>
                  <a:pt x="5487281" y="902499"/>
                </a:lnTo>
                <a:lnTo>
                  <a:pt x="5487281" y="1025640"/>
                </a:lnTo>
                <a:lnTo>
                  <a:pt x="5667333" y="1025640"/>
                </a:lnTo>
                <a:lnTo>
                  <a:pt x="5673893" y="1009740"/>
                </a:lnTo>
                <a:cubicBezTo>
                  <a:pt x="5678288" y="1005317"/>
                  <a:pt x="5684355" y="1002575"/>
                  <a:pt x="5691042" y="1002575"/>
                </a:cubicBezTo>
                <a:cubicBezTo>
                  <a:pt x="5704417" y="1002575"/>
                  <a:pt x="5715310" y="1013470"/>
                  <a:pt x="5715310" y="1026993"/>
                </a:cubicBezTo>
                <a:cubicBezTo>
                  <a:pt x="5715310" y="1040518"/>
                  <a:pt x="5704417" y="1051411"/>
                  <a:pt x="5691042" y="1051411"/>
                </a:cubicBezTo>
                <a:cubicBezTo>
                  <a:pt x="5684355" y="1051411"/>
                  <a:pt x="5678288" y="1048687"/>
                  <a:pt x="5673893" y="1044274"/>
                </a:cubicBezTo>
                <a:lnTo>
                  <a:pt x="5669313" y="1033154"/>
                </a:lnTo>
                <a:lnTo>
                  <a:pt x="5479768" y="1033154"/>
                </a:lnTo>
                <a:lnTo>
                  <a:pt x="5479768" y="899269"/>
                </a:lnTo>
                <a:lnTo>
                  <a:pt x="5480895" y="898142"/>
                </a:lnTo>
                <a:cubicBezTo>
                  <a:pt x="5513258" y="866341"/>
                  <a:pt x="5549656" y="830470"/>
                  <a:pt x="5586215" y="794312"/>
                </a:cubicBezTo>
                <a:lnTo>
                  <a:pt x="5593595" y="786984"/>
                </a:lnTo>
                <a:lnTo>
                  <a:pt x="5593595" y="785142"/>
                </a:lnTo>
                <a:cubicBezTo>
                  <a:pt x="5594347" y="784390"/>
                  <a:pt x="5595323" y="784014"/>
                  <a:pt x="5596225" y="784014"/>
                </a:cubicBezTo>
                <a:lnTo>
                  <a:pt x="5596300" y="783940"/>
                </a:lnTo>
                <a:lnTo>
                  <a:pt x="5596552" y="784047"/>
                </a:lnTo>
                <a:lnTo>
                  <a:pt x="5692507" y="688764"/>
                </a:lnTo>
                <a:cubicBezTo>
                  <a:pt x="5758531" y="622872"/>
                  <a:pt x="5809716" y="570975"/>
                  <a:pt x="5815087" y="563348"/>
                </a:cubicBezTo>
                <a:lnTo>
                  <a:pt x="5815087" y="452151"/>
                </a:lnTo>
                <a:lnTo>
                  <a:pt x="5634768" y="452151"/>
                </a:lnTo>
                <a:lnTo>
                  <a:pt x="5634768" y="645919"/>
                </a:lnTo>
                <a:lnTo>
                  <a:pt x="5754081" y="526157"/>
                </a:lnTo>
                <a:lnTo>
                  <a:pt x="5722312" y="526157"/>
                </a:lnTo>
                <a:lnTo>
                  <a:pt x="5722374" y="526306"/>
                </a:lnTo>
                <a:cubicBezTo>
                  <a:pt x="5722374" y="539831"/>
                  <a:pt x="5711479" y="550725"/>
                  <a:pt x="5698105" y="550725"/>
                </a:cubicBezTo>
                <a:cubicBezTo>
                  <a:pt x="5684731" y="550725"/>
                  <a:pt x="5673837" y="539831"/>
                  <a:pt x="5673837" y="526306"/>
                </a:cubicBezTo>
                <a:cubicBezTo>
                  <a:pt x="5673837" y="512857"/>
                  <a:pt x="5684731" y="501889"/>
                  <a:pt x="5698105" y="501889"/>
                </a:cubicBezTo>
                <a:cubicBezTo>
                  <a:pt x="5704792" y="501889"/>
                  <a:pt x="5710860" y="504613"/>
                  <a:pt x="5715255" y="509027"/>
                </a:cubicBezTo>
                <a:lnTo>
                  <a:pt x="5719216" y="518644"/>
                </a:lnTo>
                <a:lnTo>
                  <a:pt x="5772261" y="518644"/>
                </a:lnTo>
                <a:lnTo>
                  <a:pt x="5627178" y="664252"/>
                </a:lnTo>
                <a:lnTo>
                  <a:pt x="5627178" y="444638"/>
                </a:lnTo>
                <a:lnTo>
                  <a:pt x="5627254" y="444638"/>
                </a:lnTo>
                <a:lnTo>
                  <a:pt x="5815087" y="444638"/>
                </a:lnTo>
                <a:lnTo>
                  <a:pt x="5815087" y="400910"/>
                </a:lnTo>
                <a:cubicBezTo>
                  <a:pt x="5815087" y="398806"/>
                  <a:pt x="5816741" y="397153"/>
                  <a:pt x="5818845" y="397153"/>
                </a:cubicBezTo>
                <a:close/>
                <a:moveTo>
                  <a:pt x="9848560" y="353808"/>
                </a:moveTo>
                <a:lnTo>
                  <a:pt x="10179523" y="353808"/>
                </a:lnTo>
                <a:lnTo>
                  <a:pt x="10179448" y="353883"/>
                </a:lnTo>
                <a:lnTo>
                  <a:pt x="10179448" y="497312"/>
                </a:lnTo>
                <a:lnTo>
                  <a:pt x="9886728" y="497312"/>
                </a:lnTo>
                <a:lnTo>
                  <a:pt x="9886728" y="420377"/>
                </a:lnTo>
                <a:lnTo>
                  <a:pt x="9997098" y="420377"/>
                </a:lnTo>
                <a:cubicBezTo>
                  <a:pt x="9999203" y="420377"/>
                  <a:pt x="10000856" y="422104"/>
                  <a:pt x="10000856" y="424133"/>
                </a:cubicBezTo>
                <a:cubicBezTo>
                  <a:pt x="10000856" y="426160"/>
                  <a:pt x="9999203" y="427887"/>
                  <a:pt x="9997098" y="427887"/>
                </a:cubicBezTo>
                <a:lnTo>
                  <a:pt x="9894316" y="427887"/>
                </a:lnTo>
                <a:lnTo>
                  <a:pt x="9894316" y="489723"/>
                </a:lnTo>
                <a:lnTo>
                  <a:pt x="10172009" y="489723"/>
                </a:lnTo>
                <a:lnTo>
                  <a:pt x="10172009" y="361397"/>
                </a:lnTo>
                <a:lnTo>
                  <a:pt x="9851867" y="361397"/>
                </a:lnTo>
                <a:lnTo>
                  <a:pt x="9723314" y="498964"/>
                </a:lnTo>
                <a:cubicBezTo>
                  <a:pt x="9721886" y="500467"/>
                  <a:pt x="9719481" y="500543"/>
                  <a:pt x="9717979" y="499115"/>
                </a:cubicBezTo>
                <a:cubicBezTo>
                  <a:pt x="9716477" y="497687"/>
                  <a:pt x="9716401" y="495284"/>
                  <a:pt x="9717828" y="493780"/>
                </a:cubicBezTo>
                <a:close/>
                <a:moveTo>
                  <a:pt x="2004480" y="353808"/>
                </a:moveTo>
                <a:lnTo>
                  <a:pt x="2335442" y="353808"/>
                </a:lnTo>
                <a:lnTo>
                  <a:pt x="2466174" y="493780"/>
                </a:lnTo>
                <a:cubicBezTo>
                  <a:pt x="2467601" y="495284"/>
                  <a:pt x="2467526" y="497687"/>
                  <a:pt x="2466024" y="499115"/>
                </a:cubicBezTo>
                <a:cubicBezTo>
                  <a:pt x="2464522" y="500543"/>
                  <a:pt x="2462116" y="500467"/>
                  <a:pt x="2460688" y="498964"/>
                </a:cubicBezTo>
                <a:lnTo>
                  <a:pt x="2332137" y="361397"/>
                </a:lnTo>
                <a:lnTo>
                  <a:pt x="2011993" y="361397"/>
                </a:lnTo>
                <a:lnTo>
                  <a:pt x="2011993" y="489723"/>
                </a:lnTo>
                <a:lnTo>
                  <a:pt x="2289687" y="489723"/>
                </a:lnTo>
                <a:lnTo>
                  <a:pt x="2289687" y="427887"/>
                </a:lnTo>
                <a:lnTo>
                  <a:pt x="2186904" y="427887"/>
                </a:lnTo>
                <a:cubicBezTo>
                  <a:pt x="2184800" y="427887"/>
                  <a:pt x="2183147" y="426160"/>
                  <a:pt x="2183147" y="424133"/>
                </a:cubicBezTo>
                <a:cubicBezTo>
                  <a:pt x="2183147" y="422104"/>
                  <a:pt x="2184800" y="420377"/>
                  <a:pt x="2186904" y="420377"/>
                </a:cubicBezTo>
                <a:lnTo>
                  <a:pt x="2297274" y="420377"/>
                </a:lnTo>
                <a:lnTo>
                  <a:pt x="2297274" y="497312"/>
                </a:lnTo>
                <a:lnTo>
                  <a:pt x="2004555" y="497312"/>
                </a:lnTo>
                <a:lnTo>
                  <a:pt x="2004555" y="353883"/>
                </a:lnTo>
                <a:close/>
                <a:moveTo>
                  <a:pt x="8045288" y="353804"/>
                </a:moveTo>
                <a:lnTo>
                  <a:pt x="8376245" y="353804"/>
                </a:lnTo>
                <a:lnTo>
                  <a:pt x="8506907" y="493701"/>
                </a:lnTo>
                <a:cubicBezTo>
                  <a:pt x="8508334" y="495204"/>
                  <a:pt x="8508259" y="497609"/>
                  <a:pt x="8506756" y="499036"/>
                </a:cubicBezTo>
                <a:cubicBezTo>
                  <a:pt x="8505253" y="500464"/>
                  <a:pt x="8502849" y="500388"/>
                  <a:pt x="8501422" y="498886"/>
                </a:cubicBezTo>
                <a:lnTo>
                  <a:pt x="8372869" y="361318"/>
                </a:lnTo>
                <a:lnTo>
                  <a:pt x="8052726" y="361318"/>
                </a:lnTo>
                <a:lnTo>
                  <a:pt x="8052726" y="489644"/>
                </a:lnTo>
                <a:lnTo>
                  <a:pt x="8330419" y="489644"/>
                </a:lnTo>
                <a:lnTo>
                  <a:pt x="8330419" y="427810"/>
                </a:lnTo>
                <a:lnTo>
                  <a:pt x="8227637" y="427810"/>
                </a:lnTo>
                <a:cubicBezTo>
                  <a:pt x="8225533" y="427810"/>
                  <a:pt x="8223880" y="426081"/>
                  <a:pt x="8223880" y="424055"/>
                </a:cubicBezTo>
                <a:cubicBezTo>
                  <a:pt x="8223880" y="422025"/>
                  <a:pt x="8225533" y="420298"/>
                  <a:pt x="8227637" y="420298"/>
                </a:cubicBezTo>
                <a:lnTo>
                  <a:pt x="8338008" y="420298"/>
                </a:lnTo>
                <a:lnTo>
                  <a:pt x="8338008" y="497233"/>
                </a:lnTo>
                <a:lnTo>
                  <a:pt x="8045288" y="497233"/>
                </a:lnTo>
                <a:close/>
                <a:moveTo>
                  <a:pt x="3807758" y="353804"/>
                </a:moveTo>
                <a:lnTo>
                  <a:pt x="4138715" y="353804"/>
                </a:lnTo>
                <a:lnTo>
                  <a:pt x="4138715" y="497233"/>
                </a:lnTo>
                <a:lnTo>
                  <a:pt x="3845996" y="497233"/>
                </a:lnTo>
                <a:lnTo>
                  <a:pt x="3845996" y="420298"/>
                </a:lnTo>
                <a:lnTo>
                  <a:pt x="3956367" y="420298"/>
                </a:lnTo>
                <a:cubicBezTo>
                  <a:pt x="3958471" y="420298"/>
                  <a:pt x="3960124" y="422025"/>
                  <a:pt x="3960124" y="424055"/>
                </a:cubicBezTo>
                <a:cubicBezTo>
                  <a:pt x="3960124" y="426081"/>
                  <a:pt x="3958471" y="427810"/>
                  <a:pt x="3956367" y="427810"/>
                </a:cubicBezTo>
                <a:lnTo>
                  <a:pt x="3853584" y="427810"/>
                </a:lnTo>
                <a:lnTo>
                  <a:pt x="3853584" y="489644"/>
                </a:lnTo>
                <a:lnTo>
                  <a:pt x="4131277" y="489644"/>
                </a:lnTo>
                <a:lnTo>
                  <a:pt x="4131277" y="361318"/>
                </a:lnTo>
                <a:lnTo>
                  <a:pt x="3811134" y="361318"/>
                </a:lnTo>
                <a:lnTo>
                  <a:pt x="3682580" y="498886"/>
                </a:lnTo>
                <a:cubicBezTo>
                  <a:pt x="3681154" y="500388"/>
                  <a:pt x="3678749" y="500464"/>
                  <a:pt x="3677246" y="499036"/>
                </a:cubicBezTo>
                <a:cubicBezTo>
                  <a:pt x="3675744" y="497609"/>
                  <a:pt x="3675668" y="495204"/>
                  <a:pt x="3677096" y="493701"/>
                </a:cubicBezTo>
                <a:close/>
                <a:moveTo>
                  <a:pt x="8376175" y="353730"/>
                </a:moveTo>
                <a:lnTo>
                  <a:pt x="8376251" y="353804"/>
                </a:lnTo>
                <a:lnTo>
                  <a:pt x="8376245" y="353804"/>
                </a:lnTo>
                <a:close/>
                <a:moveTo>
                  <a:pt x="3807829" y="353730"/>
                </a:moveTo>
                <a:lnTo>
                  <a:pt x="3807758" y="353804"/>
                </a:lnTo>
                <a:lnTo>
                  <a:pt x="3807752" y="353804"/>
                </a:lnTo>
                <a:close/>
                <a:moveTo>
                  <a:pt x="10864887" y="330065"/>
                </a:moveTo>
                <a:lnTo>
                  <a:pt x="11137546" y="330065"/>
                </a:lnTo>
                <a:lnTo>
                  <a:pt x="11137546" y="442761"/>
                </a:lnTo>
                <a:lnTo>
                  <a:pt x="11073006" y="386038"/>
                </a:lnTo>
                <a:lnTo>
                  <a:pt x="11022441" y="386038"/>
                </a:lnTo>
                <a:cubicBezTo>
                  <a:pt x="11020338" y="386038"/>
                  <a:pt x="11018686" y="384309"/>
                  <a:pt x="11018686" y="382281"/>
                </a:cubicBezTo>
                <a:cubicBezTo>
                  <a:pt x="11018686" y="380252"/>
                  <a:pt x="11020338" y="378524"/>
                  <a:pt x="11022441" y="378524"/>
                </a:cubicBezTo>
                <a:lnTo>
                  <a:pt x="11075786" y="378524"/>
                </a:lnTo>
                <a:lnTo>
                  <a:pt x="11129957" y="426083"/>
                </a:lnTo>
                <a:lnTo>
                  <a:pt x="11129957" y="337653"/>
                </a:lnTo>
                <a:lnTo>
                  <a:pt x="10883070" y="337653"/>
                </a:lnTo>
                <a:lnTo>
                  <a:pt x="10995394" y="450351"/>
                </a:lnTo>
                <a:cubicBezTo>
                  <a:pt x="10996896" y="451778"/>
                  <a:pt x="10996896" y="454182"/>
                  <a:pt x="10995394" y="455685"/>
                </a:cubicBezTo>
                <a:cubicBezTo>
                  <a:pt x="10993891" y="457188"/>
                  <a:pt x="10991562" y="457188"/>
                  <a:pt x="10990059" y="455685"/>
                </a:cubicBezTo>
                <a:close/>
                <a:moveTo>
                  <a:pt x="1046456" y="330065"/>
                </a:moveTo>
                <a:lnTo>
                  <a:pt x="1319115" y="330065"/>
                </a:lnTo>
                <a:lnTo>
                  <a:pt x="1193944" y="455685"/>
                </a:lnTo>
                <a:cubicBezTo>
                  <a:pt x="1192440" y="457188"/>
                  <a:pt x="1190112" y="457188"/>
                  <a:pt x="1188609" y="455685"/>
                </a:cubicBezTo>
                <a:cubicBezTo>
                  <a:pt x="1187106" y="454182"/>
                  <a:pt x="1187106" y="451778"/>
                  <a:pt x="1188609" y="450351"/>
                </a:cubicBezTo>
                <a:lnTo>
                  <a:pt x="1300934" y="337653"/>
                </a:lnTo>
                <a:lnTo>
                  <a:pt x="1054046" y="337653"/>
                </a:lnTo>
                <a:lnTo>
                  <a:pt x="1054046" y="426083"/>
                </a:lnTo>
                <a:lnTo>
                  <a:pt x="1108216" y="378524"/>
                </a:lnTo>
                <a:lnTo>
                  <a:pt x="1161561" y="378524"/>
                </a:lnTo>
                <a:cubicBezTo>
                  <a:pt x="1163664" y="378524"/>
                  <a:pt x="1165318" y="380252"/>
                  <a:pt x="1165318" y="382281"/>
                </a:cubicBezTo>
                <a:cubicBezTo>
                  <a:pt x="1165318" y="384309"/>
                  <a:pt x="1163664" y="386038"/>
                  <a:pt x="1161561" y="386038"/>
                </a:cubicBezTo>
                <a:lnTo>
                  <a:pt x="1110996" y="386038"/>
                </a:lnTo>
                <a:lnTo>
                  <a:pt x="1046456" y="442761"/>
                </a:lnTo>
                <a:close/>
                <a:moveTo>
                  <a:pt x="7087189" y="330062"/>
                </a:moveTo>
                <a:lnTo>
                  <a:pt x="7359847" y="330062"/>
                </a:lnTo>
                <a:lnTo>
                  <a:pt x="7234676" y="455683"/>
                </a:lnTo>
                <a:cubicBezTo>
                  <a:pt x="7233172" y="457186"/>
                  <a:pt x="7230844" y="457186"/>
                  <a:pt x="7229342" y="455683"/>
                </a:cubicBezTo>
                <a:cubicBezTo>
                  <a:pt x="7227838" y="454256"/>
                  <a:pt x="7227838" y="451850"/>
                  <a:pt x="7229342" y="450349"/>
                </a:cubicBezTo>
                <a:lnTo>
                  <a:pt x="7341666" y="337649"/>
                </a:lnTo>
                <a:lnTo>
                  <a:pt x="7094777" y="337649"/>
                </a:lnTo>
                <a:lnTo>
                  <a:pt x="7094777" y="426080"/>
                </a:lnTo>
                <a:lnTo>
                  <a:pt x="7148949" y="378521"/>
                </a:lnTo>
                <a:lnTo>
                  <a:pt x="7202293" y="378521"/>
                </a:lnTo>
                <a:cubicBezTo>
                  <a:pt x="7204397" y="378521"/>
                  <a:pt x="7206049" y="380249"/>
                  <a:pt x="7206049" y="382278"/>
                </a:cubicBezTo>
                <a:cubicBezTo>
                  <a:pt x="7206049" y="384306"/>
                  <a:pt x="7204397" y="386035"/>
                  <a:pt x="7202293" y="386035"/>
                </a:cubicBezTo>
                <a:lnTo>
                  <a:pt x="7151728" y="386035"/>
                </a:lnTo>
                <a:lnTo>
                  <a:pt x="7087189" y="442760"/>
                </a:lnTo>
                <a:close/>
                <a:moveTo>
                  <a:pt x="4824155" y="330062"/>
                </a:moveTo>
                <a:lnTo>
                  <a:pt x="5096815" y="330062"/>
                </a:lnTo>
                <a:lnTo>
                  <a:pt x="5096815" y="442760"/>
                </a:lnTo>
                <a:lnTo>
                  <a:pt x="5032275" y="386035"/>
                </a:lnTo>
                <a:lnTo>
                  <a:pt x="4981710" y="386035"/>
                </a:lnTo>
                <a:cubicBezTo>
                  <a:pt x="4979605" y="386035"/>
                  <a:pt x="4977954" y="384306"/>
                  <a:pt x="4977954" y="382278"/>
                </a:cubicBezTo>
                <a:cubicBezTo>
                  <a:pt x="4977954" y="380249"/>
                  <a:pt x="4979605" y="378521"/>
                  <a:pt x="4981710" y="378521"/>
                </a:cubicBezTo>
                <a:lnTo>
                  <a:pt x="5035054" y="378521"/>
                </a:lnTo>
                <a:lnTo>
                  <a:pt x="5089226" y="426080"/>
                </a:lnTo>
                <a:lnTo>
                  <a:pt x="5089226" y="337649"/>
                </a:lnTo>
                <a:lnTo>
                  <a:pt x="4842338" y="337649"/>
                </a:lnTo>
                <a:lnTo>
                  <a:pt x="4954662" y="450349"/>
                </a:lnTo>
                <a:cubicBezTo>
                  <a:pt x="4956165" y="451850"/>
                  <a:pt x="4956165" y="454256"/>
                  <a:pt x="4954662" y="455683"/>
                </a:cubicBezTo>
                <a:cubicBezTo>
                  <a:pt x="4953159" y="457186"/>
                  <a:pt x="4950831" y="457186"/>
                  <a:pt x="4949328" y="455683"/>
                </a:cubicBezTo>
                <a:close/>
                <a:moveTo>
                  <a:pt x="10577053" y="284310"/>
                </a:moveTo>
                <a:lnTo>
                  <a:pt x="10577127" y="284385"/>
                </a:lnTo>
                <a:lnTo>
                  <a:pt x="10577053" y="284385"/>
                </a:lnTo>
                <a:close/>
                <a:moveTo>
                  <a:pt x="1606950" y="284310"/>
                </a:moveTo>
                <a:lnTo>
                  <a:pt x="1606950" y="284385"/>
                </a:lnTo>
                <a:lnTo>
                  <a:pt x="1606875" y="284385"/>
                </a:lnTo>
                <a:close/>
                <a:moveTo>
                  <a:pt x="9829927" y="274243"/>
                </a:moveTo>
                <a:lnTo>
                  <a:pt x="10197930" y="274243"/>
                </a:lnTo>
                <a:lnTo>
                  <a:pt x="10197856" y="274317"/>
                </a:lnTo>
                <a:lnTo>
                  <a:pt x="10254355" y="356438"/>
                </a:lnTo>
                <a:lnTo>
                  <a:pt x="10254355" y="566660"/>
                </a:lnTo>
                <a:lnTo>
                  <a:pt x="9858327" y="566660"/>
                </a:lnTo>
                <a:lnTo>
                  <a:pt x="9813624" y="662006"/>
                </a:lnTo>
                <a:lnTo>
                  <a:pt x="9813624" y="1377941"/>
                </a:lnTo>
                <a:lnTo>
                  <a:pt x="9685043" y="1423515"/>
                </a:lnTo>
                <a:lnTo>
                  <a:pt x="9687475" y="1429407"/>
                </a:lnTo>
                <a:cubicBezTo>
                  <a:pt x="9687475" y="1442932"/>
                  <a:pt x="9676580" y="1453825"/>
                  <a:pt x="9663206" y="1453825"/>
                </a:cubicBezTo>
                <a:cubicBezTo>
                  <a:pt x="9649833" y="1453825"/>
                  <a:pt x="9638938" y="1442932"/>
                  <a:pt x="9638938" y="1429407"/>
                </a:cubicBezTo>
                <a:cubicBezTo>
                  <a:pt x="9638938" y="1415883"/>
                  <a:pt x="9649833" y="1404989"/>
                  <a:pt x="9663206" y="1404989"/>
                </a:cubicBezTo>
                <a:cubicBezTo>
                  <a:pt x="9669894" y="1404989"/>
                  <a:pt x="9675960" y="1407732"/>
                  <a:pt x="9680355" y="1412155"/>
                </a:cubicBezTo>
                <a:lnTo>
                  <a:pt x="9682159" y="1416524"/>
                </a:lnTo>
                <a:lnTo>
                  <a:pt x="9722562" y="1402209"/>
                </a:lnTo>
                <a:lnTo>
                  <a:pt x="9722562" y="637136"/>
                </a:lnTo>
                <a:lnTo>
                  <a:pt x="9786349" y="509107"/>
                </a:lnTo>
                <a:cubicBezTo>
                  <a:pt x="9787026" y="507755"/>
                  <a:pt x="9788379" y="507003"/>
                  <a:pt x="9789730" y="507003"/>
                </a:cubicBezTo>
                <a:lnTo>
                  <a:pt x="9789730" y="506928"/>
                </a:lnTo>
                <a:cubicBezTo>
                  <a:pt x="9790256" y="506928"/>
                  <a:pt x="9790857" y="507003"/>
                  <a:pt x="9791383" y="507303"/>
                </a:cubicBezTo>
                <a:cubicBezTo>
                  <a:pt x="9793187" y="508280"/>
                  <a:pt x="9793938" y="510534"/>
                  <a:pt x="9793037" y="512413"/>
                </a:cubicBezTo>
                <a:lnTo>
                  <a:pt x="9730075" y="638863"/>
                </a:lnTo>
                <a:lnTo>
                  <a:pt x="9730075" y="1399548"/>
                </a:lnTo>
                <a:lnTo>
                  <a:pt x="9806110" y="1372607"/>
                </a:lnTo>
                <a:lnTo>
                  <a:pt x="9806110" y="661181"/>
                </a:lnTo>
                <a:lnTo>
                  <a:pt x="9853594" y="559073"/>
                </a:lnTo>
                <a:lnTo>
                  <a:pt x="10246917" y="559073"/>
                </a:lnTo>
                <a:lnTo>
                  <a:pt x="10246917" y="358768"/>
                </a:lnTo>
                <a:lnTo>
                  <a:pt x="10193948" y="281832"/>
                </a:lnTo>
                <a:lnTo>
                  <a:pt x="9833082" y="281832"/>
                </a:lnTo>
                <a:lnTo>
                  <a:pt x="9731878" y="383335"/>
                </a:lnTo>
                <a:cubicBezTo>
                  <a:pt x="9730375" y="384839"/>
                  <a:pt x="9728046" y="384839"/>
                  <a:pt x="9726544" y="383335"/>
                </a:cubicBezTo>
                <a:cubicBezTo>
                  <a:pt x="9725041" y="381909"/>
                  <a:pt x="9725041" y="379505"/>
                  <a:pt x="9726544" y="378001"/>
                </a:cubicBezTo>
                <a:close/>
                <a:moveTo>
                  <a:pt x="1986073" y="274243"/>
                </a:moveTo>
                <a:lnTo>
                  <a:pt x="2354075" y="274243"/>
                </a:lnTo>
                <a:lnTo>
                  <a:pt x="2457458" y="378001"/>
                </a:lnTo>
                <a:cubicBezTo>
                  <a:pt x="2458961" y="379505"/>
                  <a:pt x="2458961" y="381909"/>
                  <a:pt x="2457458" y="383335"/>
                </a:cubicBezTo>
                <a:cubicBezTo>
                  <a:pt x="2455956" y="384839"/>
                  <a:pt x="2453627" y="384839"/>
                  <a:pt x="2452124" y="383335"/>
                </a:cubicBezTo>
                <a:lnTo>
                  <a:pt x="2350920" y="281832"/>
                </a:lnTo>
                <a:lnTo>
                  <a:pt x="1990055" y="281832"/>
                </a:lnTo>
                <a:lnTo>
                  <a:pt x="1937086" y="358768"/>
                </a:lnTo>
                <a:lnTo>
                  <a:pt x="1937086" y="559073"/>
                </a:lnTo>
                <a:lnTo>
                  <a:pt x="2330408" y="559073"/>
                </a:lnTo>
                <a:lnTo>
                  <a:pt x="2377893" y="661181"/>
                </a:lnTo>
                <a:lnTo>
                  <a:pt x="2377893" y="1372607"/>
                </a:lnTo>
                <a:lnTo>
                  <a:pt x="2453927" y="1399548"/>
                </a:lnTo>
                <a:lnTo>
                  <a:pt x="2453927" y="638863"/>
                </a:lnTo>
                <a:lnTo>
                  <a:pt x="2390967" y="512413"/>
                </a:lnTo>
                <a:cubicBezTo>
                  <a:pt x="2390065" y="510534"/>
                  <a:pt x="2390815" y="508280"/>
                  <a:pt x="2392619" y="507303"/>
                </a:cubicBezTo>
                <a:cubicBezTo>
                  <a:pt x="2393145" y="507003"/>
                  <a:pt x="2393746" y="506928"/>
                  <a:pt x="2394272" y="506928"/>
                </a:cubicBezTo>
                <a:lnTo>
                  <a:pt x="2394272" y="507003"/>
                </a:lnTo>
                <a:cubicBezTo>
                  <a:pt x="2395623" y="507003"/>
                  <a:pt x="2396977" y="507755"/>
                  <a:pt x="2397653" y="509107"/>
                </a:cubicBezTo>
                <a:lnTo>
                  <a:pt x="2461441" y="637136"/>
                </a:lnTo>
                <a:lnTo>
                  <a:pt x="2461441" y="1402209"/>
                </a:lnTo>
                <a:lnTo>
                  <a:pt x="2501844" y="1416524"/>
                </a:lnTo>
                <a:lnTo>
                  <a:pt x="2503647" y="1412155"/>
                </a:lnTo>
                <a:cubicBezTo>
                  <a:pt x="2508042" y="1407732"/>
                  <a:pt x="2514109" y="1404989"/>
                  <a:pt x="2520796" y="1404989"/>
                </a:cubicBezTo>
                <a:cubicBezTo>
                  <a:pt x="2534170" y="1404989"/>
                  <a:pt x="2545064" y="1415883"/>
                  <a:pt x="2545064" y="1429407"/>
                </a:cubicBezTo>
                <a:cubicBezTo>
                  <a:pt x="2545064" y="1442932"/>
                  <a:pt x="2534170" y="1453825"/>
                  <a:pt x="2520796" y="1453825"/>
                </a:cubicBezTo>
                <a:cubicBezTo>
                  <a:pt x="2507422" y="1453825"/>
                  <a:pt x="2496529" y="1442932"/>
                  <a:pt x="2496529" y="1429407"/>
                </a:cubicBezTo>
                <a:lnTo>
                  <a:pt x="2498959" y="1423515"/>
                </a:lnTo>
                <a:lnTo>
                  <a:pt x="2370378" y="1377941"/>
                </a:lnTo>
                <a:lnTo>
                  <a:pt x="2370378" y="662006"/>
                </a:lnTo>
                <a:lnTo>
                  <a:pt x="2325675" y="566660"/>
                </a:lnTo>
                <a:lnTo>
                  <a:pt x="1929647" y="566660"/>
                </a:lnTo>
                <a:lnTo>
                  <a:pt x="1929647" y="356438"/>
                </a:lnTo>
                <a:lnTo>
                  <a:pt x="1986148" y="274317"/>
                </a:lnTo>
                <a:close/>
                <a:moveTo>
                  <a:pt x="8026880" y="274238"/>
                </a:moveTo>
                <a:lnTo>
                  <a:pt x="8394807" y="274238"/>
                </a:lnTo>
                <a:lnTo>
                  <a:pt x="8498116" y="377922"/>
                </a:lnTo>
                <a:cubicBezTo>
                  <a:pt x="8499617" y="379350"/>
                  <a:pt x="8499617" y="381754"/>
                  <a:pt x="8498116" y="383257"/>
                </a:cubicBezTo>
                <a:cubicBezTo>
                  <a:pt x="8496613" y="384760"/>
                  <a:pt x="8494283" y="384760"/>
                  <a:pt x="8492781" y="383257"/>
                </a:cubicBezTo>
                <a:lnTo>
                  <a:pt x="8391652" y="281753"/>
                </a:lnTo>
                <a:lnTo>
                  <a:pt x="8030787" y="281753"/>
                </a:lnTo>
                <a:lnTo>
                  <a:pt x="7977818" y="358689"/>
                </a:lnTo>
                <a:lnTo>
                  <a:pt x="7977818" y="558994"/>
                </a:lnTo>
                <a:lnTo>
                  <a:pt x="8371140" y="558994"/>
                </a:lnTo>
                <a:lnTo>
                  <a:pt x="8418249" y="659448"/>
                </a:lnTo>
                <a:lnTo>
                  <a:pt x="8418624" y="660198"/>
                </a:lnTo>
                <a:lnTo>
                  <a:pt x="8418624" y="1372530"/>
                </a:lnTo>
                <a:lnTo>
                  <a:pt x="8494735" y="1399497"/>
                </a:lnTo>
                <a:lnTo>
                  <a:pt x="8494735" y="638936"/>
                </a:lnTo>
                <a:lnTo>
                  <a:pt x="8431773" y="512485"/>
                </a:lnTo>
                <a:cubicBezTo>
                  <a:pt x="8430796" y="510607"/>
                  <a:pt x="8431547" y="508278"/>
                  <a:pt x="8433427" y="507376"/>
                </a:cubicBezTo>
                <a:cubicBezTo>
                  <a:pt x="8433952" y="507151"/>
                  <a:pt x="8434478" y="507001"/>
                  <a:pt x="8435079" y="507001"/>
                </a:cubicBezTo>
                <a:lnTo>
                  <a:pt x="8435079" y="507076"/>
                </a:lnTo>
                <a:cubicBezTo>
                  <a:pt x="8436431" y="507076"/>
                  <a:pt x="8437784" y="507827"/>
                  <a:pt x="8438459" y="509180"/>
                </a:cubicBezTo>
                <a:lnTo>
                  <a:pt x="8502247" y="637208"/>
                </a:lnTo>
                <a:lnTo>
                  <a:pt x="8502247" y="1402160"/>
                </a:lnTo>
                <a:lnTo>
                  <a:pt x="8563030" y="1423696"/>
                </a:lnTo>
                <a:cubicBezTo>
                  <a:pt x="8564983" y="1424373"/>
                  <a:pt x="8566035" y="1426551"/>
                  <a:pt x="8565360" y="1428505"/>
                </a:cubicBezTo>
                <a:cubicBezTo>
                  <a:pt x="8564683" y="1430458"/>
                  <a:pt x="8562504" y="1431510"/>
                  <a:pt x="8560551" y="1430833"/>
                </a:cubicBezTo>
                <a:lnTo>
                  <a:pt x="8411111" y="1377865"/>
                </a:lnTo>
                <a:lnTo>
                  <a:pt x="8411111" y="661926"/>
                </a:lnTo>
                <a:lnTo>
                  <a:pt x="8366407" y="566582"/>
                </a:lnTo>
                <a:lnTo>
                  <a:pt x="7970380" y="566582"/>
                </a:lnTo>
                <a:lnTo>
                  <a:pt x="7970380" y="356360"/>
                </a:lnTo>
                <a:close/>
                <a:moveTo>
                  <a:pt x="3789195" y="274238"/>
                </a:moveTo>
                <a:lnTo>
                  <a:pt x="4157123" y="274238"/>
                </a:lnTo>
                <a:lnTo>
                  <a:pt x="4213624" y="356360"/>
                </a:lnTo>
                <a:lnTo>
                  <a:pt x="4213624" y="566582"/>
                </a:lnTo>
                <a:lnTo>
                  <a:pt x="3817596" y="566582"/>
                </a:lnTo>
                <a:lnTo>
                  <a:pt x="3772891" y="661926"/>
                </a:lnTo>
                <a:lnTo>
                  <a:pt x="3772891" y="1377865"/>
                </a:lnTo>
                <a:lnTo>
                  <a:pt x="3623452" y="1430833"/>
                </a:lnTo>
                <a:cubicBezTo>
                  <a:pt x="3621498" y="1431510"/>
                  <a:pt x="3619319" y="1430458"/>
                  <a:pt x="3618643" y="1428505"/>
                </a:cubicBezTo>
                <a:cubicBezTo>
                  <a:pt x="3617967" y="1426551"/>
                  <a:pt x="3619019" y="1424373"/>
                  <a:pt x="3620972" y="1423696"/>
                </a:cubicBezTo>
                <a:lnTo>
                  <a:pt x="3681755" y="1402160"/>
                </a:lnTo>
                <a:lnTo>
                  <a:pt x="3681755" y="637208"/>
                </a:lnTo>
                <a:lnTo>
                  <a:pt x="3745543" y="509180"/>
                </a:lnTo>
                <a:cubicBezTo>
                  <a:pt x="3746219" y="507827"/>
                  <a:pt x="3747571" y="507076"/>
                  <a:pt x="3748924" y="507076"/>
                </a:cubicBezTo>
                <a:lnTo>
                  <a:pt x="3748924" y="507001"/>
                </a:lnTo>
                <a:cubicBezTo>
                  <a:pt x="3749526" y="507001"/>
                  <a:pt x="3750052" y="507151"/>
                  <a:pt x="3750577" y="507376"/>
                </a:cubicBezTo>
                <a:cubicBezTo>
                  <a:pt x="3752455" y="508278"/>
                  <a:pt x="3753207" y="510607"/>
                  <a:pt x="3752229" y="512485"/>
                </a:cubicBezTo>
                <a:lnTo>
                  <a:pt x="3689268" y="638936"/>
                </a:lnTo>
                <a:lnTo>
                  <a:pt x="3689268" y="1399497"/>
                </a:lnTo>
                <a:lnTo>
                  <a:pt x="3765378" y="1372530"/>
                </a:lnTo>
                <a:lnTo>
                  <a:pt x="3765378" y="660198"/>
                </a:lnTo>
                <a:lnTo>
                  <a:pt x="3765754" y="659448"/>
                </a:lnTo>
                <a:lnTo>
                  <a:pt x="3812863" y="558994"/>
                </a:lnTo>
                <a:lnTo>
                  <a:pt x="4206186" y="558994"/>
                </a:lnTo>
                <a:lnTo>
                  <a:pt x="4206186" y="358689"/>
                </a:lnTo>
                <a:lnTo>
                  <a:pt x="4153217" y="281753"/>
                </a:lnTo>
                <a:lnTo>
                  <a:pt x="3792351" y="281753"/>
                </a:lnTo>
                <a:lnTo>
                  <a:pt x="3691221" y="383257"/>
                </a:lnTo>
                <a:cubicBezTo>
                  <a:pt x="3689719" y="384760"/>
                  <a:pt x="3687390" y="384760"/>
                  <a:pt x="3685888" y="383257"/>
                </a:cubicBezTo>
                <a:cubicBezTo>
                  <a:pt x="3684385" y="381754"/>
                  <a:pt x="3684385" y="379350"/>
                  <a:pt x="3685888" y="377922"/>
                </a:cubicBezTo>
                <a:close/>
                <a:moveTo>
                  <a:pt x="8394732" y="274163"/>
                </a:moveTo>
                <a:lnTo>
                  <a:pt x="8394882" y="274238"/>
                </a:lnTo>
                <a:lnTo>
                  <a:pt x="8394807" y="274238"/>
                </a:lnTo>
                <a:close/>
                <a:moveTo>
                  <a:pt x="3789271" y="274163"/>
                </a:moveTo>
                <a:lnTo>
                  <a:pt x="3789195" y="274238"/>
                </a:lnTo>
                <a:lnTo>
                  <a:pt x="3789121" y="274238"/>
                </a:lnTo>
                <a:close/>
                <a:moveTo>
                  <a:pt x="9241634" y="235017"/>
                </a:moveTo>
                <a:lnTo>
                  <a:pt x="9304296" y="235017"/>
                </a:lnTo>
                <a:lnTo>
                  <a:pt x="9304296" y="438478"/>
                </a:lnTo>
                <a:lnTo>
                  <a:pt x="8932086" y="438478"/>
                </a:lnTo>
                <a:cubicBezTo>
                  <a:pt x="8929981" y="438478"/>
                  <a:pt x="8928329" y="436748"/>
                  <a:pt x="8928329" y="434721"/>
                </a:cubicBezTo>
                <a:cubicBezTo>
                  <a:pt x="8928329" y="432691"/>
                  <a:pt x="8929981" y="430963"/>
                  <a:pt x="8932086" y="430963"/>
                </a:cubicBezTo>
                <a:lnTo>
                  <a:pt x="9296782" y="430963"/>
                </a:lnTo>
                <a:lnTo>
                  <a:pt x="9296782" y="242530"/>
                </a:lnTo>
                <a:lnTo>
                  <a:pt x="9241634" y="242530"/>
                </a:lnTo>
                <a:cubicBezTo>
                  <a:pt x="9239531" y="242530"/>
                  <a:pt x="9237877" y="240802"/>
                  <a:pt x="9237877" y="238773"/>
                </a:cubicBezTo>
                <a:cubicBezTo>
                  <a:pt x="9237877" y="236745"/>
                  <a:pt x="9239531" y="235017"/>
                  <a:pt x="9241634" y="235017"/>
                </a:cubicBezTo>
                <a:close/>
                <a:moveTo>
                  <a:pt x="2879706" y="235017"/>
                </a:moveTo>
                <a:lnTo>
                  <a:pt x="2942369" y="235017"/>
                </a:lnTo>
                <a:cubicBezTo>
                  <a:pt x="2944471" y="235017"/>
                  <a:pt x="2946125" y="236745"/>
                  <a:pt x="2946125" y="238773"/>
                </a:cubicBezTo>
                <a:cubicBezTo>
                  <a:pt x="2946125" y="240802"/>
                  <a:pt x="2944471" y="242530"/>
                  <a:pt x="2942369" y="242530"/>
                </a:cubicBezTo>
                <a:lnTo>
                  <a:pt x="2887221" y="242530"/>
                </a:lnTo>
                <a:lnTo>
                  <a:pt x="2887221" y="430963"/>
                </a:lnTo>
                <a:lnTo>
                  <a:pt x="3251917" y="430963"/>
                </a:lnTo>
                <a:cubicBezTo>
                  <a:pt x="3254021" y="430963"/>
                  <a:pt x="3255674" y="432691"/>
                  <a:pt x="3255674" y="434721"/>
                </a:cubicBezTo>
                <a:cubicBezTo>
                  <a:pt x="3255674" y="436748"/>
                  <a:pt x="3254021" y="438478"/>
                  <a:pt x="3251917" y="438478"/>
                </a:cubicBezTo>
                <a:lnTo>
                  <a:pt x="2879706" y="438478"/>
                </a:lnTo>
                <a:close/>
                <a:moveTo>
                  <a:pt x="9304296" y="234941"/>
                </a:moveTo>
                <a:lnTo>
                  <a:pt x="9304371" y="235017"/>
                </a:lnTo>
                <a:lnTo>
                  <a:pt x="9304296" y="235017"/>
                </a:lnTo>
                <a:close/>
                <a:moveTo>
                  <a:pt x="2879706" y="234941"/>
                </a:moveTo>
                <a:lnTo>
                  <a:pt x="2879706" y="235017"/>
                </a:lnTo>
                <a:lnTo>
                  <a:pt x="2879632" y="235017"/>
                </a:lnTo>
                <a:close/>
                <a:moveTo>
                  <a:pt x="9068377" y="112999"/>
                </a:moveTo>
                <a:lnTo>
                  <a:pt x="9311733" y="112999"/>
                </a:lnTo>
                <a:lnTo>
                  <a:pt x="9311733" y="190762"/>
                </a:lnTo>
                <a:cubicBezTo>
                  <a:pt x="9311733" y="192791"/>
                  <a:pt x="9310080" y="194518"/>
                  <a:pt x="9307976" y="194518"/>
                </a:cubicBezTo>
                <a:cubicBezTo>
                  <a:pt x="9305873" y="194518"/>
                  <a:pt x="9304220" y="192866"/>
                  <a:pt x="9304220" y="190762"/>
                </a:cubicBezTo>
                <a:lnTo>
                  <a:pt x="9304220" y="120588"/>
                </a:lnTo>
                <a:lnTo>
                  <a:pt x="9075965" y="120588"/>
                </a:lnTo>
                <a:lnTo>
                  <a:pt x="9075965" y="183100"/>
                </a:lnTo>
                <a:lnTo>
                  <a:pt x="9079497" y="179568"/>
                </a:lnTo>
                <a:lnTo>
                  <a:pt x="9178972" y="179568"/>
                </a:lnTo>
                <a:cubicBezTo>
                  <a:pt x="9181076" y="179568"/>
                  <a:pt x="9182729" y="181295"/>
                  <a:pt x="9182729" y="183324"/>
                </a:cubicBezTo>
                <a:cubicBezTo>
                  <a:pt x="9182729" y="185353"/>
                  <a:pt x="9181076" y="187080"/>
                  <a:pt x="9178972" y="187080"/>
                </a:cubicBezTo>
                <a:lnTo>
                  <a:pt x="9079497" y="187080"/>
                </a:lnTo>
                <a:lnTo>
                  <a:pt x="9075965" y="183549"/>
                </a:lnTo>
                <a:lnTo>
                  <a:pt x="9075965" y="233589"/>
                </a:lnTo>
                <a:lnTo>
                  <a:pt x="9199184" y="357258"/>
                </a:lnTo>
                <a:lnTo>
                  <a:pt x="9199184" y="309098"/>
                </a:lnTo>
                <a:cubicBezTo>
                  <a:pt x="9199184" y="307069"/>
                  <a:pt x="9200836" y="305340"/>
                  <a:pt x="9202940" y="305340"/>
                </a:cubicBezTo>
                <a:cubicBezTo>
                  <a:pt x="9205045" y="305340"/>
                  <a:pt x="9206697" y="306994"/>
                  <a:pt x="9206697" y="309098"/>
                </a:cubicBezTo>
                <a:lnTo>
                  <a:pt x="9206697" y="375515"/>
                </a:lnTo>
                <a:lnTo>
                  <a:pt x="9068377" y="236669"/>
                </a:lnTo>
                <a:close/>
                <a:moveTo>
                  <a:pt x="2872269" y="112999"/>
                </a:moveTo>
                <a:lnTo>
                  <a:pt x="3115627" y="112999"/>
                </a:lnTo>
                <a:lnTo>
                  <a:pt x="3115627" y="236669"/>
                </a:lnTo>
                <a:lnTo>
                  <a:pt x="2977305" y="375515"/>
                </a:lnTo>
                <a:lnTo>
                  <a:pt x="2977305" y="309098"/>
                </a:lnTo>
                <a:cubicBezTo>
                  <a:pt x="2977305" y="306994"/>
                  <a:pt x="2978958" y="305340"/>
                  <a:pt x="2981062" y="305340"/>
                </a:cubicBezTo>
                <a:cubicBezTo>
                  <a:pt x="2983167" y="305340"/>
                  <a:pt x="2984820" y="307069"/>
                  <a:pt x="2984820" y="309098"/>
                </a:cubicBezTo>
                <a:lnTo>
                  <a:pt x="2984820" y="357258"/>
                </a:lnTo>
                <a:lnTo>
                  <a:pt x="3108037" y="233589"/>
                </a:lnTo>
                <a:lnTo>
                  <a:pt x="3108037" y="183549"/>
                </a:lnTo>
                <a:lnTo>
                  <a:pt x="3104506" y="187080"/>
                </a:lnTo>
                <a:lnTo>
                  <a:pt x="3005030" y="187080"/>
                </a:lnTo>
                <a:cubicBezTo>
                  <a:pt x="3002926" y="187080"/>
                  <a:pt x="3001273" y="185353"/>
                  <a:pt x="3001273" y="183324"/>
                </a:cubicBezTo>
                <a:cubicBezTo>
                  <a:pt x="3001273" y="181295"/>
                  <a:pt x="3002926" y="179568"/>
                  <a:pt x="3005030" y="179568"/>
                </a:cubicBezTo>
                <a:lnTo>
                  <a:pt x="3104506" y="179568"/>
                </a:lnTo>
                <a:lnTo>
                  <a:pt x="3108037" y="183100"/>
                </a:lnTo>
                <a:lnTo>
                  <a:pt x="3108037" y="120588"/>
                </a:lnTo>
                <a:lnTo>
                  <a:pt x="2879783" y="120588"/>
                </a:lnTo>
                <a:lnTo>
                  <a:pt x="2879783" y="190762"/>
                </a:lnTo>
                <a:cubicBezTo>
                  <a:pt x="2879783" y="192866"/>
                  <a:pt x="2878129" y="194518"/>
                  <a:pt x="2876026" y="194518"/>
                </a:cubicBezTo>
                <a:cubicBezTo>
                  <a:pt x="2873922" y="194518"/>
                  <a:pt x="2872269" y="192791"/>
                  <a:pt x="2872269" y="190762"/>
                </a:cubicBezTo>
                <a:close/>
                <a:moveTo>
                  <a:pt x="8216141" y="53120"/>
                </a:moveTo>
                <a:lnTo>
                  <a:pt x="8368812" y="53120"/>
                </a:lnTo>
                <a:cubicBezTo>
                  <a:pt x="8370916" y="53120"/>
                  <a:pt x="8372568" y="54849"/>
                  <a:pt x="8372568" y="56877"/>
                </a:cubicBezTo>
                <a:cubicBezTo>
                  <a:pt x="8372568" y="58906"/>
                  <a:pt x="8370916" y="60634"/>
                  <a:pt x="8368812" y="60634"/>
                </a:cubicBezTo>
                <a:lnTo>
                  <a:pt x="8216141" y="60634"/>
                </a:lnTo>
                <a:cubicBezTo>
                  <a:pt x="8214038" y="60634"/>
                  <a:pt x="8212385" y="58906"/>
                  <a:pt x="8212385" y="56877"/>
                </a:cubicBezTo>
                <a:cubicBezTo>
                  <a:pt x="8212385" y="54849"/>
                  <a:pt x="8214038" y="53120"/>
                  <a:pt x="8216141" y="53120"/>
                </a:cubicBezTo>
                <a:close/>
                <a:moveTo>
                  <a:pt x="3815192" y="53120"/>
                </a:moveTo>
                <a:lnTo>
                  <a:pt x="3967862" y="53120"/>
                </a:lnTo>
                <a:cubicBezTo>
                  <a:pt x="3969965" y="53120"/>
                  <a:pt x="3971619" y="54849"/>
                  <a:pt x="3971619" y="56877"/>
                </a:cubicBezTo>
                <a:cubicBezTo>
                  <a:pt x="3971619" y="58906"/>
                  <a:pt x="3969965" y="60634"/>
                  <a:pt x="3967862" y="60634"/>
                </a:cubicBezTo>
                <a:lnTo>
                  <a:pt x="3815192" y="60634"/>
                </a:lnTo>
                <a:cubicBezTo>
                  <a:pt x="3813088" y="60634"/>
                  <a:pt x="3811435" y="58906"/>
                  <a:pt x="3811435" y="56877"/>
                </a:cubicBezTo>
                <a:cubicBezTo>
                  <a:pt x="3811435" y="54849"/>
                  <a:pt x="3813088" y="53120"/>
                  <a:pt x="3815192" y="53120"/>
                </a:cubicBezTo>
                <a:close/>
                <a:moveTo>
                  <a:pt x="9013154" y="46431"/>
                </a:moveTo>
                <a:lnTo>
                  <a:pt x="9319021" y="46431"/>
                </a:lnTo>
                <a:lnTo>
                  <a:pt x="9319096" y="46505"/>
                </a:lnTo>
                <a:cubicBezTo>
                  <a:pt x="9321200" y="46505"/>
                  <a:pt x="9322853" y="48235"/>
                  <a:pt x="9322853" y="50263"/>
                </a:cubicBezTo>
                <a:cubicBezTo>
                  <a:pt x="9322853" y="52292"/>
                  <a:pt x="9321200" y="54020"/>
                  <a:pt x="9319096" y="54020"/>
                </a:cubicBezTo>
                <a:lnTo>
                  <a:pt x="9020742" y="54020"/>
                </a:lnTo>
                <a:lnTo>
                  <a:pt x="9020742" y="285280"/>
                </a:lnTo>
                <a:lnTo>
                  <a:pt x="9111729" y="376642"/>
                </a:lnTo>
                <a:cubicBezTo>
                  <a:pt x="9113231" y="378070"/>
                  <a:pt x="9113231" y="380473"/>
                  <a:pt x="9111729" y="381976"/>
                </a:cubicBezTo>
                <a:cubicBezTo>
                  <a:pt x="9110225" y="383479"/>
                  <a:pt x="9107896" y="383479"/>
                  <a:pt x="9106394" y="381976"/>
                </a:cubicBezTo>
                <a:lnTo>
                  <a:pt x="9013154" y="288435"/>
                </a:lnTo>
                <a:close/>
                <a:moveTo>
                  <a:pt x="2864981" y="46431"/>
                </a:moveTo>
                <a:lnTo>
                  <a:pt x="3170849" y="46431"/>
                </a:lnTo>
                <a:lnTo>
                  <a:pt x="3170849" y="288435"/>
                </a:lnTo>
                <a:lnTo>
                  <a:pt x="3077609" y="381976"/>
                </a:lnTo>
                <a:cubicBezTo>
                  <a:pt x="3076107" y="383479"/>
                  <a:pt x="3073777" y="383479"/>
                  <a:pt x="3072274" y="381976"/>
                </a:cubicBezTo>
                <a:cubicBezTo>
                  <a:pt x="3070771" y="380473"/>
                  <a:pt x="3070771" y="378070"/>
                  <a:pt x="3072274" y="376642"/>
                </a:cubicBezTo>
                <a:lnTo>
                  <a:pt x="3163261" y="285280"/>
                </a:lnTo>
                <a:lnTo>
                  <a:pt x="3163261" y="54020"/>
                </a:lnTo>
                <a:lnTo>
                  <a:pt x="2864906" y="54020"/>
                </a:lnTo>
                <a:cubicBezTo>
                  <a:pt x="2862802" y="54020"/>
                  <a:pt x="2861150" y="52292"/>
                  <a:pt x="2861150" y="50263"/>
                </a:cubicBezTo>
                <a:cubicBezTo>
                  <a:pt x="2861150" y="48235"/>
                  <a:pt x="2862802" y="46505"/>
                  <a:pt x="2864906" y="46505"/>
                </a:cubicBezTo>
                <a:close/>
                <a:moveTo>
                  <a:pt x="6472899" y="45154"/>
                </a:moveTo>
                <a:lnTo>
                  <a:pt x="6472974" y="45229"/>
                </a:lnTo>
                <a:lnTo>
                  <a:pt x="6472825" y="45229"/>
                </a:lnTo>
                <a:close/>
                <a:moveTo>
                  <a:pt x="5711103" y="45154"/>
                </a:moveTo>
                <a:lnTo>
                  <a:pt x="5711178" y="45229"/>
                </a:lnTo>
                <a:lnTo>
                  <a:pt x="5711028" y="45229"/>
                </a:lnTo>
                <a:close/>
                <a:moveTo>
                  <a:pt x="10012577" y="30126"/>
                </a:moveTo>
                <a:cubicBezTo>
                  <a:pt x="10025950" y="30126"/>
                  <a:pt x="10036845" y="41095"/>
                  <a:pt x="10036845" y="54544"/>
                </a:cubicBezTo>
                <a:cubicBezTo>
                  <a:pt x="10036845" y="68068"/>
                  <a:pt x="10025950" y="78962"/>
                  <a:pt x="10012577" y="78962"/>
                </a:cubicBezTo>
                <a:cubicBezTo>
                  <a:pt x="10005890" y="78962"/>
                  <a:pt x="9999823" y="76239"/>
                  <a:pt x="9995428" y="71826"/>
                </a:cubicBezTo>
                <a:lnTo>
                  <a:pt x="9990819" y="60637"/>
                </a:lnTo>
                <a:lnTo>
                  <a:pt x="9855997" y="60637"/>
                </a:lnTo>
                <a:cubicBezTo>
                  <a:pt x="9853895" y="60637"/>
                  <a:pt x="9852243" y="58910"/>
                  <a:pt x="9852243" y="56881"/>
                </a:cubicBezTo>
                <a:cubicBezTo>
                  <a:pt x="9852243" y="54852"/>
                  <a:pt x="9853895" y="53123"/>
                  <a:pt x="9855997" y="53123"/>
                </a:cubicBezTo>
                <a:lnTo>
                  <a:pt x="9988894" y="53123"/>
                </a:lnTo>
                <a:lnTo>
                  <a:pt x="9995428" y="37264"/>
                </a:lnTo>
                <a:cubicBezTo>
                  <a:pt x="9999823" y="32850"/>
                  <a:pt x="10005890" y="30126"/>
                  <a:pt x="10012577" y="30126"/>
                </a:cubicBezTo>
                <a:close/>
                <a:moveTo>
                  <a:pt x="2171426" y="30126"/>
                </a:moveTo>
                <a:cubicBezTo>
                  <a:pt x="2178112" y="30126"/>
                  <a:pt x="2184180" y="32850"/>
                  <a:pt x="2188575" y="37264"/>
                </a:cubicBezTo>
                <a:lnTo>
                  <a:pt x="2195109" y="53123"/>
                </a:lnTo>
                <a:lnTo>
                  <a:pt x="2328005" y="53123"/>
                </a:lnTo>
                <a:cubicBezTo>
                  <a:pt x="2330108" y="53123"/>
                  <a:pt x="2331761" y="54852"/>
                  <a:pt x="2331761" y="56881"/>
                </a:cubicBezTo>
                <a:cubicBezTo>
                  <a:pt x="2331761" y="58910"/>
                  <a:pt x="2330108" y="60637"/>
                  <a:pt x="2328005" y="60637"/>
                </a:cubicBezTo>
                <a:lnTo>
                  <a:pt x="2193184" y="60637"/>
                </a:lnTo>
                <a:lnTo>
                  <a:pt x="2188575" y="71826"/>
                </a:lnTo>
                <a:cubicBezTo>
                  <a:pt x="2184180" y="76239"/>
                  <a:pt x="2178112" y="78962"/>
                  <a:pt x="2171426" y="78962"/>
                </a:cubicBezTo>
                <a:cubicBezTo>
                  <a:pt x="2158052" y="78962"/>
                  <a:pt x="2147157" y="68068"/>
                  <a:pt x="2147157" y="54544"/>
                </a:cubicBezTo>
                <a:cubicBezTo>
                  <a:pt x="2147157" y="41095"/>
                  <a:pt x="2158052" y="30126"/>
                  <a:pt x="2171426" y="30126"/>
                </a:cubicBezTo>
                <a:close/>
                <a:moveTo>
                  <a:pt x="10449250" y="28630"/>
                </a:moveTo>
                <a:lnTo>
                  <a:pt x="10483587" y="59962"/>
                </a:lnTo>
                <a:cubicBezTo>
                  <a:pt x="10485089" y="61388"/>
                  <a:pt x="10485239" y="63718"/>
                  <a:pt x="10483812" y="65296"/>
                </a:cubicBezTo>
                <a:cubicBezTo>
                  <a:pt x="10482384" y="66798"/>
                  <a:pt x="10479980" y="66948"/>
                  <a:pt x="10478477" y="65520"/>
                </a:cubicBezTo>
                <a:lnTo>
                  <a:pt x="10449476" y="38999"/>
                </a:lnTo>
                <a:lnTo>
                  <a:pt x="10343688" y="145238"/>
                </a:lnTo>
                <a:lnTo>
                  <a:pt x="10343688" y="400991"/>
                </a:lnTo>
                <a:cubicBezTo>
                  <a:pt x="10343688" y="403019"/>
                  <a:pt x="10342035" y="404747"/>
                  <a:pt x="10339931" y="404747"/>
                </a:cubicBezTo>
                <a:cubicBezTo>
                  <a:pt x="10337827" y="404747"/>
                  <a:pt x="10336174" y="403095"/>
                  <a:pt x="10336174" y="400991"/>
                </a:cubicBezTo>
                <a:lnTo>
                  <a:pt x="10336174" y="142083"/>
                </a:lnTo>
                <a:close/>
                <a:moveTo>
                  <a:pt x="1734752" y="28630"/>
                </a:moveTo>
                <a:lnTo>
                  <a:pt x="1847828" y="142083"/>
                </a:lnTo>
                <a:lnTo>
                  <a:pt x="1847828" y="400991"/>
                </a:lnTo>
                <a:cubicBezTo>
                  <a:pt x="1847828" y="403095"/>
                  <a:pt x="1846175" y="404747"/>
                  <a:pt x="1844071" y="404747"/>
                </a:cubicBezTo>
                <a:cubicBezTo>
                  <a:pt x="1841967" y="404747"/>
                  <a:pt x="1840314" y="403019"/>
                  <a:pt x="1840314" y="400991"/>
                </a:cubicBezTo>
                <a:lnTo>
                  <a:pt x="1840314" y="145238"/>
                </a:lnTo>
                <a:lnTo>
                  <a:pt x="1734527" y="38999"/>
                </a:lnTo>
                <a:lnTo>
                  <a:pt x="1705526" y="65520"/>
                </a:lnTo>
                <a:cubicBezTo>
                  <a:pt x="1704022" y="66948"/>
                  <a:pt x="1701619" y="66798"/>
                  <a:pt x="1700191" y="65296"/>
                </a:cubicBezTo>
                <a:cubicBezTo>
                  <a:pt x="1698763" y="63718"/>
                  <a:pt x="1698914" y="61388"/>
                  <a:pt x="1700415" y="59962"/>
                </a:cubicBezTo>
                <a:close/>
                <a:moveTo>
                  <a:pt x="7775485" y="28477"/>
                </a:moveTo>
                <a:lnTo>
                  <a:pt x="7888636" y="142004"/>
                </a:lnTo>
                <a:lnTo>
                  <a:pt x="7888636" y="400913"/>
                </a:lnTo>
                <a:cubicBezTo>
                  <a:pt x="7888636" y="402941"/>
                  <a:pt x="7886983" y="404670"/>
                  <a:pt x="7884879" y="404670"/>
                </a:cubicBezTo>
                <a:cubicBezTo>
                  <a:pt x="7882776" y="404670"/>
                  <a:pt x="7881123" y="403017"/>
                  <a:pt x="7881123" y="400913"/>
                </a:cubicBezTo>
                <a:lnTo>
                  <a:pt x="7881123" y="145159"/>
                </a:lnTo>
                <a:lnTo>
                  <a:pt x="7775260" y="38920"/>
                </a:lnTo>
                <a:lnTo>
                  <a:pt x="7761562" y="51447"/>
                </a:lnTo>
                <a:lnTo>
                  <a:pt x="7766995" y="64612"/>
                </a:lnTo>
                <a:cubicBezTo>
                  <a:pt x="7766995" y="78137"/>
                  <a:pt x="7756100" y="89030"/>
                  <a:pt x="7742726" y="89030"/>
                </a:cubicBezTo>
                <a:cubicBezTo>
                  <a:pt x="7729353" y="89030"/>
                  <a:pt x="7718458" y="78137"/>
                  <a:pt x="7718458" y="64612"/>
                </a:cubicBezTo>
                <a:cubicBezTo>
                  <a:pt x="7718458" y="51089"/>
                  <a:pt x="7729353" y="40194"/>
                  <a:pt x="7742726" y="40194"/>
                </a:cubicBezTo>
                <a:lnTo>
                  <a:pt x="7756444" y="45927"/>
                </a:lnTo>
                <a:lnTo>
                  <a:pt x="7775485" y="28551"/>
                </a:lnTo>
                <a:close/>
                <a:moveTo>
                  <a:pt x="4408518" y="28477"/>
                </a:moveTo>
                <a:lnTo>
                  <a:pt x="4408518" y="28551"/>
                </a:lnTo>
                <a:lnTo>
                  <a:pt x="4427558" y="45927"/>
                </a:lnTo>
                <a:lnTo>
                  <a:pt x="4441277" y="40194"/>
                </a:lnTo>
                <a:cubicBezTo>
                  <a:pt x="4454651" y="40194"/>
                  <a:pt x="4465544" y="51089"/>
                  <a:pt x="4465544" y="64612"/>
                </a:cubicBezTo>
                <a:cubicBezTo>
                  <a:pt x="4465544" y="78137"/>
                  <a:pt x="4454651" y="89030"/>
                  <a:pt x="4441277" y="89030"/>
                </a:cubicBezTo>
                <a:cubicBezTo>
                  <a:pt x="4427903" y="89030"/>
                  <a:pt x="4417008" y="78137"/>
                  <a:pt x="4417008" y="64612"/>
                </a:cubicBezTo>
                <a:lnTo>
                  <a:pt x="4422441" y="51447"/>
                </a:lnTo>
                <a:lnTo>
                  <a:pt x="4408743" y="38920"/>
                </a:lnTo>
                <a:lnTo>
                  <a:pt x="4302881" y="145159"/>
                </a:lnTo>
                <a:lnTo>
                  <a:pt x="4302881" y="400913"/>
                </a:lnTo>
                <a:cubicBezTo>
                  <a:pt x="4302881" y="403017"/>
                  <a:pt x="4301227" y="404670"/>
                  <a:pt x="4299125" y="404670"/>
                </a:cubicBezTo>
                <a:cubicBezTo>
                  <a:pt x="4297020" y="404670"/>
                  <a:pt x="4295367" y="402941"/>
                  <a:pt x="4295367" y="400913"/>
                </a:cubicBezTo>
                <a:lnTo>
                  <a:pt x="4295367" y="142004"/>
                </a:lnTo>
                <a:close/>
                <a:moveTo>
                  <a:pt x="10128732" y="9698"/>
                </a:moveTo>
                <a:lnTo>
                  <a:pt x="10244812" y="9698"/>
                </a:lnTo>
                <a:cubicBezTo>
                  <a:pt x="10246917" y="9698"/>
                  <a:pt x="10248569" y="11425"/>
                  <a:pt x="10248569" y="13454"/>
                </a:cubicBezTo>
                <a:cubicBezTo>
                  <a:pt x="10248569" y="15483"/>
                  <a:pt x="10246917" y="17210"/>
                  <a:pt x="10244812" y="17210"/>
                </a:cubicBezTo>
                <a:lnTo>
                  <a:pt x="10136245" y="17210"/>
                </a:lnTo>
                <a:lnTo>
                  <a:pt x="10136245" y="138626"/>
                </a:lnTo>
                <a:lnTo>
                  <a:pt x="9812721" y="138626"/>
                </a:lnTo>
                <a:cubicBezTo>
                  <a:pt x="9810618" y="138626"/>
                  <a:pt x="9808965" y="136898"/>
                  <a:pt x="9808965" y="134869"/>
                </a:cubicBezTo>
                <a:cubicBezTo>
                  <a:pt x="9808965" y="132841"/>
                  <a:pt x="9810618" y="131112"/>
                  <a:pt x="9812721" y="131112"/>
                </a:cubicBezTo>
                <a:lnTo>
                  <a:pt x="10128732" y="131112"/>
                </a:lnTo>
                <a:close/>
                <a:moveTo>
                  <a:pt x="1939190" y="9698"/>
                </a:moveTo>
                <a:lnTo>
                  <a:pt x="2055271" y="9698"/>
                </a:lnTo>
                <a:lnTo>
                  <a:pt x="2055271" y="131112"/>
                </a:lnTo>
                <a:lnTo>
                  <a:pt x="2371281" y="131112"/>
                </a:lnTo>
                <a:cubicBezTo>
                  <a:pt x="2373385" y="131112"/>
                  <a:pt x="2375037" y="132841"/>
                  <a:pt x="2375037" y="134869"/>
                </a:cubicBezTo>
                <a:cubicBezTo>
                  <a:pt x="2375037" y="136898"/>
                  <a:pt x="2373385" y="138626"/>
                  <a:pt x="2371281" y="138626"/>
                </a:cubicBezTo>
                <a:lnTo>
                  <a:pt x="2047757" y="138626"/>
                </a:lnTo>
                <a:lnTo>
                  <a:pt x="2047757" y="17210"/>
                </a:lnTo>
                <a:lnTo>
                  <a:pt x="1939190" y="17210"/>
                </a:lnTo>
                <a:cubicBezTo>
                  <a:pt x="1937086" y="17210"/>
                  <a:pt x="1935433" y="15483"/>
                  <a:pt x="1935433" y="13454"/>
                </a:cubicBezTo>
                <a:cubicBezTo>
                  <a:pt x="1935433" y="11425"/>
                  <a:pt x="1937086" y="9698"/>
                  <a:pt x="1939190" y="9698"/>
                </a:cubicBezTo>
                <a:close/>
                <a:moveTo>
                  <a:pt x="7979846" y="9695"/>
                </a:moveTo>
                <a:lnTo>
                  <a:pt x="8095927" y="9695"/>
                </a:lnTo>
                <a:lnTo>
                  <a:pt x="8095927" y="131109"/>
                </a:lnTo>
                <a:lnTo>
                  <a:pt x="8411938" y="131109"/>
                </a:lnTo>
                <a:cubicBezTo>
                  <a:pt x="8414042" y="131109"/>
                  <a:pt x="8415694" y="132838"/>
                  <a:pt x="8415694" y="134866"/>
                </a:cubicBezTo>
                <a:cubicBezTo>
                  <a:pt x="8415694" y="136895"/>
                  <a:pt x="8414042" y="138623"/>
                  <a:pt x="8411938" y="138623"/>
                </a:cubicBezTo>
                <a:lnTo>
                  <a:pt x="8088414" y="138623"/>
                </a:lnTo>
                <a:lnTo>
                  <a:pt x="8088414" y="17207"/>
                </a:lnTo>
                <a:lnTo>
                  <a:pt x="7979846" y="17207"/>
                </a:lnTo>
                <a:cubicBezTo>
                  <a:pt x="7977743" y="17207"/>
                  <a:pt x="7976091" y="15480"/>
                  <a:pt x="7976091" y="13451"/>
                </a:cubicBezTo>
                <a:cubicBezTo>
                  <a:pt x="7976091" y="11422"/>
                  <a:pt x="7977743" y="9695"/>
                  <a:pt x="7979846" y="9695"/>
                </a:cubicBezTo>
                <a:close/>
                <a:moveTo>
                  <a:pt x="4088075" y="9695"/>
                </a:moveTo>
                <a:lnTo>
                  <a:pt x="4204156" y="9695"/>
                </a:lnTo>
                <a:cubicBezTo>
                  <a:pt x="4206259" y="9695"/>
                  <a:pt x="4207913" y="11422"/>
                  <a:pt x="4207913" y="13451"/>
                </a:cubicBezTo>
                <a:cubicBezTo>
                  <a:pt x="4207913" y="15480"/>
                  <a:pt x="4206259" y="17207"/>
                  <a:pt x="4204156" y="17207"/>
                </a:cubicBezTo>
                <a:lnTo>
                  <a:pt x="4095589" y="17207"/>
                </a:lnTo>
                <a:lnTo>
                  <a:pt x="4095589" y="138623"/>
                </a:lnTo>
                <a:lnTo>
                  <a:pt x="3772066" y="138623"/>
                </a:lnTo>
                <a:cubicBezTo>
                  <a:pt x="3769961" y="138623"/>
                  <a:pt x="3768309" y="136895"/>
                  <a:pt x="3768309" y="134866"/>
                </a:cubicBezTo>
                <a:cubicBezTo>
                  <a:pt x="3768309" y="132838"/>
                  <a:pt x="3769961" y="131109"/>
                  <a:pt x="3772066" y="131109"/>
                </a:cubicBezTo>
                <a:lnTo>
                  <a:pt x="4088075" y="131109"/>
                </a:lnTo>
                <a:close/>
                <a:moveTo>
                  <a:pt x="12072655" y="528"/>
                </a:moveTo>
                <a:cubicBezTo>
                  <a:pt x="12074758" y="528"/>
                  <a:pt x="12076410" y="2181"/>
                  <a:pt x="12076410" y="4285"/>
                </a:cubicBezTo>
                <a:lnTo>
                  <a:pt x="12076410" y="299409"/>
                </a:lnTo>
                <a:lnTo>
                  <a:pt x="12120870" y="299409"/>
                </a:lnTo>
                <a:lnTo>
                  <a:pt x="12127032" y="284452"/>
                </a:lnTo>
                <a:cubicBezTo>
                  <a:pt x="12131428" y="280037"/>
                  <a:pt x="12137495" y="277314"/>
                  <a:pt x="12144182" y="277314"/>
                </a:cubicBezTo>
                <a:cubicBezTo>
                  <a:pt x="12157556" y="277314"/>
                  <a:pt x="12168450" y="288284"/>
                  <a:pt x="12168450" y="301732"/>
                </a:cubicBezTo>
                <a:cubicBezTo>
                  <a:pt x="12168450" y="315257"/>
                  <a:pt x="12157556" y="326151"/>
                  <a:pt x="12144182" y="326151"/>
                </a:cubicBezTo>
                <a:cubicBezTo>
                  <a:pt x="12137495" y="326151"/>
                  <a:pt x="12131428" y="323427"/>
                  <a:pt x="12127032" y="319013"/>
                </a:cubicBezTo>
                <a:lnTo>
                  <a:pt x="12122051" y="306923"/>
                </a:lnTo>
                <a:lnTo>
                  <a:pt x="12068898" y="306923"/>
                </a:lnTo>
                <a:lnTo>
                  <a:pt x="12068898" y="4285"/>
                </a:lnTo>
                <a:cubicBezTo>
                  <a:pt x="12068898" y="2257"/>
                  <a:pt x="12070550" y="528"/>
                  <a:pt x="12072655" y="528"/>
                </a:cubicBezTo>
                <a:close/>
                <a:moveTo>
                  <a:pt x="11552206" y="528"/>
                </a:moveTo>
                <a:cubicBezTo>
                  <a:pt x="11554310" y="528"/>
                  <a:pt x="11555963" y="2181"/>
                  <a:pt x="11555963" y="4285"/>
                </a:cubicBezTo>
                <a:lnTo>
                  <a:pt x="11555963" y="201060"/>
                </a:lnTo>
                <a:lnTo>
                  <a:pt x="11607430" y="252752"/>
                </a:lnTo>
                <a:lnTo>
                  <a:pt x="11607430" y="341709"/>
                </a:lnTo>
                <a:lnTo>
                  <a:pt x="11607881" y="341258"/>
                </a:lnTo>
                <a:lnTo>
                  <a:pt x="11740737" y="341258"/>
                </a:lnTo>
                <a:lnTo>
                  <a:pt x="11663931" y="264172"/>
                </a:lnTo>
                <a:lnTo>
                  <a:pt x="11663931" y="176191"/>
                </a:lnTo>
                <a:lnTo>
                  <a:pt x="11619827" y="131937"/>
                </a:lnTo>
                <a:cubicBezTo>
                  <a:pt x="11618324" y="130510"/>
                  <a:pt x="11618324" y="128104"/>
                  <a:pt x="11619827" y="126602"/>
                </a:cubicBezTo>
                <a:cubicBezTo>
                  <a:pt x="11620503" y="125851"/>
                  <a:pt x="11621479" y="125475"/>
                  <a:pt x="11622457" y="125475"/>
                </a:cubicBezTo>
                <a:cubicBezTo>
                  <a:pt x="11623358" y="125475"/>
                  <a:pt x="11624334" y="125851"/>
                  <a:pt x="11625086" y="126602"/>
                </a:cubicBezTo>
                <a:lnTo>
                  <a:pt x="11671443" y="173110"/>
                </a:lnTo>
                <a:lnTo>
                  <a:pt x="11671443" y="261090"/>
                </a:lnTo>
                <a:lnTo>
                  <a:pt x="11751387" y="341258"/>
                </a:lnTo>
                <a:lnTo>
                  <a:pt x="11782190" y="341258"/>
                </a:lnTo>
                <a:lnTo>
                  <a:pt x="11782190" y="272437"/>
                </a:lnTo>
                <a:cubicBezTo>
                  <a:pt x="11782190" y="270407"/>
                  <a:pt x="11783843" y="268680"/>
                  <a:pt x="11785946" y="268680"/>
                </a:cubicBezTo>
                <a:cubicBezTo>
                  <a:pt x="11788050" y="268680"/>
                  <a:pt x="11789703" y="270333"/>
                  <a:pt x="11789703" y="272437"/>
                </a:cubicBezTo>
                <a:lnTo>
                  <a:pt x="11789703" y="341258"/>
                </a:lnTo>
                <a:lnTo>
                  <a:pt x="11822160" y="341258"/>
                </a:lnTo>
                <a:cubicBezTo>
                  <a:pt x="11824264" y="341258"/>
                  <a:pt x="11825917" y="342985"/>
                  <a:pt x="11825917" y="345015"/>
                </a:cubicBezTo>
                <a:cubicBezTo>
                  <a:pt x="11825917" y="347043"/>
                  <a:pt x="11824264" y="348770"/>
                  <a:pt x="11822160" y="348770"/>
                </a:cubicBezTo>
                <a:lnTo>
                  <a:pt x="11786022" y="348770"/>
                </a:lnTo>
                <a:lnTo>
                  <a:pt x="11785946" y="348847"/>
                </a:lnTo>
                <a:lnTo>
                  <a:pt x="11785870" y="348770"/>
                </a:lnTo>
                <a:lnTo>
                  <a:pt x="11607881" y="348770"/>
                </a:lnTo>
                <a:lnTo>
                  <a:pt x="11607430" y="348319"/>
                </a:lnTo>
                <a:lnTo>
                  <a:pt x="11607430" y="642693"/>
                </a:lnTo>
                <a:lnTo>
                  <a:pt x="11522153" y="728270"/>
                </a:lnTo>
                <a:cubicBezTo>
                  <a:pt x="11520651" y="729772"/>
                  <a:pt x="11518321" y="729772"/>
                  <a:pt x="11516818" y="728270"/>
                </a:cubicBezTo>
                <a:cubicBezTo>
                  <a:pt x="11515317" y="726841"/>
                  <a:pt x="11515317" y="724437"/>
                  <a:pt x="11516818" y="722935"/>
                </a:cubicBezTo>
                <a:lnTo>
                  <a:pt x="11599917" y="639537"/>
                </a:lnTo>
                <a:lnTo>
                  <a:pt x="11599917" y="255831"/>
                </a:lnTo>
                <a:lnTo>
                  <a:pt x="11548450" y="204140"/>
                </a:lnTo>
                <a:lnTo>
                  <a:pt x="11548450" y="4285"/>
                </a:lnTo>
                <a:cubicBezTo>
                  <a:pt x="11548450" y="2257"/>
                  <a:pt x="11550103" y="528"/>
                  <a:pt x="11552206" y="528"/>
                </a:cubicBezTo>
                <a:close/>
                <a:moveTo>
                  <a:pt x="631796" y="528"/>
                </a:moveTo>
                <a:cubicBezTo>
                  <a:pt x="633899" y="528"/>
                  <a:pt x="635552" y="2257"/>
                  <a:pt x="635552" y="4285"/>
                </a:cubicBezTo>
                <a:lnTo>
                  <a:pt x="635552" y="204140"/>
                </a:lnTo>
                <a:lnTo>
                  <a:pt x="584086" y="255831"/>
                </a:lnTo>
                <a:lnTo>
                  <a:pt x="584086" y="639537"/>
                </a:lnTo>
                <a:lnTo>
                  <a:pt x="667184" y="722935"/>
                </a:lnTo>
                <a:cubicBezTo>
                  <a:pt x="668686" y="724437"/>
                  <a:pt x="668686" y="726841"/>
                  <a:pt x="667184" y="728270"/>
                </a:cubicBezTo>
                <a:cubicBezTo>
                  <a:pt x="665681" y="729772"/>
                  <a:pt x="663352" y="729772"/>
                  <a:pt x="661850" y="728270"/>
                </a:cubicBezTo>
                <a:lnTo>
                  <a:pt x="576573" y="642693"/>
                </a:lnTo>
                <a:lnTo>
                  <a:pt x="576573" y="348319"/>
                </a:lnTo>
                <a:lnTo>
                  <a:pt x="576121" y="348770"/>
                </a:lnTo>
                <a:lnTo>
                  <a:pt x="398132" y="348770"/>
                </a:lnTo>
                <a:lnTo>
                  <a:pt x="398056" y="348847"/>
                </a:lnTo>
                <a:lnTo>
                  <a:pt x="397981" y="348770"/>
                </a:lnTo>
                <a:lnTo>
                  <a:pt x="361842" y="348770"/>
                </a:lnTo>
                <a:cubicBezTo>
                  <a:pt x="359738" y="348770"/>
                  <a:pt x="358085" y="347043"/>
                  <a:pt x="358085" y="345015"/>
                </a:cubicBezTo>
                <a:cubicBezTo>
                  <a:pt x="358085" y="342985"/>
                  <a:pt x="359738" y="341258"/>
                  <a:pt x="361842" y="341258"/>
                </a:cubicBezTo>
                <a:lnTo>
                  <a:pt x="394299" y="341258"/>
                </a:lnTo>
                <a:lnTo>
                  <a:pt x="394299" y="272437"/>
                </a:lnTo>
                <a:cubicBezTo>
                  <a:pt x="394299" y="270333"/>
                  <a:pt x="395952" y="268680"/>
                  <a:pt x="398056" y="268680"/>
                </a:cubicBezTo>
                <a:cubicBezTo>
                  <a:pt x="400159" y="268680"/>
                  <a:pt x="401812" y="270407"/>
                  <a:pt x="401812" y="272437"/>
                </a:cubicBezTo>
                <a:lnTo>
                  <a:pt x="401812" y="341258"/>
                </a:lnTo>
                <a:lnTo>
                  <a:pt x="432615" y="341258"/>
                </a:lnTo>
                <a:lnTo>
                  <a:pt x="512559" y="261090"/>
                </a:lnTo>
                <a:lnTo>
                  <a:pt x="512559" y="173110"/>
                </a:lnTo>
                <a:lnTo>
                  <a:pt x="558917" y="126602"/>
                </a:lnTo>
                <a:cubicBezTo>
                  <a:pt x="559668" y="125851"/>
                  <a:pt x="560644" y="125475"/>
                  <a:pt x="561546" y="125475"/>
                </a:cubicBezTo>
                <a:cubicBezTo>
                  <a:pt x="562524" y="125475"/>
                  <a:pt x="563499" y="125851"/>
                  <a:pt x="564176" y="126602"/>
                </a:cubicBezTo>
                <a:cubicBezTo>
                  <a:pt x="565679" y="128104"/>
                  <a:pt x="565679" y="130510"/>
                  <a:pt x="564176" y="131937"/>
                </a:cubicBezTo>
                <a:lnTo>
                  <a:pt x="520073" y="176191"/>
                </a:lnTo>
                <a:lnTo>
                  <a:pt x="520073" y="264172"/>
                </a:lnTo>
                <a:lnTo>
                  <a:pt x="443265" y="341258"/>
                </a:lnTo>
                <a:lnTo>
                  <a:pt x="576121" y="341258"/>
                </a:lnTo>
                <a:lnTo>
                  <a:pt x="576573" y="341709"/>
                </a:lnTo>
                <a:lnTo>
                  <a:pt x="576573" y="252752"/>
                </a:lnTo>
                <a:lnTo>
                  <a:pt x="628039" y="201060"/>
                </a:lnTo>
                <a:lnTo>
                  <a:pt x="628039" y="4285"/>
                </a:lnTo>
                <a:cubicBezTo>
                  <a:pt x="628039" y="2181"/>
                  <a:pt x="629692" y="528"/>
                  <a:pt x="631796" y="528"/>
                </a:cubicBezTo>
                <a:close/>
                <a:moveTo>
                  <a:pt x="111348" y="528"/>
                </a:moveTo>
                <a:cubicBezTo>
                  <a:pt x="113452" y="528"/>
                  <a:pt x="115104" y="2257"/>
                  <a:pt x="115104" y="4285"/>
                </a:cubicBezTo>
                <a:lnTo>
                  <a:pt x="115104" y="306923"/>
                </a:lnTo>
                <a:lnTo>
                  <a:pt x="61951" y="306923"/>
                </a:lnTo>
                <a:lnTo>
                  <a:pt x="56970" y="319013"/>
                </a:lnTo>
                <a:cubicBezTo>
                  <a:pt x="52574" y="323427"/>
                  <a:pt x="46507" y="326151"/>
                  <a:pt x="39820" y="326151"/>
                </a:cubicBezTo>
                <a:cubicBezTo>
                  <a:pt x="26447" y="326151"/>
                  <a:pt x="15553" y="315257"/>
                  <a:pt x="15553" y="301732"/>
                </a:cubicBezTo>
                <a:cubicBezTo>
                  <a:pt x="15553" y="288284"/>
                  <a:pt x="26447" y="277314"/>
                  <a:pt x="39820" y="277314"/>
                </a:cubicBezTo>
                <a:cubicBezTo>
                  <a:pt x="46507" y="277314"/>
                  <a:pt x="52574" y="280037"/>
                  <a:pt x="56970" y="284452"/>
                </a:cubicBezTo>
                <a:lnTo>
                  <a:pt x="63132" y="299409"/>
                </a:lnTo>
                <a:lnTo>
                  <a:pt x="107592" y="299409"/>
                </a:lnTo>
                <a:lnTo>
                  <a:pt x="107592" y="4285"/>
                </a:lnTo>
                <a:cubicBezTo>
                  <a:pt x="107592" y="2181"/>
                  <a:pt x="109244" y="528"/>
                  <a:pt x="111348" y="528"/>
                </a:cubicBezTo>
                <a:close/>
                <a:moveTo>
                  <a:pt x="6672604" y="525"/>
                </a:moveTo>
                <a:cubicBezTo>
                  <a:pt x="6674709" y="525"/>
                  <a:pt x="6676362" y="2178"/>
                  <a:pt x="6676362" y="4282"/>
                </a:cubicBezTo>
                <a:lnTo>
                  <a:pt x="6676362" y="204136"/>
                </a:lnTo>
                <a:lnTo>
                  <a:pt x="6624895" y="255827"/>
                </a:lnTo>
                <a:lnTo>
                  <a:pt x="6624895" y="639533"/>
                </a:lnTo>
                <a:lnTo>
                  <a:pt x="6707993" y="722932"/>
                </a:lnTo>
                <a:cubicBezTo>
                  <a:pt x="6709495" y="724358"/>
                  <a:pt x="6709495" y="726763"/>
                  <a:pt x="6707993" y="728266"/>
                </a:cubicBezTo>
                <a:cubicBezTo>
                  <a:pt x="6706489" y="729769"/>
                  <a:pt x="6704161" y="729769"/>
                  <a:pt x="6702658" y="728266"/>
                </a:cubicBezTo>
                <a:lnTo>
                  <a:pt x="6617381" y="642690"/>
                </a:lnTo>
                <a:lnTo>
                  <a:pt x="6617381" y="348316"/>
                </a:lnTo>
                <a:lnTo>
                  <a:pt x="6616930" y="348767"/>
                </a:lnTo>
                <a:lnTo>
                  <a:pt x="6438940" y="348767"/>
                </a:lnTo>
                <a:lnTo>
                  <a:pt x="6438864" y="348843"/>
                </a:lnTo>
                <a:lnTo>
                  <a:pt x="6438788" y="348767"/>
                </a:lnTo>
                <a:lnTo>
                  <a:pt x="6402650" y="348767"/>
                </a:lnTo>
                <a:cubicBezTo>
                  <a:pt x="6400547" y="348767"/>
                  <a:pt x="6398894" y="347040"/>
                  <a:pt x="6398894" y="345012"/>
                </a:cubicBezTo>
                <a:cubicBezTo>
                  <a:pt x="6398894" y="342982"/>
                  <a:pt x="6400547" y="341255"/>
                  <a:pt x="6402650" y="341255"/>
                </a:cubicBezTo>
                <a:lnTo>
                  <a:pt x="6435108" y="341255"/>
                </a:lnTo>
                <a:lnTo>
                  <a:pt x="6435108" y="272433"/>
                </a:lnTo>
                <a:cubicBezTo>
                  <a:pt x="6435108" y="270403"/>
                  <a:pt x="6436761" y="268676"/>
                  <a:pt x="6438864" y="268676"/>
                </a:cubicBezTo>
                <a:cubicBezTo>
                  <a:pt x="6440968" y="268676"/>
                  <a:pt x="6442621" y="270329"/>
                  <a:pt x="6442621" y="272433"/>
                </a:cubicBezTo>
                <a:lnTo>
                  <a:pt x="6442621" y="341255"/>
                </a:lnTo>
                <a:lnTo>
                  <a:pt x="6479579" y="341255"/>
                </a:lnTo>
                <a:lnTo>
                  <a:pt x="6553368" y="261162"/>
                </a:lnTo>
                <a:lnTo>
                  <a:pt x="6553368" y="173107"/>
                </a:lnTo>
                <a:lnTo>
                  <a:pt x="6586054" y="140315"/>
                </a:lnTo>
                <a:lnTo>
                  <a:pt x="6579815" y="125170"/>
                </a:lnTo>
                <a:cubicBezTo>
                  <a:pt x="6579815" y="111647"/>
                  <a:pt x="6590707" y="100752"/>
                  <a:pt x="6604082" y="100752"/>
                </a:cubicBezTo>
                <a:cubicBezTo>
                  <a:pt x="6617455" y="100752"/>
                  <a:pt x="6628350" y="111721"/>
                  <a:pt x="6628350" y="125170"/>
                </a:cubicBezTo>
                <a:cubicBezTo>
                  <a:pt x="6628350" y="138695"/>
                  <a:pt x="6617455" y="149589"/>
                  <a:pt x="6604082" y="149589"/>
                </a:cubicBezTo>
                <a:lnTo>
                  <a:pt x="6592337" y="144700"/>
                </a:lnTo>
                <a:lnTo>
                  <a:pt x="6560956" y="176188"/>
                </a:lnTo>
                <a:lnTo>
                  <a:pt x="6560956" y="264093"/>
                </a:lnTo>
                <a:lnTo>
                  <a:pt x="6489847" y="341255"/>
                </a:lnTo>
                <a:lnTo>
                  <a:pt x="6616930" y="341255"/>
                </a:lnTo>
                <a:lnTo>
                  <a:pt x="6617381" y="341706"/>
                </a:lnTo>
                <a:lnTo>
                  <a:pt x="6617381" y="252748"/>
                </a:lnTo>
                <a:lnTo>
                  <a:pt x="6668847" y="201056"/>
                </a:lnTo>
                <a:lnTo>
                  <a:pt x="6668847" y="4282"/>
                </a:lnTo>
                <a:cubicBezTo>
                  <a:pt x="6668847" y="2253"/>
                  <a:pt x="6670500" y="525"/>
                  <a:pt x="6672604" y="525"/>
                </a:cubicBezTo>
                <a:close/>
                <a:moveTo>
                  <a:pt x="6031847" y="525"/>
                </a:moveTo>
                <a:cubicBezTo>
                  <a:pt x="6033950" y="525"/>
                  <a:pt x="6035603" y="2253"/>
                  <a:pt x="6035603" y="4282"/>
                </a:cubicBezTo>
                <a:lnTo>
                  <a:pt x="6035603" y="299331"/>
                </a:lnTo>
                <a:lnTo>
                  <a:pt x="6090923" y="299331"/>
                </a:lnTo>
                <a:lnTo>
                  <a:pt x="6093081" y="299331"/>
                </a:lnTo>
                <a:lnTo>
                  <a:pt x="6148400" y="299331"/>
                </a:lnTo>
                <a:lnTo>
                  <a:pt x="6148400" y="4282"/>
                </a:lnTo>
                <a:cubicBezTo>
                  <a:pt x="6148400" y="2253"/>
                  <a:pt x="6150052" y="525"/>
                  <a:pt x="6152155" y="525"/>
                </a:cubicBezTo>
                <a:cubicBezTo>
                  <a:pt x="6154260" y="525"/>
                  <a:pt x="6155912" y="2178"/>
                  <a:pt x="6155912" y="4282"/>
                </a:cubicBezTo>
                <a:lnTo>
                  <a:pt x="6155912" y="306844"/>
                </a:lnTo>
                <a:lnTo>
                  <a:pt x="6093081" y="306844"/>
                </a:lnTo>
                <a:lnTo>
                  <a:pt x="6090923" y="306844"/>
                </a:lnTo>
                <a:lnTo>
                  <a:pt x="6028091" y="306844"/>
                </a:lnTo>
                <a:lnTo>
                  <a:pt x="6028091" y="4282"/>
                </a:lnTo>
                <a:cubicBezTo>
                  <a:pt x="6028091" y="2178"/>
                  <a:pt x="6029743" y="525"/>
                  <a:pt x="6031847" y="525"/>
                </a:cubicBezTo>
                <a:close/>
                <a:moveTo>
                  <a:pt x="5511399" y="525"/>
                </a:moveTo>
                <a:cubicBezTo>
                  <a:pt x="5513503" y="525"/>
                  <a:pt x="5515156" y="2253"/>
                  <a:pt x="5515156" y="4282"/>
                </a:cubicBezTo>
                <a:lnTo>
                  <a:pt x="5515156" y="201056"/>
                </a:lnTo>
                <a:lnTo>
                  <a:pt x="5566621" y="252748"/>
                </a:lnTo>
                <a:lnTo>
                  <a:pt x="5566621" y="341706"/>
                </a:lnTo>
                <a:lnTo>
                  <a:pt x="5567073" y="341255"/>
                </a:lnTo>
                <a:lnTo>
                  <a:pt x="5694156" y="341255"/>
                </a:lnTo>
                <a:lnTo>
                  <a:pt x="5623048" y="264093"/>
                </a:lnTo>
                <a:lnTo>
                  <a:pt x="5623048" y="176188"/>
                </a:lnTo>
                <a:lnTo>
                  <a:pt x="5591667" y="144700"/>
                </a:lnTo>
                <a:lnTo>
                  <a:pt x="5579921" y="149589"/>
                </a:lnTo>
                <a:cubicBezTo>
                  <a:pt x="5566549" y="149589"/>
                  <a:pt x="5555653" y="138695"/>
                  <a:pt x="5555653" y="125170"/>
                </a:cubicBezTo>
                <a:cubicBezTo>
                  <a:pt x="5555653" y="111721"/>
                  <a:pt x="5566549" y="100752"/>
                  <a:pt x="5579921" y="100752"/>
                </a:cubicBezTo>
                <a:cubicBezTo>
                  <a:pt x="5593295" y="100752"/>
                  <a:pt x="5604189" y="111647"/>
                  <a:pt x="5604189" y="125170"/>
                </a:cubicBezTo>
                <a:lnTo>
                  <a:pt x="5597950" y="140315"/>
                </a:lnTo>
                <a:lnTo>
                  <a:pt x="5630635" y="173107"/>
                </a:lnTo>
                <a:lnTo>
                  <a:pt x="5630635" y="261162"/>
                </a:lnTo>
                <a:lnTo>
                  <a:pt x="5704424" y="341255"/>
                </a:lnTo>
                <a:lnTo>
                  <a:pt x="5741382" y="341255"/>
                </a:lnTo>
                <a:lnTo>
                  <a:pt x="5741382" y="272433"/>
                </a:lnTo>
                <a:cubicBezTo>
                  <a:pt x="5741382" y="270329"/>
                  <a:pt x="5743034" y="268676"/>
                  <a:pt x="5745139" y="268676"/>
                </a:cubicBezTo>
                <a:cubicBezTo>
                  <a:pt x="5747242" y="268676"/>
                  <a:pt x="5748894" y="270403"/>
                  <a:pt x="5748894" y="272433"/>
                </a:cubicBezTo>
                <a:lnTo>
                  <a:pt x="5748894" y="341255"/>
                </a:lnTo>
                <a:lnTo>
                  <a:pt x="5781353" y="341255"/>
                </a:lnTo>
                <a:cubicBezTo>
                  <a:pt x="5783456" y="341255"/>
                  <a:pt x="5785109" y="342982"/>
                  <a:pt x="5785109" y="345012"/>
                </a:cubicBezTo>
                <a:cubicBezTo>
                  <a:pt x="5785109" y="347040"/>
                  <a:pt x="5783456" y="348767"/>
                  <a:pt x="5781353" y="348767"/>
                </a:cubicBezTo>
                <a:lnTo>
                  <a:pt x="5745214" y="348767"/>
                </a:lnTo>
                <a:lnTo>
                  <a:pt x="5745139" y="348843"/>
                </a:lnTo>
                <a:lnTo>
                  <a:pt x="5745063" y="348767"/>
                </a:lnTo>
                <a:lnTo>
                  <a:pt x="5567073" y="348767"/>
                </a:lnTo>
                <a:lnTo>
                  <a:pt x="5566621" y="348316"/>
                </a:lnTo>
                <a:lnTo>
                  <a:pt x="5566621" y="642690"/>
                </a:lnTo>
                <a:lnTo>
                  <a:pt x="5481346" y="728266"/>
                </a:lnTo>
                <a:cubicBezTo>
                  <a:pt x="5479843" y="729769"/>
                  <a:pt x="5477515" y="729769"/>
                  <a:pt x="5476011" y="728266"/>
                </a:cubicBezTo>
                <a:cubicBezTo>
                  <a:pt x="5474508" y="726763"/>
                  <a:pt x="5474508" y="724358"/>
                  <a:pt x="5476011" y="722932"/>
                </a:cubicBezTo>
                <a:lnTo>
                  <a:pt x="5559108" y="639533"/>
                </a:lnTo>
                <a:lnTo>
                  <a:pt x="5559108" y="255827"/>
                </a:lnTo>
                <a:lnTo>
                  <a:pt x="5507642" y="204136"/>
                </a:lnTo>
                <a:lnTo>
                  <a:pt x="5507642" y="4282"/>
                </a:lnTo>
                <a:cubicBezTo>
                  <a:pt x="5507642" y="2178"/>
                  <a:pt x="5509295" y="525"/>
                  <a:pt x="5511399" y="525"/>
                </a:cubicBezTo>
                <a:close/>
                <a:moveTo>
                  <a:pt x="12018784" y="0"/>
                </a:moveTo>
                <a:lnTo>
                  <a:pt x="12026297" y="0"/>
                </a:lnTo>
                <a:lnTo>
                  <a:pt x="12026297" y="835334"/>
                </a:lnTo>
                <a:lnTo>
                  <a:pt x="11601043" y="1262085"/>
                </a:lnTo>
                <a:lnTo>
                  <a:pt x="11558743" y="1262085"/>
                </a:lnTo>
                <a:lnTo>
                  <a:pt x="11558743" y="1334738"/>
                </a:lnTo>
                <a:lnTo>
                  <a:pt x="11441836" y="1334738"/>
                </a:lnTo>
                <a:lnTo>
                  <a:pt x="11441836" y="1465019"/>
                </a:lnTo>
                <a:cubicBezTo>
                  <a:pt x="11441836" y="1467048"/>
                  <a:pt x="11440184" y="1468777"/>
                  <a:pt x="11438079" y="1468777"/>
                </a:cubicBezTo>
                <a:cubicBezTo>
                  <a:pt x="11435974" y="1468777"/>
                  <a:pt x="11434322" y="1467124"/>
                  <a:pt x="11434322" y="1465019"/>
                </a:cubicBezTo>
                <a:lnTo>
                  <a:pt x="11434322" y="1327151"/>
                </a:lnTo>
                <a:lnTo>
                  <a:pt x="11551230" y="1327151"/>
                </a:lnTo>
                <a:lnTo>
                  <a:pt x="11551230" y="1254497"/>
                </a:lnTo>
                <a:lnTo>
                  <a:pt x="11597963" y="1254497"/>
                </a:lnTo>
                <a:lnTo>
                  <a:pt x="11839106" y="1012492"/>
                </a:lnTo>
                <a:lnTo>
                  <a:pt x="11838990" y="1012492"/>
                </a:lnTo>
                <a:lnTo>
                  <a:pt x="11800146" y="973499"/>
                </a:lnTo>
                <a:lnTo>
                  <a:pt x="11879336" y="894012"/>
                </a:lnTo>
                <a:cubicBezTo>
                  <a:pt x="11880013" y="893260"/>
                  <a:pt x="11880990" y="892885"/>
                  <a:pt x="11881967" y="892885"/>
                </a:cubicBezTo>
                <a:lnTo>
                  <a:pt x="11882041" y="892885"/>
                </a:lnTo>
                <a:cubicBezTo>
                  <a:pt x="11882943" y="892885"/>
                  <a:pt x="11883921" y="893260"/>
                  <a:pt x="11884671" y="894012"/>
                </a:cubicBezTo>
                <a:cubicBezTo>
                  <a:pt x="11886174" y="895438"/>
                  <a:pt x="11886174" y="897842"/>
                  <a:pt x="11884671" y="899344"/>
                </a:cubicBezTo>
                <a:lnTo>
                  <a:pt x="11810815" y="973499"/>
                </a:lnTo>
                <a:lnTo>
                  <a:pt x="11844324" y="1007158"/>
                </a:lnTo>
                <a:lnTo>
                  <a:pt x="11844324" y="1007255"/>
                </a:lnTo>
                <a:lnTo>
                  <a:pt x="12018784" y="832179"/>
                </a:lnTo>
                <a:close/>
                <a:moveTo>
                  <a:pt x="11594242" y="0"/>
                </a:moveTo>
                <a:lnTo>
                  <a:pt x="11603729" y="0"/>
                </a:lnTo>
                <a:lnTo>
                  <a:pt x="11609608" y="5121"/>
                </a:lnTo>
                <a:cubicBezTo>
                  <a:pt x="11655730" y="48553"/>
                  <a:pt x="11826158" y="221537"/>
                  <a:pt x="11919722" y="316764"/>
                </a:cubicBezTo>
                <a:lnTo>
                  <a:pt x="11924191" y="321316"/>
                </a:lnTo>
                <a:lnTo>
                  <a:pt x="11924191" y="52822"/>
                </a:lnTo>
                <a:lnTo>
                  <a:pt x="11770093" y="52822"/>
                </a:lnTo>
                <a:lnTo>
                  <a:pt x="11836338" y="119313"/>
                </a:lnTo>
                <a:lnTo>
                  <a:pt x="11837919" y="115477"/>
                </a:lnTo>
                <a:cubicBezTo>
                  <a:pt x="11842315" y="111063"/>
                  <a:pt x="11848382" y="108339"/>
                  <a:pt x="11855069" y="108339"/>
                </a:cubicBezTo>
                <a:cubicBezTo>
                  <a:pt x="11868442" y="108339"/>
                  <a:pt x="11879336" y="119309"/>
                  <a:pt x="11879336" y="132758"/>
                </a:cubicBezTo>
                <a:cubicBezTo>
                  <a:pt x="11879336" y="146282"/>
                  <a:pt x="11868442" y="157176"/>
                  <a:pt x="11855069" y="157176"/>
                </a:cubicBezTo>
                <a:cubicBezTo>
                  <a:pt x="11841694" y="157176"/>
                  <a:pt x="11830800" y="146282"/>
                  <a:pt x="11830800" y="132758"/>
                </a:cubicBezTo>
                <a:lnTo>
                  <a:pt x="11833222" y="126879"/>
                </a:lnTo>
                <a:lnTo>
                  <a:pt x="11751835" y="45233"/>
                </a:lnTo>
                <a:lnTo>
                  <a:pt x="11931704" y="45233"/>
                </a:lnTo>
                <a:lnTo>
                  <a:pt x="11931704" y="328967"/>
                </a:lnTo>
                <a:lnTo>
                  <a:pt x="11958528" y="356286"/>
                </a:lnTo>
                <a:lnTo>
                  <a:pt x="11959580" y="357413"/>
                </a:lnTo>
                <a:lnTo>
                  <a:pt x="11959580" y="718052"/>
                </a:lnTo>
                <a:lnTo>
                  <a:pt x="11723286" y="955166"/>
                </a:lnTo>
                <a:cubicBezTo>
                  <a:pt x="11721783" y="956670"/>
                  <a:pt x="11719453" y="956593"/>
                  <a:pt x="11717952" y="955166"/>
                </a:cubicBezTo>
                <a:cubicBezTo>
                  <a:pt x="11716449" y="953739"/>
                  <a:pt x="11716449" y="951334"/>
                  <a:pt x="11717952" y="949831"/>
                </a:cubicBezTo>
                <a:lnTo>
                  <a:pt x="11951991" y="714897"/>
                </a:lnTo>
                <a:lnTo>
                  <a:pt x="11951991" y="360493"/>
                </a:lnTo>
                <a:cubicBezTo>
                  <a:pt x="11855671" y="262294"/>
                  <a:pt x="11607656" y="10371"/>
                  <a:pt x="11595109" y="2032"/>
                </a:cubicBezTo>
                <a:close/>
                <a:moveTo>
                  <a:pt x="11470537" y="0"/>
                </a:moveTo>
                <a:lnTo>
                  <a:pt x="11478126" y="0"/>
                </a:lnTo>
                <a:lnTo>
                  <a:pt x="11478126" y="231790"/>
                </a:lnTo>
                <a:lnTo>
                  <a:pt x="11519899" y="273713"/>
                </a:lnTo>
                <a:lnTo>
                  <a:pt x="11519899" y="586870"/>
                </a:lnTo>
                <a:lnTo>
                  <a:pt x="11312532" y="794988"/>
                </a:lnTo>
                <a:lnTo>
                  <a:pt x="11312532" y="1150513"/>
                </a:lnTo>
                <a:cubicBezTo>
                  <a:pt x="11328536" y="1163510"/>
                  <a:pt x="11373089" y="1200776"/>
                  <a:pt x="11373089" y="1213098"/>
                </a:cubicBezTo>
                <a:lnTo>
                  <a:pt x="11373089" y="1506043"/>
                </a:lnTo>
                <a:lnTo>
                  <a:pt x="11517796" y="1506043"/>
                </a:lnTo>
                <a:lnTo>
                  <a:pt x="11517796" y="1407194"/>
                </a:lnTo>
                <a:lnTo>
                  <a:pt x="11503651" y="1401306"/>
                </a:lnTo>
                <a:cubicBezTo>
                  <a:pt x="11499256" y="1396893"/>
                  <a:pt x="11496533" y="1390789"/>
                  <a:pt x="11496533" y="1384026"/>
                </a:cubicBezTo>
                <a:cubicBezTo>
                  <a:pt x="11496533" y="1370503"/>
                  <a:pt x="11507426" y="1359608"/>
                  <a:pt x="11520801" y="1359608"/>
                </a:cubicBezTo>
                <a:cubicBezTo>
                  <a:pt x="11534174" y="1359608"/>
                  <a:pt x="11545068" y="1370577"/>
                  <a:pt x="11545068" y="1384026"/>
                </a:cubicBezTo>
                <a:cubicBezTo>
                  <a:pt x="11545068" y="1390789"/>
                  <a:pt x="11542346" y="1396893"/>
                  <a:pt x="11537950" y="1401306"/>
                </a:cubicBezTo>
                <a:lnTo>
                  <a:pt x="11525310" y="1406568"/>
                </a:lnTo>
                <a:lnTo>
                  <a:pt x="11525310" y="1506043"/>
                </a:lnTo>
                <a:lnTo>
                  <a:pt x="11552282" y="1506043"/>
                </a:lnTo>
                <a:cubicBezTo>
                  <a:pt x="11554386" y="1506043"/>
                  <a:pt x="11556039" y="1507770"/>
                  <a:pt x="11556039" y="1509799"/>
                </a:cubicBezTo>
                <a:cubicBezTo>
                  <a:pt x="11556039" y="1511829"/>
                  <a:pt x="11554386" y="1513556"/>
                  <a:pt x="11552282" y="1513556"/>
                </a:cubicBezTo>
                <a:lnTo>
                  <a:pt x="11365501" y="1513556"/>
                </a:lnTo>
                <a:lnTo>
                  <a:pt x="11365501" y="1301230"/>
                </a:lnTo>
                <a:lnTo>
                  <a:pt x="11298932" y="1301230"/>
                </a:lnTo>
                <a:cubicBezTo>
                  <a:pt x="11296827" y="1301230"/>
                  <a:pt x="11295175" y="1299501"/>
                  <a:pt x="11295175" y="1297474"/>
                </a:cubicBezTo>
                <a:cubicBezTo>
                  <a:pt x="11295175" y="1295444"/>
                  <a:pt x="11296827" y="1293716"/>
                  <a:pt x="11298932" y="1293716"/>
                </a:cubicBezTo>
                <a:lnTo>
                  <a:pt x="11365501" y="1293716"/>
                </a:lnTo>
                <a:lnTo>
                  <a:pt x="11365501" y="1213023"/>
                </a:lnTo>
                <a:cubicBezTo>
                  <a:pt x="11365276" y="1206636"/>
                  <a:pt x="11334621" y="1178011"/>
                  <a:pt x="11306372" y="1155246"/>
                </a:cubicBezTo>
                <a:lnTo>
                  <a:pt x="11304944" y="1154117"/>
                </a:lnTo>
                <a:lnTo>
                  <a:pt x="11304944" y="981763"/>
                </a:lnTo>
                <a:lnTo>
                  <a:pt x="11301788" y="981763"/>
                </a:lnTo>
                <a:lnTo>
                  <a:pt x="11213056" y="892661"/>
                </a:lnTo>
                <a:lnTo>
                  <a:pt x="11213056" y="659072"/>
                </a:lnTo>
                <a:lnTo>
                  <a:pt x="11268053" y="603925"/>
                </a:lnTo>
                <a:lnTo>
                  <a:pt x="11268053" y="325482"/>
                </a:lnTo>
                <a:cubicBezTo>
                  <a:pt x="11268053" y="323452"/>
                  <a:pt x="11269706" y="321725"/>
                  <a:pt x="11271810" y="321725"/>
                </a:cubicBezTo>
                <a:lnTo>
                  <a:pt x="11271810" y="321799"/>
                </a:lnTo>
                <a:cubicBezTo>
                  <a:pt x="11273913" y="321799"/>
                  <a:pt x="11275566" y="323452"/>
                  <a:pt x="11275566" y="325556"/>
                </a:cubicBezTo>
                <a:lnTo>
                  <a:pt x="11275566" y="607155"/>
                </a:lnTo>
                <a:lnTo>
                  <a:pt x="11220569" y="662303"/>
                </a:lnTo>
                <a:lnTo>
                  <a:pt x="11220569" y="889578"/>
                </a:lnTo>
                <a:lnTo>
                  <a:pt x="11304944" y="974244"/>
                </a:lnTo>
                <a:lnTo>
                  <a:pt x="11304944" y="791832"/>
                </a:lnTo>
                <a:lnTo>
                  <a:pt x="11512312" y="583713"/>
                </a:lnTo>
                <a:lnTo>
                  <a:pt x="11512312" y="276793"/>
                </a:lnTo>
                <a:lnTo>
                  <a:pt x="11470537" y="234870"/>
                </a:lnTo>
                <a:close/>
                <a:moveTo>
                  <a:pt x="11412083" y="0"/>
                </a:moveTo>
                <a:lnTo>
                  <a:pt x="11419597" y="0"/>
                </a:lnTo>
                <a:lnTo>
                  <a:pt x="11419597" y="276420"/>
                </a:lnTo>
                <a:lnTo>
                  <a:pt x="11478051" y="335097"/>
                </a:lnTo>
                <a:lnTo>
                  <a:pt x="11478051" y="544946"/>
                </a:lnTo>
                <a:lnTo>
                  <a:pt x="11283530" y="740142"/>
                </a:lnTo>
                <a:cubicBezTo>
                  <a:pt x="11282028" y="741645"/>
                  <a:pt x="11279699" y="741645"/>
                  <a:pt x="11278196" y="740142"/>
                </a:cubicBezTo>
                <a:cubicBezTo>
                  <a:pt x="11276693" y="738714"/>
                  <a:pt x="11276693" y="736310"/>
                  <a:pt x="11278196" y="734807"/>
                </a:cubicBezTo>
                <a:lnTo>
                  <a:pt x="11350849" y="661898"/>
                </a:lnTo>
                <a:lnTo>
                  <a:pt x="11350849" y="277591"/>
                </a:lnTo>
                <a:lnTo>
                  <a:pt x="11335202" y="271078"/>
                </a:lnTo>
                <a:cubicBezTo>
                  <a:pt x="11330806" y="266664"/>
                  <a:pt x="11328084" y="260560"/>
                  <a:pt x="11328084" y="253797"/>
                </a:cubicBezTo>
                <a:cubicBezTo>
                  <a:pt x="11328084" y="240273"/>
                  <a:pt x="11338978" y="229379"/>
                  <a:pt x="11352352" y="229379"/>
                </a:cubicBezTo>
                <a:cubicBezTo>
                  <a:pt x="11365726" y="229379"/>
                  <a:pt x="11376619" y="240347"/>
                  <a:pt x="11376619" y="253797"/>
                </a:cubicBezTo>
                <a:cubicBezTo>
                  <a:pt x="11376619" y="260560"/>
                  <a:pt x="11373896" y="266664"/>
                  <a:pt x="11369501" y="271078"/>
                </a:cubicBezTo>
                <a:lnTo>
                  <a:pt x="11358363" y="275713"/>
                </a:lnTo>
                <a:lnTo>
                  <a:pt x="11358363" y="422252"/>
                </a:lnTo>
                <a:lnTo>
                  <a:pt x="11413059" y="422252"/>
                </a:lnTo>
                <a:cubicBezTo>
                  <a:pt x="11415163" y="422252"/>
                  <a:pt x="11416816" y="423981"/>
                  <a:pt x="11416816" y="426007"/>
                </a:cubicBezTo>
                <a:cubicBezTo>
                  <a:pt x="11416816" y="428035"/>
                  <a:pt x="11415163" y="429765"/>
                  <a:pt x="11413059" y="429765"/>
                </a:cubicBezTo>
                <a:lnTo>
                  <a:pt x="11358363" y="429765"/>
                </a:lnTo>
                <a:lnTo>
                  <a:pt x="11358363" y="654359"/>
                </a:lnTo>
                <a:lnTo>
                  <a:pt x="11470537" y="541788"/>
                </a:lnTo>
                <a:lnTo>
                  <a:pt x="11470537" y="338254"/>
                </a:lnTo>
                <a:lnTo>
                  <a:pt x="11412083" y="279575"/>
                </a:lnTo>
                <a:close/>
                <a:moveTo>
                  <a:pt x="11267376" y="0"/>
                </a:moveTo>
                <a:lnTo>
                  <a:pt x="11274890" y="0"/>
                </a:lnTo>
                <a:lnTo>
                  <a:pt x="11274890" y="50792"/>
                </a:lnTo>
                <a:lnTo>
                  <a:pt x="11347244" y="50792"/>
                </a:lnTo>
                <a:lnTo>
                  <a:pt x="11347244" y="132763"/>
                </a:lnTo>
                <a:cubicBezTo>
                  <a:pt x="11347244" y="134792"/>
                  <a:pt x="11345590" y="136519"/>
                  <a:pt x="11343486" y="136519"/>
                </a:cubicBezTo>
                <a:cubicBezTo>
                  <a:pt x="11341383" y="136519"/>
                  <a:pt x="11339730" y="134866"/>
                  <a:pt x="11339730" y="132763"/>
                </a:cubicBezTo>
                <a:lnTo>
                  <a:pt x="11339730" y="58305"/>
                </a:lnTo>
                <a:lnTo>
                  <a:pt x="11274890" y="58305"/>
                </a:lnTo>
                <a:lnTo>
                  <a:pt x="11274890" y="212480"/>
                </a:lnTo>
                <a:lnTo>
                  <a:pt x="11208097" y="279500"/>
                </a:lnTo>
                <a:lnTo>
                  <a:pt x="11208097" y="537828"/>
                </a:lnTo>
                <a:lnTo>
                  <a:pt x="11223743" y="544365"/>
                </a:lnTo>
                <a:cubicBezTo>
                  <a:pt x="11228138" y="548789"/>
                  <a:pt x="11230862" y="554894"/>
                  <a:pt x="11230862" y="561618"/>
                </a:cubicBezTo>
                <a:cubicBezTo>
                  <a:pt x="11230862" y="575143"/>
                  <a:pt x="11219967" y="586036"/>
                  <a:pt x="11206594" y="586036"/>
                </a:cubicBezTo>
                <a:cubicBezTo>
                  <a:pt x="11193219" y="586036"/>
                  <a:pt x="11182325" y="575143"/>
                  <a:pt x="11182325" y="561618"/>
                </a:cubicBezTo>
                <a:cubicBezTo>
                  <a:pt x="11182325" y="554856"/>
                  <a:pt x="11185049" y="548753"/>
                  <a:pt x="11189444" y="544337"/>
                </a:cubicBezTo>
                <a:lnTo>
                  <a:pt x="11200583" y="539701"/>
                </a:lnTo>
                <a:lnTo>
                  <a:pt x="11200583" y="276420"/>
                </a:lnTo>
                <a:lnTo>
                  <a:pt x="11267376" y="209401"/>
                </a:lnTo>
                <a:lnTo>
                  <a:pt x="11267376" y="57328"/>
                </a:lnTo>
                <a:lnTo>
                  <a:pt x="11264597" y="54549"/>
                </a:lnTo>
                <a:lnTo>
                  <a:pt x="11267376" y="51769"/>
                </a:lnTo>
                <a:close/>
                <a:moveTo>
                  <a:pt x="11196452" y="0"/>
                </a:moveTo>
                <a:lnTo>
                  <a:pt x="11200956" y="0"/>
                </a:lnTo>
                <a:lnTo>
                  <a:pt x="11202461" y="1506"/>
                </a:lnTo>
                <a:lnTo>
                  <a:pt x="11202461" y="146739"/>
                </a:lnTo>
                <a:cubicBezTo>
                  <a:pt x="11202461" y="148768"/>
                  <a:pt x="11200809" y="150496"/>
                  <a:pt x="11198705" y="150496"/>
                </a:cubicBezTo>
                <a:cubicBezTo>
                  <a:pt x="11196601" y="150496"/>
                  <a:pt x="11194948" y="148843"/>
                  <a:pt x="11194948" y="146739"/>
                </a:cubicBezTo>
                <a:lnTo>
                  <a:pt x="11194948" y="1506"/>
                </a:lnTo>
                <a:close/>
                <a:moveTo>
                  <a:pt x="10911095" y="0"/>
                </a:moveTo>
                <a:lnTo>
                  <a:pt x="11133864" y="0"/>
                </a:lnTo>
                <a:lnTo>
                  <a:pt x="11133864" y="293024"/>
                </a:lnTo>
                <a:lnTo>
                  <a:pt x="10970450" y="293024"/>
                </a:lnTo>
                <a:lnTo>
                  <a:pt x="10970450" y="61988"/>
                </a:lnTo>
                <a:lnTo>
                  <a:pt x="11070678" y="61988"/>
                </a:lnTo>
                <a:cubicBezTo>
                  <a:pt x="11072781" y="61988"/>
                  <a:pt x="11074434" y="63717"/>
                  <a:pt x="11074434" y="65744"/>
                </a:cubicBezTo>
                <a:cubicBezTo>
                  <a:pt x="11074434" y="67774"/>
                  <a:pt x="11072781" y="69502"/>
                  <a:pt x="11070678" y="69502"/>
                </a:cubicBezTo>
                <a:lnTo>
                  <a:pt x="10977963" y="69502"/>
                </a:lnTo>
                <a:lnTo>
                  <a:pt x="10977963" y="285361"/>
                </a:lnTo>
                <a:lnTo>
                  <a:pt x="11126276" y="285361"/>
                </a:lnTo>
                <a:lnTo>
                  <a:pt x="11126276" y="136520"/>
                </a:lnTo>
                <a:lnTo>
                  <a:pt x="11081872" y="136520"/>
                </a:lnTo>
                <a:lnTo>
                  <a:pt x="11081872" y="244487"/>
                </a:lnTo>
                <a:cubicBezTo>
                  <a:pt x="11081872" y="246517"/>
                  <a:pt x="11080219" y="248244"/>
                  <a:pt x="11078115" y="248244"/>
                </a:cubicBezTo>
                <a:cubicBezTo>
                  <a:pt x="11076012" y="248244"/>
                  <a:pt x="11074359" y="246591"/>
                  <a:pt x="11074359" y="244487"/>
                </a:cubicBezTo>
                <a:lnTo>
                  <a:pt x="11074359" y="136520"/>
                </a:lnTo>
                <a:lnTo>
                  <a:pt x="11029881" y="136520"/>
                </a:lnTo>
                <a:cubicBezTo>
                  <a:pt x="11027776" y="136520"/>
                  <a:pt x="11026124" y="134793"/>
                  <a:pt x="11026124" y="132764"/>
                </a:cubicBezTo>
                <a:cubicBezTo>
                  <a:pt x="11026124" y="130734"/>
                  <a:pt x="11027776" y="129007"/>
                  <a:pt x="11029881" y="129007"/>
                </a:cubicBezTo>
                <a:lnTo>
                  <a:pt x="11078115" y="129007"/>
                </a:lnTo>
                <a:lnTo>
                  <a:pt x="11126276" y="129007"/>
                </a:lnTo>
                <a:lnTo>
                  <a:pt x="11126276" y="2483"/>
                </a:lnTo>
                <a:lnTo>
                  <a:pt x="10918608" y="2483"/>
                </a:lnTo>
                <a:lnTo>
                  <a:pt x="10918608" y="277998"/>
                </a:lnTo>
                <a:cubicBezTo>
                  <a:pt x="10918608" y="280026"/>
                  <a:pt x="10916955" y="281755"/>
                  <a:pt x="10914851" y="281755"/>
                </a:cubicBezTo>
                <a:cubicBezTo>
                  <a:pt x="10912748" y="281755"/>
                  <a:pt x="10911095" y="280102"/>
                  <a:pt x="10911095" y="277998"/>
                </a:cubicBezTo>
                <a:close/>
                <a:moveTo>
                  <a:pt x="10848058" y="0"/>
                </a:moveTo>
                <a:lnTo>
                  <a:pt x="10855646" y="0"/>
                </a:lnTo>
                <a:lnTo>
                  <a:pt x="10855646" y="238553"/>
                </a:lnTo>
                <a:lnTo>
                  <a:pt x="10799972" y="294377"/>
                </a:lnTo>
                <a:lnTo>
                  <a:pt x="10799972" y="335925"/>
                </a:lnTo>
                <a:lnTo>
                  <a:pt x="10956550" y="493102"/>
                </a:lnTo>
                <a:cubicBezTo>
                  <a:pt x="10958053" y="494530"/>
                  <a:pt x="10958053" y="496934"/>
                  <a:pt x="10956550" y="498437"/>
                </a:cubicBezTo>
                <a:cubicBezTo>
                  <a:pt x="10955049" y="499940"/>
                  <a:pt x="10952719" y="499940"/>
                  <a:pt x="10951215" y="498437"/>
                </a:cubicBezTo>
                <a:lnTo>
                  <a:pt x="10792384" y="339081"/>
                </a:lnTo>
                <a:lnTo>
                  <a:pt x="10792384" y="291221"/>
                </a:lnTo>
                <a:lnTo>
                  <a:pt x="10848058" y="235397"/>
                </a:lnTo>
                <a:close/>
                <a:moveTo>
                  <a:pt x="10717927" y="0"/>
                </a:moveTo>
                <a:lnTo>
                  <a:pt x="10725440" y="0"/>
                </a:lnTo>
                <a:lnTo>
                  <a:pt x="10725440" y="146591"/>
                </a:lnTo>
                <a:lnTo>
                  <a:pt x="10654890" y="217441"/>
                </a:lnTo>
                <a:lnTo>
                  <a:pt x="10654890" y="396483"/>
                </a:lnTo>
                <a:lnTo>
                  <a:pt x="10739114" y="481007"/>
                </a:lnTo>
                <a:lnTo>
                  <a:pt x="10832654" y="481007"/>
                </a:lnTo>
                <a:lnTo>
                  <a:pt x="10834684" y="483036"/>
                </a:lnTo>
                <a:lnTo>
                  <a:pt x="10834684" y="457414"/>
                </a:lnTo>
                <a:lnTo>
                  <a:pt x="10736711" y="359142"/>
                </a:lnTo>
                <a:lnTo>
                  <a:pt x="10736711" y="243212"/>
                </a:lnTo>
                <a:lnTo>
                  <a:pt x="10797193" y="182504"/>
                </a:lnTo>
                <a:lnTo>
                  <a:pt x="10797193" y="0"/>
                </a:lnTo>
                <a:lnTo>
                  <a:pt x="10804631" y="0"/>
                </a:lnTo>
                <a:lnTo>
                  <a:pt x="10804631" y="185660"/>
                </a:lnTo>
                <a:lnTo>
                  <a:pt x="10744149" y="246368"/>
                </a:lnTo>
                <a:lnTo>
                  <a:pt x="10744149" y="355987"/>
                </a:lnTo>
                <a:lnTo>
                  <a:pt x="10842123" y="454259"/>
                </a:lnTo>
                <a:lnTo>
                  <a:pt x="10842123" y="769671"/>
                </a:lnTo>
                <a:lnTo>
                  <a:pt x="10373140" y="1240374"/>
                </a:lnTo>
                <a:lnTo>
                  <a:pt x="10373140" y="1459534"/>
                </a:lnTo>
                <a:lnTo>
                  <a:pt x="10395023" y="1466227"/>
                </a:lnTo>
                <a:cubicBezTo>
                  <a:pt x="10434595" y="1480502"/>
                  <a:pt x="10506708" y="1510044"/>
                  <a:pt x="10526037" y="1517989"/>
                </a:cubicBezTo>
                <a:lnTo>
                  <a:pt x="10621832" y="1517989"/>
                </a:lnTo>
                <a:lnTo>
                  <a:pt x="10621832" y="1787717"/>
                </a:lnTo>
                <a:lnTo>
                  <a:pt x="10492678" y="1917322"/>
                </a:lnTo>
                <a:cubicBezTo>
                  <a:pt x="10491175" y="1918825"/>
                  <a:pt x="10488846" y="1918825"/>
                  <a:pt x="10487344" y="1917322"/>
                </a:cubicBezTo>
                <a:cubicBezTo>
                  <a:pt x="10485841" y="1915895"/>
                  <a:pt x="10485841" y="1913489"/>
                  <a:pt x="10487344" y="1911988"/>
                </a:cubicBezTo>
                <a:lnTo>
                  <a:pt x="10614244" y="1784636"/>
                </a:lnTo>
                <a:lnTo>
                  <a:pt x="10614244" y="1525577"/>
                </a:lnTo>
                <a:lnTo>
                  <a:pt x="10525211" y="1525577"/>
                </a:lnTo>
                <a:lnTo>
                  <a:pt x="10523783" y="1525277"/>
                </a:lnTo>
                <a:cubicBezTo>
                  <a:pt x="10482253" y="1508202"/>
                  <a:pt x="10420733" y="1483521"/>
                  <a:pt x="10389146" y="1472153"/>
                </a:cubicBezTo>
                <a:lnTo>
                  <a:pt x="10373140" y="1467166"/>
                </a:lnTo>
                <a:lnTo>
                  <a:pt x="10373140" y="1533015"/>
                </a:lnTo>
                <a:lnTo>
                  <a:pt x="10280351" y="1533015"/>
                </a:lnTo>
                <a:lnTo>
                  <a:pt x="10280351" y="1607472"/>
                </a:lnTo>
                <a:lnTo>
                  <a:pt x="10428739" y="1607472"/>
                </a:lnTo>
                <a:lnTo>
                  <a:pt x="10428739" y="1562769"/>
                </a:lnTo>
                <a:cubicBezTo>
                  <a:pt x="10428739" y="1560740"/>
                  <a:pt x="10430392" y="1559012"/>
                  <a:pt x="10432496" y="1559012"/>
                </a:cubicBezTo>
                <a:cubicBezTo>
                  <a:pt x="10434600" y="1559012"/>
                  <a:pt x="10436253" y="1560665"/>
                  <a:pt x="10436253" y="1562769"/>
                </a:cubicBezTo>
                <a:lnTo>
                  <a:pt x="10436253" y="1607472"/>
                </a:lnTo>
                <a:lnTo>
                  <a:pt x="10495533" y="1607472"/>
                </a:lnTo>
                <a:cubicBezTo>
                  <a:pt x="10497637" y="1607472"/>
                  <a:pt x="10499289" y="1609201"/>
                  <a:pt x="10499289" y="1611229"/>
                </a:cubicBezTo>
                <a:cubicBezTo>
                  <a:pt x="10499289" y="1613258"/>
                  <a:pt x="10497637" y="1614985"/>
                  <a:pt x="10495533" y="1614985"/>
                </a:cubicBezTo>
                <a:lnTo>
                  <a:pt x="10280351" y="1614985"/>
                </a:lnTo>
                <a:lnTo>
                  <a:pt x="10280351" y="1689367"/>
                </a:lnTo>
                <a:lnTo>
                  <a:pt x="10347070" y="1689367"/>
                </a:lnTo>
                <a:lnTo>
                  <a:pt x="10347070" y="1902890"/>
                </a:lnTo>
                <a:lnTo>
                  <a:pt x="10349399" y="1901919"/>
                </a:lnTo>
                <a:cubicBezTo>
                  <a:pt x="10362773" y="1901919"/>
                  <a:pt x="10373666" y="1912889"/>
                  <a:pt x="10373666" y="1926338"/>
                </a:cubicBezTo>
                <a:lnTo>
                  <a:pt x="10367597" y="1941072"/>
                </a:lnTo>
                <a:lnTo>
                  <a:pt x="10373666" y="1955805"/>
                </a:lnTo>
                <a:cubicBezTo>
                  <a:pt x="10373666" y="1969255"/>
                  <a:pt x="10362773" y="1980224"/>
                  <a:pt x="10349399" y="1980224"/>
                </a:cubicBezTo>
                <a:lnTo>
                  <a:pt x="10347070" y="1979253"/>
                </a:lnTo>
                <a:lnTo>
                  <a:pt x="10347070" y="2192776"/>
                </a:lnTo>
                <a:lnTo>
                  <a:pt x="10280351" y="2192776"/>
                </a:lnTo>
                <a:lnTo>
                  <a:pt x="10280351" y="2267158"/>
                </a:lnTo>
                <a:lnTo>
                  <a:pt x="10495533" y="2267158"/>
                </a:lnTo>
                <a:cubicBezTo>
                  <a:pt x="10497637" y="2267158"/>
                  <a:pt x="10499289" y="2268886"/>
                  <a:pt x="10499289" y="2270914"/>
                </a:cubicBezTo>
                <a:cubicBezTo>
                  <a:pt x="10499289" y="2272943"/>
                  <a:pt x="10497637" y="2274671"/>
                  <a:pt x="10495533" y="2274671"/>
                </a:cubicBezTo>
                <a:lnTo>
                  <a:pt x="10436253" y="2274671"/>
                </a:lnTo>
                <a:lnTo>
                  <a:pt x="10436253" y="2319374"/>
                </a:lnTo>
                <a:cubicBezTo>
                  <a:pt x="10436253" y="2321479"/>
                  <a:pt x="10434600" y="2323131"/>
                  <a:pt x="10432496" y="2323131"/>
                </a:cubicBezTo>
                <a:cubicBezTo>
                  <a:pt x="10430392" y="2323131"/>
                  <a:pt x="10428739" y="2321403"/>
                  <a:pt x="10428739" y="2319374"/>
                </a:cubicBezTo>
                <a:lnTo>
                  <a:pt x="10428739" y="2274671"/>
                </a:lnTo>
                <a:lnTo>
                  <a:pt x="10280351" y="2274671"/>
                </a:lnTo>
                <a:lnTo>
                  <a:pt x="10280351" y="2349128"/>
                </a:lnTo>
                <a:lnTo>
                  <a:pt x="10373140" y="2349128"/>
                </a:lnTo>
                <a:lnTo>
                  <a:pt x="10373140" y="2414977"/>
                </a:lnTo>
                <a:lnTo>
                  <a:pt x="10389146" y="2409991"/>
                </a:lnTo>
                <a:cubicBezTo>
                  <a:pt x="10420733" y="2398622"/>
                  <a:pt x="10482253" y="2373942"/>
                  <a:pt x="10523783" y="2356867"/>
                </a:cubicBezTo>
                <a:lnTo>
                  <a:pt x="10525211" y="2356566"/>
                </a:lnTo>
                <a:lnTo>
                  <a:pt x="10614244" y="2356566"/>
                </a:lnTo>
                <a:lnTo>
                  <a:pt x="10614244" y="2097507"/>
                </a:lnTo>
                <a:lnTo>
                  <a:pt x="10487344" y="1970156"/>
                </a:lnTo>
                <a:cubicBezTo>
                  <a:pt x="10485841" y="1968654"/>
                  <a:pt x="10485841" y="1966249"/>
                  <a:pt x="10487344" y="1964822"/>
                </a:cubicBezTo>
                <a:cubicBezTo>
                  <a:pt x="10488846" y="1963318"/>
                  <a:pt x="10491175" y="1963318"/>
                  <a:pt x="10492678" y="1964822"/>
                </a:cubicBezTo>
                <a:lnTo>
                  <a:pt x="10621832" y="2094426"/>
                </a:lnTo>
                <a:lnTo>
                  <a:pt x="10621832" y="2364154"/>
                </a:lnTo>
                <a:lnTo>
                  <a:pt x="10526037" y="2364154"/>
                </a:lnTo>
                <a:cubicBezTo>
                  <a:pt x="10506708" y="2372100"/>
                  <a:pt x="10434595" y="2401641"/>
                  <a:pt x="10395023" y="2415916"/>
                </a:cubicBezTo>
                <a:lnTo>
                  <a:pt x="10373140" y="2422610"/>
                </a:lnTo>
                <a:lnTo>
                  <a:pt x="10373140" y="2641769"/>
                </a:lnTo>
                <a:lnTo>
                  <a:pt x="10842123" y="3112472"/>
                </a:lnTo>
                <a:lnTo>
                  <a:pt x="10842123" y="3427884"/>
                </a:lnTo>
                <a:lnTo>
                  <a:pt x="10744149" y="3526156"/>
                </a:lnTo>
                <a:lnTo>
                  <a:pt x="10744149" y="3635775"/>
                </a:lnTo>
                <a:lnTo>
                  <a:pt x="10804631" y="3696483"/>
                </a:lnTo>
                <a:lnTo>
                  <a:pt x="10804631" y="3882143"/>
                </a:lnTo>
                <a:lnTo>
                  <a:pt x="10797193" y="3882143"/>
                </a:lnTo>
                <a:lnTo>
                  <a:pt x="10797193" y="3699639"/>
                </a:lnTo>
                <a:lnTo>
                  <a:pt x="10736711" y="3638931"/>
                </a:lnTo>
                <a:lnTo>
                  <a:pt x="10736711" y="3523001"/>
                </a:lnTo>
                <a:lnTo>
                  <a:pt x="10834684" y="3424729"/>
                </a:lnTo>
                <a:lnTo>
                  <a:pt x="10834684" y="3399107"/>
                </a:lnTo>
                <a:lnTo>
                  <a:pt x="10832654" y="3401136"/>
                </a:lnTo>
                <a:lnTo>
                  <a:pt x="10739114" y="3401136"/>
                </a:lnTo>
                <a:lnTo>
                  <a:pt x="10654890" y="3485660"/>
                </a:lnTo>
                <a:lnTo>
                  <a:pt x="10654890" y="3664703"/>
                </a:lnTo>
                <a:lnTo>
                  <a:pt x="10725440" y="3735552"/>
                </a:lnTo>
                <a:lnTo>
                  <a:pt x="10725440" y="3882143"/>
                </a:lnTo>
                <a:lnTo>
                  <a:pt x="10717927" y="3882143"/>
                </a:lnTo>
                <a:lnTo>
                  <a:pt x="10717927" y="3842993"/>
                </a:lnTo>
                <a:lnTo>
                  <a:pt x="10717401" y="3843519"/>
                </a:lnTo>
                <a:lnTo>
                  <a:pt x="10597715" y="3843519"/>
                </a:lnTo>
                <a:lnTo>
                  <a:pt x="10446514" y="3691774"/>
                </a:lnTo>
                <a:lnTo>
                  <a:pt x="10437380" y="3695590"/>
                </a:lnTo>
                <a:cubicBezTo>
                  <a:pt x="10424005" y="3695590"/>
                  <a:pt x="10413111" y="3684695"/>
                  <a:pt x="10413111" y="3671171"/>
                </a:cubicBezTo>
                <a:cubicBezTo>
                  <a:pt x="10413111" y="3657647"/>
                  <a:pt x="10424005" y="3646754"/>
                  <a:pt x="10437380" y="3646754"/>
                </a:cubicBezTo>
                <a:cubicBezTo>
                  <a:pt x="10450753" y="3646754"/>
                  <a:pt x="10461647" y="3657647"/>
                  <a:pt x="10461647" y="3671171"/>
                </a:cubicBezTo>
                <a:cubicBezTo>
                  <a:pt x="10461647" y="3677896"/>
                  <a:pt x="10458923" y="3684001"/>
                  <a:pt x="10454529" y="3688423"/>
                </a:cubicBezTo>
                <a:lnTo>
                  <a:pt x="10454033" y="3688632"/>
                </a:lnTo>
                <a:lnTo>
                  <a:pt x="10600870" y="3836007"/>
                </a:lnTo>
                <a:lnTo>
                  <a:pt x="10717401" y="3836007"/>
                </a:lnTo>
                <a:lnTo>
                  <a:pt x="10717927" y="3836533"/>
                </a:lnTo>
                <a:lnTo>
                  <a:pt x="10717927" y="3738709"/>
                </a:lnTo>
                <a:lnTo>
                  <a:pt x="10647377" y="3667858"/>
                </a:lnTo>
                <a:lnTo>
                  <a:pt x="10647377" y="3482580"/>
                </a:lnTo>
                <a:lnTo>
                  <a:pt x="10736034" y="3393622"/>
                </a:lnTo>
                <a:lnTo>
                  <a:pt x="10832654" y="3393622"/>
                </a:lnTo>
                <a:lnTo>
                  <a:pt x="10834684" y="3395652"/>
                </a:lnTo>
                <a:lnTo>
                  <a:pt x="10834684" y="3115629"/>
                </a:lnTo>
                <a:lnTo>
                  <a:pt x="10370512" y="2649734"/>
                </a:lnTo>
                <a:lnTo>
                  <a:pt x="10369383" y="2650863"/>
                </a:lnTo>
                <a:lnTo>
                  <a:pt x="10369383" y="2650788"/>
                </a:lnTo>
                <a:cubicBezTo>
                  <a:pt x="10367280" y="2650788"/>
                  <a:pt x="10365628" y="2649059"/>
                  <a:pt x="10365628" y="2647031"/>
                </a:cubicBezTo>
                <a:lnTo>
                  <a:pt x="10365628" y="2644834"/>
                </a:lnTo>
                <a:lnTo>
                  <a:pt x="10309729" y="2588727"/>
                </a:lnTo>
                <a:lnTo>
                  <a:pt x="10222388" y="2588727"/>
                </a:lnTo>
                <a:lnTo>
                  <a:pt x="10763365" y="3131642"/>
                </a:lnTo>
                <a:lnTo>
                  <a:pt x="10774202" y="3127132"/>
                </a:lnTo>
                <a:cubicBezTo>
                  <a:pt x="10787576" y="3127132"/>
                  <a:pt x="10798470" y="3138026"/>
                  <a:pt x="10798470" y="3151550"/>
                </a:cubicBezTo>
                <a:cubicBezTo>
                  <a:pt x="10798470" y="3165000"/>
                  <a:pt x="10787576" y="3175968"/>
                  <a:pt x="10774202" y="3175968"/>
                </a:cubicBezTo>
                <a:cubicBezTo>
                  <a:pt x="10760829" y="3175968"/>
                  <a:pt x="10749934" y="3165074"/>
                  <a:pt x="10749934" y="3151550"/>
                </a:cubicBezTo>
                <a:lnTo>
                  <a:pt x="10756550" y="3135491"/>
                </a:lnTo>
                <a:lnTo>
                  <a:pt x="10211737" y="2588727"/>
                </a:lnTo>
                <a:lnTo>
                  <a:pt x="10084554" y="2588727"/>
                </a:lnTo>
                <a:lnTo>
                  <a:pt x="10084554" y="2766342"/>
                </a:lnTo>
                <a:lnTo>
                  <a:pt x="10177419" y="2766342"/>
                </a:lnTo>
                <a:lnTo>
                  <a:pt x="10663606" y="3254249"/>
                </a:lnTo>
                <a:lnTo>
                  <a:pt x="10663606" y="3358610"/>
                </a:lnTo>
                <a:lnTo>
                  <a:pt x="10592229" y="3430213"/>
                </a:lnTo>
                <a:lnTo>
                  <a:pt x="10592153" y="3430063"/>
                </a:lnTo>
                <a:lnTo>
                  <a:pt x="10402218" y="3430063"/>
                </a:lnTo>
                <a:lnTo>
                  <a:pt x="10404246" y="3432092"/>
                </a:lnTo>
                <a:lnTo>
                  <a:pt x="10404246" y="3506398"/>
                </a:lnTo>
                <a:lnTo>
                  <a:pt x="10481181" y="3506398"/>
                </a:lnTo>
                <a:cubicBezTo>
                  <a:pt x="10483285" y="3506398"/>
                  <a:pt x="10484938" y="3508125"/>
                  <a:pt x="10484938" y="3510152"/>
                </a:cubicBezTo>
                <a:cubicBezTo>
                  <a:pt x="10484938" y="3512181"/>
                  <a:pt x="10483285" y="3513910"/>
                  <a:pt x="10481181" y="3513910"/>
                </a:cubicBezTo>
                <a:lnTo>
                  <a:pt x="10404246" y="3513910"/>
                </a:lnTo>
                <a:lnTo>
                  <a:pt x="10404246" y="3590245"/>
                </a:lnTo>
                <a:lnTo>
                  <a:pt x="10569538" y="3590245"/>
                </a:lnTo>
                <a:lnTo>
                  <a:pt x="10569538" y="3501514"/>
                </a:lnTo>
                <a:cubicBezTo>
                  <a:pt x="10569538" y="3499410"/>
                  <a:pt x="10571192" y="3497757"/>
                  <a:pt x="10573296" y="3497757"/>
                </a:cubicBezTo>
                <a:cubicBezTo>
                  <a:pt x="10575400" y="3497757"/>
                  <a:pt x="10577053" y="3499484"/>
                  <a:pt x="10577053" y="3501514"/>
                </a:cubicBezTo>
                <a:lnTo>
                  <a:pt x="10577053" y="3597758"/>
                </a:lnTo>
                <a:lnTo>
                  <a:pt x="10498968" y="3597758"/>
                </a:lnTo>
                <a:lnTo>
                  <a:pt x="10645198" y="3744496"/>
                </a:lnTo>
                <a:cubicBezTo>
                  <a:pt x="10646700" y="3745999"/>
                  <a:pt x="10646700" y="3748403"/>
                  <a:pt x="10645198" y="3749831"/>
                </a:cubicBezTo>
                <a:cubicBezTo>
                  <a:pt x="10644447" y="3750581"/>
                  <a:pt x="10643469" y="3750957"/>
                  <a:pt x="10642568" y="3750957"/>
                </a:cubicBezTo>
                <a:lnTo>
                  <a:pt x="10642493" y="3750957"/>
                </a:lnTo>
                <a:cubicBezTo>
                  <a:pt x="10641516" y="3750957"/>
                  <a:pt x="10640540" y="3750581"/>
                  <a:pt x="10639863" y="3749831"/>
                </a:cubicBezTo>
                <a:lnTo>
                  <a:pt x="10488315" y="3597758"/>
                </a:lnTo>
                <a:lnTo>
                  <a:pt x="10396733" y="3597758"/>
                </a:lnTo>
                <a:lnTo>
                  <a:pt x="10396733" y="3432092"/>
                </a:lnTo>
                <a:lnTo>
                  <a:pt x="10398761" y="3430063"/>
                </a:lnTo>
                <a:lnTo>
                  <a:pt x="10342862" y="3430063"/>
                </a:lnTo>
                <a:cubicBezTo>
                  <a:pt x="10340759" y="3430063"/>
                  <a:pt x="10339105" y="3428336"/>
                  <a:pt x="10339105" y="3426306"/>
                </a:cubicBezTo>
                <a:cubicBezTo>
                  <a:pt x="10339105" y="3424278"/>
                  <a:pt x="10340759" y="3422550"/>
                  <a:pt x="10342862" y="3422550"/>
                </a:cubicBezTo>
                <a:lnTo>
                  <a:pt x="10589073" y="3422550"/>
                </a:lnTo>
                <a:lnTo>
                  <a:pt x="10656016" y="3355380"/>
                </a:lnTo>
                <a:lnTo>
                  <a:pt x="10656016" y="3257330"/>
                </a:lnTo>
                <a:lnTo>
                  <a:pt x="10174262" y="2773856"/>
                </a:lnTo>
                <a:lnTo>
                  <a:pt x="10084554" y="2773856"/>
                </a:lnTo>
                <a:lnTo>
                  <a:pt x="10084554" y="3046658"/>
                </a:lnTo>
                <a:lnTo>
                  <a:pt x="10200560" y="3047032"/>
                </a:lnTo>
                <a:lnTo>
                  <a:pt x="10295604" y="3093312"/>
                </a:lnTo>
                <a:cubicBezTo>
                  <a:pt x="10297482" y="3094214"/>
                  <a:pt x="10298234" y="3096468"/>
                  <a:pt x="10297332" y="3098350"/>
                </a:cubicBezTo>
                <a:cubicBezTo>
                  <a:pt x="10296430" y="3100227"/>
                  <a:pt x="10294176" y="3101053"/>
                  <a:pt x="10292297" y="3100075"/>
                </a:cubicBezTo>
                <a:lnTo>
                  <a:pt x="10198006" y="3054169"/>
                </a:lnTo>
                <a:lnTo>
                  <a:pt x="10076965" y="3054169"/>
                </a:lnTo>
                <a:lnTo>
                  <a:pt x="10076965" y="2581139"/>
                </a:lnTo>
                <a:lnTo>
                  <a:pt x="10207021" y="2581139"/>
                </a:lnTo>
                <a:lnTo>
                  <a:pt x="10207021" y="2578659"/>
                </a:lnTo>
                <a:cubicBezTo>
                  <a:pt x="10208524" y="2577157"/>
                  <a:pt x="10210853" y="2577157"/>
                  <a:pt x="10212356" y="2578659"/>
                </a:cubicBezTo>
                <a:lnTo>
                  <a:pt x="10214828" y="2581139"/>
                </a:lnTo>
                <a:lnTo>
                  <a:pt x="10312733" y="2581139"/>
                </a:lnTo>
                <a:lnTo>
                  <a:pt x="10365628" y="2634228"/>
                </a:lnTo>
                <a:lnTo>
                  <a:pt x="10365628" y="2419904"/>
                </a:lnTo>
                <a:lnTo>
                  <a:pt x="10365628" y="2356641"/>
                </a:lnTo>
                <a:lnTo>
                  <a:pt x="10272838" y="2356641"/>
                </a:lnTo>
                <a:lnTo>
                  <a:pt x="10272838" y="2014034"/>
                </a:lnTo>
                <a:lnTo>
                  <a:pt x="10065095" y="2014034"/>
                </a:lnTo>
                <a:cubicBezTo>
                  <a:pt x="10062991" y="2014034"/>
                  <a:pt x="10061337" y="2012305"/>
                  <a:pt x="10061337" y="2010277"/>
                </a:cubicBezTo>
                <a:cubicBezTo>
                  <a:pt x="10061337" y="2008248"/>
                  <a:pt x="10062991" y="2006521"/>
                  <a:pt x="10065095" y="2006521"/>
                </a:cubicBezTo>
                <a:lnTo>
                  <a:pt x="10280351" y="2006521"/>
                </a:lnTo>
                <a:lnTo>
                  <a:pt x="10280351" y="2185262"/>
                </a:lnTo>
                <a:lnTo>
                  <a:pt x="10339556" y="2185262"/>
                </a:lnTo>
                <a:lnTo>
                  <a:pt x="10339556" y="1976126"/>
                </a:lnTo>
                <a:lnTo>
                  <a:pt x="10332249" y="1973086"/>
                </a:lnTo>
                <a:cubicBezTo>
                  <a:pt x="10327853" y="1968672"/>
                  <a:pt x="10325130" y="1962567"/>
                  <a:pt x="10325130" y="1955805"/>
                </a:cubicBezTo>
                <a:lnTo>
                  <a:pt x="10331200" y="1941072"/>
                </a:lnTo>
                <a:lnTo>
                  <a:pt x="10325130" y="1926338"/>
                </a:lnTo>
                <a:cubicBezTo>
                  <a:pt x="10325130" y="1919576"/>
                  <a:pt x="10327853" y="1913471"/>
                  <a:pt x="10332249" y="1909057"/>
                </a:cubicBezTo>
                <a:lnTo>
                  <a:pt x="10339556" y="1906017"/>
                </a:lnTo>
                <a:lnTo>
                  <a:pt x="10339556" y="1696881"/>
                </a:lnTo>
                <a:lnTo>
                  <a:pt x="10280351" y="1696881"/>
                </a:lnTo>
                <a:lnTo>
                  <a:pt x="10280351" y="1875622"/>
                </a:lnTo>
                <a:lnTo>
                  <a:pt x="10065095" y="1875622"/>
                </a:lnTo>
                <a:cubicBezTo>
                  <a:pt x="10062991" y="1875622"/>
                  <a:pt x="10061337" y="1873895"/>
                  <a:pt x="10061337" y="1871866"/>
                </a:cubicBezTo>
                <a:cubicBezTo>
                  <a:pt x="10061337" y="1869838"/>
                  <a:pt x="10062991" y="1868110"/>
                  <a:pt x="10065095" y="1868110"/>
                </a:cubicBezTo>
                <a:lnTo>
                  <a:pt x="10272838" y="1868110"/>
                </a:lnTo>
                <a:lnTo>
                  <a:pt x="10272838" y="1525502"/>
                </a:lnTo>
                <a:lnTo>
                  <a:pt x="10365628" y="1525502"/>
                </a:lnTo>
                <a:lnTo>
                  <a:pt x="10365628" y="1462239"/>
                </a:lnTo>
                <a:lnTo>
                  <a:pt x="10365628" y="1247915"/>
                </a:lnTo>
                <a:lnTo>
                  <a:pt x="10312733" y="1301004"/>
                </a:lnTo>
                <a:lnTo>
                  <a:pt x="10214828" y="1301004"/>
                </a:lnTo>
                <a:lnTo>
                  <a:pt x="10212356" y="1303484"/>
                </a:lnTo>
                <a:cubicBezTo>
                  <a:pt x="10210853" y="1304987"/>
                  <a:pt x="10208524" y="1304987"/>
                  <a:pt x="10207021" y="1303484"/>
                </a:cubicBezTo>
                <a:lnTo>
                  <a:pt x="10207021" y="1301004"/>
                </a:lnTo>
                <a:lnTo>
                  <a:pt x="10076965" y="1301004"/>
                </a:lnTo>
                <a:lnTo>
                  <a:pt x="10076965" y="827974"/>
                </a:lnTo>
                <a:lnTo>
                  <a:pt x="10198006" y="827974"/>
                </a:lnTo>
                <a:lnTo>
                  <a:pt x="10292297" y="782068"/>
                </a:lnTo>
                <a:cubicBezTo>
                  <a:pt x="10294176" y="781091"/>
                  <a:pt x="10296430" y="781916"/>
                  <a:pt x="10297332" y="783793"/>
                </a:cubicBezTo>
                <a:cubicBezTo>
                  <a:pt x="10298234" y="785675"/>
                  <a:pt x="10297482" y="787929"/>
                  <a:pt x="10295604" y="788831"/>
                </a:cubicBezTo>
                <a:lnTo>
                  <a:pt x="10200560" y="835112"/>
                </a:lnTo>
                <a:lnTo>
                  <a:pt x="10084554" y="835486"/>
                </a:lnTo>
                <a:lnTo>
                  <a:pt x="10084554" y="1108287"/>
                </a:lnTo>
                <a:lnTo>
                  <a:pt x="10174262" y="1108287"/>
                </a:lnTo>
                <a:lnTo>
                  <a:pt x="10656016" y="624813"/>
                </a:lnTo>
                <a:lnTo>
                  <a:pt x="10656016" y="526763"/>
                </a:lnTo>
                <a:lnTo>
                  <a:pt x="10589073" y="459593"/>
                </a:lnTo>
                <a:lnTo>
                  <a:pt x="10342862" y="459593"/>
                </a:lnTo>
                <a:cubicBezTo>
                  <a:pt x="10340759" y="459593"/>
                  <a:pt x="10339105" y="457866"/>
                  <a:pt x="10339105" y="455837"/>
                </a:cubicBezTo>
                <a:cubicBezTo>
                  <a:pt x="10339105" y="453807"/>
                  <a:pt x="10340759" y="452080"/>
                  <a:pt x="10342862" y="452080"/>
                </a:cubicBezTo>
                <a:lnTo>
                  <a:pt x="10398761" y="452080"/>
                </a:lnTo>
                <a:lnTo>
                  <a:pt x="10396733" y="450051"/>
                </a:lnTo>
                <a:lnTo>
                  <a:pt x="10396733" y="284385"/>
                </a:lnTo>
                <a:lnTo>
                  <a:pt x="10488315" y="284385"/>
                </a:lnTo>
                <a:lnTo>
                  <a:pt x="10639863" y="132313"/>
                </a:lnTo>
                <a:cubicBezTo>
                  <a:pt x="10640540" y="131562"/>
                  <a:pt x="10641516" y="131186"/>
                  <a:pt x="10642493" y="131186"/>
                </a:cubicBezTo>
                <a:lnTo>
                  <a:pt x="10642568" y="131186"/>
                </a:lnTo>
                <a:cubicBezTo>
                  <a:pt x="10643469" y="131186"/>
                  <a:pt x="10644447" y="131562"/>
                  <a:pt x="10645198" y="132313"/>
                </a:cubicBezTo>
                <a:cubicBezTo>
                  <a:pt x="10646700" y="133741"/>
                  <a:pt x="10646700" y="136144"/>
                  <a:pt x="10645198" y="137648"/>
                </a:cubicBezTo>
                <a:lnTo>
                  <a:pt x="10498968" y="284385"/>
                </a:lnTo>
                <a:lnTo>
                  <a:pt x="10577053" y="284385"/>
                </a:lnTo>
                <a:lnTo>
                  <a:pt x="10577053" y="380629"/>
                </a:lnTo>
                <a:cubicBezTo>
                  <a:pt x="10577053" y="382659"/>
                  <a:pt x="10575400" y="384386"/>
                  <a:pt x="10573296" y="384386"/>
                </a:cubicBezTo>
                <a:cubicBezTo>
                  <a:pt x="10571192" y="384386"/>
                  <a:pt x="10569538" y="382733"/>
                  <a:pt x="10569538" y="380629"/>
                </a:cubicBezTo>
                <a:lnTo>
                  <a:pt x="10569538" y="291899"/>
                </a:lnTo>
                <a:lnTo>
                  <a:pt x="10404246" y="291899"/>
                </a:lnTo>
                <a:lnTo>
                  <a:pt x="10404246" y="368233"/>
                </a:lnTo>
                <a:lnTo>
                  <a:pt x="10481181" y="368233"/>
                </a:lnTo>
                <a:cubicBezTo>
                  <a:pt x="10483285" y="368233"/>
                  <a:pt x="10484938" y="369962"/>
                  <a:pt x="10484938" y="371991"/>
                </a:cubicBezTo>
                <a:cubicBezTo>
                  <a:pt x="10484938" y="374018"/>
                  <a:pt x="10483285" y="375746"/>
                  <a:pt x="10481181" y="375746"/>
                </a:cubicBezTo>
                <a:lnTo>
                  <a:pt x="10404246" y="375746"/>
                </a:lnTo>
                <a:lnTo>
                  <a:pt x="10404246" y="450051"/>
                </a:lnTo>
                <a:lnTo>
                  <a:pt x="10402218" y="452080"/>
                </a:lnTo>
                <a:lnTo>
                  <a:pt x="10592153" y="452080"/>
                </a:lnTo>
                <a:lnTo>
                  <a:pt x="10592229" y="451930"/>
                </a:lnTo>
                <a:lnTo>
                  <a:pt x="10663606" y="523533"/>
                </a:lnTo>
                <a:lnTo>
                  <a:pt x="10663606" y="627894"/>
                </a:lnTo>
                <a:lnTo>
                  <a:pt x="10177419" y="1115801"/>
                </a:lnTo>
                <a:lnTo>
                  <a:pt x="10084554" y="1115801"/>
                </a:lnTo>
                <a:lnTo>
                  <a:pt x="10084554" y="1293417"/>
                </a:lnTo>
                <a:lnTo>
                  <a:pt x="10211737" y="1293417"/>
                </a:lnTo>
                <a:lnTo>
                  <a:pt x="10756550" y="746652"/>
                </a:lnTo>
                <a:lnTo>
                  <a:pt x="10749934" y="730593"/>
                </a:lnTo>
                <a:cubicBezTo>
                  <a:pt x="10749934" y="717069"/>
                  <a:pt x="10760829" y="706175"/>
                  <a:pt x="10774202" y="706175"/>
                </a:cubicBezTo>
                <a:cubicBezTo>
                  <a:pt x="10787576" y="706175"/>
                  <a:pt x="10798470" y="717143"/>
                  <a:pt x="10798470" y="730593"/>
                </a:cubicBezTo>
                <a:cubicBezTo>
                  <a:pt x="10798470" y="744118"/>
                  <a:pt x="10787576" y="755011"/>
                  <a:pt x="10774202" y="755011"/>
                </a:cubicBezTo>
                <a:lnTo>
                  <a:pt x="10763365" y="750502"/>
                </a:lnTo>
                <a:lnTo>
                  <a:pt x="10222388" y="1293417"/>
                </a:lnTo>
                <a:lnTo>
                  <a:pt x="10309729" y="1293417"/>
                </a:lnTo>
                <a:lnTo>
                  <a:pt x="10365628" y="1237309"/>
                </a:lnTo>
                <a:lnTo>
                  <a:pt x="10365628" y="1235113"/>
                </a:lnTo>
                <a:cubicBezTo>
                  <a:pt x="10365628" y="1233084"/>
                  <a:pt x="10367280" y="1231356"/>
                  <a:pt x="10369383" y="1231356"/>
                </a:cubicBezTo>
                <a:lnTo>
                  <a:pt x="10369383" y="1231280"/>
                </a:lnTo>
                <a:lnTo>
                  <a:pt x="10370512" y="1232409"/>
                </a:lnTo>
                <a:lnTo>
                  <a:pt x="10834684" y="766515"/>
                </a:lnTo>
                <a:lnTo>
                  <a:pt x="10834684" y="486491"/>
                </a:lnTo>
                <a:lnTo>
                  <a:pt x="10832654" y="488521"/>
                </a:lnTo>
                <a:lnTo>
                  <a:pt x="10736034" y="488521"/>
                </a:lnTo>
                <a:lnTo>
                  <a:pt x="10647377" y="399564"/>
                </a:lnTo>
                <a:lnTo>
                  <a:pt x="10647377" y="214285"/>
                </a:lnTo>
                <a:lnTo>
                  <a:pt x="10717927" y="143434"/>
                </a:lnTo>
                <a:lnTo>
                  <a:pt x="10717927" y="45610"/>
                </a:lnTo>
                <a:lnTo>
                  <a:pt x="10717401" y="46137"/>
                </a:lnTo>
                <a:lnTo>
                  <a:pt x="10600870" y="46137"/>
                </a:lnTo>
                <a:lnTo>
                  <a:pt x="10454033" y="193512"/>
                </a:lnTo>
                <a:lnTo>
                  <a:pt x="10454529" y="193720"/>
                </a:lnTo>
                <a:cubicBezTo>
                  <a:pt x="10458923" y="198142"/>
                  <a:pt x="10461647" y="204247"/>
                  <a:pt x="10461647" y="210972"/>
                </a:cubicBezTo>
                <a:cubicBezTo>
                  <a:pt x="10461647" y="224496"/>
                  <a:pt x="10450753" y="235389"/>
                  <a:pt x="10437380" y="235389"/>
                </a:cubicBezTo>
                <a:cubicBezTo>
                  <a:pt x="10424005" y="235389"/>
                  <a:pt x="10413111" y="224496"/>
                  <a:pt x="10413111" y="210972"/>
                </a:cubicBezTo>
                <a:cubicBezTo>
                  <a:pt x="10413111" y="197448"/>
                  <a:pt x="10424005" y="186553"/>
                  <a:pt x="10437380" y="186553"/>
                </a:cubicBezTo>
                <a:lnTo>
                  <a:pt x="10446514" y="190370"/>
                </a:lnTo>
                <a:lnTo>
                  <a:pt x="10597715" y="38624"/>
                </a:lnTo>
                <a:lnTo>
                  <a:pt x="10717401" y="38624"/>
                </a:lnTo>
                <a:lnTo>
                  <a:pt x="10717927" y="39150"/>
                </a:lnTo>
                <a:close/>
                <a:moveTo>
                  <a:pt x="10294477" y="0"/>
                </a:moveTo>
                <a:lnTo>
                  <a:pt x="10301990" y="0"/>
                </a:lnTo>
                <a:lnTo>
                  <a:pt x="10301990" y="266803"/>
                </a:lnTo>
                <a:lnTo>
                  <a:pt x="10231815" y="196402"/>
                </a:lnTo>
                <a:lnTo>
                  <a:pt x="9814299" y="196402"/>
                </a:lnTo>
                <a:lnTo>
                  <a:pt x="9746843" y="262024"/>
                </a:lnTo>
                <a:lnTo>
                  <a:pt x="9752841" y="276564"/>
                </a:lnTo>
                <a:cubicBezTo>
                  <a:pt x="9752841" y="290087"/>
                  <a:pt x="9741947" y="300980"/>
                  <a:pt x="9728573" y="300980"/>
                </a:cubicBezTo>
                <a:cubicBezTo>
                  <a:pt x="9715200" y="300980"/>
                  <a:pt x="9704305" y="290087"/>
                  <a:pt x="9704305" y="276564"/>
                </a:cubicBezTo>
                <a:cubicBezTo>
                  <a:pt x="9704305" y="263039"/>
                  <a:pt x="9715200" y="252144"/>
                  <a:pt x="9728573" y="252144"/>
                </a:cubicBezTo>
                <a:lnTo>
                  <a:pt x="9740904" y="257298"/>
                </a:lnTo>
                <a:lnTo>
                  <a:pt x="9811294" y="188890"/>
                </a:lnTo>
                <a:lnTo>
                  <a:pt x="10189290" y="188890"/>
                </a:lnTo>
                <a:lnTo>
                  <a:pt x="10189290" y="81975"/>
                </a:lnTo>
                <a:lnTo>
                  <a:pt x="10222815" y="81975"/>
                </a:lnTo>
                <a:lnTo>
                  <a:pt x="10226687" y="72577"/>
                </a:lnTo>
                <a:cubicBezTo>
                  <a:pt x="10231083" y="68163"/>
                  <a:pt x="10237150" y="65438"/>
                  <a:pt x="10243837" y="65438"/>
                </a:cubicBezTo>
                <a:cubicBezTo>
                  <a:pt x="10257211" y="65438"/>
                  <a:pt x="10268104" y="76407"/>
                  <a:pt x="10268104" y="89856"/>
                </a:cubicBezTo>
                <a:cubicBezTo>
                  <a:pt x="10268104" y="103381"/>
                  <a:pt x="10257211" y="114274"/>
                  <a:pt x="10243837" y="114274"/>
                </a:cubicBezTo>
                <a:cubicBezTo>
                  <a:pt x="10230463" y="114274"/>
                  <a:pt x="10219568" y="103381"/>
                  <a:pt x="10219568" y="89856"/>
                </a:cubicBezTo>
                <a:lnTo>
                  <a:pt x="10219689" y="89564"/>
                </a:lnTo>
                <a:lnTo>
                  <a:pt x="10196804" y="89564"/>
                </a:lnTo>
                <a:lnTo>
                  <a:pt x="10196804" y="188890"/>
                </a:lnTo>
                <a:lnTo>
                  <a:pt x="10234971" y="188890"/>
                </a:lnTo>
                <a:lnTo>
                  <a:pt x="10294477" y="248621"/>
                </a:lnTo>
                <a:close/>
                <a:moveTo>
                  <a:pt x="9777335" y="0"/>
                </a:moveTo>
                <a:lnTo>
                  <a:pt x="9784848" y="0"/>
                </a:lnTo>
                <a:lnTo>
                  <a:pt x="9784848" y="67099"/>
                </a:lnTo>
                <a:lnTo>
                  <a:pt x="9672524" y="179876"/>
                </a:lnTo>
                <a:lnTo>
                  <a:pt x="9672524" y="867267"/>
                </a:lnTo>
                <a:lnTo>
                  <a:pt x="9374922" y="867267"/>
                </a:lnTo>
                <a:cubicBezTo>
                  <a:pt x="9372817" y="867267"/>
                  <a:pt x="9371164" y="865538"/>
                  <a:pt x="9371164" y="863512"/>
                </a:cubicBezTo>
                <a:cubicBezTo>
                  <a:pt x="9371164" y="861482"/>
                  <a:pt x="9372817" y="859754"/>
                  <a:pt x="9374922" y="859754"/>
                </a:cubicBezTo>
                <a:lnTo>
                  <a:pt x="9665010" y="859754"/>
                </a:lnTo>
                <a:lnTo>
                  <a:pt x="9665010" y="176720"/>
                </a:lnTo>
                <a:lnTo>
                  <a:pt x="9777335" y="63943"/>
                </a:lnTo>
                <a:close/>
                <a:moveTo>
                  <a:pt x="9659621" y="0"/>
                </a:moveTo>
                <a:lnTo>
                  <a:pt x="9668542" y="0"/>
                </a:lnTo>
                <a:lnTo>
                  <a:pt x="9668542" y="1734"/>
                </a:lnTo>
                <a:lnTo>
                  <a:pt x="9563055" y="107595"/>
                </a:lnTo>
                <a:lnTo>
                  <a:pt x="9563055" y="768995"/>
                </a:lnTo>
                <a:lnTo>
                  <a:pt x="9484391" y="768995"/>
                </a:lnTo>
                <a:cubicBezTo>
                  <a:pt x="9482286" y="768995"/>
                  <a:pt x="9480634" y="767264"/>
                  <a:pt x="9480634" y="765238"/>
                </a:cubicBezTo>
                <a:cubicBezTo>
                  <a:pt x="9480634" y="763209"/>
                  <a:pt x="9482286" y="761480"/>
                  <a:pt x="9484391" y="761480"/>
                </a:cubicBezTo>
                <a:lnTo>
                  <a:pt x="9555541" y="761480"/>
                </a:lnTo>
                <a:lnTo>
                  <a:pt x="9555541" y="104514"/>
                </a:lnTo>
                <a:close/>
                <a:moveTo>
                  <a:pt x="9533204" y="0"/>
                </a:moveTo>
                <a:lnTo>
                  <a:pt x="9543878" y="0"/>
                </a:lnTo>
                <a:lnTo>
                  <a:pt x="9455013" y="90239"/>
                </a:lnTo>
                <a:lnTo>
                  <a:pt x="9455013" y="655469"/>
                </a:lnTo>
                <a:lnTo>
                  <a:pt x="9247986" y="863206"/>
                </a:lnTo>
                <a:lnTo>
                  <a:pt x="9252604" y="874399"/>
                </a:lnTo>
                <a:cubicBezTo>
                  <a:pt x="9252604" y="887923"/>
                  <a:pt x="9241709" y="898815"/>
                  <a:pt x="9228335" y="898815"/>
                </a:cubicBezTo>
                <a:cubicBezTo>
                  <a:pt x="9214962" y="898815"/>
                  <a:pt x="9204067" y="887923"/>
                  <a:pt x="9204067" y="874399"/>
                </a:cubicBezTo>
                <a:cubicBezTo>
                  <a:pt x="9204067" y="860875"/>
                  <a:pt x="9214962" y="849980"/>
                  <a:pt x="9228335" y="849980"/>
                </a:cubicBezTo>
                <a:lnTo>
                  <a:pt x="9243991" y="856521"/>
                </a:lnTo>
                <a:lnTo>
                  <a:pt x="9447425" y="652313"/>
                </a:lnTo>
                <a:lnTo>
                  <a:pt x="9447425" y="87083"/>
                </a:lnTo>
                <a:close/>
                <a:moveTo>
                  <a:pt x="9440087" y="0"/>
                </a:moveTo>
                <a:lnTo>
                  <a:pt x="9450668" y="0"/>
                </a:lnTo>
                <a:lnTo>
                  <a:pt x="9387693" y="63191"/>
                </a:lnTo>
                <a:lnTo>
                  <a:pt x="9387693" y="598141"/>
                </a:lnTo>
                <a:lnTo>
                  <a:pt x="9132165" y="869295"/>
                </a:lnTo>
                <a:lnTo>
                  <a:pt x="9132165" y="1937683"/>
                </a:lnTo>
                <a:lnTo>
                  <a:pt x="9128776" y="1941072"/>
                </a:lnTo>
                <a:lnTo>
                  <a:pt x="9132165" y="1944460"/>
                </a:lnTo>
                <a:lnTo>
                  <a:pt x="9132165" y="3012848"/>
                </a:lnTo>
                <a:lnTo>
                  <a:pt x="9387693" y="3284002"/>
                </a:lnTo>
                <a:lnTo>
                  <a:pt x="9387693" y="3818952"/>
                </a:lnTo>
                <a:lnTo>
                  <a:pt x="9450668" y="3882143"/>
                </a:lnTo>
                <a:lnTo>
                  <a:pt x="9440087" y="3882143"/>
                </a:lnTo>
                <a:lnTo>
                  <a:pt x="9380180" y="3822031"/>
                </a:lnTo>
                <a:lnTo>
                  <a:pt x="9380180" y="3287007"/>
                </a:lnTo>
                <a:lnTo>
                  <a:pt x="9124652" y="3015852"/>
                </a:lnTo>
                <a:lnTo>
                  <a:pt x="9124652" y="2071059"/>
                </a:lnTo>
                <a:lnTo>
                  <a:pt x="9123750" y="2071961"/>
                </a:lnTo>
                <a:lnTo>
                  <a:pt x="9020593" y="2071961"/>
                </a:lnTo>
                <a:cubicBezTo>
                  <a:pt x="9018489" y="2071961"/>
                  <a:pt x="9016837" y="2070232"/>
                  <a:pt x="9016837" y="2068204"/>
                </a:cubicBezTo>
                <a:cubicBezTo>
                  <a:pt x="9016837" y="2066175"/>
                  <a:pt x="9018489" y="2064448"/>
                  <a:pt x="9020593" y="2064448"/>
                </a:cubicBezTo>
                <a:lnTo>
                  <a:pt x="9123750" y="2064448"/>
                </a:lnTo>
                <a:lnTo>
                  <a:pt x="9124652" y="2065350"/>
                </a:lnTo>
                <a:lnTo>
                  <a:pt x="9124652" y="1944460"/>
                </a:lnTo>
                <a:lnTo>
                  <a:pt x="9128040" y="1941072"/>
                </a:lnTo>
                <a:lnTo>
                  <a:pt x="9124652" y="1937683"/>
                </a:lnTo>
                <a:lnTo>
                  <a:pt x="9124652" y="1816793"/>
                </a:lnTo>
                <a:lnTo>
                  <a:pt x="9123750" y="1817695"/>
                </a:lnTo>
                <a:lnTo>
                  <a:pt x="9020593" y="1817695"/>
                </a:lnTo>
                <a:cubicBezTo>
                  <a:pt x="9018489" y="1817695"/>
                  <a:pt x="9016837" y="1815968"/>
                  <a:pt x="9016837" y="1813939"/>
                </a:cubicBezTo>
                <a:cubicBezTo>
                  <a:pt x="9016837" y="1811911"/>
                  <a:pt x="9018489" y="1810182"/>
                  <a:pt x="9020593" y="1810182"/>
                </a:cubicBezTo>
                <a:lnTo>
                  <a:pt x="9123750" y="1810182"/>
                </a:lnTo>
                <a:lnTo>
                  <a:pt x="9124652" y="1811085"/>
                </a:lnTo>
                <a:lnTo>
                  <a:pt x="9124652" y="866291"/>
                </a:lnTo>
                <a:lnTo>
                  <a:pt x="9380180" y="595136"/>
                </a:lnTo>
                <a:lnTo>
                  <a:pt x="9380180" y="60112"/>
                </a:lnTo>
                <a:close/>
                <a:moveTo>
                  <a:pt x="8943130" y="0"/>
                </a:moveTo>
                <a:lnTo>
                  <a:pt x="8950644" y="0"/>
                </a:lnTo>
                <a:lnTo>
                  <a:pt x="8950644" y="307445"/>
                </a:lnTo>
                <a:lnTo>
                  <a:pt x="9008497" y="365523"/>
                </a:lnTo>
                <a:cubicBezTo>
                  <a:pt x="9009998" y="366951"/>
                  <a:pt x="9009998" y="369355"/>
                  <a:pt x="9008497" y="370857"/>
                </a:cubicBezTo>
                <a:cubicBezTo>
                  <a:pt x="9006994" y="372360"/>
                  <a:pt x="9004664" y="372360"/>
                  <a:pt x="9003162" y="370857"/>
                </a:cubicBezTo>
                <a:lnTo>
                  <a:pt x="8943130" y="310600"/>
                </a:lnTo>
                <a:close/>
                <a:moveTo>
                  <a:pt x="8796845" y="0"/>
                </a:moveTo>
                <a:lnTo>
                  <a:pt x="8806370" y="0"/>
                </a:lnTo>
                <a:lnTo>
                  <a:pt x="8873256" y="67169"/>
                </a:lnTo>
                <a:lnTo>
                  <a:pt x="8873256" y="505045"/>
                </a:lnTo>
                <a:lnTo>
                  <a:pt x="8969052" y="505045"/>
                </a:lnTo>
                <a:lnTo>
                  <a:pt x="8969052" y="689949"/>
                </a:lnTo>
                <a:lnTo>
                  <a:pt x="9192121" y="689949"/>
                </a:lnTo>
                <a:lnTo>
                  <a:pt x="9305948" y="575670"/>
                </a:lnTo>
                <a:lnTo>
                  <a:pt x="9305948" y="501514"/>
                </a:lnTo>
                <a:lnTo>
                  <a:pt x="9204969" y="501514"/>
                </a:lnTo>
                <a:lnTo>
                  <a:pt x="9204969" y="538329"/>
                </a:lnTo>
                <a:lnTo>
                  <a:pt x="9053801" y="538329"/>
                </a:lnTo>
                <a:lnTo>
                  <a:pt x="9053726" y="538254"/>
                </a:lnTo>
                <a:lnTo>
                  <a:pt x="9053726" y="612261"/>
                </a:lnTo>
                <a:lnTo>
                  <a:pt x="9167853" y="612261"/>
                </a:lnTo>
                <a:cubicBezTo>
                  <a:pt x="9169957" y="612261"/>
                  <a:pt x="9171610" y="613988"/>
                  <a:pt x="9171610" y="616017"/>
                </a:cubicBezTo>
                <a:cubicBezTo>
                  <a:pt x="9171610" y="618045"/>
                  <a:pt x="9169957" y="619773"/>
                  <a:pt x="9167853" y="619773"/>
                </a:cubicBezTo>
                <a:lnTo>
                  <a:pt x="9046212" y="619773"/>
                </a:lnTo>
                <a:lnTo>
                  <a:pt x="9046212" y="493850"/>
                </a:lnTo>
                <a:lnTo>
                  <a:pt x="9313536" y="493850"/>
                </a:lnTo>
                <a:lnTo>
                  <a:pt x="9313536" y="578676"/>
                </a:lnTo>
                <a:lnTo>
                  <a:pt x="9195277" y="697386"/>
                </a:lnTo>
                <a:lnTo>
                  <a:pt x="8961537" y="697386"/>
                </a:lnTo>
                <a:lnTo>
                  <a:pt x="8961537" y="512483"/>
                </a:lnTo>
                <a:lnTo>
                  <a:pt x="8865743" y="512483"/>
                </a:lnTo>
                <a:lnTo>
                  <a:pt x="8865743" y="70249"/>
                </a:lnTo>
                <a:lnTo>
                  <a:pt x="8796845" y="1127"/>
                </a:lnTo>
                <a:close/>
                <a:moveTo>
                  <a:pt x="8681010" y="0"/>
                </a:moveTo>
                <a:lnTo>
                  <a:pt x="8691609" y="0"/>
                </a:lnTo>
                <a:lnTo>
                  <a:pt x="8777460" y="87157"/>
                </a:lnTo>
                <a:lnTo>
                  <a:pt x="8777460" y="652309"/>
                </a:lnTo>
                <a:lnTo>
                  <a:pt x="8880469" y="755710"/>
                </a:lnTo>
                <a:lnTo>
                  <a:pt x="8880469" y="608504"/>
                </a:lnTo>
                <a:cubicBezTo>
                  <a:pt x="8880469" y="606474"/>
                  <a:pt x="8882122" y="604747"/>
                  <a:pt x="8884225" y="604747"/>
                </a:cubicBezTo>
                <a:cubicBezTo>
                  <a:pt x="8886329" y="604747"/>
                  <a:pt x="8887982" y="606400"/>
                  <a:pt x="8887982" y="608504"/>
                </a:cubicBezTo>
                <a:lnTo>
                  <a:pt x="8887982" y="763253"/>
                </a:lnTo>
                <a:lnTo>
                  <a:pt x="8993845" y="869518"/>
                </a:lnTo>
                <a:cubicBezTo>
                  <a:pt x="8995348" y="870946"/>
                  <a:pt x="8995348" y="873349"/>
                  <a:pt x="8993845" y="874853"/>
                </a:cubicBezTo>
                <a:cubicBezTo>
                  <a:pt x="8992342" y="876356"/>
                  <a:pt x="8990013" y="876356"/>
                  <a:pt x="8988511" y="874853"/>
                </a:cubicBezTo>
                <a:lnTo>
                  <a:pt x="8769872" y="655465"/>
                </a:lnTo>
                <a:lnTo>
                  <a:pt x="8769872" y="90237"/>
                </a:lnTo>
                <a:close/>
                <a:moveTo>
                  <a:pt x="8556343" y="0"/>
                </a:moveTo>
                <a:lnTo>
                  <a:pt x="8565342" y="0"/>
                </a:lnTo>
                <a:lnTo>
                  <a:pt x="8669344" y="104436"/>
                </a:lnTo>
                <a:lnTo>
                  <a:pt x="8669344" y="761477"/>
                </a:lnTo>
                <a:lnTo>
                  <a:pt x="8740495" y="761477"/>
                </a:lnTo>
                <a:cubicBezTo>
                  <a:pt x="8742599" y="761477"/>
                  <a:pt x="8744253" y="763206"/>
                  <a:pt x="8744253" y="765234"/>
                </a:cubicBezTo>
                <a:cubicBezTo>
                  <a:pt x="8744253" y="767263"/>
                  <a:pt x="8742599" y="768992"/>
                  <a:pt x="8740495" y="768992"/>
                </a:cubicBezTo>
                <a:lnTo>
                  <a:pt x="8661831" y="768992"/>
                </a:lnTo>
                <a:lnTo>
                  <a:pt x="8661831" y="107593"/>
                </a:lnTo>
                <a:lnTo>
                  <a:pt x="8556343" y="1731"/>
                </a:lnTo>
                <a:close/>
                <a:moveTo>
                  <a:pt x="8439962" y="0"/>
                </a:moveTo>
                <a:lnTo>
                  <a:pt x="8447476" y="0"/>
                </a:lnTo>
                <a:lnTo>
                  <a:pt x="8447476" y="63941"/>
                </a:lnTo>
                <a:lnTo>
                  <a:pt x="8559800" y="176717"/>
                </a:lnTo>
                <a:lnTo>
                  <a:pt x="8559800" y="859826"/>
                </a:lnTo>
                <a:lnTo>
                  <a:pt x="8849888" y="859826"/>
                </a:lnTo>
                <a:cubicBezTo>
                  <a:pt x="8851992" y="859826"/>
                  <a:pt x="8853646" y="861555"/>
                  <a:pt x="8853646" y="863583"/>
                </a:cubicBezTo>
                <a:cubicBezTo>
                  <a:pt x="8853646" y="865611"/>
                  <a:pt x="8851992" y="867340"/>
                  <a:pt x="8849888" y="867340"/>
                </a:cubicBezTo>
                <a:lnTo>
                  <a:pt x="8552287" y="867340"/>
                </a:lnTo>
                <a:lnTo>
                  <a:pt x="8552287" y="179872"/>
                </a:lnTo>
                <a:lnTo>
                  <a:pt x="8439962" y="67096"/>
                </a:lnTo>
                <a:close/>
                <a:moveTo>
                  <a:pt x="7922820" y="0"/>
                </a:moveTo>
                <a:lnTo>
                  <a:pt x="7930334" y="0"/>
                </a:lnTo>
                <a:lnTo>
                  <a:pt x="7930334" y="248768"/>
                </a:lnTo>
                <a:lnTo>
                  <a:pt x="7989839" y="189036"/>
                </a:lnTo>
                <a:lnTo>
                  <a:pt x="8028008" y="189036"/>
                </a:lnTo>
                <a:lnTo>
                  <a:pt x="8028008" y="89485"/>
                </a:lnTo>
                <a:lnTo>
                  <a:pt x="7997356" y="89485"/>
                </a:lnTo>
                <a:lnTo>
                  <a:pt x="7991136" y="104584"/>
                </a:lnTo>
                <a:cubicBezTo>
                  <a:pt x="7986741" y="108997"/>
                  <a:pt x="7980674" y="111721"/>
                  <a:pt x="7973987" y="111721"/>
                </a:cubicBezTo>
                <a:cubicBezTo>
                  <a:pt x="7960613" y="111721"/>
                  <a:pt x="7949719" y="100828"/>
                  <a:pt x="7949719" y="87303"/>
                </a:cubicBezTo>
                <a:cubicBezTo>
                  <a:pt x="7949719" y="73779"/>
                  <a:pt x="7960613" y="62885"/>
                  <a:pt x="7973987" y="62885"/>
                </a:cubicBezTo>
                <a:cubicBezTo>
                  <a:pt x="7980674" y="62885"/>
                  <a:pt x="7986741" y="65627"/>
                  <a:pt x="7991136" y="70050"/>
                </a:cubicBezTo>
                <a:lnTo>
                  <a:pt x="7996055" y="81971"/>
                </a:lnTo>
                <a:lnTo>
                  <a:pt x="8035521" y="81971"/>
                </a:lnTo>
                <a:lnTo>
                  <a:pt x="8035521" y="189036"/>
                </a:lnTo>
                <a:lnTo>
                  <a:pt x="8413516" y="189036"/>
                </a:lnTo>
                <a:lnTo>
                  <a:pt x="8506831" y="279723"/>
                </a:lnTo>
                <a:cubicBezTo>
                  <a:pt x="8508333" y="281151"/>
                  <a:pt x="8508333" y="283555"/>
                  <a:pt x="8506905" y="285058"/>
                </a:cubicBezTo>
                <a:cubicBezTo>
                  <a:pt x="8505479" y="286561"/>
                  <a:pt x="8503074" y="286561"/>
                  <a:pt x="8501571" y="285133"/>
                </a:cubicBezTo>
                <a:lnTo>
                  <a:pt x="8410510" y="196549"/>
                </a:lnTo>
                <a:lnTo>
                  <a:pt x="7992995" y="196549"/>
                </a:lnTo>
                <a:lnTo>
                  <a:pt x="7922820" y="266950"/>
                </a:lnTo>
                <a:close/>
                <a:moveTo>
                  <a:pt x="7420104" y="0"/>
                </a:moveTo>
                <a:lnTo>
                  <a:pt x="7427468" y="0"/>
                </a:lnTo>
                <a:lnTo>
                  <a:pt x="7427468" y="182501"/>
                </a:lnTo>
                <a:lnTo>
                  <a:pt x="7487949" y="243207"/>
                </a:lnTo>
                <a:lnTo>
                  <a:pt x="7487949" y="359139"/>
                </a:lnTo>
                <a:lnTo>
                  <a:pt x="7389977" y="457412"/>
                </a:lnTo>
                <a:lnTo>
                  <a:pt x="7389977" y="483182"/>
                </a:lnTo>
                <a:lnTo>
                  <a:pt x="7392156" y="481004"/>
                </a:lnTo>
                <a:lnTo>
                  <a:pt x="7485696" y="481004"/>
                </a:lnTo>
                <a:lnTo>
                  <a:pt x="7569920" y="396479"/>
                </a:lnTo>
                <a:lnTo>
                  <a:pt x="7569920" y="217437"/>
                </a:lnTo>
                <a:lnTo>
                  <a:pt x="7499370" y="146587"/>
                </a:lnTo>
                <a:lnTo>
                  <a:pt x="7499370" y="0"/>
                </a:lnTo>
                <a:lnTo>
                  <a:pt x="7506883" y="0"/>
                </a:lnTo>
                <a:lnTo>
                  <a:pt x="7506883" y="39147"/>
                </a:lnTo>
                <a:lnTo>
                  <a:pt x="7507409" y="38621"/>
                </a:lnTo>
                <a:lnTo>
                  <a:pt x="7627095" y="38621"/>
                </a:lnTo>
                <a:lnTo>
                  <a:pt x="7793817" y="205943"/>
                </a:lnTo>
                <a:cubicBezTo>
                  <a:pt x="7795319" y="207371"/>
                  <a:pt x="7795319" y="209776"/>
                  <a:pt x="7793817" y="211276"/>
                </a:cubicBezTo>
                <a:cubicBezTo>
                  <a:pt x="7792315" y="212779"/>
                  <a:pt x="7789985" y="212779"/>
                  <a:pt x="7788483" y="211276"/>
                </a:cubicBezTo>
                <a:lnTo>
                  <a:pt x="7623940" y="46133"/>
                </a:lnTo>
                <a:lnTo>
                  <a:pt x="7507409" y="46133"/>
                </a:lnTo>
                <a:lnTo>
                  <a:pt x="7506883" y="45607"/>
                </a:lnTo>
                <a:lnTo>
                  <a:pt x="7506883" y="143431"/>
                </a:lnTo>
                <a:lnTo>
                  <a:pt x="7577434" y="214281"/>
                </a:lnTo>
                <a:lnTo>
                  <a:pt x="7577434" y="399560"/>
                </a:lnTo>
                <a:lnTo>
                  <a:pt x="7488777" y="488517"/>
                </a:lnTo>
                <a:lnTo>
                  <a:pt x="7392156" y="488517"/>
                </a:lnTo>
                <a:lnTo>
                  <a:pt x="7389977" y="486338"/>
                </a:lnTo>
                <a:lnTo>
                  <a:pt x="7389977" y="766512"/>
                </a:lnTo>
                <a:lnTo>
                  <a:pt x="7854296" y="1232487"/>
                </a:lnTo>
                <a:lnTo>
                  <a:pt x="7855427" y="1231356"/>
                </a:lnTo>
                <a:lnTo>
                  <a:pt x="7855427" y="1231430"/>
                </a:lnTo>
                <a:cubicBezTo>
                  <a:pt x="7857531" y="1231430"/>
                  <a:pt x="7859183" y="1233084"/>
                  <a:pt x="7859183" y="1235187"/>
                </a:cubicBezTo>
                <a:lnTo>
                  <a:pt x="7859183" y="1237393"/>
                </a:lnTo>
                <a:lnTo>
                  <a:pt x="7915006" y="1293417"/>
                </a:lnTo>
                <a:lnTo>
                  <a:pt x="8002466" y="1293417"/>
                </a:lnTo>
                <a:lnTo>
                  <a:pt x="7448655" y="737586"/>
                </a:lnTo>
                <a:cubicBezTo>
                  <a:pt x="7447152" y="736159"/>
                  <a:pt x="7447152" y="733752"/>
                  <a:pt x="7448655" y="732251"/>
                </a:cubicBezTo>
                <a:cubicBezTo>
                  <a:pt x="7449332" y="731500"/>
                  <a:pt x="7450309" y="731124"/>
                  <a:pt x="7451285" y="731124"/>
                </a:cubicBezTo>
                <a:lnTo>
                  <a:pt x="7451359" y="731124"/>
                </a:lnTo>
                <a:cubicBezTo>
                  <a:pt x="7452261" y="731124"/>
                  <a:pt x="7453239" y="731500"/>
                  <a:pt x="7453991" y="732251"/>
                </a:cubicBezTo>
                <a:lnTo>
                  <a:pt x="8008549" y="1288832"/>
                </a:lnTo>
                <a:lnTo>
                  <a:pt x="8008549" y="1293417"/>
                </a:lnTo>
                <a:lnTo>
                  <a:pt x="8140181" y="1293417"/>
                </a:lnTo>
                <a:lnTo>
                  <a:pt x="8140181" y="1115951"/>
                </a:lnTo>
                <a:lnTo>
                  <a:pt x="8047468" y="1115951"/>
                </a:lnTo>
                <a:lnTo>
                  <a:pt x="7561281" y="628041"/>
                </a:lnTo>
                <a:lnTo>
                  <a:pt x="7561281" y="523680"/>
                </a:lnTo>
                <a:lnTo>
                  <a:pt x="7632657" y="452078"/>
                </a:lnTo>
                <a:lnTo>
                  <a:pt x="7822443" y="452078"/>
                </a:lnTo>
                <a:lnTo>
                  <a:pt x="7820489" y="450123"/>
                </a:lnTo>
                <a:lnTo>
                  <a:pt x="7820489" y="375743"/>
                </a:lnTo>
                <a:lnTo>
                  <a:pt x="7743703" y="375743"/>
                </a:lnTo>
                <a:cubicBezTo>
                  <a:pt x="7741599" y="375743"/>
                  <a:pt x="7739946" y="374014"/>
                  <a:pt x="7739946" y="371986"/>
                </a:cubicBezTo>
                <a:cubicBezTo>
                  <a:pt x="7739946" y="369958"/>
                  <a:pt x="7741599" y="368229"/>
                  <a:pt x="7743703" y="368229"/>
                </a:cubicBezTo>
                <a:lnTo>
                  <a:pt x="7820489" y="368229"/>
                </a:lnTo>
                <a:lnTo>
                  <a:pt x="7820489" y="291969"/>
                </a:lnTo>
                <a:lnTo>
                  <a:pt x="7655196" y="291969"/>
                </a:lnTo>
                <a:lnTo>
                  <a:pt x="7655196" y="359307"/>
                </a:lnTo>
                <a:lnTo>
                  <a:pt x="7669416" y="365248"/>
                </a:lnTo>
                <a:cubicBezTo>
                  <a:pt x="7673811" y="369672"/>
                  <a:pt x="7676534" y="375777"/>
                  <a:pt x="7676534" y="382501"/>
                </a:cubicBezTo>
                <a:cubicBezTo>
                  <a:pt x="7676534" y="396025"/>
                  <a:pt x="7665641" y="406919"/>
                  <a:pt x="7652267" y="406919"/>
                </a:cubicBezTo>
                <a:cubicBezTo>
                  <a:pt x="7638893" y="406919"/>
                  <a:pt x="7627999" y="396025"/>
                  <a:pt x="7627999" y="382501"/>
                </a:cubicBezTo>
                <a:cubicBezTo>
                  <a:pt x="7627999" y="375739"/>
                  <a:pt x="7630722" y="369634"/>
                  <a:pt x="7635118" y="365220"/>
                </a:cubicBezTo>
                <a:lnTo>
                  <a:pt x="7647683" y="359991"/>
                </a:lnTo>
                <a:lnTo>
                  <a:pt x="7647683" y="284381"/>
                </a:lnTo>
                <a:lnTo>
                  <a:pt x="7725919" y="284381"/>
                </a:lnTo>
                <a:lnTo>
                  <a:pt x="7579687" y="137646"/>
                </a:lnTo>
                <a:cubicBezTo>
                  <a:pt x="7578185" y="136219"/>
                  <a:pt x="7578185" y="133813"/>
                  <a:pt x="7579687" y="132310"/>
                </a:cubicBezTo>
                <a:cubicBezTo>
                  <a:pt x="7580363" y="131560"/>
                  <a:pt x="7581340" y="131184"/>
                  <a:pt x="7582317" y="131184"/>
                </a:cubicBezTo>
                <a:lnTo>
                  <a:pt x="7582392" y="131184"/>
                </a:lnTo>
                <a:cubicBezTo>
                  <a:pt x="7583294" y="131184"/>
                  <a:pt x="7584271" y="131560"/>
                  <a:pt x="7585022" y="132310"/>
                </a:cubicBezTo>
                <a:lnTo>
                  <a:pt x="7736570" y="284381"/>
                </a:lnTo>
                <a:lnTo>
                  <a:pt x="7828077" y="284381"/>
                </a:lnTo>
                <a:lnTo>
                  <a:pt x="7828003" y="284455"/>
                </a:lnTo>
                <a:lnTo>
                  <a:pt x="7828003" y="450123"/>
                </a:lnTo>
                <a:lnTo>
                  <a:pt x="7826049" y="452078"/>
                </a:lnTo>
                <a:lnTo>
                  <a:pt x="7881949" y="452078"/>
                </a:lnTo>
                <a:lnTo>
                  <a:pt x="7882025" y="452227"/>
                </a:lnTo>
                <a:cubicBezTo>
                  <a:pt x="7884128" y="452227"/>
                  <a:pt x="7885781" y="453956"/>
                  <a:pt x="7885781" y="455984"/>
                </a:cubicBezTo>
                <a:cubicBezTo>
                  <a:pt x="7885781" y="458014"/>
                  <a:pt x="7884128" y="459742"/>
                  <a:pt x="7882025" y="459742"/>
                </a:cubicBezTo>
                <a:lnTo>
                  <a:pt x="7635812" y="459742"/>
                </a:lnTo>
                <a:lnTo>
                  <a:pt x="7568868" y="526910"/>
                </a:lnTo>
                <a:lnTo>
                  <a:pt x="7568868" y="624960"/>
                </a:lnTo>
                <a:lnTo>
                  <a:pt x="8050623" y="1108439"/>
                </a:lnTo>
                <a:lnTo>
                  <a:pt x="8140181" y="1108439"/>
                </a:lnTo>
                <a:lnTo>
                  <a:pt x="8140181" y="835483"/>
                </a:lnTo>
                <a:lnTo>
                  <a:pt x="8025002" y="835483"/>
                </a:lnTo>
                <a:lnTo>
                  <a:pt x="7929132" y="788826"/>
                </a:lnTo>
                <a:cubicBezTo>
                  <a:pt x="7927254" y="787925"/>
                  <a:pt x="7926503" y="785670"/>
                  <a:pt x="7927404" y="783791"/>
                </a:cubicBezTo>
                <a:cubicBezTo>
                  <a:pt x="7928306" y="781913"/>
                  <a:pt x="7930560" y="781162"/>
                  <a:pt x="7932438" y="782064"/>
                </a:cubicBezTo>
                <a:lnTo>
                  <a:pt x="8026730" y="827970"/>
                </a:lnTo>
                <a:lnTo>
                  <a:pt x="8147770" y="827970"/>
                </a:lnTo>
                <a:lnTo>
                  <a:pt x="8147770" y="1301004"/>
                </a:lnTo>
                <a:lnTo>
                  <a:pt x="7912002" y="1301004"/>
                </a:lnTo>
                <a:lnTo>
                  <a:pt x="7859183" y="1247991"/>
                </a:lnTo>
                <a:lnTo>
                  <a:pt x="7859183" y="1462240"/>
                </a:lnTo>
                <a:lnTo>
                  <a:pt x="7859183" y="1525577"/>
                </a:lnTo>
                <a:lnTo>
                  <a:pt x="7951973" y="1525577"/>
                </a:lnTo>
                <a:lnTo>
                  <a:pt x="7951973" y="1610327"/>
                </a:lnTo>
                <a:lnTo>
                  <a:pt x="7952875" y="1611229"/>
                </a:lnTo>
                <a:lnTo>
                  <a:pt x="7951973" y="1612131"/>
                </a:lnTo>
                <a:lnTo>
                  <a:pt x="7951973" y="1868184"/>
                </a:lnTo>
                <a:lnTo>
                  <a:pt x="8159715" y="1868184"/>
                </a:lnTo>
                <a:cubicBezTo>
                  <a:pt x="8161819" y="1868184"/>
                  <a:pt x="8163473" y="1869913"/>
                  <a:pt x="8163473" y="1871941"/>
                </a:cubicBezTo>
                <a:cubicBezTo>
                  <a:pt x="8163473" y="1873970"/>
                  <a:pt x="8161819" y="1875699"/>
                  <a:pt x="8159715" y="1875699"/>
                </a:cubicBezTo>
                <a:lnTo>
                  <a:pt x="7944460" y="1875699"/>
                </a:lnTo>
                <a:lnTo>
                  <a:pt x="7944460" y="1696882"/>
                </a:lnTo>
                <a:lnTo>
                  <a:pt x="7944384" y="1696957"/>
                </a:lnTo>
                <a:lnTo>
                  <a:pt x="7885105" y="1696957"/>
                </a:lnTo>
                <a:lnTo>
                  <a:pt x="7885105" y="1931523"/>
                </a:lnTo>
                <a:cubicBezTo>
                  <a:pt x="7885105" y="1933551"/>
                  <a:pt x="7883452" y="1935280"/>
                  <a:pt x="7881348" y="1935280"/>
                </a:cubicBezTo>
                <a:cubicBezTo>
                  <a:pt x="7879244" y="1935280"/>
                  <a:pt x="7877591" y="1933626"/>
                  <a:pt x="7877591" y="1931523"/>
                </a:cubicBezTo>
                <a:lnTo>
                  <a:pt x="7877591" y="1689368"/>
                </a:lnTo>
                <a:lnTo>
                  <a:pt x="7944460" y="1689368"/>
                </a:lnTo>
                <a:lnTo>
                  <a:pt x="7944460" y="1614985"/>
                </a:lnTo>
                <a:lnTo>
                  <a:pt x="7741313" y="1614985"/>
                </a:lnTo>
                <a:lnTo>
                  <a:pt x="7734781" y="1630839"/>
                </a:lnTo>
                <a:cubicBezTo>
                  <a:pt x="7730387" y="1635253"/>
                  <a:pt x="7724319" y="1637977"/>
                  <a:pt x="7717633" y="1637977"/>
                </a:cubicBezTo>
                <a:cubicBezTo>
                  <a:pt x="7704258" y="1637977"/>
                  <a:pt x="7693364" y="1627082"/>
                  <a:pt x="7693364" y="1613558"/>
                </a:cubicBezTo>
                <a:cubicBezTo>
                  <a:pt x="7693364" y="1600035"/>
                  <a:pt x="7704258" y="1589140"/>
                  <a:pt x="7717633" y="1589140"/>
                </a:cubicBezTo>
                <a:cubicBezTo>
                  <a:pt x="7724319" y="1589140"/>
                  <a:pt x="7730387" y="1591884"/>
                  <a:pt x="7734781" y="1596306"/>
                </a:cubicBezTo>
                <a:lnTo>
                  <a:pt x="7739389" y="1607472"/>
                </a:lnTo>
                <a:lnTo>
                  <a:pt x="7788559" y="1607472"/>
                </a:lnTo>
                <a:lnTo>
                  <a:pt x="7788559" y="1562769"/>
                </a:lnTo>
                <a:cubicBezTo>
                  <a:pt x="7788559" y="1560740"/>
                  <a:pt x="7790212" y="1559012"/>
                  <a:pt x="7792315" y="1559012"/>
                </a:cubicBezTo>
                <a:cubicBezTo>
                  <a:pt x="7794419" y="1559012"/>
                  <a:pt x="7796072" y="1560665"/>
                  <a:pt x="7796072" y="1562769"/>
                </a:cubicBezTo>
                <a:lnTo>
                  <a:pt x="7796072" y="1607472"/>
                </a:lnTo>
                <a:lnTo>
                  <a:pt x="7944460" y="1607472"/>
                </a:lnTo>
                <a:lnTo>
                  <a:pt x="7944460" y="1533090"/>
                </a:lnTo>
                <a:lnTo>
                  <a:pt x="7851670" y="1533090"/>
                </a:lnTo>
                <a:lnTo>
                  <a:pt x="7851670" y="1467261"/>
                </a:lnTo>
                <a:lnTo>
                  <a:pt x="7835783" y="1472187"/>
                </a:lnTo>
                <a:cubicBezTo>
                  <a:pt x="7804223" y="1483527"/>
                  <a:pt x="7742689" y="1508222"/>
                  <a:pt x="7701103" y="1525351"/>
                </a:cubicBezTo>
                <a:lnTo>
                  <a:pt x="7610643" y="1525653"/>
                </a:lnTo>
                <a:lnTo>
                  <a:pt x="7610643" y="1784712"/>
                </a:lnTo>
                <a:lnTo>
                  <a:pt x="7737542" y="1912063"/>
                </a:lnTo>
                <a:cubicBezTo>
                  <a:pt x="7739045" y="1913491"/>
                  <a:pt x="7739045" y="1915895"/>
                  <a:pt x="7737542" y="1917397"/>
                </a:cubicBezTo>
                <a:cubicBezTo>
                  <a:pt x="7736040" y="1918901"/>
                  <a:pt x="7733710" y="1918901"/>
                  <a:pt x="7732208" y="1917397"/>
                </a:cubicBezTo>
                <a:lnTo>
                  <a:pt x="7603054" y="1787793"/>
                </a:lnTo>
                <a:lnTo>
                  <a:pt x="7603054" y="1518064"/>
                </a:lnTo>
                <a:lnTo>
                  <a:pt x="7698850" y="1518064"/>
                </a:lnTo>
                <a:cubicBezTo>
                  <a:pt x="7718177" y="1510119"/>
                  <a:pt x="7790291" y="1480578"/>
                  <a:pt x="7829863" y="1466303"/>
                </a:cubicBezTo>
                <a:lnTo>
                  <a:pt x="7851670" y="1459633"/>
                </a:lnTo>
                <a:lnTo>
                  <a:pt x="7851670" y="1240450"/>
                </a:lnTo>
                <a:lnTo>
                  <a:pt x="7382613" y="769668"/>
                </a:lnTo>
                <a:lnTo>
                  <a:pt x="7382613" y="454257"/>
                </a:lnTo>
                <a:lnTo>
                  <a:pt x="7480587" y="355983"/>
                </a:lnTo>
                <a:lnTo>
                  <a:pt x="7480587" y="246363"/>
                </a:lnTo>
                <a:lnTo>
                  <a:pt x="7420104" y="185656"/>
                </a:lnTo>
                <a:close/>
                <a:moveTo>
                  <a:pt x="7369238" y="0"/>
                </a:moveTo>
                <a:lnTo>
                  <a:pt x="7376828" y="0"/>
                </a:lnTo>
                <a:lnTo>
                  <a:pt x="7376828" y="235393"/>
                </a:lnTo>
                <a:lnTo>
                  <a:pt x="7432501" y="291218"/>
                </a:lnTo>
                <a:lnTo>
                  <a:pt x="7432501" y="339078"/>
                </a:lnTo>
                <a:lnTo>
                  <a:pt x="7273669" y="498434"/>
                </a:lnTo>
                <a:cubicBezTo>
                  <a:pt x="7272167" y="499937"/>
                  <a:pt x="7269838" y="499937"/>
                  <a:pt x="7268334" y="498434"/>
                </a:cubicBezTo>
                <a:cubicBezTo>
                  <a:pt x="7266833" y="497006"/>
                  <a:pt x="7266833" y="494603"/>
                  <a:pt x="7268334" y="493099"/>
                </a:cubicBezTo>
                <a:lnTo>
                  <a:pt x="7424912" y="335922"/>
                </a:lnTo>
                <a:lnTo>
                  <a:pt x="7424912" y="294374"/>
                </a:lnTo>
                <a:lnTo>
                  <a:pt x="7369238" y="238549"/>
                </a:lnTo>
                <a:close/>
                <a:moveTo>
                  <a:pt x="7090946" y="0"/>
                </a:moveTo>
                <a:lnTo>
                  <a:pt x="7313716" y="0"/>
                </a:lnTo>
                <a:lnTo>
                  <a:pt x="7313716" y="277993"/>
                </a:lnTo>
                <a:cubicBezTo>
                  <a:pt x="7313716" y="280022"/>
                  <a:pt x="7312063" y="281752"/>
                  <a:pt x="7309959" y="281752"/>
                </a:cubicBezTo>
                <a:cubicBezTo>
                  <a:pt x="7307856" y="281752"/>
                  <a:pt x="7306203" y="280097"/>
                  <a:pt x="7306203" y="277993"/>
                </a:cubicBezTo>
                <a:lnTo>
                  <a:pt x="7306203" y="2480"/>
                </a:lnTo>
                <a:lnTo>
                  <a:pt x="7098535" y="2480"/>
                </a:lnTo>
                <a:lnTo>
                  <a:pt x="7098535" y="129004"/>
                </a:lnTo>
                <a:lnTo>
                  <a:pt x="7146694" y="129004"/>
                </a:lnTo>
                <a:lnTo>
                  <a:pt x="7179572" y="129004"/>
                </a:lnTo>
                <a:lnTo>
                  <a:pt x="7185144" y="115478"/>
                </a:lnTo>
                <a:cubicBezTo>
                  <a:pt x="7189539" y="111064"/>
                  <a:pt x="7195606" y="108340"/>
                  <a:pt x="7202293" y="108340"/>
                </a:cubicBezTo>
                <a:cubicBezTo>
                  <a:pt x="7215667" y="108340"/>
                  <a:pt x="7226560" y="119310"/>
                  <a:pt x="7226560" y="132759"/>
                </a:cubicBezTo>
                <a:cubicBezTo>
                  <a:pt x="7226560" y="146284"/>
                  <a:pt x="7215667" y="157177"/>
                  <a:pt x="7202293" y="157177"/>
                </a:cubicBezTo>
                <a:cubicBezTo>
                  <a:pt x="7195606" y="157177"/>
                  <a:pt x="7189539" y="154454"/>
                  <a:pt x="7185144" y="150041"/>
                </a:cubicBezTo>
                <a:lnTo>
                  <a:pt x="7179573" y="136517"/>
                </a:lnTo>
                <a:lnTo>
                  <a:pt x="7150451" y="136517"/>
                </a:lnTo>
                <a:lnTo>
                  <a:pt x="7150451" y="244484"/>
                </a:lnTo>
                <a:cubicBezTo>
                  <a:pt x="7150451" y="246512"/>
                  <a:pt x="7148798" y="248240"/>
                  <a:pt x="7146694" y="248240"/>
                </a:cubicBezTo>
                <a:cubicBezTo>
                  <a:pt x="7144591" y="248240"/>
                  <a:pt x="7142938" y="246587"/>
                  <a:pt x="7142938" y="244484"/>
                </a:cubicBezTo>
                <a:lnTo>
                  <a:pt x="7142938" y="136517"/>
                </a:lnTo>
                <a:lnTo>
                  <a:pt x="7098535" y="136517"/>
                </a:lnTo>
                <a:lnTo>
                  <a:pt x="7098535" y="285282"/>
                </a:lnTo>
                <a:lnTo>
                  <a:pt x="7246847" y="285282"/>
                </a:lnTo>
                <a:lnTo>
                  <a:pt x="7246847" y="69423"/>
                </a:lnTo>
                <a:lnTo>
                  <a:pt x="7154134" y="69423"/>
                </a:lnTo>
                <a:cubicBezTo>
                  <a:pt x="7152029" y="69423"/>
                  <a:pt x="7150376" y="67695"/>
                  <a:pt x="7150376" y="65667"/>
                </a:cubicBezTo>
                <a:cubicBezTo>
                  <a:pt x="7150376" y="63638"/>
                  <a:pt x="7152029" y="61910"/>
                  <a:pt x="7154134" y="61910"/>
                </a:cubicBezTo>
                <a:lnTo>
                  <a:pt x="7254361" y="61910"/>
                </a:lnTo>
                <a:lnTo>
                  <a:pt x="7254361" y="292946"/>
                </a:lnTo>
                <a:lnTo>
                  <a:pt x="7090946" y="292946"/>
                </a:lnTo>
                <a:close/>
                <a:moveTo>
                  <a:pt x="7023775" y="0"/>
                </a:moveTo>
                <a:lnTo>
                  <a:pt x="7028285" y="0"/>
                </a:lnTo>
                <a:lnTo>
                  <a:pt x="7029788" y="1503"/>
                </a:lnTo>
                <a:lnTo>
                  <a:pt x="7029788" y="146735"/>
                </a:lnTo>
                <a:cubicBezTo>
                  <a:pt x="7029788" y="148764"/>
                  <a:pt x="7028135" y="150493"/>
                  <a:pt x="7026030" y="150493"/>
                </a:cubicBezTo>
                <a:cubicBezTo>
                  <a:pt x="7023928" y="150493"/>
                  <a:pt x="7022274" y="148838"/>
                  <a:pt x="7022274" y="146735"/>
                </a:cubicBezTo>
                <a:lnTo>
                  <a:pt x="7022274" y="1503"/>
                </a:lnTo>
                <a:close/>
                <a:moveTo>
                  <a:pt x="6949921" y="0"/>
                </a:moveTo>
                <a:lnTo>
                  <a:pt x="6957434" y="0"/>
                </a:lnTo>
                <a:lnTo>
                  <a:pt x="6957434" y="51765"/>
                </a:lnTo>
                <a:lnTo>
                  <a:pt x="6960214" y="54546"/>
                </a:lnTo>
                <a:lnTo>
                  <a:pt x="6957434" y="57326"/>
                </a:lnTo>
                <a:lnTo>
                  <a:pt x="6957434" y="209472"/>
                </a:lnTo>
                <a:lnTo>
                  <a:pt x="7024227" y="276491"/>
                </a:lnTo>
                <a:lnTo>
                  <a:pt x="7024227" y="571313"/>
                </a:lnTo>
                <a:cubicBezTo>
                  <a:pt x="7024227" y="573343"/>
                  <a:pt x="7022574" y="575070"/>
                  <a:pt x="7020470" y="575070"/>
                </a:cubicBezTo>
                <a:cubicBezTo>
                  <a:pt x="7018367" y="575070"/>
                  <a:pt x="7016714" y="573417"/>
                  <a:pt x="7016714" y="571313"/>
                </a:cubicBezTo>
                <a:lnTo>
                  <a:pt x="7016714" y="279571"/>
                </a:lnTo>
                <a:lnTo>
                  <a:pt x="6949921" y="212552"/>
                </a:lnTo>
                <a:lnTo>
                  <a:pt x="6949921" y="58302"/>
                </a:lnTo>
                <a:lnTo>
                  <a:pt x="6885081" y="58302"/>
                </a:lnTo>
                <a:lnTo>
                  <a:pt x="6885081" y="132760"/>
                </a:lnTo>
                <a:cubicBezTo>
                  <a:pt x="6885081" y="134789"/>
                  <a:pt x="6883428" y="136516"/>
                  <a:pt x="6881324" y="136516"/>
                </a:cubicBezTo>
                <a:cubicBezTo>
                  <a:pt x="6879221" y="136516"/>
                  <a:pt x="6877568" y="134863"/>
                  <a:pt x="6877568" y="132760"/>
                </a:cubicBezTo>
                <a:lnTo>
                  <a:pt x="6877568" y="50789"/>
                </a:lnTo>
                <a:lnTo>
                  <a:pt x="6949921" y="50789"/>
                </a:lnTo>
                <a:close/>
                <a:moveTo>
                  <a:pt x="6805214" y="0"/>
                </a:moveTo>
                <a:lnTo>
                  <a:pt x="6812727" y="0"/>
                </a:lnTo>
                <a:lnTo>
                  <a:pt x="6812727" y="279571"/>
                </a:lnTo>
                <a:lnTo>
                  <a:pt x="6754274" y="338251"/>
                </a:lnTo>
                <a:lnTo>
                  <a:pt x="6754274" y="541785"/>
                </a:lnTo>
                <a:lnTo>
                  <a:pt x="6866448" y="654353"/>
                </a:lnTo>
                <a:lnTo>
                  <a:pt x="6866448" y="429761"/>
                </a:lnTo>
                <a:lnTo>
                  <a:pt x="6830166" y="429761"/>
                </a:lnTo>
                <a:lnTo>
                  <a:pt x="6824843" y="442683"/>
                </a:lnTo>
                <a:cubicBezTo>
                  <a:pt x="6820447" y="447097"/>
                  <a:pt x="6814380" y="449820"/>
                  <a:pt x="6807693" y="449820"/>
                </a:cubicBezTo>
                <a:cubicBezTo>
                  <a:pt x="6794320" y="449820"/>
                  <a:pt x="6783426" y="438927"/>
                  <a:pt x="6783426" y="425402"/>
                </a:cubicBezTo>
                <a:cubicBezTo>
                  <a:pt x="6783426" y="411878"/>
                  <a:pt x="6794320" y="400984"/>
                  <a:pt x="6807693" y="400984"/>
                </a:cubicBezTo>
                <a:cubicBezTo>
                  <a:pt x="6814380" y="400984"/>
                  <a:pt x="6820447" y="403727"/>
                  <a:pt x="6824843" y="408151"/>
                </a:cubicBezTo>
                <a:lnTo>
                  <a:pt x="6830660" y="422248"/>
                </a:lnTo>
                <a:lnTo>
                  <a:pt x="6866448" y="422248"/>
                </a:lnTo>
                <a:lnTo>
                  <a:pt x="6866448" y="247265"/>
                </a:lnTo>
                <a:cubicBezTo>
                  <a:pt x="6866448" y="245235"/>
                  <a:pt x="6868101" y="243508"/>
                  <a:pt x="6870204" y="243508"/>
                </a:cubicBezTo>
                <a:cubicBezTo>
                  <a:pt x="6872308" y="243508"/>
                  <a:pt x="6873961" y="245160"/>
                  <a:pt x="6873961" y="247265"/>
                </a:cubicBezTo>
                <a:lnTo>
                  <a:pt x="6873961" y="659971"/>
                </a:lnTo>
                <a:lnTo>
                  <a:pt x="6873000" y="660930"/>
                </a:lnTo>
                <a:lnTo>
                  <a:pt x="6934871" y="723020"/>
                </a:lnTo>
                <a:lnTo>
                  <a:pt x="6950972" y="716318"/>
                </a:lnTo>
                <a:cubicBezTo>
                  <a:pt x="6964346" y="716318"/>
                  <a:pt x="6975241" y="727287"/>
                  <a:pt x="6975241" y="740737"/>
                </a:cubicBezTo>
                <a:cubicBezTo>
                  <a:pt x="6975241" y="754262"/>
                  <a:pt x="6964346" y="765154"/>
                  <a:pt x="6950972" y="765154"/>
                </a:cubicBezTo>
                <a:cubicBezTo>
                  <a:pt x="6937598" y="765154"/>
                  <a:pt x="6926704" y="754262"/>
                  <a:pt x="6926704" y="740737"/>
                </a:cubicBezTo>
                <a:lnTo>
                  <a:pt x="6931142" y="729964"/>
                </a:lnTo>
                <a:lnTo>
                  <a:pt x="6746760" y="544942"/>
                </a:lnTo>
                <a:lnTo>
                  <a:pt x="6746760" y="335094"/>
                </a:lnTo>
                <a:lnTo>
                  <a:pt x="6805214" y="276416"/>
                </a:lnTo>
                <a:close/>
                <a:moveTo>
                  <a:pt x="6746760" y="0"/>
                </a:moveTo>
                <a:lnTo>
                  <a:pt x="6754349" y="0"/>
                </a:lnTo>
                <a:lnTo>
                  <a:pt x="6754349" y="234791"/>
                </a:lnTo>
                <a:lnTo>
                  <a:pt x="6712575" y="276716"/>
                </a:lnTo>
                <a:lnTo>
                  <a:pt x="6712575" y="583635"/>
                </a:lnTo>
                <a:lnTo>
                  <a:pt x="6919942" y="791754"/>
                </a:lnTo>
                <a:lnTo>
                  <a:pt x="6919942" y="974090"/>
                </a:lnTo>
                <a:lnTo>
                  <a:pt x="7004241" y="889502"/>
                </a:lnTo>
                <a:lnTo>
                  <a:pt x="7004241" y="662225"/>
                </a:lnTo>
                <a:lnTo>
                  <a:pt x="6949244" y="607077"/>
                </a:lnTo>
                <a:lnTo>
                  <a:pt x="6949244" y="325477"/>
                </a:lnTo>
                <a:cubicBezTo>
                  <a:pt x="6949244" y="323449"/>
                  <a:pt x="6950897" y="321721"/>
                  <a:pt x="6953001" y="321721"/>
                </a:cubicBezTo>
                <a:lnTo>
                  <a:pt x="6953076" y="321646"/>
                </a:lnTo>
                <a:cubicBezTo>
                  <a:pt x="6955180" y="321646"/>
                  <a:pt x="6956833" y="323299"/>
                  <a:pt x="6956833" y="325403"/>
                </a:cubicBezTo>
                <a:lnTo>
                  <a:pt x="6956833" y="603846"/>
                </a:lnTo>
                <a:lnTo>
                  <a:pt x="7011830" y="658994"/>
                </a:lnTo>
                <a:lnTo>
                  <a:pt x="7011830" y="892582"/>
                </a:lnTo>
                <a:lnTo>
                  <a:pt x="6923022" y="981688"/>
                </a:lnTo>
                <a:lnTo>
                  <a:pt x="6919942" y="981688"/>
                </a:lnTo>
                <a:lnTo>
                  <a:pt x="6919942" y="1154043"/>
                </a:lnTo>
                <a:lnTo>
                  <a:pt x="6918515" y="1155170"/>
                </a:lnTo>
                <a:cubicBezTo>
                  <a:pt x="6890265" y="1177935"/>
                  <a:pt x="6859611" y="1206561"/>
                  <a:pt x="6859385" y="1212948"/>
                </a:cubicBezTo>
                <a:lnTo>
                  <a:pt x="6859385" y="1293716"/>
                </a:lnTo>
                <a:lnTo>
                  <a:pt x="6925878" y="1293716"/>
                </a:lnTo>
                <a:cubicBezTo>
                  <a:pt x="6927983" y="1293716"/>
                  <a:pt x="6929635" y="1295444"/>
                  <a:pt x="6929635" y="1297474"/>
                </a:cubicBezTo>
                <a:cubicBezTo>
                  <a:pt x="6929635" y="1299501"/>
                  <a:pt x="6927983" y="1301230"/>
                  <a:pt x="6925878" y="1301230"/>
                </a:cubicBezTo>
                <a:lnTo>
                  <a:pt x="6859385" y="1301230"/>
                </a:lnTo>
                <a:lnTo>
                  <a:pt x="6859385" y="1513481"/>
                </a:lnTo>
                <a:lnTo>
                  <a:pt x="6703258" y="1513481"/>
                </a:lnTo>
                <a:lnTo>
                  <a:pt x="6672604" y="1513481"/>
                </a:lnTo>
                <a:cubicBezTo>
                  <a:pt x="6670499" y="1513481"/>
                  <a:pt x="6668847" y="1511752"/>
                  <a:pt x="6668847" y="1509724"/>
                </a:cubicBezTo>
                <a:cubicBezTo>
                  <a:pt x="6668847" y="1507696"/>
                  <a:pt x="6670499" y="1505966"/>
                  <a:pt x="6672604" y="1505966"/>
                </a:cubicBezTo>
                <a:lnTo>
                  <a:pt x="6699502" y="1505966"/>
                </a:lnTo>
                <a:lnTo>
                  <a:pt x="6699502" y="1386807"/>
                </a:lnTo>
                <a:cubicBezTo>
                  <a:pt x="6699502" y="1384777"/>
                  <a:pt x="6701155" y="1383049"/>
                  <a:pt x="6703258" y="1383049"/>
                </a:cubicBezTo>
                <a:cubicBezTo>
                  <a:pt x="6705362" y="1383049"/>
                  <a:pt x="6707015" y="1384703"/>
                  <a:pt x="6707015" y="1386807"/>
                </a:cubicBezTo>
                <a:lnTo>
                  <a:pt x="6707015" y="1505966"/>
                </a:lnTo>
                <a:lnTo>
                  <a:pt x="6851797" y="1505966"/>
                </a:lnTo>
                <a:lnTo>
                  <a:pt x="6851797" y="1213023"/>
                </a:lnTo>
                <a:cubicBezTo>
                  <a:pt x="6851797" y="1200700"/>
                  <a:pt x="6896426" y="1163359"/>
                  <a:pt x="6912355" y="1150436"/>
                </a:cubicBezTo>
                <a:lnTo>
                  <a:pt x="6912355" y="794910"/>
                </a:lnTo>
                <a:lnTo>
                  <a:pt x="6704986" y="586790"/>
                </a:lnTo>
                <a:lnTo>
                  <a:pt x="6704986" y="273635"/>
                </a:lnTo>
                <a:lnTo>
                  <a:pt x="6746760" y="231711"/>
                </a:lnTo>
                <a:close/>
                <a:moveTo>
                  <a:pt x="6621305" y="0"/>
                </a:moveTo>
                <a:lnTo>
                  <a:pt x="6630877" y="0"/>
                </a:lnTo>
                <a:lnTo>
                  <a:pt x="6629928" y="2103"/>
                </a:lnTo>
                <a:cubicBezTo>
                  <a:pt x="6618507" y="9241"/>
                  <a:pt x="6369442" y="262213"/>
                  <a:pt x="6272970" y="360564"/>
                </a:cubicBezTo>
                <a:lnTo>
                  <a:pt x="6272970" y="714968"/>
                </a:lnTo>
                <a:lnTo>
                  <a:pt x="6507011" y="949907"/>
                </a:lnTo>
                <a:cubicBezTo>
                  <a:pt x="6508513" y="951334"/>
                  <a:pt x="6508513" y="953738"/>
                  <a:pt x="6507011" y="955241"/>
                </a:cubicBezTo>
                <a:cubicBezTo>
                  <a:pt x="6505508" y="956744"/>
                  <a:pt x="6503179" y="956744"/>
                  <a:pt x="6501676" y="955241"/>
                </a:cubicBezTo>
                <a:lnTo>
                  <a:pt x="6265382" y="718123"/>
                </a:lnTo>
                <a:lnTo>
                  <a:pt x="6265382" y="357483"/>
                </a:lnTo>
                <a:lnTo>
                  <a:pt x="6266433" y="356357"/>
                </a:lnTo>
                <a:lnTo>
                  <a:pt x="6294900" y="327347"/>
                </a:lnTo>
                <a:lnTo>
                  <a:pt x="6293105" y="325551"/>
                </a:lnTo>
                <a:lnTo>
                  <a:pt x="6293105" y="45229"/>
                </a:lnTo>
                <a:lnTo>
                  <a:pt x="6472825" y="45229"/>
                </a:lnTo>
                <a:lnTo>
                  <a:pt x="6400993" y="117348"/>
                </a:lnTo>
                <a:lnTo>
                  <a:pt x="6402518" y="117984"/>
                </a:lnTo>
                <a:cubicBezTo>
                  <a:pt x="6406914" y="122408"/>
                  <a:pt x="6409637" y="128513"/>
                  <a:pt x="6409637" y="135237"/>
                </a:cubicBezTo>
                <a:cubicBezTo>
                  <a:pt x="6409637" y="148763"/>
                  <a:pt x="6398743" y="159656"/>
                  <a:pt x="6385369" y="159656"/>
                </a:cubicBezTo>
                <a:cubicBezTo>
                  <a:pt x="6371995" y="159656"/>
                  <a:pt x="6361101" y="148763"/>
                  <a:pt x="6361101" y="135237"/>
                </a:cubicBezTo>
                <a:cubicBezTo>
                  <a:pt x="6361101" y="121714"/>
                  <a:pt x="6371995" y="110819"/>
                  <a:pt x="6385369" y="110819"/>
                </a:cubicBezTo>
                <a:lnTo>
                  <a:pt x="6393477" y="114207"/>
                </a:lnTo>
                <a:lnTo>
                  <a:pt x="6454717" y="52742"/>
                </a:lnTo>
                <a:lnTo>
                  <a:pt x="6300619" y="52742"/>
                </a:lnTo>
                <a:lnTo>
                  <a:pt x="6300619" y="321518"/>
                </a:lnTo>
                <a:lnTo>
                  <a:pt x="6305214" y="316835"/>
                </a:lnTo>
                <a:cubicBezTo>
                  <a:pt x="6398736" y="221608"/>
                  <a:pt x="6569165" y="48624"/>
                  <a:pt x="6615332" y="5192"/>
                </a:cubicBezTo>
                <a:close/>
                <a:moveTo>
                  <a:pt x="6198514" y="0"/>
                </a:moveTo>
                <a:lnTo>
                  <a:pt x="6206027" y="0"/>
                </a:lnTo>
                <a:lnTo>
                  <a:pt x="6206027" y="832176"/>
                </a:lnTo>
                <a:lnTo>
                  <a:pt x="6380560" y="1007329"/>
                </a:lnTo>
                <a:lnTo>
                  <a:pt x="6380560" y="1007158"/>
                </a:lnTo>
                <a:lnTo>
                  <a:pt x="6414069" y="973499"/>
                </a:lnTo>
                <a:lnTo>
                  <a:pt x="6340213" y="899342"/>
                </a:lnTo>
                <a:cubicBezTo>
                  <a:pt x="6338712" y="897916"/>
                  <a:pt x="6338712" y="895511"/>
                  <a:pt x="6340213" y="894008"/>
                </a:cubicBezTo>
                <a:cubicBezTo>
                  <a:pt x="6340890" y="893257"/>
                  <a:pt x="6341867" y="892883"/>
                  <a:pt x="6342843" y="892883"/>
                </a:cubicBezTo>
                <a:lnTo>
                  <a:pt x="6342919" y="892883"/>
                </a:lnTo>
                <a:cubicBezTo>
                  <a:pt x="6343820" y="892883"/>
                  <a:pt x="6344797" y="893257"/>
                  <a:pt x="6345549" y="894008"/>
                </a:cubicBezTo>
                <a:lnTo>
                  <a:pt x="6424738" y="973499"/>
                </a:lnTo>
                <a:lnTo>
                  <a:pt x="6385895" y="1012492"/>
                </a:lnTo>
                <a:lnTo>
                  <a:pt x="6385705" y="1012492"/>
                </a:lnTo>
                <a:lnTo>
                  <a:pt x="6626848" y="1254497"/>
                </a:lnTo>
                <a:lnTo>
                  <a:pt x="6673580" y="1254497"/>
                </a:lnTo>
                <a:lnTo>
                  <a:pt x="6673580" y="1327151"/>
                </a:lnTo>
                <a:lnTo>
                  <a:pt x="6790488" y="1327151"/>
                </a:lnTo>
                <a:lnTo>
                  <a:pt x="6790488" y="1465019"/>
                </a:lnTo>
                <a:cubicBezTo>
                  <a:pt x="6790488" y="1467048"/>
                  <a:pt x="6788836" y="1468777"/>
                  <a:pt x="6786731" y="1468777"/>
                </a:cubicBezTo>
                <a:cubicBezTo>
                  <a:pt x="6784628" y="1468777"/>
                  <a:pt x="6782976" y="1467124"/>
                  <a:pt x="6782976" y="1465019"/>
                </a:cubicBezTo>
                <a:lnTo>
                  <a:pt x="6782976" y="1334738"/>
                </a:lnTo>
                <a:lnTo>
                  <a:pt x="6666067" y="1334738"/>
                </a:lnTo>
                <a:lnTo>
                  <a:pt x="6666067" y="1262085"/>
                </a:lnTo>
                <a:lnTo>
                  <a:pt x="6623767" y="1262085"/>
                </a:lnTo>
                <a:lnTo>
                  <a:pt x="6198514" y="835331"/>
                </a:lnTo>
                <a:close/>
                <a:moveTo>
                  <a:pt x="5977976" y="0"/>
                </a:moveTo>
                <a:lnTo>
                  <a:pt x="5985490" y="0"/>
                </a:lnTo>
                <a:lnTo>
                  <a:pt x="5985490" y="835331"/>
                </a:lnTo>
                <a:lnTo>
                  <a:pt x="5560235" y="1262085"/>
                </a:lnTo>
                <a:lnTo>
                  <a:pt x="5517936" y="1262085"/>
                </a:lnTo>
                <a:lnTo>
                  <a:pt x="5517936" y="1334738"/>
                </a:lnTo>
                <a:lnTo>
                  <a:pt x="5401028" y="1334738"/>
                </a:lnTo>
                <a:lnTo>
                  <a:pt x="5401028" y="1465019"/>
                </a:lnTo>
                <a:cubicBezTo>
                  <a:pt x="5401028" y="1467124"/>
                  <a:pt x="5399375" y="1468777"/>
                  <a:pt x="5397272" y="1468777"/>
                </a:cubicBezTo>
                <a:cubicBezTo>
                  <a:pt x="5395168" y="1468777"/>
                  <a:pt x="5393515" y="1467048"/>
                  <a:pt x="5393515" y="1465019"/>
                </a:cubicBezTo>
                <a:lnTo>
                  <a:pt x="5393515" y="1327151"/>
                </a:lnTo>
                <a:lnTo>
                  <a:pt x="5510422" y="1327151"/>
                </a:lnTo>
                <a:lnTo>
                  <a:pt x="5510422" y="1254497"/>
                </a:lnTo>
                <a:lnTo>
                  <a:pt x="5557154" y="1254497"/>
                </a:lnTo>
                <a:lnTo>
                  <a:pt x="5798298" y="1012492"/>
                </a:lnTo>
                <a:lnTo>
                  <a:pt x="5798107" y="1012492"/>
                </a:lnTo>
                <a:lnTo>
                  <a:pt x="5759264" y="973499"/>
                </a:lnTo>
                <a:lnTo>
                  <a:pt x="5838454" y="894008"/>
                </a:lnTo>
                <a:cubicBezTo>
                  <a:pt x="5839205" y="893257"/>
                  <a:pt x="5840183" y="892883"/>
                  <a:pt x="5841085" y="892883"/>
                </a:cubicBezTo>
                <a:lnTo>
                  <a:pt x="5841159" y="892883"/>
                </a:lnTo>
                <a:cubicBezTo>
                  <a:pt x="5842137" y="892883"/>
                  <a:pt x="5843113" y="893257"/>
                  <a:pt x="5843789" y="894008"/>
                </a:cubicBezTo>
                <a:cubicBezTo>
                  <a:pt x="5845292" y="895511"/>
                  <a:pt x="5845292" y="897916"/>
                  <a:pt x="5843789" y="899342"/>
                </a:cubicBezTo>
                <a:lnTo>
                  <a:pt x="5769933" y="973499"/>
                </a:lnTo>
                <a:lnTo>
                  <a:pt x="5803442" y="1007158"/>
                </a:lnTo>
                <a:lnTo>
                  <a:pt x="5803442" y="1007329"/>
                </a:lnTo>
                <a:lnTo>
                  <a:pt x="5977976" y="832176"/>
                </a:lnTo>
                <a:close/>
                <a:moveTo>
                  <a:pt x="5553125" y="0"/>
                </a:moveTo>
                <a:lnTo>
                  <a:pt x="5562699" y="0"/>
                </a:lnTo>
                <a:lnTo>
                  <a:pt x="5568671" y="5192"/>
                </a:lnTo>
                <a:cubicBezTo>
                  <a:pt x="5614839" y="48624"/>
                  <a:pt x="5785267" y="221608"/>
                  <a:pt x="5878789" y="316835"/>
                </a:cubicBezTo>
                <a:lnTo>
                  <a:pt x="5883384" y="321518"/>
                </a:lnTo>
                <a:lnTo>
                  <a:pt x="5883384" y="52742"/>
                </a:lnTo>
                <a:lnTo>
                  <a:pt x="5729286" y="52742"/>
                </a:lnTo>
                <a:lnTo>
                  <a:pt x="5790525" y="114207"/>
                </a:lnTo>
                <a:lnTo>
                  <a:pt x="5798633" y="110819"/>
                </a:lnTo>
                <a:cubicBezTo>
                  <a:pt x="5812008" y="110819"/>
                  <a:pt x="5822902" y="121714"/>
                  <a:pt x="5822902" y="135237"/>
                </a:cubicBezTo>
                <a:cubicBezTo>
                  <a:pt x="5822902" y="148763"/>
                  <a:pt x="5812008" y="159656"/>
                  <a:pt x="5798633" y="159656"/>
                </a:cubicBezTo>
                <a:cubicBezTo>
                  <a:pt x="5785261" y="159656"/>
                  <a:pt x="5774366" y="148763"/>
                  <a:pt x="5774366" y="135237"/>
                </a:cubicBezTo>
                <a:cubicBezTo>
                  <a:pt x="5774366" y="128513"/>
                  <a:pt x="5777089" y="122408"/>
                  <a:pt x="5781485" y="117984"/>
                </a:cubicBezTo>
                <a:lnTo>
                  <a:pt x="5783011" y="117348"/>
                </a:lnTo>
                <a:lnTo>
                  <a:pt x="5711178" y="45229"/>
                </a:lnTo>
                <a:lnTo>
                  <a:pt x="5890898" y="45229"/>
                </a:lnTo>
                <a:lnTo>
                  <a:pt x="5890898" y="325551"/>
                </a:lnTo>
                <a:lnTo>
                  <a:pt x="5889104" y="327347"/>
                </a:lnTo>
                <a:lnTo>
                  <a:pt x="5917570" y="356357"/>
                </a:lnTo>
                <a:lnTo>
                  <a:pt x="5918621" y="357483"/>
                </a:lnTo>
                <a:lnTo>
                  <a:pt x="5918621" y="718123"/>
                </a:lnTo>
                <a:lnTo>
                  <a:pt x="5682328" y="955241"/>
                </a:lnTo>
                <a:cubicBezTo>
                  <a:pt x="5680824" y="956744"/>
                  <a:pt x="5678495" y="956744"/>
                  <a:pt x="5676992" y="955241"/>
                </a:cubicBezTo>
                <a:cubicBezTo>
                  <a:pt x="5675490" y="953738"/>
                  <a:pt x="5675490" y="951334"/>
                  <a:pt x="5676992" y="949907"/>
                </a:cubicBezTo>
                <a:lnTo>
                  <a:pt x="5911033" y="714968"/>
                </a:lnTo>
                <a:lnTo>
                  <a:pt x="5911033" y="360564"/>
                </a:lnTo>
                <a:cubicBezTo>
                  <a:pt x="5814561" y="262213"/>
                  <a:pt x="5565495" y="9241"/>
                  <a:pt x="5554075" y="2103"/>
                </a:cubicBezTo>
                <a:close/>
                <a:moveTo>
                  <a:pt x="5429654" y="0"/>
                </a:moveTo>
                <a:lnTo>
                  <a:pt x="5437243" y="0"/>
                </a:lnTo>
                <a:lnTo>
                  <a:pt x="5437243" y="231711"/>
                </a:lnTo>
                <a:lnTo>
                  <a:pt x="5479016" y="273635"/>
                </a:lnTo>
                <a:lnTo>
                  <a:pt x="5479016" y="586790"/>
                </a:lnTo>
                <a:lnTo>
                  <a:pt x="5271648" y="794910"/>
                </a:lnTo>
                <a:lnTo>
                  <a:pt x="5271648" y="1150436"/>
                </a:lnTo>
                <a:cubicBezTo>
                  <a:pt x="5287577" y="1163359"/>
                  <a:pt x="5332206" y="1200700"/>
                  <a:pt x="5332206" y="1213023"/>
                </a:cubicBezTo>
                <a:lnTo>
                  <a:pt x="5332206" y="1505966"/>
                </a:lnTo>
                <a:lnTo>
                  <a:pt x="5476988" y="1505966"/>
                </a:lnTo>
                <a:lnTo>
                  <a:pt x="5476988" y="1386807"/>
                </a:lnTo>
                <a:cubicBezTo>
                  <a:pt x="5476988" y="1384703"/>
                  <a:pt x="5478642" y="1383049"/>
                  <a:pt x="5480745" y="1383049"/>
                </a:cubicBezTo>
                <a:cubicBezTo>
                  <a:pt x="5482849" y="1383049"/>
                  <a:pt x="5484501" y="1384777"/>
                  <a:pt x="5484501" y="1386807"/>
                </a:cubicBezTo>
                <a:lnTo>
                  <a:pt x="5484501" y="1505966"/>
                </a:lnTo>
                <a:lnTo>
                  <a:pt x="5511399" y="1505966"/>
                </a:lnTo>
                <a:cubicBezTo>
                  <a:pt x="5513503" y="1505966"/>
                  <a:pt x="5515156" y="1507696"/>
                  <a:pt x="5515156" y="1509724"/>
                </a:cubicBezTo>
                <a:cubicBezTo>
                  <a:pt x="5515156" y="1511752"/>
                  <a:pt x="5513503" y="1513481"/>
                  <a:pt x="5511399" y="1513481"/>
                </a:cubicBezTo>
                <a:lnTo>
                  <a:pt x="5480745" y="1513481"/>
                </a:lnTo>
                <a:lnTo>
                  <a:pt x="5324618" y="1513481"/>
                </a:lnTo>
                <a:lnTo>
                  <a:pt x="5324618" y="1301230"/>
                </a:lnTo>
                <a:lnTo>
                  <a:pt x="5258125" y="1301230"/>
                </a:lnTo>
                <a:cubicBezTo>
                  <a:pt x="5256021" y="1301230"/>
                  <a:pt x="5254368" y="1299501"/>
                  <a:pt x="5254368" y="1297474"/>
                </a:cubicBezTo>
                <a:cubicBezTo>
                  <a:pt x="5254368" y="1295444"/>
                  <a:pt x="5256021" y="1293716"/>
                  <a:pt x="5258125" y="1293716"/>
                </a:cubicBezTo>
                <a:lnTo>
                  <a:pt x="5324618" y="1293716"/>
                </a:lnTo>
                <a:lnTo>
                  <a:pt x="5324618" y="1212948"/>
                </a:lnTo>
                <a:cubicBezTo>
                  <a:pt x="5324392" y="1206561"/>
                  <a:pt x="5293739" y="1177935"/>
                  <a:pt x="5265489" y="1155170"/>
                </a:cubicBezTo>
                <a:lnTo>
                  <a:pt x="5264062" y="1154043"/>
                </a:lnTo>
                <a:lnTo>
                  <a:pt x="5264062" y="981688"/>
                </a:lnTo>
                <a:lnTo>
                  <a:pt x="5260980" y="981688"/>
                </a:lnTo>
                <a:lnTo>
                  <a:pt x="5172174" y="892582"/>
                </a:lnTo>
                <a:lnTo>
                  <a:pt x="5172174" y="658994"/>
                </a:lnTo>
                <a:lnTo>
                  <a:pt x="5227170" y="603846"/>
                </a:lnTo>
                <a:lnTo>
                  <a:pt x="5227170" y="325403"/>
                </a:lnTo>
                <a:cubicBezTo>
                  <a:pt x="5227170" y="323299"/>
                  <a:pt x="5228824" y="321646"/>
                  <a:pt x="5230927" y="321646"/>
                </a:cubicBezTo>
                <a:lnTo>
                  <a:pt x="5231002" y="321721"/>
                </a:lnTo>
                <a:cubicBezTo>
                  <a:pt x="5233106" y="321721"/>
                  <a:pt x="5234759" y="323449"/>
                  <a:pt x="5234759" y="325477"/>
                </a:cubicBezTo>
                <a:lnTo>
                  <a:pt x="5234759" y="607077"/>
                </a:lnTo>
                <a:lnTo>
                  <a:pt x="5179762" y="662225"/>
                </a:lnTo>
                <a:lnTo>
                  <a:pt x="5179762" y="889502"/>
                </a:lnTo>
                <a:lnTo>
                  <a:pt x="5264062" y="974090"/>
                </a:lnTo>
                <a:lnTo>
                  <a:pt x="5264062" y="791754"/>
                </a:lnTo>
                <a:lnTo>
                  <a:pt x="5471429" y="583635"/>
                </a:lnTo>
                <a:lnTo>
                  <a:pt x="5471429" y="276716"/>
                </a:lnTo>
                <a:lnTo>
                  <a:pt x="5429654" y="234791"/>
                </a:lnTo>
                <a:close/>
                <a:moveTo>
                  <a:pt x="5371275" y="0"/>
                </a:moveTo>
                <a:lnTo>
                  <a:pt x="5378788" y="0"/>
                </a:lnTo>
                <a:lnTo>
                  <a:pt x="5378788" y="276416"/>
                </a:lnTo>
                <a:lnTo>
                  <a:pt x="5437243" y="335094"/>
                </a:lnTo>
                <a:lnTo>
                  <a:pt x="5437243" y="544942"/>
                </a:lnTo>
                <a:lnTo>
                  <a:pt x="5252861" y="729964"/>
                </a:lnTo>
                <a:lnTo>
                  <a:pt x="5257299" y="740737"/>
                </a:lnTo>
                <a:cubicBezTo>
                  <a:pt x="5257299" y="754262"/>
                  <a:pt x="5246404" y="765154"/>
                  <a:pt x="5233031" y="765154"/>
                </a:cubicBezTo>
                <a:cubicBezTo>
                  <a:pt x="5219657" y="765154"/>
                  <a:pt x="5208763" y="754262"/>
                  <a:pt x="5208763" y="740737"/>
                </a:cubicBezTo>
                <a:cubicBezTo>
                  <a:pt x="5208763" y="727287"/>
                  <a:pt x="5219657" y="716318"/>
                  <a:pt x="5233031" y="716318"/>
                </a:cubicBezTo>
                <a:lnTo>
                  <a:pt x="5249132" y="723020"/>
                </a:lnTo>
                <a:lnTo>
                  <a:pt x="5311002" y="660930"/>
                </a:lnTo>
                <a:lnTo>
                  <a:pt x="5310043" y="659971"/>
                </a:lnTo>
                <a:lnTo>
                  <a:pt x="5310043" y="247265"/>
                </a:lnTo>
                <a:cubicBezTo>
                  <a:pt x="5310043" y="245160"/>
                  <a:pt x="5311696" y="243508"/>
                  <a:pt x="5313800" y="243508"/>
                </a:cubicBezTo>
                <a:cubicBezTo>
                  <a:pt x="5315903" y="243508"/>
                  <a:pt x="5317556" y="245235"/>
                  <a:pt x="5317556" y="247265"/>
                </a:cubicBezTo>
                <a:lnTo>
                  <a:pt x="5317556" y="422248"/>
                </a:lnTo>
                <a:lnTo>
                  <a:pt x="5353344" y="422248"/>
                </a:lnTo>
                <a:lnTo>
                  <a:pt x="5359160" y="408151"/>
                </a:lnTo>
                <a:cubicBezTo>
                  <a:pt x="5363556" y="403727"/>
                  <a:pt x="5369623" y="400984"/>
                  <a:pt x="5376311" y="400984"/>
                </a:cubicBezTo>
                <a:cubicBezTo>
                  <a:pt x="5389684" y="400984"/>
                  <a:pt x="5400577" y="411878"/>
                  <a:pt x="5400577" y="425402"/>
                </a:cubicBezTo>
                <a:cubicBezTo>
                  <a:pt x="5400577" y="438927"/>
                  <a:pt x="5389684" y="449820"/>
                  <a:pt x="5376311" y="449820"/>
                </a:cubicBezTo>
                <a:cubicBezTo>
                  <a:pt x="5369623" y="449820"/>
                  <a:pt x="5363556" y="447097"/>
                  <a:pt x="5359160" y="442683"/>
                </a:cubicBezTo>
                <a:lnTo>
                  <a:pt x="5353836" y="429761"/>
                </a:lnTo>
                <a:lnTo>
                  <a:pt x="5317556" y="429761"/>
                </a:lnTo>
                <a:lnTo>
                  <a:pt x="5317556" y="654353"/>
                </a:lnTo>
                <a:lnTo>
                  <a:pt x="5429728" y="541785"/>
                </a:lnTo>
                <a:lnTo>
                  <a:pt x="5429728" y="338251"/>
                </a:lnTo>
                <a:lnTo>
                  <a:pt x="5371275" y="279571"/>
                </a:lnTo>
                <a:close/>
                <a:moveTo>
                  <a:pt x="5226570" y="0"/>
                </a:moveTo>
                <a:lnTo>
                  <a:pt x="5234082" y="0"/>
                </a:lnTo>
                <a:lnTo>
                  <a:pt x="5234082" y="50789"/>
                </a:lnTo>
                <a:lnTo>
                  <a:pt x="5306435" y="50789"/>
                </a:lnTo>
                <a:lnTo>
                  <a:pt x="5306435" y="132760"/>
                </a:lnTo>
                <a:cubicBezTo>
                  <a:pt x="5306435" y="134863"/>
                  <a:pt x="5304783" y="136516"/>
                  <a:pt x="5302679" y="136516"/>
                </a:cubicBezTo>
                <a:cubicBezTo>
                  <a:pt x="5300575" y="136516"/>
                  <a:pt x="5298922" y="134789"/>
                  <a:pt x="5298922" y="132760"/>
                </a:cubicBezTo>
                <a:lnTo>
                  <a:pt x="5298922" y="58302"/>
                </a:lnTo>
                <a:lnTo>
                  <a:pt x="5234082" y="58302"/>
                </a:lnTo>
                <a:lnTo>
                  <a:pt x="5234082" y="212552"/>
                </a:lnTo>
                <a:lnTo>
                  <a:pt x="5167290" y="279571"/>
                </a:lnTo>
                <a:lnTo>
                  <a:pt x="5167290" y="571313"/>
                </a:lnTo>
                <a:cubicBezTo>
                  <a:pt x="5167290" y="573417"/>
                  <a:pt x="5165637" y="575070"/>
                  <a:pt x="5163533" y="575070"/>
                </a:cubicBezTo>
                <a:cubicBezTo>
                  <a:pt x="5161429" y="575070"/>
                  <a:pt x="5159776" y="573343"/>
                  <a:pt x="5159776" y="571313"/>
                </a:cubicBezTo>
                <a:lnTo>
                  <a:pt x="5159776" y="276491"/>
                </a:lnTo>
                <a:lnTo>
                  <a:pt x="5226570" y="209472"/>
                </a:lnTo>
                <a:lnTo>
                  <a:pt x="5226570" y="57326"/>
                </a:lnTo>
                <a:lnTo>
                  <a:pt x="5223788" y="54546"/>
                </a:lnTo>
                <a:lnTo>
                  <a:pt x="5226570" y="51765"/>
                </a:lnTo>
                <a:close/>
                <a:moveTo>
                  <a:pt x="5155718" y="0"/>
                </a:moveTo>
                <a:lnTo>
                  <a:pt x="5160227" y="0"/>
                </a:lnTo>
                <a:lnTo>
                  <a:pt x="5161729" y="1503"/>
                </a:lnTo>
                <a:lnTo>
                  <a:pt x="5161729" y="146735"/>
                </a:lnTo>
                <a:cubicBezTo>
                  <a:pt x="5161729" y="148838"/>
                  <a:pt x="5160076" y="150493"/>
                  <a:pt x="5157973" y="150493"/>
                </a:cubicBezTo>
                <a:cubicBezTo>
                  <a:pt x="5155869" y="150493"/>
                  <a:pt x="5154216" y="148764"/>
                  <a:pt x="5154216" y="146735"/>
                </a:cubicBezTo>
                <a:lnTo>
                  <a:pt x="5154216" y="1503"/>
                </a:lnTo>
                <a:close/>
                <a:moveTo>
                  <a:pt x="4870287" y="0"/>
                </a:moveTo>
                <a:lnTo>
                  <a:pt x="5093057" y="0"/>
                </a:lnTo>
                <a:lnTo>
                  <a:pt x="5093057" y="292946"/>
                </a:lnTo>
                <a:lnTo>
                  <a:pt x="4929642" y="292946"/>
                </a:lnTo>
                <a:lnTo>
                  <a:pt x="4929642" y="61910"/>
                </a:lnTo>
                <a:lnTo>
                  <a:pt x="5029870" y="61910"/>
                </a:lnTo>
                <a:cubicBezTo>
                  <a:pt x="5031974" y="61910"/>
                  <a:pt x="5033627" y="63638"/>
                  <a:pt x="5033627" y="65667"/>
                </a:cubicBezTo>
                <a:cubicBezTo>
                  <a:pt x="5033627" y="67695"/>
                  <a:pt x="5031974" y="69423"/>
                  <a:pt x="5029870" y="69423"/>
                </a:cubicBezTo>
                <a:lnTo>
                  <a:pt x="4937155" y="69423"/>
                </a:lnTo>
                <a:lnTo>
                  <a:pt x="4937155" y="285282"/>
                </a:lnTo>
                <a:lnTo>
                  <a:pt x="5085469" y="285282"/>
                </a:lnTo>
                <a:lnTo>
                  <a:pt x="5085469" y="136517"/>
                </a:lnTo>
                <a:lnTo>
                  <a:pt x="5041065" y="136517"/>
                </a:lnTo>
                <a:lnTo>
                  <a:pt x="5041065" y="244484"/>
                </a:lnTo>
                <a:cubicBezTo>
                  <a:pt x="5041065" y="246587"/>
                  <a:pt x="5039412" y="248240"/>
                  <a:pt x="5037309" y="248240"/>
                </a:cubicBezTo>
                <a:cubicBezTo>
                  <a:pt x="5035205" y="248240"/>
                  <a:pt x="5033552" y="246512"/>
                  <a:pt x="5033552" y="244484"/>
                </a:cubicBezTo>
                <a:lnTo>
                  <a:pt x="5033552" y="136517"/>
                </a:lnTo>
                <a:lnTo>
                  <a:pt x="5004430" y="136517"/>
                </a:lnTo>
                <a:lnTo>
                  <a:pt x="4998858" y="150041"/>
                </a:lnTo>
                <a:cubicBezTo>
                  <a:pt x="4994464" y="154454"/>
                  <a:pt x="4988398" y="157177"/>
                  <a:pt x="4981710" y="157177"/>
                </a:cubicBezTo>
                <a:cubicBezTo>
                  <a:pt x="4968337" y="157177"/>
                  <a:pt x="4957442" y="146284"/>
                  <a:pt x="4957442" y="132759"/>
                </a:cubicBezTo>
                <a:cubicBezTo>
                  <a:pt x="4957442" y="119310"/>
                  <a:pt x="4968337" y="108340"/>
                  <a:pt x="4981710" y="108340"/>
                </a:cubicBezTo>
                <a:cubicBezTo>
                  <a:pt x="4988398" y="108340"/>
                  <a:pt x="4994464" y="111064"/>
                  <a:pt x="4998858" y="115478"/>
                </a:cubicBezTo>
                <a:lnTo>
                  <a:pt x="5004431" y="129004"/>
                </a:lnTo>
                <a:lnTo>
                  <a:pt x="5037309" y="129004"/>
                </a:lnTo>
                <a:lnTo>
                  <a:pt x="5085469" y="129004"/>
                </a:lnTo>
                <a:lnTo>
                  <a:pt x="5085469" y="2480"/>
                </a:lnTo>
                <a:lnTo>
                  <a:pt x="4877799" y="2480"/>
                </a:lnTo>
                <a:lnTo>
                  <a:pt x="4877799" y="277993"/>
                </a:lnTo>
                <a:cubicBezTo>
                  <a:pt x="4877799" y="280097"/>
                  <a:pt x="4876147" y="281752"/>
                  <a:pt x="4874044" y="281752"/>
                </a:cubicBezTo>
                <a:cubicBezTo>
                  <a:pt x="4871939" y="281752"/>
                  <a:pt x="4870287" y="280022"/>
                  <a:pt x="4870287" y="277993"/>
                </a:cubicBezTo>
                <a:close/>
                <a:moveTo>
                  <a:pt x="4807176" y="0"/>
                </a:moveTo>
                <a:lnTo>
                  <a:pt x="4814764" y="0"/>
                </a:lnTo>
                <a:lnTo>
                  <a:pt x="4814764" y="238549"/>
                </a:lnTo>
                <a:lnTo>
                  <a:pt x="4759090" y="294374"/>
                </a:lnTo>
                <a:lnTo>
                  <a:pt x="4759090" y="335922"/>
                </a:lnTo>
                <a:lnTo>
                  <a:pt x="4915669" y="493099"/>
                </a:lnTo>
                <a:cubicBezTo>
                  <a:pt x="4917170" y="494603"/>
                  <a:pt x="4917170" y="497006"/>
                  <a:pt x="4915669" y="498434"/>
                </a:cubicBezTo>
                <a:cubicBezTo>
                  <a:pt x="4914166" y="499937"/>
                  <a:pt x="4911837" y="499937"/>
                  <a:pt x="4910333" y="498434"/>
                </a:cubicBezTo>
                <a:lnTo>
                  <a:pt x="4751502" y="339078"/>
                </a:lnTo>
                <a:lnTo>
                  <a:pt x="4751502" y="291218"/>
                </a:lnTo>
                <a:lnTo>
                  <a:pt x="4807176" y="235393"/>
                </a:lnTo>
                <a:close/>
                <a:moveTo>
                  <a:pt x="4677120" y="0"/>
                </a:moveTo>
                <a:lnTo>
                  <a:pt x="4684633" y="0"/>
                </a:lnTo>
                <a:lnTo>
                  <a:pt x="4684633" y="146587"/>
                </a:lnTo>
                <a:lnTo>
                  <a:pt x="4614083" y="217437"/>
                </a:lnTo>
                <a:lnTo>
                  <a:pt x="4614083" y="396479"/>
                </a:lnTo>
                <a:lnTo>
                  <a:pt x="4698308" y="481004"/>
                </a:lnTo>
                <a:lnTo>
                  <a:pt x="4791848" y="481004"/>
                </a:lnTo>
                <a:lnTo>
                  <a:pt x="4794027" y="483182"/>
                </a:lnTo>
                <a:lnTo>
                  <a:pt x="4794027" y="457412"/>
                </a:lnTo>
                <a:lnTo>
                  <a:pt x="4696053" y="359139"/>
                </a:lnTo>
                <a:lnTo>
                  <a:pt x="4696053" y="243207"/>
                </a:lnTo>
                <a:lnTo>
                  <a:pt x="4756535" y="182501"/>
                </a:lnTo>
                <a:lnTo>
                  <a:pt x="4756535" y="0"/>
                </a:lnTo>
                <a:lnTo>
                  <a:pt x="4763899" y="0"/>
                </a:lnTo>
                <a:lnTo>
                  <a:pt x="4763899" y="185656"/>
                </a:lnTo>
                <a:lnTo>
                  <a:pt x="4703416" y="246363"/>
                </a:lnTo>
                <a:lnTo>
                  <a:pt x="4703416" y="355983"/>
                </a:lnTo>
                <a:lnTo>
                  <a:pt x="4801390" y="454257"/>
                </a:lnTo>
                <a:lnTo>
                  <a:pt x="4801390" y="769668"/>
                </a:lnTo>
                <a:lnTo>
                  <a:pt x="4332334" y="1240450"/>
                </a:lnTo>
                <a:lnTo>
                  <a:pt x="4332334" y="1459633"/>
                </a:lnTo>
                <a:lnTo>
                  <a:pt x="4354139" y="1466303"/>
                </a:lnTo>
                <a:cubicBezTo>
                  <a:pt x="4393712" y="1480578"/>
                  <a:pt x="4465826" y="1510119"/>
                  <a:pt x="4485154" y="1518064"/>
                </a:cubicBezTo>
                <a:lnTo>
                  <a:pt x="4580949" y="1518064"/>
                </a:lnTo>
                <a:lnTo>
                  <a:pt x="4580949" y="1787793"/>
                </a:lnTo>
                <a:lnTo>
                  <a:pt x="4451795" y="1917397"/>
                </a:lnTo>
                <a:cubicBezTo>
                  <a:pt x="4450293" y="1918901"/>
                  <a:pt x="4447964" y="1918901"/>
                  <a:pt x="4446461" y="1917397"/>
                </a:cubicBezTo>
                <a:cubicBezTo>
                  <a:pt x="4444958" y="1915895"/>
                  <a:pt x="4444958" y="1913491"/>
                  <a:pt x="4446461" y="1912063"/>
                </a:cubicBezTo>
                <a:lnTo>
                  <a:pt x="4573360" y="1784712"/>
                </a:lnTo>
                <a:lnTo>
                  <a:pt x="4573360" y="1525653"/>
                </a:lnTo>
                <a:lnTo>
                  <a:pt x="4482901" y="1525351"/>
                </a:lnTo>
                <a:cubicBezTo>
                  <a:pt x="4441314" y="1508222"/>
                  <a:pt x="4379780" y="1483527"/>
                  <a:pt x="4348220" y="1472187"/>
                </a:cubicBezTo>
                <a:lnTo>
                  <a:pt x="4332334" y="1467261"/>
                </a:lnTo>
                <a:lnTo>
                  <a:pt x="4332334" y="1533090"/>
                </a:lnTo>
                <a:lnTo>
                  <a:pt x="4239544" y="1533090"/>
                </a:lnTo>
                <a:lnTo>
                  <a:pt x="4239544" y="1607472"/>
                </a:lnTo>
                <a:lnTo>
                  <a:pt x="4387932" y="1607472"/>
                </a:lnTo>
                <a:lnTo>
                  <a:pt x="4387932" y="1562769"/>
                </a:lnTo>
                <a:cubicBezTo>
                  <a:pt x="4387932" y="1560665"/>
                  <a:pt x="4389585" y="1559012"/>
                  <a:pt x="4391689" y="1559012"/>
                </a:cubicBezTo>
                <a:cubicBezTo>
                  <a:pt x="4393792" y="1559012"/>
                  <a:pt x="4395445" y="1560740"/>
                  <a:pt x="4395445" y="1562769"/>
                </a:cubicBezTo>
                <a:lnTo>
                  <a:pt x="4395445" y="1607472"/>
                </a:lnTo>
                <a:lnTo>
                  <a:pt x="4444614" y="1607472"/>
                </a:lnTo>
                <a:lnTo>
                  <a:pt x="4449222" y="1596306"/>
                </a:lnTo>
                <a:cubicBezTo>
                  <a:pt x="4453617" y="1591884"/>
                  <a:pt x="4459683" y="1589140"/>
                  <a:pt x="4466371" y="1589140"/>
                </a:cubicBezTo>
                <a:cubicBezTo>
                  <a:pt x="4479744" y="1589140"/>
                  <a:pt x="4490639" y="1600035"/>
                  <a:pt x="4490639" y="1613558"/>
                </a:cubicBezTo>
                <a:cubicBezTo>
                  <a:pt x="4490639" y="1627082"/>
                  <a:pt x="4479744" y="1637977"/>
                  <a:pt x="4466371" y="1637977"/>
                </a:cubicBezTo>
                <a:cubicBezTo>
                  <a:pt x="4459683" y="1637977"/>
                  <a:pt x="4453617" y="1635253"/>
                  <a:pt x="4449222" y="1630839"/>
                </a:cubicBezTo>
                <a:lnTo>
                  <a:pt x="4442691" y="1614985"/>
                </a:lnTo>
                <a:lnTo>
                  <a:pt x="4239544" y="1614985"/>
                </a:lnTo>
                <a:lnTo>
                  <a:pt x="4239544" y="1689368"/>
                </a:lnTo>
                <a:lnTo>
                  <a:pt x="4306412" y="1689368"/>
                </a:lnTo>
                <a:lnTo>
                  <a:pt x="4306412" y="1931523"/>
                </a:lnTo>
                <a:cubicBezTo>
                  <a:pt x="4306412" y="1933626"/>
                  <a:pt x="4304759" y="1935280"/>
                  <a:pt x="4302655" y="1935280"/>
                </a:cubicBezTo>
                <a:cubicBezTo>
                  <a:pt x="4300551" y="1935280"/>
                  <a:pt x="4298899" y="1933551"/>
                  <a:pt x="4298899" y="1931523"/>
                </a:cubicBezTo>
                <a:lnTo>
                  <a:pt x="4298899" y="1696957"/>
                </a:lnTo>
                <a:lnTo>
                  <a:pt x="4239619" y="1696957"/>
                </a:lnTo>
                <a:lnTo>
                  <a:pt x="4239544" y="1696882"/>
                </a:lnTo>
                <a:lnTo>
                  <a:pt x="4239544" y="1875699"/>
                </a:lnTo>
                <a:lnTo>
                  <a:pt x="4024287" y="1875699"/>
                </a:lnTo>
                <a:cubicBezTo>
                  <a:pt x="4022183" y="1875699"/>
                  <a:pt x="4020531" y="1873970"/>
                  <a:pt x="4020531" y="1871941"/>
                </a:cubicBezTo>
                <a:cubicBezTo>
                  <a:pt x="4020531" y="1869913"/>
                  <a:pt x="4022183" y="1868184"/>
                  <a:pt x="4024287" y="1868184"/>
                </a:cubicBezTo>
                <a:lnTo>
                  <a:pt x="4232031" y="1868184"/>
                </a:lnTo>
                <a:lnTo>
                  <a:pt x="4232031" y="1612131"/>
                </a:lnTo>
                <a:lnTo>
                  <a:pt x="4231128" y="1611229"/>
                </a:lnTo>
                <a:lnTo>
                  <a:pt x="4232031" y="1610327"/>
                </a:lnTo>
                <a:lnTo>
                  <a:pt x="4232031" y="1525577"/>
                </a:lnTo>
                <a:lnTo>
                  <a:pt x="4324820" y="1525577"/>
                </a:lnTo>
                <a:lnTo>
                  <a:pt x="4324820" y="1462240"/>
                </a:lnTo>
                <a:lnTo>
                  <a:pt x="4324820" y="1247991"/>
                </a:lnTo>
                <a:lnTo>
                  <a:pt x="4272001" y="1301004"/>
                </a:lnTo>
                <a:lnTo>
                  <a:pt x="4036233" y="1301004"/>
                </a:lnTo>
                <a:lnTo>
                  <a:pt x="4036233" y="827970"/>
                </a:lnTo>
                <a:lnTo>
                  <a:pt x="4157273" y="827970"/>
                </a:lnTo>
                <a:lnTo>
                  <a:pt x="4251565" y="782064"/>
                </a:lnTo>
                <a:cubicBezTo>
                  <a:pt x="4253443" y="781162"/>
                  <a:pt x="4255697" y="781913"/>
                  <a:pt x="4256598" y="783791"/>
                </a:cubicBezTo>
                <a:cubicBezTo>
                  <a:pt x="4257500" y="785670"/>
                  <a:pt x="4256750" y="787925"/>
                  <a:pt x="4254871" y="788826"/>
                </a:cubicBezTo>
                <a:lnTo>
                  <a:pt x="4159001" y="835483"/>
                </a:lnTo>
                <a:lnTo>
                  <a:pt x="4043822" y="835483"/>
                </a:lnTo>
                <a:lnTo>
                  <a:pt x="4043822" y="1108439"/>
                </a:lnTo>
                <a:lnTo>
                  <a:pt x="4133381" y="1108439"/>
                </a:lnTo>
                <a:lnTo>
                  <a:pt x="4615134" y="624960"/>
                </a:lnTo>
                <a:lnTo>
                  <a:pt x="4615134" y="526910"/>
                </a:lnTo>
                <a:lnTo>
                  <a:pt x="4548191" y="459742"/>
                </a:lnTo>
                <a:lnTo>
                  <a:pt x="4301979" y="459742"/>
                </a:lnTo>
                <a:cubicBezTo>
                  <a:pt x="4299875" y="459742"/>
                  <a:pt x="4298223" y="458014"/>
                  <a:pt x="4298223" y="455984"/>
                </a:cubicBezTo>
                <a:cubicBezTo>
                  <a:pt x="4298223" y="453956"/>
                  <a:pt x="4299875" y="452227"/>
                  <a:pt x="4301979" y="452227"/>
                </a:cubicBezTo>
                <a:lnTo>
                  <a:pt x="4302054" y="452078"/>
                </a:lnTo>
                <a:lnTo>
                  <a:pt x="4357954" y="452078"/>
                </a:lnTo>
                <a:lnTo>
                  <a:pt x="4356001" y="450123"/>
                </a:lnTo>
                <a:lnTo>
                  <a:pt x="4356001" y="284455"/>
                </a:lnTo>
                <a:lnTo>
                  <a:pt x="4355926" y="284381"/>
                </a:lnTo>
                <a:lnTo>
                  <a:pt x="4447433" y="284381"/>
                </a:lnTo>
                <a:lnTo>
                  <a:pt x="4598981" y="132310"/>
                </a:lnTo>
                <a:cubicBezTo>
                  <a:pt x="4599732" y="131560"/>
                  <a:pt x="4600710" y="131184"/>
                  <a:pt x="4601612" y="131184"/>
                </a:cubicBezTo>
                <a:lnTo>
                  <a:pt x="4601686" y="131184"/>
                </a:lnTo>
                <a:cubicBezTo>
                  <a:pt x="4602664" y="131184"/>
                  <a:pt x="4603639" y="131560"/>
                  <a:pt x="4604316" y="132310"/>
                </a:cubicBezTo>
                <a:cubicBezTo>
                  <a:pt x="4605818" y="133813"/>
                  <a:pt x="4605818" y="136219"/>
                  <a:pt x="4604316" y="137646"/>
                </a:cubicBezTo>
                <a:lnTo>
                  <a:pt x="4458085" y="284381"/>
                </a:lnTo>
                <a:lnTo>
                  <a:pt x="4536320" y="284381"/>
                </a:lnTo>
                <a:lnTo>
                  <a:pt x="4536320" y="359991"/>
                </a:lnTo>
                <a:lnTo>
                  <a:pt x="4548884" y="365220"/>
                </a:lnTo>
                <a:cubicBezTo>
                  <a:pt x="4553280" y="369634"/>
                  <a:pt x="4556004" y="375739"/>
                  <a:pt x="4556004" y="382501"/>
                </a:cubicBezTo>
                <a:cubicBezTo>
                  <a:pt x="4556004" y="396025"/>
                  <a:pt x="4545110" y="406919"/>
                  <a:pt x="4531736" y="406919"/>
                </a:cubicBezTo>
                <a:cubicBezTo>
                  <a:pt x="4518363" y="406919"/>
                  <a:pt x="4507468" y="396025"/>
                  <a:pt x="4507468" y="382501"/>
                </a:cubicBezTo>
                <a:cubicBezTo>
                  <a:pt x="4507468" y="375777"/>
                  <a:pt x="4510192" y="369672"/>
                  <a:pt x="4514587" y="365248"/>
                </a:cubicBezTo>
                <a:lnTo>
                  <a:pt x="4528807" y="359307"/>
                </a:lnTo>
                <a:lnTo>
                  <a:pt x="4528807" y="291969"/>
                </a:lnTo>
                <a:lnTo>
                  <a:pt x="4363514" y="291969"/>
                </a:lnTo>
                <a:lnTo>
                  <a:pt x="4363514" y="368229"/>
                </a:lnTo>
                <a:lnTo>
                  <a:pt x="4440300" y="368229"/>
                </a:lnTo>
                <a:cubicBezTo>
                  <a:pt x="4442403" y="368229"/>
                  <a:pt x="4444056" y="369958"/>
                  <a:pt x="4444056" y="371986"/>
                </a:cubicBezTo>
                <a:cubicBezTo>
                  <a:pt x="4444056" y="374014"/>
                  <a:pt x="4442403" y="375743"/>
                  <a:pt x="4440300" y="375743"/>
                </a:cubicBezTo>
                <a:lnTo>
                  <a:pt x="4363514" y="375743"/>
                </a:lnTo>
                <a:lnTo>
                  <a:pt x="4363514" y="450123"/>
                </a:lnTo>
                <a:lnTo>
                  <a:pt x="4361559" y="452078"/>
                </a:lnTo>
                <a:lnTo>
                  <a:pt x="4551346" y="452078"/>
                </a:lnTo>
                <a:lnTo>
                  <a:pt x="4622723" y="523680"/>
                </a:lnTo>
                <a:lnTo>
                  <a:pt x="4622723" y="628041"/>
                </a:lnTo>
                <a:lnTo>
                  <a:pt x="4136536" y="1115951"/>
                </a:lnTo>
                <a:lnTo>
                  <a:pt x="4043822" y="1115951"/>
                </a:lnTo>
                <a:lnTo>
                  <a:pt x="4043822" y="1293417"/>
                </a:lnTo>
                <a:lnTo>
                  <a:pt x="4175455" y="1293417"/>
                </a:lnTo>
                <a:lnTo>
                  <a:pt x="4175455" y="1288832"/>
                </a:lnTo>
                <a:lnTo>
                  <a:pt x="4730013" y="732251"/>
                </a:lnTo>
                <a:cubicBezTo>
                  <a:pt x="4730764" y="731500"/>
                  <a:pt x="4731741" y="731124"/>
                  <a:pt x="4732643" y="731124"/>
                </a:cubicBezTo>
                <a:lnTo>
                  <a:pt x="4732718" y="731124"/>
                </a:lnTo>
                <a:cubicBezTo>
                  <a:pt x="4733694" y="731124"/>
                  <a:pt x="4734672" y="731500"/>
                  <a:pt x="4735348" y="732251"/>
                </a:cubicBezTo>
                <a:cubicBezTo>
                  <a:pt x="4736850" y="733752"/>
                  <a:pt x="4736850" y="736159"/>
                  <a:pt x="4735348" y="737586"/>
                </a:cubicBezTo>
                <a:lnTo>
                  <a:pt x="4181536" y="1293417"/>
                </a:lnTo>
                <a:lnTo>
                  <a:pt x="4268996" y="1293417"/>
                </a:lnTo>
                <a:lnTo>
                  <a:pt x="4324820" y="1237393"/>
                </a:lnTo>
                <a:lnTo>
                  <a:pt x="4324820" y="1235187"/>
                </a:lnTo>
                <a:cubicBezTo>
                  <a:pt x="4324820" y="1233084"/>
                  <a:pt x="4326472" y="1231430"/>
                  <a:pt x="4328577" y="1231430"/>
                </a:cubicBezTo>
                <a:lnTo>
                  <a:pt x="4328577" y="1231356"/>
                </a:lnTo>
                <a:lnTo>
                  <a:pt x="4329708" y="1232487"/>
                </a:lnTo>
                <a:lnTo>
                  <a:pt x="4794027" y="766512"/>
                </a:lnTo>
                <a:lnTo>
                  <a:pt x="4794027" y="486338"/>
                </a:lnTo>
                <a:lnTo>
                  <a:pt x="4791848" y="488517"/>
                </a:lnTo>
                <a:lnTo>
                  <a:pt x="4695227" y="488517"/>
                </a:lnTo>
                <a:lnTo>
                  <a:pt x="4606570" y="399560"/>
                </a:lnTo>
                <a:lnTo>
                  <a:pt x="4606570" y="214281"/>
                </a:lnTo>
                <a:lnTo>
                  <a:pt x="4677120" y="143431"/>
                </a:lnTo>
                <a:lnTo>
                  <a:pt x="4677120" y="45607"/>
                </a:lnTo>
                <a:lnTo>
                  <a:pt x="4676594" y="46133"/>
                </a:lnTo>
                <a:lnTo>
                  <a:pt x="4560062" y="46133"/>
                </a:lnTo>
                <a:lnTo>
                  <a:pt x="4395520" y="211276"/>
                </a:lnTo>
                <a:cubicBezTo>
                  <a:pt x="4394018" y="212779"/>
                  <a:pt x="4391689" y="212779"/>
                  <a:pt x="4390186" y="211276"/>
                </a:cubicBezTo>
                <a:cubicBezTo>
                  <a:pt x="4388684" y="209776"/>
                  <a:pt x="4388684" y="207371"/>
                  <a:pt x="4390186" y="205943"/>
                </a:cubicBezTo>
                <a:lnTo>
                  <a:pt x="4556908" y="38621"/>
                </a:lnTo>
                <a:lnTo>
                  <a:pt x="4676594" y="38621"/>
                </a:lnTo>
                <a:lnTo>
                  <a:pt x="4677120" y="39147"/>
                </a:lnTo>
                <a:close/>
                <a:moveTo>
                  <a:pt x="4253670" y="0"/>
                </a:moveTo>
                <a:lnTo>
                  <a:pt x="4261182" y="0"/>
                </a:lnTo>
                <a:lnTo>
                  <a:pt x="4261182" y="266950"/>
                </a:lnTo>
                <a:lnTo>
                  <a:pt x="4191008" y="196549"/>
                </a:lnTo>
                <a:lnTo>
                  <a:pt x="3773493" y="196549"/>
                </a:lnTo>
                <a:lnTo>
                  <a:pt x="3682431" y="285133"/>
                </a:lnTo>
                <a:cubicBezTo>
                  <a:pt x="3680929" y="286561"/>
                  <a:pt x="3678524" y="286561"/>
                  <a:pt x="3677097" y="285058"/>
                </a:cubicBezTo>
                <a:cubicBezTo>
                  <a:pt x="3675669" y="283555"/>
                  <a:pt x="3675669" y="281151"/>
                  <a:pt x="3677172" y="279723"/>
                </a:cubicBezTo>
                <a:lnTo>
                  <a:pt x="3770487" y="189036"/>
                </a:lnTo>
                <a:lnTo>
                  <a:pt x="4148483" y="189036"/>
                </a:lnTo>
                <a:lnTo>
                  <a:pt x="4148483" y="81971"/>
                </a:lnTo>
                <a:lnTo>
                  <a:pt x="4187948" y="81971"/>
                </a:lnTo>
                <a:lnTo>
                  <a:pt x="4192867" y="70050"/>
                </a:lnTo>
                <a:cubicBezTo>
                  <a:pt x="4197262" y="65627"/>
                  <a:pt x="4203329" y="62885"/>
                  <a:pt x="4210017" y="62885"/>
                </a:cubicBezTo>
                <a:cubicBezTo>
                  <a:pt x="4223390" y="62885"/>
                  <a:pt x="4234285" y="73779"/>
                  <a:pt x="4234285" y="87303"/>
                </a:cubicBezTo>
                <a:cubicBezTo>
                  <a:pt x="4234285" y="100828"/>
                  <a:pt x="4223390" y="111721"/>
                  <a:pt x="4210017" y="111721"/>
                </a:cubicBezTo>
                <a:cubicBezTo>
                  <a:pt x="4203329" y="111721"/>
                  <a:pt x="4197262" y="108997"/>
                  <a:pt x="4192867" y="104584"/>
                </a:cubicBezTo>
                <a:lnTo>
                  <a:pt x="4186647" y="89485"/>
                </a:lnTo>
                <a:lnTo>
                  <a:pt x="4155995" y="89485"/>
                </a:lnTo>
                <a:lnTo>
                  <a:pt x="4155995" y="189036"/>
                </a:lnTo>
                <a:lnTo>
                  <a:pt x="4194165" y="189036"/>
                </a:lnTo>
                <a:lnTo>
                  <a:pt x="4253670" y="248768"/>
                </a:lnTo>
                <a:close/>
                <a:moveTo>
                  <a:pt x="3736527" y="0"/>
                </a:moveTo>
                <a:lnTo>
                  <a:pt x="3744041" y="0"/>
                </a:lnTo>
                <a:lnTo>
                  <a:pt x="3744041" y="67096"/>
                </a:lnTo>
                <a:lnTo>
                  <a:pt x="3631717" y="179872"/>
                </a:lnTo>
                <a:lnTo>
                  <a:pt x="3631717" y="867340"/>
                </a:lnTo>
                <a:lnTo>
                  <a:pt x="3334114" y="867340"/>
                </a:lnTo>
                <a:cubicBezTo>
                  <a:pt x="3332010" y="867340"/>
                  <a:pt x="3330357" y="865611"/>
                  <a:pt x="3330357" y="863583"/>
                </a:cubicBezTo>
                <a:cubicBezTo>
                  <a:pt x="3330357" y="861555"/>
                  <a:pt x="3332010" y="859826"/>
                  <a:pt x="3334114" y="859826"/>
                </a:cubicBezTo>
                <a:lnTo>
                  <a:pt x="3624203" y="859826"/>
                </a:lnTo>
                <a:lnTo>
                  <a:pt x="3624203" y="176717"/>
                </a:lnTo>
                <a:lnTo>
                  <a:pt x="3736527" y="63941"/>
                </a:lnTo>
                <a:close/>
                <a:moveTo>
                  <a:pt x="3618661" y="0"/>
                </a:moveTo>
                <a:lnTo>
                  <a:pt x="3627659" y="0"/>
                </a:lnTo>
                <a:lnTo>
                  <a:pt x="3627659" y="1731"/>
                </a:lnTo>
                <a:lnTo>
                  <a:pt x="3522172" y="107593"/>
                </a:lnTo>
                <a:lnTo>
                  <a:pt x="3522172" y="768992"/>
                </a:lnTo>
                <a:lnTo>
                  <a:pt x="3443508" y="768992"/>
                </a:lnTo>
                <a:cubicBezTo>
                  <a:pt x="3441404" y="768992"/>
                  <a:pt x="3439751" y="767263"/>
                  <a:pt x="3439751" y="765234"/>
                </a:cubicBezTo>
                <a:cubicBezTo>
                  <a:pt x="3439751" y="763206"/>
                  <a:pt x="3441404" y="761477"/>
                  <a:pt x="3443508" y="761477"/>
                </a:cubicBezTo>
                <a:lnTo>
                  <a:pt x="3514659" y="761477"/>
                </a:lnTo>
                <a:lnTo>
                  <a:pt x="3514659" y="104436"/>
                </a:lnTo>
                <a:close/>
                <a:moveTo>
                  <a:pt x="3492394" y="0"/>
                </a:moveTo>
                <a:lnTo>
                  <a:pt x="3502993" y="0"/>
                </a:lnTo>
                <a:lnTo>
                  <a:pt x="3414130" y="90237"/>
                </a:lnTo>
                <a:lnTo>
                  <a:pt x="3414130" y="655465"/>
                </a:lnTo>
                <a:lnTo>
                  <a:pt x="3195492" y="874853"/>
                </a:lnTo>
                <a:cubicBezTo>
                  <a:pt x="3193990" y="876356"/>
                  <a:pt x="3191660" y="876356"/>
                  <a:pt x="3190158" y="874853"/>
                </a:cubicBezTo>
                <a:cubicBezTo>
                  <a:pt x="3188656" y="873349"/>
                  <a:pt x="3188656" y="870946"/>
                  <a:pt x="3190158" y="869518"/>
                </a:cubicBezTo>
                <a:lnTo>
                  <a:pt x="3296020" y="763253"/>
                </a:lnTo>
                <a:lnTo>
                  <a:pt x="3296020" y="608504"/>
                </a:lnTo>
                <a:cubicBezTo>
                  <a:pt x="3296020" y="606400"/>
                  <a:pt x="3297673" y="604747"/>
                  <a:pt x="3299777" y="604747"/>
                </a:cubicBezTo>
                <a:cubicBezTo>
                  <a:pt x="3301881" y="604747"/>
                  <a:pt x="3303534" y="606474"/>
                  <a:pt x="3303534" y="608504"/>
                </a:cubicBezTo>
                <a:lnTo>
                  <a:pt x="3303534" y="755710"/>
                </a:lnTo>
                <a:lnTo>
                  <a:pt x="3406543" y="652309"/>
                </a:lnTo>
                <a:lnTo>
                  <a:pt x="3406543" y="87157"/>
                </a:lnTo>
                <a:close/>
                <a:moveTo>
                  <a:pt x="3377633" y="0"/>
                </a:moveTo>
                <a:lnTo>
                  <a:pt x="3387158" y="0"/>
                </a:lnTo>
                <a:lnTo>
                  <a:pt x="3387158" y="1127"/>
                </a:lnTo>
                <a:lnTo>
                  <a:pt x="3318260" y="70249"/>
                </a:lnTo>
                <a:lnTo>
                  <a:pt x="3318260" y="512483"/>
                </a:lnTo>
                <a:lnTo>
                  <a:pt x="3222466" y="512483"/>
                </a:lnTo>
                <a:lnTo>
                  <a:pt x="3222466" y="697386"/>
                </a:lnTo>
                <a:lnTo>
                  <a:pt x="2988726" y="697386"/>
                </a:lnTo>
                <a:lnTo>
                  <a:pt x="2870466" y="578676"/>
                </a:lnTo>
                <a:lnTo>
                  <a:pt x="2870466" y="493850"/>
                </a:lnTo>
                <a:lnTo>
                  <a:pt x="3137790" y="493850"/>
                </a:lnTo>
                <a:lnTo>
                  <a:pt x="3137790" y="619773"/>
                </a:lnTo>
                <a:lnTo>
                  <a:pt x="3016150" y="619773"/>
                </a:lnTo>
                <a:cubicBezTo>
                  <a:pt x="3014045" y="619773"/>
                  <a:pt x="3012393" y="618045"/>
                  <a:pt x="3012393" y="616017"/>
                </a:cubicBezTo>
                <a:cubicBezTo>
                  <a:pt x="3012393" y="613988"/>
                  <a:pt x="3014045" y="612261"/>
                  <a:pt x="3016150" y="612261"/>
                </a:cubicBezTo>
                <a:lnTo>
                  <a:pt x="3130277" y="612261"/>
                </a:lnTo>
                <a:lnTo>
                  <a:pt x="3130277" y="538254"/>
                </a:lnTo>
                <a:lnTo>
                  <a:pt x="3130202" y="538329"/>
                </a:lnTo>
                <a:lnTo>
                  <a:pt x="2979034" y="538329"/>
                </a:lnTo>
                <a:lnTo>
                  <a:pt x="2979034" y="501514"/>
                </a:lnTo>
                <a:lnTo>
                  <a:pt x="2878055" y="501514"/>
                </a:lnTo>
                <a:lnTo>
                  <a:pt x="2878055" y="575670"/>
                </a:lnTo>
                <a:lnTo>
                  <a:pt x="2991881" y="689949"/>
                </a:lnTo>
                <a:lnTo>
                  <a:pt x="3214952" y="689949"/>
                </a:lnTo>
                <a:lnTo>
                  <a:pt x="3214952" y="505045"/>
                </a:lnTo>
                <a:lnTo>
                  <a:pt x="3310747" y="505045"/>
                </a:lnTo>
                <a:lnTo>
                  <a:pt x="3310747" y="67169"/>
                </a:lnTo>
                <a:close/>
                <a:moveTo>
                  <a:pt x="3233359" y="0"/>
                </a:moveTo>
                <a:lnTo>
                  <a:pt x="3240872" y="0"/>
                </a:lnTo>
                <a:lnTo>
                  <a:pt x="3240872" y="310600"/>
                </a:lnTo>
                <a:lnTo>
                  <a:pt x="3180842" y="370857"/>
                </a:lnTo>
                <a:cubicBezTo>
                  <a:pt x="3179338" y="372360"/>
                  <a:pt x="3177009" y="372360"/>
                  <a:pt x="3175507" y="370857"/>
                </a:cubicBezTo>
                <a:cubicBezTo>
                  <a:pt x="3174004" y="369355"/>
                  <a:pt x="3174004" y="366951"/>
                  <a:pt x="3175507" y="365523"/>
                </a:cubicBezTo>
                <a:lnTo>
                  <a:pt x="3233359" y="307445"/>
                </a:lnTo>
                <a:close/>
                <a:moveTo>
                  <a:pt x="2733336" y="0"/>
                </a:moveTo>
                <a:lnTo>
                  <a:pt x="2743915" y="0"/>
                </a:lnTo>
                <a:lnTo>
                  <a:pt x="2803823" y="60112"/>
                </a:lnTo>
                <a:lnTo>
                  <a:pt x="2803823" y="595136"/>
                </a:lnTo>
                <a:lnTo>
                  <a:pt x="3059351" y="866291"/>
                </a:lnTo>
                <a:lnTo>
                  <a:pt x="3059351" y="1811085"/>
                </a:lnTo>
                <a:lnTo>
                  <a:pt x="3060252" y="1810182"/>
                </a:lnTo>
                <a:lnTo>
                  <a:pt x="3163411" y="1810182"/>
                </a:lnTo>
                <a:cubicBezTo>
                  <a:pt x="3165514" y="1810182"/>
                  <a:pt x="3167167" y="1811911"/>
                  <a:pt x="3167167" y="1813939"/>
                </a:cubicBezTo>
                <a:cubicBezTo>
                  <a:pt x="3167167" y="1815968"/>
                  <a:pt x="3165514" y="1817695"/>
                  <a:pt x="3163411" y="1817695"/>
                </a:cubicBezTo>
                <a:lnTo>
                  <a:pt x="3060252" y="1817695"/>
                </a:lnTo>
                <a:lnTo>
                  <a:pt x="3059351" y="1816793"/>
                </a:lnTo>
                <a:lnTo>
                  <a:pt x="3059351" y="1937683"/>
                </a:lnTo>
                <a:lnTo>
                  <a:pt x="3055963" y="1941072"/>
                </a:lnTo>
                <a:lnTo>
                  <a:pt x="3059351" y="1944460"/>
                </a:lnTo>
                <a:lnTo>
                  <a:pt x="3059351" y="2065350"/>
                </a:lnTo>
                <a:lnTo>
                  <a:pt x="3060252" y="2064448"/>
                </a:lnTo>
                <a:lnTo>
                  <a:pt x="3163411" y="2064448"/>
                </a:lnTo>
                <a:cubicBezTo>
                  <a:pt x="3165514" y="2064448"/>
                  <a:pt x="3167167" y="2066175"/>
                  <a:pt x="3167167" y="2068204"/>
                </a:cubicBezTo>
                <a:cubicBezTo>
                  <a:pt x="3167167" y="2070232"/>
                  <a:pt x="3165514" y="2071961"/>
                  <a:pt x="3163411" y="2071961"/>
                </a:cubicBezTo>
                <a:lnTo>
                  <a:pt x="3060252" y="2071961"/>
                </a:lnTo>
                <a:lnTo>
                  <a:pt x="3059351" y="2071059"/>
                </a:lnTo>
                <a:lnTo>
                  <a:pt x="3059351" y="3015852"/>
                </a:lnTo>
                <a:lnTo>
                  <a:pt x="2803823" y="3287007"/>
                </a:lnTo>
                <a:lnTo>
                  <a:pt x="2803823" y="3822031"/>
                </a:lnTo>
                <a:lnTo>
                  <a:pt x="2743915" y="3882143"/>
                </a:lnTo>
                <a:lnTo>
                  <a:pt x="2733336" y="3882143"/>
                </a:lnTo>
                <a:lnTo>
                  <a:pt x="2796311" y="3818952"/>
                </a:lnTo>
                <a:lnTo>
                  <a:pt x="2796311" y="3284002"/>
                </a:lnTo>
                <a:lnTo>
                  <a:pt x="3051838" y="3012848"/>
                </a:lnTo>
                <a:lnTo>
                  <a:pt x="3051838" y="1944460"/>
                </a:lnTo>
                <a:lnTo>
                  <a:pt x="3055226" y="1941072"/>
                </a:lnTo>
                <a:lnTo>
                  <a:pt x="3051838" y="1937683"/>
                </a:lnTo>
                <a:lnTo>
                  <a:pt x="3051838" y="869295"/>
                </a:lnTo>
                <a:lnTo>
                  <a:pt x="2796311" y="598141"/>
                </a:lnTo>
                <a:lnTo>
                  <a:pt x="2796311" y="63191"/>
                </a:lnTo>
                <a:close/>
                <a:moveTo>
                  <a:pt x="2640125" y="0"/>
                </a:moveTo>
                <a:lnTo>
                  <a:pt x="2650799" y="0"/>
                </a:lnTo>
                <a:lnTo>
                  <a:pt x="2736579" y="87083"/>
                </a:lnTo>
                <a:lnTo>
                  <a:pt x="2736579" y="652313"/>
                </a:lnTo>
                <a:lnTo>
                  <a:pt x="2940012" y="856521"/>
                </a:lnTo>
                <a:lnTo>
                  <a:pt x="2955667" y="849980"/>
                </a:lnTo>
                <a:cubicBezTo>
                  <a:pt x="2969041" y="849980"/>
                  <a:pt x="2979935" y="860875"/>
                  <a:pt x="2979935" y="874399"/>
                </a:cubicBezTo>
                <a:cubicBezTo>
                  <a:pt x="2979935" y="887923"/>
                  <a:pt x="2969041" y="898815"/>
                  <a:pt x="2955667" y="898815"/>
                </a:cubicBezTo>
                <a:cubicBezTo>
                  <a:pt x="2942294" y="898815"/>
                  <a:pt x="2931399" y="887923"/>
                  <a:pt x="2931399" y="874399"/>
                </a:cubicBezTo>
                <a:lnTo>
                  <a:pt x="2936017" y="863206"/>
                </a:lnTo>
                <a:lnTo>
                  <a:pt x="2728989" y="655469"/>
                </a:lnTo>
                <a:lnTo>
                  <a:pt x="2728989" y="90239"/>
                </a:lnTo>
                <a:close/>
                <a:moveTo>
                  <a:pt x="2515461" y="0"/>
                </a:moveTo>
                <a:lnTo>
                  <a:pt x="2524382" y="0"/>
                </a:lnTo>
                <a:lnTo>
                  <a:pt x="2628461" y="104514"/>
                </a:lnTo>
                <a:lnTo>
                  <a:pt x="2628461" y="761480"/>
                </a:lnTo>
                <a:lnTo>
                  <a:pt x="2699612" y="761480"/>
                </a:lnTo>
                <a:cubicBezTo>
                  <a:pt x="2701716" y="761480"/>
                  <a:pt x="2703369" y="763209"/>
                  <a:pt x="2703369" y="765238"/>
                </a:cubicBezTo>
                <a:cubicBezTo>
                  <a:pt x="2703369" y="767264"/>
                  <a:pt x="2701716" y="768995"/>
                  <a:pt x="2699612" y="768995"/>
                </a:cubicBezTo>
                <a:lnTo>
                  <a:pt x="2620948" y="768995"/>
                </a:lnTo>
                <a:lnTo>
                  <a:pt x="2620948" y="107595"/>
                </a:lnTo>
                <a:lnTo>
                  <a:pt x="2515461" y="1734"/>
                </a:lnTo>
                <a:close/>
                <a:moveTo>
                  <a:pt x="2399155" y="0"/>
                </a:moveTo>
                <a:lnTo>
                  <a:pt x="2406667" y="0"/>
                </a:lnTo>
                <a:lnTo>
                  <a:pt x="2406667" y="63943"/>
                </a:lnTo>
                <a:lnTo>
                  <a:pt x="2518992" y="176720"/>
                </a:lnTo>
                <a:lnTo>
                  <a:pt x="2518992" y="859754"/>
                </a:lnTo>
                <a:lnTo>
                  <a:pt x="2809082" y="859754"/>
                </a:lnTo>
                <a:cubicBezTo>
                  <a:pt x="2811186" y="859754"/>
                  <a:pt x="2812838" y="861482"/>
                  <a:pt x="2812838" y="863512"/>
                </a:cubicBezTo>
                <a:cubicBezTo>
                  <a:pt x="2812838" y="865538"/>
                  <a:pt x="2811186" y="867267"/>
                  <a:pt x="2809082" y="867267"/>
                </a:cubicBezTo>
                <a:lnTo>
                  <a:pt x="2511478" y="867267"/>
                </a:lnTo>
                <a:lnTo>
                  <a:pt x="2511478" y="179876"/>
                </a:lnTo>
                <a:lnTo>
                  <a:pt x="2399155" y="67099"/>
                </a:lnTo>
                <a:close/>
                <a:moveTo>
                  <a:pt x="1882013" y="0"/>
                </a:moveTo>
                <a:lnTo>
                  <a:pt x="1889526" y="0"/>
                </a:lnTo>
                <a:lnTo>
                  <a:pt x="1889526" y="248621"/>
                </a:lnTo>
                <a:lnTo>
                  <a:pt x="1949031" y="188890"/>
                </a:lnTo>
                <a:lnTo>
                  <a:pt x="1987200" y="188890"/>
                </a:lnTo>
                <a:lnTo>
                  <a:pt x="1987200" y="89564"/>
                </a:lnTo>
                <a:lnTo>
                  <a:pt x="1964313" y="89564"/>
                </a:lnTo>
                <a:lnTo>
                  <a:pt x="1964434" y="89856"/>
                </a:lnTo>
                <a:cubicBezTo>
                  <a:pt x="1964434" y="103381"/>
                  <a:pt x="1953540" y="114274"/>
                  <a:pt x="1940165" y="114274"/>
                </a:cubicBezTo>
                <a:cubicBezTo>
                  <a:pt x="1926793" y="114274"/>
                  <a:pt x="1915898" y="103381"/>
                  <a:pt x="1915898" y="89856"/>
                </a:cubicBezTo>
                <a:cubicBezTo>
                  <a:pt x="1915898" y="76407"/>
                  <a:pt x="1926793" y="65438"/>
                  <a:pt x="1940165" y="65438"/>
                </a:cubicBezTo>
                <a:cubicBezTo>
                  <a:pt x="1946853" y="65438"/>
                  <a:pt x="1952919" y="68163"/>
                  <a:pt x="1957315" y="72577"/>
                </a:cubicBezTo>
                <a:lnTo>
                  <a:pt x="1961187" y="81975"/>
                </a:lnTo>
                <a:lnTo>
                  <a:pt x="1994712" y="81975"/>
                </a:lnTo>
                <a:lnTo>
                  <a:pt x="1994712" y="188890"/>
                </a:lnTo>
                <a:lnTo>
                  <a:pt x="2372708" y="188890"/>
                </a:lnTo>
                <a:lnTo>
                  <a:pt x="2443098" y="257298"/>
                </a:lnTo>
                <a:lnTo>
                  <a:pt x="2455429" y="252144"/>
                </a:lnTo>
                <a:cubicBezTo>
                  <a:pt x="2468804" y="252144"/>
                  <a:pt x="2479698" y="263039"/>
                  <a:pt x="2479698" y="276564"/>
                </a:cubicBezTo>
                <a:cubicBezTo>
                  <a:pt x="2479698" y="290087"/>
                  <a:pt x="2468804" y="300980"/>
                  <a:pt x="2455429" y="300980"/>
                </a:cubicBezTo>
                <a:cubicBezTo>
                  <a:pt x="2442056" y="300980"/>
                  <a:pt x="2431161" y="290087"/>
                  <a:pt x="2431161" y="276564"/>
                </a:cubicBezTo>
                <a:lnTo>
                  <a:pt x="2437161" y="262024"/>
                </a:lnTo>
                <a:lnTo>
                  <a:pt x="2369703" y="196402"/>
                </a:lnTo>
                <a:lnTo>
                  <a:pt x="1952188" y="196402"/>
                </a:lnTo>
                <a:lnTo>
                  <a:pt x="1882013" y="266803"/>
                </a:lnTo>
                <a:close/>
                <a:moveTo>
                  <a:pt x="1379371" y="0"/>
                </a:moveTo>
                <a:lnTo>
                  <a:pt x="1386809" y="0"/>
                </a:lnTo>
                <a:lnTo>
                  <a:pt x="1386809" y="182504"/>
                </a:lnTo>
                <a:lnTo>
                  <a:pt x="1447291" y="243212"/>
                </a:lnTo>
                <a:lnTo>
                  <a:pt x="1447291" y="359142"/>
                </a:lnTo>
                <a:lnTo>
                  <a:pt x="1349318" y="457414"/>
                </a:lnTo>
                <a:lnTo>
                  <a:pt x="1349318" y="483036"/>
                </a:lnTo>
                <a:lnTo>
                  <a:pt x="1351348" y="481007"/>
                </a:lnTo>
                <a:lnTo>
                  <a:pt x="1444888" y="481007"/>
                </a:lnTo>
                <a:lnTo>
                  <a:pt x="1529113" y="396483"/>
                </a:lnTo>
                <a:lnTo>
                  <a:pt x="1529113" y="217441"/>
                </a:lnTo>
                <a:lnTo>
                  <a:pt x="1458562" y="146591"/>
                </a:lnTo>
                <a:lnTo>
                  <a:pt x="1458562" y="0"/>
                </a:lnTo>
                <a:lnTo>
                  <a:pt x="1466075" y="0"/>
                </a:lnTo>
                <a:lnTo>
                  <a:pt x="1466075" y="39150"/>
                </a:lnTo>
                <a:lnTo>
                  <a:pt x="1466601" y="38624"/>
                </a:lnTo>
                <a:lnTo>
                  <a:pt x="1586288" y="38624"/>
                </a:lnTo>
                <a:lnTo>
                  <a:pt x="1737488" y="190370"/>
                </a:lnTo>
                <a:lnTo>
                  <a:pt x="1746623" y="186553"/>
                </a:lnTo>
                <a:cubicBezTo>
                  <a:pt x="1759997" y="186553"/>
                  <a:pt x="1770892" y="197448"/>
                  <a:pt x="1770892" y="210972"/>
                </a:cubicBezTo>
                <a:cubicBezTo>
                  <a:pt x="1770892" y="224496"/>
                  <a:pt x="1759997" y="235389"/>
                  <a:pt x="1746623" y="235389"/>
                </a:cubicBezTo>
                <a:cubicBezTo>
                  <a:pt x="1733250" y="235389"/>
                  <a:pt x="1722355" y="224496"/>
                  <a:pt x="1722355" y="210972"/>
                </a:cubicBezTo>
                <a:cubicBezTo>
                  <a:pt x="1722355" y="204247"/>
                  <a:pt x="1725079" y="198142"/>
                  <a:pt x="1729475" y="193720"/>
                </a:cubicBezTo>
                <a:lnTo>
                  <a:pt x="1729969" y="193512"/>
                </a:lnTo>
                <a:lnTo>
                  <a:pt x="1583132" y="46137"/>
                </a:lnTo>
                <a:lnTo>
                  <a:pt x="1466601" y="46137"/>
                </a:lnTo>
                <a:lnTo>
                  <a:pt x="1466075" y="45610"/>
                </a:lnTo>
                <a:lnTo>
                  <a:pt x="1466075" y="143434"/>
                </a:lnTo>
                <a:lnTo>
                  <a:pt x="1536626" y="214285"/>
                </a:lnTo>
                <a:lnTo>
                  <a:pt x="1536626" y="399564"/>
                </a:lnTo>
                <a:lnTo>
                  <a:pt x="1447969" y="488521"/>
                </a:lnTo>
                <a:lnTo>
                  <a:pt x="1351348" y="488521"/>
                </a:lnTo>
                <a:lnTo>
                  <a:pt x="1349318" y="486491"/>
                </a:lnTo>
                <a:lnTo>
                  <a:pt x="1349318" y="766515"/>
                </a:lnTo>
                <a:lnTo>
                  <a:pt x="1813491" y="1232409"/>
                </a:lnTo>
                <a:lnTo>
                  <a:pt x="1814619" y="1231280"/>
                </a:lnTo>
                <a:lnTo>
                  <a:pt x="1814619" y="1231356"/>
                </a:lnTo>
                <a:cubicBezTo>
                  <a:pt x="1816722" y="1231356"/>
                  <a:pt x="1818375" y="1233084"/>
                  <a:pt x="1818375" y="1235113"/>
                </a:cubicBezTo>
                <a:lnTo>
                  <a:pt x="1818375" y="1237309"/>
                </a:lnTo>
                <a:lnTo>
                  <a:pt x="1874273" y="1293417"/>
                </a:lnTo>
                <a:lnTo>
                  <a:pt x="1961614" y="1293417"/>
                </a:lnTo>
                <a:lnTo>
                  <a:pt x="1420637" y="750502"/>
                </a:lnTo>
                <a:lnTo>
                  <a:pt x="1409800" y="755011"/>
                </a:lnTo>
                <a:cubicBezTo>
                  <a:pt x="1396427" y="755011"/>
                  <a:pt x="1385532" y="744118"/>
                  <a:pt x="1385532" y="730593"/>
                </a:cubicBezTo>
                <a:cubicBezTo>
                  <a:pt x="1385532" y="717143"/>
                  <a:pt x="1396427" y="706175"/>
                  <a:pt x="1409800" y="706175"/>
                </a:cubicBezTo>
                <a:cubicBezTo>
                  <a:pt x="1423175" y="706175"/>
                  <a:pt x="1434068" y="717069"/>
                  <a:pt x="1434068" y="730593"/>
                </a:cubicBezTo>
                <a:lnTo>
                  <a:pt x="1427453" y="746652"/>
                </a:lnTo>
                <a:lnTo>
                  <a:pt x="1972265" y="1293417"/>
                </a:lnTo>
                <a:lnTo>
                  <a:pt x="2099448" y="1293417"/>
                </a:lnTo>
                <a:lnTo>
                  <a:pt x="2099448" y="1115801"/>
                </a:lnTo>
                <a:lnTo>
                  <a:pt x="2006585" y="1115801"/>
                </a:lnTo>
                <a:lnTo>
                  <a:pt x="1520397" y="627894"/>
                </a:lnTo>
                <a:lnTo>
                  <a:pt x="1520397" y="523533"/>
                </a:lnTo>
                <a:lnTo>
                  <a:pt x="1591774" y="451930"/>
                </a:lnTo>
                <a:lnTo>
                  <a:pt x="1591849" y="452080"/>
                </a:lnTo>
                <a:lnTo>
                  <a:pt x="1781785" y="452080"/>
                </a:lnTo>
                <a:lnTo>
                  <a:pt x="1779757" y="450051"/>
                </a:lnTo>
                <a:lnTo>
                  <a:pt x="1779757" y="375746"/>
                </a:lnTo>
                <a:lnTo>
                  <a:pt x="1702821" y="375746"/>
                </a:lnTo>
                <a:cubicBezTo>
                  <a:pt x="1700717" y="375746"/>
                  <a:pt x="1699064" y="374018"/>
                  <a:pt x="1699064" y="371991"/>
                </a:cubicBezTo>
                <a:cubicBezTo>
                  <a:pt x="1699064" y="369962"/>
                  <a:pt x="1700717" y="368233"/>
                  <a:pt x="1702821" y="368233"/>
                </a:cubicBezTo>
                <a:lnTo>
                  <a:pt x="1779757" y="368233"/>
                </a:lnTo>
                <a:lnTo>
                  <a:pt x="1779757" y="291899"/>
                </a:lnTo>
                <a:lnTo>
                  <a:pt x="1614464" y="291899"/>
                </a:lnTo>
                <a:lnTo>
                  <a:pt x="1614464" y="380629"/>
                </a:lnTo>
                <a:cubicBezTo>
                  <a:pt x="1614464" y="382733"/>
                  <a:pt x="1612812" y="384386"/>
                  <a:pt x="1610707" y="384386"/>
                </a:cubicBezTo>
                <a:cubicBezTo>
                  <a:pt x="1608603" y="384386"/>
                  <a:pt x="1606950" y="382659"/>
                  <a:pt x="1606950" y="380629"/>
                </a:cubicBezTo>
                <a:lnTo>
                  <a:pt x="1606950" y="284385"/>
                </a:lnTo>
                <a:lnTo>
                  <a:pt x="1685035" y="284385"/>
                </a:lnTo>
                <a:lnTo>
                  <a:pt x="1538805" y="137648"/>
                </a:lnTo>
                <a:cubicBezTo>
                  <a:pt x="1537302" y="136144"/>
                  <a:pt x="1537302" y="133741"/>
                  <a:pt x="1538805" y="132313"/>
                </a:cubicBezTo>
                <a:cubicBezTo>
                  <a:pt x="1539556" y="131562"/>
                  <a:pt x="1540533" y="131186"/>
                  <a:pt x="1541435" y="131186"/>
                </a:cubicBezTo>
                <a:lnTo>
                  <a:pt x="1541510" y="131186"/>
                </a:lnTo>
                <a:cubicBezTo>
                  <a:pt x="1542486" y="131186"/>
                  <a:pt x="1543464" y="131562"/>
                  <a:pt x="1544139" y="132313"/>
                </a:cubicBezTo>
                <a:lnTo>
                  <a:pt x="1695687" y="284385"/>
                </a:lnTo>
                <a:lnTo>
                  <a:pt x="1787270" y="284385"/>
                </a:lnTo>
                <a:lnTo>
                  <a:pt x="1787270" y="450051"/>
                </a:lnTo>
                <a:lnTo>
                  <a:pt x="1785241" y="452080"/>
                </a:lnTo>
                <a:lnTo>
                  <a:pt x="1841142" y="452080"/>
                </a:lnTo>
                <a:cubicBezTo>
                  <a:pt x="1843245" y="452080"/>
                  <a:pt x="1844898" y="453807"/>
                  <a:pt x="1844898" y="455837"/>
                </a:cubicBezTo>
                <a:cubicBezTo>
                  <a:pt x="1844898" y="457866"/>
                  <a:pt x="1843245" y="459593"/>
                  <a:pt x="1841142" y="459593"/>
                </a:cubicBezTo>
                <a:lnTo>
                  <a:pt x="1594930" y="459593"/>
                </a:lnTo>
                <a:lnTo>
                  <a:pt x="1527986" y="526763"/>
                </a:lnTo>
                <a:lnTo>
                  <a:pt x="1527986" y="624813"/>
                </a:lnTo>
                <a:lnTo>
                  <a:pt x="2009741" y="1108287"/>
                </a:lnTo>
                <a:lnTo>
                  <a:pt x="2099448" y="1108287"/>
                </a:lnTo>
                <a:lnTo>
                  <a:pt x="2099448" y="835486"/>
                </a:lnTo>
                <a:lnTo>
                  <a:pt x="1983443" y="835112"/>
                </a:lnTo>
                <a:lnTo>
                  <a:pt x="1888400" y="788831"/>
                </a:lnTo>
                <a:cubicBezTo>
                  <a:pt x="1886520" y="787929"/>
                  <a:pt x="1885768" y="785675"/>
                  <a:pt x="1886670" y="783793"/>
                </a:cubicBezTo>
                <a:cubicBezTo>
                  <a:pt x="1887572" y="781916"/>
                  <a:pt x="1889827" y="781091"/>
                  <a:pt x="1891705" y="782068"/>
                </a:cubicBezTo>
                <a:lnTo>
                  <a:pt x="1985996" y="827974"/>
                </a:lnTo>
                <a:lnTo>
                  <a:pt x="2107037" y="827974"/>
                </a:lnTo>
                <a:lnTo>
                  <a:pt x="2107037" y="1301004"/>
                </a:lnTo>
                <a:lnTo>
                  <a:pt x="1976981" y="1301004"/>
                </a:lnTo>
                <a:lnTo>
                  <a:pt x="1976981" y="1303484"/>
                </a:lnTo>
                <a:cubicBezTo>
                  <a:pt x="1975479" y="1304987"/>
                  <a:pt x="1973150" y="1304987"/>
                  <a:pt x="1971646" y="1303484"/>
                </a:cubicBezTo>
                <a:lnTo>
                  <a:pt x="1969175" y="1301004"/>
                </a:lnTo>
                <a:lnTo>
                  <a:pt x="1871269" y="1301004"/>
                </a:lnTo>
                <a:lnTo>
                  <a:pt x="1818375" y="1247915"/>
                </a:lnTo>
                <a:lnTo>
                  <a:pt x="1818375" y="1462239"/>
                </a:lnTo>
                <a:lnTo>
                  <a:pt x="1818375" y="1525502"/>
                </a:lnTo>
                <a:lnTo>
                  <a:pt x="1911165" y="1525502"/>
                </a:lnTo>
                <a:lnTo>
                  <a:pt x="1911165" y="1868110"/>
                </a:lnTo>
                <a:lnTo>
                  <a:pt x="2118909" y="1868110"/>
                </a:lnTo>
                <a:cubicBezTo>
                  <a:pt x="2121012" y="1868110"/>
                  <a:pt x="2122665" y="1869838"/>
                  <a:pt x="2122665" y="1871866"/>
                </a:cubicBezTo>
                <a:cubicBezTo>
                  <a:pt x="2122665" y="1873895"/>
                  <a:pt x="2121012" y="1875622"/>
                  <a:pt x="2118909" y="1875622"/>
                </a:cubicBezTo>
                <a:lnTo>
                  <a:pt x="1903652" y="1875622"/>
                </a:lnTo>
                <a:lnTo>
                  <a:pt x="1903652" y="1696881"/>
                </a:lnTo>
                <a:lnTo>
                  <a:pt x="1844447" y="1696881"/>
                </a:lnTo>
                <a:lnTo>
                  <a:pt x="1844447" y="1906017"/>
                </a:lnTo>
                <a:lnTo>
                  <a:pt x="1851753" y="1909057"/>
                </a:lnTo>
                <a:cubicBezTo>
                  <a:pt x="1856149" y="1913471"/>
                  <a:pt x="1858872" y="1919576"/>
                  <a:pt x="1858872" y="1926338"/>
                </a:cubicBezTo>
                <a:lnTo>
                  <a:pt x="1852802" y="1941072"/>
                </a:lnTo>
                <a:lnTo>
                  <a:pt x="1858872" y="1955805"/>
                </a:lnTo>
                <a:cubicBezTo>
                  <a:pt x="1858872" y="1962567"/>
                  <a:pt x="1856149" y="1968672"/>
                  <a:pt x="1851753" y="1973086"/>
                </a:cubicBezTo>
                <a:lnTo>
                  <a:pt x="1844447" y="1976126"/>
                </a:lnTo>
                <a:lnTo>
                  <a:pt x="1844447" y="2185262"/>
                </a:lnTo>
                <a:lnTo>
                  <a:pt x="1903652" y="2185262"/>
                </a:lnTo>
                <a:lnTo>
                  <a:pt x="1903652" y="2006521"/>
                </a:lnTo>
                <a:lnTo>
                  <a:pt x="2118909" y="2006521"/>
                </a:lnTo>
                <a:cubicBezTo>
                  <a:pt x="2121012" y="2006521"/>
                  <a:pt x="2122665" y="2008248"/>
                  <a:pt x="2122665" y="2010277"/>
                </a:cubicBezTo>
                <a:cubicBezTo>
                  <a:pt x="2122665" y="2012305"/>
                  <a:pt x="2121012" y="2014034"/>
                  <a:pt x="2118909" y="2014034"/>
                </a:cubicBezTo>
                <a:lnTo>
                  <a:pt x="1911165" y="2014034"/>
                </a:lnTo>
                <a:lnTo>
                  <a:pt x="1911165" y="2356641"/>
                </a:lnTo>
                <a:lnTo>
                  <a:pt x="1818375" y="2356641"/>
                </a:lnTo>
                <a:lnTo>
                  <a:pt x="1818375" y="2419904"/>
                </a:lnTo>
                <a:lnTo>
                  <a:pt x="1818375" y="2634228"/>
                </a:lnTo>
                <a:lnTo>
                  <a:pt x="1871269" y="2581139"/>
                </a:lnTo>
                <a:lnTo>
                  <a:pt x="1969175" y="2581139"/>
                </a:lnTo>
                <a:lnTo>
                  <a:pt x="1971646" y="2578659"/>
                </a:lnTo>
                <a:cubicBezTo>
                  <a:pt x="1973150" y="2577157"/>
                  <a:pt x="1975479" y="2577157"/>
                  <a:pt x="1976981" y="2578659"/>
                </a:cubicBezTo>
                <a:lnTo>
                  <a:pt x="1976981" y="2581139"/>
                </a:lnTo>
                <a:lnTo>
                  <a:pt x="2107037" y="2581139"/>
                </a:lnTo>
                <a:lnTo>
                  <a:pt x="2107037" y="3054169"/>
                </a:lnTo>
                <a:lnTo>
                  <a:pt x="1985996" y="3054169"/>
                </a:lnTo>
                <a:lnTo>
                  <a:pt x="1891705" y="3100075"/>
                </a:lnTo>
                <a:cubicBezTo>
                  <a:pt x="1889827" y="3101053"/>
                  <a:pt x="1887572" y="3100227"/>
                  <a:pt x="1886670" y="3098350"/>
                </a:cubicBezTo>
                <a:cubicBezTo>
                  <a:pt x="1885768" y="3096468"/>
                  <a:pt x="1886520" y="3094214"/>
                  <a:pt x="1888400" y="3093312"/>
                </a:cubicBezTo>
                <a:lnTo>
                  <a:pt x="1983443" y="3047032"/>
                </a:lnTo>
                <a:lnTo>
                  <a:pt x="2099448" y="3046658"/>
                </a:lnTo>
                <a:lnTo>
                  <a:pt x="2099448" y="2773856"/>
                </a:lnTo>
                <a:lnTo>
                  <a:pt x="2009741" y="2773856"/>
                </a:lnTo>
                <a:lnTo>
                  <a:pt x="1527986" y="3257330"/>
                </a:lnTo>
                <a:lnTo>
                  <a:pt x="1527986" y="3355380"/>
                </a:lnTo>
                <a:lnTo>
                  <a:pt x="1594930" y="3422550"/>
                </a:lnTo>
                <a:lnTo>
                  <a:pt x="1841142" y="3422550"/>
                </a:lnTo>
                <a:cubicBezTo>
                  <a:pt x="1843245" y="3422550"/>
                  <a:pt x="1844898" y="3424278"/>
                  <a:pt x="1844898" y="3426306"/>
                </a:cubicBezTo>
                <a:cubicBezTo>
                  <a:pt x="1844898" y="3428336"/>
                  <a:pt x="1843245" y="3430063"/>
                  <a:pt x="1841142" y="3430063"/>
                </a:cubicBezTo>
                <a:lnTo>
                  <a:pt x="1785241" y="3430063"/>
                </a:lnTo>
                <a:lnTo>
                  <a:pt x="1787270" y="3432092"/>
                </a:lnTo>
                <a:lnTo>
                  <a:pt x="1787270" y="3597758"/>
                </a:lnTo>
                <a:lnTo>
                  <a:pt x="1695687" y="3597758"/>
                </a:lnTo>
                <a:lnTo>
                  <a:pt x="1544139" y="3749831"/>
                </a:lnTo>
                <a:cubicBezTo>
                  <a:pt x="1543464" y="3750581"/>
                  <a:pt x="1542486" y="3750957"/>
                  <a:pt x="1541510" y="3750957"/>
                </a:cubicBezTo>
                <a:lnTo>
                  <a:pt x="1541435" y="3750957"/>
                </a:lnTo>
                <a:cubicBezTo>
                  <a:pt x="1540533" y="3750957"/>
                  <a:pt x="1539556" y="3750581"/>
                  <a:pt x="1538805" y="3749831"/>
                </a:cubicBezTo>
                <a:cubicBezTo>
                  <a:pt x="1537302" y="3748403"/>
                  <a:pt x="1537302" y="3745999"/>
                  <a:pt x="1538805" y="3744496"/>
                </a:cubicBezTo>
                <a:lnTo>
                  <a:pt x="1685035" y="3597758"/>
                </a:lnTo>
                <a:lnTo>
                  <a:pt x="1606950" y="3597758"/>
                </a:lnTo>
                <a:lnTo>
                  <a:pt x="1606950" y="3501514"/>
                </a:lnTo>
                <a:cubicBezTo>
                  <a:pt x="1606950" y="3499484"/>
                  <a:pt x="1608603" y="3497757"/>
                  <a:pt x="1610707" y="3497757"/>
                </a:cubicBezTo>
                <a:cubicBezTo>
                  <a:pt x="1612812" y="3497757"/>
                  <a:pt x="1614464" y="3499410"/>
                  <a:pt x="1614464" y="3501514"/>
                </a:cubicBezTo>
                <a:lnTo>
                  <a:pt x="1614464" y="3590245"/>
                </a:lnTo>
                <a:lnTo>
                  <a:pt x="1779757" y="3590245"/>
                </a:lnTo>
                <a:lnTo>
                  <a:pt x="1779757" y="3513910"/>
                </a:lnTo>
                <a:lnTo>
                  <a:pt x="1702821" y="3513910"/>
                </a:lnTo>
                <a:cubicBezTo>
                  <a:pt x="1700717" y="3513910"/>
                  <a:pt x="1699064" y="3512181"/>
                  <a:pt x="1699064" y="3510152"/>
                </a:cubicBezTo>
                <a:cubicBezTo>
                  <a:pt x="1699064" y="3508125"/>
                  <a:pt x="1700717" y="3506398"/>
                  <a:pt x="1702821" y="3506398"/>
                </a:cubicBezTo>
                <a:lnTo>
                  <a:pt x="1779757" y="3506398"/>
                </a:lnTo>
                <a:lnTo>
                  <a:pt x="1779757" y="3432092"/>
                </a:lnTo>
                <a:lnTo>
                  <a:pt x="1781785" y="3430063"/>
                </a:lnTo>
                <a:lnTo>
                  <a:pt x="1591849" y="3430063"/>
                </a:lnTo>
                <a:lnTo>
                  <a:pt x="1591774" y="3430213"/>
                </a:lnTo>
                <a:lnTo>
                  <a:pt x="1520397" y="3358610"/>
                </a:lnTo>
                <a:lnTo>
                  <a:pt x="1520397" y="3254249"/>
                </a:lnTo>
                <a:lnTo>
                  <a:pt x="2006585" y="2766342"/>
                </a:lnTo>
                <a:lnTo>
                  <a:pt x="2099448" y="2766342"/>
                </a:lnTo>
                <a:lnTo>
                  <a:pt x="2099448" y="2588727"/>
                </a:lnTo>
                <a:lnTo>
                  <a:pt x="1972265" y="2588727"/>
                </a:lnTo>
                <a:lnTo>
                  <a:pt x="1427453" y="3135491"/>
                </a:lnTo>
                <a:lnTo>
                  <a:pt x="1434068" y="3151550"/>
                </a:lnTo>
                <a:cubicBezTo>
                  <a:pt x="1434068" y="3165074"/>
                  <a:pt x="1423175" y="3175968"/>
                  <a:pt x="1409800" y="3175968"/>
                </a:cubicBezTo>
                <a:cubicBezTo>
                  <a:pt x="1396427" y="3175968"/>
                  <a:pt x="1385532" y="3165000"/>
                  <a:pt x="1385532" y="3151550"/>
                </a:cubicBezTo>
                <a:cubicBezTo>
                  <a:pt x="1385532" y="3138026"/>
                  <a:pt x="1396427" y="3127132"/>
                  <a:pt x="1409800" y="3127132"/>
                </a:cubicBezTo>
                <a:lnTo>
                  <a:pt x="1420637" y="3131642"/>
                </a:lnTo>
                <a:lnTo>
                  <a:pt x="1961614" y="2588727"/>
                </a:lnTo>
                <a:lnTo>
                  <a:pt x="1874273" y="2588727"/>
                </a:lnTo>
                <a:lnTo>
                  <a:pt x="1818375" y="2644834"/>
                </a:lnTo>
                <a:lnTo>
                  <a:pt x="1818375" y="2647031"/>
                </a:lnTo>
                <a:cubicBezTo>
                  <a:pt x="1818375" y="2649059"/>
                  <a:pt x="1816722" y="2650788"/>
                  <a:pt x="1814619" y="2650788"/>
                </a:cubicBezTo>
                <a:lnTo>
                  <a:pt x="1814619" y="2650863"/>
                </a:lnTo>
                <a:lnTo>
                  <a:pt x="1813491" y="2649734"/>
                </a:lnTo>
                <a:lnTo>
                  <a:pt x="1349318" y="3115629"/>
                </a:lnTo>
                <a:lnTo>
                  <a:pt x="1349318" y="3395652"/>
                </a:lnTo>
                <a:lnTo>
                  <a:pt x="1351348" y="3393622"/>
                </a:lnTo>
                <a:lnTo>
                  <a:pt x="1447969" y="3393622"/>
                </a:lnTo>
                <a:lnTo>
                  <a:pt x="1536626" y="3482580"/>
                </a:lnTo>
                <a:lnTo>
                  <a:pt x="1536626" y="3667858"/>
                </a:lnTo>
                <a:lnTo>
                  <a:pt x="1466075" y="3738709"/>
                </a:lnTo>
                <a:lnTo>
                  <a:pt x="1466075" y="3836533"/>
                </a:lnTo>
                <a:lnTo>
                  <a:pt x="1466601" y="3836007"/>
                </a:lnTo>
                <a:lnTo>
                  <a:pt x="1583132" y="3836007"/>
                </a:lnTo>
                <a:lnTo>
                  <a:pt x="1729969" y="3688632"/>
                </a:lnTo>
                <a:lnTo>
                  <a:pt x="1729475" y="3688423"/>
                </a:lnTo>
                <a:cubicBezTo>
                  <a:pt x="1725079" y="3684001"/>
                  <a:pt x="1722355" y="3677896"/>
                  <a:pt x="1722355" y="3671171"/>
                </a:cubicBezTo>
                <a:cubicBezTo>
                  <a:pt x="1722355" y="3657647"/>
                  <a:pt x="1733250" y="3646754"/>
                  <a:pt x="1746623" y="3646754"/>
                </a:cubicBezTo>
                <a:cubicBezTo>
                  <a:pt x="1759997" y="3646754"/>
                  <a:pt x="1770892" y="3657647"/>
                  <a:pt x="1770892" y="3671171"/>
                </a:cubicBezTo>
                <a:cubicBezTo>
                  <a:pt x="1770892" y="3684695"/>
                  <a:pt x="1759997" y="3695590"/>
                  <a:pt x="1746623" y="3695590"/>
                </a:cubicBezTo>
                <a:lnTo>
                  <a:pt x="1737488" y="3691774"/>
                </a:lnTo>
                <a:lnTo>
                  <a:pt x="1586288" y="3843519"/>
                </a:lnTo>
                <a:lnTo>
                  <a:pt x="1466601" y="3843519"/>
                </a:lnTo>
                <a:lnTo>
                  <a:pt x="1466075" y="3842993"/>
                </a:lnTo>
                <a:lnTo>
                  <a:pt x="1466075" y="3882143"/>
                </a:lnTo>
                <a:lnTo>
                  <a:pt x="1458562" y="3882143"/>
                </a:lnTo>
                <a:lnTo>
                  <a:pt x="1458562" y="3735552"/>
                </a:lnTo>
                <a:lnTo>
                  <a:pt x="1529113" y="3664703"/>
                </a:lnTo>
                <a:lnTo>
                  <a:pt x="1529113" y="3485660"/>
                </a:lnTo>
                <a:lnTo>
                  <a:pt x="1444888" y="3401136"/>
                </a:lnTo>
                <a:lnTo>
                  <a:pt x="1351348" y="3401136"/>
                </a:lnTo>
                <a:lnTo>
                  <a:pt x="1349318" y="3399107"/>
                </a:lnTo>
                <a:lnTo>
                  <a:pt x="1349318" y="3424729"/>
                </a:lnTo>
                <a:lnTo>
                  <a:pt x="1447291" y="3523001"/>
                </a:lnTo>
                <a:lnTo>
                  <a:pt x="1447291" y="3638931"/>
                </a:lnTo>
                <a:lnTo>
                  <a:pt x="1386809" y="3699639"/>
                </a:lnTo>
                <a:lnTo>
                  <a:pt x="1386809" y="3882143"/>
                </a:lnTo>
                <a:lnTo>
                  <a:pt x="1379371" y="3882143"/>
                </a:lnTo>
                <a:lnTo>
                  <a:pt x="1379371" y="3696483"/>
                </a:lnTo>
                <a:lnTo>
                  <a:pt x="1439854" y="3635775"/>
                </a:lnTo>
                <a:lnTo>
                  <a:pt x="1439854" y="3526156"/>
                </a:lnTo>
                <a:lnTo>
                  <a:pt x="1341880" y="3427884"/>
                </a:lnTo>
                <a:lnTo>
                  <a:pt x="1341880" y="3112472"/>
                </a:lnTo>
                <a:lnTo>
                  <a:pt x="1810862" y="2641769"/>
                </a:lnTo>
                <a:lnTo>
                  <a:pt x="1810862" y="2422610"/>
                </a:lnTo>
                <a:lnTo>
                  <a:pt x="1788979" y="2415916"/>
                </a:lnTo>
                <a:cubicBezTo>
                  <a:pt x="1749407" y="2401641"/>
                  <a:pt x="1677294" y="2372100"/>
                  <a:pt x="1657966" y="2364154"/>
                </a:cubicBezTo>
                <a:lnTo>
                  <a:pt x="1562170" y="2364154"/>
                </a:lnTo>
                <a:lnTo>
                  <a:pt x="1562170" y="2094426"/>
                </a:lnTo>
                <a:lnTo>
                  <a:pt x="1691325" y="1964822"/>
                </a:lnTo>
                <a:cubicBezTo>
                  <a:pt x="1692827" y="1963318"/>
                  <a:pt x="1695156" y="1963318"/>
                  <a:pt x="1696659" y="1964822"/>
                </a:cubicBezTo>
                <a:cubicBezTo>
                  <a:pt x="1698161" y="1966249"/>
                  <a:pt x="1698161" y="1968654"/>
                  <a:pt x="1696659" y="1970156"/>
                </a:cubicBezTo>
                <a:lnTo>
                  <a:pt x="1569760" y="2097507"/>
                </a:lnTo>
                <a:lnTo>
                  <a:pt x="1569760" y="2356566"/>
                </a:lnTo>
                <a:lnTo>
                  <a:pt x="1658792" y="2356566"/>
                </a:lnTo>
                <a:lnTo>
                  <a:pt x="1660220" y="2356867"/>
                </a:lnTo>
                <a:cubicBezTo>
                  <a:pt x="1701750" y="2373942"/>
                  <a:pt x="1763269" y="2398622"/>
                  <a:pt x="1794856" y="2409991"/>
                </a:cubicBezTo>
                <a:lnTo>
                  <a:pt x="1810862" y="2414977"/>
                </a:lnTo>
                <a:lnTo>
                  <a:pt x="1810862" y="2349128"/>
                </a:lnTo>
                <a:lnTo>
                  <a:pt x="1903652" y="2349128"/>
                </a:lnTo>
                <a:lnTo>
                  <a:pt x="1903652" y="2274671"/>
                </a:lnTo>
                <a:lnTo>
                  <a:pt x="1755263" y="2274671"/>
                </a:lnTo>
                <a:lnTo>
                  <a:pt x="1755263" y="2319374"/>
                </a:lnTo>
                <a:cubicBezTo>
                  <a:pt x="1755263" y="2321403"/>
                  <a:pt x="1753610" y="2323131"/>
                  <a:pt x="1751507" y="2323131"/>
                </a:cubicBezTo>
                <a:cubicBezTo>
                  <a:pt x="1749403" y="2323131"/>
                  <a:pt x="1747750" y="2321479"/>
                  <a:pt x="1747750" y="2319374"/>
                </a:cubicBezTo>
                <a:lnTo>
                  <a:pt x="1747750" y="2274671"/>
                </a:lnTo>
                <a:lnTo>
                  <a:pt x="1688471" y="2274671"/>
                </a:lnTo>
                <a:cubicBezTo>
                  <a:pt x="1686367" y="2274671"/>
                  <a:pt x="1684714" y="2272943"/>
                  <a:pt x="1684714" y="2270914"/>
                </a:cubicBezTo>
                <a:cubicBezTo>
                  <a:pt x="1684714" y="2268886"/>
                  <a:pt x="1686367" y="2267158"/>
                  <a:pt x="1688471" y="2267158"/>
                </a:cubicBezTo>
                <a:lnTo>
                  <a:pt x="1903652" y="2267158"/>
                </a:lnTo>
                <a:lnTo>
                  <a:pt x="1903652" y="2192776"/>
                </a:lnTo>
                <a:lnTo>
                  <a:pt x="1836932" y="2192776"/>
                </a:lnTo>
                <a:lnTo>
                  <a:pt x="1836932" y="1979253"/>
                </a:lnTo>
                <a:lnTo>
                  <a:pt x="1834603" y="1980224"/>
                </a:lnTo>
                <a:cubicBezTo>
                  <a:pt x="1821231" y="1980224"/>
                  <a:pt x="1810336" y="1969255"/>
                  <a:pt x="1810336" y="1955805"/>
                </a:cubicBezTo>
                <a:lnTo>
                  <a:pt x="1816406" y="1941072"/>
                </a:lnTo>
                <a:lnTo>
                  <a:pt x="1810336" y="1926338"/>
                </a:lnTo>
                <a:cubicBezTo>
                  <a:pt x="1810336" y="1912889"/>
                  <a:pt x="1821231" y="1901919"/>
                  <a:pt x="1834603" y="1901919"/>
                </a:cubicBezTo>
                <a:lnTo>
                  <a:pt x="1836932" y="1902890"/>
                </a:lnTo>
                <a:lnTo>
                  <a:pt x="1836932" y="1689367"/>
                </a:lnTo>
                <a:lnTo>
                  <a:pt x="1903652" y="1689367"/>
                </a:lnTo>
                <a:lnTo>
                  <a:pt x="1903652" y="1614985"/>
                </a:lnTo>
                <a:lnTo>
                  <a:pt x="1688471" y="1614985"/>
                </a:lnTo>
                <a:cubicBezTo>
                  <a:pt x="1686367" y="1614985"/>
                  <a:pt x="1684714" y="1613258"/>
                  <a:pt x="1684714" y="1611229"/>
                </a:cubicBezTo>
                <a:cubicBezTo>
                  <a:pt x="1684714" y="1609201"/>
                  <a:pt x="1686367" y="1607472"/>
                  <a:pt x="1688471" y="1607472"/>
                </a:cubicBezTo>
                <a:lnTo>
                  <a:pt x="1747750" y="1607472"/>
                </a:lnTo>
                <a:lnTo>
                  <a:pt x="1747750" y="1562769"/>
                </a:lnTo>
                <a:cubicBezTo>
                  <a:pt x="1747750" y="1560665"/>
                  <a:pt x="1749403" y="1559012"/>
                  <a:pt x="1751507" y="1559012"/>
                </a:cubicBezTo>
                <a:cubicBezTo>
                  <a:pt x="1753610" y="1559012"/>
                  <a:pt x="1755263" y="1560740"/>
                  <a:pt x="1755263" y="1562769"/>
                </a:cubicBezTo>
                <a:lnTo>
                  <a:pt x="1755263" y="1607472"/>
                </a:lnTo>
                <a:lnTo>
                  <a:pt x="1903652" y="1607472"/>
                </a:lnTo>
                <a:lnTo>
                  <a:pt x="1903652" y="1533015"/>
                </a:lnTo>
                <a:lnTo>
                  <a:pt x="1810862" y="1533015"/>
                </a:lnTo>
                <a:lnTo>
                  <a:pt x="1810862" y="1467166"/>
                </a:lnTo>
                <a:lnTo>
                  <a:pt x="1794856" y="1472153"/>
                </a:lnTo>
                <a:cubicBezTo>
                  <a:pt x="1763269" y="1483521"/>
                  <a:pt x="1701750" y="1508202"/>
                  <a:pt x="1660220" y="1525277"/>
                </a:cubicBezTo>
                <a:lnTo>
                  <a:pt x="1658792" y="1525577"/>
                </a:lnTo>
                <a:lnTo>
                  <a:pt x="1569760" y="1525577"/>
                </a:lnTo>
                <a:lnTo>
                  <a:pt x="1569760" y="1784636"/>
                </a:lnTo>
                <a:lnTo>
                  <a:pt x="1696659" y="1911988"/>
                </a:lnTo>
                <a:cubicBezTo>
                  <a:pt x="1698161" y="1913489"/>
                  <a:pt x="1698161" y="1915895"/>
                  <a:pt x="1696659" y="1917322"/>
                </a:cubicBezTo>
                <a:cubicBezTo>
                  <a:pt x="1695156" y="1918825"/>
                  <a:pt x="1692827" y="1918825"/>
                  <a:pt x="1691325" y="1917322"/>
                </a:cubicBezTo>
                <a:lnTo>
                  <a:pt x="1562170" y="1787717"/>
                </a:lnTo>
                <a:lnTo>
                  <a:pt x="1562170" y="1517989"/>
                </a:lnTo>
                <a:lnTo>
                  <a:pt x="1657966" y="1517989"/>
                </a:lnTo>
                <a:cubicBezTo>
                  <a:pt x="1677294" y="1510044"/>
                  <a:pt x="1749407" y="1480502"/>
                  <a:pt x="1788979" y="1466227"/>
                </a:cubicBezTo>
                <a:lnTo>
                  <a:pt x="1810862" y="1459534"/>
                </a:lnTo>
                <a:lnTo>
                  <a:pt x="1810862" y="1240374"/>
                </a:lnTo>
                <a:lnTo>
                  <a:pt x="1341880" y="769671"/>
                </a:lnTo>
                <a:lnTo>
                  <a:pt x="1341880" y="454259"/>
                </a:lnTo>
                <a:lnTo>
                  <a:pt x="1439854" y="355987"/>
                </a:lnTo>
                <a:lnTo>
                  <a:pt x="1439854" y="246368"/>
                </a:lnTo>
                <a:lnTo>
                  <a:pt x="1379371" y="185660"/>
                </a:lnTo>
                <a:close/>
                <a:moveTo>
                  <a:pt x="1328356" y="0"/>
                </a:moveTo>
                <a:lnTo>
                  <a:pt x="1335944" y="0"/>
                </a:lnTo>
                <a:lnTo>
                  <a:pt x="1335944" y="235397"/>
                </a:lnTo>
                <a:lnTo>
                  <a:pt x="1391618" y="291221"/>
                </a:lnTo>
                <a:lnTo>
                  <a:pt x="1391618" y="339081"/>
                </a:lnTo>
                <a:lnTo>
                  <a:pt x="1232787" y="498437"/>
                </a:lnTo>
                <a:cubicBezTo>
                  <a:pt x="1231283" y="499940"/>
                  <a:pt x="1228955" y="499940"/>
                  <a:pt x="1227452" y="498437"/>
                </a:cubicBezTo>
                <a:cubicBezTo>
                  <a:pt x="1225949" y="496934"/>
                  <a:pt x="1225949" y="494530"/>
                  <a:pt x="1227452" y="493102"/>
                </a:cubicBezTo>
                <a:lnTo>
                  <a:pt x="1384030" y="335925"/>
                </a:lnTo>
                <a:lnTo>
                  <a:pt x="1384030" y="294377"/>
                </a:lnTo>
                <a:lnTo>
                  <a:pt x="1328356" y="238553"/>
                </a:lnTo>
                <a:close/>
                <a:moveTo>
                  <a:pt x="1050138" y="0"/>
                </a:moveTo>
                <a:lnTo>
                  <a:pt x="1272907" y="0"/>
                </a:lnTo>
                <a:lnTo>
                  <a:pt x="1272907" y="277998"/>
                </a:lnTo>
                <a:cubicBezTo>
                  <a:pt x="1272907" y="280102"/>
                  <a:pt x="1271254" y="281755"/>
                  <a:pt x="1269151" y="281755"/>
                </a:cubicBezTo>
                <a:cubicBezTo>
                  <a:pt x="1267047" y="281755"/>
                  <a:pt x="1265395" y="280026"/>
                  <a:pt x="1265395" y="277998"/>
                </a:cubicBezTo>
                <a:lnTo>
                  <a:pt x="1265395" y="2483"/>
                </a:lnTo>
                <a:lnTo>
                  <a:pt x="1057727" y="2483"/>
                </a:lnTo>
                <a:lnTo>
                  <a:pt x="1057727" y="129007"/>
                </a:lnTo>
                <a:lnTo>
                  <a:pt x="1105887" y="129007"/>
                </a:lnTo>
                <a:lnTo>
                  <a:pt x="1154122" y="129007"/>
                </a:lnTo>
                <a:cubicBezTo>
                  <a:pt x="1156226" y="129007"/>
                  <a:pt x="1157879" y="130734"/>
                  <a:pt x="1157879" y="132764"/>
                </a:cubicBezTo>
                <a:cubicBezTo>
                  <a:pt x="1157879" y="134793"/>
                  <a:pt x="1156226" y="136520"/>
                  <a:pt x="1154122" y="136520"/>
                </a:cubicBezTo>
                <a:lnTo>
                  <a:pt x="1109644" y="136520"/>
                </a:lnTo>
                <a:lnTo>
                  <a:pt x="1109644" y="244487"/>
                </a:lnTo>
                <a:cubicBezTo>
                  <a:pt x="1109644" y="246591"/>
                  <a:pt x="1107990" y="248244"/>
                  <a:pt x="1105887" y="248244"/>
                </a:cubicBezTo>
                <a:cubicBezTo>
                  <a:pt x="1103783" y="248244"/>
                  <a:pt x="1102130" y="246517"/>
                  <a:pt x="1102130" y="244487"/>
                </a:cubicBezTo>
                <a:lnTo>
                  <a:pt x="1102130" y="136520"/>
                </a:lnTo>
                <a:lnTo>
                  <a:pt x="1057727" y="136520"/>
                </a:lnTo>
                <a:lnTo>
                  <a:pt x="1057727" y="285361"/>
                </a:lnTo>
                <a:lnTo>
                  <a:pt x="1206039" y="285361"/>
                </a:lnTo>
                <a:lnTo>
                  <a:pt x="1206039" y="69502"/>
                </a:lnTo>
                <a:lnTo>
                  <a:pt x="1113324" y="69502"/>
                </a:lnTo>
                <a:cubicBezTo>
                  <a:pt x="1111221" y="69502"/>
                  <a:pt x="1109568" y="67774"/>
                  <a:pt x="1109568" y="65744"/>
                </a:cubicBezTo>
                <a:cubicBezTo>
                  <a:pt x="1109568" y="63717"/>
                  <a:pt x="1111221" y="61988"/>
                  <a:pt x="1113324" y="61988"/>
                </a:cubicBezTo>
                <a:lnTo>
                  <a:pt x="1213552" y="61988"/>
                </a:lnTo>
                <a:lnTo>
                  <a:pt x="1213552" y="293024"/>
                </a:lnTo>
                <a:lnTo>
                  <a:pt x="1050138" y="293024"/>
                </a:lnTo>
                <a:close/>
                <a:moveTo>
                  <a:pt x="983047" y="0"/>
                </a:moveTo>
                <a:lnTo>
                  <a:pt x="987550" y="0"/>
                </a:lnTo>
                <a:lnTo>
                  <a:pt x="989054" y="1506"/>
                </a:lnTo>
                <a:lnTo>
                  <a:pt x="989054" y="146739"/>
                </a:lnTo>
                <a:cubicBezTo>
                  <a:pt x="989054" y="148843"/>
                  <a:pt x="987402" y="150496"/>
                  <a:pt x="985299" y="150496"/>
                </a:cubicBezTo>
                <a:cubicBezTo>
                  <a:pt x="983194" y="150496"/>
                  <a:pt x="981541" y="148768"/>
                  <a:pt x="981541" y="146739"/>
                </a:cubicBezTo>
                <a:lnTo>
                  <a:pt x="981541" y="1506"/>
                </a:lnTo>
                <a:close/>
                <a:moveTo>
                  <a:pt x="909112" y="0"/>
                </a:moveTo>
                <a:lnTo>
                  <a:pt x="916626" y="0"/>
                </a:lnTo>
                <a:lnTo>
                  <a:pt x="916626" y="51769"/>
                </a:lnTo>
                <a:lnTo>
                  <a:pt x="919405" y="54549"/>
                </a:lnTo>
                <a:lnTo>
                  <a:pt x="916626" y="57328"/>
                </a:lnTo>
                <a:lnTo>
                  <a:pt x="916626" y="209401"/>
                </a:lnTo>
                <a:lnTo>
                  <a:pt x="983419" y="276420"/>
                </a:lnTo>
                <a:lnTo>
                  <a:pt x="983419" y="539701"/>
                </a:lnTo>
                <a:lnTo>
                  <a:pt x="994558" y="544337"/>
                </a:lnTo>
                <a:cubicBezTo>
                  <a:pt x="998953" y="548753"/>
                  <a:pt x="1001678" y="554856"/>
                  <a:pt x="1001678" y="561618"/>
                </a:cubicBezTo>
                <a:cubicBezTo>
                  <a:pt x="1001678" y="575143"/>
                  <a:pt x="990783" y="586036"/>
                  <a:pt x="977409" y="586036"/>
                </a:cubicBezTo>
                <a:cubicBezTo>
                  <a:pt x="964035" y="586036"/>
                  <a:pt x="953141" y="575143"/>
                  <a:pt x="953141" y="561618"/>
                </a:cubicBezTo>
                <a:cubicBezTo>
                  <a:pt x="953141" y="554894"/>
                  <a:pt x="955864" y="548789"/>
                  <a:pt x="960260" y="544365"/>
                </a:cubicBezTo>
                <a:lnTo>
                  <a:pt x="975906" y="537828"/>
                </a:lnTo>
                <a:lnTo>
                  <a:pt x="975906" y="279500"/>
                </a:lnTo>
                <a:lnTo>
                  <a:pt x="909112" y="212480"/>
                </a:lnTo>
                <a:lnTo>
                  <a:pt x="909112" y="58305"/>
                </a:lnTo>
                <a:lnTo>
                  <a:pt x="844272" y="58305"/>
                </a:lnTo>
                <a:lnTo>
                  <a:pt x="844272" y="132763"/>
                </a:lnTo>
                <a:cubicBezTo>
                  <a:pt x="844272" y="134866"/>
                  <a:pt x="842620" y="136519"/>
                  <a:pt x="840516" y="136519"/>
                </a:cubicBezTo>
                <a:cubicBezTo>
                  <a:pt x="838412" y="136519"/>
                  <a:pt x="836760" y="134792"/>
                  <a:pt x="836760" y="132763"/>
                </a:cubicBezTo>
                <a:lnTo>
                  <a:pt x="836760" y="50792"/>
                </a:lnTo>
                <a:lnTo>
                  <a:pt x="909112" y="50792"/>
                </a:lnTo>
                <a:close/>
                <a:moveTo>
                  <a:pt x="764406" y="0"/>
                </a:moveTo>
                <a:lnTo>
                  <a:pt x="771919" y="0"/>
                </a:lnTo>
                <a:lnTo>
                  <a:pt x="771919" y="279575"/>
                </a:lnTo>
                <a:lnTo>
                  <a:pt x="713465" y="338254"/>
                </a:lnTo>
                <a:lnTo>
                  <a:pt x="713465" y="541788"/>
                </a:lnTo>
                <a:lnTo>
                  <a:pt x="825640" y="654359"/>
                </a:lnTo>
                <a:lnTo>
                  <a:pt x="825640" y="429765"/>
                </a:lnTo>
                <a:lnTo>
                  <a:pt x="770943" y="429765"/>
                </a:lnTo>
                <a:cubicBezTo>
                  <a:pt x="768839" y="429765"/>
                  <a:pt x="767186" y="428035"/>
                  <a:pt x="767186" y="426007"/>
                </a:cubicBezTo>
                <a:cubicBezTo>
                  <a:pt x="767186" y="423981"/>
                  <a:pt x="768839" y="422252"/>
                  <a:pt x="770943" y="422252"/>
                </a:cubicBezTo>
                <a:lnTo>
                  <a:pt x="825640" y="422252"/>
                </a:lnTo>
                <a:lnTo>
                  <a:pt x="825640" y="275713"/>
                </a:lnTo>
                <a:lnTo>
                  <a:pt x="814502" y="271078"/>
                </a:lnTo>
                <a:cubicBezTo>
                  <a:pt x="810106" y="266664"/>
                  <a:pt x="807383" y="260560"/>
                  <a:pt x="807383" y="253797"/>
                </a:cubicBezTo>
                <a:cubicBezTo>
                  <a:pt x="807383" y="240347"/>
                  <a:pt x="818277" y="229379"/>
                  <a:pt x="831650" y="229379"/>
                </a:cubicBezTo>
                <a:cubicBezTo>
                  <a:pt x="845025" y="229379"/>
                  <a:pt x="855919" y="240273"/>
                  <a:pt x="855919" y="253797"/>
                </a:cubicBezTo>
                <a:cubicBezTo>
                  <a:pt x="855919" y="260560"/>
                  <a:pt x="853196" y="266664"/>
                  <a:pt x="848800" y="271078"/>
                </a:cubicBezTo>
                <a:lnTo>
                  <a:pt x="833153" y="277591"/>
                </a:lnTo>
                <a:lnTo>
                  <a:pt x="833153" y="661898"/>
                </a:lnTo>
                <a:lnTo>
                  <a:pt x="905806" y="734807"/>
                </a:lnTo>
                <a:cubicBezTo>
                  <a:pt x="907310" y="736310"/>
                  <a:pt x="907310" y="738714"/>
                  <a:pt x="905806" y="740142"/>
                </a:cubicBezTo>
                <a:cubicBezTo>
                  <a:pt x="904303" y="741645"/>
                  <a:pt x="901975" y="741645"/>
                  <a:pt x="900472" y="740142"/>
                </a:cubicBezTo>
                <a:lnTo>
                  <a:pt x="705953" y="544946"/>
                </a:lnTo>
                <a:lnTo>
                  <a:pt x="705953" y="335097"/>
                </a:lnTo>
                <a:lnTo>
                  <a:pt x="764406" y="276420"/>
                </a:lnTo>
                <a:close/>
                <a:moveTo>
                  <a:pt x="705876" y="0"/>
                </a:moveTo>
                <a:lnTo>
                  <a:pt x="713465" y="0"/>
                </a:lnTo>
                <a:lnTo>
                  <a:pt x="713465" y="234870"/>
                </a:lnTo>
                <a:lnTo>
                  <a:pt x="671690" y="276793"/>
                </a:lnTo>
                <a:lnTo>
                  <a:pt x="671690" y="583713"/>
                </a:lnTo>
                <a:lnTo>
                  <a:pt x="879058" y="791832"/>
                </a:lnTo>
                <a:lnTo>
                  <a:pt x="879058" y="974244"/>
                </a:lnTo>
                <a:lnTo>
                  <a:pt x="963434" y="889578"/>
                </a:lnTo>
                <a:lnTo>
                  <a:pt x="963434" y="662303"/>
                </a:lnTo>
                <a:lnTo>
                  <a:pt x="908436" y="607155"/>
                </a:lnTo>
                <a:lnTo>
                  <a:pt x="908436" y="325556"/>
                </a:lnTo>
                <a:cubicBezTo>
                  <a:pt x="908436" y="323452"/>
                  <a:pt x="910089" y="321799"/>
                  <a:pt x="912192" y="321799"/>
                </a:cubicBezTo>
                <a:lnTo>
                  <a:pt x="912192" y="321725"/>
                </a:lnTo>
                <a:cubicBezTo>
                  <a:pt x="914296" y="321725"/>
                  <a:pt x="915949" y="323452"/>
                  <a:pt x="915949" y="325482"/>
                </a:cubicBezTo>
                <a:lnTo>
                  <a:pt x="915949" y="603925"/>
                </a:lnTo>
                <a:lnTo>
                  <a:pt x="970946" y="659072"/>
                </a:lnTo>
                <a:lnTo>
                  <a:pt x="970946" y="892661"/>
                </a:lnTo>
                <a:lnTo>
                  <a:pt x="882215" y="981763"/>
                </a:lnTo>
                <a:lnTo>
                  <a:pt x="879058" y="981763"/>
                </a:lnTo>
                <a:lnTo>
                  <a:pt x="879058" y="1154117"/>
                </a:lnTo>
                <a:lnTo>
                  <a:pt x="877632" y="1155246"/>
                </a:lnTo>
                <a:cubicBezTo>
                  <a:pt x="849381" y="1178011"/>
                  <a:pt x="818726" y="1206636"/>
                  <a:pt x="818501" y="1213023"/>
                </a:cubicBezTo>
                <a:lnTo>
                  <a:pt x="818501" y="1293716"/>
                </a:lnTo>
                <a:lnTo>
                  <a:pt x="885071" y="1293716"/>
                </a:lnTo>
                <a:cubicBezTo>
                  <a:pt x="887175" y="1293716"/>
                  <a:pt x="888828" y="1295444"/>
                  <a:pt x="888828" y="1297474"/>
                </a:cubicBezTo>
                <a:cubicBezTo>
                  <a:pt x="888828" y="1299501"/>
                  <a:pt x="887175" y="1301230"/>
                  <a:pt x="885071" y="1301230"/>
                </a:cubicBezTo>
                <a:lnTo>
                  <a:pt x="818501" y="1301230"/>
                </a:lnTo>
                <a:lnTo>
                  <a:pt x="818501" y="1513556"/>
                </a:lnTo>
                <a:lnTo>
                  <a:pt x="631720" y="1513556"/>
                </a:lnTo>
                <a:cubicBezTo>
                  <a:pt x="629616" y="1513556"/>
                  <a:pt x="627963" y="1511829"/>
                  <a:pt x="627963" y="1509799"/>
                </a:cubicBezTo>
                <a:cubicBezTo>
                  <a:pt x="627963" y="1507770"/>
                  <a:pt x="629616" y="1506043"/>
                  <a:pt x="631720" y="1506043"/>
                </a:cubicBezTo>
                <a:lnTo>
                  <a:pt x="658694" y="1506043"/>
                </a:lnTo>
                <a:lnTo>
                  <a:pt x="658694" y="1406568"/>
                </a:lnTo>
                <a:lnTo>
                  <a:pt x="646052" y="1401306"/>
                </a:lnTo>
                <a:cubicBezTo>
                  <a:pt x="641657" y="1396893"/>
                  <a:pt x="638934" y="1390789"/>
                  <a:pt x="638934" y="1384026"/>
                </a:cubicBezTo>
                <a:cubicBezTo>
                  <a:pt x="638934" y="1370577"/>
                  <a:pt x="649828" y="1359608"/>
                  <a:pt x="663201" y="1359608"/>
                </a:cubicBezTo>
                <a:cubicBezTo>
                  <a:pt x="676576" y="1359608"/>
                  <a:pt x="687470" y="1370503"/>
                  <a:pt x="687470" y="1384026"/>
                </a:cubicBezTo>
                <a:cubicBezTo>
                  <a:pt x="687470" y="1390789"/>
                  <a:pt x="684747" y="1396893"/>
                  <a:pt x="680351" y="1401306"/>
                </a:cubicBezTo>
                <a:lnTo>
                  <a:pt x="666206" y="1407194"/>
                </a:lnTo>
                <a:lnTo>
                  <a:pt x="666206" y="1506043"/>
                </a:lnTo>
                <a:lnTo>
                  <a:pt x="810914" y="1506043"/>
                </a:lnTo>
                <a:lnTo>
                  <a:pt x="810914" y="1213098"/>
                </a:lnTo>
                <a:cubicBezTo>
                  <a:pt x="810914" y="1200776"/>
                  <a:pt x="855466" y="1163510"/>
                  <a:pt x="871470" y="1150513"/>
                </a:cubicBezTo>
                <a:lnTo>
                  <a:pt x="871470" y="794988"/>
                </a:lnTo>
                <a:lnTo>
                  <a:pt x="664103" y="586870"/>
                </a:lnTo>
                <a:lnTo>
                  <a:pt x="664103" y="273713"/>
                </a:lnTo>
                <a:lnTo>
                  <a:pt x="705876" y="231790"/>
                </a:lnTo>
                <a:close/>
                <a:moveTo>
                  <a:pt x="580273" y="0"/>
                </a:moveTo>
                <a:lnTo>
                  <a:pt x="589760" y="0"/>
                </a:lnTo>
                <a:lnTo>
                  <a:pt x="588894" y="2032"/>
                </a:lnTo>
                <a:cubicBezTo>
                  <a:pt x="576347" y="10371"/>
                  <a:pt x="328332" y="262294"/>
                  <a:pt x="232012" y="360493"/>
                </a:cubicBezTo>
                <a:lnTo>
                  <a:pt x="232012" y="714897"/>
                </a:lnTo>
                <a:lnTo>
                  <a:pt x="466052" y="949831"/>
                </a:lnTo>
                <a:cubicBezTo>
                  <a:pt x="467554" y="951334"/>
                  <a:pt x="467554" y="953739"/>
                  <a:pt x="466052" y="955166"/>
                </a:cubicBezTo>
                <a:cubicBezTo>
                  <a:pt x="464549" y="956593"/>
                  <a:pt x="462219" y="956670"/>
                  <a:pt x="460718" y="955166"/>
                </a:cubicBezTo>
                <a:lnTo>
                  <a:pt x="224422" y="718052"/>
                </a:lnTo>
                <a:lnTo>
                  <a:pt x="224422" y="357413"/>
                </a:lnTo>
                <a:lnTo>
                  <a:pt x="225474" y="356286"/>
                </a:lnTo>
                <a:lnTo>
                  <a:pt x="252298" y="328967"/>
                </a:lnTo>
                <a:lnTo>
                  <a:pt x="252298" y="45233"/>
                </a:lnTo>
                <a:lnTo>
                  <a:pt x="432167" y="45233"/>
                </a:lnTo>
                <a:lnTo>
                  <a:pt x="350780" y="126879"/>
                </a:lnTo>
                <a:lnTo>
                  <a:pt x="353203" y="132758"/>
                </a:lnTo>
                <a:cubicBezTo>
                  <a:pt x="353203" y="146282"/>
                  <a:pt x="342308" y="157176"/>
                  <a:pt x="328934" y="157176"/>
                </a:cubicBezTo>
                <a:cubicBezTo>
                  <a:pt x="315560" y="157176"/>
                  <a:pt x="304666" y="146282"/>
                  <a:pt x="304666" y="132758"/>
                </a:cubicBezTo>
                <a:cubicBezTo>
                  <a:pt x="304666" y="119309"/>
                  <a:pt x="315560" y="108339"/>
                  <a:pt x="328934" y="108339"/>
                </a:cubicBezTo>
                <a:cubicBezTo>
                  <a:pt x="335621" y="108339"/>
                  <a:pt x="341688" y="111063"/>
                  <a:pt x="346084" y="115477"/>
                </a:cubicBezTo>
                <a:lnTo>
                  <a:pt x="347664" y="119313"/>
                </a:lnTo>
                <a:lnTo>
                  <a:pt x="413909" y="52822"/>
                </a:lnTo>
                <a:lnTo>
                  <a:pt x="259811" y="52822"/>
                </a:lnTo>
                <a:lnTo>
                  <a:pt x="259811" y="321316"/>
                </a:lnTo>
                <a:lnTo>
                  <a:pt x="264281" y="316764"/>
                </a:lnTo>
                <a:cubicBezTo>
                  <a:pt x="357845" y="221537"/>
                  <a:pt x="528273" y="48553"/>
                  <a:pt x="574394" y="5121"/>
                </a:cubicBezTo>
                <a:close/>
                <a:moveTo>
                  <a:pt x="157706" y="0"/>
                </a:moveTo>
                <a:lnTo>
                  <a:pt x="165218" y="0"/>
                </a:lnTo>
                <a:lnTo>
                  <a:pt x="165218" y="832179"/>
                </a:lnTo>
                <a:lnTo>
                  <a:pt x="339678" y="1007255"/>
                </a:lnTo>
                <a:lnTo>
                  <a:pt x="339678" y="1007158"/>
                </a:lnTo>
                <a:lnTo>
                  <a:pt x="373187" y="973499"/>
                </a:lnTo>
                <a:lnTo>
                  <a:pt x="299331" y="899344"/>
                </a:lnTo>
                <a:cubicBezTo>
                  <a:pt x="297828" y="897842"/>
                  <a:pt x="297828" y="895438"/>
                  <a:pt x="299331" y="894012"/>
                </a:cubicBezTo>
                <a:cubicBezTo>
                  <a:pt x="300083" y="893260"/>
                  <a:pt x="301060" y="892885"/>
                  <a:pt x="301961" y="892885"/>
                </a:cubicBezTo>
                <a:lnTo>
                  <a:pt x="302036" y="892885"/>
                </a:lnTo>
                <a:cubicBezTo>
                  <a:pt x="303012" y="892885"/>
                  <a:pt x="303990" y="893260"/>
                  <a:pt x="304666" y="894012"/>
                </a:cubicBezTo>
                <a:lnTo>
                  <a:pt x="383856" y="973499"/>
                </a:lnTo>
                <a:lnTo>
                  <a:pt x="345012" y="1012492"/>
                </a:lnTo>
                <a:lnTo>
                  <a:pt x="344896" y="1012492"/>
                </a:lnTo>
                <a:lnTo>
                  <a:pt x="586039" y="1254497"/>
                </a:lnTo>
                <a:lnTo>
                  <a:pt x="632772" y="1254497"/>
                </a:lnTo>
                <a:lnTo>
                  <a:pt x="632772" y="1327151"/>
                </a:lnTo>
                <a:lnTo>
                  <a:pt x="749680" y="1327151"/>
                </a:lnTo>
                <a:lnTo>
                  <a:pt x="749680" y="1465019"/>
                </a:lnTo>
                <a:cubicBezTo>
                  <a:pt x="749680" y="1467124"/>
                  <a:pt x="748028" y="1468777"/>
                  <a:pt x="745924" y="1468777"/>
                </a:cubicBezTo>
                <a:cubicBezTo>
                  <a:pt x="743819" y="1468777"/>
                  <a:pt x="742167" y="1467048"/>
                  <a:pt x="742167" y="1465019"/>
                </a:cubicBezTo>
                <a:lnTo>
                  <a:pt x="742167" y="1334738"/>
                </a:lnTo>
                <a:lnTo>
                  <a:pt x="625260" y="1334738"/>
                </a:lnTo>
                <a:lnTo>
                  <a:pt x="625260" y="1262085"/>
                </a:lnTo>
                <a:lnTo>
                  <a:pt x="582959" y="1262085"/>
                </a:lnTo>
                <a:lnTo>
                  <a:pt x="157706" y="835334"/>
                </a:lnTo>
                <a:close/>
              </a:path>
            </a:pathLst>
          </a:custGeom>
          <a:gradFill flip="none" rotWithShape="1">
            <a:gsLst>
              <a:gs pos="81000">
                <a:schemeClr val="accent5"/>
              </a:gs>
              <a:gs pos="100000">
                <a:schemeClr val="accent6">
                  <a:alpha val="0"/>
                </a:schemeClr>
              </a:gs>
            </a:gsLst>
            <a:lin ang="5400000" scaled="1"/>
            <a:tileRect/>
          </a:gradFill>
          <a:ln w="69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F8E3974-74FA-F531-A7BF-E63289C275EE}"/>
              </a:ext>
            </a:extLst>
          </p:cNvPr>
          <p:cNvGrpSpPr/>
          <p:nvPr userDrawn="1"/>
        </p:nvGrpSpPr>
        <p:grpSpPr>
          <a:xfrm>
            <a:off x="167922" y="171362"/>
            <a:ext cx="789465" cy="806672"/>
            <a:chOff x="175169" y="228512"/>
            <a:chExt cx="789465" cy="806672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F4961B3-FC65-97E3-3C66-0A9D49C1422B}"/>
                </a:ext>
              </a:extLst>
            </p:cNvPr>
            <p:cNvSpPr/>
            <p:nvPr userDrawn="1"/>
          </p:nvSpPr>
          <p:spPr>
            <a:xfrm>
              <a:off x="175169" y="550145"/>
              <a:ext cx="485039" cy="485039"/>
            </a:xfrm>
            <a:custGeom>
              <a:avLst/>
              <a:gdLst>
                <a:gd name="connsiteX0" fmla="*/ 242520 w 485039"/>
                <a:gd name="connsiteY0" fmla="*/ 485039 h 485039"/>
                <a:gd name="connsiteX1" fmla="*/ 0 w 485039"/>
                <a:gd name="connsiteY1" fmla="*/ 242520 h 485039"/>
                <a:gd name="connsiteX2" fmla="*/ 242520 w 485039"/>
                <a:gd name="connsiteY2" fmla="*/ 0 h 485039"/>
                <a:gd name="connsiteX3" fmla="*/ 485039 w 485039"/>
                <a:gd name="connsiteY3" fmla="*/ 242520 h 485039"/>
                <a:gd name="connsiteX4" fmla="*/ 242520 w 485039"/>
                <a:gd name="connsiteY4" fmla="*/ 485039 h 485039"/>
                <a:gd name="connsiteX5" fmla="*/ 242520 w 485039"/>
                <a:gd name="connsiteY5" fmla="*/ 24869 h 485039"/>
                <a:gd name="connsiteX6" fmla="*/ 24834 w 485039"/>
                <a:gd name="connsiteY6" fmla="*/ 242555 h 485039"/>
                <a:gd name="connsiteX7" fmla="*/ 242520 w 485039"/>
                <a:gd name="connsiteY7" fmla="*/ 460241 h 485039"/>
                <a:gd name="connsiteX8" fmla="*/ 460205 w 485039"/>
                <a:gd name="connsiteY8" fmla="*/ 242555 h 485039"/>
                <a:gd name="connsiteX9" fmla="*/ 242520 w 485039"/>
                <a:gd name="connsiteY9" fmla="*/ 24869 h 485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85039" h="485039">
                  <a:moveTo>
                    <a:pt x="242520" y="485039"/>
                  </a:moveTo>
                  <a:cubicBezTo>
                    <a:pt x="108807" y="485039"/>
                    <a:pt x="0" y="376232"/>
                    <a:pt x="0" y="242520"/>
                  </a:cubicBezTo>
                  <a:cubicBezTo>
                    <a:pt x="0" y="108807"/>
                    <a:pt x="108807" y="0"/>
                    <a:pt x="242520" y="0"/>
                  </a:cubicBezTo>
                  <a:cubicBezTo>
                    <a:pt x="376232" y="0"/>
                    <a:pt x="485039" y="108807"/>
                    <a:pt x="485039" y="242520"/>
                  </a:cubicBezTo>
                  <a:cubicBezTo>
                    <a:pt x="485039" y="376232"/>
                    <a:pt x="376232" y="485039"/>
                    <a:pt x="242520" y="485039"/>
                  </a:cubicBezTo>
                  <a:close/>
                  <a:moveTo>
                    <a:pt x="242520" y="24869"/>
                  </a:moveTo>
                  <a:cubicBezTo>
                    <a:pt x="122501" y="24869"/>
                    <a:pt x="24834" y="122501"/>
                    <a:pt x="24834" y="242555"/>
                  </a:cubicBezTo>
                  <a:cubicBezTo>
                    <a:pt x="24834" y="362609"/>
                    <a:pt x="122466" y="460241"/>
                    <a:pt x="242520" y="460241"/>
                  </a:cubicBezTo>
                  <a:cubicBezTo>
                    <a:pt x="362573" y="460241"/>
                    <a:pt x="460205" y="362609"/>
                    <a:pt x="460205" y="242555"/>
                  </a:cubicBezTo>
                  <a:cubicBezTo>
                    <a:pt x="460205" y="122501"/>
                    <a:pt x="362573" y="24869"/>
                    <a:pt x="242520" y="2486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2C40FD2-4A69-36D1-651C-1F5373696FD2}"/>
                </a:ext>
              </a:extLst>
            </p:cNvPr>
            <p:cNvSpPr/>
            <p:nvPr userDrawn="1"/>
          </p:nvSpPr>
          <p:spPr>
            <a:xfrm>
              <a:off x="725946" y="228512"/>
              <a:ext cx="238688" cy="238688"/>
            </a:xfrm>
            <a:custGeom>
              <a:avLst/>
              <a:gdLst>
                <a:gd name="connsiteX0" fmla="*/ 119344 w 238688"/>
                <a:gd name="connsiteY0" fmla="*/ 238688 h 238688"/>
                <a:gd name="connsiteX1" fmla="*/ 0 w 238688"/>
                <a:gd name="connsiteY1" fmla="*/ 119344 h 238688"/>
                <a:gd name="connsiteX2" fmla="*/ 119344 w 238688"/>
                <a:gd name="connsiteY2" fmla="*/ 0 h 238688"/>
                <a:gd name="connsiteX3" fmla="*/ 238688 w 238688"/>
                <a:gd name="connsiteY3" fmla="*/ 119344 h 238688"/>
                <a:gd name="connsiteX4" fmla="*/ 119344 w 238688"/>
                <a:gd name="connsiteY4" fmla="*/ 238688 h 238688"/>
                <a:gd name="connsiteX5" fmla="*/ 119344 w 238688"/>
                <a:gd name="connsiteY5" fmla="*/ 24798 h 238688"/>
                <a:gd name="connsiteX6" fmla="*/ 24834 w 238688"/>
                <a:gd name="connsiteY6" fmla="*/ 119309 h 238688"/>
                <a:gd name="connsiteX7" fmla="*/ 119344 w 238688"/>
                <a:gd name="connsiteY7" fmla="*/ 213819 h 238688"/>
                <a:gd name="connsiteX8" fmla="*/ 213854 w 238688"/>
                <a:gd name="connsiteY8" fmla="*/ 119309 h 238688"/>
                <a:gd name="connsiteX9" fmla="*/ 119344 w 238688"/>
                <a:gd name="connsiteY9" fmla="*/ 24798 h 238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8688" h="238688">
                  <a:moveTo>
                    <a:pt x="119344" y="238688"/>
                  </a:moveTo>
                  <a:cubicBezTo>
                    <a:pt x="53535" y="238688"/>
                    <a:pt x="0" y="185154"/>
                    <a:pt x="0" y="119344"/>
                  </a:cubicBezTo>
                  <a:cubicBezTo>
                    <a:pt x="0" y="53535"/>
                    <a:pt x="53535" y="0"/>
                    <a:pt x="119344" y="0"/>
                  </a:cubicBezTo>
                  <a:cubicBezTo>
                    <a:pt x="185154" y="0"/>
                    <a:pt x="238688" y="53535"/>
                    <a:pt x="238688" y="119344"/>
                  </a:cubicBezTo>
                  <a:cubicBezTo>
                    <a:pt x="238688" y="185154"/>
                    <a:pt x="185154" y="238688"/>
                    <a:pt x="119344" y="238688"/>
                  </a:cubicBezTo>
                  <a:close/>
                  <a:moveTo>
                    <a:pt x="119344" y="24798"/>
                  </a:moveTo>
                  <a:cubicBezTo>
                    <a:pt x="67229" y="24798"/>
                    <a:pt x="24834" y="67193"/>
                    <a:pt x="24834" y="119309"/>
                  </a:cubicBezTo>
                  <a:cubicBezTo>
                    <a:pt x="24834" y="171424"/>
                    <a:pt x="67229" y="213819"/>
                    <a:pt x="119344" y="213819"/>
                  </a:cubicBezTo>
                  <a:cubicBezTo>
                    <a:pt x="171460" y="213819"/>
                    <a:pt x="213854" y="171424"/>
                    <a:pt x="213854" y="119309"/>
                  </a:cubicBezTo>
                  <a:cubicBezTo>
                    <a:pt x="213854" y="67193"/>
                    <a:pt x="171460" y="24798"/>
                    <a:pt x="119344" y="24798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584C4DF-5CE5-8905-1DCF-9242F341443A}"/>
              </a:ext>
            </a:extLst>
          </p:cNvPr>
          <p:cNvGrpSpPr/>
          <p:nvPr userDrawn="1"/>
        </p:nvGrpSpPr>
        <p:grpSpPr>
          <a:xfrm flipH="1">
            <a:off x="11234614" y="171362"/>
            <a:ext cx="789465" cy="806672"/>
            <a:chOff x="175169" y="228512"/>
            <a:chExt cx="789465" cy="806672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32CE5D7-381E-91F5-0710-4292DF03CCCB}"/>
                </a:ext>
              </a:extLst>
            </p:cNvPr>
            <p:cNvSpPr/>
            <p:nvPr userDrawn="1"/>
          </p:nvSpPr>
          <p:spPr>
            <a:xfrm>
              <a:off x="175169" y="550145"/>
              <a:ext cx="485039" cy="485039"/>
            </a:xfrm>
            <a:custGeom>
              <a:avLst/>
              <a:gdLst>
                <a:gd name="connsiteX0" fmla="*/ 242520 w 485039"/>
                <a:gd name="connsiteY0" fmla="*/ 485039 h 485039"/>
                <a:gd name="connsiteX1" fmla="*/ 0 w 485039"/>
                <a:gd name="connsiteY1" fmla="*/ 242520 h 485039"/>
                <a:gd name="connsiteX2" fmla="*/ 242520 w 485039"/>
                <a:gd name="connsiteY2" fmla="*/ 0 h 485039"/>
                <a:gd name="connsiteX3" fmla="*/ 485039 w 485039"/>
                <a:gd name="connsiteY3" fmla="*/ 242520 h 485039"/>
                <a:gd name="connsiteX4" fmla="*/ 242520 w 485039"/>
                <a:gd name="connsiteY4" fmla="*/ 485039 h 485039"/>
                <a:gd name="connsiteX5" fmla="*/ 242520 w 485039"/>
                <a:gd name="connsiteY5" fmla="*/ 24869 h 485039"/>
                <a:gd name="connsiteX6" fmla="*/ 24834 w 485039"/>
                <a:gd name="connsiteY6" fmla="*/ 242555 h 485039"/>
                <a:gd name="connsiteX7" fmla="*/ 242520 w 485039"/>
                <a:gd name="connsiteY7" fmla="*/ 460241 h 485039"/>
                <a:gd name="connsiteX8" fmla="*/ 460205 w 485039"/>
                <a:gd name="connsiteY8" fmla="*/ 242555 h 485039"/>
                <a:gd name="connsiteX9" fmla="*/ 242520 w 485039"/>
                <a:gd name="connsiteY9" fmla="*/ 24869 h 485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85039" h="485039">
                  <a:moveTo>
                    <a:pt x="242520" y="485039"/>
                  </a:moveTo>
                  <a:cubicBezTo>
                    <a:pt x="108807" y="485039"/>
                    <a:pt x="0" y="376232"/>
                    <a:pt x="0" y="242520"/>
                  </a:cubicBezTo>
                  <a:cubicBezTo>
                    <a:pt x="0" y="108807"/>
                    <a:pt x="108807" y="0"/>
                    <a:pt x="242520" y="0"/>
                  </a:cubicBezTo>
                  <a:cubicBezTo>
                    <a:pt x="376232" y="0"/>
                    <a:pt x="485039" y="108807"/>
                    <a:pt x="485039" y="242520"/>
                  </a:cubicBezTo>
                  <a:cubicBezTo>
                    <a:pt x="485039" y="376232"/>
                    <a:pt x="376232" y="485039"/>
                    <a:pt x="242520" y="485039"/>
                  </a:cubicBezTo>
                  <a:close/>
                  <a:moveTo>
                    <a:pt x="242520" y="24869"/>
                  </a:moveTo>
                  <a:cubicBezTo>
                    <a:pt x="122501" y="24869"/>
                    <a:pt x="24834" y="122501"/>
                    <a:pt x="24834" y="242555"/>
                  </a:cubicBezTo>
                  <a:cubicBezTo>
                    <a:pt x="24834" y="362609"/>
                    <a:pt x="122466" y="460241"/>
                    <a:pt x="242520" y="460241"/>
                  </a:cubicBezTo>
                  <a:cubicBezTo>
                    <a:pt x="362573" y="460241"/>
                    <a:pt x="460205" y="362609"/>
                    <a:pt x="460205" y="242555"/>
                  </a:cubicBezTo>
                  <a:cubicBezTo>
                    <a:pt x="460205" y="122501"/>
                    <a:pt x="362573" y="24869"/>
                    <a:pt x="242520" y="2486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3EEFF79-7EA3-4C0F-4CA0-4EEF8CC820CC}"/>
                </a:ext>
              </a:extLst>
            </p:cNvPr>
            <p:cNvSpPr/>
            <p:nvPr userDrawn="1"/>
          </p:nvSpPr>
          <p:spPr>
            <a:xfrm>
              <a:off x="725946" y="228512"/>
              <a:ext cx="238688" cy="238688"/>
            </a:xfrm>
            <a:custGeom>
              <a:avLst/>
              <a:gdLst>
                <a:gd name="connsiteX0" fmla="*/ 119344 w 238688"/>
                <a:gd name="connsiteY0" fmla="*/ 238688 h 238688"/>
                <a:gd name="connsiteX1" fmla="*/ 0 w 238688"/>
                <a:gd name="connsiteY1" fmla="*/ 119344 h 238688"/>
                <a:gd name="connsiteX2" fmla="*/ 119344 w 238688"/>
                <a:gd name="connsiteY2" fmla="*/ 0 h 238688"/>
                <a:gd name="connsiteX3" fmla="*/ 238688 w 238688"/>
                <a:gd name="connsiteY3" fmla="*/ 119344 h 238688"/>
                <a:gd name="connsiteX4" fmla="*/ 119344 w 238688"/>
                <a:gd name="connsiteY4" fmla="*/ 238688 h 238688"/>
                <a:gd name="connsiteX5" fmla="*/ 119344 w 238688"/>
                <a:gd name="connsiteY5" fmla="*/ 24798 h 238688"/>
                <a:gd name="connsiteX6" fmla="*/ 24834 w 238688"/>
                <a:gd name="connsiteY6" fmla="*/ 119309 h 238688"/>
                <a:gd name="connsiteX7" fmla="*/ 119344 w 238688"/>
                <a:gd name="connsiteY7" fmla="*/ 213819 h 238688"/>
                <a:gd name="connsiteX8" fmla="*/ 213854 w 238688"/>
                <a:gd name="connsiteY8" fmla="*/ 119309 h 238688"/>
                <a:gd name="connsiteX9" fmla="*/ 119344 w 238688"/>
                <a:gd name="connsiteY9" fmla="*/ 24798 h 238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8688" h="238688">
                  <a:moveTo>
                    <a:pt x="119344" y="238688"/>
                  </a:moveTo>
                  <a:cubicBezTo>
                    <a:pt x="53535" y="238688"/>
                    <a:pt x="0" y="185154"/>
                    <a:pt x="0" y="119344"/>
                  </a:cubicBezTo>
                  <a:cubicBezTo>
                    <a:pt x="0" y="53535"/>
                    <a:pt x="53535" y="0"/>
                    <a:pt x="119344" y="0"/>
                  </a:cubicBezTo>
                  <a:cubicBezTo>
                    <a:pt x="185154" y="0"/>
                    <a:pt x="238688" y="53535"/>
                    <a:pt x="238688" y="119344"/>
                  </a:cubicBezTo>
                  <a:cubicBezTo>
                    <a:pt x="238688" y="185154"/>
                    <a:pt x="185154" y="238688"/>
                    <a:pt x="119344" y="238688"/>
                  </a:cubicBezTo>
                  <a:close/>
                  <a:moveTo>
                    <a:pt x="119344" y="24798"/>
                  </a:moveTo>
                  <a:cubicBezTo>
                    <a:pt x="67229" y="24798"/>
                    <a:pt x="24834" y="67193"/>
                    <a:pt x="24834" y="119309"/>
                  </a:cubicBezTo>
                  <a:cubicBezTo>
                    <a:pt x="24834" y="171424"/>
                    <a:pt x="67229" y="213819"/>
                    <a:pt x="119344" y="213819"/>
                  </a:cubicBezTo>
                  <a:cubicBezTo>
                    <a:pt x="171460" y="213819"/>
                    <a:pt x="213854" y="171424"/>
                    <a:pt x="213854" y="119309"/>
                  </a:cubicBezTo>
                  <a:cubicBezTo>
                    <a:pt x="213854" y="67193"/>
                    <a:pt x="171460" y="24798"/>
                    <a:pt x="119344" y="24798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83FFFE5-16BF-C817-1B19-83EB98AC9433}"/>
              </a:ext>
            </a:extLst>
          </p:cNvPr>
          <p:cNvSpPr txBox="1"/>
          <p:nvPr userDrawn="1"/>
        </p:nvSpPr>
        <p:spPr>
          <a:xfrm>
            <a:off x="1691287" y="59873"/>
            <a:ext cx="88094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+mn-lt"/>
              </a:rPr>
              <a:t>Attribution: </a:t>
            </a:r>
            <a:r>
              <a:rPr lang="en-US" sz="2400" dirty="0">
                <a:solidFill>
                  <a:schemeClr val="accent2">
                    <a:lumMod val="20000"/>
                    <a:lumOff val="80000"/>
                  </a:schemeClr>
                </a:solidFill>
                <a:latin typeface="+mn-lt"/>
              </a:rPr>
              <a:t>The presentation template is designed by </a:t>
            </a:r>
            <a:r>
              <a:rPr lang="en-US" sz="24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+mn-lt"/>
              </a:rPr>
              <a:t>Collidu.com</a:t>
            </a:r>
          </a:p>
        </p:txBody>
      </p:sp>
    </p:spTree>
    <p:extLst>
      <p:ext uri="{BB962C8B-B14F-4D97-AF65-F5344CB8AC3E}">
        <p14:creationId xmlns:p14="http://schemas.microsoft.com/office/powerpoint/2010/main" val="235018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/>
            </a:gs>
            <a:gs pos="82000">
              <a:schemeClr val="accent6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8249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bg1"/>
          </a:solidFill>
          <a:latin typeface="Share Tech" panose="00000500000000000000" pitchFamily="2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bg1"/>
          </a:solidFill>
          <a:latin typeface="Share Tech" panose="00000500000000000000" pitchFamily="2" charset="0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Share Tech" panose="00000500000000000000" pitchFamily="2" charset="0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bg1"/>
          </a:solidFill>
          <a:latin typeface="Share Tech" panose="00000500000000000000" pitchFamily="2" charset="0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bg1"/>
          </a:solidFill>
          <a:latin typeface="Share Tech" panose="00000500000000000000" pitchFamily="2" charset="0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bg1"/>
          </a:solidFill>
          <a:latin typeface="Share Tech" panose="00000500000000000000" pitchFamily="2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7459337" TargetMode="External"/><Relationship Id="rId2" Type="http://schemas.openxmlformats.org/officeDocument/2006/relationships/hyperlink" Target="http://large.stanford.edu/courses/2012/ph250/esfandyarpour1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ciencedirect.com/science/article/abs/pii/S0038110104001121" TargetMode="External"/><Relationship Id="rId5" Type="http://schemas.openxmlformats.org/officeDocument/2006/relationships/hyperlink" Target="https://ieeexplore.ieee.org/document/10396357" TargetMode="External"/><Relationship Id="rId4" Type="http://schemas.openxmlformats.org/officeDocument/2006/relationships/hyperlink" Target="https://ieeexplore.ieee.org/document/427835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raphic 3">
            <a:extLst>
              <a:ext uri="{FF2B5EF4-FFF2-40B4-BE49-F238E27FC236}">
                <a16:creationId xmlns:a16="http://schemas.microsoft.com/office/drawing/2014/main" id="{46AB5444-30FC-99E0-038A-E3ED4B5D4C2E}"/>
              </a:ext>
            </a:extLst>
          </p:cNvPr>
          <p:cNvSpPr/>
          <p:nvPr/>
        </p:nvSpPr>
        <p:spPr>
          <a:xfrm>
            <a:off x="3219450" y="1"/>
            <a:ext cx="8972550" cy="3907740"/>
          </a:xfrm>
          <a:custGeom>
            <a:avLst/>
            <a:gdLst>
              <a:gd name="connsiteX0" fmla="*/ 12183941 w 12183940"/>
              <a:gd name="connsiteY0" fmla="*/ 5306369 h 5306369"/>
              <a:gd name="connsiteX1" fmla="*/ 12183941 w 12183940"/>
              <a:gd name="connsiteY1" fmla="*/ 0 h 5306369"/>
              <a:gd name="connsiteX2" fmla="*/ 0 w 12183940"/>
              <a:gd name="connsiteY2" fmla="*/ 0 h 5306369"/>
              <a:gd name="connsiteX3" fmla="*/ 3181265 w 12183940"/>
              <a:gd name="connsiteY3" fmla="*/ 2381367 h 5306369"/>
              <a:gd name="connsiteX4" fmla="*/ 5592971 w 12183940"/>
              <a:gd name="connsiteY4" fmla="*/ 3491121 h 5306369"/>
              <a:gd name="connsiteX5" fmla="*/ 7986197 w 12183940"/>
              <a:gd name="connsiteY5" fmla="*/ 3182189 h 5306369"/>
              <a:gd name="connsiteX6" fmla="*/ 10080654 w 12183940"/>
              <a:gd name="connsiteY6" fmla="*/ 3798206 h 5306369"/>
              <a:gd name="connsiteX7" fmla="*/ 12183889 w 12183940"/>
              <a:gd name="connsiteY7" fmla="*/ 5306369 h 5306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3940" h="5306369">
                <a:moveTo>
                  <a:pt x="12183941" y="5306369"/>
                </a:moveTo>
                <a:lnTo>
                  <a:pt x="12183941" y="0"/>
                </a:lnTo>
                <a:lnTo>
                  <a:pt x="0" y="0"/>
                </a:lnTo>
                <a:cubicBezTo>
                  <a:pt x="1235781" y="1060319"/>
                  <a:pt x="2343277" y="1839067"/>
                  <a:pt x="3181265" y="2381367"/>
                </a:cubicBezTo>
                <a:cubicBezTo>
                  <a:pt x="4660886" y="3338862"/>
                  <a:pt x="5152314" y="3463298"/>
                  <a:pt x="5592971" y="3491121"/>
                </a:cubicBezTo>
                <a:cubicBezTo>
                  <a:pt x="6567356" y="3552620"/>
                  <a:pt x="6822232" y="3112014"/>
                  <a:pt x="7986197" y="3182189"/>
                </a:cubicBezTo>
                <a:cubicBezTo>
                  <a:pt x="8896002" y="3237066"/>
                  <a:pt x="9569975" y="3556317"/>
                  <a:pt x="10080654" y="3798206"/>
                </a:cubicBezTo>
                <a:cubicBezTo>
                  <a:pt x="10996619" y="4232087"/>
                  <a:pt x="11687739" y="4797642"/>
                  <a:pt x="12183889" y="530636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5"/>
              </a:gs>
              <a:gs pos="81000">
                <a:schemeClr val="accent6"/>
              </a:gs>
            </a:gsLst>
            <a:lin ang="6600000" scaled="0"/>
            <a:tileRect/>
          </a:gradFill>
          <a:ln w="513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Share Tech" panose="00000500000000000000" pitchFamily="2" charset="0"/>
            </a:endParaRPr>
          </a:p>
        </p:txBody>
      </p:sp>
      <p:sp>
        <p:nvSpPr>
          <p:cNvPr id="6" name="Graphic 3">
            <a:extLst>
              <a:ext uri="{FF2B5EF4-FFF2-40B4-BE49-F238E27FC236}">
                <a16:creationId xmlns:a16="http://schemas.microsoft.com/office/drawing/2014/main" id="{A45E71F0-D01E-E74F-263B-58D846D3B5B4}"/>
              </a:ext>
            </a:extLst>
          </p:cNvPr>
          <p:cNvSpPr/>
          <p:nvPr/>
        </p:nvSpPr>
        <p:spPr>
          <a:xfrm flipH="1" flipV="1">
            <a:off x="0" y="2950260"/>
            <a:ext cx="8972550" cy="3907740"/>
          </a:xfrm>
          <a:custGeom>
            <a:avLst/>
            <a:gdLst>
              <a:gd name="connsiteX0" fmla="*/ 12183941 w 12183940"/>
              <a:gd name="connsiteY0" fmla="*/ 5306369 h 5306369"/>
              <a:gd name="connsiteX1" fmla="*/ 12183941 w 12183940"/>
              <a:gd name="connsiteY1" fmla="*/ 0 h 5306369"/>
              <a:gd name="connsiteX2" fmla="*/ 0 w 12183940"/>
              <a:gd name="connsiteY2" fmla="*/ 0 h 5306369"/>
              <a:gd name="connsiteX3" fmla="*/ 3181265 w 12183940"/>
              <a:gd name="connsiteY3" fmla="*/ 2381367 h 5306369"/>
              <a:gd name="connsiteX4" fmla="*/ 5592971 w 12183940"/>
              <a:gd name="connsiteY4" fmla="*/ 3491121 h 5306369"/>
              <a:gd name="connsiteX5" fmla="*/ 7986197 w 12183940"/>
              <a:gd name="connsiteY5" fmla="*/ 3182189 h 5306369"/>
              <a:gd name="connsiteX6" fmla="*/ 10080654 w 12183940"/>
              <a:gd name="connsiteY6" fmla="*/ 3798206 h 5306369"/>
              <a:gd name="connsiteX7" fmla="*/ 12183889 w 12183940"/>
              <a:gd name="connsiteY7" fmla="*/ 5306369 h 5306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3940" h="5306369">
                <a:moveTo>
                  <a:pt x="12183941" y="5306369"/>
                </a:moveTo>
                <a:lnTo>
                  <a:pt x="12183941" y="0"/>
                </a:lnTo>
                <a:lnTo>
                  <a:pt x="0" y="0"/>
                </a:lnTo>
                <a:cubicBezTo>
                  <a:pt x="1235781" y="1060319"/>
                  <a:pt x="2343277" y="1839067"/>
                  <a:pt x="3181265" y="2381367"/>
                </a:cubicBezTo>
                <a:cubicBezTo>
                  <a:pt x="4660886" y="3338862"/>
                  <a:pt x="5152314" y="3463298"/>
                  <a:pt x="5592971" y="3491121"/>
                </a:cubicBezTo>
                <a:cubicBezTo>
                  <a:pt x="6567356" y="3552620"/>
                  <a:pt x="6822232" y="3112014"/>
                  <a:pt x="7986197" y="3182189"/>
                </a:cubicBezTo>
                <a:cubicBezTo>
                  <a:pt x="8896002" y="3237066"/>
                  <a:pt x="9569975" y="3556317"/>
                  <a:pt x="10080654" y="3798206"/>
                </a:cubicBezTo>
                <a:cubicBezTo>
                  <a:pt x="10996619" y="4232087"/>
                  <a:pt x="11687739" y="4797642"/>
                  <a:pt x="12183889" y="530636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5"/>
              </a:gs>
              <a:gs pos="81000">
                <a:schemeClr val="accent6"/>
              </a:gs>
            </a:gsLst>
            <a:lin ang="5400000" scaled="0"/>
            <a:tileRect/>
          </a:gradFill>
          <a:ln w="513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>
              <a:latin typeface="Share Tech" panose="00000500000000000000" pitchFamily="2" charset="0"/>
            </a:endParaRPr>
          </a:p>
        </p:txBody>
      </p:sp>
      <p:sp>
        <p:nvSpPr>
          <p:cNvPr id="1822" name="Freeform: Shape 1821">
            <a:extLst>
              <a:ext uri="{FF2B5EF4-FFF2-40B4-BE49-F238E27FC236}">
                <a16:creationId xmlns:a16="http://schemas.microsoft.com/office/drawing/2014/main" id="{EFDE8716-C6A1-7BCB-BAE6-4957D4AB8E19}"/>
              </a:ext>
            </a:extLst>
          </p:cNvPr>
          <p:cNvSpPr/>
          <p:nvPr/>
        </p:nvSpPr>
        <p:spPr>
          <a:xfrm>
            <a:off x="3999" y="100"/>
            <a:ext cx="12184003" cy="6857801"/>
          </a:xfrm>
          <a:custGeom>
            <a:avLst/>
            <a:gdLst>
              <a:gd name="connsiteX0" fmla="*/ 4519681 w 12184003"/>
              <a:gd name="connsiteY0" fmla="*/ 6701670 h 6857801"/>
              <a:gd name="connsiteX1" fmla="*/ 4565667 w 12184003"/>
              <a:gd name="connsiteY1" fmla="*/ 6747657 h 6857801"/>
              <a:gd name="connsiteX2" fmla="*/ 4552526 w 12184003"/>
              <a:gd name="connsiteY2" fmla="*/ 6780504 h 6857801"/>
              <a:gd name="connsiteX3" fmla="*/ 4530631 w 12184003"/>
              <a:gd name="connsiteY3" fmla="*/ 6789263 h 6857801"/>
              <a:gd name="connsiteX4" fmla="*/ 4530631 w 12184003"/>
              <a:gd name="connsiteY4" fmla="*/ 6857801 h 6857801"/>
              <a:gd name="connsiteX5" fmla="*/ 4508733 w 12184003"/>
              <a:gd name="connsiteY5" fmla="*/ 6857801 h 6857801"/>
              <a:gd name="connsiteX6" fmla="*/ 4508733 w 12184003"/>
              <a:gd name="connsiteY6" fmla="*/ 6789264 h 6857801"/>
              <a:gd name="connsiteX7" fmla="*/ 4486834 w 12184003"/>
              <a:gd name="connsiteY7" fmla="*/ 6780504 h 6857801"/>
              <a:gd name="connsiteX8" fmla="*/ 4473694 w 12184003"/>
              <a:gd name="connsiteY8" fmla="*/ 6747657 h 6857801"/>
              <a:gd name="connsiteX9" fmla="*/ 4519681 w 12184003"/>
              <a:gd name="connsiteY9" fmla="*/ 6701670 h 6857801"/>
              <a:gd name="connsiteX10" fmla="*/ 9438094 w 12184003"/>
              <a:gd name="connsiteY10" fmla="*/ 6688532 h 6857801"/>
              <a:gd name="connsiteX11" fmla="*/ 9438027 w 12184003"/>
              <a:gd name="connsiteY11" fmla="*/ 6725759 h 6857801"/>
              <a:gd name="connsiteX12" fmla="*/ 9656965 w 12184003"/>
              <a:gd name="connsiteY12" fmla="*/ 6725759 h 6857801"/>
              <a:gd name="connsiteX13" fmla="*/ 9619739 w 12184003"/>
              <a:gd name="connsiteY13" fmla="*/ 6688532 h 6857801"/>
              <a:gd name="connsiteX14" fmla="*/ 2485410 w 12184003"/>
              <a:gd name="connsiteY14" fmla="*/ 6688532 h 6857801"/>
              <a:gd name="connsiteX15" fmla="*/ 2448185 w 12184003"/>
              <a:gd name="connsiteY15" fmla="*/ 6725759 h 6857801"/>
              <a:gd name="connsiteX16" fmla="*/ 2667171 w 12184003"/>
              <a:gd name="connsiteY16" fmla="*/ 6725759 h 6857801"/>
              <a:gd name="connsiteX17" fmla="*/ 2667171 w 12184003"/>
              <a:gd name="connsiteY17" fmla="*/ 6688532 h 6857801"/>
              <a:gd name="connsiteX18" fmla="*/ 9028490 w 12184003"/>
              <a:gd name="connsiteY18" fmla="*/ 6668824 h 6857801"/>
              <a:gd name="connsiteX19" fmla="*/ 9028490 w 12184003"/>
              <a:gd name="connsiteY19" fmla="*/ 6710430 h 6857801"/>
              <a:gd name="connsiteX20" fmla="*/ 9106688 w 12184003"/>
              <a:gd name="connsiteY20" fmla="*/ 6788628 h 6857801"/>
              <a:gd name="connsiteX21" fmla="*/ 9129221 w 12184003"/>
              <a:gd name="connsiteY21" fmla="*/ 6779409 h 6857801"/>
              <a:gd name="connsiteX22" fmla="*/ 9145900 w 12184003"/>
              <a:gd name="connsiteY22" fmla="*/ 6786233 h 6857801"/>
              <a:gd name="connsiteX23" fmla="*/ 3076666 w 12184003"/>
              <a:gd name="connsiteY23" fmla="*/ 6668822 h 6857801"/>
              <a:gd name="connsiteX24" fmla="*/ 2959260 w 12184003"/>
              <a:gd name="connsiteY24" fmla="*/ 6786228 h 6857801"/>
              <a:gd name="connsiteX25" fmla="*/ 2975927 w 12184003"/>
              <a:gd name="connsiteY25" fmla="*/ 6779409 h 6857801"/>
              <a:gd name="connsiteX26" fmla="*/ 3000015 w 12184003"/>
              <a:gd name="connsiteY26" fmla="*/ 6789264 h 6857801"/>
              <a:gd name="connsiteX27" fmla="*/ 3000017 w 12184003"/>
              <a:gd name="connsiteY27" fmla="*/ 6789266 h 6857801"/>
              <a:gd name="connsiteX28" fmla="*/ 3076666 w 12184003"/>
              <a:gd name="connsiteY28" fmla="*/ 6712615 h 6857801"/>
              <a:gd name="connsiteX29" fmla="*/ 4887565 w 12184003"/>
              <a:gd name="connsiteY29" fmla="*/ 6603130 h 6857801"/>
              <a:gd name="connsiteX30" fmla="*/ 4920410 w 12184003"/>
              <a:gd name="connsiteY30" fmla="*/ 6635977 h 6857801"/>
              <a:gd name="connsiteX31" fmla="*/ 4911380 w 12184003"/>
              <a:gd name="connsiteY31" fmla="*/ 6658970 h 6857801"/>
              <a:gd name="connsiteX32" fmla="*/ 4896326 w 12184003"/>
              <a:gd name="connsiteY32" fmla="*/ 6665199 h 6857801"/>
              <a:gd name="connsiteX33" fmla="*/ 4896326 w 12184003"/>
              <a:gd name="connsiteY33" fmla="*/ 6857801 h 6857801"/>
              <a:gd name="connsiteX34" fmla="*/ 4878806 w 12184003"/>
              <a:gd name="connsiteY34" fmla="*/ 6857801 h 6857801"/>
              <a:gd name="connsiteX35" fmla="*/ 4878806 w 12184003"/>
              <a:gd name="connsiteY35" fmla="*/ 6665071 h 6857801"/>
              <a:gd name="connsiteX36" fmla="*/ 4864569 w 12184003"/>
              <a:gd name="connsiteY36" fmla="*/ 6658970 h 6857801"/>
              <a:gd name="connsiteX37" fmla="*/ 4854719 w 12184003"/>
              <a:gd name="connsiteY37" fmla="*/ 6635977 h 6857801"/>
              <a:gd name="connsiteX38" fmla="*/ 4887565 w 12184003"/>
              <a:gd name="connsiteY38" fmla="*/ 6603130 h 6857801"/>
              <a:gd name="connsiteX39" fmla="*/ 8945277 w 12184003"/>
              <a:gd name="connsiteY39" fmla="*/ 6585611 h 6857801"/>
              <a:gd name="connsiteX40" fmla="*/ 8945277 w 12184003"/>
              <a:gd name="connsiteY40" fmla="*/ 6627217 h 6857801"/>
              <a:gd name="connsiteX41" fmla="*/ 9006592 w 12184003"/>
              <a:gd name="connsiteY41" fmla="*/ 6688532 h 6857801"/>
              <a:gd name="connsiteX42" fmla="*/ 9006592 w 12184003"/>
              <a:gd name="connsiteY42" fmla="*/ 6646926 h 6857801"/>
              <a:gd name="connsiteX43" fmla="*/ 3162065 w 12184003"/>
              <a:gd name="connsiteY43" fmla="*/ 6583424 h 6857801"/>
              <a:gd name="connsiteX44" fmla="*/ 3098564 w 12184003"/>
              <a:gd name="connsiteY44" fmla="*/ 6646924 h 6857801"/>
              <a:gd name="connsiteX45" fmla="*/ 3098564 w 12184003"/>
              <a:gd name="connsiteY45" fmla="*/ 6690717 h 6857801"/>
              <a:gd name="connsiteX46" fmla="*/ 3162065 w 12184003"/>
              <a:gd name="connsiteY46" fmla="*/ 6627217 h 6857801"/>
              <a:gd name="connsiteX47" fmla="*/ 10316097 w 12184003"/>
              <a:gd name="connsiteY47" fmla="*/ 6432324 h 6857801"/>
              <a:gd name="connsiteX48" fmla="*/ 10548216 w 12184003"/>
              <a:gd name="connsiteY48" fmla="*/ 6664444 h 6857801"/>
              <a:gd name="connsiteX49" fmla="*/ 10594203 w 12184003"/>
              <a:gd name="connsiteY49" fmla="*/ 6664444 h 6857801"/>
              <a:gd name="connsiteX50" fmla="*/ 10362083 w 12184003"/>
              <a:gd name="connsiteY50" fmla="*/ 6432324 h 6857801"/>
              <a:gd name="connsiteX51" fmla="*/ 1743056 w 12184003"/>
              <a:gd name="connsiteY51" fmla="*/ 6432324 h 6857801"/>
              <a:gd name="connsiteX52" fmla="*/ 1510935 w 12184003"/>
              <a:gd name="connsiteY52" fmla="*/ 6664444 h 6857801"/>
              <a:gd name="connsiteX53" fmla="*/ 1556928 w 12184003"/>
              <a:gd name="connsiteY53" fmla="*/ 6664444 h 6857801"/>
              <a:gd name="connsiteX54" fmla="*/ 1789047 w 12184003"/>
              <a:gd name="connsiteY54" fmla="*/ 6432324 h 6857801"/>
              <a:gd name="connsiteX55" fmla="*/ 3109892 w 12184003"/>
              <a:gd name="connsiteY55" fmla="*/ 6429751 h 6857801"/>
              <a:gd name="connsiteX56" fmla="*/ 3098564 w 12184003"/>
              <a:gd name="connsiteY56" fmla="*/ 6434438 h 6857801"/>
              <a:gd name="connsiteX57" fmla="*/ 3098564 w 12184003"/>
              <a:gd name="connsiteY57" fmla="*/ 6441078 h 6857801"/>
              <a:gd name="connsiteX58" fmla="*/ 8997445 w 12184003"/>
              <a:gd name="connsiteY58" fmla="*/ 6429748 h 6857801"/>
              <a:gd name="connsiteX59" fmla="*/ 9006592 w 12184003"/>
              <a:gd name="connsiteY59" fmla="*/ 6438894 h 6857801"/>
              <a:gd name="connsiteX60" fmla="*/ 9006592 w 12184003"/>
              <a:gd name="connsiteY60" fmla="*/ 6433532 h 6857801"/>
              <a:gd name="connsiteX61" fmla="*/ 8945277 w 12184003"/>
              <a:gd name="connsiteY61" fmla="*/ 6402571 h 6857801"/>
              <a:gd name="connsiteX62" fmla="*/ 8945277 w 12184003"/>
              <a:gd name="connsiteY62" fmla="*/ 6552764 h 6857801"/>
              <a:gd name="connsiteX63" fmla="*/ 9006592 w 12184003"/>
              <a:gd name="connsiteY63" fmla="*/ 6614079 h 6857801"/>
              <a:gd name="connsiteX64" fmla="*/ 9006592 w 12184003"/>
              <a:gd name="connsiteY64" fmla="*/ 6463724 h 6857801"/>
              <a:gd name="connsiteX65" fmla="*/ 3162065 w 12184003"/>
              <a:gd name="connsiteY65" fmla="*/ 6401666 h 6857801"/>
              <a:gd name="connsiteX66" fmla="*/ 3098564 w 12184003"/>
              <a:gd name="connsiteY66" fmla="*/ 6465166 h 6857801"/>
              <a:gd name="connsiteX67" fmla="*/ 3098564 w 12184003"/>
              <a:gd name="connsiteY67" fmla="*/ 6614078 h 6857801"/>
              <a:gd name="connsiteX68" fmla="*/ 3162065 w 12184003"/>
              <a:gd name="connsiteY68" fmla="*/ 6550577 h 6857801"/>
              <a:gd name="connsiteX69" fmla="*/ 4756193 w 12184003"/>
              <a:gd name="connsiteY69" fmla="*/ 6388516 h 6857801"/>
              <a:gd name="connsiteX70" fmla="*/ 4743666 w 12184003"/>
              <a:gd name="connsiteY70" fmla="*/ 6401044 h 6857801"/>
              <a:gd name="connsiteX71" fmla="*/ 4751797 w 12184003"/>
              <a:gd name="connsiteY71" fmla="*/ 6421375 h 6857801"/>
              <a:gd name="connsiteX72" fmla="*/ 4738660 w 12184003"/>
              <a:gd name="connsiteY72" fmla="*/ 6454222 h 6857801"/>
              <a:gd name="connsiteX73" fmla="*/ 4718953 w 12184003"/>
              <a:gd name="connsiteY73" fmla="*/ 6462105 h 6857801"/>
              <a:gd name="connsiteX74" fmla="*/ 4718953 w 12184003"/>
              <a:gd name="connsiteY74" fmla="*/ 6765191 h 6857801"/>
              <a:gd name="connsiteX75" fmla="*/ 4756193 w 12184003"/>
              <a:gd name="connsiteY75" fmla="*/ 6727949 h 6857801"/>
              <a:gd name="connsiteX76" fmla="*/ 5835751 w 12184003"/>
              <a:gd name="connsiteY76" fmla="*/ 6375389 h 6857801"/>
              <a:gd name="connsiteX77" fmla="*/ 5868597 w 12184003"/>
              <a:gd name="connsiteY77" fmla="*/ 6408236 h 6857801"/>
              <a:gd name="connsiteX78" fmla="*/ 5858743 w 12184003"/>
              <a:gd name="connsiteY78" fmla="*/ 6431229 h 6857801"/>
              <a:gd name="connsiteX79" fmla="*/ 5848890 w 12184003"/>
              <a:gd name="connsiteY79" fmla="*/ 6435452 h 6857801"/>
              <a:gd name="connsiteX80" fmla="*/ 5848890 w 12184003"/>
              <a:gd name="connsiteY80" fmla="*/ 6857801 h 6857801"/>
              <a:gd name="connsiteX81" fmla="*/ 5833562 w 12184003"/>
              <a:gd name="connsiteY81" fmla="*/ 6857801 h 6857801"/>
              <a:gd name="connsiteX82" fmla="*/ 5833562 w 12184003"/>
              <a:gd name="connsiteY82" fmla="*/ 6474806 h 6857801"/>
              <a:gd name="connsiteX83" fmla="*/ 5820424 w 12184003"/>
              <a:gd name="connsiteY83" fmla="*/ 6480062 h 6857801"/>
              <a:gd name="connsiteX84" fmla="*/ 5820424 w 12184003"/>
              <a:gd name="connsiteY84" fmla="*/ 6857801 h 6857801"/>
              <a:gd name="connsiteX85" fmla="*/ 5798526 w 12184003"/>
              <a:gd name="connsiteY85" fmla="*/ 6857801 h 6857801"/>
              <a:gd name="connsiteX86" fmla="*/ 5798526 w 12184003"/>
              <a:gd name="connsiteY86" fmla="*/ 6485209 h 6857801"/>
              <a:gd name="connsiteX87" fmla="*/ 5770058 w 12184003"/>
              <a:gd name="connsiteY87" fmla="*/ 6473109 h 6857801"/>
              <a:gd name="connsiteX88" fmla="*/ 5756919 w 12184003"/>
              <a:gd name="connsiteY88" fmla="*/ 6441084 h 6857801"/>
              <a:gd name="connsiteX89" fmla="*/ 5802904 w 12184003"/>
              <a:gd name="connsiteY89" fmla="*/ 6395098 h 6857801"/>
              <a:gd name="connsiteX90" fmla="*/ 5807364 w 12184003"/>
              <a:gd name="connsiteY90" fmla="*/ 6396882 h 6857801"/>
              <a:gd name="connsiteX91" fmla="*/ 5811937 w 12184003"/>
              <a:gd name="connsiteY91" fmla="*/ 6385243 h 6857801"/>
              <a:gd name="connsiteX92" fmla="*/ 5835751 w 12184003"/>
              <a:gd name="connsiteY92" fmla="*/ 6375389 h 6857801"/>
              <a:gd name="connsiteX93" fmla="*/ 9438689 w 12184003"/>
              <a:gd name="connsiteY93" fmla="*/ 6355682 h 6857801"/>
              <a:gd name="connsiteX94" fmla="*/ 9438320 w 12184003"/>
              <a:gd name="connsiteY94" fmla="*/ 6561523 h 6857801"/>
              <a:gd name="connsiteX95" fmla="*/ 9750485 w 12184003"/>
              <a:gd name="connsiteY95" fmla="*/ 6561523 h 6857801"/>
              <a:gd name="connsiteX96" fmla="*/ 9545284 w 12184003"/>
              <a:gd name="connsiteY96" fmla="*/ 6355682 h 6857801"/>
              <a:gd name="connsiteX97" fmla="*/ 9247471 w 12184003"/>
              <a:gd name="connsiteY97" fmla="*/ 6355682 h 6857801"/>
              <a:gd name="connsiteX98" fmla="*/ 9247471 w 12184003"/>
              <a:gd name="connsiteY98" fmla="*/ 6404193 h 6857801"/>
              <a:gd name="connsiteX99" fmla="*/ 9394188 w 12184003"/>
              <a:gd name="connsiteY99" fmla="*/ 6550598 h 6857801"/>
              <a:gd name="connsiteX100" fmla="*/ 9394188 w 12184003"/>
              <a:gd name="connsiteY100" fmla="*/ 6355682 h 6857801"/>
              <a:gd name="connsiteX101" fmla="*/ 2713158 w 12184003"/>
              <a:gd name="connsiteY101" fmla="*/ 6355682 h 6857801"/>
              <a:gd name="connsiteX102" fmla="*/ 2713158 w 12184003"/>
              <a:gd name="connsiteY102" fmla="*/ 6548412 h 6857801"/>
              <a:gd name="connsiteX103" fmla="*/ 2857680 w 12184003"/>
              <a:gd name="connsiteY103" fmla="*/ 6404197 h 6857801"/>
              <a:gd name="connsiteX104" fmla="*/ 2857680 w 12184003"/>
              <a:gd name="connsiteY104" fmla="*/ 6355682 h 6857801"/>
              <a:gd name="connsiteX105" fmla="*/ 2562053 w 12184003"/>
              <a:gd name="connsiteY105" fmla="*/ 6355682 h 6857801"/>
              <a:gd name="connsiteX106" fmla="*/ 2356214 w 12184003"/>
              <a:gd name="connsiteY106" fmla="*/ 6561523 h 6857801"/>
              <a:gd name="connsiteX107" fmla="*/ 2667171 w 12184003"/>
              <a:gd name="connsiteY107" fmla="*/ 6561523 h 6857801"/>
              <a:gd name="connsiteX108" fmla="*/ 2667171 w 12184003"/>
              <a:gd name="connsiteY108" fmla="*/ 6355682 h 6857801"/>
              <a:gd name="connsiteX109" fmla="*/ 8945277 w 12184003"/>
              <a:gd name="connsiteY109" fmla="*/ 6349112 h 6857801"/>
              <a:gd name="connsiteX110" fmla="*/ 8945277 w 12184003"/>
              <a:gd name="connsiteY110" fmla="*/ 6377580 h 6857801"/>
              <a:gd name="connsiteX111" fmla="*/ 8976321 w 12184003"/>
              <a:gd name="connsiteY111" fmla="*/ 6408623 h 6857801"/>
              <a:gd name="connsiteX112" fmla="*/ 8969365 w 12184003"/>
              <a:gd name="connsiteY112" fmla="*/ 6391813 h 6857801"/>
              <a:gd name="connsiteX113" fmla="*/ 8974812 w 12184003"/>
              <a:gd name="connsiteY113" fmla="*/ 6378647 h 6857801"/>
              <a:gd name="connsiteX114" fmla="*/ 3162065 w 12184003"/>
              <a:gd name="connsiteY114" fmla="*/ 6346927 h 6857801"/>
              <a:gd name="connsiteX115" fmla="*/ 3131892 w 12184003"/>
              <a:gd name="connsiteY115" fmla="*/ 6377100 h 6857801"/>
              <a:gd name="connsiteX116" fmla="*/ 3137981 w 12184003"/>
              <a:gd name="connsiteY116" fmla="*/ 6391813 h 6857801"/>
              <a:gd name="connsiteX117" fmla="*/ 3131026 w 12184003"/>
              <a:gd name="connsiteY117" fmla="*/ 6408617 h 6857801"/>
              <a:gd name="connsiteX118" fmla="*/ 3162065 w 12184003"/>
              <a:gd name="connsiteY118" fmla="*/ 6377579 h 6857801"/>
              <a:gd name="connsiteX119" fmla="*/ 9798508 w 12184003"/>
              <a:gd name="connsiteY119" fmla="*/ 6298746 h 6857801"/>
              <a:gd name="connsiteX120" fmla="*/ 10127773 w 12184003"/>
              <a:gd name="connsiteY120" fmla="*/ 6629407 h 6857801"/>
              <a:gd name="connsiteX121" fmla="*/ 10250402 w 12184003"/>
              <a:gd name="connsiteY121" fmla="*/ 6629407 h 6857801"/>
              <a:gd name="connsiteX122" fmla="*/ 9940304 w 12184003"/>
              <a:gd name="connsiteY122" fmla="*/ 6319309 h 6857801"/>
              <a:gd name="connsiteX123" fmla="*/ 9931785 w 12184003"/>
              <a:gd name="connsiteY123" fmla="*/ 6322834 h 6857801"/>
              <a:gd name="connsiteX124" fmla="*/ 9900033 w 12184003"/>
              <a:gd name="connsiteY124" fmla="*/ 6309695 h 6857801"/>
              <a:gd name="connsiteX125" fmla="*/ 9895542 w 12184003"/>
              <a:gd name="connsiteY125" fmla="*/ 6298746 h 6857801"/>
              <a:gd name="connsiteX126" fmla="*/ 2209608 w 12184003"/>
              <a:gd name="connsiteY126" fmla="*/ 6298746 h 6857801"/>
              <a:gd name="connsiteX127" fmla="*/ 2205116 w 12184003"/>
              <a:gd name="connsiteY127" fmla="*/ 6309695 h 6857801"/>
              <a:gd name="connsiteX128" fmla="*/ 2173367 w 12184003"/>
              <a:gd name="connsiteY128" fmla="*/ 6322834 h 6857801"/>
              <a:gd name="connsiteX129" fmla="*/ 2164850 w 12184003"/>
              <a:gd name="connsiteY129" fmla="*/ 6319309 h 6857801"/>
              <a:gd name="connsiteX130" fmla="*/ 1854741 w 12184003"/>
              <a:gd name="connsiteY130" fmla="*/ 6629407 h 6857801"/>
              <a:gd name="connsiteX131" fmla="*/ 1977365 w 12184003"/>
              <a:gd name="connsiteY131" fmla="*/ 6629407 h 6857801"/>
              <a:gd name="connsiteX132" fmla="*/ 2308035 w 12184003"/>
              <a:gd name="connsiteY132" fmla="*/ 6298746 h 6857801"/>
              <a:gd name="connsiteX133" fmla="*/ 3144374 w 12184003"/>
              <a:gd name="connsiteY133" fmla="*/ 6182864 h 6857801"/>
              <a:gd name="connsiteX134" fmla="*/ 2892718 w 12184003"/>
              <a:gd name="connsiteY134" fmla="*/ 6434519 h 6857801"/>
              <a:gd name="connsiteX135" fmla="*/ 2892718 w 12184003"/>
              <a:gd name="connsiteY135" fmla="*/ 6476121 h 6857801"/>
              <a:gd name="connsiteX136" fmla="*/ 2713158 w 12184003"/>
              <a:gd name="connsiteY136" fmla="*/ 6655681 h 6857801"/>
              <a:gd name="connsiteX137" fmla="*/ 2713158 w 12184003"/>
              <a:gd name="connsiteY137" fmla="*/ 6725759 h 6857801"/>
              <a:gd name="connsiteX138" fmla="*/ 2813887 w 12184003"/>
              <a:gd name="connsiteY138" fmla="*/ 6725759 h 6857801"/>
              <a:gd name="connsiteX139" fmla="*/ 3076666 w 12184003"/>
              <a:gd name="connsiteY139" fmla="*/ 6462976 h 6857801"/>
              <a:gd name="connsiteX140" fmla="*/ 3076666 w 12184003"/>
              <a:gd name="connsiteY140" fmla="*/ 6429909 h 6857801"/>
              <a:gd name="connsiteX141" fmla="*/ 3061334 w 12184003"/>
              <a:gd name="connsiteY141" fmla="*/ 6423565 h 6857801"/>
              <a:gd name="connsiteX142" fmla="*/ 3061334 w 12184003"/>
              <a:gd name="connsiteY142" fmla="*/ 6360061 h 6857801"/>
              <a:gd name="connsiteX143" fmla="*/ 3093087 w 12184003"/>
              <a:gd name="connsiteY143" fmla="*/ 6346922 h 6857801"/>
              <a:gd name="connsiteX144" fmla="*/ 3118825 w 12184003"/>
              <a:gd name="connsiteY144" fmla="*/ 6357572 h 6857801"/>
              <a:gd name="connsiteX145" fmla="*/ 3162065 w 12184003"/>
              <a:gd name="connsiteY145" fmla="*/ 6314591 h 6857801"/>
              <a:gd name="connsiteX146" fmla="*/ 3162065 w 12184003"/>
              <a:gd name="connsiteY146" fmla="*/ 6225289 h 6857801"/>
              <a:gd name="connsiteX147" fmla="*/ 3148925 w 12184003"/>
              <a:gd name="connsiteY147" fmla="*/ 6219913 h 6857801"/>
              <a:gd name="connsiteX148" fmla="*/ 3139070 w 12184003"/>
              <a:gd name="connsiteY148" fmla="*/ 6195826 h 6857801"/>
              <a:gd name="connsiteX149" fmla="*/ 8959258 w 12184003"/>
              <a:gd name="connsiteY149" fmla="*/ 6179149 h 6857801"/>
              <a:gd name="connsiteX150" fmla="*/ 8966081 w 12184003"/>
              <a:gd name="connsiteY150" fmla="*/ 6195826 h 6857801"/>
              <a:gd name="connsiteX151" fmla="*/ 8956227 w 12184003"/>
              <a:gd name="connsiteY151" fmla="*/ 6219913 h 6857801"/>
              <a:gd name="connsiteX152" fmla="*/ 8945277 w 12184003"/>
              <a:gd name="connsiteY152" fmla="*/ 6224393 h 6857801"/>
              <a:gd name="connsiteX153" fmla="*/ 8945277 w 12184003"/>
              <a:gd name="connsiteY153" fmla="*/ 6316763 h 6857801"/>
              <a:gd name="connsiteX154" fmla="*/ 8986974 w 12184003"/>
              <a:gd name="connsiteY154" fmla="*/ 6358211 h 6857801"/>
              <a:gd name="connsiteX155" fmla="*/ 9014256 w 12184003"/>
              <a:gd name="connsiteY155" fmla="*/ 6346922 h 6857801"/>
              <a:gd name="connsiteX156" fmla="*/ 9046009 w 12184003"/>
              <a:gd name="connsiteY156" fmla="*/ 6360061 h 6857801"/>
              <a:gd name="connsiteX157" fmla="*/ 9046009 w 12184003"/>
              <a:gd name="connsiteY157" fmla="*/ 6423565 h 6857801"/>
              <a:gd name="connsiteX158" fmla="*/ 9028490 w 12184003"/>
              <a:gd name="connsiteY158" fmla="*/ 6430814 h 6857801"/>
              <a:gd name="connsiteX159" fmla="*/ 9028490 w 12184003"/>
              <a:gd name="connsiteY159" fmla="*/ 6460792 h 6857801"/>
              <a:gd name="connsiteX160" fmla="*/ 9293456 w 12184003"/>
              <a:gd name="connsiteY160" fmla="*/ 6725759 h 6857801"/>
              <a:gd name="connsiteX161" fmla="*/ 9394188 w 12184003"/>
              <a:gd name="connsiteY161" fmla="*/ 6725759 h 6857801"/>
              <a:gd name="connsiteX162" fmla="*/ 9394188 w 12184003"/>
              <a:gd name="connsiteY162" fmla="*/ 6657555 h 6857801"/>
              <a:gd name="connsiteX163" fmla="*/ 9214624 w 12184003"/>
              <a:gd name="connsiteY163" fmla="*/ 6476121 h 6857801"/>
              <a:gd name="connsiteX164" fmla="*/ 9214624 w 12184003"/>
              <a:gd name="connsiteY164" fmla="*/ 6434514 h 6857801"/>
              <a:gd name="connsiteX165" fmla="*/ 9439097 w 12184003"/>
              <a:gd name="connsiteY165" fmla="*/ 6127940 h 6857801"/>
              <a:gd name="connsiteX166" fmla="*/ 9438989 w 12184003"/>
              <a:gd name="connsiteY166" fmla="*/ 6188072 h 6857801"/>
              <a:gd name="connsiteX167" fmla="*/ 9527765 w 12184003"/>
              <a:gd name="connsiteY167" fmla="*/ 6276848 h 6857801"/>
              <a:gd name="connsiteX168" fmla="*/ 9752093 w 12184003"/>
              <a:gd name="connsiteY168" fmla="*/ 6275622 h 6857801"/>
              <a:gd name="connsiteX169" fmla="*/ 9619527 w 12184003"/>
              <a:gd name="connsiteY169" fmla="*/ 6143057 h 6857801"/>
              <a:gd name="connsiteX170" fmla="*/ 9610978 w 12184003"/>
              <a:gd name="connsiteY170" fmla="*/ 6146554 h 6857801"/>
              <a:gd name="connsiteX171" fmla="*/ 9586890 w 12184003"/>
              <a:gd name="connsiteY171" fmla="*/ 6136700 h 6857801"/>
              <a:gd name="connsiteX172" fmla="*/ 9583307 w 12184003"/>
              <a:gd name="connsiteY172" fmla="*/ 6127940 h 6857801"/>
              <a:gd name="connsiteX173" fmla="*/ 9378857 w 12184003"/>
              <a:gd name="connsiteY173" fmla="*/ 6127940 h 6857801"/>
              <a:gd name="connsiteX174" fmla="*/ 9394188 w 12184003"/>
              <a:gd name="connsiteY174" fmla="*/ 6143271 h 6857801"/>
              <a:gd name="connsiteX175" fmla="*/ 9394188 w 12184003"/>
              <a:gd name="connsiteY175" fmla="*/ 6127940 h 6857801"/>
              <a:gd name="connsiteX176" fmla="*/ 2713158 w 12184003"/>
              <a:gd name="connsiteY176" fmla="*/ 6127940 h 6857801"/>
              <a:gd name="connsiteX177" fmla="*/ 2713158 w 12184003"/>
              <a:gd name="connsiteY177" fmla="*/ 6142813 h 6857801"/>
              <a:gd name="connsiteX178" fmla="*/ 2727983 w 12184003"/>
              <a:gd name="connsiteY178" fmla="*/ 6127940 h 6857801"/>
              <a:gd name="connsiteX179" fmla="*/ 2521838 w 12184003"/>
              <a:gd name="connsiteY179" fmla="*/ 6127940 h 6857801"/>
              <a:gd name="connsiteX180" fmla="*/ 2518254 w 12184003"/>
              <a:gd name="connsiteY180" fmla="*/ 6136700 h 6857801"/>
              <a:gd name="connsiteX181" fmla="*/ 2494167 w 12184003"/>
              <a:gd name="connsiteY181" fmla="*/ 6146554 h 6857801"/>
              <a:gd name="connsiteX182" fmla="*/ 2487126 w 12184003"/>
              <a:gd name="connsiteY182" fmla="*/ 6143674 h 6857801"/>
              <a:gd name="connsiteX183" fmla="*/ 2354618 w 12184003"/>
              <a:gd name="connsiteY183" fmla="*/ 6275625 h 6857801"/>
              <a:gd name="connsiteX184" fmla="*/ 2579577 w 12184003"/>
              <a:gd name="connsiteY184" fmla="*/ 6276848 h 6857801"/>
              <a:gd name="connsiteX185" fmla="*/ 2667171 w 12184003"/>
              <a:gd name="connsiteY185" fmla="*/ 6188956 h 6857801"/>
              <a:gd name="connsiteX186" fmla="*/ 2667171 w 12184003"/>
              <a:gd name="connsiteY186" fmla="*/ 6127940 h 6857801"/>
              <a:gd name="connsiteX187" fmla="*/ 2857680 w 12184003"/>
              <a:gd name="connsiteY187" fmla="*/ 6070744 h 6857801"/>
              <a:gd name="connsiteX188" fmla="*/ 2800746 w 12184003"/>
              <a:gd name="connsiteY188" fmla="*/ 6127940 h 6857801"/>
              <a:gd name="connsiteX189" fmla="*/ 2759145 w 12184003"/>
              <a:gd name="connsiteY189" fmla="*/ 6127940 h 6857801"/>
              <a:gd name="connsiteX190" fmla="*/ 2713158 w 12184003"/>
              <a:gd name="connsiteY190" fmla="*/ 6173927 h 6857801"/>
              <a:gd name="connsiteX191" fmla="*/ 2713158 w 12184003"/>
              <a:gd name="connsiteY191" fmla="*/ 6322834 h 6857801"/>
              <a:gd name="connsiteX192" fmla="*/ 2857680 w 12184003"/>
              <a:gd name="connsiteY192" fmla="*/ 6322834 h 6857801"/>
              <a:gd name="connsiteX193" fmla="*/ 9247471 w 12184003"/>
              <a:gd name="connsiteY193" fmla="*/ 6068815 h 6857801"/>
              <a:gd name="connsiteX194" fmla="*/ 9247471 w 12184003"/>
              <a:gd name="connsiteY194" fmla="*/ 6322834 h 6857801"/>
              <a:gd name="connsiteX195" fmla="*/ 9394188 w 12184003"/>
              <a:gd name="connsiteY195" fmla="*/ 6322834 h 6857801"/>
              <a:gd name="connsiteX196" fmla="*/ 9394188 w 12184003"/>
              <a:gd name="connsiteY196" fmla="*/ 6175702 h 6857801"/>
              <a:gd name="connsiteX197" fmla="*/ 9346587 w 12184003"/>
              <a:gd name="connsiteY197" fmla="*/ 6127940 h 6857801"/>
              <a:gd name="connsiteX198" fmla="*/ 9306595 w 12184003"/>
              <a:gd name="connsiteY198" fmla="*/ 6127940 h 6857801"/>
              <a:gd name="connsiteX199" fmla="*/ 2857680 w 12184003"/>
              <a:gd name="connsiteY199" fmla="*/ 6029406 h 6857801"/>
              <a:gd name="connsiteX200" fmla="*/ 2776665 w 12184003"/>
              <a:gd name="connsiteY200" fmla="*/ 6110422 h 6857801"/>
              <a:gd name="connsiteX201" fmla="*/ 2794177 w 12184003"/>
              <a:gd name="connsiteY201" fmla="*/ 6110422 h 6857801"/>
              <a:gd name="connsiteX202" fmla="*/ 2857680 w 12184003"/>
              <a:gd name="connsiteY202" fmla="*/ 6046918 h 6857801"/>
              <a:gd name="connsiteX203" fmla="*/ 9247471 w 12184003"/>
              <a:gd name="connsiteY203" fmla="*/ 6028487 h 6857801"/>
              <a:gd name="connsiteX204" fmla="*/ 9247471 w 12184003"/>
              <a:gd name="connsiteY204" fmla="*/ 6045031 h 6857801"/>
              <a:gd name="connsiteX205" fmla="*/ 9313165 w 12184003"/>
              <a:gd name="connsiteY205" fmla="*/ 6110422 h 6857801"/>
              <a:gd name="connsiteX206" fmla="*/ 9329129 w 12184003"/>
              <a:gd name="connsiteY206" fmla="*/ 6110422 h 6857801"/>
              <a:gd name="connsiteX207" fmla="*/ 3442365 w 12184003"/>
              <a:gd name="connsiteY207" fmla="*/ 5946181 h 6857801"/>
              <a:gd name="connsiteX208" fmla="*/ 3202824 w 12184003"/>
              <a:gd name="connsiteY208" fmla="*/ 6185724 h 6857801"/>
              <a:gd name="connsiteX209" fmla="*/ 3206953 w 12184003"/>
              <a:gd name="connsiteY209" fmla="*/ 6195826 h 6857801"/>
              <a:gd name="connsiteX210" fmla="*/ 3197101 w 12184003"/>
              <a:gd name="connsiteY210" fmla="*/ 6219913 h 6857801"/>
              <a:gd name="connsiteX211" fmla="*/ 3179491 w 12184003"/>
              <a:gd name="connsiteY211" fmla="*/ 6227117 h 6857801"/>
              <a:gd name="connsiteX212" fmla="*/ 3179127 w 12184003"/>
              <a:gd name="connsiteY212" fmla="*/ 6297632 h 6857801"/>
              <a:gd name="connsiteX213" fmla="*/ 3442365 w 12184003"/>
              <a:gd name="connsiteY213" fmla="*/ 6035969 h 6857801"/>
              <a:gd name="connsiteX214" fmla="*/ 8662916 w 12184003"/>
              <a:gd name="connsiteY214" fmla="*/ 5944120 h 6857801"/>
              <a:gd name="connsiteX215" fmla="*/ 8662792 w 12184003"/>
              <a:gd name="connsiteY215" fmla="*/ 6035969 h 6857801"/>
              <a:gd name="connsiteX216" fmla="*/ 8927760 w 12184003"/>
              <a:gd name="connsiteY216" fmla="*/ 6299350 h 6857801"/>
              <a:gd name="connsiteX217" fmla="*/ 8927760 w 12184003"/>
              <a:gd name="connsiteY217" fmla="*/ 6227975 h 6857801"/>
              <a:gd name="connsiteX218" fmla="*/ 8908051 w 12184003"/>
              <a:gd name="connsiteY218" fmla="*/ 6219913 h 6857801"/>
              <a:gd name="connsiteX219" fmla="*/ 8898196 w 12184003"/>
              <a:gd name="connsiteY219" fmla="*/ 6195826 h 6857801"/>
              <a:gd name="connsiteX220" fmla="*/ 8902965 w 12184003"/>
              <a:gd name="connsiteY220" fmla="*/ 6184168 h 6857801"/>
              <a:gd name="connsiteX221" fmla="*/ 8165705 w 12184003"/>
              <a:gd name="connsiteY221" fmla="*/ 5917719 h 6857801"/>
              <a:gd name="connsiteX222" fmla="*/ 8238476 w 12184003"/>
              <a:gd name="connsiteY222" fmla="*/ 5990490 h 6857801"/>
              <a:gd name="connsiteX223" fmla="*/ 8339710 w 12184003"/>
              <a:gd name="connsiteY223" fmla="*/ 5990133 h 6857801"/>
              <a:gd name="connsiteX224" fmla="*/ 8347460 w 12184003"/>
              <a:gd name="connsiteY224" fmla="*/ 5970275 h 6857801"/>
              <a:gd name="connsiteX225" fmla="*/ 8410964 w 12184003"/>
              <a:gd name="connsiteY225" fmla="*/ 5970275 h 6857801"/>
              <a:gd name="connsiteX226" fmla="*/ 8424104 w 12184003"/>
              <a:gd name="connsiteY226" fmla="*/ 6002027 h 6857801"/>
              <a:gd name="connsiteX227" fmla="*/ 8415450 w 12184003"/>
              <a:gd name="connsiteY227" fmla="*/ 6022936 h 6857801"/>
              <a:gd name="connsiteX228" fmla="*/ 8927760 w 12184003"/>
              <a:gd name="connsiteY228" fmla="*/ 6535246 h 6857801"/>
              <a:gd name="connsiteX229" fmla="*/ 8927760 w 12184003"/>
              <a:gd name="connsiteY229" fmla="*/ 6385100 h 6857801"/>
              <a:gd name="connsiteX230" fmla="*/ 8478319 w 12184003"/>
              <a:gd name="connsiteY230" fmla="*/ 5936847 h 6857801"/>
              <a:gd name="connsiteX231" fmla="*/ 8463519 w 12184003"/>
              <a:gd name="connsiteY231" fmla="*/ 5942902 h 6857801"/>
              <a:gd name="connsiteX232" fmla="*/ 8439432 w 12184003"/>
              <a:gd name="connsiteY232" fmla="*/ 5933047 h 6857801"/>
              <a:gd name="connsiteX233" fmla="*/ 8433161 w 12184003"/>
              <a:gd name="connsiteY233" fmla="*/ 5917719 h 6857801"/>
              <a:gd name="connsiteX234" fmla="*/ 3674165 w 12184003"/>
              <a:gd name="connsiteY234" fmla="*/ 5917719 h 6857801"/>
              <a:gd name="connsiteX235" fmla="*/ 3667894 w 12184003"/>
              <a:gd name="connsiteY235" fmla="*/ 5933047 h 6857801"/>
              <a:gd name="connsiteX236" fmla="*/ 3643806 w 12184003"/>
              <a:gd name="connsiteY236" fmla="*/ 5942902 h 6857801"/>
              <a:gd name="connsiteX237" fmla="*/ 3627494 w 12184003"/>
              <a:gd name="connsiteY237" fmla="*/ 5936227 h 6857801"/>
              <a:gd name="connsiteX238" fmla="*/ 3178677 w 12184003"/>
              <a:gd name="connsiteY238" fmla="*/ 6385056 h 6857801"/>
              <a:gd name="connsiteX239" fmla="*/ 3177905 w 12184003"/>
              <a:gd name="connsiteY239" fmla="*/ 6534738 h 6857801"/>
              <a:gd name="connsiteX240" fmla="*/ 3691241 w 12184003"/>
              <a:gd name="connsiteY240" fmla="*/ 6021389 h 6857801"/>
              <a:gd name="connsiteX241" fmla="*/ 3683225 w 12184003"/>
              <a:gd name="connsiteY241" fmla="*/ 6002027 h 6857801"/>
              <a:gd name="connsiteX242" fmla="*/ 3696366 w 12184003"/>
              <a:gd name="connsiteY242" fmla="*/ 5970275 h 6857801"/>
              <a:gd name="connsiteX243" fmla="*/ 3759873 w 12184003"/>
              <a:gd name="connsiteY243" fmla="*/ 5970275 h 6857801"/>
              <a:gd name="connsiteX244" fmla="*/ 3767624 w 12184003"/>
              <a:gd name="connsiteY244" fmla="*/ 5990141 h 6857801"/>
              <a:gd name="connsiteX245" fmla="*/ 3866662 w 12184003"/>
              <a:gd name="connsiteY245" fmla="*/ 5990490 h 6857801"/>
              <a:gd name="connsiteX246" fmla="*/ 3939434 w 12184003"/>
              <a:gd name="connsiteY246" fmla="*/ 5917719 h 6857801"/>
              <a:gd name="connsiteX247" fmla="*/ 3431411 w 12184003"/>
              <a:gd name="connsiteY247" fmla="*/ 5895827 h 6857801"/>
              <a:gd name="connsiteX248" fmla="*/ 3160051 w 12184003"/>
              <a:gd name="connsiteY248" fmla="*/ 6167185 h 6857801"/>
              <a:gd name="connsiteX249" fmla="*/ 3173014 w 12184003"/>
              <a:gd name="connsiteY249" fmla="*/ 6161883 h 6857801"/>
              <a:gd name="connsiteX250" fmla="*/ 3193993 w 12184003"/>
              <a:gd name="connsiteY250" fmla="*/ 6170467 h 6857801"/>
              <a:gd name="connsiteX251" fmla="*/ 3431411 w 12184003"/>
              <a:gd name="connsiteY251" fmla="*/ 5933047 h 6857801"/>
              <a:gd name="connsiteX252" fmla="*/ 8673742 w 12184003"/>
              <a:gd name="connsiteY252" fmla="*/ 5893632 h 6857801"/>
              <a:gd name="connsiteX253" fmla="*/ 8673742 w 12184003"/>
              <a:gd name="connsiteY253" fmla="*/ 5933047 h 6857801"/>
              <a:gd name="connsiteX254" fmla="*/ 8912527 w 12184003"/>
              <a:gd name="connsiteY254" fmla="*/ 6169907 h 6857801"/>
              <a:gd name="connsiteX255" fmla="*/ 8932139 w 12184003"/>
              <a:gd name="connsiteY255" fmla="*/ 6161883 h 6857801"/>
              <a:gd name="connsiteX256" fmla="*/ 8948814 w 12184003"/>
              <a:gd name="connsiteY256" fmla="*/ 6168705 h 6857801"/>
              <a:gd name="connsiteX257" fmla="*/ 5826992 w 12184003"/>
              <a:gd name="connsiteY257" fmla="*/ 5865164 h 6857801"/>
              <a:gd name="connsiteX258" fmla="*/ 5826992 w 12184003"/>
              <a:gd name="connsiteY258" fmla="*/ 5902390 h 6857801"/>
              <a:gd name="connsiteX259" fmla="*/ 5717503 w 12184003"/>
              <a:gd name="connsiteY259" fmla="*/ 6011880 h 6857801"/>
              <a:gd name="connsiteX260" fmla="*/ 6045972 w 12184003"/>
              <a:gd name="connsiteY260" fmla="*/ 6340353 h 6857801"/>
              <a:gd name="connsiteX261" fmla="*/ 6045972 w 12184003"/>
              <a:gd name="connsiteY261" fmla="*/ 6084144 h 6857801"/>
              <a:gd name="connsiteX262" fmla="*/ 8673742 w 12184003"/>
              <a:gd name="connsiteY262" fmla="*/ 5821370 h 6857801"/>
              <a:gd name="connsiteX263" fmla="*/ 8673742 w 12184003"/>
              <a:gd name="connsiteY263" fmla="*/ 5831681 h 6857801"/>
              <a:gd name="connsiteX264" fmla="*/ 9214624 w 12184003"/>
              <a:gd name="connsiteY264" fmla="*/ 6371415 h 6857801"/>
              <a:gd name="connsiteX265" fmla="*/ 9214624 w 12184003"/>
              <a:gd name="connsiteY265" fmla="*/ 6355682 h 6857801"/>
              <a:gd name="connsiteX266" fmla="*/ 9208053 w 12184003"/>
              <a:gd name="connsiteY266" fmla="*/ 6355682 h 6857801"/>
              <a:gd name="connsiteX267" fmla="*/ 3431411 w 12184003"/>
              <a:gd name="connsiteY267" fmla="*/ 5821368 h 6857801"/>
              <a:gd name="connsiteX268" fmla="*/ 2897097 w 12184003"/>
              <a:gd name="connsiteY268" fmla="*/ 6355682 h 6857801"/>
              <a:gd name="connsiteX269" fmla="*/ 2892718 w 12184003"/>
              <a:gd name="connsiteY269" fmla="*/ 6355682 h 6857801"/>
              <a:gd name="connsiteX270" fmla="*/ 2892718 w 12184003"/>
              <a:gd name="connsiteY270" fmla="*/ 6369235 h 6857801"/>
              <a:gd name="connsiteX271" fmla="*/ 3431411 w 12184003"/>
              <a:gd name="connsiteY271" fmla="*/ 5831685 h 6857801"/>
              <a:gd name="connsiteX272" fmla="*/ 5754729 w 12184003"/>
              <a:gd name="connsiteY272" fmla="*/ 5792900 h 6857801"/>
              <a:gd name="connsiteX273" fmla="*/ 5626628 w 12184003"/>
              <a:gd name="connsiteY273" fmla="*/ 5921004 h 6857801"/>
              <a:gd name="connsiteX274" fmla="*/ 5693415 w 12184003"/>
              <a:gd name="connsiteY274" fmla="*/ 5987793 h 6857801"/>
              <a:gd name="connsiteX275" fmla="*/ 5794146 w 12184003"/>
              <a:gd name="connsiteY275" fmla="*/ 5887062 h 6857801"/>
              <a:gd name="connsiteX276" fmla="*/ 5794146 w 12184003"/>
              <a:gd name="connsiteY276" fmla="*/ 5832316 h 6857801"/>
              <a:gd name="connsiteX277" fmla="*/ 7701466 w 12184003"/>
              <a:gd name="connsiteY277" fmla="*/ 5771002 h 6857801"/>
              <a:gd name="connsiteX278" fmla="*/ 7701466 w 12184003"/>
              <a:gd name="connsiteY278" fmla="*/ 5933048 h 6857801"/>
              <a:gd name="connsiteX279" fmla="*/ 7760590 w 12184003"/>
              <a:gd name="connsiteY279" fmla="*/ 5992173 h 6857801"/>
              <a:gd name="connsiteX280" fmla="*/ 7922068 w 12184003"/>
              <a:gd name="connsiteY280" fmla="*/ 5991604 h 6857801"/>
              <a:gd name="connsiteX281" fmla="*/ 4403638 w 12184003"/>
              <a:gd name="connsiteY281" fmla="*/ 5771002 h 6857801"/>
              <a:gd name="connsiteX282" fmla="*/ 4183079 w 12184003"/>
              <a:gd name="connsiteY282" fmla="*/ 5991605 h 6857801"/>
              <a:gd name="connsiteX283" fmla="*/ 4344509 w 12184003"/>
              <a:gd name="connsiteY283" fmla="*/ 5992173 h 6857801"/>
              <a:gd name="connsiteX284" fmla="*/ 4403638 w 12184003"/>
              <a:gd name="connsiteY284" fmla="*/ 5933047 h 6857801"/>
              <a:gd name="connsiteX285" fmla="*/ 5826992 w 12184003"/>
              <a:gd name="connsiteY285" fmla="*/ 5742535 h 6857801"/>
              <a:gd name="connsiteX286" fmla="*/ 5826992 w 12184003"/>
              <a:gd name="connsiteY286" fmla="*/ 5816989 h 6857801"/>
              <a:gd name="connsiteX287" fmla="*/ 6081009 w 12184003"/>
              <a:gd name="connsiteY287" fmla="*/ 6071006 h 6857801"/>
              <a:gd name="connsiteX288" fmla="*/ 6081009 w 12184003"/>
              <a:gd name="connsiteY288" fmla="*/ 6375390 h 6857801"/>
              <a:gd name="connsiteX289" fmla="*/ 6087577 w 12184003"/>
              <a:gd name="connsiteY289" fmla="*/ 6381959 h 6857801"/>
              <a:gd name="connsiteX290" fmla="*/ 6087577 w 12184003"/>
              <a:gd name="connsiteY290" fmla="*/ 6003122 h 6857801"/>
              <a:gd name="connsiteX291" fmla="*/ 5931007 w 12184003"/>
              <a:gd name="connsiteY291" fmla="*/ 5846550 h 6857801"/>
              <a:gd name="connsiteX292" fmla="*/ 5915679 w 12184003"/>
              <a:gd name="connsiteY292" fmla="*/ 5839981 h 6857801"/>
              <a:gd name="connsiteX293" fmla="*/ 5909108 w 12184003"/>
              <a:gd name="connsiteY293" fmla="*/ 5824652 h 6857801"/>
              <a:gd name="connsiteX294" fmla="*/ 5791956 w 12184003"/>
              <a:gd name="connsiteY294" fmla="*/ 5707498 h 6857801"/>
              <a:gd name="connsiteX295" fmla="*/ 5791956 w 12184003"/>
              <a:gd name="connsiteY295" fmla="*/ 5755673 h 6857801"/>
              <a:gd name="connsiteX296" fmla="*/ 5778817 w 12184003"/>
              <a:gd name="connsiteY296" fmla="*/ 5768813 h 6857801"/>
              <a:gd name="connsiteX297" fmla="*/ 5794146 w 12184003"/>
              <a:gd name="connsiteY297" fmla="*/ 5784141 h 6857801"/>
              <a:gd name="connsiteX298" fmla="*/ 5794146 w 12184003"/>
              <a:gd name="connsiteY298" fmla="*/ 5709686 h 6857801"/>
              <a:gd name="connsiteX299" fmla="*/ 6731382 w 12184003"/>
              <a:gd name="connsiteY299" fmla="*/ 5696549 h 6857801"/>
              <a:gd name="connsiteX300" fmla="*/ 6731382 w 12184003"/>
              <a:gd name="connsiteY300" fmla="*/ 6007501 h 6857801"/>
              <a:gd name="connsiteX301" fmla="*/ 6845251 w 12184003"/>
              <a:gd name="connsiteY301" fmla="*/ 5893631 h 6857801"/>
              <a:gd name="connsiteX302" fmla="*/ 6845251 w 12184003"/>
              <a:gd name="connsiteY302" fmla="*/ 5810419 h 6857801"/>
              <a:gd name="connsiteX303" fmla="*/ 8900342 w 12184003"/>
              <a:gd name="connsiteY303" fmla="*/ 5680182 h 6857801"/>
              <a:gd name="connsiteX304" fmla="*/ 8887248 w 12184003"/>
              <a:gd name="connsiteY304" fmla="*/ 5685600 h 6857801"/>
              <a:gd name="connsiteX305" fmla="*/ 8885755 w 12184003"/>
              <a:gd name="connsiteY305" fmla="*/ 5684981 h 6857801"/>
              <a:gd name="connsiteX306" fmla="*/ 9214624 w 12184003"/>
              <a:gd name="connsiteY306" fmla="*/ 6012335 h 6857801"/>
              <a:gd name="connsiteX307" fmla="*/ 9214624 w 12184003"/>
              <a:gd name="connsiteY307" fmla="*/ 5995529 h 6857801"/>
              <a:gd name="connsiteX308" fmla="*/ 3206934 w 12184003"/>
              <a:gd name="connsiteY308" fmla="*/ 5680152 h 6857801"/>
              <a:gd name="connsiteX309" fmla="*/ 2892718 w 12184003"/>
              <a:gd name="connsiteY309" fmla="*/ 5994369 h 6857801"/>
              <a:gd name="connsiteX310" fmla="*/ 2892718 w 12184003"/>
              <a:gd name="connsiteY310" fmla="*/ 6011881 h 6857801"/>
              <a:gd name="connsiteX311" fmla="*/ 3219322 w 12184003"/>
              <a:gd name="connsiteY311" fmla="*/ 5685278 h 6857801"/>
              <a:gd name="connsiteX312" fmla="*/ 7725554 w 12184003"/>
              <a:gd name="connsiteY312" fmla="*/ 5643039 h 6857801"/>
              <a:gd name="connsiteX313" fmla="*/ 7725554 w 12184003"/>
              <a:gd name="connsiteY313" fmla="*/ 5762243 h 6857801"/>
              <a:gd name="connsiteX314" fmla="*/ 7954004 w 12184003"/>
              <a:gd name="connsiteY314" fmla="*/ 5991492 h 6857801"/>
              <a:gd name="connsiteX315" fmla="*/ 8214472 w 12184003"/>
              <a:gd name="connsiteY315" fmla="*/ 5990574 h 6857801"/>
              <a:gd name="connsiteX316" fmla="*/ 8141618 w 12184003"/>
              <a:gd name="connsiteY316" fmla="*/ 5917719 h 6857801"/>
              <a:gd name="connsiteX317" fmla="*/ 7999280 w 12184003"/>
              <a:gd name="connsiteY317" fmla="*/ 5917719 h 6857801"/>
              <a:gd name="connsiteX318" fmla="*/ 4381738 w 12184003"/>
              <a:gd name="connsiteY318" fmla="*/ 5641802 h 6857801"/>
              <a:gd name="connsiteX319" fmla="*/ 4105864 w 12184003"/>
              <a:gd name="connsiteY319" fmla="*/ 5917719 h 6857801"/>
              <a:gd name="connsiteX320" fmla="*/ 3963523 w 12184003"/>
              <a:gd name="connsiteY320" fmla="*/ 5917719 h 6857801"/>
              <a:gd name="connsiteX321" fmla="*/ 3890667 w 12184003"/>
              <a:gd name="connsiteY321" fmla="*/ 5990574 h 6857801"/>
              <a:gd name="connsiteX322" fmla="*/ 4152527 w 12184003"/>
              <a:gd name="connsiteY322" fmla="*/ 5991497 h 6857801"/>
              <a:gd name="connsiteX323" fmla="*/ 4381738 w 12184003"/>
              <a:gd name="connsiteY323" fmla="*/ 5762243 h 6857801"/>
              <a:gd name="connsiteX324" fmla="*/ 5301440 w 12184003"/>
              <a:gd name="connsiteY324" fmla="*/ 5626475 h 6857801"/>
              <a:gd name="connsiteX325" fmla="*/ 5301440 w 12184003"/>
              <a:gd name="connsiteY325" fmla="*/ 5843265 h 6857801"/>
              <a:gd name="connsiteX326" fmla="*/ 5239953 w 12184003"/>
              <a:gd name="connsiteY326" fmla="*/ 5904755 h 6857801"/>
              <a:gd name="connsiteX327" fmla="*/ 5241218 w 12184003"/>
              <a:gd name="connsiteY327" fmla="*/ 5905402 h 6857801"/>
              <a:gd name="connsiteX328" fmla="*/ 5251070 w 12184003"/>
              <a:gd name="connsiteY328" fmla="*/ 5928668 h 6857801"/>
              <a:gd name="connsiteX329" fmla="*/ 5242040 w 12184003"/>
              <a:gd name="connsiteY329" fmla="*/ 5951662 h 6857801"/>
              <a:gd name="connsiteX330" fmla="*/ 5226985 w 12184003"/>
              <a:gd name="connsiteY330" fmla="*/ 5957891 h 6857801"/>
              <a:gd name="connsiteX331" fmla="*/ 5226985 w 12184003"/>
              <a:gd name="connsiteY331" fmla="*/ 6180496 h 6857801"/>
              <a:gd name="connsiteX332" fmla="*/ 5448158 w 12184003"/>
              <a:gd name="connsiteY332" fmla="*/ 5959325 h 6857801"/>
              <a:gd name="connsiteX333" fmla="*/ 5448158 w 12184003"/>
              <a:gd name="connsiteY333" fmla="*/ 5788521 h 6857801"/>
              <a:gd name="connsiteX334" fmla="*/ 5310198 w 12184003"/>
              <a:gd name="connsiteY334" fmla="*/ 5650562 h 6857801"/>
              <a:gd name="connsiteX335" fmla="*/ 5310198 w 12184003"/>
              <a:gd name="connsiteY335" fmla="*/ 5635231 h 6857801"/>
              <a:gd name="connsiteX336" fmla="*/ 4780284 w 12184003"/>
              <a:gd name="connsiteY336" fmla="*/ 5620958 h 6857801"/>
              <a:gd name="connsiteX337" fmla="*/ 4780284 w 12184003"/>
              <a:gd name="connsiteY337" fmla="*/ 6331257 h 6857801"/>
              <a:gd name="connsiteX338" fmla="*/ 4955458 w 12184003"/>
              <a:gd name="connsiteY338" fmla="*/ 6155429 h 6857801"/>
              <a:gd name="connsiteX339" fmla="*/ 4955458 w 12184003"/>
              <a:gd name="connsiteY339" fmla="*/ 5834507 h 6857801"/>
              <a:gd name="connsiteX340" fmla="*/ 4933557 w 12184003"/>
              <a:gd name="connsiteY340" fmla="*/ 5825746 h 6857801"/>
              <a:gd name="connsiteX341" fmla="*/ 4920414 w 12184003"/>
              <a:gd name="connsiteY341" fmla="*/ 5792900 h 6857801"/>
              <a:gd name="connsiteX342" fmla="*/ 4929225 w 12184003"/>
              <a:gd name="connsiteY342" fmla="*/ 5770877 h 6857801"/>
              <a:gd name="connsiteX343" fmla="*/ 6624081 w 12184003"/>
              <a:gd name="connsiteY343" fmla="*/ 5619904 h 6857801"/>
              <a:gd name="connsiteX344" fmla="*/ 6624081 w 12184003"/>
              <a:gd name="connsiteY344" fmla="*/ 6009690 h 6857801"/>
              <a:gd name="connsiteX345" fmla="*/ 6523351 w 12184003"/>
              <a:gd name="connsiteY345" fmla="*/ 6111102 h 6857801"/>
              <a:gd name="connsiteX346" fmla="*/ 6523351 w 12184003"/>
              <a:gd name="connsiteY346" fmla="*/ 6215532 h 6857801"/>
              <a:gd name="connsiteX347" fmla="*/ 6709484 w 12184003"/>
              <a:gd name="connsiteY347" fmla="*/ 6029399 h 6857801"/>
              <a:gd name="connsiteX348" fmla="*/ 6709484 w 12184003"/>
              <a:gd name="connsiteY348" fmla="*/ 5705307 h 6857801"/>
              <a:gd name="connsiteX349" fmla="*/ 10484711 w 12184003"/>
              <a:gd name="connsiteY349" fmla="*/ 5606765 h 6857801"/>
              <a:gd name="connsiteX350" fmla="*/ 10539458 w 12184003"/>
              <a:gd name="connsiteY350" fmla="*/ 5661511 h 6857801"/>
              <a:gd name="connsiteX351" fmla="*/ 10640487 w 12184003"/>
              <a:gd name="connsiteY351" fmla="*/ 5661511 h 6857801"/>
              <a:gd name="connsiteX352" fmla="*/ 10644940 w 12184003"/>
              <a:gd name="connsiteY352" fmla="*/ 5650625 h 6857801"/>
              <a:gd name="connsiteX353" fmla="*/ 10600771 w 12184003"/>
              <a:gd name="connsiteY353" fmla="*/ 5606765 h 6857801"/>
              <a:gd name="connsiteX354" fmla="*/ 10386170 w 12184003"/>
              <a:gd name="connsiteY354" fmla="*/ 5606765 h 6857801"/>
              <a:gd name="connsiteX355" fmla="*/ 10833175 w 12184003"/>
              <a:gd name="connsiteY355" fmla="*/ 6053770 h 6857801"/>
              <a:gd name="connsiteX356" fmla="*/ 10852600 w 12184003"/>
              <a:gd name="connsiteY356" fmla="*/ 6045823 h 6857801"/>
              <a:gd name="connsiteX357" fmla="*/ 10876687 w 12184003"/>
              <a:gd name="connsiteY357" fmla="*/ 6055678 h 6857801"/>
              <a:gd name="connsiteX358" fmla="*/ 10876687 w 12184003"/>
              <a:gd name="connsiteY358" fmla="*/ 6103852 h 6857801"/>
              <a:gd name="connsiteX359" fmla="*/ 10856980 w 12184003"/>
              <a:gd name="connsiteY359" fmla="*/ 6111915 h 6857801"/>
              <a:gd name="connsiteX360" fmla="*/ 10856980 w 12184003"/>
              <a:gd name="connsiteY360" fmla="*/ 6265899 h 6857801"/>
              <a:gd name="connsiteX361" fmla="*/ 10913914 w 12184003"/>
              <a:gd name="connsiteY361" fmla="*/ 6322834 h 6857801"/>
              <a:gd name="connsiteX362" fmla="*/ 10913914 w 12184003"/>
              <a:gd name="connsiteY362" fmla="*/ 5953964 h 6857801"/>
              <a:gd name="connsiteX363" fmla="*/ 10889827 w 12184003"/>
              <a:gd name="connsiteY363" fmla="*/ 5943997 h 6857801"/>
              <a:gd name="connsiteX364" fmla="*/ 10876688 w 12184003"/>
              <a:gd name="connsiteY364" fmla="*/ 5912245 h 6857801"/>
              <a:gd name="connsiteX365" fmla="*/ 10883418 w 12184003"/>
              <a:gd name="connsiteY365" fmla="*/ 5895982 h 6857801"/>
              <a:gd name="connsiteX366" fmla="*/ 10685608 w 12184003"/>
              <a:gd name="connsiteY366" fmla="*/ 5698173 h 6857801"/>
              <a:gd name="connsiteX367" fmla="*/ 10670845 w 12184003"/>
              <a:gd name="connsiteY367" fmla="*/ 5704213 h 6857801"/>
              <a:gd name="connsiteX368" fmla="*/ 10646758 w 12184003"/>
              <a:gd name="connsiteY368" fmla="*/ 5694358 h 6857801"/>
              <a:gd name="connsiteX369" fmla="*/ 10640487 w 12184003"/>
              <a:gd name="connsiteY369" fmla="*/ 5679030 h 6857801"/>
              <a:gd name="connsiteX370" fmla="*/ 10532888 w 12184003"/>
              <a:gd name="connsiteY370" fmla="*/ 5679030 h 6857801"/>
              <a:gd name="connsiteX371" fmla="*/ 10460174 w 12184003"/>
              <a:gd name="connsiteY371" fmla="*/ 5606765 h 6857801"/>
              <a:gd name="connsiteX372" fmla="*/ 1646706 w 12184003"/>
              <a:gd name="connsiteY372" fmla="*/ 5606765 h 6857801"/>
              <a:gd name="connsiteX373" fmla="*/ 1574441 w 12184003"/>
              <a:gd name="connsiteY373" fmla="*/ 5679030 h 6857801"/>
              <a:gd name="connsiteX374" fmla="*/ 1464648 w 12184003"/>
              <a:gd name="connsiteY374" fmla="*/ 5679030 h 6857801"/>
              <a:gd name="connsiteX375" fmla="*/ 1458378 w 12184003"/>
              <a:gd name="connsiteY375" fmla="*/ 5694358 h 6857801"/>
              <a:gd name="connsiteX376" fmla="*/ 1434289 w 12184003"/>
              <a:gd name="connsiteY376" fmla="*/ 5704213 h 6857801"/>
              <a:gd name="connsiteX377" fmla="*/ 1419530 w 12184003"/>
              <a:gd name="connsiteY377" fmla="*/ 5698174 h 6857801"/>
              <a:gd name="connsiteX378" fmla="*/ 1223273 w 12184003"/>
              <a:gd name="connsiteY378" fmla="*/ 5894432 h 6857801"/>
              <a:gd name="connsiteX379" fmla="*/ 1230644 w 12184003"/>
              <a:gd name="connsiteY379" fmla="*/ 5912245 h 6857801"/>
              <a:gd name="connsiteX380" fmla="*/ 1217504 w 12184003"/>
              <a:gd name="connsiteY380" fmla="*/ 5943997 h 6857801"/>
              <a:gd name="connsiteX381" fmla="*/ 1191231 w 12184003"/>
              <a:gd name="connsiteY381" fmla="*/ 5954870 h 6857801"/>
              <a:gd name="connsiteX382" fmla="*/ 1191231 w 12184003"/>
              <a:gd name="connsiteY382" fmla="*/ 6325019 h 6857801"/>
              <a:gd name="connsiteX383" fmla="*/ 1250350 w 12184003"/>
              <a:gd name="connsiteY383" fmla="*/ 6265899 h 6857801"/>
              <a:gd name="connsiteX384" fmla="*/ 1250350 w 12184003"/>
              <a:gd name="connsiteY384" fmla="*/ 6112813 h 6857801"/>
              <a:gd name="connsiteX385" fmla="*/ 1228448 w 12184003"/>
              <a:gd name="connsiteY385" fmla="*/ 6103852 h 6857801"/>
              <a:gd name="connsiteX386" fmla="*/ 1228448 w 12184003"/>
              <a:gd name="connsiteY386" fmla="*/ 6055678 h 6857801"/>
              <a:gd name="connsiteX387" fmla="*/ 1252536 w 12184003"/>
              <a:gd name="connsiteY387" fmla="*/ 6045823 h 6857801"/>
              <a:gd name="connsiteX388" fmla="*/ 1273518 w 12184003"/>
              <a:gd name="connsiteY388" fmla="*/ 6054408 h 6857801"/>
              <a:gd name="connsiteX389" fmla="*/ 1721157 w 12184003"/>
              <a:gd name="connsiteY389" fmla="*/ 5606765 h 6857801"/>
              <a:gd name="connsiteX390" fmla="*/ 1504371 w 12184003"/>
              <a:gd name="connsiteY390" fmla="*/ 5606765 h 6857801"/>
              <a:gd name="connsiteX391" fmla="*/ 1460198 w 12184003"/>
              <a:gd name="connsiteY391" fmla="*/ 5650630 h 6857801"/>
              <a:gd name="connsiteX392" fmla="*/ 1464648 w 12184003"/>
              <a:gd name="connsiteY392" fmla="*/ 5661511 h 6857801"/>
              <a:gd name="connsiteX393" fmla="*/ 1565682 w 12184003"/>
              <a:gd name="connsiteY393" fmla="*/ 5661511 h 6857801"/>
              <a:gd name="connsiteX394" fmla="*/ 1620768 w 12184003"/>
              <a:gd name="connsiteY394" fmla="*/ 5606765 h 6857801"/>
              <a:gd name="connsiteX395" fmla="*/ 9440086 w 12184003"/>
              <a:gd name="connsiteY395" fmla="*/ 5574865 h 6857801"/>
              <a:gd name="connsiteX396" fmla="*/ 9439128 w 12184003"/>
              <a:gd name="connsiteY396" fmla="*/ 6110422 h 6857801"/>
              <a:gd name="connsiteX397" fmla="*/ 9577933 w 12184003"/>
              <a:gd name="connsiteY397" fmla="*/ 6110422 h 6857801"/>
              <a:gd name="connsiteX398" fmla="*/ 9586890 w 12184003"/>
              <a:gd name="connsiteY398" fmla="*/ 6088524 h 6857801"/>
              <a:gd name="connsiteX399" fmla="*/ 9635066 w 12184003"/>
              <a:gd name="connsiteY399" fmla="*/ 6088524 h 6857801"/>
              <a:gd name="connsiteX400" fmla="*/ 9644921 w 12184003"/>
              <a:gd name="connsiteY400" fmla="*/ 6112612 h 6857801"/>
              <a:gd name="connsiteX401" fmla="*/ 9635671 w 12184003"/>
              <a:gd name="connsiteY401" fmla="*/ 6135219 h 6857801"/>
              <a:gd name="connsiteX402" fmla="*/ 9775355 w 12184003"/>
              <a:gd name="connsiteY402" fmla="*/ 6275496 h 6857801"/>
              <a:gd name="connsiteX403" fmla="*/ 9887983 w 12184003"/>
              <a:gd name="connsiteY403" fmla="*/ 6274880 h 6857801"/>
              <a:gd name="connsiteX404" fmla="*/ 9890532 w 12184003"/>
              <a:gd name="connsiteY404" fmla="*/ 6268348 h 6857801"/>
              <a:gd name="connsiteX405" fmla="*/ 9753316 w 12184003"/>
              <a:gd name="connsiteY405" fmla="*/ 6130130 h 6857801"/>
              <a:gd name="connsiteX406" fmla="*/ 9753316 w 12184003"/>
              <a:gd name="connsiteY406" fmla="*/ 5926690 h 6857801"/>
              <a:gd name="connsiteX407" fmla="*/ 9735798 w 12184003"/>
              <a:gd name="connsiteY407" fmla="*/ 5919908 h 6857801"/>
              <a:gd name="connsiteX408" fmla="*/ 9721016 w 12184003"/>
              <a:gd name="connsiteY408" fmla="*/ 5886788 h 6857801"/>
              <a:gd name="connsiteX409" fmla="*/ 9730549 w 12184003"/>
              <a:gd name="connsiteY409" fmla="*/ 5864368 h 6857801"/>
              <a:gd name="connsiteX410" fmla="*/ 2667171 w 12184003"/>
              <a:gd name="connsiteY410" fmla="*/ 5573915 h 6857801"/>
              <a:gd name="connsiteX411" fmla="*/ 2377239 w 12184003"/>
              <a:gd name="connsiteY411" fmla="*/ 5863847 h 6857801"/>
              <a:gd name="connsiteX412" fmla="*/ 2380126 w 12184003"/>
              <a:gd name="connsiteY412" fmla="*/ 5868175 h 6857801"/>
              <a:gd name="connsiteX413" fmla="*/ 2369349 w 12184003"/>
              <a:gd name="connsiteY413" fmla="*/ 5919908 h 6857801"/>
              <a:gd name="connsiteX414" fmla="*/ 2354023 w 12184003"/>
              <a:gd name="connsiteY414" fmla="*/ 5925841 h 6857801"/>
              <a:gd name="connsiteX415" fmla="*/ 2354023 w 12184003"/>
              <a:gd name="connsiteY415" fmla="*/ 6130130 h 6857801"/>
              <a:gd name="connsiteX416" fmla="*/ 2214951 w 12184003"/>
              <a:gd name="connsiteY416" fmla="*/ 6269201 h 6857801"/>
              <a:gd name="connsiteX417" fmla="*/ 2217162 w 12184003"/>
              <a:gd name="connsiteY417" fmla="*/ 6274879 h 6857801"/>
              <a:gd name="connsiteX418" fmla="*/ 2331284 w 12184003"/>
              <a:gd name="connsiteY418" fmla="*/ 6275500 h 6857801"/>
              <a:gd name="connsiteX419" fmla="*/ 2470081 w 12184003"/>
              <a:gd name="connsiteY419" fmla="*/ 6136701 h 6857801"/>
              <a:gd name="connsiteX420" fmla="*/ 2470079 w 12184003"/>
              <a:gd name="connsiteY420" fmla="*/ 6136700 h 6857801"/>
              <a:gd name="connsiteX421" fmla="*/ 2470079 w 12184003"/>
              <a:gd name="connsiteY421" fmla="*/ 6088524 h 6857801"/>
              <a:gd name="connsiteX422" fmla="*/ 2518254 w 12184003"/>
              <a:gd name="connsiteY422" fmla="*/ 6088524 h 6857801"/>
              <a:gd name="connsiteX423" fmla="*/ 2527214 w 12184003"/>
              <a:gd name="connsiteY423" fmla="*/ 6110422 h 6857801"/>
              <a:gd name="connsiteX424" fmla="*/ 2667171 w 12184003"/>
              <a:gd name="connsiteY424" fmla="*/ 6110422 h 6857801"/>
              <a:gd name="connsiteX425" fmla="*/ 10285440 w 12184003"/>
              <a:gd name="connsiteY425" fmla="*/ 5530122 h 6857801"/>
              <a:gd name="connsiteX426" fmla="*/ 9975978 w 12184003"/>
              <a:gd name="connsiteY426" fmla="*/ 5531725 h 6857801"/>
              <a:gd name="connsiteX427" fmla="*/ 10002168 w 12184003"/>
              <a:gd name="connsiteY427" fmla="*/ 5557858 h 6857801"/>
              <a:gd name="connsiteX428" fmla="*/ 10021568 w 12184003"/>
              <a:gd name="connsiteY428" fmla="*/ 5549830 h 6857801"/>
              <a:gd name="connsiteX429" fmla="*/ 10053320 w 12184003"/>
              <a:gd name="connsiteY429" fmla="*/ 5562969 h 6857801"/>
              <a:gd name="connsiteX430" fmla="*/ 10061475 w 12184003"/>
              <a:gd name="connsiteY430" fmla="*/ 5582678 h 6857801"/>
              <a:gd name="connsiteX431" fmla="*/ 10337995 w 12184003"/>
              <a:gd name="connsiteY431" fmla="*/ 5582678 h 6857801"/>
              <a:gd name="connsiteX432" fmla="*/ 1819698 w 12184003"/>
              <a:gd name="connsiteY432" fmla="*/ 5530122 h 6857801"/>
              <a:gd name="connsiteX433" fmla="*/ 1767142 w 12184003"/>
              <a:gd name="connsiteY433" fmla="*/ 5582678 h 6857801"/>
              <a:gd name="connsiteX434" fmla="*/ 2043665 w 12184003"/>
              <a:gd name="connsiteY434" fmla="*/ 5582678 h 6857801"/>
              <a:gd name="connsiteX435" fmla="*/ 2051820 w 12184003"/>
              <a:gd name="connsiteY435" fmla="*/ 5562969 h 6857801"/>
              <a:gd name="connsiteX436" fmla="*/ 2083574 w 12184003"/>
              <a:gd name="connsiteY436" fmla="*/ 5549830 h 6857801"/>
              <a:gd name="connsiteX437" fmla="*/ 2104493 w 12184003"/>
              <a:gd name="connsiteY437" fmla="*/ 5558485 h 6857801"/>
              <a:gd name="connsiteX438" fmla="*/ 2131252 w 12184003"/>
              <a:gd name="connsiteY438" fmla="*/ 5531728 h 6857801"/>
              <a:gd name="connsiteX439" fmla="*/ 5572975 w 12184003"/>
              <a:gd name="connsiteY439" fmla="*/ 5488514 h 6857801"/>
              <a:gd name="connsiteX440" fmla="*/ 5572975 w 12184003"/>
              <a:gd name="connsiteY440" fmla="*/ 5562970 h 6857801"/>
              <a:gd name="connsiteX441" fmla="*/ 5745971 w 12184003"/>
              <a:gd name="connsiteY441" fmla="*/ 5735967 h 6857801"/>
              <a:gd name="connsiteX442" fmla="*/ 5745971 w 12184003"/>
              <a:gd name="connsiteY442" fmla="*/ 5661511 h 6857801"/>
              <a:gd name="connsiteX443" fmla="*/ 4962021 w 12184003"/>
              <a:gd name="connsiteY443" fmla="*/ 5405947 h 6857801"/>
              <a:gd name="connsiteX444" fmla="*/ 4780284 w 12184003"/>
              <a:gd name="connsiteY444" fmla="*/ 5588152 h 6857801"/>
              <a:gd name="connsiteX445" fmla="*/ 4780284 w 12184003"/>
              <a:gd name="connsiteY445" fmla="*/ 5590156 h 6857801"/>
              <a:gd name="connsiteX446" fmla="*/ 4944660 w 12184003"/>
              <a:gd name="connsiteY446" fmla="*/ 5755611 h 6857801"/>
              <a:gd name="connsiteX447" fmla="*/ 4966404 w 12184003"/>
              <a:gd name="connsiteY447" fmla="*/ 5746914 h 6857801"/>
              <a:gd name="connsiteX448" fmla="*/ 5012390 w 12184003"/>
              <a:gd name="connsiteY448" fmla="*/ 5792900 h 6857801"/>
              <a:gd name="connsiteX449" fmla="*/ 4999251 w 12184003"/>
              <a:gd name="connsiteY449" fmla="*/ 5825746 h 6857801"/>
              <a:gd name="connsiteX450" fmla="*/ 4977359 w 12184003"/>
              <a:gd name="connsiteY450" fmla="*/ 5834505 h 6857801"/>
              <a:gd name="connsiteX451" fmla="*/ 4977359 w 12184003"/>
              <a:gd name="connsiteY451" fmla="*/ 6133449 h 6857801"/>
              <a:gd name="connsiteX452" fmla="*/ 5188020 w 12184003"/>
              <a:gd name="connsiteY452" fmla="*/ 5921990 h 6857801"/>
              <a:gd name="connsiteX453" fmla="*/ 5190965 w 12184003"/>
              <a:gd name="connsiteY453" fmla="*/ 5914545 h 6857801"/>
              <a:gd name="connsiteX454" fmla="*/ 4962021 w 12184003"/>
              <a:gd name="connsiteY454" fmla="*/ 5685599 h 6857801"/>
              <a:gd name="connsiteX455" fmla="*/ 4622602 w 12184003"/>
              <a:gd name="connsiteY455" fmla="*/ 5400934 h 6857801"/>
              <a:gd name="connsiteX456" fmla="*/ 4421155 w 12184003"/>
              <a:gd name="connsiteY456" fmla="*/ 5602385 h 6857801"/>
              <a:gd name="connsiteX457" fmla="*/ 4421155 w 12184003"/>
              <a:gd name="connsiteY457" fmla="*/ 5915528 h 6857801"/>
              <a:gd name="connsiteX458" fmla="*/ 4748110 w 12184003"/>
              <a:gd name="connsiteY458" fmla="*/ 5588571 h 6857801"/>
              <a:gd name="connsiteX459" fmla="*/ 4622602 w 12184003"/>
              <a:gd name="connsiteY459" fmla="*/ 5462238 h 6857801"/>
              <a:gd name="connsiteX460" fmla="*/ 5465677 w 12184003"/>
              <a:gd name="connsiteY460" fmla="*/ 5381213 h 6857801"/>
              <a:gd name="connsiteX461" fmla="*/ 5465677 w 12184003"/>
              <a:gd name="connsiteY461" fmla="*/ 5760051 h 6857801"/>
              <a:gd name="connsiteX462" fmla="*/ 5594477 w 12184003"/>
              <a:gd name="connsiteY462" fmla="*/ 5888853 h 6857801"/>
              <a:gd name="connsiteX463" fmla="*/ 5722917 w 12184003"/>
              <a:gd name="connsiteY463" fmla="*/ 5761088 h 6857801"/>
              <a:gd name="connsiteX464" fmla="*/ 5537939 w 12184003"/>
              <a:gd name="connsiteY464" fmla="*/ 5576108 h 6857801"/>
              <a:gd name="connsiteX465" fmla="*/ 5537939 w 12184003"/>
              <a:gd name="connsiteY465" fmla="*/ 5453477 h 6857801"/>
              <a:gd name="connsiteX466" fmla="*/ 5301440 w 12184003"/>
              <a:gd name="connsiteY466" fmla="*/ 5354945 h 6857801"/>
              <a:gd name="connsiteX467" fmla="*/ 5301440 w 12184003"/>
              <a:gd name="connsiteY467" fmla="*/ 5595818 h 6857801"/>
              <a:gd name="connsiteX468" fmla="*/ 5310198 w 12184003"/>
              <a:gd name="connsiteY468" fmla="*/ 5604574 h 6857801"/>
              <a:gd name="connsiteX469" fmla="*/ 5310198 w 12184003"/>
              <a:gd name="connsiteY469" fmla="*/ 5364949 h 6857801"/>
              <a:gd name="connsiteX470" fmla="*/ 5304724 w 12184003"/>
              <a:gd name="connsiteY470" fmla="*/ 5362602 h 6857801"/>
              <a:gd name="connsiteX471" fmla="*/ 10150446 w 12184003"/>
              <a:gd name="connsiteY471" fmla="*/ 5326659 h 6857801"/>
              <a:gd name="connsiteX472" fmla="*/ 10136813 w 12184003"/>
              <a:gd name="connsiteY472" fmla="*/ 5326751 h 6857801"/>
              <a:gd name="connsiteX473" fmla="*/ 10278869 w 12184003"/>
              <a:gd name="connsiteY473" fmla="*/ 5468807 h 6857801"/>
              <a:gd name="connsiteX474" fmla="*/ 10321360 w 12184003"/>
              <a:gd name="connsiteY474" fmla="*/ 5468807 h 6857801"/>
              <a:gd name="connsiteX475" fmla="*/ 10200488 w 12184003"/>
              <a:gd name="connsiteY475" fmla="*/ 5348682 h 6857801"/>
              <a:gd name="connsiteX476" fmla="*/ 10182519 w 12184003"/>
              <a:gd name="connsiteY476" fmla="*/ 5356033 h 6857801"/>
              <a:gd name="connsiteX477" fmla="*/ 10158430 w 12184003"/>
              <a:gd name="connsiteY477" fmla="*/ 5346178 h 6857801"/>
              <a:gd name="connsiteX478" fmla="*/ 1954689 w 12184003"/>
              <a:gd name="connsiteY478" fmla="*/ 5326659 h 6857801"/>
              <a:gd name="connsiteX479" fmla="*/ 1946705 w 12184003"/>
              <a:gd name="connsiteY479" fmla="*/ 5346178 h 6857801"/>
              <a:gd name="connsiteX480" fmla="*/ 1922616 w 12184003"/>
              <a:gd name="connsiteY480" fmla="*/ 5356033 h 6857801"/>
              <a:gd name="connsiteX481" fmla="*/ 1904746 w 12184003"/>
              <a:gd name="connsiteY481" fmla="*/ 5348723 h 6857801"/>
              <a:gd name="connsiteX482" fmla="*/ 1784663 w 12184003"/>
              <a:gd name="connsiteY482" fmla="*/ 5468807 h 6857801"/>
              <a:gd name="connsiteX483" fmla="*/ 1826272 w 12184003"/>
              <a:gd name="connsiteY483" fmla="*/ 5468807 h 6857801"/>
              <a:gd name="connsiteX484" fmla="*/ 1968328 w 12184003"/>
              <a:gd name="connsiteY484" fmla="*/ 5326751 h 6857801"/>
              <a:gd name="connsiteX485" fmla="*/ 4744116 w 12184003"/>
              <a:gd name="connsiteY485" fmla="*/ 5309015 h 6857801"/>
              <a:gd name="connsiteX486" fmla="*/ 4725537 w 12184003"/>
              <a:gd name="connsiteY486" fmla="*/ 5316617 h 6857801"/>
              <a:gd name="connsiteX487" fmla="*/ 4712324 w 12184003"/>
              <a:gd name="connsiteY487" fmla="*/ 5311211 h 6857801"/>
              <a:gd name="connsiteX488" fmla="*/ 4644501 w 12184003"/>
              <a:gd name="connsiteY488" fmla="*/ 5379036 h 6857801"/>
              <a:gd name="connsiteX489" fmla="*/ 4644501 w 12184003"/>
              <a:gd name="connsiteY489" fmla="*/ 5453479 h 6857801"/>
              <a:gd name="connsiteX490" fmla="*/ 4756193 w 12184003"/>
              <a:gd name="connsiteY490" fmla="*/ 5565907 h 6857801"/>
              <a:gd name="connsiteX491" fmla="*/ 4756193 w 12184003"/>
              <a:gd name="connsiteY491" fmla="*/ 5314011 h 6857801"/>
              <a:gd name="connsiteX492" fmla="*/ 7362072 w 12184003"/>
              <a:gd name="connsiteY492" fmla="*/ 5308564 h 6857801"/>
              <a:gd name="connsiteX493" fmla="*/ 7348907 w 12184003"/>
              <a:gd name="connsiteY493" fmla="*/ 5314011 h 6857801"/>
              <a:gd name="connsiteX494" fmla="*/ 7348907 w 12184003"/>
              <a:gd name="connsiteY494" fmla="*/ 5580488 h 6857801"/>
              <a:gd name="connsiteX495" fmla="*/ 7683948 w 12184003"/>
              <a:gd name="connsiteY495" fmla="*/ 5915530 h 6857801"/>
              <a:gd name="connsiteX496" fmla="*/ 7683948 w 12184003"/>
              <a:gd name="connsiteY496" fmla="*/ 5601288 h 6857801"/>
              <a:gd name="connsiteX497" fmla="*/ 7394904 w 12184003"/>
              <a:gd name="connsiteY497" fmla="*/ 5311237 h 6857801"/>
              <a:gd name="connsiteX498" fmla="*/ 7381754 w 12184003"/>
              <a:gd name="connsiteY498" fmla="*/ 5316617 h 6857801"/>
              <a:gd name="connsiteX499" fmla="*/ 8673742 w 12184003"/>
              <a:gd name="connsiteY499" fmla="*/ 5276105 h 6857801"/>
              <a:gd name="connsiteX500" fmla="*/ 8673742 w 12184003"/>
              <a:gd name="connsiteY500" fmla="*/ 5773194 h 6857801"/>
              <a:gd name="connsiteX501" fmla="*/ 9214624 w 12184003"/>
              <a:gd name="connsiteY501" fmla="*/ 6314076 h 6857801"/>
              <a:gd name="connsiteX502" fmla="*/ 9214624 w 12184003"/>
              <a:gd name="connsiteY502" fmla="*/ 6035968 h 6857801"/>
              <a:gd name="connsiteX503" fmla="*/ 8848079 w 12184003"/>
              <a:gd name="connsiteY503" fmla="*/ 5669422 h 6857801"/>
              <a:gd name="connsiteX504" fmla="*/ 8837977 w 12184003"/>
              <a:gd name="connsiteY504" fmla="*/ 5673555 h 6857801"/>
              <a:gd name="connsiteX505" fmla="*/ 8813889 w 12184003"/>
              <a:gd name="connsiteY505" fmla="*/ 5663701 h 6857801"/>
              <a:gd name="connsiteX506" fmla="*/ 8813889 w 12184003"/>
              <a:gd name="connsiteY506" fmla="*/ 5615525 h 6857801"/>
              <a:gd name="connsiteX507" fmla="*/ 8837977 w 12184003"/>
              <a:gd name="connsiteY507" fmla="*/ 5605670 h 6857801"/>
              <a:gd name="connsiteX508" fmla="*/ 8854122 w 12184003"/>
              <a:gd name="connsiteY508" fmla="*/ 5612276 h 6857801"/>
              <a:gd name="connsiteX509" fmla="*/ 8855495 w 12184003"/>
              <a:gd name="connsiteY509" fmla="*/ 5608956 h 6857801"/>
              <a:gd name="connsiteX510" fmla="*/ 8919000 w 12184003"/>
              <a:gd name="connsiteY510" fmla="*/ 5608956 h 6857801"/>
              <a:gd name="connsiteX511" fmla="*/ 8932138 w 12184003"/>
              <a:gd name="connsiteY511" fmla="*/ 5640708 h 6857801"/>
              <a:gd name="connsiteX512" fmla="*/ 8920282 w 12184003"/>
              <a:gd name="connsiteY512" fmla="*/ 5669363 h 6857801"/>
              <a:gd name="connsiteX513" fmla="*/ 9214624 w 12184003"/>
              <a:gd name="connsiteY513" fmla="*/ 5963706 h 6857801"/>
              <a:gd name="connsiteX514" fmla="*/ 9214624 w 12184003"/>
              <a:gd name="connsiteY514" fmla="*/ 5569540 h 6857801"/>
              <a:gd name="connsiteX515" fmla="*/ 8921190 w 12184003"/>
              <a:gd name="connsiteY515" fmla="*/ 5276105 h 6857801"/>
              <a:gd name="connsiteX516" fmla="*/ 3183963 w 12184003"/>
              <a:gd name="connsiteY516" fmla="*/ 5276105 h 6857801"/>
              <a:gd name="connsiteX517" fmla="*/ 2892718 w 12184003"/>
              <a:gd name="connsiteY517" fmla="*/ 5569540 h 6857801"/>
              <a:gd name="connsiteX518" fmla="*/ 2892718 w 12184003"/>
              <a:gd name="connsiteY518" fmla="*/ 5962640 h 6857801"/>
              <a:gd name="connsiteX519" fmla="*/ 3186456 w 12184003"/>
              <a:gd name="connsiteY519" fmla="*/ 5667895 h 6857801"/>
              <a:gd name="connsiteX520" fmla="*/ 3175209 w 12184003"/>
              <a:gd name="connsiteY520" fmla="*/ 5640708 h 6857801"/>
              <a:gd name="connsiteX521" fmla="*/ 3188347 w 12184003"/>
              <a:gd name="connsiteY521" fmla="*/ 5608956 h 6857801"/>
              <a:gd name="connsiteX522" fmla="*/ 3251849 w 12184003"/>
              <a:gd name="connsiteY522" fmla="*/ 5608956 h 6857801"/>
              <a:gd name="connsiteX523" fmla="*/ 3252904 w 12184003"/>
              <a:gd name="connsiteY523" fmla="*/ 5611508 h 6857801"/>
              <a:gd name="connsiteX524" fmla="*/ 3267172 w 12184003"/>
              <a:gd name="connsiteY524" fmla="*/ 5605670 h 6857801"/>
              <a:gd name="connsiteX525" fmla="*/ 3291259 w 12184003"/>
              <a:gd name="connsiteY525" fmla="*/ 5615525 h 6857801"/>
              <a:gd name="connsiteX526" fmla="*/ 3291259 w 12184003"/>
              <a:gd name="connsiteY526" fmla="*/ 5663701 h 6857801"/>
              <a:gd name="connsiteX527" fmla="*/ 3267172 w 12184003"/>
              <a:gd name="connsiteY527" fmla="*/ 5673555 h 6857801"/>
              <a:gd name="connsiteX528" fmla="*/ 3257140 w 12184003"/>
              <a:gd name="connsiteY528" fmla="*/ 5669452 h 6857801"/>
              <a:gd name="connsiteX529" fmla="*/ 2892718 w 12184003"/>
              <a:gd name="connsiteY529" fmla="*/ 6035547 h 6857801"/>
              <a:gd name="connsiteX530" fmla="*/ 2892718 w 12184003"/>
              <a:gd name="connsiteY530" fmla="*/ 6314075 h 6857801"/>
              <a:gd name="connsiteX531" fmla="*/ 3431411 w 12184003"/>
              <a:gd name="connsiteY531" fmla="*/ 5775381 h 6857801"/>
              <a:gd name="connsiteX532" fmla="*/ 3431411 w 12184003"/>
              <a:gd name="connsiteY532" fmla="*/ 5276105 h 6857801"/>
              <a:gd name="connsiteX533" fmla="*/ 5093412 w 12184003"/>
              <a:gd name="connsiteY533" fmla="*/ 5274215 h 6857801"/>
              <a:gd name="connsiteX534" fmla="*/ 4979544 w 12184003"/>
              <a:gd name="connsiteY534" fmla="*/ 5388382 h 6857801"/>
              <a:gd name="connsiteX535" fmla="*/ 4979544 w 12184003"/>
              <a:gd name="connsiteY535" fmla="*/ 5679030 h 6857801"/>
              <a:gd name="connsiteX536" fmla="*/ 5202878 w 12184003"/>
              <a:gd name="connsiteY536" fmla="*/ 5900392 h 6857801"/>
              <a:gd name="connsiteX537" fmla="*/ 5214743 w 12184003"/>
              <a:gd name="connsiteY537" fmla="*/ 5895165 h 6857801"/>
              <a:gd name="connsiteX538" fmla="*/ 5277356 w 12184003"/>
              <a:gd name="connsiteY538" fmla="*/ 5832317 h 6857801"/>
              <a:gd name="connsiteX539" fmla="*/ 5277356 w 12184003"/>
              <a:gd name="connsiteY539" fmla="*/ 5602387 h 6857801"/>
              <a:gd name="connsiteX540" fmla="*/ 5093412 w 12184003"/>
              <a:gd name="connsiteY540" fmla="*/ 5418442 h 6857801"/>
              <a:gd name="connsiteX541" fmla="*/ 5445971 w 12184003"/>
              <a:gd name="connsiteY541" fmla="*/ 5254171 h 6857801"/>
              <a:gd name="connsiteX542" fmla="*/ 5445971 w 12184003"/>
              <a:gd name="connsiteY542" fmla="*/ 5298002 h 6857801"/>
              <a:gd name="connsiteX543" fmla="*/ 5448158 w 12184003"/>
              <a:gd name="connsiteY543" fmla="*/ 5300189 h 6857801"/>
              <a:gd name="connsiteX544" fmla="*/ 5448158 w 12184003"/>
              <a:gd name="connsiteY544" fmla="*/ 5256396 h 6857801"/>
              <a:gd name="connsiteX545" fmla="*/ 8461329 w 12184003"/>
              <a:gd name="connsiteY545" fmla="*/ 5252017 h 6857801"/>
              <a:gd name="connsiteX546" fmla="*/ 8461329 w 12184003"/>
              <a:gd name="connsiteY546" fmla="*/ 5560780 h 6857801"/>
              <a:gd name="connsiteX547" fmla="*/ 8640893 w 12184003"/>
              <a:gd name="connsiteY547" fmla="*/ 5740345 h 6857801"/>
              <a:gd name="connsiteX548" fmla="*/ 8640893 w 12184003"/>
              <a:gd name="connsiteY548" fmla="*/ 5276105 h 6857801"/>
              <a:gd name="connsiteX549" fmla="*/ 8485417 w 12184003"/>
              <a:gd name="connsiteY549" fmla="*/ 5276105 h 6857801"/>
              <a:gd name="connsiteX550" fmla="*/ 3646000 w 12184003"/>
              <a:gd name="connsiteY550" fmla="*/ 5249828 h 6857801"/>
              <a:gd name="connsiteX551" fmla="*/ 3619723 w 12184003"/>
              <a:gd name="connsiteY551" fmla="*/ 5276105 h 6857801"/>
              <a:gd name="connsiteX552" fmla="*/ 3464262 w 12184003"/>
              <a:gd name="connsiteY552" fmla="*/ 5276105 h 6857801"/>
              <a:gd name="connsiteX553" fmla="*/ 3464262 w 12184003"/>
              <a:gd name="connsiteY553" fmla="*/ 5742529 h 6857801"/>
              <a:gd name="connsiteX554" fmla="*/ 3646000 w 12184003"/>
              <a:gd name="connsiteY554" fmla="*/ 5560780 h 6857801"/>
              <a:gd name="connsiteX555" fmla="*/ 8374564 w 12184003"/>
              <a:gd name="connsiteY555" fmla="*/ 5165252 h 6857801"/>
              <a:gd name="connsiteX556" fmla="*/ 8374298 w 12184003"/>
              <a:gd name="connsiteY556" fmla="*/ 5283802 h 6857801"/>
              <a:gd name="connsiteX557" fmla="*/ 8379211 w 12184003"/>
              <a:gd name="connsiteY557" fmla="*/ 5295814 h 6857801"/>
              <a:gd name="connsiteX558" fmla="*/ 8374243 w 12184003"/>
              <a:gd name="connsiteY558" fmla="*/ 5307958 h 6857801"/>
              <a:gd name="connsiteX559" fmla="*/ 8373738 w 12184003"/>
              <a:gd name="connsiteY559" fmla="*/ 5532313 h 6857801"/>
              <a:gd name="connsiteX560" fmla="*/ 8640893 w 12184003"/>
              <a:gd name="connsiteY560" fmla="*/ 5798902 h 6857801"/>
              <a:gd name="connsiteX561" fmla="*/ 8640893 w 12184003"/>
              <a:gd name="connsiteY561" fmla="*/ 5788522 h 6857801"/>
              <a:gd name="connsiteX562" fmla="*/ 8426292 w 12184003"/>
              <a:gd name="connsiteY562" fmla="*/ 5573920 h 6857801"/>
              <a:gd name="connsiteX563" fmla="*/ 8426292 w 12184003"/>
              <a:gd name="connsiteY563" fmla="*/ 5216980 h 6857801"/>
              <a:gd name="connsiteX564" fmla="*/ 3731404 w 12184003"/>
              <a:gd name="connsiteY564" fmla="*/ 5164419 h 6857801"/>
              <a:gd name="connsiteX565" fmla="*/ 3678846 w 12184003"/>
              <a:gd name="connsiteY565" fmla="*/ 5216981 h 6857801"/>
              <a:gd name="connsiteX566" fmla="*/ 3678846 w 12184003"/>
              <a:gd name="connsiteY566" fmla="*/ 5573920 h 6857801"/>
              <a:gd name="connsiteX567" fmla="*/ 3464262 w 12184003"/>
              <a:gd name="connsiteY567" fmla="*/ 5788516 h 6857801"/>
              <a:gd name="connsiteX568" fmla="*/ 3464262 w 12184003"/>
              <a:gd name="connsiteY568" fmla="*/ 5798902 h 6857801"/>
              <a:gd name="connsiteX569" fmla="*/ 3731404 w 12184003"/>
              <a:gd name="connsiteY569" fmla="*/ 5532313 h 6857801"/>
              <a:gd name="connsiteX570" fmla="*/ 3731404 w 12184003"/>
              <a:gd name="connsiteY570" fmla="*/ 5309213 h 6857801"/>
              <a:gd name="connsiteX571" fmla="*/ 3725924 w 12184003"/>
              <a:gd name="connsiteY571" fmla="*/ 5295814 h 6857801"/>
              <a:gd name="connsiteX572" fmla="*/ 3731404 w 12184003"/>
              <a:gd name="connsiteY572" fmla="*/ 5282414 h 6857801"/>
              <a:gd name="connsiteX573" fmla="*/ 4622602 w 12184003"/>
              <a:gd name="connsiteY573" fmla="*/ 5162249 h 6857801"/>
              <a:gd name="connsiteX574" fmla="*/ 4438674 w 12184003"/>
              <a:gd name="connsiteY574" fmla="*/ 5346179 h 6857801"/>
              <a:gd name="connsiteX575" fmla="*/ 4438674 w 12184003"/>
              <a:gd name="connsiteY575" fmla="*/ 5394355 h 6857801"/>
              <a:gd name="connsiteX576" fmla="*/ 4421155 w 12184003"/>
              <a:gd name="connsiteY576" fmla="*/ 5401521 h 6857801"/>
              <a:gd name="connsiteX577" fmla="*/ 4421155 w 12184003"/>
              <a:gd name="connsiteY577" fmla="*/ 5578298 h 6857801"/>
              <a:gd name="connsiteX578" fmla="*/ 4622602 w 12184003"/>
              <a:gd name="connsiteY578" fmla="*/ 5376850 h 6857801"/>
              <a:gd name="connsiteX579" fmla="*/ 8673742 w 12184003"/>
              <a:gd name="connsiteY579" fmla="*/ 5146905 h 6857801"/>
              <a:gd name="connsiteX580" fmla="*/ 8673742 w 12184003"/>
              <a:gd name="connsiteY580" fmla="*/ 5243258 h 6857801"/>
              <a:gd name="connsiteX581" fmla="*/ 8934328 w 12184003"/>
              <a:gd name="connsiteY581" fmla="*/ 5243258 h 6857801"/>
              <a:gd name="connsiteX582" fmla="*/ 9247471 w 12184003"/>
              <a:gd name="connsiteY582" fmla="*/ 5556400 h 6857801"/>
              <a:gd name="connsiteX583" fmla="*/ 9247471 w 12184003"/>
              <a:gd name="connsiteY583" fmla="*/ 5996554 h 6857801"/>
              <a:gd name="connsiteX584" fmla="*/ 9361340 w 12184003"/>
              <a:gd name="connsiteY584" fmla="*/ 6110422 h 6857801"/>
              <a:gd name="connsiteX585" fmla="*/ 9394188 w 12184003"/>
              <a:gd name="connsiteY585" fmla="*/ 6110422 h 6857801"/>
              <a:gd name="connsiteX586" fmla="*/ 9394188 w 12184003"/>
              <a:gd name="connsiteY586" fmla="*/ 5543262 h 6857801"/>
              <a:gd name="connsiteX587" fmla="*/ 9113754 w 12184003"/>
              <a:gd name="connsiteY587" fmla="*/ 5262828 h 6857801"/>
              <a:gd name="connsiteX588" fmla="*/ 9104859 w 12184003"/>
              <a:gd name="connsiteY588" fmla="*/ 5266798 h 6857801"/>
              <a:gd name="connsiteX589" fmla="*/ 9070095 w 12184003"/>
              <a:gd name="connsiteY589" fmla="*/ 5252017 h 6857801"/>
              <a:gd name="connsiteX590" fmla="*/ 9056136 w 12184003"/>
              <a:gd name="connsiteY590" fmla="*/ 5218076 h 6857801"/>
              <a:gd name="connsiteX591" fmla="*/ 9058032 w 12184003"/>
              <a:gd name="connsiteY591" fmla="*/ 5207105 h 6857801"/>
              <a:gd name="connsiteX592" fmla="*/ 8997832 w 12184003"/>
              <a:gd name="connsiteY592" fmla="*/ 5146905 h 6857801"/>
              <a:gd name="connsiteX593" fmla="*/ 8461329 w 12184003"/>
              <a:gd name="connsiteY593" fmla="*/ 5146905 h 6857801"/>
              <a:gd name="connsiteX594" fmla="*/ 8461329 w 12184003"/>
              <a:gd name="connsiteY594" fmla="*/ 5203841 h 6857801"/>
              <a:gd name="connsiteX595" fmla="*/ 8500746 w 12184003"/>
              <a:gd name="connsiteY595" fmla="*/ 5243258 h 6857801"/>
              <a:gd name="connsiteX596" fmla="*/ 8640893 w 12184003"/>
              <a:gd name="connsiteY596" fmla="*/ 5243258 h 6857801"/>
              <a:gd name="connsiteX597" fmla="*/ 8640893 w 12184003"/>
              <a:gd name="connsiteY597" fmla="*/ 5146905 h 6857801"/>
              <a:gd name="connsiteX598" fmla="*/ 3464262 w 12184003"/>
              <a:gd name="connsiteY598" fmla="*/ 5146905 h 6857801"/>
              <a:gd name="connsiteX599" fmla="*/ 3464262 w 12184003"/>
              <a:gd name="connsiteY599" fmla="*/ 5243258 h 6857801"/>
              <a:gd name="connsiteX600" fmla="*/ 3606587 w 12184003"/>
              <a:gd name="connsiteY600" fmla="*/ 5243258 h 6857801"/>
              <a:gd name="connsiteX601" fmla="*/ 3646000 w 12184003"/>
              <a:gd name="connsiteY601" fmla="*/ 5203720 h 6857801"/>
              <a:gd name="connsiteX602" fmla="*/ 3646000 w 12184003"/>
              <a:gd name="connsiteY602" fmla="*/ 5146905 h 6857801"/>
              <a:gd name="connsiteX603" fmla="*/ 3109512 w 12184003"/>
              <a:gd name="connsiteY603" fmla="*/ 5146905 h 6857801"/>
              <a:gd name="connsiteX604" fmla="*/ 3047440 w 12184003"/>
              <a:gd name="connsiteY604" fmla="*/ 5208979 h 6857801"/>
              <a:gd name="connsiteX605" fmla="*/ 3049010 w 12184003"/>
              <a:gd name="connsiteY605" fmla="*/ 5218076 h 6857801"/>
              <a:gd name="connsiteX606" fmla="*/ 3035049 w 12184003"/>
              <a:gd name="connsiteY606" fmla="*/ 5252017 h 6857801"/>
              <a:gd name="connsiteX607" fmla="*/ 3000290 w 12184003"/>
              <a:gd name="connsiteY607" fmla="*/ 5266798 h 6857801"/>
              <a:gd name="connsiteX608" fmla="*/ 2992912 w 12184003"/>
              <a:gd name="connsiteY608" fmla="*/ 5263507 h 6857801"/>
              <a:gd name="connsiteX609" fmla="*/ 2713158 w 12184003"/>
              <a:gd name="connsiteY609" fmla="*/ 5543262 h 6857801"/>
              <a:gd name="connsiteX610" fmla="*/ 2713158 w 12184003"/>
              <a:gd name="connsiteY610" fmla="*/ 6110422 h 6857801"/>
              <a:gd name="connsiteX611" fmla="*/ 2745441 w 12184003"/>
              <a:gd name="connsiteY611" fmla="*/ 6110422 h 6857801"/>
              <a:gd name="connsiteX612" fmla="*/ 2857680 w 12184003"/>
              <a:gd name="connsiteY612" fmla="*/ 5997796 h 6857801"/>
              <a:gd name="connsiteX613" fmla="*/ 2857680 w 12184003"/>
              <a:gd name="connsiteY613" fmla="*/ 5556400 h 6857801"/>
              <a:gd name="connsiteX614" fmla="*/ 3170825 w 12184003"/>
              <a:gd name="connsiteY614" fmla="*/ 5243258 h 6857801"/>
              <a:gd name="connsiteX615" fmla="*/ 3431411 w 12184003"/>
              <a:gd name="connsiteY615" fmla="*/ 5243258 h 6857801"/>
              <a:gd name="connsiteX616" fmla="*/ 3431411 w 12184003"/>
              <a:gd name="connsiteY616" fmla="*/ 5146905 h 6857801"/>
              <a:gd name="connsiteX617" fmla="*/ 6658680 w 12184003"/>
              <a:gd name="connsiteY617" fmla="*/ 5124569 h 6857801"/>
              <a:gd name="connsiteX618" fmla="*/ 6644636 w 12184003"/>
              <a:gd name="connsiteY618" fmla="*/ 5130331 h 6857801"/>
              <a:gd name="connsiteX619" fmla="*/ 6636125 w 12184003"/>
              <a:gd name="connsiteY619" fmla="*/ 5150190 h 6857801"/>
              <a:gd name="connsiteX620" fmla="*/ 6624081 w 12184003"/>
              <a:gd name="connsiteY620" fmla="*/ 5155352 h 6857801"/>
              <a:gd name="connsiteX621" fmla="*/ 6624081 w 12184003"/>
              <a:gd name="connsiteY621" fmla="*/ 5565160 h 6857801"/>
              <a:gd name="connsiteX622" fmla="*/ 6845251 w 12184003"/>
              <a:gd name="connsiteY622" fmla="*/ 5786330 h 6857801"/>
              <a:gd name="connsiteX623" fmla="*/ 6845251 w 12184003"/>
              <a:gd name="connsiteY623" fmla="*/ 5311142 h 6857801"/>
              <a:gd name="connsiteX624" fmla="*/ 8374682 w 12184003"/>
              <a:gd name="connsiteY624" fmla="*/ 5112813 h 6857801"/>
              <a:gd name="connsiteX625" fmla="*/ 8374673 w 12184003"/>
              <a:gd name="connsiteY625" fmla="*/ 5117184 h 6857801"/>
              <a:gd name="connsiteX626" fmla="*/ 8426292 w 12184003"/>
              <a:gd name="connsiteY626" fmla="*/ 5168804 h 6857801"/>
              <a:gd name="connsiteX627" fmla="*/ 8426292 w 12184003"/>
              <a:gd name="connsiteY627" fmla="*/ 5146905 h 6857801"/>
              <a:gd name="connsiteX628" fmla="*/ 8408774 w 12184003"/>
              <a:gd name="connsiteY628" fmla="*/ 5146905 h 6857801"/>
              <a:gd name="connsiteX629" fmla="*/ 3731404 w 12184003"/>
              <a:gd name="connsiteY629" fmla="*/ 5111867 h 6857801"/>
              <a:gd name="connsiteX630" fmla="*/ 3696366 w 12184003"/>
              <a:gd name="connsiteY630" fmla="*/ 5146905 h 6857801"/>
              <a:gd name="connsiteX631" fmla="*/ 3678846 w 12184003"/>
              <a:gd name="connsiteY631" fmla="*/ 5146905 h 6857801"/>
              <a:gd name="connsiteX632" fmla="*/ 3678846 w 12184003"/>
              <a:gd name="connsiteY632" fmla="*/ 5170772 h 6857801"/>
              <a:gd name="connsiteX633" fmla="*/ 3731404 w 12184003"/>
              <a:gd name="connsiteY633" fmla="*/ 5118048 h 6857801"/>
              <a:gd name="connsiteX634" fmla="*/ 9308609 w 12184003"/>
              <a:gd name="connsiteY634" fmla="*/ 5065883 h 6857801"/>
              <a:gd name="connsiteX635" fmla="*/ 9306047 w 12184003"/>
              <a:gd name="connsiteY635" fmla="*/ 5091066 h 6857801"/>
              <a:gd name="connsiteX636" fmla="*/ 9304046 w 12184003"/>
              <a:gd name="connsiteY636" fmla="*/ 5093882 h 6857801"/>
              <a:gd name="connsiteX637" fmla="*/ 9809389 w 12184003"/>
              <a:gd name="connsiteY637" fmla="*/ 5598007 h 6857801"/>
              <a:gd name="connsiteX638" fmla="*/ 9978036 w 12184003"/>
              <a:gd name="connsiteY638" fmla="*/ 5598007 h 6857801"/>
              <a:gd name="connsiteX639" fmla="*/ 9976676 w 12184003"/>
              <a:gd name="connsiteY639" fmla="*/ 5594722 h 6857801"/>
              <a:gd name="connsiteX640" fmla="*/ 9984708 w 12184003"/>
              <a:gd name="connsiteY640" fmla="*/ 5575312 h 6857801"/>
              <a:gd name="connsiteX641" fmla="*/ 9941395 w 12184003"/>
              <a:gd name="connsiteY641" fmla="*/ 5531905 h 6857801"/>
              <a:gd name="connsiteX642" fmla="*/ 9862807 w 12184003"/>
              <a:gd name="connsiteY642" fmla="*/ 5532312 h 6857801"/>
              <a:gd name="connsiteX643" fmla="*/ 9415520 w 12184003"/>
              <a:gd name="connsiteY643" fmla="*/ 5085026 h 6857801"/>
              <a:gd name="connsiteX644" fmla="*/ 9400757 w 12184003"/>
              <a:gd name="connsiteY644" fmla="*/ 5091065 h 6857801"/>
              <a:gd name="connsiteX645" fmla="*/ 9376669 w 12184003"/>
              <a:gd name="connsiteY645" fmla="*/ 5081211 h 6857801"/>
              <a:gd name="connsiteX646" fmla="*/ 9370398 w 12184003"/>
              <a:gd name="connsiteY646" fmla="*/ 5065883 h 6857801"/>
              <a:gd name="connsiteX647" fmla="*/ 9150508 w 12184003"/>
              <a:gd name="connsiteY647" fmla="*/ 5065883 h 6857801"/>
              <a:gd name="connsiteX648" fmla="*/ 9662584 w 12184003"/>
              <a:gd name="connsiteY648" fmla="*/ 5579484 h 6857801"/>
              <a:gd name="connsiteX649" fmla="*/ 9678863 w 12184003"/>
              <a:gd name="connsiteY649" fmla="*/ 5572824 h 6857801"/>
              <a:gd name="connsiteX650" fmla="*/ 9702951 w 12184003"/>
              <a:gd name="connsiteY650" fmla="*/ 5582679 h 6857801"/>
              <a:gd name="connsiteX651" fmla="*/ 9709294 w 12184003"/>
              <a:gd name="connsiteY651" fmla="*/ 5598007 h 6857801"/>
              <a:gd name="connsiteX652" fmla="*/ 9745479 w 12184003"/>
              <a:gd name="connsiteY652" fmla="*/ 5598007 h 6857801"/>
              <a:gd name="connsiteX653" fmla="*/ 9273947 w 12184003"/>
              <a:gd name="connsiteY653" fmla="*/ 5125319 h 6857801"/>
              <a:gd name="connsiteX654" fmla="*/ 9270429 w 12184003"/>
              <a:gd name="connsiteY654" fmla="*/ 5127608 h 6857801"/>
              <a:gd name="connsiteX655" fmla="*/ 9199294 w 12184003"/>
              <a:gd name="connsiteY655" fmla="*/ 5114058 h 6857801"/>
              <a:gd name="connsiteX656" fmla="*/ 9179586 w 12184003"/>
              <a:gd name="connsiteY656" fmla="*/ 5068893 h 6857801"/>
              <a:gd name="connsiteX657" fmla="*/ 9180185 w 12184003"/>
              <a:gd name="connsiteY657" fmla="*/ 5065883 h 6857801"/>
              <a:gd name="connsiteX658" fmla="*/ 2927156 w 12184003"/>
              <a:gd name="connsiteY658" fmla="*/ 5065883 h 6857801"/>
              <a:gd name="connsiteX659" fmla="*/ 2927758 w 12184003"/>
              <a:gd name="connsiteY659" fmla="*/ 5068893 h 6857801"/>
              <a:gd name="connsiteX660" fmla="*/ 2922831 w 12184003"/>
              <a:gd name="connsiteY660" fmla="*/ 5093221 h 6857801"/>
              <a:gd name="connsiteX661" fmla="*/ 2908051 w 12184003"/>
              <a:gd name="connsiteY661" fmla="*/ 5114058 h 6857801"/>
              <a:gd name="connsiteX662" fmla="*/ 2885981 w 12184003"/>
              <a:gd name="connsiteY662" fmla="*/ 5127608 h 6857801"/>
              <a:gd name="connsiteX663" fmla="*/ 2861242 w 12184003"/>
              <a:gd name="connsiteY663" fmla="*/ 5132125 h 6857801"/>
              <a:gd name="connsiteX664" fmla="*/ 2836414 w 12184003"/>
              <a:gd name="connsiteY664" fmla="*/ 5122193 h 6857801"/>
              <a:gd name="connsiteX665" fmla="*/ 2360596 w 12184003"/>
              <a:gd name="connsiteY665" fmla="*/ 5598007 h 6857801"/>
              <a:gd name="connsiteX666" fmla="*/ 2398044 w 12184003"/>
              <a:gd name="connsiteY666" fmla="*/ 5598007 h 6857801"/>
              <a:gd name="connsiteX667" fmla="*/ 2404385 w 12184003"/>
              <a:gd name="connsiteY667" fmla="*/ 5582679 h 6857801"/>
              <a:gd name="connsiteX668" fmla="*/ 2428473 w 12184003"/>
              <a:gd name="connsiteY668" fmla="*/ 5572824 h 6857801"/>
              <a:gd name="connsiteX669" fmla="*/ 2443238 w 12184003"/>
              <a:gd name="connsiteY669" fmla="*/ 5578865 h 6857801"/>
              <a:gd name="connsiteX670" fmla="*/ 2908051 w 12184003"/>
              <a:gd name="connsiteY670" fmla="*/ 5114058 h 6857801"/>
              <a:gd name="connsiteX671" fmla="*/ 2956221 w 12184003"/>
              <a:gd name="connsiteY671" fmla="*/ 5065883 h 6857801"/>
              <a:gd name="connsiteX672" fmla="*/ 2736943 w 12184003"/>
              <a:gd name="connsiteY672" fmla="*/ 5065883 h 6857801"/>
              <a:gd name="connsiteX673" fmla="*/ 2730674 w 12184003"/>
              <a:gd name="connsiteY673" fmla="*/ 5081211 h 6857801"/>
              <a:gd name="connsiteX674" fmla="*/ 2706584 w 12184003"/>
              <a:gd name="connsiteY674" fmla="*/ 5091065 h 6857801"/>
              <a:gd name="connsiteX675" fmla="*/ 2690330 w 12184003"/>
              <a:gd name="connsiteY675" fmla="*/ 5084416 h 6857801"/>
              <a:gd name="connsiteX676" fmla="*/ 2244529 w 12184003"/>
              <a:gd name="connsiteY676" fmla="*/ 5532312 h 6857801"/>
              <a:gd name="connsiteX677" fmla="*/ 2163932 w 12184003"/>
              <a:gd name="connsiteY677" fmla="*/ 5531897 h 6857801"/>
              <a:gd name="connsiteX678" fmla="*/ 2120461 w 12184003"/>
              <a:gd name="connsiteY678" fmla="*/ 5575363 h 6857801"/>
              <a:gd name="connsiteX679" fmla="*/ 2128470 w 12184003"/>
              <a:gd name="connsiteY679" fmla="*/ 5594722 h 6857801"/>
              <a:gd name="connsiteX680" fmla="*/ 2127112 w 12184003"/>
              <a:gd name="connsiteY680" fmla="*/ 5598007 h 6857801"/>
              <a:gd name="connsiteX681" fmla="*/ 2295763 w 12184003"/>
              <a:gd name="connsiteY681" fmla="*/ 5598007 h 6857801"/>
              <a:gd name="connsiteX682" fmla="*/ 2802390 w 12184003"/>
              <a:gd name="connsiteY682" fmla="*/ 5092606 h 6857801"/>
              <a:gd name="connsiteX683" fmla="*/ 2801295 w 12184003"/>
              <a:gd name="connsiteY683" fmla="*/ 5091066 h 6857801"/>
              <a:gd name="connsiteX684" fmla="*/ 2798735 w 12184003"/>
              <a:gd name="connsiteY684" fmla="*/ 5065883 h 6857801"/>
              <a:gd name="connsiteX685" fmla="*/ 4620584 w 12184003"/>
              <a:gd name="connsiteY685" fmla="*/ 5061343 h 6857801"/>
              <a:gd name="connsiteX686" fmla="*/ 4403638 w 12184003"/>
              <a:gd name="connsiteY686" fmla="*/ 5278294 h 6857801"/>
              <a:gd name="connsiteX687" fmla="*/ 4403638 w 12184003"/>
              <a:gd name="connsiteY687" fmla="*/ 5340804 h 6857801"/>
              <a:gd name="connsiteX688" fmla="*/ 4414588 w 12184003"/>
              <a:gd name="connsiteY688" fmla="*/ 5336324 h 6857801"/>
              <a:gd name="connsiteX689" fmla="*/ 4421615 w 12184003"/>
              <a:gd name="connsiteY689" fmla="*/ 5339200 h 6857801"/>
              <a:gd name="connsiteX690" fmla="*/ 4622602 w 12184003"/>
              <a:gd name="connsiteY690" fmla="*/ 5138805 h 6857801"/>
              <a:gd name="connsiteX691" fmla="*/ 4622602 w 12184003"/>
              <a:gd name="connsiteY691" fmla="*/ 5062178 h 6857801"/>
              <a:gd name="connsiteX692" fmla="*/ 9427910 w 12184003"/>
              <a:gd name="connsiteY692" fmla="*/ 4984859 h 6857801"/>
              <a:gd name="connsiteX693" fmla="*/ 9959009 w 12184003"/>
              <a:gd name="connsiteY693" fmla="*/ 5514794 h 6857801"/>
              <a:gd name="connsiteX694" fmla="*/ 10294199 w 12184003"/>
              <a:gd name="connsiteY694" fmla="*/ 5514794 h 6857801"/>
              <a:gd name="connsiteX695" fmla="*/ 10362083 w 12184003"/>
              <a:gd name="connsiteY695" fmla="*/ 5582678 h 6857801"/>
              <a:gd name="connsiteX696" fmla="*/ 10435937 w 12184003"/>
              <a:gd name="connsiteY696" fmla="*/ 5582678 h 6857801"/>
              <a:gd name="connsiteX697" fmla="*/ 10345596 w 12184003"/>
              <a:gd name="connsiteY697" fmla="*/ 5492895 h 6857801"/>
              <a:gd name="connsiteX698" fmla="*/ 10270111 w 12184003"/>
              <a:gd name="connsiteY698" fmla="*/ 5492895 h 6857801"/>
              <a:gd name="connsiteX699" fmla="*/ 10104762 w 12184003"/>
              <a:gd name="connsiteY699" fmla="*/ 5326970 h 6857801"/>
              <a:gd name="connsiteX700" fmla="*/ 9856237 w 12184003"/>
              <a:gd name="connsiteY700" fmla="*/ 5328660 h 6857801"/>
              <a:gd name="connsiteX701" fmla="*/ 9684866 w 12184003"/>
              <a:gd name="connsiteY701" fmla="*/ 5157290 h 6857801"/>
              <a:gd name="connsiteX702" fmla="*/ 9670103 w 12184003"/>
              <a:gd name="connsiteY702" fmla="*/ 5163329 h 6857801"/>
              <a:gd name="connsiteX703" fmla="*/ 9646015 w 12184003"/>
              <a:gd name="connsiteY703" fmla="*/ 5153475 h 6857801"/>
              <a:gd name="connsiteX704" fmla="*/ 9646015 w 12184003"/>
              <a:gd name="connsiteY704" fmla="*/ 5105300 h 6857801"/>
              <a:gd name="connsiteX705" fmla="*/ 9694191 w 12184003"/>
              <a:gd name="connsiteY705" fmla="*/ 5105300 h 6857801"/>
              <a:gd name="connsiteX706" fmla="*/ 9704046 w 12184003"/>
              <a:gd name="connsiteY706" fmla="*/ 5129387 h 6857801"/>
              <a:gd name="connsiteX707" fmla="*/ 9697370 w 12184003"/>
              <a:gd name="connsiteY707" fmla="*/ 5145706 h 6857801"/>
              <a:gd name="connsiteX708" fmla="*/ 9864996 w 12184003"/>
              <a:gd name="connsiteY708" fmla="*/ 5313331 h 6857801"/>
              <a:gd name="connsiteX709" fmla="*/ 10088146 w 12184003"/>
              <a:gd name="connsiteY709" fmla="*/ 5310296 h 6857801"/>
              <a:gd name="connsiteX710" fmla="*/ 9763839 w 12184003"/>
              <a:gd name="connsiteY710" fmla="*/ 4984859 h 6857801"/>
              <a:gd name="connsiteX711" fmla="*/ 9069724 w 12184003"/>
              <a:gd name="connsiteY711" fmla="*/ 4984859 h 6857801"/>
              <a:gd name="connsiteX712" fmla="*/ 9133041 w 12184003"/>
              <a:gd name="connsiteY712" fmla="*/ 5048364 h 6857801"/>
              <a:gd name="connsiteX713" fmla="*/ 9183675 w 12184003"/>
              <a:gd name="connsiteY713" fmla="*/ 5048364 h 6857801"/>
              <a:gd name="connsiteX714" fmla="*/ 9184513 w 12184003"/>
              <a:gd name="connsiteY714" fmla="*/ 5044155 h 6857801"/>
              <a:gd name="connsiteX715" fmla="*/ 9199294 w 12184003"/>
              <a:gd name="connsiteY715" fmla="*/ 5022086 h 6857801"/>
              <a:gd name="connsiteX716" fmla="*/ 9244459 w 12184003"/>
              <a:gd name="connsiteY716" fmla="*/ 5004021 h 6857801"/>
              <a:gd name="connsiteX717" fmla="*/ 9291266 w 12184003"/>
              <a:gd name="connsiteY717" fmla="*/ 5022086 h 6857801"/>
              <a:gd name="connsiteX718" fmla="*/ 9306140 w 12184003"/>
              <a:gd name="connsiteY718" fmla="*/ 5048364 h 6857801"/>
              <a:gd name="connsiteX719" fmla="*/ 9370398 w 12184003"/>
              <a:gd name="connsiteY719" fmla="*/ 5048364 h 6857801"/>
              <a:gd name="connsiteX720" fmla="*/ 9376669 w 12184003"/>
              <a:gd name="connsiteY720" fmla="*/ 5033036 h 6857801"/>
              <a:gd name="connsiteX721" fmla="*/ 9424845 w 12184003"/>
              <a:gd name="connsiteY721" fmla="*/ 5033036 h 6857801"/>
              <a:gd name="connsiteX722" fmla="*/ 9434699 w 12184003"/>
              <a:gd name="connsiteY722" fmla="*/ 5057124 h 6857801"/>
              <a:gd name="connsiteX723" fmla="*/ 9428628 w 12184003"/>
              <a:gd name="connsiteY723" fmla="*/ 5071965 h 6857801"/>
              <a:gd name="connsiteX724" fmla="*/ 9869376 w 12184003"/>
              <a:gd name="connsiteY724" fmla="*/ 5514794 h 6857801"/>
              <a:gd name="connsiteX725" fmla="*/ 9924321 w 12184003"/>
              <a:gd name="connsiteY725" fmla="*/ 5514794 h 6857801"/>
              <a:gd name="connsiteX726" fmla="*/ 9395534 w 12184003"/>
              <a:gd name="connsiteY726" fmla="*/ 4984859 h 6857801"/>
              <a:gd name="connsiteX727" fmla="*/ 2710970 w 12184003"/>
              <a:gd name="connsiteY727" fmla="*/ 4984859 h 6857801"/>
              <a:gd name="connsiteX728" fmla="*/ 2181033 w 12184003"/>
              <a:gd name="connsiteY728" fmla="*/ 5514794 h 6857801"/>
              <a:gd name="connsiteX729" fmla="*/ 2235768 w 12184003"/>
              <a:gd name="connsiteY729" fmla="*/ 5514794 h 6857801"/>
              <a:gd name="connsiteX730" fmla="*/ 2678680 w 12184003"/>
              <a:gd name="connsiteY730" fmla="*/ 5071890 h 6857801"/>
              <a:gd name="connsiteX731" fmla="*/ 2672639 w 12184003"/>
              <a:gd name="connsiteY731" fmla="*/ 5057124 h 6857801"/>
              <a:gd name="connsiteX732" fmla="*/ 2682493 w 12184003"/>
              <a:gd name="connsiteY732" fmla="*/ 5033036 h 6857801"/>
              <a:gd name="connsiteX733" fmla="*/ 2730674 w 12184003"/>
              <a:gd name="connsiteY733" fmla="*/ 5033036 h 6857801"/>
              <a:gd name="connsiteX734" fmla="*/ 2736943 w 12184003"/>
              <a:gd name="connsiteY734" fmla="*/ 5048364 h 6857801"/>
              <a:gd name="connsiteX735" fmla="*/ 2801202 w 12184003"/>
              <a:gd name="connsiteY735" fmla="*/ 5048364 h 6857801"/>
              <a:gd name="connsiteX736" fmla="*/ 2816078 w 12184003"/>
              <a:gd name="connsiteY736" fmla="*/ 5022086 h 6857801"/>
              <a:gd name="connsiteX737" fmla="*/ 2862883 w 12184003"/>
              <a:gd name="connsiteY737" fmla="*/ 5004021 h 6857801"/>
              <a:gd name="connsiteX738" fmla="*/ 2908051 w 12184003"/>
              <a:gd name="connsiteY738" fmla="*/ 5022086 h 6857801"/>
              <a:gd name="connsiteX739" fmla="*/ 2922831 w 12184003"/>
              <a:gd name="connsiteY739" fmla="*/ 5044155 h 6857801"/>
              <a:gd name="connsiteX740" fmla="*/ 2923669 w 12184003"/>
              <a:gd name="connsiteY740" fmla="*/ 5048364 h 6857801"/>
              <a:gd name="connsiteX741" fmla="*/ 2973740 w 12184003"/>
              <a:gd name="connsiteY741" fmla="*/ 5048364 h 6857801"/>
              <a:gd name="connsiteX742" fmla="*/ 3037245 w 12184003"/>
              <a:gd name="connsiteY742" fmla="*/ 4984859 h 6857801"/>
              <a:gd name="connsiteX743" fmla="*/ 2343080 w 12184003"/>
              <a:gd name="connsiteY743" fmla="*/ 4984859 h 6857801"/>
              <a:gd name="connsiteX744" fmla="*/ 2017653 w 12184003"/>
              <a:gd name="connsiteY744" fmla="*/ 5310275 h 6857801"/>
              <a:gd name="connsiteX745" fmla="*/ 2242341 w 12184003"/>
              <a:gd name="connsiteY745" fmla="*/ 5313331 h 6857801"/>
              <a:gd name="connsiteX746" fmla="*/ 2408412 w 12184003"/>
              <a:gd name="connsiteY746" fmla="*/ 5147260 h 6857801"/>
              <a:gd name="connsiteX747" fmla="*/ 2401104 w 12184003"/>
              <a:gd name="connsiteY747" fmla="*/ 5129387 h 6857801"/>
              <a:gd name="connsiteX748" fmla="*/ 2410957 w 12184003"/>
              <a:gd name="connsiteY748" fmla="*/ 5105300 h 6857801"/>
              <a:gd name="connsiteX749" fmla="*/ 2459132 w 12184003"/>
              <a:gd name="connsiteY749" fmla="*/ 5105300 h 6857801"/>
              <a:gd name="connsiteX750" fmla="*/ 2459132 w 12184003"/>
              <a:gd name="connsiteY750" fmla="*/ 5153475 h 6857801"/>
              <a:gd name="connsiteX751" fmla="*/ 2435046 w 12184003"/>
              <a:gd name="connsiteY751" fmla="*/ 5163329 h 6857801"/>
              <a:gd name="connsiteX752" fmla="*/ 2420280 w 12184003"/>
              <a:gd name="connsiteY752" fmla="*/ 5157290 h 6857801"/>
              <a:gd name="connsiteX753" fmla="*/ 2248910 w 12184003"/>
              <a:gd name="connsiteY753" fmla="*/ 5328660 h 6857801"/>
              <a:gd name="connsiteX754" fmla="*/ 2000956 w 12184003"/>
              <a:gd name="connsiteY754" fmla="*/ 5326974 h 6857801"/>
              <a:gd name="connsiteX755" fmla="*/ 1835032 w 12184003"/>
              <a:gd name="connsiteY755" fmla="*/ 5492895 h 6857801"/>
              <a:gd name="connsiteX756" fmla="*/ 1760576 w 12184003"/>
              <a:gd name="connsiteY756" fmla="*/ 5492895 h 6857801"/>
              <a:gd name="connsiteX757" fmla="*/ 1670792 w 12184003"/>
              <a:gd name="connsiteY757" fmla="*/ 5582678 h 6857801"/>
              <a:gd name="connsiteX758" fmla="*/ 1745244 w 12184003"/>
              <a:gd name="connsiteY758" fmla="*/ 5582678 h 6857801"/>
              <a:gd name="connsiteX759" fmla="*/ 1813127 w 12184003"/>
              <a:gd name="connsiteY759" fmla="*/ 5514794 h 6857801"/>
              <a:gd name="connsiteX760" fmla="*/ 2148188 w 12184003"/>
              <a:gd name="connsiteY760" fmla="*/ 5514794 h 6857801"/>
              <a:gd name="connsiteX761" fmla="*/ 2678121 w 12184003"/>
              <a:gd name="connsiteY761" fmla="*/ 4984859 h 6857801"/>
              <a:gd name="connsiteX762" fmla="*/ 5080989 w 12184003"/>
              <a:gd name="connsiteY762" fmla="*/ 4966645 h 6857801"/>
              <a:gd name="connsiteX763" fmla="*/ 4802825 w 12184003"/>
              <a:gd name="connsiteY763" fmla="*/ 5244807 h 6857801"/>
              <a:gd name="connsiteX764" fmla="*/ 4815311 w 12184003"/>
              <a:gd name="connsiteY764" fmla="*/ 5275010 h 6857801"/>
              <a:gd name="connsiteX765" fmla="*/ 4802182 w 12184003"/>
              <a:gd name="connsiteY765" fmla="*/ 5306762 h 6857801"/>
              <a:gd name="connsiteX766" fmla="*/ 4780284 w 12184003"/>
              <a:gd name="connsiteY766" fmla="*/ 5315824 h 6857801"/>
              <a:gd name="connsiteX767" fmla="*/ 4780284 w 12184003"/>
              <a:gd name="connsiteY767" fmla="*/ 5556400 h 6857801"/>
              <a:gd name="connsiteX768" fmla="*/ 4962021 w 12184003"/>
              <a:gd name="connsiteY768" fmla="*/ 5374660 h 6857801"/>
              <a:gd name="connsiteX769" fmla="*/ 4962021 w 12184003"/>
              <a:gd name="connsiteY769" fmla="*/ 5356815 h 6857801"/>
              <a:gd name="connsiteX770" fmla="*/ 4949977 w 12184003"/>
              <a:gd name="connsiteY770" fmla="*/ 5351653 h 6857801"/>
              <a:gd name="connsiteX771" fmla="*/ 4940122 w 12184003"/>
              <a:gd name="connsiteY771" fmla="*/ 5328659 h 6857801"/>
              <a:gd name="connsiteX772" fmla="*/ 4972970 w 12184003"/>
              <a:gd name="connsiteY772" fmla="*/ 5295813 h 6857801"/>
              <a:gd name="connsiteX773" fmla="*/ 5005818 w 12184003"/>
              <a:gd name="connsiteY773" fmla="*/ 5328659 h 6857801"/>
              <a:gd name="connsiteX774" fmla="*/ 5004390 w 12184003"/>
              <a:gd name="connsiteY774" fmla="*/ 5332293 h 6857801"/>
              <a:gd name="connsiteX775" fmla="*/ 5093412 w 12184003"/>
              <a:gd name="connsiteY775" fmla="*/ 5243266 h 6857801"/>
              <a:gd name="connsiteX776" fmla="*/ 5093412 w 12184003"/>
              <a:gd name="connsiteY776" fmla="*/ 5033037 h 6857801"/>
              <a:gd name="connsiteX777" fmla="*/ 5082462 w 12184003"/>
              <a:gd name="connsiteY777" fmla="*/ 5028656 h 6857801"/>
              <a:gd name="connsiteX778" fmla="*/ 5069323 w 12184003"/>
              <a:gd name="connsiteY778" fmla="*/ 4995808 h 6857801"/>
              <a:gd name="connsiteX779" fmla="*/ 8673742 w 12184003"/>
              <a:gd name="connsiteY779" fmla="*/ 4952014 h 6857801"/>
              <a:gd name="connsiteX780" fmla="*/ 8673742 w 12184003"/>
              <a:gd name="connsiteY780" fmla="*/ 5103109 h 6857801"/>
              <a:gd name="connsiteX781" fmla="*/ 9015350 w 12184003"/>
              <a:gd name="connsiteY781" fmla="*/ 5103109 h 6857801"/>
              <a:gd name="connsiteX782" fmla="*/ 9089182 w 12184003"/>
              <a:gd name="connsiteY782" fmla="*/ 5176561 h 6857801"/>
              <a:gd name="connsiteX783" fmla="*/ 9103217 w 12184003"/>
              <a:gd name="connsiteY783" fmla="*/ 5170994 h 6857801"/>
              <a:gd name="connsiteX784" fmla="*/ 9137980 w 12184003"/>
              <a:gd name="connsiteY784" fmla="*/ 5184133 h 6857801"/>
              <a:gd name="connsiteX785" fmla="*/ 9151119 w 12184003"/>
              <a:gd name="connsiteY785" fmla="*/ 5218075 h 6857801"/>
              <a:gd name="connsiteX786" fmla="*/ 9145501 w 12184003"/>
              <a:gd name="connsiteY786" fmla="*/ 5232589 h 6857801"/>
              <a:gd name="connsiteX787" fmla="*/ 9440173 w 12184003"/>
              <a:gd name="connsiteY787" fmla="*/ 5525743 h 6857801"/>
              <a:gd name="connsiteX788" fmla="*/ 9440169 w 12184003"/>
              <a:gd name="connsiteY788" fmla="*/ 5527929 h 6857801"/>
              <a:gd name="connsiteX789" fmla="*/ 9755482 w 12184003"/>
              <a:gd name="connsiteY789" fmla="*/ 5843241 h 6857801"/>
              <a:gd name="connsiteX790" fmla="*/ 9768919 w 12184003"/>
              <a:gd name="connsiteY790" fmla="*/ 5837245 h 6857801"/>
              <a:gd name="connsiteX791" fmla="*/ 9803682 w 12184003"/>
              <a:gd name="connsiteY791" fmla="*/ 5852025 h 6857801"/>
              <a:gd name="connsiteX792" fmla="*/ 9803682 w 12184003"/>
              <a:gd name="connsiteY792" fmla="*/ 5919908 h 6857801"/>
              <a:gd name="connsiteX793" fmla="*/ 9786163 w 12184003"/>
              <a:gd name="connsiteY793" fmla="*/ 5926690 h 6857801"/>
              <a:gd name="connsiteX794" fmla="*/ 9786163 w 12184003"/>
              <a:gd name="connsiteY794" fmla="*/ 6116991 h 6857801"/>
              <a:gd name="connsiteX795" fmla="*/ 9910006 w 12184003"/>
              <a:gd name="connsiteY795" fmla="*/ 6239875 h 6857801"/>
              <a:gd name="connsiteX796" fmla="*/ 9931786 w 12184003"/>
              <a:gd name="connsiteY796" fmla="*/ 6230862 h 6857801"/>
              <a:gd name="connsiteX797" fmla="*/ 9963538 w 12184003"/>
              <a:gd name="connsiteY797" fmla="*/ 6244001 h 6857801"/>
              <a:gd name="connsiteX798" fmla="*/ 9976676 w 12184003"/>
              <a:gd name="connsiteY798" fmla="*/ 6275753 h 6857801"/>
              <a:gd name="connsiteX799" fmla="*/ 9967796 w 12184003"/>
              <a:gd name="connsiteY799" fmla="*/ 6297216 h 6857801"/>
              <a:gd name="connsiteX800" fmla="*/ 10068648 w 12184003"/>
              <a:gd name="connsiteY800" fmla="*/ 6397287 h 6857801"/>
              <a:gd name="connsiteX801" fmla="*/ 10215366 w 12184003"/>
              <a:gd name="connsiteY801" fmla="*/ 6397287 h 6857801"/>
              <a:gd name="connsiteX802" fmla="*/ 10121204 w 12184003"/>
              <a:gd name="connsiteY802" fmla="*/ 6303125 h 6857801"/>
              <a:gd name="connsiteX803" fmla="*/ 10121204 w 12184003"/>
              <a:gd name="connsiteY803" fmla="*/ 6031069 h 6857801"/>
              <a:gd name="connsiteX804" fmla="*/ 10121067 w 12184003"/>
              <a:gd name="connsiteY804" fmla="*/ 6031041 h 6857801"/>
              <a:gd name="connsiteX805" fmla="*/ 10099305 w 12184003"/>
              <a:gd name="connsiteY805" fmla="*/ 6016261 h 6857801"/>
              <a:gd name="connsiteX806" fmla="*/ 10085756 w 12184003"/>
              <a:gd name="connsiteY806" fmla="*/ 5946357 h 6857801"/>
              <a:gd name="connsiteX807" fmla="*/ 10088507 w 12184003"/>
              <a:gd name="connsiteY807" fmla="*/ 5941877 h 6857801"/>
              <a:gd name="connsiteX808" fmla="*/ 9762954 w 12184003"/>
              <a:gd name="connsiteY808" fmla="*/ 5615525 h 6857801"/>
              <a:gd name="connsiteX809" fmla="*/ 9708790 w 12184003"/>
              <a:gd name="connsiteY809" fmla="*/ 5615525 h 6857801"/>
              <a:gd name="connsiteX810" fmla="*/ 9702951 w 12184003"/>
              <a:gd name="connsiteY810" fmla="*/ 5628664 h 6857801"/>
              <a:gd name="connsiteX811" fmla="*/ 9702951 w 12184003"/>
              <a:gd name="connsiteY811" fmla="*/ 5630854 h 6857801"/>
              <a:gd name="connsiteX812" fmla="*/ 9654775 w 12184003"/>
              <a:gd name="connsiteY812" fmla="*/ 5630854 h 6857801"/>
              <a:gd name="connsiteX813" fmla="*/ 9644921 w 12184003"/>
              <a:gd name="connsiteY813" fmla="*/ 5606766 h 6857801"/>
              <a:gd name="connsiteX814" fmla="*/ 9650960 w 12184003"/>
              <a:gd name="connsiteY814" fmla="*/ 5592003 h 6857801"/>
              <a:gd name="connsiteX815" fmla="*/ 9124842 w 12184003"/>
              <a:gd name="connsiteY815" fmla="*/ 5065883 h 6857801"/>
              <a:gd name="connsiteX816" fmla="*/ 8787611 w 12184003"/>
              <a:gd name="connsiteY816" fmla="*/ 5065883 h 6857801"/>
              <a:gd name="connsiteX817" fmla="*/ 3431411 w 12184003"/>
              <a:gd name="connsiteY817" fmla="*/ 4952012 h 6857801"/>
              <a:gd name="connsiteX818" fmla="*/ 3317540 w 12184003"/>
              <a:gd name="connsiteY818" fmla="*/ 5065883 h 6857801"/>
              <a:gd name="connsiteX819" fmla="*/ 2981921 w 12184003"/>
              <a:gd name="connsiteY819" fmla="*/ 5065883 h 6857801"/>
              <a:gd name="connsiteX820" fmla="*/ 2455760 w 12184003"/>
              <a:gd name="connsiteY820" fmla="*/ 5590503 h 6857801"/>
              <a:gd name="connsiteX821" fmla="*/ 2462414 w 12184003"/>
              <a:gd name="connsiteY821" fmla="*/ 5606766 h 6857801"/>
              <a:gd name="connsiteX822" fmla="*/ 2452560 w 12184003"/>
              <a:gd name="connsiteY822" fmla="*/ 5630854 h 6857801"/>
              <a:gd name="connsiteX823" fmla="*/ 2404385 w 12184003"/>
              <a:gd name="connsiteY823" fmla="*/ 5630854 h 6857801"/>
              <a:gd name="connsiteX824" fmla="*/ 2404385 w 12184003"/>
              <a:gd name="connsiteY824" fmla="*/ 5628664 h 6857801"/>
              <a:gd name="connsiteX825" fmla="*/ 2398547 w 12184003"/>
              <a:gd name="connsiteY825" fmla="*/ 5615525 h 6857801"/>
              <a:gd name="connsiteX826" fmla="*/ 2343080 w 12184003"/>
              <a:gd name="connsiteY826" fmla="*/ 5615525 h 6857801"/>
              <a:gd name="connsiteX827" fmla="*/ 2018021 w 12184003"/>
              <a:gd name="connsiteY827" fmla="*/ 5940574 h 6857801"/>
              <a:gd name="connsiteX828" fmla="*/ 2021571 w 12184003"/>
              <a:gd name="connsiteY828" fmla="*/ 5946357 h 6857801"/>
              <a:gd name="connsiteX829" fmla="*/ 2008023 w 12184003"/>
              <a:gd name="connsiteY829" fmla="*/ 6016261 h 6857801"/>
              <a:gd name="connsiteX830" fmla="*/ 1983941 w 12184003"/>
              <a:gd name="connsiteY830" fmla="*/ 6026582 h 6857801"/>
              <a:gd name="connsiteX831" fmla="*/ 1983941 w 12184003"/>
              <a:gd name="connsiteY831" fmla="*/ 6303125 h 6857801"/>
              <a:gd name="connsiteX832" fmla="*/ 1889777 w 12184003"/>
              <a:gd name="connsiteY832" fmla="*/ 6397287 h 6857801"/>
              <a:gd name="connsiteX833" fmla="*/ 2036490 w 12184003"/>
              <a:gd name="connsiteY833" fmla="*/ 6397287 h 6857801"/>
              <a:gd name="connsiteX834" fmla="*/ 2137355 w 12184003"/>
              <a:gd name="connsiteY834" fmla="*/ 6297215 h 6857801"/>
              <a:gd name="connsiteX835" fmla="*/ 2128473 w 12184003"/>
              <a:gd name="connsiteY835" fmla="*/ 6275753 h 6857801"/>
              <a:gd name="connsiteX836" fmla="*/ 2141613 w 12184003"/>
              <a:gd name="connsiteY836" fmla="*/ 6244001 h 6857801"/>
              <a:gd name="connsiteX837" fmla="*/ 2173367 w 12184003"/>
              <a:gd name="connsiteY837" fmla="*/ 6230862 h 6857801"/>
              <a:gd name="connsiteX838" fmla="*/ 2195144 w 12184003"/>
              <a:gd name="connsiteY838" fmla="*/ 6239874 h 6857801"/>
              <a:gd name="connsiteX839" fmla="*/ 2318987 w 12184003"/>
              <a:gd name="connsiteY839" fmla="*/ 6116991 h 6857801"/>
              <a:gd name="connsiteX840" fmla="*/ 2318987 w 12184003"/>
              <a:gd name="connsiteY840" fmla="*/ 5926691 h 6857801"/>
              <a:gd name="connsiteX841" fmla="*/ 2301464 w 12184003"/>
              <a:gd name="connsiteY841" fmla="*/ 5919908 h 6857801"/>
              <a:gd name="connsiteX842" fmla="*/ 2301464 w 12184003"/>
              <a:gd name="connsiteY842" fmla="*/ 5852025 h 6857801"/>
              <a:gd name="connsiteX843" fmla="*/ 2336229 w 12184003"/>
              <a:gd name="connsiteY843" fmla="*/ 5837245 h 6857801"/>
              <a:gd name="connsiteX844" fmla="*/ 2349667 w 12184003"/>
              <a:gd name="connsiteY844" fmla="*/ 5843242 h 6857801"/>
              <a:gd name="connsiteX845" fmla="*/ 2959834 w 12184003"/>
              <a:gd name="connsiteY845" fmla="*/ 5233076 h 6857801"/>
              <a:gd name="connsiteX846" fmla="*/ 2954027 w 12184003"/>
              <a:gd name="connsiteY846" fmla="*/ 5218075 h 6857801"/>
              <a:gd name="connsiteX847" fmla="*/ 2967168 w 12184003"/>
              <a:gd name="connsiteY847" fmla="*/ 5184133 h 6857801"/>
              <a:gd name="connsiteX848" fmla="*/ 3001932 w 12184003"/>
              <a:gd name="connsiteY848" fmla="*/ 5170994 h 6857801"/>
              <a:gd name="connsiteX849" fmla="*/ 3016243 w 12184003"/>
              <a:gd name="connsiteY849" fmla="*/ 5176672 h 6857801"/>
              <a:gd name="connsiteX850" fmla="*/ 3089803 w 12184003"/>
              <a:gd name="connsiteY850" fmla="*/ 5103109 h 6857801"/>
              <a:gd name="connsiteX851" fmla="*/ 3431411 w 12184003"/>
              <a:gd name="connsiteY851" fmla="*/ 5103109 h 6857801"/>
              <a:gd name="connsiteX852" fmla="*/ 3156012 w 12184003"/>
              <a:gd name="connsiteY852" fmla="*/ 4892304 h 6857801"/>
              <a:gd name="connsiteX853" fmla="*/ 3087341 w 12184003"/>
              <a:gd name="connsiteY853" fmla="*/ 4960771 h 6857801"/>
              <a:gd name="connsiteX854" fmla="*/ 3107342 w 12184003"/>
              <a:gd name="connsiteY854" fmla="*/ 4960771 h 6857801"/>
              <a:gd name="connsiteX855" fmla="*/ 3170064 w 12184003"/>
              <a:gd name="connsiteY855" fmla="*/ 4898052 h 6857801"/>
              <a:gd name="connsiteX856" fmla="*/ 9305012 w 12184003"/>
              <a:gd name="connsiteY856" fmla="*/ 4862230 h 6857801"/>
              <a:gd name="connsiteX857" fmla="*/ 9403770 w 12184003"/>
              <a:gd name="connsiteY857" fmla="*/ 4960771 h 6857801"/>
              <a:gd name="connsiteX858" fmla="*/ 9739835 w 12184003"/>
              <a:gd name="connsiteY858" fmla="*/ 4960771 h 6857801"/>
              <a:gd name="connsiteX859" fmla="*/ 9667956 w 12184003"/>
              <a:gd name="connsiteY859" fmla="*/ 4888642 h 6857801"/>
              <a:gd name="connsiteX860" fmla="*/ 9647110 w 12184003"/>
              <a:gd name="connsiteY860" fmla="*/ 4897267 h 6857801"/>
              <a:gd name="connsiteX861" fmla="*/ 9615359 w 12184003"/>
              <a:gd name="connsiteY861" fmla="*/ 4884128 h 6857801"/>
              <a:gd name="connsiteX862" fmla="*/ 9606375 w 12184003"/>
              <a:gd name="connsiteY862" fmla="*/ 4862230 h 6857801"/>
              <a:gd name="connsiteX863" fmla="*/ 8978125 w 12184003"/>
              <a:gd name="connsiteY863" fmla="*/ 4862230 h 6857801"/>
              <a:gd name="connsiteX864" fmla="*/ 9076666 w 12184003"/>
              <a:gd name="connsiteY864" fmla="*/ 4960771 h 6857801"/>
              <a:gd name="connsiteX865" fmla="*/ 9371498 w 12184003"/>
              <a:gd name="connsiteY865" fmla="*/ 4960771 h 6857801"/>
              <a:gd name="connsiteX866" fmla="*/ 9273171 w 12184003"/>
              <a:gd name="connsiteY866" fmla="*/ 4862230 h 6857801"/>
              <a:gd name="connsiteX867" fmla="*/ 3203868 w 12184003"/>
              <a:gd name="connsiteY867" fmla="*/ 4862230 h 6857801"/>
              <a:gd name="connsiteX868" fmla="*/ 3204455 w 12184003"/>
              <a:gd name="connsiteY868" fmla="*/ 4863662 h 6857801"/>
              <a:gd name="connsiteX869" fmla="*/ 3205883 w 12184003"/>
              <a:gd name="connsiteY869" fmla="*/ 4862230 h 6857801"/>
              <a:gd name="connsiteX870" fmla="*/ 2833599 w 12184003"/>
              <a:gd name="connsiteY870" fmla="*/ 4862230 h 6857801"/>
              <a:gd name="connsiteX871" fmla="*/ 2735059 w 12184003"/>
              <a:gd name="connsiteY871" fmla="*/ 4960771 h 6857801"/>
              <a:gd name="connsiteX872" fmla="*/ 3061333 w 12184003"/>
              <a:gd name="connsiteY872" fmla="*/ 4960771 h 6857801"/>
              <a:gd name="connsiteX873" fmla="*/ 3143367 w 12184003"/>
              <a:gd name="connsiteY873" fmla="*/ 4878740 h 6857801"/>
              <a:gd name="connsiteX874" fmla="*/ 3136881 w 12184003"/>
              <a:gd name="connsiteY874" fmla="*/ 4864146 h 6857801"/>
              <a:gd name="connsiteX875" fmla="*/ 3137673 w 12184003"/>
              <a:gd name="connsiteY875" fmla="*/ 4862230 h 6857801"/>
              <a:gd name="connsiteX876" fmla="*/ 2500965 w 12184003"/>
              <a:gd name="connsiteY876" fmla="*/ 4862230 h 6857801"/>
              <a:gd name="connsiteX877" fmla="*/ 2491982 w 12184003"/>
              <a:gd name="connsiteY877" fmla="*/ 4884128 h 6857801"/>
              <a:gd name="connsiteX878" fmla="*/ 2460230 w 12184003"/>
              <a:gd name="connsiteY878" fmla="*/ 4897267 h 6857801"/>
              <a:gd name="connsiteX879" fmla="*/ 2439322 w 12184003"/>
              <a:gd name="connsiteY879" fmla="*/ 4888616 h 6857801"/>
              <a:gd name="connsiteX880" fmla="*/ 2367168 w 12184003"/>
              <a:gd name="connsiteY880" fmla="*/ 4960771 h 6857801"/>
              <a:gd name="connsiteX881" fmla="*/ 2702210 w 12184003"/>
              <a:gd name="connsiteY881" fmla="*/ 4960771 h 6857801"/>
              <a:gd name="connsiteX882" fmla="*/ 2800751 w 12184003"/>
              <a:gd name="connsiteY882" fmla="*/ 4862230 h 6857801"/>
              <a:gd name="connsiteX883" fmla="*/ 5221521 w 12184003"/>
              <a:gd name="connsiteY883" fmla="*/ 4826108 h 6857801"/>
              <a:gd name="connsiteX884" fmla="*/ 5086146 w 12184003"/>
              <a:gd name="connsiteY884" fmla="*/ 4961488 h 6857801"/>
              <a:gd name="connsiteX885" fmla="*/ 5115308 w 12184003"/>
              <a:gd name="connsiteY885" fmla="*/ 4949822 h 6857801"/>
              <a:gd name="connsiteX886" fmla="*/ 5161292 w 12184003"/>
              <a:gd name="connsiteY886" fmla="*/ 4995808 h 6857801"/>
              <a:gd name="connsiteX887" fmla="*/ 5147331 w 12184003"/>
              <a:gd name="connsiteY887" fmla="*/ 5028656 h 6857801"/>
              <a:gd name="connsiteX888" fmla="*/ 5115309 w 12184003"/>
              <a:gd name="connsiteY888" fmla="*/ 5041795 h 6857801"/>
              <a:gd name="connsiteX889" fmla="*/ 5115309 w 12184003"/>
              <a:gd name="connsiteY889" fmla="*/ 5221368 h 6857801"/>
              <a:gd name="connsiteX890" fmla="*/ 5154359 w 12184003"/>
              <a:gd name="connsiteY890" fmla="*/ 5182317 h 6857801"/>
              <a:gd name="connsiteX891" fmla="*/ 5143787 w 12184003"/>
              <a:gd name="connsiteY891" fmla="*/ 5156760 h 6857801"/>
              <a:gd name="connsiteX892" fmla="*/ 5156928 w 12184003"/>
              <a:gd name="connsiteY892" fmla="*/ 5125007 h 6857801"/>
              <a:gd name="connsiteX893" fmla="*/ 5220422 w 12184003"/>
              <a:gd name="connsiteY893" fmla="*/ 5125007 h 6857801"/>
              <a:gd name="connsiteX894" fmla="*/ 5220422 w 12184003"/>
              <a:gd name="connsiteY894" fmla="*/ 5188511 h 6857801"/>
              <a:gd name="connsiteX895" fmla="*/ 5188684 w 12184003"/>
              <a:gd name="connsiteY895" fmla="*/ 5201650 h 6857801"/>
              <a:gd name="connsiteX896" fmla="*/ 5172476 w 12184003"/>
              <a:gd name="connsiteY896" fmla="*/ 5194946 h 6857801"/>
              <a:gd name="connsiteX897" fmla="*/ 5115309 w 12184003"/>
              <a:gd name="connsiteY897" fmla="*/ 5252260 h 6857801"/>
              <a:gd name="connsiteX898" fmla="*/ 5115309 w 12184003"/>
              <a:gd name="connsiteY898" fmla="*/ 5409683 h 6857801"/>
              <a:gd name="connsiteX899" fmla="*/ 5277356 w 12184003"/>
              <a:gd name="connsiteY899" fmla="*/ 5571730 h 6857801"/>
              <a:gd name="connsiteX900" fmla="*/ 5277356 w 12184003"/>
              <a:gd name="connsiteY900" fmla="*/ 4881939 h 6857801"/>
              <a:gd name="connsiteX901" fmla="*/ 6869339 w 12184003"/>
              <a:gd name="connsiteY901" fmla="*/ 4809675 h 6857801"/>
              <a:gd name="connsiteX902" fmla="*/ 6869339 w 12184003"/>
              <a:gd name="connsiteY902" fmla="*/ 5302381 h 6857801"/>
              <a:gd name="connsiteX903" fmla="*/ 7327009 w 12184003"/>
              <a:gd name="connsiteY903" fmla="*/ 5760053 h 6857801"/>
              <a:gd name="connsiteX904" fmla="*/ 7327009 w 12184003"/>
              <a:gd name="connsiteY904" fmla="*/ 5589247 h 6857801"/>
              <a:gd name="connsiteX905" fmla="*/ 6932684 w 12184003"/>
              <a:gd name="connsiteY905" fmla="*/ 5194921 h 6857801"/>
              <a:gd name="connsiteX906" fmla="*/ 6916420 w 12184003"/>
              <a:gd name="connsiteY906" fmla="*/ 5201650 h 6857801"/>
              <a:gd name="connsiteX907" fmla="*/ 6884668 w 12184003"/>
              <a:gd name="connsiteY907" fmla="*/ 5188511 h 6857801"/>
              <a:gd name="connsiteX908" fmla="*/ 6884668 w 12184003"/>
              <a:gd name="connsiteY908" fmla="*/ 5125007 h 6857801"/>
              <a:gd name="connsiteX909" fmla="*/ 6948172 w 12184003"/>
              <a:gd name="connsiteY909" fmla="*/ 5125007 h 6857801"/>
              <a:gd name="connsiteX910" fmla="*/ 6961311 w 12184003"/>
              <a:gd name="connsiteY910" fmla="*/ 5156760 h 6857801"/>
              <a:gd name="connsiteX911" fmla="*/ 6950736 w 12184003"/>
              <a:gd name="connsiteY911" fmla="*/ 5182317 h 6857801"/>
              <a:gd name="connsiteX912" fmla="*/ 7327009 w 12184003"/>
              <a:gd name="connsiteY912" fmla="*/ 5558590 h 6857801"/>
              <a:gd name="connsiteX913" fmla="*/ 7327009 w 12184003"/>
              <a:gd name="connsiteY913" fmla="*/ 5316730 h 6857801"/>
              <a:gd name="connsiteX914" fmla="*/ 7302921 w 12184003"/>
              <a:gd name="connsiteY914" fmla="*/ 5306762 h 6857801"/>
              <a:gd name="connsiteX915" fmla="*/ 7302921 w 12184003"/>
              <a:gd name="connsiteY915" fmla="*/ 5243258 h 6857801"/>
              <a:gd name="connsiteX916" fmla="*/ 7302922 w 12184003"/>
              <a:gd name="connsiteY916" fmla="*/ 5243258 h 6857801"/>
              <a:gd name="connsiteX917" fmla="*/ 8375376 w 12184003"/>
              <a:gd name="connsiteY917" fmla="*/ 4804745 h 6857801"/>
              <a:gd name="connsiteX918" fmla="*/ 8374825 w 12184003"/>
              <a:gd name="connsiteY918" fmla="*/ 5049452 h 6857801"/>
              <a:gd name="connsiteX919" fmla="*/ 8426292 w 12184003"/>
              <a:gd name="connsiteY919" fmla="*/ 5100919 h 6857801"/>
              <a:gd name="connsiteX920" fmla="*/ 8426292 w 12184003"/>
              <a:gd name="connsiteY920" fmla="*/ 4855661 h 6857801"/>
              <a:gd name="connsiteX921" fmla="*/ 3731404 w 12184003"/>
              <a:gd name="connsiteY921" fmla="*/ 4803100 h 6857801"/>
              <a:gd name="connsiteX922" fmla="*/ 3678846 w 12184003"/>
              <a:gd name="connsiteY922" fmla="*/ 4855661 h 6857801"/>
              <a:gd name="connsiteX923" fmla="*/ 3678846 w 12184003"/>
              <a:gd name="connsiteY923" fmla="*/ 5100925 h 6857801"/>
              <a:gd name="connsiteX924" fmla="*/ 3731404 w 12184003"/>
              <a:gd name="connsiteY924" fmla="*/ 5048364 h 6857801"/>
              <a:gd name="connsiteX925" fmla="*/ 5932103 w 12184003"/>
              <a:gd name="connsiteY925" fmla="*/ 4787776 h 6857801"/>
              <a:gd name="connsiteX926" fmla="*/ 5826992 w 12184003"/>
              <a:gd name="connsiteY926" fmla="*/ 4892887 h 6857801"/>
              <a:gd name="connsiteX927" fmla="*/ 5826992 w 12184003"/>
              <a:gd name="connsiteY927" fmla="*/ 5679029 h 6857801"/>
              <a:gd name="connsiteX928" fmla="*/ 5932103 w 12184003"/>
              <a:gd name="connsiteY928" fmla="*/ 5784141 h 6857801"/>
              <a:gd name="connsiteX929" fmla="*/ 5932103 w 12184003"/>
              <a:gd name="connsiteY929" fmla="*/ 5681219 h 6857801"/>
              <a:gd name="connsiteX930" fmla="*/ 5910205 w 12184003"/>
              <a:gd name="connsiteY930" fmla="*/ 5672460 h 6857801"/>
              <a:gd name="connsiteX931" fmla="*/ 5897067 w 12184003"/>
              <a:gd name="connsiteY931" fmla="*/ 5639614 h 6857801"/>
              <a:gd name="connsiteX932" fmla="*/ 5910205 w 12184003"/>
              <a:gd name="connsiteY932" fmla="*/ 5606766 h 6857801"/>
              <a:gd name="connsiteX933" fmla="*/ 5932103 w 12184003"/>
              <a:gd name="connsiteY933" fmla="*/ 5598007 h 6857801"/>
              <a:gd name="connsiteX934" fmla="*/ 5932103 w 12184003"/>
              <a:gd name="connsiteY934" fmla="*/ 5096540 h 6857801"/>
              <a:gd name="connsiteX935" fmla="*/ 5932103 w 12184003"/>
              <a:gd name="connsiteY935" fmla="*/ 5096539 h 6857801"/>
              <a:gd name="connsiteX936" fmla="*/ 6839411 w 12184003"/>
              <a:gd name="connsiteY936" fmla="*/ 4746901 h 6857801"/>
              <a:gd name="connsiteX937" fmla="*/ 6845251 w 12184003"/>
              <a:gd name="connsiteY937" fmla="*/ 4752741 h 6857801"/>
              <a:gd name="connsiteX938" fmla="*/ 6845251 w 12184003"/>
              <a:gd name="connsiteY938" fmla="*/ 4749236 h 6857801"/>
              <a:gd name="connsiteX939" fmla="*/ 5323339 w 12184003"/>
              <a:gd name="connsiteY939" fmla="*/ 4724295 h 6857801"/>
              <a:gd name="connsiteX940" fmla="*/ 5237947 w 12184003"/>
              <a:gd name="connsiteY940" fmla="*/ 4809685 h 6857801"/>
              <a:gd name="connsiteX941" fmla="*/ 5301440 w 12184003"/>
              <a:gd name="connsiteY941" fmla="*/ 4873179 h 6857801"/>
              <a:gd name="connsiteX942" fmla="*/ 5301440 w 12184003"/>
              <a:gd name="connsiteY942" fmla="*/ 5324274 h 6857801"/>
              <a:gd name="connsiteX943" fmla="*/ 5304724 w 12184003"/>
              <a:gd name="connsiteY943" fmla="*/ 5316617 h 6857801"/>
              <a:gd name="connsiteX944" fmla="*/ 5327717 w 12184003"/>
              <a:gd name="connsiteY944" fmla="*/ 5306762 h 6857801"/>
              <a:gd name="connsiteX945" fmla="*/ 5360564 w 12184003"/>
              <a:gd name="connsiteY945" fmla="*/ 5339609 h 6857801"/>
              <a:gd name="connsiteX946" fmla="*/ 5350709 w 12184003"/>
              <a:gd name="connsiteY946" fmla="*/ 5362602 h 6857801"/>
              <a:gd name="connsiteX947" fmla="*/ 5327717 w 12184003"/>
              <a:gd name="connsiteY947" fmla="*/ 5372456 h 6857801"/>
              <a:gd name="connsiteX948" fmla="*/ 5327717 w 12184003"/>
              <a:gd name="connsiteY948" fmla="*/ 5622093 h 6857801"/>
              <a:gd name="connsiteX949" fmla="*/ 5448158 w 12184003"/>
              <a:gd name="connsiteY949" fmla="*/ 5742533 h 6857801"/>
              <a:gd name="connsiteX950" fmla="*/ 5448158 w 12184003"/>
              <a:gd name="connsiteY950" fmla="*/ 5363694 h 6857801"/>
              <a:gd name="connsiteX951" fmla="*/ 5399984 w 12184003"/>
              <a:gd name="connsiteY951" fmla="*/ 5315521 h 6857801"/>
              <a:gd name="connsiteX952" fmla="*/ 5399984 w 12184003"/>
              <a:gd name="connsiteY952" fmla="*/ 5207378 h 6857801"/>
              <a:gd name="connsiteX953" fmla="*/ 5323339 w 12184003"/>
              <a:gd name="connsiteY953" fmla="*/ 5129386 h 6857801"/>
              <a:gd name="connsiteX954" fmla="*/ 8664583 w 12184003"/>
              <a:gd name="connsiteY954" fmla="*/ 4710736 h 6857801"/>
              <a:gd name="connsiteX955" fmla="*/ 8664563 w 12184003"/>
              <a:gd name="connsiteY955" fmla="*/ 4725952 h 6857801"/>
              <a:gd name="connsiteX956" fmla="*/ 8673742 w 12184003"/>
              <a:gd name="connsiteY956" fmla="*/ 4735221 h 6857801"/>
              <a:gd name="connsiteX957" fmla="*/ 8673742 w 12184003"/>
              <a:gd name="connsiteY957" fmla="*/ 4927925 h 6857801"/>
              <a:gd name="connsiteX958" fmla="*/ 8794181 w 12184003"/>
              <a:gd name="connsiteY958" fmla="*/ 5048364 h 6857801"/>
              <a:gd name="connsiteX959" fmla="*/ 9107323 w 12184003"/>
              <a:gd name="connsiteY959" fmla="*/ 5048364 h 6857801"/>
              <a:gd name="connsiteX960" fmla="*/ 8951281 w 12184003"/>
              <a:gd name="connsiteY960" fmla="*/ 4892322 h 6857801"/>
              <a:gd name="connsiteX961" fmla="*/ 8936517 w 12184003"/>
              <a:gd name="connsiteY961" fmla="*/ 4898363 h 6857801"/>
              <a:gd name="connsiteX962" fmla="*/ 8912430 w 12184003"/>
              <a:gd name="connsiteY962" fmla="*/ 4888507 h 6857801"/>
              <a:gd name="connsiteX963" fmla="*/ 8902575 w 12184003"/>
              <a:gd name="connsiteY963" fmla="*/ 4864420 h 6857801"/>
              <a:gd name="connsiteX964" fmla="*/ 8903471 w 12184003"/>
              <a:gd name="connsiteY964" fmla="*/ 4862230 h 6857801"/>
              <a:gd name="connsiteX965" fmla="*/ 8816077 w 12184003"/>
              <a:gd name="connsiteY965" fmla="*/ 4862230 h 6857801"/>
              <a:gd name="connsiteX966" fmla="*/ 3442365 w 12184003"/>
              <a:gd name="connsiteY966" fmla="*/ 4708944 h 6857801"/>
              <a:gd name="connsiteX967" fmla="*/ 3289077 w 12184003"/>
              <a:gd name="connsiteY967" fmla="*/ 4862230 h 6857801"/>
              <a:gd name="connsiteX968" fmla="*/ 3238728 w 12184003"/>
              <a:gd name="connsiteY968" fmla="*/ 4862230 h 6857801"/>
              <a:gd name="connsiteX969" fmla="*/ 3116104 w 12184003"/>
              <a:gd name="connsiteY969" fmla="*/ 4984859 h 6857801"/>
              <a:gd name="connsiteX970" fmla="*/ 3063183 w 12184003"/>
              <a:gd name="connsiteY970" fmla="*/ 4984859 h 6857801"/>
              <a:gd name="connsiteX971" fmla="*/ 2999494 w 12184003"/>
              <a:gd name="connsiteY971" fmla="*/ 5048364 h 6857801"/>
              <a:gd name="connsiteX972" fmla="*/ 3310971 w 12184003"/>
              <a:gd name="connsiteY972" fmla="*/ 5048364 h 6857801"/>
              <a:gd name="connsiteX973" fmla="*/ 3431411 w 12184003"/>
              <a:gd name="connsiteY973" fmla="*/ 4927924 h 6857801"/>
              <a:gd name="connsiteX974" fmla="*/ 3431411 w 12184003"/>
              <a:gd name="connsiteY974" fmla="*/ 4735221 h 6857801"/>
              <a:gd name="connsiteX975" fmla="*/ 3442365 w 12184003"/>
              <a:gd name="connsiteY975" fmla="*/ 4724266 h 6857801"/>
              <a:gd name="connsiteX976" fmla="*/ 5106551 w 12184003"/>
              <a:gd name="connsiteY976" fmla="*/ 4678298 h 6857801"/>
              <a:gd name="connsiteX977" fmla="*/ 4644501 w 12184003"/>
              <a:gd name="connsiteY977" fmla="*/ 5140351 h 6857801"/>
              <a:gd name="connsiteX978" fmla="*/ 4644501 w 12184003"/>
              <a:gd name="connsiteY978" fmla="*/ 5354952 h 6857801"/>
              <a:gd name="connsiteX979" fmla="*/ 4698905 w 12184003"/>
              <a:gd name="connsiteY979" fmla="*/ 5300546 h 6857801"/>
              <a:gd name="connsiteX980" fmla="*/ 4691597 w 12184003"/>
              <a:gd name="connsiteY980" fmla="*/ 5282674 h 6857801"/>
              <a:gd name="connsiteX981" fmla="*/ 4701450 w 12184003"/>
              <a:gd name="connsiteY981" fmla="*/ 5258585 h 6857801"/>
              <a:gd name="connsiteX982" fmla="*/ 4725537 w 12184003"/>
              <a:gd name="connsiteY982" fmla="*/ 5248732 h 6857801"/>
              <a:gd name="connsiteX983" fmla="*/ 4732961 w 12184003"/>
              <a:gd name="connsiteY983" fmla="*/ 5251770 h 6857801"/>
              <a:gd name="connsiteX984" fmla="*/ 4736486 w 12184003"/>
              <a:gd name="connsiteY984" fmla="*/ 5243258 h 6857801"/>
              <a:gd name="connsiteX985" fmla="*/ 4770151 w 12184003"/>
              <a:gd name="connsiteY985" fmla="*/ 5230119 h 6857801"/>
              <a:gd name="connsiteX986" fmla="*/ 4778888 w 12184003"/>
              <a:gd name="connsiteY986" fmla="*/ 5233702 h 6857801"/>
              <a:gd name="connsiteX987" fmla="*/ 5204003 w 12184003"/>
              <a:gd name="connsiteY987" fmla="*/ 4808588 h 6857801"/>
              <a:gd name="connsiteX988" fmla="*/ 5106551 w 12184003"/>
              <a:gd name="connsiteY988" fmla="*/ 4711133 h 6857801"/>
              <a:gd name="connsiteX989" fmla="*/ 5964950 w 12184003"/>
              <a:gd name="connsiteY989" fmla="*/ 4667267 h 6857801"/>
              <a:gd name="connsiteX990" fmla="*/ 5954002 w 12184003"/>
              <a:gd name="connsiteY990" fmla="*/ 4678286 h 6857801"/>
              <a:gd name="connsiteX991" fmla="*/ 5954002 w 12184003"/>
              <a:gd name="connsiteY991" fmla="*/ 4719891 h 6857801"/>
              <a:gd name="connsiteX992" fmla="*/ 5964950 w 12184003"/>
              <a:gd name="connsiteY992" fmla="*/ 4708943 h 6857801"/>
              <a:gd name="connsiteX993" fmla="*/ 3442365 w 12184003"/>
              <a:gd name="connsiteY993" fmla="*/ 4658589 h 6857801"/>
              <a:gd name="connsiteX994" fmla="*/ 3260626 w 12184003"/>
              <a:gd name="connsiteY994" fmla="*/ 4840331 h 6857801"/>
              <a:gd name="connsiteX995" fmla="*/ 3280318 w 12184003"/>
              <a:gd name="connsiteY995" fmla="*/ 4840331 h 6857801"/>
              <a:gd name="connsiteX996" fmla="*/ 3442365 w 12184003"/>
              <a:gd name="connsiteY996" fmla="*/ 4678286 h 6857801"/>
              <a:gd name="connsiteX997" fmla="*/ 8375716 w 12184003"/>
              <a:gd name="connsiteY997" fmla="*/ 4653987 h 6857801"/>
              <a:gd name="connsiteX998" fmla="*/ 8375485 w 12184003"/>
              <a:gd name="connsiteY998" fmla="*/ 4756678 h 6857801"/>
              <a:gd name="connsiteX999" fmla="*/ 8461329 w 12184003"/>
              <a:gd name="connsiteY999" fmla="*/ 4842523 h 6857801"/>
              <a:gd name="connsiteX1000" fmla="*/ 8461329 w 12184003"/>
              <a:gd name="connsiteY1000" fmla="*/ 5103109 h 6857801"/>
              <a:gd name="connsiteX1001" fmla="*/ 8640893 w 12184003"/>
              <a:gd name="connsiteY1001" fmla="*/ 5103109 h 6857801"/>
              <a:gd name="connsiteX1002" fmla="*/ 8640893 w 12184003"/>
              <a:gd name="connsiteY1002" fmla="*/ 4919165 h 6857801"/>
              <a:gd name="connsiteX1003" fmla="*/ 3731404 w 12184003"/>
              <a:gd name="connsiteY1003" fmla="*/ 4652002 h 6857801"/>
              <a:gd name="connsiteX1004" fmla="*/ 3464262 w 12184003"/>
              <a:gd name="connsiteY1004" fmla="*/ 4919161 h 6857801"/>
              <a:gd name="connsiteX1005" fmla="*/ 3464262 w 12184003"/>
              <a:gd name="connsiteY1005" fmla="*/ 5103109 h 6857801"/>
              <a:gd name="connsiteX1006" fmla="*/ 3646000 w 12184003"/>
              <a:gd name="connsiteY1006" fmla="*/ 5103109 h 6857801"/>
              <a:gd name="connsiteX1007" fmla="*/ 3646000 w 12184003"/>
              <a:gd name="connsiteY1007" fmla="*/ 4842523 h 6857801"/>
              <a:gd name="connsiteX1008" fmla="*/ 3731404 w 12184003"/>
              <a:gd name="connsiteY1008" fmla="*/ 4756674 h 6857801"/>
              <a:gd name="connsiteX1009" fmla="*/ 5399984 w 12184003"/>
              <a:gd name="connsiteY1009" fmla="*/ 4647648 h 6857801"/>
              <a:gd name="connsiteX1010" fmla="*/ 5338667 w 12184003"/>
              <a:gd name="connsiteY1010" fmla="*/ 4708966 h 6857801"/>
              <a:gd name="connsiteX1011" fmla="*/ 5338667 w 12184003"/>
              <a:gd name="connsiteY1011" fmla="*/ 5122818 h 6857801"/>
              <a:gd name="connsiteX1012" fmla="*/ 5399984 w 12184003"/>
              <a:gd name="connsiteY1012" fmla="*/ 5183079 h 6857801"/>
              <a:gd name="connsiteX1013" fmla="*/ 5354875 w 12184003"/>
              <a:gd name="connsiteY1013" fmla="*/ 4634647 h 6857801"/>
              <a:gd name="connsiteX1014" fmla="*/ 5354540 w 12184003"/>
              <a:gd name="connsiteY1014" fmla="*/ 4635585 h 6857801"/>
              <a:gd name="connsiteX1015" fmla="*/ 5338667 w 12184003"/>
              <a:gd name="connsiteY1015" fmla="*/ 4641934 h 6857801"/>
              <a:gd name="connsiteX1016" fmla="*/ 5338667 w 12184003"/>
              <a:gd name="connsiteY1016" fmla="*/ 4673926 h 6857801"/>
              <a:gd name="connsiteX1017" fmla="*/ 5366166 w 12184003"/>
              <a:gd name="connsiteY1017" fmla="*/ 4646429 h 6857801"/>
              <a:gd name="connsiteX1018" fmla="*/ 5358392 w 12184003"/>
              <a:gd name="connsiteY1018" fmla="*/ 4643249 h 6857801"/>
              <a:gd name="connsiteX1019" fmla="*/ 6754275 w 12184003"/>
              <a:gd name="connsiteY1019" fmla="*/ 4630110 h 6857801"/>
              <a:gd name="connsiteX1020" fmla="*/ 6748900 w 12184003"/>
              <a:gd name="connsiteY1020" fmla="*/ 4643249 h 6857801"/>
              <a:gd name="connsiteX1021" fmla="*/ 6739575 w 12184003"/>
              <a:gd name="connsiteY1021" fmla="*/ 4647064 h 6857801"/>
              <a:gd name="connsiteX1022" fmla="*/ 6813865 w 12184003"/>
              <a:gd name="connsiteY1022" fmla="*/ 4721355 h 6857801"/>
              <a:gd name="connsiteX1023" fmla="*/ 6808025 w 12184003"/>
              <a:gd name="connsiteY1023" fmla="*/ 4706754 h 6857801"/>
              <a:gd name="connsiteX1024" fmla="*/ 6854010 w 12184003"/>
              <a:gd name="connsiteY1024" fmla="*/ 4660767 h 6857801"/>
              <a:gd name="connsiteX1025" fmla="*/ 6899996 w 12184003"/>
              <a:gd name="connsiteY1025" fmla="*/ 4706754 h 6857801"/>
              <a:gd name="connsiteX1026" fmla="*/ 6886037 w 12184003"/>
              <a:gd name="connsiteY1026" fmla="*/ 4739601 h 6857801"/>
              <a:gd name="connsiteX1027" fmla="*/ 6869339 w 12184003"/>
              <a:gd name="connsiteY1027" fmla="*/ 4746451 h 6857801"/>
              <a:gd name="connsiteX1028" fmla="*/ 6869339 w 12184003"/>
              <a:gd name="connsiteY1028" fmla="*/ 4776828 h 6857801"/>
              <a:gd name="connsiteX1029" fmla="*/ 7326212 w 12184003"/>
              <a:gd name="connsiteY1029" fmla="*/ 5233702 h 6857801"/>
              <a:gd name="connsiteX1030" fmla="*/ 7334947 w 12184003"/>
              <a:gd name="connsiteY1030" fmla="*/ 5230119 h 6857801"/>
              <a:gd name="connsiteX1031" fmla="*/ 7368615 w 12184003"/>
              <a:gd name="connsiteY1031" fmla="*/ 5243258 h 6857801"/>
              <a:gd name="connsiteX1032" fmla="*/ 7372455 w 12184003"/>
              <a:gd name="connsiteY1032" fmla="*/ 5252536 h 6857801"/>
              <a:gd name="connsiteX1033" fmla="*/ 7381754 w 12184003"/>
              <a:gd name="connsiteY1033" fmla="*/ 5248732 h 6857801"/>
              <a:gd name="connsiteX1034" fmla="*/ 7405842 w 12184003"/>
              <a:gd name="connsiteY1034" fmla="*/ 5258585 h 6857801"/>
              <a:gd name="connsiteX1035" fmla="*/ 7415696 w 12184003"/>
              <a:gd name="connsiteY1035" fmla="*/ 5282674 h 6857801"/>
              <a:gd name="connsiteX1036" fmla="*/ 7407749 w 12184003"/>
              <a:gd name="connsiteY1036" fmla="*/ 5302100 h 6857801"/>
              <a:gd name="connsiteX1037" fmla="*/ 7683948 w 12184003"/>
              <a:gd name="connsiteY1037" fmla="*/ 5578299 h 6857801"/>
              <a:gd name="connsiteX1038" fmla="*/ 7683948 w 12184003"/>
              <a:gd name="connsiteY1038" fmla="*/ 5401521 h 6857801"/>
              <a:gd name="connsiteX1039" fmla="*/ 7666429 w 12184003"/>
              <a:gd name="connsiteY1039" fmla="*/ 5394355 h 6857801"/>
              <a:gd name="connsiteX1040" fmla="*/ 7666429 w 12184003"/>
              <a:gd name="connsiteY1040" fmla="*/ 5346179 h 6857801"/>
              <a:gd name="connsiteX1041" fmla="*/ 7666466 w 12184003"/>
              <a:gd name="connsiteY1041" fmla="*/ 5346164 h 6857801"/>
              <a:gd name="connsiteX1042" fmla="*/ 6952552 w 12184003"/>
              <a:gd name="connsiteY1042" fmla="*/ 4630110 h 6857801"/>
              <a:gd name="connsiteX1043" fmla="*/ 5154735 w 12184003"/>
              <a:gd name="connsiteY1043" fmla="*/ 4630110 h 6857801"/>
              <a:gd name="connsiteX1044" fmla="*/ 5130638 w 12184003"/>
              <a:gd name="connsiteY1044" fmla="*/ 4654209 h 6857801"/>
              <a:gd name="connsiteX1045" fmla="*/ 5130638 w 12184003"/>
              <a:gd name="connsiteY1045" fmla="*/ 4702375 h 6857801"/>
              <a:gd name="connsiteX1046" fmla="*/ 5220422 w 12184003"/>
              <a:gd name="connsiteY1046" fmla="*/ 4792165 h 6857801"/>
              <a:gd name="connsiteX1047" fmla="*/ 5323339 w 12184003"/>
              <a:gd name="connsiteY1047" fmla="*/ 4689255 h 6857801"/>
              <a:gd name="connsiteX1048" fmla="*/ 5323339 w 12184003"/>
              <a:gd name="connsiteY1048" fmla="*/ 4642625 h 6857801"/>
              <a:gd name="connsiteX1049" fmla="*/ 5306913 w 12184003"/>
              <a:gd name="connsiteY1049" fmla="*/ 4635585 h 6857801"/>
              <a:gd name="connsiteX1050" fmla="*/ 5304565 w 12184003"/>
              <a:gd name="connsiteY1050" fmla="*/ 4630110 h 6857801"/>
              <a:gd name="connsiteX1051" fmla="*/ 6641600 w 12184003"/>
              <a:gd name="connsiteY1051" fmla="*/ 4581936 h 6857801"/>
              <a:gd name="connsiteX1052" fmla="*/ 6641600 w 12184003"/>
              <a:gd name="connsiteY1052" fmla="*/ 5039605 h 6857801"/>
              <a:gd name="connsiteX1053" fmla="*/ 6674446 w 12184003"/>
              <a:gd name="connsiteY1053" fmla="*/ 5052743 h 6857801"/>
              <a:gd name="connsiteX1054" fmla="*/ 6687585 w 12184003"/>
              <a:gd name="connsiteY1054" fmla="*/ 5085590 h 6857801"/>
              <a:gd name="connsiteX1055" fmla="*/ 6683788 w 12184003"/>
              <a:gd name="connsiteY1055" fmla="*/ 5103862 h 6857801"/>
              <a:gd name="connsiteX1056" fmla="*/ 6678460 w 12184003"/>
              <a:gd name="connsiteY1056" fmla="*/ 5111503 h 6857801"/>
              <a:gd name="connsiteX1057" fmla="*/ 6845251 w 12184003"/>
              <a:gd name="connsiteY1057" fmla="*/ 5278294 h 6857801"/>
              <a:gd name="connsiteX1058" fmla="*/ 6845251 w 12184003"/>
              <a:gd name="connsiteY1058" fmla="*/ 4785587 h 6857801"/>
              <a:gd name="connsiteX1059" fmla="*/ 6704430 w 12184003"/>
              <a:gd name="connsiteY1059" fmla="*/ 4644765 h 6857801"/>
              <a:gd name="connsiteX1060" fmla="*/ 6700724 w 12184003"/>
              <a:gd name="connsiteY1060" fmla="*/ 4643249 h 6857801"/>
              <a:gd name="connsiteX1061" fmla="*/ 6699209 w 12184003"/>
              <a:gd name="connsiteY1061" fmla="*/ 4639545 h 6857801"/>
              <a:gd name="connsiteX1062" fmla="*/ 8664757 w 12184003"/>
              <a:gd name="connsiteY1062" fmla="*/ 4581710 h 6857801"/>
              <a:gd name="connsiteX1063" fmla="*/ 8664627 w 12184003"/>
              <a:gd name="connsiteY1063" fmla="*/ 4677932 h 6857801"/>
              <a:gd name="connsiteX1064" fmla="*/ 8827027 w 12184003"/>
              <a:gd name="connsiteY1064" fmla="*/ 4840331 h 6857801"/>
              <a:gd name="connsiteX1065" fmla="*/ 8912430 w 12184003"/>
              <a:gd name="connsiteY1065" fmla="*/ 4840331 h 6857801"/>
              <a:gd name="connsiteX1066" fmla="*/ 8920200 w 12184003"/>
              <a:gd name="connsiteY1066" fmla="*/ 4837153 h 6857801"/>
              <a:gd name="connsiteX1067" fmla="*/ 5446757 w 12184003"/>
              <a:gd name="connsiteY1067" fmla="*/ 4565837 h 6857801"/>
              <a:gd name="connsiteX1068" fmla="*/ 5446583 w 12184003"/>
              <a:gd name="connsiteY1068" fmla="*/ 4565957 h 6857801"/>
              <a:gd name="connsiteX1069" fmla="*/ 5445971 w 12184003"/>
              <a:gd name="connsiteY1069" fmla="*/ 4566081 h 6857801"/>
              <a:gd name="connsiteX1070" fmla="*/ 5445971 w 12184003"/>
              <a:gd name="connsiteY1070" fmla="*/ 4566623 h 6857801"/>
              <a:gd name="connsiteX1071" fmla="*/ 7629203 w 12184003"/>
              <a:gd name="connsiteY1071" fmla="*/ 4564417 h 6857801"/>
              <a:gd name="connsiteX1072" fmla="*/ 8202216 w 12184003"/>
              <a:gd name="connsiteY1072" fmla="*/ 5137430 h 6857801"/>
              <a:gd name="connsiteX1073" fmla="*/ 8221820 w 12184003"/>
              <a:gd name="connsiteY1073" fmla="*/ 5129387 h 6857801"/>
              <a:gd name="connsiteX1074" fmla="*/ 8255488 w 12184003"/>
              <a:gd name="connsiteY1074" fmla="*/ 5142526 h 6857801"/>
              <a:gd name="connsiteX1075" fmla="*/ 8268627 w 12184003"/>
              <a:gd name="connsiteY1075" fmla="*/ 5174279 h 6857801"/>
              <a:gd name="connsiteX1076" fmla="*/ 8259333 w 12184003"/>
              <a:gd name="connsiteY1076" fmla="*/ 5196738 h 6857801"/>
              <a:gd name="connsiteX1077" fmla="*/ 8329942 w 12184003"/>
              <a:gd name="connsiteY1077" fmla="*/ 5267346 h 6857801"/>
              <a:gd name="connsiteX1078" fmla="*/ 8329942 w 12184003"/>
              <a:gd name="connsiteY1078" fmla="*/ 5120629 h 6857801"/>
              <a:gd name="connsiteX1079" fmla="*/ 7773730 w 12184003"/>
              <a:gd name="connsiteY1079" fmla="*/ 4564417 h 6857801"/>
              <a:gd name="connsiteX1080" fmla="*/ 4331369 w 12184003"/>
              <a:gd name="connsiteY1080" fmla="*/ 4564417 h 6857801"/>
              <a:gd name="connsiteX1081" fmla="*/ 3777394 w 12184003"/>
              <a:gd name="connsiteY1081" fmla="*/ 5118435 h 6857801"/>
              <a:gd name="connsiteX1082" fmla="*/ 3777394 w 12184003"/>
              <a:gd name="connsiteY1082" fmla="*/ 5265152 h 6857801"/>
              <a:gd name="connsiteX1083" fmla="*/ 3847357 w 12184003"/>
              <a:gd name="connsiteY1083" fmla="*/ 5195187 h 6857801"/>
              <a:gd name="connsiteX1084" fmla="*/ 3838705 w 12184003"/>
              <a:gd name="connsiteY1084" fmla="*/ 5174279 h 6857801"/>
              <a:gd name="connsiteX1085" fmla="*/ 3851844 w 12184003"/>
              <a:gd name="connsiteY1085" fmla="*/ 5142526 h 6857801"/>
              <a:gd name="connsiteX1086" fmla="*/ 3885511 w 12184003"/>
              <a:gd name="connsiteY1086" fmla="*/ 5129387 h 6857801"/>
              <a:gd name="connsiteX1087" fmla="*/ 3905115 w 12184003"/>
              <a:gd name="connsiteY1087" fmla="*/ 5137430 h 6857801"/>
              <a:gd name="connsiteX1088" fmla="*/ 4261294 w 12184003"/>
              <a:gd name="connsiteY1088" fmla="*/ 4781207 h 6857801"/>
              <a:gd name="connsiteX1089" fmla="*/ 4478094 w 12184003"/>
              <a:gd name="connsiteY1089" fmla="*/ 4564417 h 6857801"/>
              <a:gd name="connsiteX1090" fmla="*/ 3808048 w 12184003"/>
              <a:gd name="connsiteY1090" fmla="*/ 4549092 h 6857801"/>
              <a:gd name="connsiteX1091" fmla="*/ 3777394 w 12184003"/>
              <a:gd name="connsiteY1091" fmla="*/ 4579745 h 6857801"/>
              <a:gd name="connsiteX1092" fmla="*/ 3777394 w 12184003"/>
              <a:gd name="connsiteY1092" fmla="*/ 4581930 h 6857801"/>
              <a:gd name="connsiteX1093" fmla="*/ 3808048 w 12184003"/>
              <a:gd name="connsiteY1093" fmla="*/ 4551277 h 6857801"/>
              <a:gd name="connsiteX1094" fmla="*/ 8297094 w 12184003"/>
              <a:gd name="connsiteY1094" fmla="*/ 4546898 h 6857801"/>
              <a:gd name="connsiteX1095" fmla="*/ 8297094 w 12184003"/>
              <a:gd name="connsiteY1095" fmla="*/ 4551277 h 6857801"/>
              <a:gd name="connsiteX1096" fmla="*/ 8329942 w 12184003"/>
              <a:gd name="connsiteY1096" fmla="*/ 4584124 h 6857801"/>
              <a:gd name="connsiteX1097" fmla="*/ 8329942 w 12184003"/>
              <a:gd name="connsiteY1097" fmla="*/ 4579745 h 6857801"/>
              <a:gd name="connsiteX1098" fmla="*/ 8473290 w 12184003"/>
              <a:gd name="connsiteY1098" fmla="*/ 4519443 h 6857801"/>
              <a:gd name="connsiteX1099" fmla="*/ 8475564 w 12184003"/>
              <a:gd name="connsiteY1099" fmla="*/ 4524999 h 6857801"/>
              <a:gd name="connsiteX1100" fmla="*/ 8472639 w 12184003"/>
              <a:gd name="connsiteY1100" fmla="*/ 4532147 h 6857801"/>
              <a:gd name="connsiteX1101" fmla="*/ 8640893 w 12184003"/>
              <a:gd name="connsiteY1101" fmla="*/ 4702051 h 6857801"/>
              <a:gd name="connsiteX1102" fmla="*/ 8640893 w 12184003"/>
              <a:gd name="connsiteY1102" fmla="*/ 4687046 h 6857801"/>
              <a:gd name="connsiteX1103" fmla="*/ 3635551 w 12184003"/>
              <a:gd name="connsiteY1103" fmla="*/ 4515742 h 6857801"/>
              <a:gd name="connsiteX1104" fmla="*/ 3464262 w 12184003"/>
              <a:gd name="connsiteY1104" fmla="*/ 4687046 h 6857801"/>
              <a:gd name="connsiteX1105" fmla="*/ 3464262 w 12184003"/>
              <a:gd name="connsiteY1105" fmla="*/ 4702370 h 6857801"/>
              <a:gd name="connsiteX1106" fmla="*/ 3634628 w 12184003"/>
              <a:gd name="connsiteY1106" fmla="*/ 4531994 h 6857801"/>
              <a:gd name="connsiteX1107" fmla="*/ 3631765 w 12184003"/>
              <a:gd name="connsiteY1107" fmla="*/ 4524999 h 6857801"/>
              <a:gd name="connsiteX1108" fmla="*/ 7517522 w 12184003"/>
              <a:gd name="connsiteY1108" fmla="*/ 4500911 h 6857801"/>
              <a:gd name="connsiteX1109" fmla="*/ 7545990 w 12184003"/>
              <a:gd name="connsiteY1109" fmla="*/ 4529380 h 6857801"/>
              <a:gd name="connsiteX1110" fmla="*/ 7559129 w 12184003"/>
              <a:gd name="connsiteY1110" fmla="*/ 4529380 h 6857801"/>
              <a:gd name="connsiteX1111" fmla="*/ 7530661 w 12184003"/>
              <a:gd name="connsiteY1111" fmla="*/ 4500911 h 6857801"/>
              <a:gd name="connsiteX1112" fmla="*/ 7236496 w 12184003"/>
              <a:gd name="connsiteY1112" fmla="*/ 4500911 h 6857801"/>
              <a:gd name="connsiteX1113" fmla="*/ 7252555 w 12184003"/>
              <a:gd name="connsiteY1113" fmla="*/ 4507481 h 6857801"/>
              <a:gd name="connsiteX1114" fmla="*/ 7262410 w 12184003"/>
              <a:gd name="connsiteY1114" fmla="*/ 4531569 h 6857801"/>
              <a:gd name="connsiteX1115" fmla="*/ 7256370 w 12184003"/>
              <a:gd name="connsiteY1115" fmla="*/ 4546333 h 6857801"/>
              <a:gd name="connsiteX1116" fmla="*/ 7491245 w 12184003"/>
              <a:gd name="connsiteY1116" fmla="*/ 4781207 h 6857801"/>
              <a:gd name="connsiteX1117" fmla="*/ 7810957 w 12184003"/>
              <a:gd name="connsiteY1117" fmla="*/ 4781207 h 6857801"/>
              <a:gd name="connsiteX1118" fmla="*/ 7594166 w 12184003"/>
              <a:gd name="connsiteY1118" fmla="*/ 4564417 h 6857801"/>
              <a:gd name="connsiteX1119" fmla="*/ 7530662 w 12184003"/>
              <a:gd name="connsiteY1119" fmla="*/ 4564417 h 6857801"/>
              <a:gd name="connsiteX1120" fmla="*/ 7467961 w 12184003"/>
              <a:gd name="connsiteY1120" fmla="*/ 4500911 h 6857801"/>
              <a:gd name="connsiteX1121" fmla="*/ 4637142 w 12184003"/>
              <a:gd name="connsiteY1121" fmla="*/ 4500911 h 6857801"/>
              <a:gd name="connsiteX1122" fmla="*/ 4574444 w 12184003"/>
              <a:gd name="connsiteY1122" fmla="*/ 4564417 h 6857801"/>
              <a:gd name="connsiteX1123" fmla="*/ 4510936 w 12184003"/>
              <a:gd name="connsiteY1123" fmla="*/ 4564417 h 6857801"/>
              <a:gd name="connsiteX1124" fmla="*/ 4294140 w 12184003"/>
              <a:gd name="connsiteY1124" fmla="*/ 4781207 h 6857801"/>
              <a:gd name="connsiteX1125" fmla="*/ 4616048 w 12184003"/>
              <a:gd name="connsiteY1125" fmla="*/ 4781207 h 6857801"/>
              <a:gd name="connsiteX1126" fmla="*/ 4848792 w 12184003"/>
              <a:gd name="connsiteY1126" fmla="*/ 4546487 h 6857801"/>
              <a:gd name="connsiteX1127" fmla="*/ 4842691 w 12184003"/>
              <a:gd name="connsiteY1127" fmla="*/ 4531569 h 6857801"/>
              <a:gd name="connsiteX1128" fmla="*/ 4852540 w 12184003"/>
              <a:gd name="connsiteY1128" fmla="*/ 4507481 h 6857801"/>
              <a:gd name="connsiteX1129" fmla="*/ 4868599 w 12184003"/>
              <a:gd name="connsiteY1129" fmla="*/ 4500911 h 6857801"/>
              <a:gd name="connsiteX1130" fmla="*/ 4574444 w 12184003"/>
              <a:gd name="connsiteY1130" fmla="*/ 4500911 h 6857801"/>
              <a:gd name="connsiteX1131" fmla="*/ 4545981 w 12184003"/>
              <a:gd name="connsiteY1131" fmla="*/ 4529380 h 6857801"/>
              <a:gd name="connsiteX1132" fmla="*/ 4561300 w 12184003"/>
              <a:gd name="connsiteY1132" fmla="*/ 4529380 h 6857801"/>
              <a:gd name="connsiteX1133" fmla="*/ 4589385 w 12184003"/>
              <a:gd name="connsiteY1133" fmla="*/ 4500911 h 6857801"/>
              <a:gd name="connsiteX1134" fmla="*/ 6165625 w 12184003"/>
              <a:gd name="connsiteY1134" fmla="*/ 4465287 h 6857801"/>
              <a:gd name="connsiteX1135" fmla="*/ 5997797 w 12184003"/>
              <a:gd name="connsiteY1135" fmla="*/ 4634207 h 6857801"/>
              <a:gd name="connsiteX1136" fmla="*/ 5997797 w 12184003"/>
              <a:gd name="connsiteY1136" fmla="*/ 4722083 h 6857801"/>
              <a:gd name="connsiteX1137" fmla="*/ 5954002 w 12184003"/>
              <a:gd name="connsiteY1137" fmla="*/ 4765878 h 6857801"/>
              <a:gd name="connsiteX1138" fmla="*/ 5954002 w 12184003"/>
              <a:gd name="connsiteY1138" fmla="*/ 5074641 h 6857801"/>
              <a:gd name="connsiteX1139" fmla="*/ 6181740 w 12184003"/>
              <a:gd name="connsiteY1139" fmla="*/ 4846902 h 6857801"/>
              <a:gd name="connsiteX1140" fmla="*/ 6181740 w 12184003"/>
              <a:gd name="connsiteY1140" fmla="*/ 4514676 h 6857801"/>
              <a:gd name="connsiteX1141" fmla="*/ 6167506 w 12184003"/>
              <a:gd name="connsiteY1141" fmla="*/ 4508576 h 6857801"/>
              <a:gd name="connsiteX1142" fmla="*/ 6157652 w 12184003"/>
              <a:gd name="connsiteY1142" fmla="*/ 4485583 h 6857801"/>
              <a:gd name="connsiteX1143" fmla="*/ 5106551 w 12184003"/>
              <a:gd name="connsiteY1143" fmla="*/ 4446515 h 6857801"/>
              <a:gd name="connsiteX1144" fmla="*/ 5051822 w 12184003"/>
              <a:gd name="connsiteY1144" fmla="*/ 4500911 h 6857801"/>
              <a:gd name="connsiteX1145" fmla="*/ 4884658 w 12184003"/>
              <a:gd name="connsiteY1145" fmla="*/ 4500911 h 6857801"/>
              <a:gd name="connsiteX1146" fmla="*/ 4900718 w 12184003"/>
              <a:gd name="connsiteY1146" fmla="*/ 4507481 h 6857801"/>
              <a:gd name="connsiteX1147" fmla="*/ 4900718 w 12184003"/>
              <a:gd name="connsiteY1147" fmla="*/ 4555657 h 6857801"/>
              <a:gd name="connsiteX1148" fmla="*/ 4876628 w 12184003"/>
              <a:gd name="connsiteY1148" fmla="*/ 4565511 h 6857801"/>
              <a:gd name="connsiteX1149" fmla="*/ 4861861 w 12184003"/>
              <a:gd name="connsiteY1149" fmla="*/ 4559472 h 6857801"/>
              <a:gd name="connsiteX1150" fmla="*/ 4622618 w 12184003"/>
              <a:gd name="connsiteY1150" fmla="*/ 4798726 h 6857801"/>
              <a:gd name="connsiteX1151" fmla="*/ 4276624 w 12184003"/>
              <a:gd name="connsiteY1151" fmla="*/ 4798726 h 6857801"/>
              <a:gd name="connsiteX1152" fmla="*/ 3922027 w 12184003"/>
              <a:gd name="connsiteY1152" fmla="*/ 5153369 h 6857801"/>
              <a:gd name="connsiteX1153" fmla="*/ 3930676 w 12184003"/>
              <a:gd name="connsiteY1153" fmla="*/ 5174279 h 6857801"/>
              <a:gd name="connsiteX1154" fmla="*/ 3917541 w 12184003"/>
              <a:gd name="connsiteY1154" fmla="*/ 5206030 h 6857801"/>
              <a:gd name="connsiteX1155" fmla="*/ 3885786 w 12184003"/>
              <a:gd name="connsiteY1155" fmla="*/ 5219169 h 6857801"/>
              <a:gd name="connsiteX1156" fmla="*/ 3860227 w 12184003"/>
              <a:gd name="connsiteY1156" fmla="*/ 5208594 h 6857801"/>
              <a:gd name="connsiteX1157" fmla="*/ 3787773 w 12184003"/>
              <a:gd name="connsiteY1157" fmla="*/ 5281050 h 6857801"/>
              <a:gd name="connsiteX1158" fmla="*/ 3793815 w 12184003"/>
              <a:gd name="connsiteY1158" fmla="*/ 5295814 h 6857801"/>
              <a:gd name="connsiteX1159" fmla="*/ 3783961 w 12184003"/>
              <a:gd name="connsiteY1159" fmla="*/ 5319901 h 6857801"/>
              <a:gd name="connsiteX1160" fmla="*/ 3777394 w 12184003"/>
              <a:gd name="connsiteY1160" fmla="*/ 5322587 h 6857801"/>
              <a:gd name="connsiteX1161" fmla="*/ 3777394 w 12184003"/>
              <a:gd name="connsiteY1161" fmla="*/ 5549831 h 6857801"/>
              <a:gd name="connsiteX1162" fmla="*/ 3464262 w 12184003"/>
              <a:gd name="connsiteY1162" fmla="*/ 5862974 h 6857801"/>
              <a:gd name="connsiteX1163" fmla="*/ 3464262 w 12184003"/>
              <a:gd name="connsiteY1163" fmla="*/ 6044727 h 6857801"/>
              <a:gd name="connsiteX1164" fmla="*/ 3178961 w 12184003"/>
              <a:gd name="connsiteY1164" fmla="*/ 6330031 h 6857801"/>
              <a:gd name="connsiteX1165" fmla="*/ 3178802 w 12184003"/>
              <a:gd name="connsiteY1165" fmla="*/ 6360843 h 6857801"/>
              <a:gd name="connsiteX1166" fmla="*/ 3615909 w 12184003"/>
              <a:gd name="connsiteY1166" fmla="*/ 5923725 h 6857801"/>
              <a:gd name="connsiteX1167" fmla="*/ 3609866 w 12184003"/>
              <a:gd name="connsiteY1167" fmla="*/ 5908960 h 6857801"/>
              <a:gd name="connsiteX1168" fmla="*/ 3619721 w 12184003"/>
              <a:gd name="connsiteY1168" fmla="*/ 5884872 h 6857801"/>
              <a:gd name="connsiteX1169" fmla="*/ 3667894 w 12184003"/>
              <a:gd name="connsiteY1169" fmla="*/ 5884872 h 6857801"/>
              <a:gd name="connsiteX1170" fmla="*/ 3674165 w 12184003"/>
              <a:gd name="connsiteY1170" fmla="*/ 5900200 h 6857801"/>
              <a:gd name="connsiteX1171" fmla="*/ 3956952 w 12184003"/>
              <a:gd name="connsiteY1171" fmla="*/ 5900200 h 6857801"/>
              <a:gd name="connsiteX1172" fmla="*/ 4125568 w 12184003"/>
              <a:gd name="connsiteY1172" fmla="*/ 5731585 h 6857801"/>
              <a:gd name="connsiteX1173" fmla="*/ 4125568 w 12184003"/>
              <a:gd name="connsiteY1173" fmla="*/ 5365887 h 6857801"/>
              <a:gd name="connsiteX1174" fmla="*/ 4289409 w 12184003"/>
              <a:gd name="connsiteY1174" fmla="*/ 5202004 h 6857801"/>
              <a:gd name="connsiteX1175" fmla="*/ 4282100 w 12184003"/>
              <a:gd name="connsiteY1175" fmla="*/ 5184133 h 6857801"/>
              <a:gd name="connsiteX1176" fmla="*/ 4291951 w 12184003"/>
              <a:gd name="connsiteY1176" fmla="*/ 5160045 h 6857801"/>
              <a:gd name="connsiteX1177" fmla="*/ 4340129 w 12184003"/>
              <a:gd name="connsiteY1177" fmla="*/ 5160045 h 6857801"/>
              <a:gd name="connsiteX1178" fmla="*/ 4340129 w 12184003"/>
              <a:gd name="connsiteY1178" fmla="*/ 5208220 h 6857801"/>
              <a:gd name="connsiteX1179" fmla="*/ 4316042 w 12184003"/>
              <a:gd name="connsiteY1179" fmla="*/ 5218075 h 6857801"/>
              <a:gd name="connsiteX1180" fmla="*/ 4302829 w 12184003"/>
              <a:gd name="connsiteY1180" fmla="*/ 5212670 h 6857801"/>
              <a:gd name="connsiteX1181" fmla="*/ 4143088 w 12184003"/>
              <a:gd name="connsiteY1181" fmla="*/ 5372456 h 6857801"/>
              <a:gd name="connsiteX1182" fmla="*/ 4143088 w 12184003"/>
              <a:gd name="connsiteY1182" fmla="*/ 5738155 h 6857801"/>
              <a:gd name="connsiteX1183" fmla="*/ 3981043 w 12184003"/>
              <a:gd name="connsiteY1183" fmla="*/ 5900200 h 6857801"/>
              <a:gd name="connsiteX1184" fmla="*/ 4099294 w 12184003"/>
              <a:gd name="connsiteY1184" fmla="*/ 5900200 h 6857801"/>
              <a:gd name="connsiteX1185" fmla="*/ 4381738 w 12184003"/>
              <a:gd name="connsiteY1185" fmla="*/ 5617715 h 6857801"/>
              <a:gd name="connsiteX1186" fmla="*/ 4381738 w 12184003"/>
              <a:gd name="connsiteY1186" fmla="*/ 5372942 h 6857801"/>
              <a:gd name="connsiteX1187" fmla="*/ 4380643 w 12184003"/>
              <a:gd name="connsiteY1187" fmla="*/ 5370267 h 6857801"/>
              <a:gd name="connsiteX1188" fmla="*/ 4381738 w 12184003"/>
              <a:gd name="connsiteY1188" fmla="*/ 5367591 h 6857801"/>
              <a:gd name="connsiteX1189" fmla="*/ 4381738 w 12184003"/>
              <a:gd name="connsiteY1189" fmla="*/ 5267345 h 6857801"/>
              <a:gd name="connsiteX1190" fmla="*/ 4601895 w 12184003"/>
              <a:gd name="connsiteY1190" fmla="*/ 5047190 h 6857801"/>
              <a:gd name="connsiteX1191" fmla="*/ 4591961 w 12184003"/>
              <a:gd name="connsiteY1191" fmla="*/ 5023182 h 6857801"/>
              <a:gd name="connsiteX1192" fmla="*/ 4599525 w 12184003"/>
              <a:gd name="connsiteY1192" fmla="*/ 5004906 h 6857801"/>
              <a:gd name="connsiteX1193" fmla="*/ 4589754 w 12184003"/>
              <a:gd name="connsiteY1193" fmla="*/ 4980480 h 6857801"/>
              <a:gd name="connsiteX1194" fmla="*/ 4635740 w 12184003"/>
              <a:gd name="connsiteY1194" fmla="*/ 4934494 h 6857801"/>
              <a:gd name="connsiteX1195" fmla="*/ 4681728 w 12184003"/>
              <a:gd name="connsiteY1195" fmla="*/ 4980480 h 6857801"/>
              <a:gd name="connsiteX1196" fmla="*/ 4673052 w 12184003"/>
              <a:gd name="connsiteY1196" fmla="*/ 5002173 h 6857801"/>
              <a:gd name="connsiteX1197" fmla="*/ 4681739 w 12184003"/>
              <a:gd name="connsiteY1197" fmla="*/ 5023182 h 6857801"/>
              <a:gd name="connsiteX1198" fmla="*/ 4668605 w 12184003"/>
              <a:gd name="connsiteY1198" fmla="*/ 5054934 h 6857801"/>
              <a:gd name="connsiteX1199" fmla="*/ 4644501 w 12184003"/>
              <a:gd name="connsiteY1199" fmla="*/ 5064908 h 6857801"/>
              <a:gd name="connsiteX1200" fmla="*/ 4644501 w 12184003"/>
              <a:gd name="connsiteY1200" fmla="*/ 5116971 h 6857801"/>
              <a:gd name="connsiteX1201" fmla="*/ 5106551 w 12184003"/>
              <a:gd name="connsiteY1201" fmla="*/ 4656280 h 6857801"/>
              <a:gd name="connsiteX1202" fmla="*/ 6455465 w 12184003"/>
              <a:gd name="connsiteY1202" fmla="*/ 4395801 h 6857801"/>
              <a:gd name="connsiteX1203" fmla="*/ 6455465 w 12184003"/>
              <a:gd name="connsiteY1203" fmla="*/ 5372457 h 6857801"/>
              <a:gd name="connsiteX1204" fmla="*/ 6455466 w 12184003"/>
              <a:gd name="connsiteY1204" fmla="*/ 5372456 h 6857801"/>
              <a:gd name="connsiteX1205" fmla="*/ 6488312 w 12184003"/>
              <a:gd name="connsiteY1205" fmla="*/ 5407493 h 6857801"/>
              <a:gd name="connsiteX1206" fmla="*/ 6482137 w 12184003"/>
              <a:gd name="connsiteY1206" fmla="*/ 5423216 h 6857801"/>
              <a:gd name="connsiteX1207" fmla="*/ 6608752 w 12184003"/>
              <a:gd name="connsiteY1207" fmla="*/ 5549831 h 6857801"/>
              <a:gd name="connsiteX1208" fmla="*/ 6608752 w 12184003"/>
              <a:gd name="connsiteY1208" fmla="*/ 5158168 h 6857801"/>
              <a:gd name="connsiteX1209" fmla="*/ 6590139 w 12184003"/>
              <a:gd name="connsiteY1209" fmla="*/ 5150190 h 6857801"/>
              <a:gd name="connsiteX1210" fmla="*/ 6580284 w 12184003"/>
              <a:gd name="connsiteY1210" fmla="*/ 5127197 h 6857801"/>
              <a:gd name="connsiteX1211" fmla="*/ 6589317 w 12184003"/>
              <a:gd name="connsiteY1211" fmla="*/ 5104204 h 6857801"/>
              <a:gd name="connsiteX1212" fmla="*/ 6601107 w 12184003"/>
              <a:gd name="connsiteY1212" fmla="*/ 5099326 h 6857801"/>
              <a:gd name="connsiteX1213" fmla="*/ 6595613 w 12184003"/>
              <a:gd name="connsiteY1213" fmla="*/ 5085590 h 6857801"/>
              <a:gd name="connsiteX1214" fmla="*/ 6608752 w 12184003"/>
              <a:gd name="connsiteY1214" fmla="*/ 5052743 h 6857801"/>
              <a:gd name="connsiteX1215" fmla="*/ 6617511 w 12184003"/>
              <a:gd name="connsiteY1215" fmla="*/ 5049239 h 6857801"/>
              <a:gd name="connsiteX1216" fmla="*/ 6617511 w 12184003"/>
              <a:gd name="connsiteY1216" fmla="*/ 4557847 h 6857801"/>
              <a:gd name="connsiteX1217" fmla="*/ 5909088 w 12184003"/>
              <a:gd name="connsiteY1217" fmla="*/ 4275362 h 6857801"/>
              <a:gd name="connsiteX1218" fmla="*/ 5791956 w 12184003"/>
              <a:gd name="connsiteY1218" fmla="*/ 4393610 h 6857801"/>
              <a:gd name="connsiteX1219" fmla="*/ 5791956 w 12184003"/>
              <a:gd name="connsiteY1219" fmla="*/ 5643993 h 6857801"/>
              <a:gd name="connsiteX1220" fmla="*/ 5794146 w 12184003"/>
              <a:gd name="connsiteY1220" fmla="*/ 5646182 h 6857801"/>
              <a:gd name="connsiteX1221" fmla="*/ 5794146 w 12184003"/>
              <a:gd name="connsiteY1221" fmla="*/ 4879748 h 6857801"/>
              <a:gd name="connsiteX1222" fmla="*/ 5932103 w 12184003"/>
              <a:gd name="connsiteY1222" fmla="*/ 4741789 h 6857801"/>
              <a:gd name="connsiteX1223" fmla="*/ 5932103 w 12184003"/>
              <a:gd name="connsiteY1223" fmla="*/ 4667338 h 6857801"/>
              <a:gd name="connsiteX1224" fmla="*/ 5964950 w 12184003"/>
              <a:gd name="connsiteY1224" fmla="*/ 4634491 h 6857801"/>
              <a:gd name="connsiteX1225" fmla="*/ 5964950 w 12184003"/>
              <a:gd name="connsiteY1225" fmla="*/ 4518233 h 6857801"/>
              <a:gd name="connsiteX1226" fmla="*/ 5950718 w 12184003"/>
              <a:gd name="connsiteY1226" fmla="*/ 4508576 h 6857801"/>
              <a:gd name="connsiteX1227" fmla="*/ 5936485 w 12184003"/>
              <a:gd name="connsiteY1227" fmla="*/ 4474634 h 6857801"/>
              <a:gd name="connsiteX1228" fmla="*/ 5984660 w 12184003"/>
              <a:gd name="connsiteY1228" fmla="*/ 4426458 h 6857801"/>
              <a:gd name="connsiteX1229" fmla="*/ 6032834 w 12184003"/>
              <a:gd name="connsiteY1229" fmla="*/ 4474634 h 6857801"/>
              <a:gd name="connsiteX1230" fmla="*/ 6003275 w 12184003"/>
              <a:gd name="connsiteY1230" fmla="*/ 4518977 h 6857801"/>
              <a:gd name="connsiteX1231" fmla="*/ 5997797 w 12184003"/>
              <a:gd name="connsiteY1231" fmla="*/ 4520105 h 6857801"/>
              <a:gd name="connsiteX1232" fmla="*/ 5997797 w 12184003"/>
              <a:gd name="connsiteY1232" fmla="*/ 4601645 h 6857801"/>
              <a:gd name="connsiteX1233" fmla="*/ 6269332 w 12184003"/>
              <a:gd name="connsiteY1233" fmla="*/ 4330106 h 6857801"/>
              <a:gd name="connsiteX1234" fmla="*/ 6269332 w 12184003"/>
              <a:gd name="connsiteY1234" fmla="*/ 4275362 h 6857801"/>
              <a:gd name="connsiteX1235" fmla="*/ 6115764 w 12184003"/>
              <a:gd name="connsiteY1235" fmla="*/ 4275362 h 6857801"/>
              <a:gd name="connsiteX1236" fmla="*/ 6109475 w 12184003"/>
              <a:gd name="connsiteY1236" fmla="*/ 4290689 h 6857801"/>
              <a:gd name="connsiteX1237" fmla="*/ 6077724 w 12184003"/>
              <a:gd name="connsiteY1237" fmla="*/ 4303828 h 6857801"/>
              <a:gd name="connsiteX1238" fmla="*/ 6052543 w 12184003"/>
              <a:gd name="connsiteY1238" fmla="*/ 4293408 h 6857801"/>
              <a:gd name="connsiteX1239" fmla="*/ 6027359 w 12184003"/>
              <a:gd name="connsiteY1239" fmla="*/ 4303828 h 6857801"/>
              <a:gd name="connsiteX1240" fmla="*/ 5995609 w 12184003"/>
              <a:gd name="connsiteY1240" fmla="*/ 4290690 h 6857801"/>
              <a:gd name="connsiteX1241" fmla="*/ 5989320 w 12184003"/>
              <a:gd name="connsiteY1241" fmla="*/ 4275362 h 6857801"/>
              <a:gd name="connsiteX1242" fmla="*/ 5772257 w 12184003"/>
              <a:gd name="connsiteY1242" fmla="*/ 4275362 h 6857801"/>
              <a:gd name="connsiteX1243" fmla="*/ 5445971 w 12184003"/>
              <a:gd name="connsiteY1243" fmla="*/ 4601663 h 6857801"/>
              <a:gd name="connsiteX1244" fmla="*/ 5445971 w 12184003"/>
              <a:gd name="connsiteY1244" fmla="*/ 5228272 h 6857801"/>
              <a:gd name="connsiteX1245" fmla="*/ 5465677 w 12184003"/>
              <a:gd name="connsiteY1245" fmla="*/ 5247637 h 6857801"/>
              <a:gd name="connsiteX1246" fmla="*/ 5465677 w 12184003"/>
              <a:gd name="connsiteY1246" fmla="*/ 5317707 h 6857801"/>
              <a:gd name="connsiteX1247" fmla="*/ 5537939 w 12184003"/>
              <a:gd name="connsiteY1247" fmla="*/ 5389972 h 6857801"/>
              <a:gd name="connsiteX1248" fmla="*/ 5537939 w 12184003"/>
              <a:gd name="connsiteY1248" fmla="*/ 5020670 h 6857801"/>
              <a:gd name="connsiteX1249" fmla="*/ 5536842 w 12184003"/>
              <a:gd name="connsiteY1249" fmla="*/ 5020444 h 6857801"/>
              <a:gd name="connsiteX1250" fmla="*/ 5507278 w 12184003"/>
              <a:gd name="connsiteY1250" fmla="*/ 4976100 h 6857801"/>
              <a:gd name="connsiteX1251" fmla="*/ 5555455 w 12184003"/>
              <a:gd name="connsiteY1251" fmla="*/ 4927924 h 6857801"/>
              <a:gd name="connsiteX1252" fmla="*/ 5603630 w 12184003"/>
              <a:gd name="connsiteY1252" fmla="*/ 4976100 h 6857801"/>
              <a:gd name="connsiteX1253" fmla="*/ 5574068 w 12184003"/>
              <a:gd name="connsiteY1253" fmla="*/ 5020444 h 6857801"/>
              <a:gd name="connsiteX1254" fmla="*/ 5572975 w 12184003"/>
              <a:gd name="connsiteY1254" fmla="*/ 5020668 h 6857801"/>
              <a:gd name="connsiteX1255" fmla="*/ 5572975 w 12184003"/>
              <a:gd name="connsiteY1255" fmla="*/ 5425008 h 6857801"/>
              <a:gd name="connsiteX1256" fmla="*/ 5745971 w 12184003"/>
              <a:gd name="connsiteY1256" fmla="*/ 5598006 h 6857801"/>
              <a:gd name="connsiteX1257" fmla="*/ 5745971 w 12184003"/>
              <a:gd name="connsiteY1257" fmla="*/ 4376092 h 6857801"/>
              <a:gd name="connsiteX1258" fmla="*/ 5845750 w 12184003"/>
              <a:gd name="connsiteY1258" fmla="*/ 4275362 h 6857801"/>
              <a:gd name="connsiteX1259" fmla="*/ 6596489 w 12184003"/>
              <a:gd name="connsiteY1259" fmla="*/ 4219739 h 6857801"/>
              <a:gd name="connsiteX1260" fmla="*/ 6455465 w 12184003"/>
              <a:gd name="connsiteY1260" fmla="*/ 4360763 h 6857801"/>
              <a:gd name="connsiteX1261" fmla="*/ 6455465 w 12184003"/>
              <a:gd name="connsiteY1261" fmla="*/ 4362954 h 6857801"/>
              <a:gd name="connsiteX1262" fmla="*/ 6617511 w 12184003"/>
              <a:gd name="connsiteY1262" fmla="*/ 4525000 h 6857801"/>
              <a:gd name="connsiteX1263" fmla="*/ 6617511 w 12184003"/>
              <a:gd name="connsiteY1263" fmla="*/ 4221240 h 6857801"/>
              <a:gd name="connsiteX1264" fmla="*/ 6608752 w 12184003"/>
              <a:gd name="connsiteY1264" fmla="*/ 4224995 h 6857801"/>
              <a:gd name="connsiteX1265" fmla="*/ 8421913 w 12184003"/>
              <a:gd name="connsiteY1265" fmla="*/ 4172440 h 6857801"/>
              <a:gd name="connsiteX1266" fmla="*/ 8664982 w 12184003"/>
              <a:gd name="connsiteY1266" fmla="*/ 4415508 h 6857801"/>
              <a:gd name="connsiteX1267" fmla="*/ 8664801 w 12184003"/>
              <a:gd name="connsiteY1267" fmla="*/ 4548907 h 6857801"/>
              <a:gd name="connsiteX1268" fmla="*/ 8927758 w 12184003"/>
              <a:gd name="connsiteY1268" fmla="*/ 4811864 h 6857801"/>
              <a:gd name="connsiteX1269" fmla="*/ 8927758 w 12184003"/>
              <a:gd name="connsiteY1269" fmla="*/ 4518429 h 6857801"/>
              <a:gd name="connsiteX1270" fmla="*/ 8701926 w 12184003"/>
              <a:gd name="connsiteY1270" fmla="*/ 4292597 h 6857801"/>
              <a:gd name="connsiteX1271" fmla="*/ 8682500 w 12184003"/>
              <a:gd name="connsiteY1271" fmla="*/ 4300543 h 6857801"/>
              <a:gd name="connsiteX1272" fmla="*/ 8658412 w 12184003"/>
              <a:gd name="connsiteY1272" fmla="*/ 4290690 h 6857801"/>
              <a:gd name="connsiteX1273" fmla="*/ 8658412 w 12184003"/>
              <a:gd name="connsiteY1273" fmla="*/ 4242514 h 6857801"/>
              <a:gd name="connsiteX1274" fmla="*/ 8706587 w 12184003"/>
              <a:gd name="connsiteY1274" fmla="*/ 4242514 h 6857801"/>
              <a:gd name="connsiteX1275" fmla="*/ 8716442 w 12184003"/>
              <a:gd name="connsiteY1275" fmla="*/ 4266602 h 6857801"/>
              <a:gd name="connsiteX1276" fmla="*/ 8711087 w 12184003"/>
              <a:gd name="connsiteY1276" fmla="*/ 4279689 h 6857801"/>
              <a:gd name="connsiteX1277" fmla="*/ 8945276 w 12184003"/>
              <a:gd name="connsiteY1277" fmla="*/ 4511861 h 6857801"/>
              <a:gd name="connsiteX1278" fmla="*/ 8945276 w 12184003"/>
              <a:gd name="connsiteY1278" fmla="*/ 4829382 h 6857801"/>
              <a:gd name="connsiteX1279" fmla="*/ 8953194 w 12184003"/>
              <a:gd name="connsiteY1279" fmla="*/ 4837300 h 6857801"/>
              <a:gd name="connsiteX1280" fmla="*/ 8960605 w 12184003"/>
              <a:gd name="connsiteY1280" fmla="*/ 4840331 h 6857801"/>
              <a:gd name="connsiteX1281" fmla="*/ 9251319 w 12184003"/>
              <a:gd name="connsiteY1281" fmla="*/ 4840331 h 6857801"/>
              <a:gd name="connsiteX1282" fmla="*/ 9039468 w 12184003"/>
              <a:gd name="connsiteY1282" fmla="*/ 4628021 h 6857801"/>
              <a:gd name="connsiteX1283" fmla="*/ 9018361 w 12184003"/>
              <a:gd name="connsiteY1283" fmla="*/ 4636680 h 6857801"/>
              <a:gd name="connsiteX1284" fmla="*/ 8984693 w 12184003"/>
              <a:gd name="connsiteY1284" fmla="*/ 4623541 h 6857801"/>
              <a:gd name="connsiteX1285" fmla="*/ 8984693 w 12184003"/>
              <a:gd name="connsiteY1285" fmla="*/ 4560037 h 6857801"/>
              <a:gd name="connsiteX1286" fmla="*/ 9006591 w 12184003"/>
              <a:gd name="connsiteY1286" fmla="*/ 4550976 h 6857801"/>
              <a:gd name="connsiteX1287" fmla="*/ 9006591 w 12184003"/>
              <a:gd name="connsiteY1287" fmla="*/ 4417380 h 6857801"/>
              <a:gd name="connsiteX1288" fmla="*/ 8762348 w 12184003"/>
              <a:gd name="connsiteY1288" fmla="*/ 4172440 h 6857801"/>
              <a:gd name="connsiteX1289" fmla="*/ 8288336 w 12184003"/>
              <a:gd name="connsiteY1289" fmla="*/ 4172440 h 6857801"/>
              <a:gd name="connsiteX1290" fmla="*/ 8640893 w 12184003"/>
              <a:gd name="connsiteY1290" fmla="*/ 4524999 h 6857801"/>
              <a:gd name="connsiteX1291" fmla="*/ 8640893 w 12184003"/>
              <a:gd name="connsiteY1291" fmla="*/ 4424268 h 6857801"/>
              <a:gd name="connsiteX1292" fmla="*/ 8389066 w 12184003"/>
              <a:gd name="connsiteY1292" fmla="*/ 4172440 h 6857801"/>
              <a:gd name="connsiteX1293" fmla="*/ 8359138 w 12184003"/>
              <a:gd name="connsiteY1293" fmla="*/ 4172440 h 6857801"/>
              <a:gd name="connsiteX1294" fmla="*/ 8348555 w 12184003"/>
              <a:gd name="connsiteY1294" fmla="*/ 4176819 h 6857801"/>
              <a:gd name="connsiteX1295" fmla="*/ 8337973 w 12184003"/>
              <a:gd name="connsiteY1295" fmla="*/ 4172440 h 6857801"/>
              <a:gd name="connsiteX1296" fmla="*/ 8159137 w 12184003"/>
              <a:gd name="connsiteY1296" fmla="*/ 4172440 h 6857801"/>
              <a:gd name="connsiteX1297" fmla="*/ 8640893 w 12184003"/>
              <a:gd name="connsiteY1297" fmla="*/ 4654198 h 6857801"/>
              <a:gd name="connsiteX1298" fmla="*/ 8640893 w 12184003"/>
              <a:gd name="connsiteY1298" fmla="*/ 4557846 h 6857801"/>
              <a:gd name="connsiteX1299" fmla="*/ 8255487 w 12184003"/>
              <a:gd name="connsiteY1299" fmla="*/ 4172440 h 6857801"/>
              <a:gd name="connsiteX1300" fmla="*/ 8095632 w 12184003"/>
              <a:gd name="connsiteY1300" fmla="*/ 4172440 h 6857801"/>
              <a:gd name="connsiteX1301" fmla="*/ 8297094 w 12184003"/>
              <a:gd name="connsiteY1301" fmla="*/ 4373902 h 6857801"/>
              <a:gd name="connsiteX1302" fmla="*/ 8297094 w 12184003"/>
              <a:gd name="connsiteY1302" fmla="*/ 4481204 h 6857801"/>
              <a:gd name="connsiteX1303" fmla="*/ 8375927 w 12184003"/>
              <a:gd name="connsiteY1303" fmla="*/ 4560037 h 6857801"/>
              <a:gd name="connsiteX1304" fmla="*/ 8375770 w 12184003"/>
              <a:gd name="connsiteY1304" fmla="*/ 4629952 h 6857801"/>
              <a:gd name="connsiteX1305" fmla="*/ 8640893 w 12184003"/>
              <a:gd name="connsiteY1305" fmla="*/ 4895077 h 6857801"/>
              <a:gd name="connsiteX1306" fmla="*/ 8640893 w 12184003"/>
              <a:gd name="connsiteY1306" fmla="*/ 4724270 h 6857801"/>
              <a:gd name="connsiteX1307" fmla="*/ 8465709 w 12184003"/>
              <a:gd name="connsiteY1307" fmla="*/ 4549087 h 6857801"/>
              <a:gd name="connsiteX1308" fmla="*/ 8417533 w 12184003"/>
              <a:gd name="connsiteY1308" fmla="*/ 4549087 h 6857801"/>
              <a:gd name="connsiteX1309" fmla="*/ 8417533 w 12184003"/>
              <a:gd name="connsiteY1309" fmla="*/ 4500910 h 6857801"/>
              <a:gd name="connsiteX1310" fmla="*/ 8441622 w 12184003"/>
              <a:gd name="connsiteY1310" fmla="*/ 4491058 h 6857801"/>
              <a:gd name="connsiteX1311" fmla="*/ 8447179 w 12184003"/>
              <a:gd name="connsiteY1311" fmla="*/ 4493331 h 6857801"/>
              <a:gd name="connsiteX1312" fmla="*/ 8130668 w 12184003"/>
              <a:gd name="connsiteY1312" fmla="*/ 4176819 h 6857801"/>
              <a:gd name="connsiteX1313" fmla="*/ 8130668 w 12184003"/>
              <a:gd name="connsiteY1313" fmla="*/ 4172440 h 6857801"/>
              <a:gd name="connsiteX1314" fmla="*/ 7988330 w 12184003"/>
              <a:gd name="connsiteY1314" fmla="*/ 4172440 h 6857801"/>
              <a:gd name="connsiteX1315" fmla="*/ 8279576 w 12184003"/>
              <a:gd name="connsiteY1315" fmla="*/ 4463685 h 6857801"/>
              <a:gd name="connsiteX1316" fmla="*/ 8279576 w 12184003"/>
              <a:gd name="connsiteY1316" fmla="*/ 4380471 h 6857801"/>
              <a:gd name="connsiteX1317" fmla="*/ 8072783 w 12184003"/>
              <a:gd name="connsiteY1317" fmla="*/ 4172440 h 6857801"/>
              <a:gd name="connsiteX1318" fmla="*/ 4032359 w 12184003"/>
              <a:gd name="connsiteY1318" fmla="*/ 4172440 h 6857801"/>
              <a:gd name="connsiteX1319" fmla="*/ 3825563 w 12184003"/>
              <a:gd name="connsiteY1319" fmla="*/ 4380471 h 6857801"/>
              <a:gd name="connsiteX1320" fmla="*/ 3825563 w 12184003"/>
              <a:gd name="connsiteY1320" fmla="*/ 4465880 h 6857801"/>
              <a:gd name="connsiteX1321" fmla="*/ 4119001 w 12184003"/>
              <a:gd name="connsiteY1321" fmla="*/ 4172440 h 6857801"/>
              <a:gd name="connsiteX1322" fmla="*/ 3974470 w 12184003"/>
              <a:gd name="connsiteY1322" fmla="*/ 4172440 h 6857801"/>
              <a:gd name="connsiteX1323" fmla="*/ 3974470 w 12184003"/>
              <a:gd name="connsiteY1323" fmla="*/ 4176819 h 6857801"/>
              <a:gd name="connsiteX1324" fmla="*/ 3656452 w 12184003"/>
              <a:gd name="connsiteY1324" fmla="*/ 4494844 h 6857801"/>
              <a:gd name="connsiteX1325" fmla="*/ 3665705 w 12184003"/>
              <a:gd name="connsiteY1325" fmla="*/ 4491058 h 6857801"/>
              <a:gd name="connsiteX1326" fmla="*/ 3689796 w 12184003"/>
              <a:gd name="connsiteY1326" fmla="*/ 4500910 h 6857801"/>
              <a:gd name="connsiteX1327" fmla="*/ 3689796 w 12184003"/>
              <a:gd name="connsiteY1327" fmla="*/ 4549087 h 6857801"/>
              <a:gd name="connsiteX1328" fmla="*/ 3641622 w 12184003"/>
              <a:gd name="connsiteY1328" fmla="*/ 4549087 h 6857801"/>
              <a:gd name="connsiteX1329" fmla="*/ 3641063 w 12184003"/>
              <a:gd name="connsiteY1329" fmla="*/ 4547725 h 6857801"/>
              <a:gd name="connsiteX1330" fmla="*/ 3464262 w 12184003"/>
              <a:gd name="connsiteY1330" fmla="*/ 4726305 h 6857801"/>
              <a:gd name="connsiteX1331" fmla="*/ 3464262 w 12184003"/>
              <a:gd name="connsiteY1331" fmla="*/ 4895073 h 6857801"/>
              <a:gd name="connsiteX1332" fmla="*/ 3731404 w 12184003"/>
              <a:gd name="connsiteY1332" fmla="*/ 4627914 h 6857801"/>
              <a:gd name="connsiteX1333" fmla="*/ 3731404 w 12184003"/>
              <a:gd name="connsiteY1333" fmla="*/ 4560037 h 6857801"/>
              <a:gd name="connsiteX1334" fmla="*/ 3808048 w 12184003"/>
              <a:gd name="connsiteY1334" fmla="*/ 4483399 h 6857801"/>
              <a:gd name="connsiteX1335" fmla="*/ 3808048 w 12184003"/>
              <a:gd name="connsiteY1335" fmla="*/ 4373902 h 6857801"/>
              <a:gd name="connsiteX1336" fmla="*/ 4009508 w 12184003"/>
              <a:gd name="connsiteY1336" fmla="*/ 4172440 h 6857801"/>
              <a:gd name="connsiteX1337" fmla="*/ 3928487 w 12184003"/>
              <a:gd name="connsiteY1337" fmla="*/ 4172440 h 6857801"/>
              <a:gd name="connsiteX1338" fmla="*/ 3464262 w 12184003"/>
              <a:gd name="connsiteY1338" fmla="*/ 4636691 h 6857801"/>
              <a:gd name="connsiteX1339" fmla="*/ 3464262 w 12184003"/>
              <a:gd name="connsiteY1339" fmla="*/ 4656388 h 6857801"/>
              <a:gd name="connsiteX1340" fmla="*/ 3948194 w 12184003"/>
              <a:gd name="connsiteY1340" fmla="*/ 4172440 h 6857801"/>
              <a:gd name="connsiteX1341" fmla="*/ 3716079 w 12184003"/>
              <a:gd name="connsiteY1341" fmla="*/ 4172440 h 6857801"/>
              <a:gd name="connsiteX1342" fmla="*/ 3464262 w 12184003"/>
              <a:gd name="connsiteY1342" fmla="*/ 4424268 h 6857801"/>
              <a:gd name="connsiteX1343" fmla="*/ 3464262 w 12184003"/>
              <a:gd name="connsiteY1343" fmla="*/ 4603847 h 6857801"/>
              <a:gd name="connsiteX1344" fmla="*/ 3895650 w 12184003"/>
              <a:gd name="connsiteY1344" fmla="*/ 4172440 h 6857801"/>
              <a:gd name="connsiteX1345" fmla="*/ 3767174 w 12184003"/>
              <a:gd name="connsiteY1345" fmla="*/ 4172440 h 6857801"/>
              <a:gd name="connsiteX1346" fmla="*/ 3756590 w 12184003"/>
              <a:gd name="connsiteY1346" fmla="*/ 4176819 h 6857801"/>
              <a:gd name="connsiteX1347" fmla="*/ 3746005 w 12184003"/>
              <a:gd name="connsiteY1347" fmla="*/ 4172440 h 6857801"/>
              <a:gd name="connsiteX1348" fmla="*/ 3421658 w 12184003"/>
              <a:gd name="connsiteY1348" fmla="*/ 4172440 h 6857801"/>
              <a:gd name="connsiteX1349" fmla="*/ 3100754 w 12184003"/>
              <a:gd name="connsiteY1349" fmla="*/ 4494256 h 6857801"/>
              <a:gd name="connsiteX1350" fmla="*/ 3100754 w 12184003"/>
              <a:gd name="connsiteY1350" fmla="*/ 4551882 h 6857801"/>
              <a:gd name="connsiteX1351" fmla="*/ 3120461 w 12184003"/>
              <a:gd name="connsiteY1351" fmla="*/ 4560037 h 6857801"/>
              <a:gd name="connsiteX1352" fmla="*/ 3120461 w 12184003"/>
              <a:gd name="connsiteY1352" fmla="*/ 4623541 h 6857801"/>
              <a:gd name="connsiteX1353" fmla="*/ 3088708 w 12184003"/>
              <a:gd name="connsiteY1353" fmla="*/ 4636680 h 6857801"/>
              <a:gd name="connsiteX1354" fmla="*/ 3067799 w 12184003"/>
              <a:gd name="connsiteY1354" fmla="*/ 4628028 h 6857801"/>
              <a:gd name="connsiteX1355" fmla="*/ 2855497 w 12184003"/>
              <a:gd name="connsiteY1355" fmla="*/ 4840331 h 6857801"/>
              <a:gd name="connsiteX1356" fmla="*/ 3146735 w 12184003"/>
              <a:gd name="connsiteY1356" fmla="*/ 4840331 h 6857801"/>
              <a:gd name="connsiteX1357" fmla="*/ 3162065 w 12184003"/>
              <a:gd name="connsiteY1357" fmla="*/ 4834060 h 6857801"/>
              <a:gd name="connsiteX1358" fmla="*/ 3162065 w 12184003"/>
              <a:gd name="connsiteY1358" fmla="*/ 4511861 h 6857801"/>
              <a:gd name="connsiteX1359" fmla="*/ 3394113 w 12184003"/>
              <a:gd name="connsiteY1359" fmla="*/ 4279811 h 6857801"/>
              <a:gd name="connsiteX1360" fmla="*/ 3388711 w 12184003"/>
              <a:gd name="connsiteY1360" fmla="*/ 4266602 h 6857801"/>
              <a:gd name="connsiteX1361" fmla="*/ 3398565 w 12184003"/>
              <a:gd name="connsiteY1361" fmla="*/ 4242514 h 6857801"/>
              <a:gd name="connsiteX1362" fmla="*/ 3446737 w 12184003"/>
              <a:gd name="connsiteY1362" fmla="*/ 4242514 h 6857801"/>
              <a:gd name="connsiteX1363" fmla="*/ 3446737 w 12184003"/>
              <a:gd name="connsiteY1363" fmla="*/ 4290690 h 6857801"/>
              <a:gd name="connsiteX1364" fmla="*/ 3422652 w 12184003"/>
              <a:gd name="connsiteY1364" fmla="*/ 4300543 h 6857801"/>
              <a:gd name="connsiteX1365" fmla="*/ 3404782 w 12184003"/>
              <a:gd name="connsiteY1365" fmla="*/ 4293233 h 6857801"/>
              <a:gd name="connsiteX1366" fmla="*/ 3179585 w 12184003"/>
              <a:gd name="connsiteY1366" fmla="*/ 4518429 h 6857801"/>
              <a:gd name="connsiteX1367" fmla="*/ 3179585 w 12184003"/>
              <a:gd name="connsiteY1367" fmla="*/ 4834063 h 6857801"/>
              <a:gd name="connsiteX1368" fmla="*/ 3194909 w 12184003"/>
              <a:gd name="connsiteY1368" fmla="*/ 4840331 h 6857801"/>
              <a:gd name="connsiteX1369" fmla="*/ 3227783 w 12184003"/>
              <a:gd name="connsiteY1369" fmla="*/ 4840331 h 6857801"/>
              <a:gd name="connsiteX1370" fmla="*/ 3442365 w 12184003"/>
              <a:gd name="connsiteY1370" fmla="*/ 4625745 h 6857801"/>
              <a:gd name="connsiteX1371" fmla="*/ 3442365 w 12184003"/>
              <a:gd name="connsiteY1371" fmla="*/ 4415508 h 6857801"/>
              <a:gd name="connsiteX1372" fmla="*/ 3685421 w 12184003"/>
              <a:gd name="connsiteY1372" fmla="*/ 4172440 h 6857801"/>
              <a:gd name="connsiteX1373" fmla="*/ 8956310 w 12184003"/>
              <a:gd name="connsiteY1373" fmla="*/ 4072122 h 6857801"/>
              <a:gd name="connsiteX1374" fmla="*/ 8855494 w 12184003"/>
              <a:gd name="connsiteY1374" fmla="*/ 4172440 h 6857801"/>
              <a:gd name="connsiteX1375" fmla="*/ 8786644 w 12184003"/>
              <a:gd name="connsiteY1375" fmla="*/ 4172440 h 6857801"/>
              <a:gd name="connsiteX1376" fmla="*/ 9006591 w 12184003"/>
              <a:gd name="connsiteY1376" fmla="*/ 4391761 h 6857801"/>
              <a:gd name="connsiteX1377" fmla="*/ 9006591 w 12184003"/>
              <a:gd name="connsiteY1377" fmla="*/ 4122074 h 6857801"/>
              <a:gd name="connsiteX1378" fmla="*/ 8154757 w 12184003"/>
              <a:gd name="connsiteY1378" fmla="*/ 4071709 h 6857801"/>
              <a:gd name="connsiteX1379" fmla="*/ 8154757 w 12184003"/>
              <a:gd name="connsiteY1379" fmla="*/ 4148352 h 6857801"/>
              <a:gd name="connsiteX1380" fmla="*/ 8231400 w 12184003"/>
              <a:gd name="connsiteY1380" fmla="*/ 4148352 h 6857801"/>
              <a:gd name="connsiteX1381" fmla="*/ 5106551 w 12184003"/>
              <a:gd name="connsiteY1381" fmla="*/ 4062967 h 6857801"/>
              <a:gd name="connsiteX1382" fmla="*/ 4986141 w 12184003"/>
              <a:gd name="connsiteY1382" fmla="*/ 4183389 h 6857801"/>
              <a:gd name="connsiteX1383" fmla="*/ 4659847 w 12184003"/>
              <a:gd name="connsiteY1383" fmla="*/ 4183389 h 6857801"/>
              <a:gd name="connsiteX1384" fmla="*/ 3777394 w 12184003"/>
              <a:gd name="connsiteY1384" fmla="*/ 5065882 h 6857801"/>
              <a:gd name="connsiteX1385" fmla="*/ 3777394 w 12184003"/>
              <a:gd name="connsiteY1385" fmla="*/ 5071923 h 6857801"/>
              <a:gd name="connsiteX1386" fmla="*/ 4318230 w 12184003"/>
              <a:gd name="connsiteY1386" fmla="*/ 4529380 h 6857801"/>
              <a:gd name="connsiteX1387" fmla="*/ 4513129 w 12184003"/>
              <a:gd name="connsiteY1387" fmla="*/ 4529380 h 6857801"/>
              <a:gd name="connsiteX1388" fmla="*/ 4565685 w 12184003"/>
              <a:gd name="connsiteY1388" fmla="*/ 4476823 h 6857801"/>
              <a:gd name="connsiteX1389" fmla="*/ 4613149 w 12184003"/>
              <a:gd name="connsiteY1389" fmla="*/ 4476823 h 6857801"/>
              <a:gd name="connsiteX1390" fmla="*/ 4694921 w 12184003"/>
              <a:gd name="connsiteY1390" fmla="*/ 4393928 h 6857801"/>
              <a:gd name="connsiteX1391" fmla="*/ 4691870 w 12184003"/>
              <a:gd name="connsiteY1391" fmla="*/ 4376365 h 6857801"/>
              <a:gd name="connsiteX1392" fmla="*/ 4705826 w 12184003"/>
              <a:gd name="connsiteY1392" fmla="*/ 4343245 h 6857801"/>
              <a:gd name="connsiteX1393" fmla="*/ 4773709 w 12184003"/>
              <a:gd name="connsiteY1393" fmla="*/ 4343245 h 6857801"/>
              <a:gd name="connsiteX1394" fmla="*/ 4773709 w 12184003"/>
              <a:gd name="connsiteY1394" fmla="*/ 4411128 h 6857801"/>
              <a:gd name="connsiteX1395" fmla="*/ 4738949 w 12184003"/>
              <a:gd name="connsiteY1395" fmla="*/ 4424267 h 6857801"/>
              <a:gd name="connsiteX1396" fmla="*/ 4720168 w 12184003"/>
              <a:gd name="connsiteY1396" fmla="*/ 4416818 h 6857801"/>
              <a:gd name="connsiteX1397" fmla="*/ 4660928 w 12184003"/>
              <a:gd name="connsiteY1397" fmla="*/ 4476823 h 6857801"/>
              <a:gd name="connsiteX1398" fmla="*/ 5043067 w 12184003"/>
              <a:gd name="connsiteY1398" fmla="*/ 4476823 h 6857801"/>
              <a:gd name="connsiteX1399" fmla="*/ 5106551 w 12184003"/>
              <a:gd name="connsiteY1399" fmla="*/ 4413335 h 6857801"/>
              <a:gd name="connsiteX1400" fmla="*/ 8949656 w 12184003"/>
              <a:gd name="connsiteY1400" fmla="*/ 4034482 h 6857801"/>
              <a:gd name="connsiteX1401" fmla="*/ 8955131 w 12184003"/>
              <a:gd name="connsiteY1401" fmla="*/ 4039957 h 6857801"/>
              <a:gd name="connsiteX1402" fmla="*/ 8960606 w 12184003"/>
              <a:gd name="connsiteY1402" fmla="*/ 4034482 h 6857801"/>
              <a:gd name="connsiteX1403" fmla="*/ 3188347 w 12184003"/>
              <a:gd name="connsiteY1403" fmla="*/ 4034482 h 6857801"/>
              <a:gd name="connsiteX1404" fmla="*/ 3100754 w 12184003"/>
              <a:gd name="connsiteY1404" fmla="*/ 4122074 h 6857801"/>
              <a:gd name="connsiteX1405" fmla="*/ 3100754 w 12184003"/>
              <a:gd name="connsiteY1405" fmla="*/ 4468202 h 6857801"/>
              <a:gd name="connsiteX1406" fmla="*/ 3397361 w 12184003"/>
              <a:gd name="connsiteY1406" fmla="*/ 4172440 h 6857801"/>
              <a:gd name="connsiteX1407" fmla="*/ 3328514 w 12184003"/>
              <a:gd name="connsiteY1407" fmla="*/ 4172440 h 6857801"/>
              <a:gd name="connsiteX1408" fmla="*/ 3190556 w 12184003"/>
              <a:gd name="connsiteY1408" fmla="*/ 4034482 h 6857801"/>
              <a:gd name="connsiteX1409" fmla="*/ 7814545 w 12184003"/>
              <a:gd name="connsiteY1409" fmla="*/ 3944700 h 6857801"/>
              <a:gd name="connsiteX1410" fmla="*/ 7830665 w 12184003"/>
              <a:gd name="connsiteY1410" fmla="*/ 3955649 h 6857801"/>
              <a:gd name="connsiteX1411" fmla="*/ 7844522 w 12184003"/>
              <a:gd name="connsiteY1411" fmla="*/ 4025860 h 6857801"/>
              <a:gd name="connsiteX1412" fmla="*/ 7843444 w 12184003"/>
              <a:gd name="connsiteY1412" fmla="*/ 4027553 h 6857801"/>
              <a:gd name="connsiteX1413" fmla="*/ 7964243 w 12184003"/>
              <a:gd name="connsiteY1413" fmla="*/ 4148352 h 6857801"/>
              <a:gd name="connsiteX1414" fmla="*/ 8048839 w 12184003"/>
              <a:gd name="connsiteY1414" fmla="*/ 4148352 h 6857801"/>
              <a:gd name="connsiteX1415" fmla="*/ 7941030 w 12184003"/>
              <a:gd name="connsiteY1415" fmla="*/ 4039897 h 6857801"/>
              <a:gd name="connsiteX1416" fmla="*/ 7924827 w 12184003"/>
              <a:gd name="connsiteY1416" fmla="*/ 4046526 h 6857801"/>
              <a:gd name="connsiteX1417" fmla="*/ 7900740 w 12184003"/>
              <a:gd name="connsiteY1417" fmla="*/ 4036672 h 6857801"/>
              <a:gd name="connsiteX1418" fmla="*/ 7900740 w 12184003"/>
              <a:gd name="connsiteY1418" fmla="*/ 3988496 h 6857801"/>
              <a:gd name="connsiteX1419" fmla="*/ 7948914 w 12184003"/>
              <a:gd name="connsiteY1419" fmla="*/ 3988496 h 6857801"/>
              <a:gd name="connsiteX1420" fmla="*/ 7958769 w 12184003"/>
              <a:gd name="connsiteY1420" fmla="*/ 4012584 h 6857801"/>
              <a:gd name="connsiteX1421" fmla="*/ 7952094 w 12184003"/>
              <a:gd name="connsiteY1421" fmla="*/ 4028901 h 6857801"/>
              <a:gd name="connsiteX1422" fmla="*/ 8071545 w 12184003"/>
              <a:gd name="connsiteY1422" fmla="*/ 4148352 h 6857801"/>
              <a:gd name="connsiteX1423" fmla="*/ 8130668 w 12184003"/>
              <a:gd name="connsiteY1423" fmla="*/ 4148352 h 6857801"/>
              <a:gd name="connsiteX1424" fmla="*/ 8130668 w 12184003"/>
              <a:gd name="connsiteY1424" fmla="*/ 4047621 h 6857801"/>
              <a:gd name="connsiteX1425" fmla="*/ 8064608 w 12184003"/>
              <a:gd name="connsiteY1425" fmla="*/ 3981561 h 6857801"/>
              <a:gd name="connsiteX1426" fmla="*/ 8056968 w 12184003"/>
              <a:gd name="connsiteY1426" fmla="*/ 3986887 h 6857801"/>
              <a:gd name="connsiteX1427" fmla="*/ 8038696 w 12184003"/>
              <a:gd name="connsiteY1427" fmla="*/ 3990685 h 6857801"/>
              <a:gd name="connsiteX1428" fmla="*/ 7992710 w 12184003"/>
              <a:gd name="connsiteY1428" fmla="*/ 3944700 h 6857801"/>
              <a:gd name="connsiteX1429" fmla="*/ 6956591 w 12184003"/>
              <a:gd name="connsiteY1429" fmla="*/ 3944700 h 6857801"/>
              <a:gd name="connsiteX1430" fmla="*/ 6954653 w 12184003"/>
              <a:gd name="connsiteY1430" fmla="*/ 3955560 h 6857801"/>
              <a:gd name="connsiteX1431" fmla="*/ 7136495 w 12184003"/>
              <a:gd name="connsiteY1431" fmla="*/ 4137403 h 6857801"/>
              <a:gd name="connsiteX1432" fmla="*/ 7464967 w 12184003"/>
              <a:gd name="connsiteY1432" fmla="*/ 4139592 h 6857801"/>
              <a:gd name="connsiteX1433" fmla="*/ 8329942 w 12184003"/>
              <a:gd name="connsiteY1433" fmla="*/ 5004568 h 6857801"/>
              <a:gd name="connsiteX1434" fmla="*/ 8329942 w 12184003"/>
              <a:gd name="connsiteY1434" fmla="*/ 4759310 h 6857801"/>
              <a:gd name="connsiteX1435" fmla="*/ 8041624 w 12184003"/>
              <a:gd name="connsiteY1435" fmla="*/ 4470993 h 6857801"/>
              <a:gd name="connsiteX1436" fmla="*/ 8024463 w 12184003"/>
              <a:gd name="connsiteY1436" fmla="*/ 4478466 h 6857801"/>
              <a:gd name="connsiteX1437" fmla="*/ 7990521 w 12184003"/>
              <a:gd name="connsiteY1437" fmla="*/ 4463684 h 6857801"/>
              <a:gd name="connsiteX1438" fmla="*/ 7990521 w 12184003"/>
              <a:gd name="connsiteY1438" fmla="*/ 4395801 h 6857801"/>
              <a:gd name="connsiteX1439" fmla="*/ 8058405 w 12184003"/>
              <a:gd name="connsiteY1439" fmla="*/ 4395801 h 6857801"/>
              <a:gd name="connsiteX1440" fmla="*/ 8073186 w 12184003"/>
              <a:gd name="connsiteY1440" fmla="*/ 4429743 h 6857801"/>
              <a:gd name="connsiteX1441" fmla="*/ 8065713 w 12184003"/>
              <a:gd name="connsiteY1441" fmla="*/ 4446905 h 6857801"/>
              <a:gd name="connsiteX1442" fmla="*/ 8329942 w 12184003"/>
              <a:gd name="connsiteY1442" fmla="*/ 4711136 h 6857801"/>
              <a:gd name="connsiteX1443" fmla="*/ 8329942 w 12184003"/>
              <a:gd name="connsiteY1443" fmla="*/ 4608212 h 6857801"/>
              <a:gd name="connsiteX1444" fmla="*/ 8279576 w 12184003"/>
              <a:gd name="connsiteY1444" fmla="*/ 4557846 h 6857801"/>
              <a:gd name="connsiteX1445" fmla="*/ 8279576 w 12184003"/>
              <a:gd name="connsiteY1445" fmla="*/ 4529379 h 6857801"/>
              <a:gd name="connsiteX1446" fmla="*/ 7922637 w 12184003"/>
              <a:gd name="connsiteY1446" fmla="*/ 4172440 h 6857801"/>
              <a:gd name="connsiteX1447" fmla="*/ 7699558 w 12184003"/>
              <a:gd name="connsiteY1447" fmla="*/ 4172440 h 6857801"/>
              <a:gd name="connsiteX1448" fmla="*/ 7692707 w 12184003"/>
              <a:gd name="connsiteY1448" fmla="*/ 4189137 h 6857801"/>
              <a:gd name="connsiteX1449" fmla="*/ 7659860 w 12184003"/>
              <a:gd name="connsiteY1449" fmla="*/ 4203097 h 6857801"/>
              <a:gd name="connsiteX1450" fmla="*/ 7613874 w 12184003"/>
              <a:gd name="connsiteY1450" fmla="*/ 4157111 h 6857801"/>
              <a:gd name="connsiteX1451" fmla="*/ 7659860 w 12184003"/>
              <a:gd name="connsiteY1451" fmla="*/ 4111125 h 6857801"/>
              <a:gd name="connsiteX1452" fmla="*/ 7692707 w 12184003"/>
              <a:gd name="connsiteY1452" fmla="*/ 4124264 h 6857801"/>
              <a:gd name="connsiteX1453" fmla="*/ 7702342 w 12184003"/>
              <a:gd name="connsiteY1453" fmla="*/ 4148352 h 6857801"/>
              <a:gd name="connsiteX1454" fmla="*/ 7898549 w 12184003"/>
              <a:gd name="connsiteY1454" fmla="*/ 4148352 h 6857801"/>
              <a:gd name="connsiteX1455" fmla="*/ 7811105 w 12184003"/>
              <a:gd name="connsiteY1455" fmla="*/ 4060907 h 6857801"/>
              <a:gd name="connsiteX1456" fmla="*/ 7808904 w 12184003"/>
              <a:gd name="connsiteY1456" fmla="*/ 4062402 h 6857801"/>
              <a:gd name="connsiteX1457" fmla="*/ 7738693 w 12184003"/>
              <a:gd name="connsiteY1457" fmla="*/ 4047621 h 6857801"/>
              <a:gd name="connsiteX1458" fmla="*/ 7738693 w 12184003"/>
              <a:gd name="connsiteY1458" fmla="*/ 3955649 h 6857801"/>
              <a:gd name="connsiteX1459" fmla="*/ 7754813 w 12184003"/>
              <a:gd name="connsiteY1459" fmla="*/ 3944700 h 6857801"/>
              <a:gd name="connsiteX1460" fmla="*/ 7145255 w 12184003"/>
              <a:gd name="connsiteY1460" fmla="*/ 3944700 h 6857801"/>
              <a:gd name="connsiteX1461" fmla="*/ 6641600 w 12184003"/>
              <a:gd name="connsiteY1461" fmla="*/ 3944700 h 6857801"/>
              <a:gd name="connsiteX1462" fmla="*/ 6641600 w 12184003"/>
              <a:gd name="connsiteY1462" fmla="*/ 4549088 h 6857801"/>
              <a:gd name="connsiteX1463" fmla="*/ 6696910 w 12184003"/>
              <a:gd name="connsiteY1463" fmla="*/ 4604398 h 6857801"/>
              <a:gd name="connsiteX1464" fmla="*/ 6700724 w 12184003"/>
              <a:gd name="connsiteY1464" fmla="*/ 4595073 h 6857801"/>
              <a:gd name="connsiteX1465" fmla="*/ 6748900 w 12184003"/>
              <a:gd name="connsiteY1465" fmla="*/ 4595073 h 6857801"/>
              <a:gd name="connsiteX1466" fmla="*/ 6756963 w 12184003"/>
              <a:gd name="connsiteY1466" fmla="*/ 4614782 h 6857801"/>
              <a:gd name="connsiteX1467" fmla="*/ 6959122 w 12184003"/>
              <a:gd name="connsiteY1467" fmla="*/ 4614782 h 6857801"/>
              <a:gd name="connsiteX1468" fmla="*/ 7683524 w 12184003"/>
              <a:gd name="connsiteY1468" fmla="*/ 5339185 h 6857801"/>
              <a:gd name="connsiteX1469" fmla="*/ 7690518 w 12184003"/>
              <a:gd name="connsiteY1469" fmla="*/ 5336324 h 6857801"/>
              <a:gd name="connsiteX1470" fmla="*/ 7701466 w 12184003"/>
              <a:gd name="connsiteY1470" fmla="*/ 5340804 h 6857801"/>
              <a:gd name="connsiteX1471" fmla="*/ 7701466 w 12184003"/>
              <a:gd name="connsiteY1471" fmla="*/ 5278294 h 6857801"/>
              <a:gd name="connsiteX1472" fmla="*/ 7484515 w 12184003"/>
              <a:gd name="connsiteY1472" fmla="*/ 5061343 h 6857801"/>
              <a:gd name="connsiteX1473" fmla="*/ 7468252 w 12184003"/>
              <a:gd name="connsiteY1473" fmla="*/ 5068072 h 6857801"/>
              <a:gd name="connsiteX1474" fmla="*/ 7436500 w 12184003"/>
              <a:gd name="connsiteY1474" fmla="*/ 5054934 h 6857801"/>
              <a:gd name="connsiteX1475" fmla="*/ 7436500 w 12184003"/>
              <a:gd name="connsiteY1475" fmla="*/ 4991429 h 6857801"/>
              <a:gd name="connsiteX1476" fmla="*/ 7500004 w 12184003"/>
              <a:gd name="connsiteY1476" fmla="*/ 4991429 h 6857801"/>
              <a:gd name="connsiteX1477" fmla="*/ 7513144 w 12184003"/>
              <a:gd name="connsiteY1477" fmla="*/ 5023182 h 6857801"/>
              <a:gd name="connsiteX1478" fmla="*/ 7503850 w 12184003"/>
              <a:gd name="connsiteY1478" fmla="*/ 5045641 h 6857801"/>
              <a:gd name="connsiteX1479" fmla="*/ 7725554 w 12184003"/>
              <a:gd name="connsiteY1479" fmla="*/ 5267345 h 6857801"/>
              <a:gd name="connsiteX1480" fmla="*/ 7725554 w 12184003"/>
              <a:gd name="connsiteY1480" fmla="*/ 5619905 h 6857801"/>
              <a:gd name="connsiteX1481" fmla="*/ 8005849 w 12184003"/>
              <a:gd name="connsiteY1481" fmla="*/ 5900200 h 6857801"/>
              <a:gd name="connsiteX1482" fmla="*/ 8124099 w 12184003"/>
              <a:gd name="connsiteY1482" fmla="*/ 5900200 h 6857801"/>
              <a:gd name="connsiteX1483" fmla="*/ 7962053 w 12184003"/>
              <a:gd name="connsiteY1483" fmla="*/ 5738155 h 6857801"/>
              <a:gd name="connsiteX1484" fmla="*/ 7962053 w 12184003"/>
              <a:gd name="connsiteY1484" fmla="*/ 5372456 h 6857801"/>
              <a:gd name="connsiteX1485" fmla="*/ 7802904 w 12184003"/>
              <a:gd name="connsiteY1485" fmla="*/ 5213306 h 6857801"/>
              <a:gd name="connsiteX1486" fmla="*/ 7791248 w 12184003"/>
              <a:gd name="connsiteY1486" fmla="*/ 5218075 h 6857801"/>
              <a:gd name="connsiteX1487" fmla="*/ 7767161 w 12184003"/>
              <a:gd name="connsiteY1487" fmla="*/ 5208220 h 6857801"/>
              <a:gd name="connsiteX1488" fmla="*/ 7767161 w 12184003"/>
              <a:gd name="connsiteY1488" fmla="*/ 5160045 h 6857801"/>
              <a:gd name="connsiteX1489" fmla="*/ 7815336 w 12184003"/>
              <a:gd name="connsiteY1489" fmla="*/ 5160045 h 6857801"/>
              <a:gd name="connsiteX1490" fmla="*/ 7825190 w 12184003"/>
              <a:gd name="connsiteY1490" fmla="*/ 5184133 h 6857801"/>
              <a:gd name="connsiteX1491" fmla="*/ 7817789 w 12184003"/>
              <a:gd name="connsiteY1491" fmla="*/ 5202223 h 6857801"/>
              <a:gd name="connsiteX1492" fmla="*/ 7979571 w 12184003"/>
              <a:gd name="connsiteY1492" fmla="*/ 5365887 h 6857801"/>
              <a:gd name="connsiteX1493" fmla="*/ 7979571 w 12184003"/>
              <a:gd name="connsiteY1493" fmla="*/ 5731585 h 6857801"/>
              <a:gd name="connsiteX1494" fmla="*/ 8148186 w 12184003"/>
              <a:gd name="connsiteY1494" fmla="*/ 5900200 h 6857801"/>
              <a:gd name="connsiteX1495" fmla="*/ 8433161 w 12184003"/>
              <a:gd name="connsiteY1495" fmla="*/ 5900200 h 6857801"/>
              <a:gd name="connsiteX1496" fmla="*/ 8439432 w 12184003"/>
              <a:gd name="connsiteY1496" fmla="*/ 5884872 h 6857801"/>
              <a:gd name="connsiteX1497" fmla="*/ 8487607 w 12184003"/>
              <a:gd name="connsiteY1497" fmla="*/ 5884872 h 6857801"/>
              <a:gd name="connsiteX1498" fmla="*/ 8497462 w 12184003"/>
              <a:gd name="connsiteY1498" fmla="*/ 5908960 h 6857801"/>
              <a:gd name="connsiteX1499" fmla="*/ 8491422 w 12184003"/>
              <a:gd name="connsiteY1499" fmla="*/ 5923723 h 6857801"/>
              <a:gd name="connsiteX1500" fmla="*/ 8927760 w 12184003"/>
              <a:gd name="connsiteY1500" fmla="*/ 6360062 h 6857801"/>
              <a:gd name="connsiteX1501" fmla="*/ 8927760 w 12184003"/>
              <a:gd name="connsiteY1501" fmla="*/ 6331594 h 6857801"/>
              <a:gd name="connsiteX1502" fmla="*/ 8640893 w 12184003"/>
              <a:gd name="connsiteY1502" fmla="*/ 6044727 h 6857801"/>
              <a:gd name="connsiteX1503" fmla="*/ 8640893 w 12184003"/>
              <a:gd name="connsiteY1503" fmla="*/ 5860784 h 6857801"/>
              <a:gd name="connsiteX1504" fmla="*/ 8329942 w 12184003"/>
              <a:gd name="connsiteY1504" fmla="*/ 5549831 h 6857801"/>
              <a:gd name="connsiteX1505" fmla="*/ 8329942 w 12184003"/>
              <a:gd name="connsiteY1505" fmla="*/ 5323484 h 6857801"/>
              <a:gd name="connsiteX1506" fmla="*/ 8321182 w 12184003"/>
              <a:gd name="connsiteY1506" fmla="*/ 5319901 h 6857801"/>
              <a:gd name="connsiteX1507" fmla="*/ 8311327 w 12184003"/>
              <a:gd name="connsiteY1507" fmla="*/ 5295814 h 6857801"/>
              <a:gd name="connsiteX1508" fmla="*/ 8318003 w 12184003"/>
              <a:gd name="connsiteY1508" fmla="*/ 5279495 h 6857801"/>
              <a:gd name="connsiteX1509" fmla="*/ 8247103 w 12184003"/>
              <a:gd name="connsiteY1509" fmla="*/ 5208595 h 6857801"/>
              <a:gd name="connsiteX1510" fmla="*/ 8221546 w 12184003"/>
              <a:gd name="connsiteY1510" fmla="*/ 5219169 h 6857801"/>
              <a:gd name="connsiteX1511" fmla="*/ 8189793 w 12184003"/>
              <a:gd name="connsiteY1511" fmla="*/ 5206030 h 6857801"/>
              <a:gd name="connsiteX1512" fmla="*/ 8176654 w 12184003"/>
              <a:gd name="connsiteY1512" fmla="*/ 5174279 h 6857801"/>
              <a:gd name="connsiteX1513" fmla="*/ 8184666 w 12184003"/>
              <a:gd name="connsiteY1513" fmla="*/ 5154917 h 6857801"/>
              <a:gd name="connsiteX1514" fmla="*/ 7828475 w 12184003"/>
              <a:gd name="connsiteY1514" fmla="*/ 4798726 h 6857801"/>
              <a:gd name="connsiteX1515" fmla="*/ 7482485 w 12184003"/>
              <a:gd name="connsiteY1515" fmla="*/ 4798726 h 6857801"/>
              <a:gd name="connsiteX1516" fmla="*/ 7244638 w 12184003"/>
              <a:gd name="connsiteY1516" fmla="*/ 4558896 h 6857801"/>
              <a:gd name="connsiteX1517" fmla="*/ 7228468 w 12184003"/>
              <a:gd name="connsiteY1517" fmla="*/ 4565511 h 6857801"/>
              <a:gd name="connsiteX1518" fmla="*/ 7204381 w 12184003"/>
              <a:gd name="connsiteY1518" fmla="*/ 4555657 h 6857801"/>
              <a:gd name="connsiteX1519" fmla="*/ 7204381 w 12184003"/>
              <a:gd name="connsiteY1519" fmla="*/ 4507481 h 6857801"/>
              <a:gd name="connsiteX1520" fmla="*/ 7220440 w 12184003"/>
              <a:gd name="connsiteY1520" fmla="*/ 4500911 h 6857801"/>
              <a:gd name="connsiteX1521" fmla="*/ 7053283 w 12184003"/>
              <a:gd name="connsiteY1521" fmla="*/ 4500911 h 6857801"/>
              <a:gd name="connsiteX1522" fmla="*/ 6729938 w 12184003"/>
              <a:gd name="connsiteY1522" fmla="*/ 4177567 h 6857801"/>
              <a:gd name="connsiteX1523" fmla="*/ 6710578 w 12184003"/>
              <a:gd name="connsiteY1523" fmla="*/ 4185579 h 6857801"/>
              <a:gd name="connsiteX1524" fmla="*/ 6678826 w 12184003"/>
              <a:gd name="connsiteY1524" fmla="*/ 4172440 h 6857801"/>
              <a:gd name="connsiteX1525" fmla="*/ 6678826 w 12184003"/>
              <a:gd name="connsiteY1525" fmla="*/ 4108936 h 6857801"/>
              <a:gd name="connsiteX1526" fmla="*/ 6710852 w 12184003"/>
              <a:gd name="connsiteY1526" fmla="*/ 4095797 h 6857801"/>
              <a:gd name="connsiteX1527" fmla="*/ 6744520 w 12184003"/>
              <a:gd name="connsiteY1527" fmla="*/ 4108936 h 6857801"/>
              <a:gd name="connsiteX1528" fmla="*/ 6757660 w 12184003"/>
              <a:gd name="connsiteY1528" fmla="*/ 4140687 h 6857801"/>
              <a:gd name="connsiteX1529" fmla="*/ 6748366 w 12184003"/>
              <a:gd name="connsiteY1529" fmla="*/ 4163146 h 6857801"/>
              <a:gd name="connsiteX1530" fmla="*/ 7062042 w 12184003"/>
              <a:gd name="connsiteY1530" fmla="*/ 4476823 h 6857801"/>
              <a:gd name="connsiteX1531" fmla="*/ 7444178 w 12184003"/>
              <a:gd name="connsiteY1531" fmla="*/ 4476823 h 6857801"/>
              <a:gd name="connsiteX1532" fmla="*/ 7384932 w 12184003"/>
              <a:gd name="connsiteY1532" fmla="*/ 4416818 h 6857801"/>
              <a:gd name="connsiteX1533" fmla="*/ 7366151 w 12184003"/>
              <a:gd name="connsiteY1533" fmla="*/ 4424267 h 6857801"/>
              <a:gd name="connsiteX1534" fmla="*/ 7331388 w 12184003"/>
              <a:gd name="connsiteY1534" fmla="*/ 4411128 h 6857801"/>
              <a:gd name="connsiteX1535" fmla="*/ 7331388 w 12184003"/>
              <a:gd name="connsiteY1535" fmla="*/ 4343245 h 6857801"/>
              <a:gd name="connsiteX1536" fmla="*/ 7399272 w 12184003"/>
              <a:gd name="connsiteY1536" fmla="*/ 4343245 h 6857801"/>
              <a:gd name="connsiteX1537" fmla="*/ 7414054 w 12184003"/>
              <a:gd name="connsiteY1537" fmla="*/ 4376365 h 6857801"/>
              <a:gd name="connsiteX1538" fmla="*/ 7407765 w 12184003"/>
              <a:gd name="connsiteY1538" fmla="*/ 4391154 h 6857801"/>
              <a:gd name="connsiteX1539" fmla="*/ 7493434 w 12184003"/>
              <a:gd name="connsiteY1539" fmla="*/ 4476823 h 6857801"/>
              <a:gd name="connsiteX1540" fmla="*/ 7541609 w 12184003"/>
              <a:gd name="connsiteY1540" fmla="*/ 4476823 h 6857801"/>
              <a:gd name="connsiteX1541" fmla="*/ 7594166 w 12184003"/>
              <a:gd name="connsiteY1541" fmla="*/ 4529380 h 6857801"/>
              <a:gd name="connsiteX1542" fmla="*/ 7786869 w 12184003"/>
              <a:gd name="connsiteY1542" fmla="*/ 4529380 h 6857801"/>
              <a:gd name="connsiteX1543" fmla="*/ 8329942 w 12184003"/>
              <a:gd name="connsiteY1543" fmla="*/ 5072453 h 6857801"/>
              <a:gd name="connsiteX1544" fmla="*/ 8329942 w 12184003"/>
              <a:gd name="connsiteY1544" fmla="*/ 5068072 h 6857801"/>
              <a:gd name="connsiteX1545" fmla="*/ 7445259 w 12184003"/>
              <a:gd name="connsiteY1545" fmla="*/ 4183389 h 6857801"/>
              <a:gd name="connsiteX1546" fmla="*/ 7118977 w 12184003"/>
              <a:gd name="connsiteY1546" fmla="*/ 4183389 h 6857801"/>
              <a:gd name="connsiteX1547" fmla="*/ 6924947 w 12184003"/>
              <a:gd name="connsiteY1547" fmla="*/ 3989358 h 6857801"/>
              <a:gd name="connsiteX1548" fmla="*/ 6917651 w 12184003"/>
              <a:gd name="connsiteY1548" fmla="*/ 3994210 h 6857801"/>
              <a:gd name="connsiteX1549" fmla="*/ 6847441 w 12184003"/>
              <a:gd name="connsiteY1549" fmla="*/ 3979737 h 6857801"/>
              <a:gd name="connsiteX1550" fmla="*/ 6832659 w 12184003"/>
              <a:gd name="connsiteY1550" fmla="*/ 3958933 h 6857801"/>
              <a:gd name="connsiteX1551" fmla="*/ 6829749 w 12184003"/>
              <a:gd name="connsiteY1551" fmla="*/ 3944700 h 6857801"/>
              <a:gd name="connsiteX1552" fmla="*/ 4340859 w 12184003"/>
              <a:gd name="connsiteY1552" fmla="*/ 3944700 h 6857801"/>
              <a:gd name="connsiteX1553" fmla="*/ 4366411 w 12184003"/>
              <a:gd name="connsiteY1553" fmla="*/ 3955649 h 6857801"/>
              <a:gd name="connsiteX1554" fmla="*/ 4366411 w 12184003"/>
              <a:gd name="connsiteY1554" fmla="*/ 4047621 h 6857801"/>
              <a:gd name="connsiteX1555" fmla="*/ 4320421 w 12184003"/>
              <a:gd name="connsiteY1555" fmla="*/ 4067329 h 6857801"/>
              <a:gd name="connsiteX1556" fmla="*/ 4298963 w 12184003"/>
              <a:gd name="connsiteY1556" fmla="*/ 4058132 h 6857801"/>
              <a:gd name="connsiteX1557" fmla="*/ 4208789 w 12184003"/>
              <a:gd name="connsiteY1557" fmla="*/ 4148352 h 6857801"/>
              <a:gd name="connsiteX1558" fmla="*/ 4481601 w 12184003"/>
              <a:gd name="connsiteY1558" fmla="*/ 4148352 h 6857801"/>
              <a:gd name="connsiteX1559" fmla="*/ 4491239 w 12184003"/>
              <a:gd name="connsiteY1559" fmla="*/ 4124264 h 6857801"/>
              <a:gd name="connsiteX1560" fmla="*/ 4524078 w 12184003"/>
              <a:gd name="connsiteY1560" fmla="*/ 4111125 h 6857801"/>
              <a:gd name="connsiteX1561" fmla="*/ 4570064 w 12184003"/>
              <a:gd name="connsiteY1561" fmla="*/ 4157111 h 6857801"/>
              <a:gd name="connsiteX1562" fmla="*/ 4524078 w 12184003"/>
              <a:gd name="connsiteY1562" fmla="*/ 4203097 h 6857801"/>
              <a:gd name="connsiteX1563" fmla="*/ 4491239 w 12184003"/>
              <a:gd name="connsiteY1563" fmla="*/ 4189137 h 6857801"/>
              <a:gd name="connsiteX1564" fmla="*/ 4484390 w 12184003"/>
              <a:gd name="connsiteY1564" fmla="*/ 4172440 h 6857801"/>
              <a:gd name="connsiteX1565" fmla="*/ 4184702 w 12184003"/>
              <a:gd name="connsiteY1565" fmla="*/ 4172440 h 6857801"/>
              <a:gd name="connsiteX1566" fmla="*/ 3825563 w 12184003"/>
              <a:gd name="connsiteY1566" fmla="*/ 4531573 h 6857801"/>
              <a:gd name="connsiteX1567" fmla="*/ 3825563 w 12184003"/>
              <a:gd name="connsiteY1567" fmla="*/ 4557846 h 6857801"/>
              <a:gd name="connsiteX1568" fmla="*/ 3777394 w 12184003"/>
              <a:gd name="connsiteY1568" fmla="*/ 4606018 h 6857801"/>
              <a:gd name="connsiteX1569" fmla="*/ 3777394 w 12184003"/>
              <a:gd name="connsiteY1569" fmla="*/ 4710453 h 6857801"/>
              <a:gd name="connsiteX1570" fmla="*/ 4040059 w 12184003"/>
              <a:gd name="connsiteY1570" fmla="*/ 4446434 h 6857801"/>
              <a:gd name="connsiteX1571" fmla="*/ 4033596 w 12184003"/>
              <a:gd name="connsiteY1571" fmla="*/ 4429743 h 6857801"/>
              <a:gd name="connsiteX1572" fmla="*/ 4046736 w 12184003"/>
              <a:gd name="connsiteY1572" fmla="*/ 4395801 h 6857801"/>
              <a:gd name="connsiteX1573" fmla="*/ 4114621 w 12184003"/>
              <a:gd name="connsiteY1573" fmla="*/ 4395801 h 6857801"/>
              <a:gd name="connsiteX1574" fmla="*/ 4114621 w 12184003"/>
              <a:gd name="connsiteY1574" fmla="*/ 4463684 h 6857801"/>
              <a:gd name="connsiteX1575" fmla="*/ 4080683 w 12184003"/>
              <a:gd name="connsiteY1575" fmla="*/ 4478466 h 6857801"/>
              <a:gd name="connsiteX1576" fmla="*/ 4063519 w 12184003"/>
              <a:gd name="connsiteY1576" fmla="*/ 4470993 h 6857801"/>
              <a:gd name="connsiteX1577" fmla="*/ 3777394 w 12184003"/>
              <a:gd name="connsiteY1577" fmla="*/ 4757116 h 6857801"/>
              <a:gd name="connsiteX1578" fmla="*/ 3777394 w 12184003"/>
              <a:gd name="connsiteY1578" fmla="*/ 5002379 h 6857801"/>
              <a:gd name="connsiteX1579" fmla="*/ 4640135 w 12184003"/>
              <a:gd name="connsiteY1579" fmla="*/ 4139592 h 6857801"/>
              <a:gd name="connsiteX1580" fmla="*/ 4968621 w 12184003"/>
              <a:gd name="connsiteY1580" fmla="*/ 4137403 h 6857801"/>
              <a:gd name="connsiteX1581" fmla="*/ 5079654 w 12184003"/>
              <a:gd name="connsiteY1581" fmla="*/ 4027469 h 6857801"/>
              <a:gd name="connsiteX1582" fmla="*/ 5073700 w 12184003"/>
              <a:gd name="connsiteY1582" fmla="*/ 4012584 h 6857801"/>
              <a:gd name="connsiteX1583" fmla="*/ 5119685 w 12184003"/>
              <a:gd name="connsiteY1583" fmla="*/ 3966598 h 6857801"/>
              <a:gd name="connsiteX1584" fmla="*/ 5134963 w 12184003"/>
              <a:gd name="connsiteY1584" fmla="*/ 3972709 h 6857801"/>
              <a:gd name="connsiteX1585" fmla="*/ 5150722 w 12184003"/>
              <a:gd name="connsiteY1585" fmla="*/ 3957106 h 6857801"/>
              <a:gd name="connsiteX1586" fmla="*/ 5148508 w 12184003"/>
              <a:gd name="connsiteY1586" fmla="*/ 3944700 h 6857801"/>
              <a:gd name="connsiteX1587" fmla="*/ 5038689 w 12184003"/>
              <a:gd name="connsiteY1587" fmla="*/ 3944700 h 6857801"/>
              <a:gd name="connsiteX1588" fmla="*/ 4191270 w 12184003"/>
              <a:gd name="connsiteY1588" fmla="*/ 3944700 h 6857801"/>
              <a:gd name="connsiteX1589" fmla="*/ 4145280 w 12184003"/>
              <a:gd name="connsiteY1589" fmla="*/ 3990685 h 6857801"/>
              <a:gd name="connsiteX1590" fmla="*/ 4127007 w 12184003"/>
              <a:gd name="connsiteY1590" fmla="*/ 3986887 h 6857801"/>
              <a:gd name="connsiteX1591" fmla="*/ 4119367 w 12184003"/>
              <a:gd name="connsiteY1591" fmla="*/ 3981561 h 6857801"/>
              <a:gd name="connsiteX1592" fmla="*/ 3974470 w 12184003"/>
              <a:gd name="connsiteY1592" fmla="*/ 4126454 h 6857801"/>
              <a:gd name="connsiteX1593" fmla="*/ 3974470 w 12184003"/>
              <a:gd name="connsiteY1593" fmla="*/ 4148352 h 6857801"/>
              <a:gd name="connsiteX1594" fmla="*/ 4033596 w 12184003"/>
              <a:gd name="connsiteY1594" fmla="*/ 4148352 h 6857801"/>
              <a:gd name="connsiteX1595" fmla="*/ 4153051 w 12184003"/>
              <a:gd name="connsiteY1595" fmla="*/ 4028901 h 6857801"/>
              <a:gd name="connsiteX1596" fmla="*/ 4146375 w 12184003"/>
              <a:gd name="connsiteY1596" fmla="*/ 4012584 h 6857801"/>
              <a:gd name="connsiteX1597" fmla="*/ 4156229 w 12184003"/>
              <a:gd name="connsiteY1597" fmla="*/ 3988496 h 6857801"/>
              <a:gd name="connsiteX1598" fmla="*/ 4204412 w 12184003"/>
              <a:gd name="connsiteY1598" fmla="*/ 3988496 h 6857801"/>
              <a:gd name="connsiteX1599" fmla="*/ 4204412 w 12184003"/>
              <a:gd name="connsiteY1599" fmla="*/ 4036672 h 6857801"/>
              <a:gd name="connsiteX1600" fmla="*/ 4180322 w 12184003"/>
              <a:gd name="connsiteY1600" fmla="*/ 4046526 h 6857801"/>
              <a:gd name="connsiteX1601" fmla="*/ 4164116 w 12184003"/>
              <a:gd name="connsiteY1601" fmla="*/ 4039897 h 6857801"/>
              <a:gd name="connsiteX1602" fmla="*/ 4056306 w 12184003"/>
              <a:gd name="connsiteY1602" fmla="*/ 4148352 h 6857801"/>
              <a:gd name="connsiteX1603" fmla="*/ 4143088 w 12184003"/>
              <a:gd name="connsiteY1603" fmla="*/ 4148352 h 6857801"/>
              <a:gd name="connsiteX1604" fmla="*/ 4262507 w 12184003"/>
              <a:gd name="connsiteY1604" fmla="*/ 4028891 h 6857801"/>
              <a:gd name="connsiteX1605" fmla="*/ 4260574 w 12184003"/>
              <a:gd name="connsiteY1605" fmla="*/ 4025860 h 6857801"/>
              <a:gd name="connsiteX1606" fmla="*/ 4274436 w 12184003"/>
              <a:gd name="connsiteY1606" fmla="*/ 3955649 h 6857801"/>
              <a:gd name="connsiteX1607" fmla="*/ 4299982 w 12184003"/>
              <a:gd name="connsiteY1607" fmla="*/ 3944700 h 6857801"/>
              <a:gd name="connsiteX1608" fmla="*/ 8573544 w 12184003"/>
              <a:gd name="connsiteY1608" fmla="*/ 3927181 h 6857801"/>
              <a:gd name="connsiteX1609" fmla="*/ 8658412 w 12184003"/>
              <a:gd name="connsiteY1609" fmla="*/ 4012583 h 6857801"/>
              <a:gd name="connsiteX1610" fmla="*/ 8896380 w 12184003"/>
              <a:gd name="connsiteY1610" fmla="*/ 4012583 h 6857801"/>
              <a:gd name="connsiteX1611" fmla="*/ 8810415 w 12184003"/>
              <a:gd name="connsiteY1611" fmla="*/ 3927181 h 6857801"/>
              <a:gd name="connsiteX1612" fmla="*/ 8540686 w 12184003"/>
              <a:gd name="connsiteY1612" fmla="*/ 3927181 h 6857801"/>
              <a:gd name="connsiteX1613" fmla="*/ 8762488 w 12184003"/>
              <a:gd name="connsiteY1613" fmla="*/ 4148352 h 6857801"/>
              <a:gd name="connsiteX1614" fmla="*/ 8846735 w 12184003"/>
              <a:gd name="connsiteY1614" fmla="*/ 4148352 h 6857801"/>
              <a:gd name="connsiteX1615" fmla="*/ 8939583 w 12184003"/>
              <a:gd name="connsiteY1615" fmla="*/ 4055504 h 6857801"/>
              <a:gd name="connsiteX1616" fmla="*/ 8918422 w 12184003"/>
              <a:gd name="connsiteY1616" fmla="*/ 4034482 h 6857801"/>
              <a:gd name="connsiteX1617" fmla="*/ 8649653 w 12184003"/>
              <a:gd name="connsiteY1617" fmla="*/ 4034482 h 6857801"/>
              <a:gd name="connsiteX1618" fmla="*/ 8542352 w 12184003"/>
              <a:gd name="connsiteY1618" fmla="*/ 3927181 h 6857801"/>
              <a:gd name="connsiteX1619" fmla="*/ 8154757 w 12184003"/>
              <a:gd name="connsiteY1619" fmla="*/ 3927181 h 6857801"/>
              <a:gd name="connsiteX1620" fmla="*/ 8154757 w 12184003"/>
              <a:gd name="connsiteY1620" fmla="*/ 4038861 h 6857801"/>
              <a:gd name="connsiteX1621" fmla="*/ 8264248 w 12184003"/>
              <a:gd name="connsiteY1621" fmla="*/ 4148352 h 6857801"/>
              <a:gd name="connsiteX1622" fmla="*/ 8310460 w 12184003"/>
              <a:gd name="connsiteY1622" fmla="*/ 4148352 h 6857801"/>
              <a:gd name="connsiteX1623" fmla="*/ 8303664 w 12184003"/>
              <a:gd name="connsiteY1623" fmla="*/ 4131927 h 6857801"/>
              <a:gd name="connsiteX1624" fmla="*/ 8316803 w 12184003"/>
              <a:gd name="connsiteY1624" fmla="*/ 4100176 h 6857801"/>
              <a:gd name="connsiteX1625" fmla="*/ 8380307 w 12184003"/>
              <a:gd name="connsiteY1625" fmla="*/ 4100176 h 6857801"/>
              <a:gd name="connsiteX1626" fmla="*/ 8393446 w 12184003"/>
              <a:gd name="connsiteY1626" fmla="*/ 4132201 h 6857801"/>
              <a:gd name="connsiteX1627" fmla="*/ 8390141 w 12184003"/>
              <a:gd name="connsiteY1627" fmla="*/ 4140668 h 6857801"/>
              <a:gd name="connsiteX1628" fmla="*/ 8397826 w 12184003"/>
              <a:gd name="connsiteY1628" fmla="*/ 4148352 h 6857801"/>
              <a:gd name="connsiteX1629" fmla="*/ 8738329 w 12184003"/>
              <a:gd name="connsiteY1629" fmla="*/ 4148352 h 6857801"/>
              <a:gd name="connsiteX1630" fmla="*/ 8517786 w 12184003"/>
              <a:gd name="connsiteY1630" fmla="*/ 3927181 h 6857801"/>
              <a:gd name="connsiteX1631" fmla="*/ 8108619 w 12184003"/>
              <a:gd name="connsiteY1631" fmla="*/ 3927181 h 6857801"/>
              <a:gd name="connsiteX1632" fmla="*/ 8103296 w 12184003"/>
              <a:gd name="connsiteY1632" fmla="*/ 3940047 h 6857801"/>
              <a:gd name="connsiteX1633" fmla="*/ 8083382 w 12184003"/>
              <a:gd name="connsiteY1633" fmla="*/ 3947870 h 6857801"/>
              <a:gd name="connsiteX1634" fmla="*/ 8077675 w 12184003"/>
              <a:gd name="connsiteY1634" fmla="*/ 3961780 h 6857801"/>
              <a:gd name="connsiteX1635" fmla="*/ 8130668 w 12184003"/>
              <a:gd name="connsiteY1635" fmla="*/ 4014772 h 6857801"/>
              <a:gd name="connsiteX1636" fmla="*/ 8130668 w 12184003"/>
              <a:gd name="connsiteY1636" fmla="*/ 3935940 h 6857801"/>
              <a:gd name="connsiteX1637" fmla="*/ 8121948 w 12184003"/>
              <a:gd name="connsiteY1637" fmla="*/ 3927181 h 6857801"/>
              <a:gd name="connsiteX1638" fmla="*/ 3983232 w 12184003"/>
              <a:gd name="connsiteY1638" fmla="*/ 3927181 h 6857801"/>
              <a:gd name="connsiteX1639" fmla="*/ 3974470 w 12184003"/>
              <a:gd name="connsiteY1639" fmla="*/ 3935940 h 6857801"/>
              <a:gd name="connsiteX1640" fmla="*/ 3974470 w 12184003"/>
              <a:gd name="connsiteY1640" fmla="*/ 4093614 h 6857801"/>
              <a:gd name="connsiteX1641" fmla="*/ 4106301 w 12184003"/>
              <a:gd name="connsiteY1641" fmla="*/ 3961780 h 6857801"/>
              <a:gd name="connsiteX1642" fmla="*/ 4100174 w 12184003"/>
              <a:gd name="connsiteY1642" fmla="*/ 3946844 h 6857801"/>
              <a:gd name="connsiteX1643" fmla="*/ 4082871 w 12184003"/>
              <a:gd name="connsiteY1643" fmla="*/ 3940047 h 6857801"/>
              <a:gd name="connsiteX1644" fmla="*/ 4077545 w 12184003"/>
              <a:gd name="connsiteY1644" fmla="*/ 3927181 h 6857801"/>
              <a:gd name="connsiteX1645" fmla="*/ 3666208 w 12184003"/>
              <a:gd name="connsiteY1645" fmla="*/ 3927181 h 6857801"/>
              <a:gd name="connsiteX1646" fmla="*/ 3445676 w 12184003"/>
              <a:gd name="connsiteY1646" fmla="*/ 4148352 h 6857801"/>
              <a:gd name="connsiteX1647" fmla="*/ 3709507 w 12184003"/>
              <a:gd name="connsiteY1647" fmla="*/ 4148352 h 6857801"/>
              <a:gd name="connsiteX1648" fmla="*/ 3715616 w 12184003"/>
              <a:gd name="connsiteY1648" fmla="*/ 4142244 h 6857801"/>
              <a:gd name="connsiteX1649" fmla="*/ 3711696 w 12184003"/>
              <a:gd name="connsiteY1649" fmla="*/ 4132201 h 6857801"/>
              <a:gd name="connsiteX1650" fmla="*/ 3724837 w 12184003"/>
              <a:gd name="connsiteY1650" fmla="*/ 4100176 h 6857801"/>
              <a:gd name="connsiteX1651" fmla="*/ 3788346 w 12184003"/>
              <a:gd name="connsiteY1651" fmla="*/ 4100176 h 6857801"/>
              <a:gd name="connsiteX1652" fmla="*/ 3801482 w 12184003"/>
              <a:gd name="connsiteY1652" fmla="*/ 4131927 h 6857801"/>
              <a:gd name="connsiteX1653" fmla="*/ 3794686 w 12184003"/>
              <a:gd name="connsiteY1653" fmla="*/ 4148352 h 6857801"/>
              <a:gd name="connsiteX1654" fmla="*/ 3919741 w 12184003"/>
              <a:gd name="connsiteY1654" fmla="*/ 4148352 h 6857801"/>
              <a:gd name="connsiteX1655" fmla="*/ 3952573 w 12184003"/>
              <a:gd name="connsiteY1655" fmla="*/ 4115514 h 6857801"/>
              <a:gd name="connsiteX1656" fmla="*/ 3952573 w 12184003"/>
              <a:gd name="connsiteY1656" fmla="*/ 3927181 h 6857801"/>
              <a:gd name="connsiteX1657" fmla="*/ 3641636 w 12184003"/>
              <a:gd name="connsiteY1657" fmla="*/ 3927181 h 6857801"/>
              <a:gd name="connsiteX1658" fmla="*/ 3534347 w 12184003"/>
              <a:gd name="connsiteY1658" fmla="*/ 4034482 h 6857801"/>
              <a:gd name="connsiteX1659" fmla="*/ 3223406 w 12184003"/>
              <a:gd name="connsiteY1659" fmla="*/ 4034482 h 6857801"/>
              <a:gd name="connsiteX1660" fmla="*/ 3337275 w 12184003"/>
              <a:gd name="connsiteY1660" fmla="*/ 4148352 h 6857801"/>
              <a:gd name="connsiteX1661" fmla="*/ 3421517 w 12184003"/>
              <a:gd name="connsiteY1661" fmla="*/ 4148352 h 6857801"/>
              <a:gd name="connsiteX1662" fmla="*/ 3643300 w 12184003"/>
              <a:gd name="connsiteY1662" fmla="*/ 3927181 h 6857801"/>
              <a:gd name="connsiteX1663" fmla="*/ 3295647 w 12184003"/>
              <a:gd name="connsiteY1663" fmla="*/ 3927181 h 6857801"/>
              <a:gd name="connsiteX1664" fmla="*/ 3210243 w 12184003"/>
              <a:gd name="connsiteY1664" fmla="*/ 4012583 h 6857801"/>
              <a:gd name="connsiteX1665" fmla="*/ 3525597 w 12184003"/>
              <a:gd name="connsiteY1665" fmla="*/ 4012583 h 6857801"/>
              <a:gd name="connsiteX1666" fmla="*/ 3610460 w 12184003"/>
              <a:gd name="connsiteY1666" fmla="*/ 3927181 h 6857801"/>
              <a:gd name="connsiteX1667" fmla="*/ 9064208 w 12184003"/>
              <a:gd name="connsiteY1667" fmla="*/ 3826449 h 6857801"/>
              <a:gd name="connsiteX1668" fmla="*/ 8962795 w 12184003"/>
              <a:gd name="connsiteY1668" fmla="*/ 3927181 h 6857801"/>
              <a:gd name="connsiteX1669" fmla="*/ 8842355 w 12184003"/>
              <a:gd name="connsiteY1669" fmla="*/ 3927181 h 6857801"/>
              <a:gd name="connsiteX1670" fmla="*/ 8927757 w 12184003"/>
              <a:gd name="connsiteY1670" fmla="*/ 4012583 h 6857801"/>
              <a:gd name="connsiteX1671" fmla="*/ 8982505 w 12184003"/>
              <a:gd name="connsiteY1671" fmla="*/ 4012583 h 6857801"/>
              <a:gd name="connsiteX1672" fmla="*/ 9168637 w 12184003"/>
              <a:gd name="connsiteY1672" fmla="*/ 3826449 h 6857801"/>
              <a:gd name="connsiteX1673" fmla="*/ 3142375 w 12184003"/>
              <a:gd name="connsiteY1673" fmla="*/ 3826449 h 6857801"/>
              <a:gd name="connsiteX1674" fmla="*/ 3227779 w 12184003"/>
              <a:gd name="connsiteY1674" fmla="*/ 3911852 h 6857801"/>
              <a:gd name="connsiteX1675" fmla="*/ 3278128 w 12184003"/>
              <a:gd name="connsiteY1675" fmla="*/ 3911852 h 6857801"/>
              <a:gd name="connsiteX1676" fmla="*/ 3363531 w 12184003"/>
              <a:gd name="connsiteY1676" fmla="*/ 3826449 h 6857801"/>
              <a:gd name="connsiteX1677" fmla="*/ 3015369 w 12184003"/>
              <a:gd name="connsiteY1677" fmla="*/ 3826449 h 6857801"/>
              <a:gd name="connsiteX1678" fmla="*/ 3189452 w 12184003"/>
              <a:gd name="connsiteY1678" fmla="*/ 4000530 h 6857801"/>
              <a:gd name="connsiteX1679" fmla="*/ 3262800 w 12184003"/>
              <a:gd name="connsiteY1679" fmla="*/ 3927181 h 6857801"/>
              <a:gd name="connsiteX1680" fmla="*/ 3221209 w 12184003"/>
              <a:gd name="connsiteY1680" fmla="*/ 3927181 h 6857801"/>
              <a:gd name="connsiteX1681" fmla="*/ 3119796 w 12184003"/>
              <a:gd name="connsiteY1681" fmla="*/ 3826449 h 6857801"/>
              <a:gd name="connsiteX1682" fmla="*/ 3796315 w 12184003"/>
              <a:gd name="connsiteY1682" fmla="*/ 3772509 h 6857801"/>
              <a:gd name="connsiteX1683" fmla="*/ 3656973 w 12184003"/>
              <a:gd name="connsiteY1683" fmla="*/ 3911852 h 6857801"/>
              <a:gd name="connsiteX1684" fmla="*/ 3658678 w 12184003"/>
              <a:gd name="connsiteY1684" fmla="*/ 3911852 h 6857801"/>
              <a:gd name="connsiteX1685" fmla="*/ 3796931 w 12184003"/>
              <a:gd name="connsiteY1685" fmla="*/ 3773992 h 6857801"/>
              <a:gd name="connsiteX1686" fmla="*/ 8387678 w 12184003"/>
              <a:gd name="connsiteY1686" fmla="*/ 3772506 h 6857801"/>
              <a:gd name="connsiteX1687" fmla="*/ 8387063 w 12184003"/>
              <a:gd name="connsiteY1687" fmla="*/ 3773992 h 6857801"/>
              <a:gd name="connsiteX1688" fmla="*/ 8525315 w 12184003"/>
              <a:gd name="connsiteY1688" fmla="*/ 3911852 h 6857801"/>
              <a:gd name="connsiteX1689" fmla="*/ 8527024 w 12184003"/>
              <a:gd name="connsiteY1689" fmla="*/ 3911852 h 6857801"/>
              <a:gd name="connsiteX1690" fmla="*/ 7986141 w 12184003"/>
              <a:gd name="connsiteY1690" fmla="*/ 3758565 h 6857801"/>
              <a:gd name="connsiteX1691" fmla="*/ 8139428 w 12184003"/>
              <a:gd name="connsiteY1691" fmla="*/ 3911852 h 6857801"/>
              <a:gd name="connsiteX1692" fmla="*/ 8502501 w 12184003"/>
              <a:gd name="connsiteY1692" fmla="*/ 3911852 h 6857801"/>
              <a:gd name="connsiteX1693" fmla="*/ 8376267 w 12184003"/>
              <a:gd name="connsiteY1693" fmla="*/ 3785257 h 6857801"/>
              <a:gd name="connsiteX1694" fmla="*/ 8360599 w 12184003"/>
              <a:gd name="connsiteY1694" fmla="*/ 3791412 h 6857801"/>
              <a:gd name="connsiteX1695" fmla="*/ 8325562 w 12184003"/>
              <a:gd name="connsiteY1695" fmla="*/ 3758566 h 6857801"/>
              <a:gd name="connsiteX1696" fmla="*/ 8325563 w 12184003"/>
              <a:gd name="connsiteY1696" fmla="*/ 3758565 h 6857801"/>
              <a:gd name="connsiteX1697" fmla="*/ 7313871 w 12184003"/>
              <a:gd name="connsiteY1697" fmla="*/ 3758565 h 6857801"/>
              <a:gd name="connsiteX1698" fmla="*/ 7172847 w 12184003"/>
              <a:gd name="connsiteY1698" fmla="*/ 3899589 h 6857801"/>
              <a:gd name="connsiteX1699" fmla="*/ 7178102 w 12184003"/>
              <a:gd name="connsiteY1699" fmla="*/ 3911852 h 6857801"/>
              <a:gd name="connsiteX1700" fmla="*/ 7174478 w 12184003"/>
              <a:gd name="connsiteY1700" fmla="*/ 3920611 h 6857801"/>
              <a:gd name="connsiteX1701" fmla="*/ 8002345 w 12184003"/>
              <a:gd name="connsiteY1701" fmla="*/ 3920611 h 6857801"/>
              <a:gd name="connsiteX1702" fmla="*/ 8005849 w 12184003"/>
              <a:gd name="connsiteY1702" fmla="*/ 3911852 h 6857801"/>
              <a:gd name="connsiteX1703" fmla="*/ 8038696 w 12184003"/>
              <a:gd name="connsiteY1703" fmla="*/ 3898713 h 6857801"/>
              <a:gd name="connsiteX1704" fmla="*/ 8052531 w 12184003"/>
              <a:gd name="connsiteY1704" fmla="*/ 3904390 h 6857801"/>
              <a:gd name="connsiteX1705" fmla="*/ 8057310 w 12184003"/>
              <a:gd name="connsiteY1705" fmla="*/ 3893239 h 6857801"/>
              <a:gd name="connsiteX1706" fmla="*/ 8078931 w 12184003"/>
              <a:gd name="connsiteY1706" fmla="*/ 3883973 h 6857801"/>
              <a:gd name="connsiteX1707" fmla="*/ 7954075 w 12184003"/>
              <a:gd name="connsiteY1707" fmla="*/ 3758565 h 6857801"/>
              <a:gd name="connsiteX1708" fmla="*/ 4151850 w 12184003"/>
              <a:gd name="connsiteY1708" fmla="*/ 3758565 h 6857801"/>
              <a:gd name="connsiteX1709" fmla="*/ 3998561 w 12184003"/>
              <a:gd name="connsiteY1709" fmla="*/ 3911852 h 6857801"/>
              <a:gd name="connsiteX1710" fmla="*/ 4074893 w 12184003"/>
              <a:gd name="connsiteY1710" fmla="*/ 3911852 h 6857801"/>
              <a:gd name="connsiteX1711" fmla="*/ 4082871 w 12184003"/>
              <a:gd name="connsiteY1711" fmla="*/ 3893239 h 6857801"/>
              <a:gd name="connsiteX1712" fmla="*/ 4105864 w 12184003"/>
              <a:gd name="connsiteY1712" fmla="*/ 3883385 h 6857801"/>
              <a:gd name="connsiteX1713" fmla="*/ 4128853 w 12184003"/>
              <a:gd name="connsiteY1713" fmla="*/ 3893239 h 6857801"/>
              <a:gd name="connsiteX1714" fmla="*/ 4133305 w 12184003"/>
              <a:gd name="connsiteY1714" fmla="*/ 3903625 h 6857801"/>
              <a:gd name="connsiteX1715" fmla="*/ 4145280 w 12184003"/>
              <a:gd name="connsiteY1715" fmla="*/ 3898713 h 6857801"/>
              <a:gd name="connsiteX1716" fmla="*/ 4178130 w 12184003"/>
              <a:gd name="connsiteY1716" fmla="*/ 3911852 h 6857801"/>
              <a:gd name="connsiteX1717" fmla="*/ 4181634 w 12184003"/>
              <a:gd name="connsiteY1717" fmla="*/ 3920611 h 6857801"/>
              <a:gd name="connsiteX1718" fmla="*/ 5009464 w 12184003"/>
              <a:gd name="connsiteY1718" fmla="*/ 3920611 h 6857801"/>
              <a:gd name="connsiteX1719" fmla="*/ 5005840 w 12184003"/>
              <a:gd name="connsiteY1719" fmla="*/ 3911852 h 6857801"/>
              <a:gd name="connsiteX1720" fmla="*/ 5011098 w 12184003"/>
              <a:gd name="connsiteY1720" fmla="*/ 3899589 h 6857801"/>
              <a:gd name="connsiteX1721" fmla="*/ 4870054 w 12184003"/>
              <a:gd name="connsiteY1721" fmla="*/ 3758565 h 6857801"/>
              <a:gd name="connsiteX1722" fmla="*/ 3858427 w 12184003"/>
              <a:gd name="connsiteY1722" fmla="*/ 3758565 h 6857801"/>
              <a:gd name="connsiteX1723" fmla="*/ 3858427 w 12184003"/>
              <a:gd name="connsiteY1723" fmla="*/ 3758566 h 6857801"/>
              <a:gd name="connsiteX1724" fmla="*/ 3823396 w 12184003"/>
              <a:gd name="connsiteY1724" fmla="*/ 3791412 h 6857801"/>
              <a:gd name="connsiteX1725" fmla="*/ 3807727 w 12184003"/>
              <a:gd name="connsiteY1725" fmla="*/ 3785258 h 6857801"/>
              <a:gd name="connsiteX1726" fmla="*/ 3681490 w 12184003"/>
              <a:gd name="connsiteY1726" fmla="*/ 3911852 h 6857801"/>
              <a:gd name="connsiteX1727" fmla="*/ 3967836 w 12184003"/>
              <a:gd name="connsiteY1727" fmla="*/ 3911852 h 6857801"/>
              <a:gd name="connsiteX1728" fmla="*/ 4120457 w 12184003"/>
              <a:gd name="connsiteY1728" fmla="*/ 3758565 h 6857801"/>
              <a:gd name="connsiteX1729" fmla="*/ 10224125 w 12184003"/>
              <a:gd name="connsiteY1729" fmla="*/ 3732288 h 6857801"/>
              <a:gd name="connsiteX1730" fmla="*/ 10254782 w 12184003"/>
              <a:gd name="connsiteY1730" fmla="*/ 3762945 h 6857801"/>
              <a:gd name="connsiteX1731" fmla="*/ 10364273 w 12184003"/>
              <a:gd name="connsiteY1731" fmla="*/ 3762945 h 6857801"/>
              <a:gd name="connsiteX1732" fmla="*/ 10374127 w 12184003"/>
              <a:gd name="connsiteY1732" fmla="*/ 3739952 h 6857801"/>
              <a:gd name="connsiteX1733" fmla="*/ 10392011 w 12184003"/>
              <a:gd name="connsiteY1733" fmla="*/ 3732288 h 6857801"/>
              <a:gd name="connsiteX1734" fmla="*/ 10103908 w 12184003"/>
              <a:gd name="connsiteY1734" fmla="*/ 3732288 h 6857801"/>
              <a:gd name="connsiteX1735" fmla="*/ 10134343 w 12184003"/>
              <a:gd name="connsiteY1735" fmla="*/ 3762945 h 6857801"/>
              <a:gd name="connsiteX1736" fmla="*/ 10223053 w 12184003"/>
              <a:gd name="connsiteY1736" fmla="*/ 3762945 h 6857801"/>
              <a:gd name="connsiteX1737" fmla="*/ 10192562 w 12184003"/>
              <a:gd name="connsiteY1737" fmla="*/ 3732288 h 6857801"/>
              <a:gd name="connsiteX1738" fmla="*/ 1992722 w 12184003"/>
              <a:gd name="connsiteY1738" fmla="*/ 3732288 h 6857801"/>
              <a:gd name="connsiteX1739" fmla="*/ 1962062 w 12184003"/>
              <a:gd name="connsiteY1739" fmla="*/ 3762945 h 6857801"/>
              <a:gd name="connsiteX1740" fmla="*/ 2049649 w 12184003"/>
              <a:gd name="connsiteY1740" fmla="*/ 3762945 h 6857801"/>
              <a:gd name="connsiteX1741" fmla="*/ 2080085 w 12184003"/>
              <a:gd name="connsiteY1741" fmla="*/ 3732288 h 6857801"/>
              <a:gd name="connsiteX1742" fmla="*/ 1791979 w 12184003"/>
              <a:gd name="connsiteY1742" fmla="*/ 3732288 h 6857801"/>
              <a:gd name="connsiteX1743" fmla="*/ 1809862 w 12184003"/>
              <a:gd name="connsiteY1743" fmla="*/ 3739952 h 6857801"/>
              <a:gd name="connsiteX1744" fmla="*/ 1819715 w 12184003"/>
              <a:gd name="connsiteY1744" fmla="*/ 3762945 h 6857801"/>
              <a:gd name="connsiteX1745" fmla="*/ 1929214 w 12184003"/>
              <a:gd name="connsiteY1745" fmla="*/ 3762945 h 6857801"/>
              <a:gd name="connsiteX1746" fmla="*/ 1959871 w 12184003"/>
              <a:gd name="connsiteY1746" fmla="*/ 3732288 h 6857801"/>
              <a:gd name="connsiteX1747" fmla="*/ 7995339 w 12184003"/>
              <a:gd name="connsiteY1747" fmla="*/ 3686302 h 6857801"/>
              <a:gd name="connsiteX1748" fmla="*/ 7988331 w 12184003"/>
              <a:gd name="connsiteY1748" fmla="*/ 3703820 h 6857801"/>
              <a:gd name="connsiteX1749" fmla="*/ 7955484 w 12184003"/>
              <a:gd name="connsiteY1749" fmla="*/ 3716959 h 6857801"/>
              <a:gd name="connsiteX1750" fmla="*/ 7937235 w 12184003"/>
              <a:gd name="connsiteY1750" fmla="*/ 3709659 h 6857801"/>
              <a:gd name="connsiteX1751" fmla="*/ 7970812 w 12184003"/>
              <a:gd name="connsiteY1751" fmla="*/ 3743237 h 6857801"/>
              <a:gd name="connsiteX1752" fmla="*/ 8332315 w 12184003"/>
              <a:gd name="connsiteY1752" fmla="*/ 3743237 h 6857801"/>
              <a:gd name="connsiteX1753" fmla="*/ 8335689 w 12184003"/>
              <a:gd name="connsiteY1753" fmla="*/ 3735572 h 6857801"/>
              <a:gd name="connsiteX1754" fmla="*/ 8346477 w 12184003"/>
              <a:gd name="connsiteY1754" fmla="*/ 3731305 h 6857801"/>
              <a:gd name="connsiteX1755" fmla="*/ 8301473 w 12184003"/>
              <a:gd name="connsiteY1755" fmla="*/ 3686302 h 6857801"/>
              <a:gd name="connsiteX1756" fmla="*/ 3882512 w 12184003"/>
              <a:gd name="connsiteY1756" fmla="*/ 3686302 h 6857801"/>
              <a:gd name="connsiteX1757" fmla="*/ 3837519 w 12184003"/>
              <a:gd name="connsiteY1757" fmla="*/ 3731306 h 6857801"/>
              <a:gd name="connsiteX1758" fmla="*/ 3848302 w 12184003"/>
              <a:gd name="connsiteY1758" fmla="*/ 3735572 h 6857801"/>
              <a:gd name="connsiteX1759" fmla="*/ 3851677 w 12184003"/>
              <a:gd name="connsiteY1759" fmla="*/ 3743237 h 6857801"/>
              <a:gd name="connsiteX1760" fmla="*/ 4135719 w 12184003"/>
              <a:gd name="connsiteY1760" fmla="*/ 3743237 h 6857801"/>
              <a:gd name="connsiteX1761" fmla="*/ 4189723 w 12184003"/>
              <a:gd name="connsiteY1761" fmla="*/ 3689003 h 6857801"/>
              <a:gd name="connsiteX1762" fmla="*/ 4188642 w 12184003"/>
              <a:gd name="connsiteY1762" fmla="*/ 3686302 h 6857801"/>
              <a:gd name="connsiteX1763" fmla="*/ 9975645 w 12184003"/>
              <a:gd name="connsiteY1763" fmla="*/ 3603089 h 6857801"/>
              <a:gd name="connsiteX1764" fmla="*/ 10079994 w 12184003"/>
              <a:gd name="connsiteY1764" fmla="*/ 3708200 h 6857801"/>
              <a:gd name="connsiteX1765" fmla="*/ 10168602 w 12184003"/>
              <a:gd name="connsiteY1765" fmla="*/ 3708200 h 6857801"/>
              <a:gd name="connsiteX1766" fmla="*/ 10064057 w 12184003"/>
              <a:gd name="connsiteY1766" fmla="*/ 3603089 h 6857801"/>
              <a:gd name="connsiteX1767" fmla="*/ 9315980 w 12184003"/>
              <a:gd name="connsiteY1767" fmla="*/ 3603089 h 6857801"/>
              <a:gd name="connsiteX1768" fmla="*/ 9309881 w 12184003"/>
              <a:gd name="connsiteY1768" fmla="*/ 3617323 h 6857801"/>
              <a:gd name="connsiteX1769" fmla="*/ 9286887 w 12184003"/>
              <a:gd name="connsiteY1769" fmla="*/ 3627177 h 6857801"/>
              <a:gd name="connsiteX1770" fmla="*/ 9271387 w 12184003"/>
              <a:gd name="connsiteY1770" fmla="*/ 3620660 h 6857801"/>
              <a:gd name="connsiteX1771" fmla="*/ 9081844 w 12184003"/>
              <a:gd name="connsiteY1771" fmla="*/ 3808930 h 6857801"/>
              <a:gd name="connsiteX1772" fmla="*/ 9186156 w 12184003"/>
              <a:gd name="connsiteY1772" fmla="*/ 3808930 h 6857801"/>
              <a:gd name="connsiteX1773" fmla="*/ 9253414 w 12184003"/>
              <a:gd name="connsiteY1773" fmla="*/ 3741673 h 6857801"/>
              <a:gd name="connsiteX1774" fmla="*/ 9245281 w 12184003"/>
              <a:gd name="connsiteY1774" fmla="*/ 3721340 h 6857801"/>
              <a:gd name="connsiteX1775" fmla="*/ 9291266 w 12184003"/>
              <a:gd name="connsiteY1775" fmla="*/ 3675353 h 6857801"/>
              <a:gd name="connsiteX1776" fmla="*/ 9324113 w 12184003"/>
              <a:gd name="connsiteY1776" fmla="*/ 3688492 h 6857801"/>
              <a:gd name="connsiteX1777" fmla="*/ 9331996 w 12184003"/>
              <a:gd name="connsiteY1777" fmla="*/ 3708200 h 6857801"/>
              <a:gd name="connsiteX1778" fmla="*/ 10057700 w 12184003"/>
              <a:gd name="connsiteY1778" fmla="*/ 3708200 h 6857801"/>
              <a:gd name="connsiteX1779" fmla="*/ 9952590 w 12184003"/>
              <a:gd name="connsiteY1779" fmla="*/ 3603089 h 6857801"/>
              <a:gd name="connsiteX1780" fmla="*/ 2232685 w 12184003"/>
              <a:gd name="connsiteY1780" fmla="*/ 3603089 h 6857801"/>
              <a:gd name="connsiteX1781" fmla="*/ 2126806 w 12184003"/>
              <a:gd name="connsiteY1781" fmla="*/ 3708200 h 6857801"/>
              <a:gd name="connsiteX1782" fmla="*/ 2852008 w 12184003"/>
              <a:gd name="connsiteY1782" fmla="*/ 3708200 h 6857801"/>
              <a:gd name="connsiteX1783" fmla="*/ 2859891 w 12184003"/>
              <a:gd name="connsiteY1783" fmla="*/ 3688492 h 6857801"/>
              <a:gd name="connsiteX1784" fmla="*/ 2892740 w 12184003"/>
              <a:gd name="connsiteY1784" fmla="*/ 3675353 h 6857801"/>
              <a:gd name="connsiteX1785" fmla="*/ 2938720 w 12184003"/>
              <a:gd name="connsiteY1785" fmla="*/ 3721340 h 6857801"/>
              <a:gd name="connsiteX1786" fmla="*/ 2930591 w 12184003"/>
              <a:gd name="connsiteY1786" fmla="*/ 3741672 h 6857801"/>
              <a:gd name="connsiteX1787" fmla="*/ 2997851 w 12184003"/>
              <a:gd name="connsiteY1787" fmla="*/ 3808930 h 6857801"/>
              <a:gd name="connsiteX1788" fmla="*/ 3102157 w 12184003"/>
              <a:gd name="connsiteY1788" fmla="*/ 3808930 h 6857801"/>
              <a:gd name="connsiteX1789" fmla="*/ 2912618 w 12184003"/>
              <a:gd name="connsiteY1789" fmla="*/ 3620660 h 6857801"/>
              <a:gd name="connsiteX1790" fmla="*/ 2897114 w 12184003"/>
              <a:gd name="connsiteY1790" fmla="*/ 3627177 h 6857801"/>
              <a:gd name="connsiteX1791" fmla="*/ 2874122 w 12184003"/>
              <a:gd name="connsiteY1791" fmla="*/ 3617323 h 6857801"/>
              <a:gd name="connsiteX1792" fmla="*/ 2868020 w 12184003"/>
              <a:gd name="connsiteY1792" fmla="*/ 3603089 h 6857801"/>
              <a:gd name="connsiteX1793" fmla="*/ 2121922 w 12184003"/>
              <a:gd name="connsiteY1793" fmla="*/ 3603089 h 6857801"/>
              <a:gd name="connsiteX1794" fmla="*/ 2016808 w 12184003"/>
              <a:gd name="connsiteY1794" fmla="*/ 3708200 h 6857801"/>
              <a:gd name="connsiteX1795" fmla="*/ 2103995 w 12184003"/>
              <a:gd name="connsiteY1795" fmla="*/ 3708200 h 6857801"/>
              <a:gd name="connsiteX1796" fmla="*/ 2208348 w 12184003"/>
              <a:gd name="connsiteY1796" fmla="*/ 3603089 h 6857801"/>
              <a:gd name="connsiteX1797" fmla="*/ 2143507 w 12184003"/>
              <a:gd name="connsiteY1797" fmla="*/ 3581505 h 6857801"/>
              <a:gd name="connsiteX1798" fmla="*/ 2139440 w 12184003"/>
              <a:gd name="connsiteY1798" fmla="*/ 3585570 h 6857801"/>
              <a:gd name="connsiteX1799" fmla="*/ 2153672 w 12184003"/>
              <a:gd name="connsiteY1799" fmla="*/ 3585570 h 6857801"/>
              <a:gd name="connsiteX1800" fmla="*/ 10041992 w 12184003"/>
              <a:gd name="connsiteY1800" fmla="*/ 3580904 h 6857801"/>
              <a:gd name="connsiteX1801" fmla="*/ 10030328 w 12184003"/>
              <a:gd name="connsiteY1801" fmla="*/ 3585570 h 6857801"/>
              <a:gd name="connsiteX1802" fmla="*/ 10046632 w 12184003"/>
              <a:gd name="connsiteY1802" fmla="*/ 3585570 h 6857801"/>
              <a:gd name="connsiteX1803" fmla="*/ 9936514 w 12184003"/>
              <a:gd name="connsiteY1803" fmla="*/ 3563672 h 6857801"/>
              <a:gd name="connsiteX1804" fmla="*/ 9958253 w 12184003"/>
              <a:gd name="connsiteY1804" fmla="*/ 3585570 h 6857801"/>
              <a:gd name="connsiteX1805" fmla="*/ 9992236 w 12184003"/>
              <a:gd name="connsiteY1805" fmla="*/ 3585570 h 6857801"/>
              <a:gd name="connsiteX1806" fmla="*/ 9988767 w 12184003"/>
              <a:gd name="connsiteY1806" fmla="*/ 3584518 h 6857801"/>
              <a:gd name="connsiteX1807" fmla="*/ 9971715 w 12184003"/>
              <a:gd name="connsiteY1807" fmla="*/ 3564426 h 6857801"/>
              <a:gd name="connsiteX1808" fmla="*/ 9971559 w 12184003"/>
              <a:gd name="connsiteY1808" fmla="*/ 3563672 h 6857801"/>
              <a:gd name="connsiteX1809" fmla="*/ 2212435 w 12184003"/>
              <a:gd name="connsiteY1809" fmla="*/ 3563672 h 6857801"/>
              <a:gd name="connsiteX1810" fmla="*/ 2212279 w 12184003"/>
              <a:gd name="connsiteY1810" fmla="*/ 3564426 h 6857801"/>
              <a:gd name="connsiteX1811" fmla="*/ 2195230 w 12184003"/>
              <a:gd name="connsiteY1811" fmla="*/ 3584519 h 6857801"/>
              <a:gd name="connsiteX1812" fmla="*/ 2191761 w 12184003"/>
              <a:gd name="connsiteY1812" fmla="*/ 3585570 h 6857801"/>
              <a:gd name="connsiteX1813" fmla="*/ 2225742 w 12184003"/>
              <a:gd name="connsiteY1813" fmla="*/ 3585570 h 6857801"/>
              <a:gd name="connsiteX1814" fmla="*/ 2247479 w 12184003"/>
              <a:gd name="connsiteY1814" fmla="*/ 3563672 h 6857801"/>
              <a:gd name="connsiteX1815" fmla="*/ 9453432 w 12184003"/>
              <a:gd name="connsiteY1815" fmla="*/ 3478269 h 6857801"/>
              <a:gd name="connsiteX1816" fmla="*/ 9516816 w 12184003"/>
              <a:gd name="connsiteY1816" fmla="*/ 3541775 h 6857801"/>
              <a:gd name="connsiteX1817" fmla="*/ 9891275 w 12184003"/>
              <a:gd name="connsiteY1817" fmla="*/ 3541775 h 6857801"/>
              <a:gd name="connsiteX1818" fmla="*/ 9840067 w 12184003"/>
              <a:gd name="connsiteY1818" fmla="*/ 3490566 h 6857801"/>
              <a:gd name="connsiteX1819" fmla="*/ 9821200 w 12184003"/>
              <a:gd name="connsiteY1819" fmla="*/ 3497978 h 6857801"/>
              <a:gd name="connsiteX1820" fmla="*/ 9798207 w 12184003"/>
              <a:gd name="connsiteY1820" fmla="*/ 3488124 h 6857801"/>
              <a:gd name="connsiteX1821" fmla="*/ 9793984 w 12184003"/>
              <a:gd name="connsiteY1821" fmla="*/ 3478269 h 6857801"/>
              <a:gd name="connsiteX1822" fmla="*/ 2390013 w 12184003"/>
              <a:gd name="connsiteY1822" fmla="*/ 3478269 h 6857801"/>
              <a:gd name="connsiteX1823" fmla="*/ 2385791 w 12184003"/>
              <a:gd name="connsiteY1823" fmla="*/ 3488124 h 6857801"/>
              <a:gd name="connsiteX1824" fmla="*/ 2362797 w 12184003"/>
              <a:gd name="connsiteY1824" fmla="*/ 3497978 h 6857801"/>
              <a:gd name="connsiteX1825" fmla="*/ 2345436 w 12184003"/>
              <a:gd name="connsiteY1825" fmla="*/ 3491157 h 6857801"/>
              <a:gd name="connsiteX1826" fmla="*/ 2294447 w 12184003"/>
              <a:gd name="connsiteY1826" fmla="*/ 3541775 h 6857801"/>
              <a:gd name="connsiteX1827" fmla="*/ 2667190 w 12184003"/>
              <a:gd name="connsiteY1827" fmla="*/ 3541775 h 6857801"/>
              <a:gd name="connsiteX1828" fmla="*/ 2730576 w 12184003"/>
              <a:gd name="connsiteY1828" fmla="*/ 3478269 h 6857801"/>
              <a:gd name="connsiteX1829" fmla="*/ 7672990 w 12184003"/>
              <a:gd name="connsiteY1829" fmla="*/ 3476236 h 6857801"/>
              <a:gd name="connsiteX1830" fmla="*/ 7652197 w 12184003"/>
              <a:gd name="connsiteY1830" fmla="*/ 3484839 h 6857801"/>
              <a:gd name="connsiteX1831" fmla="*/ 7681554 w 12184003"/>
              <a:gd name="connsiteY1831" fmla="*/ 3484839 h 6857801"/>
              <a:gd name="connsiteX1832" fmla="*/ 7414558 w 12184003"/>
              <a:gd name="connsiteY1832" fmla="*/ 3472534 h 6857801"/>
              <a:gd name="connsiteX1833" fmla="*/ 7291971 w 12184003"/>
              <a:gd name="connsiteY1833" fmla="*/ 3594330 h 6857801"/>
              <a:gd name="connsiteX1834" fmla="*/ 6836379 w 12184003"/>
              <a:gd name="connsiteY1834" fmla="*/ 3594330 h 6857801"/>
              <a:gd name="connsiteX1835" fmla="*/ 6827732 w 12184003"/>
              <a:gd name="connsiteY1835" fmla="*/ 3615406 h 6857801"/>
              <a:gd name="connsiteX1836" fmla="*/ 6794886 w 12184003"/>
              <a:gd name="connsiteY1836" fmla="*/ 3629366 h 6857801"/>
              <a:gd name="connsiteX1837" fmla="*/ 6748900 w 12184003"/>
              <a:gd name="connsiteY1837" fmla="*/ 3583381 h 6857801"/>
              <a:gd name="connsiteX1838" fmla="*/ 6762039 w 12184003"/>
              <a:gd name="connsiteY1838" fmla="*/ 3550534 h 6857801"/>
              <a:gd name="connsiteX1839" fmla="*/ 6641600 w 12184003"/>
              <a:gd name="connsiteY1839" fmla="*/ 3670973 h 6857801"/>
              <a:gd name="connsiteX1840" fmla="*/ 6641600 w 12184003"/>
              <a:gd name="connsiteY1840" fmla="*/ 3920611 h 6857801"/>
              <a:gd name="connsiteX1841" fmla="*/ 6830644 w 12184003"/>
              <a:gd name="connsiteY1841" fmla="*/ 3920611 h 6857801"/>
              <a:gd name="connsiteX1842" fmla="*/ 6832659 w 12184003"/>
              <a:gd name="connsiteY1842" fmla="*/ 3910758 h 6857801"/>
              <a:gd name="connsiteX1843" fmla="*/ 6847441 w 12184003"/>
              <a:gd name="connsiteY1843" fmla="*/ 3889955 h 6857801"/>
              <a:gd name="connsiteX1844" fmla="*/ 6939412 w 12184003"/>
              <a:gd name="connsiteY1844" fmla="*/ 3889955 h 6857801"/>
              <a:gd name="connsiteX1845" fmla="*/ 6953270 w 12184003"/>
              <a:gd name="connsiteY1845" fmla="*/ 3910792 h 6857801"/>
              <a:gd name="connsiteX1846" fmla="*/ 6955301 w 12184003"/>
              <a:gd name="connsiteY1846" fmla="*/ 3920611 h 6857801"/>
              <a:gd name="connsiteX1847" fmla="*/ 7116163 w 12184003"/>
              <a:gd name="connsiteY1847" fmla="*/ 3920611 h 6857801"/>
              <a:gd name="connsiteX1848" fmla="*/ 7112408 w 12184003"/>
              <a:gd name="connsiteY1848" fmla="*/ 3911852 h 6857801"/>
              <a:gd name="connsiteX1849" fmla="*/ 7145255 w 12184003"/>
              <a:gd name="connsiteY1849" fmla="*/ 3879005 h 6857801"/>
              <a:gd name="connsiteX1850" fmla="*/ 7162117 w 12184003"/>
              <a:gd name="connsiteY1850" fmla="*/ 3886231 h 6857801"/>
              <a:gd name="connsiteX1851" fmla="*/ 7305111 w 12184003"/>
              <a:gd name="connsiteY1851" fmla="*/ 3743237 h 6857801"/>
              <a:gd name="connsiteX1852" fmla="*/ 7938814 w 12184003"/>
              <a:gd name="connsiteY1852" fmla="*/ 3743237 h 6857801"/>
              <a:gd name="connsiteX1853" fmla="*/ 7698997 w 12184003"/>
              <a:gd name="connsiteY1853" fmla="*/ 3502358 h 6857801"/>
              <a:gd name="connsiteX1854" fmla="*/ 7467952 w 12184003"/>
              <a:gd name="connsiteY1854" fmla="*/ 3502358 h 6857801"/>
              <a:gd name="connsiteX1855" fmla="*/ 7461682 w 12184003"/>
              <a:gd name="connsiteY1855" fmla="*/ 3517687 h 6857801"/>
              <a:gd name="connsiteX1856" fmla="*/ 7438689 w 12184003"/>
              <a:gd name="connsiteY1856" fmla="*/ 3528636 h 6857801"/>
              <a:gd name="connsiteX1857" fmla="*/ 7405842 w 12184003"/>
              <a:gd name="connsiteY1857" fmla="*/ 3493599 h 6857801"/>
              <a:gd name="connsiteX1858" fmla="*/ 4769374 w 12184003"/>
              <a:gd name="connsiteY1858" fmla="*/ 3472534 h 6857801"/>
              <a:gd name="connsiteX1859" fmla="*/ 4770311 w 12184003"/>
              <a:gd name="connsiteY1859" fmla="*/ 3474803 h 6857801"/>
              <a:gd name="connsiteX1860" fmla="*/ 4770703 w 12184003"/>
              <a:gd name="connsiteY1860" fmla="*/ 3473856 h 6857801"/>
              <a:gd name="connsiteX1861" fmla="*/ 9826734 w 12184003"/>
              <a:gd name="connsiteY1861" fmla="*/ 3434473 h 6857801"/>
              <a:gd name="connsiteX1862" fmla="*/ 9846109 w 12184003"/>
              <a:gd name="connsiteY1862" fmla="*/ 3442138 h 6857801"/>
              <a:gd name="connsiteX1863" fmla="*/ 9856237 w 12184003"/>
              <a:gd name="connsiteY1863" fmla="*/ 3465131 h 6857801"/>
              <a:gd name="connsiteX1864" fmla="*/ 9854047 w 12184003"/>
              <a:gd name="connsiteY1864" fmla="*/ 3465131 h 6857801"/>
              <a:gd name="connsiteX1865" fmla="*/ 9849528 w 12184003"/>
              <a:gd name="connsiteY1865" fmla="*/ 3476052 h 6857801"/>
              <a:gd name="connsiteX1866" fmla="*/ 9914775 w 12184003"/>
              <a:gd name="connsiteY1866" fmla="*/ 3541775 h 6857801"/>
              <a:gd name="connsiteX1867" fmla="*/ 9969670 w 12184003"/>
              <a:gd name="connsiteY1867" fmla="*/ 3541775 h 6857801"/>
              <a:gd name="connsiteX1868" fmla="*/ 9981056 w 12184003"/>
              <a:gd name="connsiteY1868" fmla="*/ 3513307 h 6857801"/>
              <a:gd name="connsiteX1869" fmla="*/ 10013903 w 12184003"/>
              <a:gd name="connsiteY1869" fmla="*/ 3500168 h 6857801"/>
              <a:gd name="connsiteX1870" fmla="*/ 10059889 w 12184003"/>
              <a:gd name="connsiteY1870" fmla="*/ 3546154 h 6857801"/>
              <a:gd name="connsiteX1871" fmla="*/ 10053633 w 12184003"/>
              <a:gd name="connsiteY1871" fmla="*/ 3561795 h 6857801"/>
              <a:gd name="connsiteX1872" fmla="*/ 10077407 w 12184003"/>
              <a:gd name="connsiteY1872" fmla="*/ 3585570 h 6857801"/>
              <a:gd name="connsiteX1873" fmla="*/ 10449675 w 12184003"/>
              <a:gd name="connsiteY1873" fmla="*/ 3585570 h 6857801"/>
              <a:gd name="connsiteX1874" fmla="*/ 10520844 w 12184003"/>
              <a:gd name="connsiteY1874" fmla="*/ 3514402 h 6857801"/>
              <a:gd name="connsiteX1875" fmla="*/ 10471573 w 12184003"/>
              <a:gd name="connsiteY1875" fmla="*/ 3465131 h 6857801"/>
              <a:gd name="connsiteX1876" fmla="*/ 10217555 w 12184003"/>
              <a:gd name="connsiteY1876" fmla="*/ 3465131 h 6857801"/>
              <a:gd name="connsiteX1877" fmla="*/ 10186898 w 12184003"/>
              <a:gd name="connsiteY1877" fmla="*/ 3434473 h 6857801"/>
              <a:gd name="connsiteX1878" fmla="*/ 9424845 w 12184003"/>
              <a:gd name="connsiteY1878" fmla="*/ 3434473 h 6857801"/>
              <a:gd name="connsiteX1879" fmla="*/ 9451123 w 12184003"/>
              <a:gd name="connsiteY1879" fmla="*/ 3460751 h 6857801"/>
              <a:gd name="connsiteX1880" fmla="*/ 9790231 w 12184003"/>
              <a:gd name="connsiteY1880" fmla="*/ 3460751 h 6857801"/>
              <a:gd name="connsiteX1881" fmla="*/ 9798207 w 12184003"/>
              <a:gd name="connsiteY1881" fmla="*/ 3442138 h 6857801"/>
              <a:gd name="connsiteX1882" fmla="*/ 9816092 w 12184003"/>
              <a:gd name="connsiteY1882" fmla="*/ 3434473 h 6857801"/>
              <a:gd name="connsiteX1883" fmla="*/ 2367906 w 12184003"/>
              <a:gd name="connsiteY1883" fmla="*/ 3434473 h 6857801"/>
              <a:gd name="connsiteX1884" fmla="*/ 2385791 w 12184003"/>
              <a:gd name="connsiteY1884" fmla="*/ 3442138 h 6857801"/>
              <a:gd name="connsiteX1885" fmla="*/ 2393768 w 12184003"/>
              <a:gd name="connsiteY1885" fmla="*/ 3460751 h 6857801"/>
              <a:gd name="connsiteX1886" fmla="*/ 2732882 w 12184003"/>
              <a:gd name="connsiteY1886" fmla="*/ 3460751 h 6857801"/>
              <a:gd name="connsiteX1887" fmla="*/ 2759158 w 12184003"/>
              <a:gd name="connsiteY1887" fmla="*/ 3434473 h 6857801"/>
              <a:gd name="connsiteX1888" fmla="*/ 1997094 w 12184003"/>
              <a:gd name="connsiteY1888" fmla="*/ 3434473 h 6857801"/>
              <a:gd name="connsiteX1889" fmla="*/ 1966436 w 12184003"/>
              <a:gd name="connsiteY1889" fmla="*/ 3465131 h 6857801"/>
              <a:gd name="connsiteX1890" fmla="*/ 1712421 w 12184003"/>
              <a:gd name="connsiteY1890" fmla="*/ 3465131 h 6857801"/>
              <a:gd name="connsiteX1891" fmla="*/ 1663150 w 12184003"/>
              <a:gd name="connsiteY1891" fmla="*/ 3514404 h 6857801"/>
              <a:gd name="connsiteX1892" fmla="*/ 1734315 w 12184003"/>
              <a:gd name="connsiteY1892" fmla="*/ 3585570 h 6857801"/>
              <a:gd name="connsiteX1893" fmla="*/ 2106593 w 12184003"/>
              <a:gd name="connsiteY1893" fmla="*/ 3585570 h 6857801"/>
              <a:gd name="connsiteX1894" fmla="*/ 2130366 w 12184003"/>
              <a:gd name="connsiteY1894" fmla="*/ 3561797 h 6857801"/>
              <a:gd name="connsiteX1895" fmla="*/ 2124108 w 12184003"/>
              <a:gd name="connsiteY1895" fmla="*/ 3546154 h 6857801"/>
              <a:gd name="connsiteX1896" fmla="*/ 2170097 w 12184003"/>
              <a:gd name="connsiteY1896" fmla="*/ 3500168 h 6857801"/>
              <a:gd name="connsiteX1897" fmla="*/ 2202941 w 12184003"/>
              <a:gd name="connsiteY1897" fmla="*/ 3513307 h 6857801"/>
              <a:gd name="connsiteX1898" fmla="*/ 2214323 w 12184003"/>
              <a:gd name="connsiteY1898" fmla="*/ 3541775 h 6857801"/>
              <a:gd name="connsiteX1899" fmla="*/ 2269222 w 12184003"/>
              <a:gd name="connsiteY1899" fmla="*/ 3541775 h 6857801"/>
              <a:gd name="connsiteX1900" fmla="*/ 2334467 w 12184003"/>
              <a:gd name="connsiteY1900" fmla="*/ 3476053 h 6857801"/>
              <a:gd name="connsiteX1901" fmla="*/ 2329948 w 12184003"/>
              <a:gd name="connsiteY1901" fmla="*/ 3465131 h 6857801"/>
              <a:gd name="connsiteX1902" fmla="*/ 2327759 w 12184003"/>
              <a:gd name="connsiteY1902" fmla="*/ 3465131 h 6857801"/>
              <a:gd name="connsiteX1903" fmla="*/ 2337886 w 12184003"/>
              <a:gd name="connsiteY1903" fmla="*/ 3442138 h 6857801"/>
              <a:gd name="connsiteX1904" fmla="*/ 2357262 w 12184003"/>
              <a:gd name="connsiteY1904" fmla="*/ 3434473 h 6857801"/>
              <a:gd name="connsiteX1905" fmla="*/ 10133233 w 12184003"/>
              <a:gd name="connsiteY1905" fmla="*/ 3380812 h 6857801"/>
              <a:gd name="connsiteX1906" fmla="*/ 10129963 w 12184003"/>
              <a:gd name="connsiteY1906" fmla="*/ 3384112 h 6857801"/>
              <a:gd name="connsiteX1907" fmla="*/ 9374480 w 12184003"/>
              <a:gd name="connsiteY1907" fmla="*/ 3384112 h 6857801"/>
              <a:gd name="connsiteX1908" fmla="*/ 9381048 w 12184003"/>
              <a:gd name="connsiteY1908" fmla="*/ 3390679 h 6857801"/>
              <a:gd name="connsiteX1909" fmla="*/ 10143101 w 12184003"/>
              <a:gd name="connsiteY1909" fmla="*/ 3390679 h 6857801"/>
              <a:gd name="connsiteX1910" fmla="*/ 2050759 w 12184003"/>
              <a:gd name="connsiteY1910" fmla="*/ 3380812 h 6857801"/>
              <a:gd name="connsiteX1911" fmla="*/ 2040890 w 12184003"/>
              <a:gd name="connsiteY1911" fmla="*/ 3390679 h 6857801"/>
              <a:gd name="connsiteX1912" fmla="*/ 2802953 w 12184003"/>
              <a:gd name="connsiteY1912" fmla="*/ 3390679 h 6857801"/>
              <a:gd name="connsiteX1913" fmla="*/ 2809524 w 12184003"/>
              <a:gd name="connsiteY1913" fmla="*/ 3384112 h 6857801"/>
              <a:gd name="connsiteX1914" fmla="*/ 2054030 w 12184003"/>
              <a:gd name="connsiteY1914" fmla="*/ 3384112 h 6857801"/>
              <a:gd name="connsiteX1915" fmla="*/ 11141654 w 12184003"/>
              <a:gd name="connsiteY1915" fmla="*/ 3360023 h 6857801"/>
              <a:gd name="connsiteX1916" fmla="*/ 10955520 w 12184003"/>
              <a:gd name="connsiteY1916" fmla="*/ 3543964 h 6857801"/>
              <a:gd name="connsiteX1917" fmla="*/ 10550406 w 12184003"/>
              <a:gd name="connsiteY1917" fmla="*/ 3543964 h 6857801"/>
              <a:gd name="connsiteX1918" fmla="*/ 10532661 w 12184003"/>
              <a:gd name="connsiteY1918" fmla="*/ 3526219 h 6857801"/>
              <a:gd name="connsiteX1919" fmla="*/ 10456245 w 12184003"/>
              <a:gd name="connsiteY1919" fmla="*/ 3603089 h 6857801"/>
              <a:gd name="connsiteX1920" fmla="*/ 10094926 w 12184003"/>
              <a:gd name="connsiteY1920" fmla="*/ 3603089 h 6857801"/>
              <a:gd name="connsiteX1921" fmla="*/ 10200037 w 12184003"/>
              <a:gd name="connsiteY1921" fmla="*/ 3708200 h 6857801"/>
              <a:gd name="connsiteX1922" fmla="*/ 10865738 w 12184003"/>
              <a:gd name="connsiteY1922" fmla="*/ 3708200 h 6857801"/>
              <a:gd name="connsiteX1923" fmla="*/ 11213918 w 12184003"/>
              <a:gd name="connsiteY1923" fmla="*/ 3360023 h 6857801"/>
              <a:gd name="connsiteX1924" fmla="*/ 970075 w 12184003"/>
              <a:gd name="connsiteY1924" fmla="*/ 3360023 h 6857801"/>
              <a:gd name="connsiteX1925" fmla="*/ 1318259 w 12184003"/>
              <a:gd name="connsiteY1925" fmla="*/ 3708200 h 6857801"/>
              <a:gd name="connsiteX1926" fmla="*/ 1983961 w 12184003"/>
              <a:gd name="connsiteY1926" fmla="*/ 3708200 h 6857801"/>
              <a:gd name="connsiteX1927" fmla="*/ 2089072 w 12184003"/>
              <a:gd name="connsiteY1927" fmla="*/ 3603089 h 6857801"/>
              <a:gd name="connsiteX1928" fmla="*/ 1727746 w 12184003"/>
              <a:gd name="connsiteY1928" fmla="*/ 3603089 h 6857801"/>
              <a:gd name="connsiteX1929" fmla="*/ 1651332 w 12184003"/>
              <a:gd name="connsiteY1929" fmla="*/ 3526222 h 6857801"/>
              <a:gd name="connsiteX1930" fmla="*/ 1633589 w 12184003"/>
              <a:gd name="connsiteY1930" fmla="*/ 3543964 h 6857801"/>
              <a:gd name="connsiteX1931" fmla="*/ 1228477 w 12184003"/>
              <a:gd name="connsiteY1931" fmla="*/ 3543964 h 6857801"/>
              <a:gd name="connsiteX1932" fmla="*/ 1042340 w 12184003"/>
              <a:gd name="connsiteY1932" fmla="*/ 3360023 h 6857801"/>
              <a:gd name="connsiteX1933" fmla="*/ 10730536 w 12184003"/>
              <a:gd name="connsiteY1933" fmla="*/ 3327176 h 6857801"/>
              <a:gd name="connsiteX1934" fmla="*/ 10565406 w 12184003"/>
              <a:gd name="connsiteY1934" fmla="*/ 3493281 h 6857801"/>
              <a:gd name="connsiteX1935" fmla="*/ 10570114 w 12184003"/>
              <a:gd name="connsiteY1935" fmla="*/ 3497978 h 6857801"/>
              <a:gd name="connsiteX1936" fmla="*/ 10938002 w 12184003"/>
              <a:gd name="connsiteY1936" fmla="*/ 3497978 h 6857801"/>
              <a:gd name="connsiteX1937" fmla="*/ 11108806 w 12184003"/>
              <a:gd name="connsiteY1937" fmla="*/ 3327176 h 6857801"/>
              <a:gd name="connsiteX1938" fmla="*/ 10653328 w 12184003"/>
              <a:gd name="connsiteY1938" fmla="*/ 3327176 h 6857801"/>
              <a:gd name="connsiteX1939" fmla="*/ 10527281 w 12184003"/>
              <a:gd name="connsiteY1939" fmla="*/ 3455252 h 6857801"/>
              <a:gd name="connsiteX1940" fmla="*/ 10553670 w 12184003"/>
              <a:gd name="connsiteY1940" fmla="*/ 3481575 h 6857801"/>
              <a:gd name="connsiteX1941" fmla="*/ 10708071 w 12184003"/>
              <a:gd name="connsiteY1941" fmla="*/ 3327176 h 6857801"/>
              <a:gd name="connsiteX1942" fmla="*/ 1475917 w 12184003"/>
              <a:gd name="connsiteY1942" fmla="*/ 3327176 h 6857801"/>
              <a:gd name="connsiteX1943" fmla="*/ 1630322 w 12184003"/>
              <a:gd name="connsiteY1943" fmla="*/ 3481578 h 6857801"/>
              <a:gd name="connsiteX1944" fmla="*/ 1657730 w 12184003"/>
              <a:gd name="connsiteY1944" fmla="*/ 3454239 h 6857801"/>
              <a:gd name="connsiteX1945" fmla="*/ 1530662 w 12184003"/>
              <a:gd name="connsiteY1945" fmla="*/ 3327176 h 6857801"/>
              <a:gd name="connsiteX1946" fmla="*/ 1075192 w 12184003"/>
              <a:gd name="connsiteY1946" fmla="*/ 3327176 h 6857801"/>
              <a:gd name="connsiteX1947" fmla="*/ 1245995 w 12184003"/>
              <a:gd name="connsiteY1947" fmla="*/ 3497978 h 6857801"/>
              <a:gd name="connsiteX1948" fmla="*/ 1613881 w 12184003"/>
              <a:gd name="connsiteY1948" fmla="*/ 3497978 h 6857801"/>
              <a:gd name="connsiteX1949" fmla="*/ 1618586 w 12184003"/>
              <a:gd name="connsiteY1949" fmla="*/ 3493283 h 6857801"/>
              <a:gd name="connsiteX1950" fmla="*/ 1453453 w 12184003"/>
              <a:gd name="connsiteY1950" fmla="*/ 3327176 h 6857801"/>
              <a:gd name="connsiteX1951" fmla="*/ 4630938 w 12184003"/>
              <a:gd name="connsiteY1951" fmla="*/ 3300901 h 6857801"/>
              <a:gd name="connsiteX1952" fmla="*/ 4780138 w 12184003"/>
              <a:gd name="connsiteY1952" fmla="*/ 3451065 h 6857801"/>
              <a:gd name="connsiteX1953" fmla="*/ 4782472 w 12184003"/>
              <a:gd name="connsiteY1953" fmla="*/ 3445423 h 6857801"/>
              <a:gd name="connsiteX1954" fmla="*/ 4797804 w 12184003"/>
              <a:gd name="connsiteY1954" fmla="*/ 3439080 h 6857801"/>
              <a:gd name="connsiteX1955" fmla="*/ 4797804 w 12184003"/>
              <a:gd name="connsiteY1955" fmla="*/ 3313673 h 6857801"/>
              <a:gd name="connsiteX1956" fmla="*/ 4792327 w 12184003"/>
              <a:gd name="connsiteY1956" fmla="*/ 3321701 h 6857801"/>
              <a:gd name="connsiteX1957" fmla="*/ 4758382 w 12184003"/>
              <a:gd name="connsiteY1957" fmla="*/ 3335933 h 6857801"/>
              <a:gd name="connsiteX1958" fmla="*/ 4714038 w 12184003"/>
              <a:gd name="connsiteY1958" fmla="*/ 3306382 h 6857801"/>
              <a:gd name="connsiteX1959" fmla="*/ 4712909 w 12184003"/>
              <a:gd name="connsiteY1959" fmla="*/ 3300901 h 6857801"/>
              <a:gd name="connsiteX1960" fmla="*/ 4510936 w 12184003"/>
              <a:gd name="connsiteY1960" fmla="*/ 3257105 h 6857801"/>
              <a:gd name="connsiteX1961" fmla="*/ 4521885 w 12184003"/>
              <a:gd name="connsiteY1961" fmla="*/ 3268091 h 6857801"/>
              <a:gd name="connsiteX1962" fmla="*/ 4563559 w 12184003"/>
              <a:gd name="connsiteY1962" fmla="*/ 3268091 h 6857801"/>
              <a:gd name="connsiteX1963" fmla="*/ 4552552 w 12184003"/>
              <a:gd name="connsiteY1963" fmla="*/ 3257105 h 6857801"/>
              <a:gd name="connsiteX1964" fmla="*/ 4156229 w 12184003"/>
              <a:gd name="connsiteY1964" fmla="*/ 3257105 h 6857801"/>
              <a:gd name="connsiteX1965" fmla="*/ 4383927 w 12184003"/>
              <a:gd name="connsiteY1965" fmla="*/ 3484839 h 6857801"/>
              <a:gd name="connsiteX1966" fmla="*/ 4392955 w 12184003"/>
              <a:gd name="connsiteY1966" fmla="*/ 3484839 h 6857801"/>
              <a:gd name="connsiteX1967" fmla="*/ 4416893 w 12184003"/>
              <a:gd name="connsiteY1967" fmla="*/ 3460791 h 6857801"/>
              <a:gd name="connsiteX1968" fmla="*/ 4408016 w 12184003"/>
              <a:gd name="connsiteY1968" fmla="*/ 3438032 h 6857801"/>
              <a:gd name="connsiteX1969" fmla="*/ 4421155 w 12184003"/>
              <a:gd name="connsiteY1969" fmla="*/ 3406008 h 6857801"/>
              <a:gd name="connsiteX1970" fmla="*/ 4484669 w 12184003"/>
              <a:gd name="connsiteY1970" fmla="*/ 3406008 h 6857801"/>
              <a:gd name="connsiteX1971" fmla="*/ 4484669 w 12184003"/>
              <a:gd name="connsiteY1971" fmla="*/ 3471701 h 6857801"/>
              <a:gd name="connsiteX1972" fmla="*/ 4452912 w 12184003"/>
              <a:gd name="connsiteY1972" fmla="*/ 3484839 h 6857801"/>
              <a:gd name="connsiteX1973" fmla="*/ 4433542 w 12184003"/>
              <a:gd name="connsiteY1973" fmla="*/ 3476828 h 6857801"/>
              <a:gd name="connsiteX1974" fmla="*/ 4425538 w 12184003"/>
              <a:gd name="connsiteY1974" fmla="*/ 3484839 h 6857801"/>
              <a:gd name="connsiteX1975" fmla="*/ 4452912 w 12184003"/>
              <a:gd name="connsiteY1975" fmla="*/ 3484839 h 6857801"/>
              <a:gd name="connsiteX1976" fmla="*/ 4716151 w 12184003"/>
              <a:gd name="connsiteY1976" fmla="*/ 3484839 h 6857801"/>
              <a:gd name="connsiteX1977" fmla="*/ 4722251 w 12184003"/>
              <a:gd name="connsiteY1977" fmla="*/ 3470605 h 6857801"/>
              <a:gd name="connsiteX1978" fmla="*/ 4745246 w 12184003"/>
              <a:gd name="connsiteY1978" fmla="*/ 3460751 h 6857801"/>
              <a:gd name="connsiteX1979" fmla="*/ 4765540 w 12184003"/>
              <a:gd name="connsiteY1979" fmla="*/ 3468725 h 6857801"/>
              <a:gd name="connsiteX1980" fmla="*/ 4596626 w 12184003"/>
              <a:gd name="connsiteY1980" fmla="*/ 3300901 h 6857801"/>
              <a:gd name="connsiteX1981" fmla="*/ 4508751 w 12184003"/>
              <a:gd name="connsiteY1981" fmla="*/ 3300901 h 6857801"/>
              <a:gd name="connsiteX1982" fmla="*/ 4464957 w 12184003"/>
              <a:gd name="connsiteY1982" fmla="*/ 3257105 h 6857801"/>
              <a:gd name="connsiteX1983" fmla="*/ 7718985 w 12184003"/>
              <a:gd name="connsiteY1983" fmla="*/ 3257102 h 6857801"/>
              <a:gd name="connsiteX1984" fmla="*/ 7675188 w 12184003"/>
              <a:gd name="connsiteY1984" fmla="*/ 3300899 h 6857801"/>
              <a:gd name="connsiteX1985" fmla="*/ 7587310 w 12184003"/>
              <a:gd name="connsiteY1985" fmla="*/ 3300899 h 6857801"/>
              <a:gd name="connsiteX1986" fmla="*/ 7418392 w 12184003"/>
              <a:gd name="connsiteY1986" fmla="*/ 3468726 h 6857801"/>
              <a:gd name="connsiteX1987" fmla="*/ 7438689 w 12184003"/>
              <a:gd name="connsiteY1987" fmla="*/ 3460751 h 6857801"/>
              <a:gd name="connsiteX1988" fmla="*/ 7461682 w 12184003"/>
              <a:gd name="connsiteY1988" fmla="*/ 3470605 h 6857801"/>
              <a:gd name="connsiteX1989" fmla="*/ 7467782 w 12184003"/>
              <a:gd name="connsiteY1989" fmla="*/ 3484839 h 6857801"/>
              <a:gd name="connsiteX1990" fmla="*/ 7652195 w 12184003"/>
              <a:gd name="connsiteY1990" fmla="*/ 3484839 h 6857801"/>
              <a:gd name="connsiteX1991" fmla="*/ 7620444 w 12184003"/>
              <a:gd name="connsiteY1991" fmla="*/ 3471701 h 6857801"/>
              <a:gd name="connsiteX1992" fmla="*/ 7620444 w 12184003"/>
              <a:gd name="connsiteY1992" fmla="*/ 3406008 h 6857801"/>
              <a:gd name="connsiteX1993" fmla="*/ 7683948 w 12184003"/>
              <a:gd name="connsiteY1993" fmla="*/ 3406008 h 6857801"/>
              <a:gd name="connsiteX1994" fmla="*/ 7697087 w 12184003"/>
              <a:gd name="connsiteY1994" fmla="*/ 3438032 h 6857801"/>
              <a:gd name="connsiteX1995" fmla="*/ 7688251 w 12184003"/>
              <a:gd name="connsiteY1995" fmla="*/ 3460675 h 6857801"/>
              <a:gd name="connsiteX1996" fmla="*/ 7712414 w 12184003"/>
              <a:gd name="connsiteY1996" fmla="*/ 3484839 h 6857801"/>
              <a:gd name="connsiteX1997" fmla="*/ 7800007 w 12184003"/>
              <a:gd name="connsiteY1997" fmla="*/ 3484839 h 6857801"/>
              <a:gd name="connsiteX1998" fmla="*/ 8027747 w 12184003"/>
              <a:gd name="connsiteY1998" fmla="*/ 3257102 h 6857801"/>
              <a:gd name="connsiteX1999" fmla="*/ 7631391 w 12184003"/>
              <a:gd name="connsiteY1999" fmla="*/ 3257102 h 6857801"/>
              <a:gd name="connsiteX2000" fmla="*/ 7620371 w 12184003"/>
              <a:gd name="connsiteY2000" fmla="*/ 3268051 h 6857801"/>
              <a:gd name="connsiteX2001" fmla="*/ 7662050 w 12184003"/>
              <a:gd name="connsiteY2001" fmla="*/ 3268051 h 6857801"/>
              <a:gd name="connsiteX2002" fmla="*/ 7673000 w 12184003"/>
              <a:gd name="connsiteY2002" fmla="*/ 3257102 h 6857801"/>
              <a:gd name="connsiteX2003" fmla="*/ 1924337 w 12184003"/>
              <a:gd name="connsiteY2003" fmla="*/ 3253265 h 6857801"/>
              <a:gd name="connsiteX2004" fmla="*/ 1786876 w 12184003"/>
              <a:gd name="connsiteY2004" fmla="*/ 3390679 h 6857801"/>
              <a:gd name="connsiteX2005" fmla="*/ 1992714 w 12184003"/>
              <a:gd name="connsiteY2005" fmla="*/ 3390679 h 6857801"/>
              <a:gd name="connsiteX2006" fmla="*/ 2026782 w 12184003"/>
              <a:gd name="connsiteY2006" fmla="*/ 3356612 h 6857801"/>
              <a:gd name="connsiteX2007" fmla="*/ 10259656 w 12184003"/>
              <a:gd name="connsiteY2007" fmla="*/ 3253218 h 6857801"/>
              <a:gd name="connsiteX2008" fmla="*/ 10157334 w 12184003"/>
              <a:gd name="connsiteY2008" fmla="*/ 3356487 h 6857801"/>
              <a:gd name="connsiteX2009" fmla="*/ 10191412 w 12184003"/>
              <a:gd name="connsiteY2009" fmla="*/ 3390679 h 6857801"/>
              <a:gd name="connsiteX2010" fmla="*/ 10397119 w 12184003"/>
              <a:gd name="connsiteY2010" fmla="*/ 3390679 h 6857801"/>
              <a:gd name="connsiteX2011" fmla="*/ 3443585 w 12184003"/>
              <a:gd name="connsiteY2011" fmla="*/ 3250581 h 6857801"/>
              <a:gd name="connsiteX2012" fmla="*/ 3437727 w 12184003"/>
              <a:gd name="connsiteY2012" fmla="*/ 3266694 h 6857801"/>
              <a:gd name="connsiteX2013" fmla="*/ 3413913 w 12184003"/>
              <a:gd name="connsiteY2013" fmla="*/ 3276851 h 6857801"/>
              <a:gd name="connsiteX2014" fmla="*/ 3408125 w 12184003"/>
              <a:gd name="connsiteY2014" fmla="*/ 3273855 h 6857801"/>
              <a:gd name="connsiteX2015" fmla="*/ 3247491 w 12184003"/>
              <a:gd name="connsiteY2015" fmla="*/ 3434473 h 6857801"/>
              <a:gd name="connsiteX2016" fmla="*/ 2805396 w 12184003"/>
              <a:gd name="connsiteY2016" fmla="*/ 3434473 h 6857801"/>
              <a:gd name="connsiteX2017" fmla="*/ 2675948 w 12184003"/>
              <a:gd name="connsiteY2017" fmla="*/ 3563672 h 6857801"/>
              <a:gd name="connsiteX2018" fmla="*/ 2272388 w 12184003"/>
              <a:gd name="connsiteY2018" fmla="*/ 3563672 h 6857801"/>
              <a:gd name="connsiteX2019" fmla="*/ 2250332 w 12184003"/>
              <a:gd name="connsiteY2019" fmla="*/ 3585570 h 6857801"/>
              <a:gd name="connsiteX2020" fmla="*/ 2869272 w 12184003"/>
              <a:gd name="connsiteY2020" fmla="*/ 3585570 h 6857801"/>
              <a:gd name="connsiteX2021" fmla="*/ 2876310 w 12184003"/>
              <a:gd name="connsiteY2021" fmla="*/ 3569146 h 6857801"/>
              <a:gd name="connsiteX2022" fmla="*/ 2899305 w 12184003"/>
              <a:gd name="connsiteY2022" fmla="*/ 3559292 h 6857801"/>
              <a:gd name="connsiteX2023" fmla="*/ 2932149 w 12184003"/>
              <a:gd name="connsiteY2023" fmla="*/ 3592140 h 6857801"/>
              <a:gd name="connsiteX2024" fmla="*/ 2924797 w 12184003"/>
              <a:gd name="connsiteY2024" fmla="*/ 3608871 h 6857801"/>
              <a:gd name="connsiteX2025" fmla="*/ 3124855 w 12184003"/>
              <a:gd name="connsiteY2025" fmla="*/ 3808930 h 6857801"/>
              <a:gd name="connsiteX2026" fmla="*/ 3367926 w 12184003"/>
              <a:gd name="connsiteY2026" fmla="*/ 3808930 h 6857801"/>
              <a:gd name="connsiteX2027" fmla="*/ 3386129 w 12184003"/>
              <a:gd name="connsiteY2027" fmla="*/ 3790729 h 6857801"/>
              <a:gd name="connsiteX2028" fmla="*/ 3383241 w 12184003"/>
              <a:gd name="connsiteY2028" fmla="*/ 3783747 h 6857801"/>
              <a:gd name="connsiteX2029" fmla="*/ 3396381 w 12184003"/>
              <a:gd name="connsiteY2029" fmla="*/ 3751996 h 6857801"/>
              <a:gd name="connsiteX2030" fmla="*/ 3428132 w 12184003"/>
              <a:gd name="connsiteY2030" fmla="*/ 3738857 h 6857801"/>
              <a:gd name="connsiteX2031" fmla="*/ 3435111 w 12184003"/>
              <a:gd name="connsiteY2031" fmla="*/ 3741745 h 6857801"/>
              <a:gd name="connsiteX2032" fmla="*/ 3624120 w 12184003"/>
              <a:gd name="connsiteY2032" fmla="*/ 3552723 h 6857801"/>
              <a:gd name="connsiteX2033" fmla="*/ 3855924 w 12184003"/>
              <a:gd name="connsiteY2033" fmla="*/ 3552723 h 6857801"/>
              <a:gd name="connsiteX2034" fmla="*/ 3863899 w 12184003"/>
              <a:gd name="connsiteY2034" fmla="*/ 3534109 h 6857801"/>
              <a:gd name="connsiteX2035" fmla="*/ 3886888 w 12184003"/>
              <a:gd name="connsiteY2035" fmla="*/ 3524256 h 6857801"/>
              <a:gd name="connsiteX2036" fmla="*/ 3919735 w 12184003"/>
              <a:gd name="connsiteY2036" fmla="*/ 3557103 h 6857801"/>
              <a:gd name="connsiteX2037" fmla="*/ 3886888 w 12184003"/>
              <a:gd name="connsiteY2037" fmla="*/ 3589949 h 6857801"/>
              <a:gd name="connsiteX2038" fmla="*/ 3863899 w 12184003"/>
              <a:gd name="connsiteY2038" fmla="*/ 3580916 h 6857801"/>
              <a:gd name="connsiteX2039" fmla="*/ 3858578 w 12184003"/>
              <a:gd name="connsiteY2039" fmla="*/ 3568051 h 6857801"/>
              <a:gd name="connsiteX2040" fmla="*/ 3630690 w 12184003"/>
              <a:gd name="connsiteY2040" fmla="*/ 3568051 h 6857801"/>
              <a:gd name="connsiteX2041" fmla="*/ 3451682 w 12184003"/>
              <a:gd name="connsiteY2041" fmla="*/ 3748603 h 6857801"/>
              <a:gd name="connsiteX2042" fmla="*/ 3459881 w 12184003"/>
              <a:gd name="connsiteY2042" fmla="*/ 3751996 h 6857801"/>
              <a:gd name="connsiteX2043" fmla="*/ 3459881 w 12184003"/>
              <a:gd name="connsiteY2043" fmla="*/ 3815500 h 6857801"/>
              <a:gd name="connsiteX2044" fmla="*/ 3428132 w 12184003"/>
              <a:gd name="connsiteY2044" fmla="*/ 3828639 h 6857801"/>
              <a:gd name="connsiteX2045" fmla="*/ 3404127 w 12184003"/>
              <a:gd name="connsiteY2045" fmla="*/ 3818705 h 6857801"/>
              <a:gd name="connsiteX2046" fmla="*/ 3310976 w 12184003"/>
              <a:gd name="connsiteY2046" fmla="*/ 3911852 h 6857801"/>
              <a:gd name="connsiteX2047" fmla="*/ 3625685 w 12184003"/>
              <a:gd name="connsiteY2047" fmla="*/ 3911852 h 6857801"/>
              <a:gd name="connsiteX2048" fmla="*/ 3798739 w 12184003"/>
              <a:gd name="connsiteY2048" fmla="*/ 3737712 h 6857801"/>
              <a:gd name="connsiteX2049" fmla="*/ 3799580 w 12184003"/>
              <a:gd name="connsiteY2049" fmla="*/ 3735572 h 6857801"/>
              <a:gd name="connsiteX2050" fmla="*/ 3801763 w 12184003"/>
              <a:gd name="connsiteY2050" fmla="*/ 3734670 h 6857801"/>
              <a:gd name="connsiteX2051" fmla="*/ 3873757 w 12184003"/>
              <a:gd name="connsiteY2051" fmla="*/ 3662213 h 6857801"/>
              <a:gd name="connsiteX2052" fmla="*/ 4186014 w 12184003"/>
              <a:gd name="connsiteY2052" fmla="*/ 3662213 h 6857801"/>
              <a:gd name="connsiteX2053" fmla="*/ 4195651 w 12184003"/>
              <a:gd name="connsiteY2053" fmla="*/ 3638126 h 6857801"/>
              <a:gd name="connsiteX2054" fmla="*/ 4228446 w 12184003"/>
              <a:gd name="connsiteY2054" fmla="*/ 3624987 h 6857801"/>
              <a:gd name="connsiteX2055" fmla="*/ 4246298 w 12184003"/>
              <a:gd name="connsiteY2055" fmla="*/ 3632129 h 6857801"/>
              <a:gd name="connsiteX2056" fmla="*/ 4376436 w 12184003"/>
              <a:gd name="connsiteY2056" fmla="*/ 3501428 h 6857801"/>
              <a:gd name="connsiteX2057" fmla="*/ 4134273 w 12184003"/>
              <a:gd name="connsiteY2057" fmla="*/ 3257105 h 6857801"/>
              <a:gd name="connsiteX2058" fmla="*/ 3632883 w 12184003"/>
              <a:gd name="connsiteY2058" fmla="*/ 3257105 h 6857801"/>
              <a:gd name="connsiteX2059" fmla="*/ 3624125 w 12184003"/>
              <a:gd name="connsiteY2059" fmla="*/ 3279048 h 6857801"/>
              <a:gd name="connsiteX2060" fmla="*/ 3591283 w 12184003"/>
              <a:gd name="connsiteY2060" fmla="*/ 3292147 h 6857801"/>
              <a:gd name="connsiteX2061" fmla="*/ 3558437 w 12184003"/>
              <a:gd name="connsiteY2061" fmla="*/ 3279048 h 6857801"/>
              <a:gd name="connsiteX2062" fmla="*/ 3547051 w 12184003"/>
              <a:gd name="connsiteY2062" fmla="*/ 3250581 h 6857801"/>
              <a:gd name="connsiteX2063" fmla="*/ 8636952 w 12184003"/>
              <a:gd name="connsiteY2063" fmla="*/ 3250532 h 6857801"/>
              <a:gd name="connsiteX2064" fmla="*/ 8625565 w 12184003"/>
              <a:gd name="connsiteY2064" fmla="*/ 3279002 h 6857801"/>
              <a:gd name="connsiteX2065" fmla="*/ 8592717 w 12184003"/>
              <a:gd name="connsiteY2065" fmla="*/ 3292138 h 6857801"/>
              <a:gd name="connsiteX2066" fmla="*/ 8559870 w 12184003"/>
              <a:gd name="connsiteY2066" fmla="*/ 3279002 h 6857801"/>
              <a:gd name="connsiteX2067" fmla="*/ 8551111 w 12184003"/>
              <a:gd name="connsiteY2067" fmla="*/ 3257102 h 6857801"/>
              <a:gd name="connsiteX2068" fmla="*/ 8049703 w 12184003"/>
              <a:gd name="connsiteY2068" fmla="*/ 3257102 h 6857801"/>
              <a:gd name="connsiteX2069" fmla="*/ 7806578 w 12184003"/>
              <a:gd name="connsiteY2069" fmla="*/ 3502358 h 6857801"/>
              <a:gd name="connsiteX2070" fmla="*/ 7729933 w 12184003"/>
              <a:gd name="connsiteY2070" fmla="*/ 3502358 h 6857801"/>
              <a:gd name="connsiteX2071" fmla="*/ 7916797 w 12184003"/>
              <a:gd name="connsiteY2071" fmla="*/ 3689222 h 6857801"/>
              <a:gd name="connsiteX2072" fmla="*/ 7909498 w 12184003"/>
              <a:gd name="connsiteY2072" fmla="*/ 3670973 h 6857801"/>
              <a:gd name="connsiteX2073" fmla="*/ 7955484 w 12184003"/>
              <a:gd name="connsiteY2073" fmla="*/ 3624987 h 6857801"/>
              <a:gd name="connsiteX2074" fmla="*/ 7988331 w 12184003"/>
              <a:gd name="connsiteY2074" fmla="*/ 3638126 h 6857801"/>
              <a:gd name="connsiteX2075" fmla="*/ 7997966 w 12184003"/>
              <a:gd name="connsiteY2075" fmla="*/ 3662213 h 6857801"/>
              <a:gd name="connsiteX2076" fmla="*/ 8310233 w 12184003"/>
              <a:gd name="connsiteY2076" fmla="*/ 3662213 h 6857801"/>
              <a:gd name="connsiteX2077" fmla="*/ 8382241 w 12184003"/>
              <a:gd name="connsiteY2077" fmla="*/ 3734674 h 6857801"/>
              <a:gd name="connsiteX2078" fmla="*/ 8384413 w 12184003"/>
              <a:gd name="connsiteY2078" fmla="*/ 3735572 h 6857801"/>
              <a:gd name="connsiteX2079" fmla="*/ 8385250 w 12184003"/>
              <a:gd name="connsiteY2079" fmla="*/ 3737701 h 6857801"/>
              <a:gd name="connsiteX2080" fmla="*/ 8558311 w 12184003"/>
              <a:gd name="connsiteY2080" fmla="*/ 3911852 h 6857801"/>
              <a:gd name="connsiteX2081" fmla="*/ 8794986 w 12184003"/>
              <a:gd name="connsiteY2081" fmla="*/ 3911852 h 6857801"/>
              <a:gd name="connsiteX2082" fmla="*/ 8701169 w 12184003"/>
              <a:gd name="connsiteY2082" fmla="*/ 3818648 h 6857801"/>
              <a:gd name="connsiteX2083" fmla="*/ 8677026 w 12184003"/>
              <a:gd name="connsiteY2083" fmla="*/ 3828639 h 6857801"/>
              <a:gd name="connsiteX2084" fmla="*/ 8645273 w 12184003"/>
              <a:gd name="connsiteY2084" fmla="*/ 3815500 h 6857801"/>
              <a:gd name="connsiteX2085" fmla="*/ 8645273 w 12184003"/>
              <a:gd name="connsiteY2085" fmla="*/ 3751996 h 6857801"/>
              <a:gd name="connsiteX2086" fmla="*/ 8708777 w 12184003"/>
              <a:gd name="connsiteY2086" fmla="*/ 3751996 h 6857801"/>
              <a:gd name="connsiteX2087" fmla="*/ 8721915 w 12184003"/>
              <a:gd name="connsiteY2087" fmla="*/ 3783747 h 6857801"/>
              <a:gd name="connsiteX2088" fmla="*/ 8715186 w 12184003"/>
              <a:gd name="connsiteY2088" fmla="*/ 3800011 h 6857801"/>
              <a:gd name="connsiteX2089" fmla="*/ 8827027 w 12184003"/>
              <a:gd name="connsiteY2089" fmla="*/ 3911852 h 6857801"/>
              <a:gd name="connsiteX2090" fmla="*/ 8956227 w 12184003"/>
              <a:gd name="connsiteY2090" fmla="*/ 3911852 h 6857801"/>
              <a:gd name="connsiteX2091" fmla="*/ 9041630 w 12184003"/>
              <a:gd name="connsiteY2091" fmla="*/ 3826449 h 6857801"/>
              <a:gd name="connsiteX2092" fmla="*/ 8809509 w 12184003"/>
              <a:gd name="connsiteY2092" fmla="*/ 3826449 h 6857801"/>
              <a:gd name="connsiteX2093" fmla="*/ 8553302 w 12184003"/>
              <a:gd name="connsiteY2093" fmla="*/ 3568051 h 6857801"/>
              <a:gd name="connsiteX2094" fmla="*/ 8327600 w 12184003"/>
              <a:gd name="connsiteY2094" fmla="*/ 3568051 h 6857801"/>
              <a:gd name="connsiteX2095" fmla="*/ 8322277 w 12184003"/>
              <a:gd name="connsiteY2095" fmla="*/ 3580916 h 6857801"/>
              <a:gd name="connsiteX2096" fmla="*/ 8299284 w 12184003"/>
              <a:gd name="connsiteY2096" fmla="*/ 3589949 h 6857801"/>
              <a:gd name="connsiteX2097" fmla="*/ 8266437 w 12184003"/>
              <a:gd name="connsiteY2097" fmla="*/ 3557103 h 6857801"/>
              <a:gd name="connsiteX2098" fmla="*/ 8299284 w 12184003"/>
              <a:gd name="connsiteY2098" fmla="*/ 3524256 h 6857801"/>
              <a:gd name="connsiteX2099" fmla="*/ 8322277 w 12184003"/>
              <a:gd name="connsiteY2099" fmla="*/ 3534109 h 6857801"/>
              <a:gd name="connsiteX2100" fmla="*/ 8330254 w 12184003"/>
              <a:gd name="connsiteY2100" fmla="*/ 3552723 h 6857801"/>
              <a:gd name="connsiteX2101" fmla="*/ 8559871 w 12184003"/>
              <a:gd name="connsiteY2101" fmla="*/ 3552723 h 6857801"/>
              <a:gd name="connsiteX2102" fmla="*/ 8818268 w 12184003"/>
              <a:gd name="connsiteY2102" fmla="*/ 3808930 h 6857801"/>
              <a:gd name="connsiteX2103" fmla="*/ 9059148 w 12184003"/>
              <a:gd name="connsiteY2103" fmla="*/ 3808930 h 6857801"/>
              <a:gd name="connsiteX2104" fmla="*/ 9259205 w 12184003"/>
              <a:gd name="connsiteY2104" fmla="*/ 3608872 h 6857801"/>
              <a:gd name="connsiteX2105" fmla="*/ 9251850 w 12184003"/>
              <a:gd name="connsiteY2105" fmla="*/ 3592140 h 6857801"/>
              <a:gd name="connsiteX2106" fmla="*/ 9284697 w 12184003"/>
              <a:gd name="connsiteY2106" fmla="*/ 3559292 h 6857801"/>
              <a:gd name="connsiteX2107" fmla="*/ 9307690 w 12184003"/>
              <a:gd name="connsiteY2107" fmla="*/ 3569146 h 6857801"/>
              <a:gd name="connsiteX2108" fmla="*/ 9314729 w 12184003"/>
              <a:gd name="connsiteY2108" fmla="*/ 3585570 h 6857801"/>
              <a:gd name="connsiteX2109" fmla="*/ 9935071 w 12184003"/>
              <a:gd name="connsiteY2109" fmla="*/ 3585570 h 6857801"/>
              <a:gd name="connsiteX2110" fmla="*/ 9913173 w 12184003"/>
              <a:gd name="connsiteY2110" fmla="*/ 3563672 h 6857801"/>
              <a:gd name="connsiteX2111" fmla="*/ 9508056 w 12184003"/>
              <a:gd name="connsiteY2111" fmla="*/ 3563672 h 6857801"/>
              <a:gd name="connsiteX2112" fmla="*/ 9378611 w 12184003"/>
              <a:gd name="connsiteY2112" fmla="*/ 3434473 h 6857801"/>
              <a:gd name="connsiteX2113" fmla="*/ 8936517 w 12184003"/>
              <a:gd name="connsiteY2113" fmla="*/ 3434473 h 6857801"/>
              <a:gd name="connsiteX2114" fmla="*/ 8775885 w 12184003"/>
              <a:gd name="connsiteY2114" fmla="*/ 3273844 h 6857801"/>
              <a:gd name="connsiteX2115" fmla="*/ 8770092 w 12184003"/>
              <a:gd name="connsiteY2115" fmla="*/ 3276809 h 6857801"/>
              <a:gd name="connsiteX2116" fmla="*/ 8746279 w 12184003"/>
              <a:gd name="connsiteY2116" fmla="*/ 3266683 h 6857801"/>
              <a:gd name="connsiteX2117" fmla="*/ 8740422 w 12184003"/>
              <a:gd name="connsiteY2117" fmla="*/ 3250532 h 6857801"/>
              <a:gd name="connsiteX2118" fmla="*/ 840879 w 12184003"/>
              <a:gd name="connsiteY2118" fmla="*/ 3230826 h 6857801"/>
              <a:gd name="connsiteX2119" fmla="*/ 902194 w 12184003"/>
              <a:gd name="connsiteY2119" fmla="*/ 3292148 h 6857801"/>
              <a:gd name="connsiteX2120" fmla="*/ 1418624 w 12184003"/>
              <a:gd name="connsiteY2120" fmla="*/ 3292148 h 6857801"/>
              <a:gd name="connsiteX2121" fmla="*/ 1357669 w 12184003"/>
              <a:gd name="connsiteY2121" fmla="*/ 3230826 h 6857801"/>
              <a:gd name="connsiteX2122" fmla="*/ 10826322 w 12184003"/>
              <a:gd name="connsiteY2122" fmla="*/ 3230824 h 6857801"/>
              <a:gd name="connsiteX2123" fmla="*/ 10765368 w 12184003"/>
              <a:gd name="connsiteY2123" fmla="*/ 3292141 h 6857801"/>
              <a:gd name="connsiteX2124" fmla="*/ 11281801 w 12184003"/>
              <a:gd name="connsiteY2124" fmla="*/ 3292141 h 6857801"/>
              <a:gd name="connsiteX2125" fmla="*/ 11343117 w 12184003"/>
              <a:gd name="connsiteY2125" fmla="*/ 3230824 h 6857801"/>
              <a:gd name="connsiteX2126" fmla="*/ 1526286 w 12184003"/>
              <a:gd name="connsiteY2126" fmla="*/ 3145425 h 6857801"/>
              <a:gd name="connsiteX2127" fmla="*/ 1746530 w 12184003"/>
              <a:gd name="connsiteY2127" fmla="*/ 3365663 h 6857801"/>
              <a:gd name="connsiteX2128" fmla="*/ 1891990 w 12184003"/>
              <a:gd name="connsiteY2128" fmla="*/ 3220573 h 6857801"/>
              <a:gd name="connsiteX2129" fmla="*/ 1817529 w 12184003"/>
              <a:gd name="connsiteY2129" fmla="*/ 3145425 h 6857801"/>
              <a:gd name="connsiteX2130" fmla="*/ 10366463 w 12184003"/>
              <a:gd name="connsiteY2130" fmla="*/ 3145422 h 6857801"/>
              <a:gd name="connsiteX2131" fmla="*/ 10292002 w 12184003"/>
              <a:gd name="connsiteY2131" fmla="*/ 3220571 h 6857801"/>
              <a:gd name="connsiteX2132" fmla="*/ 10437463 w 12184003"/>
              <a:gd name="connsiteY2132" fmla="*/ 3365666 h 6857801"/>
              <a:gd name="connsiteX2133" fmla="*/ 10657708 w 12184003"/>
              <a:gd name="connsiteY2133" fmla="*/ 3145422 h 6857801"/>
              <a:gd name="connsiteX2134" fmla="*/ 3551867 w 12184003"/>
              <a:gd name="connsiteY2134" fmla="*/ 3130141 h 6857801"/>
              <a:gd name="connsiteX2135" fmla="*/ 3446764 w 12184003"/>
              <a:gd name="connsiteY2135" fmla="*/ 3235246 h 6857801"/>
              <a:gd name="connsiteX2136" fmla="*/ 3547578 w 12184003"/>
              <a:gd name="connsiteY2136" fmla="*/ 3235246 h 6857801"/>
              <a:gd name="connsiteX2137" fmla="*/ 3549096 w 12184003"/>
              <a:gd name="connsiteY2137" fmla="*/ 3227886 h 6857801"/>
              <a:gd name="connsiteX2138" fmla="*/ 3591283 w 12184003"/>
              <a:gd name="connsiteY2138" fmla="*/ 3200215 h 6857801"/>
              <a:gd name="connsiteX2139" fmla="*/ 3624125 w 12184003"/>
              <a:gd name="connsiteY2139" fmla="*/ 3213318 h 6857801"/>
              <a:gd name="connsiteX2140" fmla="*/ 3632007 w 12184003"/>
              <a:gd name="connsiteY2140" fmla="*/ 3233059 h 6857801"/>
              <a:gd name="connsiteX2141" fmla="*/ 4440868 w 12184003"/>
              <a:gd name="connsiteY2141" fmla="*/ 3233059 h 6857801"/>
              <a:gd name="connsiteX2142" fmla="*/ 4337940 w 12184003"/>
              <a:gd name="connsiteY2142" fmla="*/ 3130141 h 6857801"/>
              <a:gd name="connsiteX2143" fmla="*/ 3416105 w 12184003"/>
              <a:gd name="connsiteY2143" fmla="*/ 3130141 h 6857801"/>
              <a:gd name="connsiteX2144" fmla="*/ 3162085 w 12184003"/>
              <a:gd name="connsiteY2144" fmla="*/ 3384112 h 6857801"/>
              <a:gd name="connsiteX2145" fmla="*/ 2855860 w 12184003"/>
              <a:gd name="connsiteY2145" fmla="*/ 3384112 h 6857801"/>
              <a:gd name="connsiteX2146" fmla="*/ 2849279 w 12184003"/>
              <a:gd name="connsiteY2146" fmla="*/ 3390679 h 6857801"/>
              <a:gd name="connsiteX2147" fmla="*/ 3227785 w 12184003"/>
              <a:gd name="connsiteY2147" fmla="*/ 3390679 h 6857801"/>
              <a:gd name="connsiteX2148" fmla="*/ 3384346 w 12184003"/>
              <a:gd name="connsiteY2148" fmla="*/ 3234160 h 6857801"/>
              <a:gd name="connsiteX2149" fmla="*/ 3390920 w 12184003"/>
              <a:gd name="connsiteY2149" fmla="*/ 3218831 h 6857801"/>
              <a:gd name="connsiteX2150" fmla="*/ 3406259 w 12184003"/>
              <a:gd name="connsiteY2150" fmla="*/ 3212215 h 6857801"/>
              <a:gd name="connsiteX2151" fmla="*/ 3488365 w 12184003"/>
              <a:gd name="connsiteY2151" fmla="*/ 3130141 h 6857801"/>
              <a:gd name="connsiteX2152" fmla="*/ 8695637 w 12184003"/>
              <a:gd name="connsiteY2152" fmla="*/ 3130094 h 6857801"/>
              <a:gd name="connsiteX2153" fmla="*/ 8777754 w 12184003"/>
              <a:gd name="connsiteY2153" fmla="*/ 3212215 h 6857801"/>
              <a:gd name="connsiteX2154" fmla="*/ 8793086 w 12184003"/>
              <a:gd name="connsiteY2154" fmla="*/ 3218786 h 6857801"/>
              <a:gd name="connsiteX2155" fmla="*/ 8799655 w 12184003"/>
              <a:gd name="connsiteY2155" fmla="*/ 3234112 h 6857801"/>
              <a:gd name="connsiteX2156" fmla="*/ 8956226 w 12184003"/>
              <a:gd name="connsiteY2156" fmla="*/ 3390679 h 6857801"/>
              <a:gd name="connsiteX2157" fmla="*/ 9334730 w 12184003"/>
              <a:gd name="connsiteY2157" fmla="*/ 3390679 h 6857801"/>
              <a:gd name="connsiteX2158" fmla="*/ 9328150 w 12184003"/>
              <a:gd name="connsiteY2158" fmla="*/ 3384112 h 6857801"/>
              <a:gd name="connsiteX2159" fmla="*/ 9024110 w 12184003"/>
              <a:gd name="connsiteY2159" fmla="*/ 3384112 h 6857801"/>
              <a:gd name="connsiteX2160" fmla="*/ 8768998 w 12184003"/>
              <a:gd name="connsiteY2160" fmla="*/ 3130094 h 6857801"/>
              <a:gd name="connsiteX2161" fmla="*/ 7845994 w 12184003"/>
              <a:gd name="connsiteY2161" fmla="*/ 3130094 h 6857801"/>
              <a:gd name="connsiteX2162" fmla="*/ 7743073 w 12184003"/>
              <a:gd name="connsiteY2162" fmla="*/ 3233012 h 6857801"/>
              <a:gd name="connsiteX2163" fmla="*/ 8551986 w 12184003"/>
              <a:gd name="connsiteY2163" fmla="*/ 3233012 h 6857801"/>
              <a:gd name="connsiteX2164" fmla="*/ 8559870 w 12184003"/>
              <a:gd name="connsiteY2164" fmla="*/ 3213306 h 6857801"/>
              <a:gd name="connsiteX2165" fmla="*/ 8592717 w 12184003"/>
              <a:gd name="connsiteY2165" fmla="*/ 3200166 h 6857801"/>
              <a:gd name="connsiteX2166" fmla="*/ 8634906 w 12184003"/>
              <a:gd name="connsiteY2166" fmla="*/ 3227886 h 6857801"/>
              <a:gd name="connsiteX2167" fmla="*/ 8636428 w 12184003"/>
              <a:gd name="connsiteY2167" fmla="*/ 3235203 h 6857801"/>
              <a:gd name="connsiteX2168" fmla="*/ 8737244 w 12184003"/>
              <a:gd name="connsiteY2168" fmla="*/ 3235203 h 6857801"/>
              <a:gd name="connsiteX2169" fmla="*/ 8632132 w 12184003"/>
              <a:gd name="connsiteY2169" fmla="*/ 3130094 h 6857801"/>
              <a:gd name="connsiteX2170" fmla="*/ 2308051 w 12184003"/>
              <a:gd name="connsiteY2170" fmla="*/ 3123571 h 6857801"/>
              <a:gd name="connsiteX2171" fmla="*/ 2294911 w 12184003"/>
              <a:gd name="connsiteY2171" fmla="*/ 3136665 h 6857801"/>
              <a:gd name="connsiteX2172" fmla="*/ 2756094 w 12184003"/>
              <a:gd name="connsiteY2172" fmla="*/ 3136665 h 6857801"/>
              <a:gd name="connsiteX2173" fmla="*/ 2750842 w 12184003"/>
              <a:gd name="connsiteY2173" fmla="*/ 3123571 h 6857801"/>
              <a:gd name="connsiteX2174" fmla="*/ 2141628 w 12184003"/>
              <a:gd name="connsiteY2174" fmla="*/ 3123571 h 6857801"/>
              <a:gd name="connsiteX2175" fmla="*/ 2154765 w 12184003"/>
              <a:gd name="connsiteY2175" fmla="*/ 3136665 h 6857801"/>
              <a:gd name="connsiteX2176" fmla="*/ 2246734 w 12184003"/>
              <a:gd name="connsiteY2176" fmla="*/ 3136665 h 6857801"/>
              <a:gd name="connsiteX2177" fmla="*/ 2259871 w 12184003"/>
              <a:gd name="connsiteY2177" fmla="*/ 3123571 h 6857801"/>
              <a:gd name="connsiteX2178" fmla="*/ 2054033 w 12184003"/>
              <a:gd name="connsiteY2178" fmla="*/ 3123571 h 6857801"/>
              <a:gd name="connsiteX2179" fmla="*/ 1948919 w 12184003"/>
              <a:gd name="connsiteY2179" fmla="*/ 3228645 h 6857801"/>
              <a:gd name="connsiteX2180" fmla="*/ 2051841 w 12184003"/>
              <a:gd name="connsiteY2180" fmla="*/ 3331554 h 6857801"/>
              <a:gd name="connsiteX2181" fmla="*/ 2231407 w 12184003"/>
              <a:gd name="connsiteY2181" fmla="*/ 3151993 h 6857801"/>
              <a:gd name="connsiteX2182" fmla="*/ 2148195 w 12184003"/>
              <a:gd name="connsiteY2182" fmla="*/ 3151993 h 6857801"/>
              <a:gd name="connsiteX2183" fmla="*/ 2119727 w 12184003"/>
              <a:gd name="connsiteY2183" fmla="*/ 3123571 h 6857801"/>
              <a:gd name="connsiteX2184" fmla="*/ 10064269 w 12184003"/>
              <a:gd name="connsiteY2184" fmla="*/ 3123525 h 6857801"/>
              <a:gd name="connsiteX2185" fmla="*/ 10035802 w 12184003"/>
              <a:gd name="connsiteY2185" fmla="*/ 3151991 h 6857801"/>
              <a:gd name="connsiteX2186" fmla="*/ 9953538 w 12184003"/>
              <a:gd name="connsiteY2186" fmla="*/ 3151991 h 6857801"/>
              <a:gd name="connsiteX2187" fmla="*/ 10132402 w 12184003"/>
              <a:gd name="connsiteY2187" fmla="*/ 3331468 h 6857801"/>
              <a:gd name="connsiteX2188" fmla="*/ 10235628 w 12184003"/>
              <a:gd name="connsiteY2188" fmla="*/ 3229189 h 6857801"/>
              <a:gd name="connsiteX2189" fmla="*/ 10129963 w 12184003"/>
              <a:gd name="connsiteY2189" fmla="*/ 3123525 h 6857801"/>
              <a:gd name="connsiteX2190" fmla="*/ 9925168 w 12184003"/>
              <a:gd name="connsiteY2190" fmla="*/ 3123525 h 6857801"/>
              <a:gd name="connsiteX2191" fmla="*/ 9938262 w 12184003"/>
              <a:gd name="connsiteY2191" fmla="*/ 3136665 h 6857801"/>
              <a:gd name="connsiteX2192" fmla="*/ 10029232 w 12184003"/>
              <a:gd name="connsiteY2192" fmla="*/ 3136665 h 6857801"/>
              <a:gd name="connsiteX2193" fmla="*/ 10042371 w 12184003"/>
              <a:gd name="connsiteY2193" fmla="*/ 3123525 h 6857801"/>
              <a:gd name="connsiteX2194" fmla="*/ 9433167 w 12184003"/>
              <a:gd name="connsiteY2194" fmla="*/ 3123525 h 6857801"/>
              <a:gd name="connsiteX2195" fmla="*/ 9427912 w 12184003"/>
              <a:gd name="connsiteY2195" fmla="*/ 3136665 h 6857801"/>
              <a:gd name="connsiteX2196" fmla="*/ 9889085 w 12184003"/>
              <a:gd name="connsiteY2196" fmla="*/ 3136665 h 6857801"/>
              <a:gd name="connsiteX2197" fmla="*/ 9875946 w 12184003"/>
              <a:gd name="connsiteY2197" fmla="*/ 3123525 h 6857801"/>
              <a:gd name="connsiteX2198" fmla="*/ 4751814 w 12184003"/>
              <a:gd name="connsiteY2198" fmla="*/ 3092874 h 6857801"/>
              <a:gd name="connsiteX2199" fmla="*/ 4821890 w 12184003"/>
              <a:gd name="connsiteY2199" fmla="*/ 3162990 h 6857801"/>
              <a:gd name="connsiteX2200" fmla="*/ 4819927 w 12184003"/>
              <a:gd name="connsiteY2200" fmla="*/ 3434647 h 6857801"/>
              <a:gd name="connsiteX2201" fmla="*/ 4845972 w 12184003"/>
              <a:gd name="connsiteY2201" fmla="*/ 3445423 h 6857801"/>
              <a:gd name="connsiteX2202" fmla="*/ 4845972 w 12184003"/>
              <a:gd name="connsiteY2202" fmla="*/ 3508927 h 6857801"/>
              <a:gd name="connsiteX2203" fmla="*/ 4840058 w 12184003"/>
              <a:gd name="connsiteY2203" fmla="*/ 3511375 h 6857801"/>
              <a:gd name="connsiteX2204" fmla="*/ 4900718 w 12184003"/>
              <a:gd name="connsiteY2204" fmla="*/ 3572431 h 6857801"/>
              <a:gd name="connsiteX2205" fmla="*/ 5112475 w 12184003"/>
              <a:gd name="connsiteY2205" fmla="*/ 3572431 h 6857801"/>
              <a:gd name="connsiteX2206" fmla="*/ 5257668 w 12184003"/>
              <a:gd name="connsiteY2206" fmla="*/ 3425719 h 6857801"/>
              <a:gd name="connsiteX2207" fmla="*/ 5257668 w 12184003"/>
              <a:gd name="connsiteY2207" fmla="*/ 3324987 h 6857801"/>
              <a:gd name="connsiteX2208" fmla="*/ 5069345 w 12184003"/>
              <a:gd name="connsiteY2208" fmla="*/ 3324987 h 6857801"/>
              <a:gd name="connsiteX2209" fmla="*/ 4837217 w 12184003"/>
              <a:gd name="connsiteY2209" fmla="*/ 3092874 h 6857801"/>
              <a:gd name="connsiteX2210" fmla="*/ 3589095 w 12184003"/>
              <a:gd name="connsiteY2210" fmla="*/ 3092874 h 6857801"/>
              <a:gd name="connsiteX2211" fmla="*/ 3584715 w 12184003"/>
              <a:gd name="connsiteY2211" fmla="*/ 3097294 h 6857801"/>
              <a:gd name="connsiteX2212" fmla="*/ 4351079 w 12184003"/>
              <a:gd name="connsiteY2212" fmla="*/ 3097294 h 6857801"/>
              <a:gd name="connsiteX2213" fmla="*/ 4486861 w 12184003"/>
              <a:gd name="connsiteY2213" fmla="*/ 3233059 h 6857801"/>
              <a:gd name="connsiteX2214" fmla="*/ 4563493 w 12184003"/>
              <a:gd name="connsiteY2214" fmla="*/ 3233059 h 6857801"/>
              <a:gd name="connsiteX2215" fmla="*/ 4598303 w 12184003"/>
              <a:gd name="connsiteY2215" fmla="*/ 3268091 h 6857801"/>
              <a:gd name="connsiteX2216" fmla="*/ 4714779 w 12184003"/>
              <a:gd name="connsiteY2216" fmla="*/ 3268091 h 6857801"/>
              <a:gd name="connsiteX2217" fmla="*/ 4724440 w 12184003"/>
              <a:gd name="connsiteY2217" fmla="*/ 3253822 h 6857801"/>
              <a:gd name="connsiteX2218" fmla="*/ 4758382 w 12184003"/>
              <a:gd name="connsiteY2218" fmla="*/ 3239585 h 6857801"/>
              <a:gd name="connsiteX2219" fmla="*/ 4792327 w 12184003"/>
              <a:gd name="connsiteY2219" fmla="*/ 3253822 h 6857801"/>
              <a:gd name="connsiteX2220" fmla="*/ 4797804 w 12184003"/>
              <a:gd name="connsiteY2220" fmla="*/ 3261927 h 6857801"/>
              <a:gd name="connsiteX2221" fmla="*/ 4797804 w 12184003"/>
              <a:gd name="connsiteY2221" fmla="*/ 3171749 h 6857801"/>
              <a:gd name="connsiteX2222" fmla="*/ 4718964 w 12184003"/>
              <a:gd name="connsiteY2222" fmla="*/ 3092874 h 6857801"/>
              <a:gd name="connsiteX2223" fmla="*/ 7403616 w 12184003"/>
              <a:gd name="connsiteY2223" fmla="*/ 3092868 h 6857801"/>
              <a:gd name="connsiteX2224" fmla="*/ 7386134 w 12184003"/>
              <a:gd name="connsiteY2224" fmla="*/ 3110385 h 6857801"/>
              <a:gd name="connsiteX2225" fmla="*/ 7386134 w 12184003"/>
              <a:gd name="connsiteY2225" fmla="*/ 3261884 h 6857801"/>
              <a:gd name="connsiteX2226" fmla="*/ 7391609 w 12184003"/>
              <a:gd name="connsiteY2226" fmla="*/ 3253815 h 6857801"/>
              <a:gd name="connsiteX2227" fmla="*/ 7425550 w 12184003"/>
              <a:gd name="connsiteY2227" fmla="*/ 3239583 h 6857801"/>
              <a:gd name="connsiteX2228" fmla="*/ 7459493 w 12184003"/>
              <a:gd name="connsiteY2228" fmla="*/ 3253815 h 6857801"/>
              <a:gd name="connsiteX2229" fmla="*/ 7469153 w 12184003"/>
              <a:gd name="connsiteY2229" fmla="*/ 3268051 h 6857801"/>
              <a:gd name="connsiteX2230" fmla="*/ 7585633 w 12184003"/>
              <a:gd name="connsiteY2230" fmla="*/ 3268051 h 6857801"/>
              <a:gd name="connsiteX2231" fmla="*/ 7620443 w 12184003"/>
              <a:gd name="connsiteY2231" fmla="*/ 3233012 h 6857801"/>
              <a:gd name="connsiteX2232" fmla="*/ 7697087 w 12184003"/>
              <a:gd name="connsiteY2232" fmla="*/ 3233012 h 6857801"/>
              <a:gd name="connsiteX2233" fmla="*/ 7832855 w 12184003"/>
              <a:gd name="connsiteY2233" fmla="*/ 3097248 h 6857801"/>
              <a:gd name="connsiteX2234" fmla="*/ 8599285 w 12184003"/>
              <a:gd name="connsiteY2234" fmla="*/ 3097248 h 6857801"/>
              <a:gd name="connsiteX2235" fmla="*/ 8594907 w 12184003"/>
              <a:gd name="connsiteY2235" fmla="*/ 3092868 h 6857801"/>
              <a:gd name="connsiteX2236" fmla="*/ 2086881 w 12184003"/>
              <a:gd name="connsiteY2236" fmla="*/ 3090681 h 6857801"/>
              <a:gd name="connsiteX2237" fmla="*/ 2075933 w 12184003"/>
              <a:gd name="connsiteY2237" fmla="*/ 3101634 h 6857801"/>
              <a:gd name="connsiteX2238" fmla="*/ 2097824 w 12184003"/>
              <a:gd name="connsiteY2238" fmla="*/ 3101634 h 6857801"/>
              <a:gd name="connsiteX2239" fmla="*/ 10097115 w 12184003"/>
              <a:gd name="connsiteY2239" fmla="*/ 3090678 h 6857801"/>
              <a:gd name="connsiteX2240" fmla="*/ 10086166 w 12184003"/>
              <a:gd name="connsiteY2240" fmla="*/ 3101628 h 6857801"/>
              <a:gd name="connsiteX2241" fmla="*/ 10108064 w 12184003"/>
              <a:gd name="connsiteY2241" fmla="*/ 3101628 h 6857801"/>
              <a:gd name="connsiteX2242" fmla="*/ 3464250 w 12184003"/>
              <a:gd name="connsiteY2242" fmla="*/ 3081951 h 6857801"/>
              <a:gd name="connsiteX2243" fmla="*/ 3448947 w 12184003"/>
              <a:gd name="connsiteY2243" fmla="*/ 3097294 h 6857801"/>
              <a:gd name="connsiteX2244" fmla="*/ 3521214 w 12184003"/>
              <a:gd name="connsiteY2244" fmla="*/ 3097294 h 6857801"/>
              <a:gd name="connsiteX2245" fmla="*/ 3525597 w 12184003"/>
              <a:gd name="connsiteY2245" fmla="*/ 3092874 h 6857801"/>
              <a:gd name="connsiteX2246" fmla="*/ 3475232 w 12184003"/>
              <a:gd name="connsiteY2246" fmla="*/ 3092874 h 6857801"/>
              <a:gd name="connsiteX2247" fmla="*/ 8720200 w 12184003"/>
              <a:gd name="connsiteY2247" fmla="*/ 3081506 h 6857801"/>
              <a:gd name="connsiteX2248" fmla="*/ 8708777 w 12184003"/>
              <a:gd name="connsiteY2248" fmla="*/ 3092868 h 6857801"/>
              <a:gd name="connsiteX2249" fmla="*/ 8658412 w 12184003"/>
              <a:gd name="connsiteY2249" fmla="*/ 3092868 h 6857801"/>
              <a:gd name="connsiteX2250" fmla="*/ 8662790 w 12184003"/>
              <a:gd name="connsiteY2250" fmla="*/ 3097248 h 6857801"/>
              <a:gd name="connsiteX2251" fmla="*/ 8736009 w 12184003"/>
              <a:gd name="connsiteY2251" fmla="*/ 3097248 h 6857801"/>
              <a:gd name="connsiteX2252" fmla="*/ 8964466 w 12184003"/>
              <a:gd name="connsiteY2252" fmla="*/ 3021123 h 6857801"/>
              <a:gd name="connsiteX2253" fmla="*/ 8855494 w 12184003"/>
              <a:gd name="connsiteY2253" fmla="*/ 3130094 h 6857801"/>
              <a:gd name="connsiteX2254" fmla="*/ 8818269 w 12184003"/>
              <a:gd name="connsiteY2254" fmla="*/ 3130094 h 6857801"/>
              <a:gd name="connsiteX2255" fmla="*/ 9037249 w 12184003"/>
              <a:gd name="connsiteY2255" fmla="*/ 3349073 h 6857801"/>
              <a:gd name="connsiteX2256" fmla="*/ 9293045 w 12184003"/>
              <a:gd name="connsiteY2256" fmla="*/ 3349073 h 6857801"/>
              <a:gd name="connsiteX2257" fmla="*/ 3220245 w 12184003"/>
              <a:gd name="connsiteY2257" fmla="*/ 3020423 h 6857801"/>
              <a:gd name="connsiteX2258" fmla="*/ 2890964 w 12184003"/>
              <a:gd name="connsiteY2258" fmla="*/ 3349073 h 6857801"/>
              <a:gd name="connsiteX2259" fmla="*/ 3146756 w 12184003"/>
              <a:gd name="connsiteY2259" fmla="*/ 3349073 h 6857801"/>
              <a:gd name="connsiteX2260" fmla="*/ 3365737 w 12184003"/>
              <a:gd name="connsiteY2260" fmla="*/ 3130141 h 6857801"/>
              <a:gd name="connsiteX2261" fmla="*/ 3330700 w 12184003"/>
              <a:gd name="connsiteY2261" fmla="*/ 3130141 h 6857801"/>
              <a:gd name="connsiteX2262" fmla="*/ 1727752 w 12184003"/>
              <a:gd name="connsiteY2262" fmla="*/ 2941812 h 6857801"/>
              <a:gd name="connsiteX2263" fmla="*/ 1887607 w 12184003"/>
              <a:gd name="connsiteY2263" fmla="*/ 3101634 h 6857801"/>
              <a:gd name="connsiteX2264" fmla="*/ 2011243 w 12184003"/>
              <a:gd name="connsiteY2264" fmla="*/ 3101634 h 6857801"/>
              <a:gd name="connsiteX2265" fmla="*/ 2054587 w 12184003"/>
              <a:gd name="connsiteY2265" fmla="*/ 3058398 h 6857801"/>
              <a:gd name="connsiteX2266" fmla="*/ 1952281 w 12184003"/>
              <a:gd name="connsiteY2266" fmla="*/ 2956126 h 6857801"/>
              <a:gd name="connsiteX2267" fmla="*/ 1944536 w 12184003"/>
              <a:gd name="connsiteY2267" fmla="*/ 2959329 h 6857801"/>
              <a:gd name="connsiteX2268" fmla="*/ 1919626 w 12184003"/>
              <a:gd name="connsiteY2268" fmla="*/ 2950302 h 6857801"/>
              <a:gd name="connsiteX2269" fmla="*/ 1916017 w 12184003"/>
              <a:gd name="connsiteY2269" fmla="*/ 2941812 h 6857801"/>
              <a:gd name="connsiteX2270" fmla="*/ 10267969 w 12184003"/>
              <a:gd name="connsiteY2270" fmla="*/ 2941777 h 6857801"/>
              <a:gd name="connsiteX2271" fmla="*/ 10264363 w 12184003"/>
              <a:gd name="connsiteY2271" fmla="*/ 2950256 h 6857801"/>
              <a:gd name="connsiteX2272" fmla="*/ 10239453 w 12184003"/>
              <a:gd name="connsiteY2272" fmla="*/ 2959292 h 6857801"/>
              <a:gd name="connsiteX2273" fmla="*/ 10231712 w 12184003"/>
              <a:gd name="connsiteY2273" fmla="*/ 2956085 h 6857801"/>
              <a:gd name="connsiteX2274" fmla="*/ 10129406 w 12184003"/>
              <a:gd name="connsiteY2274" fmla="*/ 3058392 h 6857801"/>
              <a:gd name="connsiteX2275" fmla="*/ 10172756 w 12184003"/>
              <a:gd name="connsiteY2275" fmla="*/ 3101628 h 6857801"/>
              <a:gd name="connsiteX2276" fmla="*/ 10296388 w 12184003"/>
              <a:gd name="connsiteY2276" fmla="*/ 3101628 h 6857801"/>
              <a:gd name="connsiteX2277" fmla="*/ 10456248 w 12184003"/>
              <a:gd name="connsiteY2277" fmla="*/ 2941777 h 6857801"/>
              <a:gd name="connsiteX2278" fmla="*/ 3311169 w 12184003"/>
              <a:gd name="connsiteY2278" fmla="*/ 2929709 h 6857801"/>
              <a:gd name="connsiteX2279" fmla="*/ 3244008 w 12184003"/>
              <a:gd name="connsiteY2279" fmla="*/ 2996707 h 6857801"/>
              <a:gd name="connsiteX2280" fmla="*/ 3343840 w 12184003"/>
              <a:gd name="connsiteY2280" fmla="*/ 3097294 h 6857801"/>
              <a:gd name="connsiteX2281" fmla="*/ 3398585 w 12184003"/>
              <a:gd name="connsiteY2281" fmla="*/ 3097294 h 6857801"/>
              <a:gd name="connsiteX2282" fmla="*/ 3439005 w 12184003"/>
              <a:gd name="connsiteY2282" fmla="*/ 3056828 h 6857801"/>
              <a:gd name="connsiteX2283" fmla="*/ 8872838 w 12184003"/>
              <a:gd name="connsiteY2283" fmla="*/ 2929668 h 6857801"/>
              <a:gd name="connsiteX2284" fmla="*/ 8745006 w 12184003"/>
              <a:gd name="connsiteY2284" fmla="*/ 3056840 h 6857801"/>
              <a:gd name="connsiteX2285" fmla="*/ 8785422 w 12184003"/>
              <a:gd name="connsiteY2285" fmla="*/ 3097248 h 6857801"/>
              <a:gd name="connsiteX2286" fmla="*/ 8840166 w 12184003"/>
              <a:gd name="connsiteY2286" fmla="*/ 3097248 h 6857801"/>
              <a:gd name="connsiteX2287" fmla="*/ 8940355 w 12184003"/>
              <a:gd name="connsiteY2287" fmla="*/ 2997062 h 6857801"/>
              <a:gd name="connsiteX2288" fmla="*/ 3670106 w 12184003"/>
              <a:gd name="connsiteY2288" fmla="*/ 2876085 h 6857801"/>
              <a:gd name="connsiteX2289" fmla="*/ 3497123 w 12184003"/>
              <a:gd name="connsiteY2289" fmla="*/ 3049073 h 6857801"/>
              <a:gd name="connsiteX2290" fmla="*/ 3569388 w 12184003"/>
              <a:gd name="connsiteY2290" fmla="*/ 3049073 h 6857801"/>
              <a:gd name="connsiteX2291" fmla="*/ 3742376 w 12184003"/>
              <a:gd name="connsiteY2291" fmla="*/ 2876085 h 6857801"/>
              <a:gd name="connsiteX2292" fmla="*/ 8441619 w 12184003"/>
              <a:gd name="connsiteY2292" fmla="*/ 2876074 h 6857801"/>
              <a:gd name="connsiteX2293" fmla="*/ 8614616 w 12184003"/>
              <a:gd name="connsiteY2293" fmla="*/ 3049073 h 6857801"/>
              <a:gd name="connsiteX2294" fmla="*/ 8687629 w 12184003"/>
              <a:gd name="connsiteY2294" fmla="*/ 3049073 h 6857801"/>
              <a:gd name="connsiteX2295" fmla="*/ 8513885 w 12184003"/>
              <a:gd name="connsiteY2295" fmla="*/ 2876074 h 6857801"/>
              <a:gd name="connsiteX2296" fmla="*/ 1125549 w 12184003"/>
              <a:gd name="connsiteY2296" fmla="*/ 2838859 h 6857801"/>
              <a:gd name="connsiteX2297" fmla="*/ 1213143 w 12184003"/>
              <a:gd name="connsiteY2297" fmla="*/ 2926449 h 6857801"/>
              <a:gd name="connsiteX2298" fmla="*/ 1681766 w 12184003"/>
              <a:gd name="connsiteY2298" fmla="*/ 2926449 h 6857801"/>
              <a:gd name="connsiteX2299" fmla="*/ 1613254 w 12184003"/>
              <a:gd name="connsiteY2299" fmla="*/ 2857935 h 6857801"/>
              <a:gd name="connsiteX2300" fmla="*/ 1600743 w 12184003"/>
              <a:gd name="connsiteY2300" fmla="*/ 2862978 h 6857801"/>
              <a:gd name="connsiteX2301" fmla="*/ 1567895 w 12184003"/>
              <a:gd name="connsiteY2301" fmla="*/ 2848986 h 6857801"/>
              <a:gd name="connsiteX2302" fmla="*/ 1563740 w 12184003"/>
              <a:gd name="connsiteY2302" fmla="*/ 2838859 h 6857801"/>
              <a:gd name="connsiteX2303" fmla="*/ 1403657 w 12184003"/>
              <a:gd name="connsiteY2303" fmla="*/ 2838859 h 6857801"/>
              <a:gd name="connsiteX2304" fmla="*/ 10620256 w 12184003"/>
              <a:gd name="connsiteY2304" fmla="*/ 2838848 h 6857801"/>
              <a:gd name="connsiteX2305" fmla="*/ 10616101 w 12184003"/>
              <a:gd name="connsiteY2305" fmla="*/ 2848975 h 6857801"/>
              <a:gd name="connsiteX2306" fmla="*/ 10583253 w 12184003"/>
              <a:gd name="connsiteY2306" fmla="*/ 2862934 h 6857801"/>
              <a:gd name="connsiteX2307" fmla="*/ 10572196 w 12184003"/>
              <a:gd name="connsiteY2307" fmla="*/ 2858520 h 6857801"/>
              <a:gd name="connsiteX2308" fmla="*/ 10503751 w 12184003"/>
              <a:gd name="connsiteY2308" fmla="*/ 2926449 h 6857801"/>
              <a:gd name="connsiteX2309" fmla="*/ 10973040 w 12184003"/>
              <a:gd name="connsiteY2309" fmla="*/ 2926449 h 6857801"/>
              <a:gd name="connsiteX2310" fmla="*/ 11059241 w 12184003"/>
              <a:gd name="connsiteY2310" fmla="*/ 2838848 h 6857801"/>
              <a:gd name="connsiteX2311" fmla="*/ 2608057 w 12184003"/>
              <a:gd name="connsiteY2311" fmla="*/ 2823531 h 6857801"/>
              <a:gd name="connsiteX2312" fmla="*/ 2329949 w 12184003"/>
              <a:gd name="connsiteY2312" fmla="*/ 3101634 h 6857801"/>
              <a:gd name="connsiteX2313" fmla="*/ 2745586 w 12184003"/>
              <a:gd name="connsiteY2313" fmla="*/ 3101634 h 6857801"/>
              <a:gd name="connsiteX2314" fmla="*/ 2756970 w 12184003"/>
              <a:gd name="connsiteY2314" fmla="*/ 3073160 h 6857801"/>
              <a:gd name="connsiteX2315" fmla="*/ 2789816 w 12184003"/>
              <a:gd name="connsiteY2315" fmla="*/ 3060068 h 6857801"/>
              <a:gd name="connsiteX2316" fmla="*/ 2835805 w 12184003"/>
              <a:gd name="connsiteY2316" fmla="*/ 3106054 h 6857801"/>
              <a:gd name="connsiteX2317" fmla="*/ 2833881 w 12184003"/>
              <a:gd name="connsiteY2317" fmla="*/ 3110822 h 6857801"/>
              <a:gd name="connsiteX2318" fmla="*/ 2845655 w 12184003"/>
              <a:gd name="connsiteY2318" fmla="*/ 3115868 h 6857801"/>
              <a:gd name="connsiteX2319" fmla="*/ 2855509 w 12184003"/>
              <a:gd name="connsiteY2319" fmla="*/ 3138900 h 6857801"/>
              <a:gd name="connsiteX2320" fmla="*/ 2822663 w 12184003"/>
              <a:gd name="connsiteY2320" fmla="*/ 3171749 h 6857801"/>
              <a:gd name="connsiteX2321" fmla="*/ 2799668 w 12184003"/>
              <a:gd name="connsiteY2321" fmla="*/ 3163532 h 6857801"/>
              <a:gd name="connsiteX2322" fmla="*/ 2795068 w 12184003"/>
              <a:gd name="connsiteY2322" fmla="*/ 3151993 h 6857801"/>
              <a:gd name="connsiteX2323" fmla="*/ 2279583 w 12184003"/>
              <a:gd name="connsiteY2323" fmla="*/ 3151993 h 6857801"/>
              <a:gd name="connsiteX2324" fmla="*/ 2082498 w 12184003"/>
              <a:gd name="connsiteY2324" fmla="*/ 3349073 h 6857801"/>
              <a:gd name="connsiteX2325" fmla="*/ 2844562 w 12184003"/>
              <a:gd name="connsiteY2325" fmla="*/ 3349073 h 6857801"/>
              <a:gd name="connsiteX2326" fmla="*/ 3196647 w 12184003"/>
              <a:gd name="connsiteY2326" fmla="*/ 2996992 h 6857801"/>
              <a:gd name="connsiteX2327" fmla="*/ 3021937 w 12184003"/>
              <a:gd name="connsiteY2327" fmla="*/ 2823531 h 6857801"/>
              <a:gd name="connsiteX2328" fmla="*/ 9162068 w 12184003"/>
              <a:gd name="connsiteY2328" fmla="*/ 2823519 h 6857801"/>
              <a:gd name="connsiteX2329" fmla="*/ 8987978 w 12184003"/>
              <a:gd name="connsiteY2329" fmla="*/ 2997608 h 6857801"/>
              <a:gd name="connsiteX2330" fmla="*/ 9339442 w 12184003"/>
              <a:gd name="connsiteY2330" fmla="*/ 3349073 h 6857801"/>
              <a:gd name="connsiteX2331" fmla="*/ 10101494 w 12184003"/>
              <a:gd name="connsiteY2331" fmla="*/ 3349073 h 6857801"/>
              <a:gd name="connsiteX2332" fmla="*/ 9904413 w 12184003"/>
              <a:gd name="connsiteY2332" fmla="*/ 3151991 h 6857801"/>
              <a:gd name="connsiteX2333" fmla="*/ 9388933 w 12184003"/>
              <a:gd name="connsiteY2333" fmla="*/ 3151991 h 6857801"/>
              <a:gd name="connsiteX2334" fmla="*/ 9384334 w 12184003"/>
              <a:gd name="connsiteY2334" fmla="*/ 3163489 h 6857801"/>
              <a:gd name="connsiteX2335" fmla="*/ 9361341 w 12184003"/>
              <a:gd name="connsiteY2335" fmla="*/ 3171701 h 6857801"/>
              <a:gd name="connsiteX2336" fmla="*/ 9328493 w 12184003"/>
              <a:gd name="connsiteY2336" fmla="*/ 3138852 h 6857801"/>
              <a:gd name="connsiteX2337" fmla="*/ 9338347 w 12184003"/>
              <a:gd name="connsiteY2337" fmla="*/ 3115859 h 6857801"/>
              <a:gd name="connsiteX2338" fmla="*/ 9350124 w 12184003"/>
              <a:gd name="connsiteY2338" fmla="*/ 3110813 h 6857801"/>
              <a:gd name="connsiteX2339" fmla="*/ 9348202 w 12184003"/>
              <a:gd name="connsiteY2339" fmla="*/ 3106006 h 6857801"/>
              <a:gd name="connsiteX2340" fmla="*/ 9394188 w 12184003"/>
              <a:gd name="connsiteY2340" fmla="*/ 3060023 h 6857801"/>
              <a:gd name="connsiteX2341" fmla="*/ 9427035 w 12184003"/>
              <a:gd name="connsiteY2341" fmla="*/ 3073160 h 6857801"/>
              <a:gd name="connsiteX2342" fmla="*/ 9438423 w 12184003"/>
              <a:gd name="connsiteY2342" fmla="*/ 3101628 h 6857801"/>
              <a:gd name="connsiteX2343" fmla="*/ 9854049 w 12184003"/>
              <a:gd name="connsiteY2343" fmla="*/ 3101628 h 6857801"/>
              <a:gd name="connsiteX2344" fmla="*/ 9575942 w 12184003"/>
              <a:gd name="connsiteY2344" fmla="*/ 2823519 h 6857801"/>
              <a:gd name="connsiteX2345" fmla="*/ 3472374 w 12184003"/>
              <a:gd name="connsiteY2345" fmla="*/ 2768820 h 6857801"/>
              <a:gd name="connsiteX2346" fmla="*/ 3342687 w 12184003"/>
              <a:gd name="connsiteY2346" fmla="*/ 2898261 h 6857801"/>
              <a:gd name="connsiteX2347" fmla="*/ 3469813 w 12184003"/>
              <a:gd name="connsiteY2347" fmla="*/ 3026062 h 6857801"/>
              <a:gd name="connsiteX2348" fmla="*/ 3654783 w 12184003"/>
              <a:gd name="connsiteY2348" fmla="*/ 2841041 h 6857801"/>
              <a:gd name="connsiteX2349" fmla="*/ 3777414 w 12184003"/>
              <a:gd name="connsiteY2349" fmla="*/ 2841041 h 6857801"/>
              <a:gd name="connsiteX2350" fmla="*/ 3849676 w 12184003"/>
              <a:gd name="connsiteY2350" fmla="*/ 2768820 h 6857801"/>
              <a:gd name="connsiteX2351" fmla="*/ 8334319 w 12184003"/>
              <a:gd name="connsiteY2351" fmla="*/ 2768773 h 6857801"/>
              <a:gd name="connsiteX2352" fmla="*/ 8406582 w 12184003"/>
              <a:gd name="connsiteY2352" fmla="*/ 2841039 h 6857801"/>
              <a:gd name="connsiteX2353" fmla="*/ 8529213 w 12184003"/>
              <a:gd name="connsiteY2353" fmla="*/ 2841039 h 6857801"/>
              <a:gd name="connsiteX2354" fmla="*/ 8714193 w 12184003"/>
              <a:gd name="connsiteY2354" fmla="*/ 3026017 h 6857801"/>
              <a:gd name="connsiteX2355" fmla="*/ 8841322 w 12184003"/>
              <a:gd name="connsiteY2355" fmla="*/ 2898214 h 6857801"/>
              <a:gd name="connsiteX2356" fmla="*/ 8711633 w 12184003"/>
              <a:gd name="connsiteY2356" fmla="*/ 2768773 h 6857801"/>
              <a:gd name="connsiteX2357" fmla="*/ 4408012 w 12184003"/>
              <a:gd name="connsiteY2357" fmla="*/ 2749115 h 6857801"/>
              <a:gd name="connsiteX2358" fmla="*/ 4426096 w 12184003"/>
              <a:gd name="connsiteY2358" fmla="*/ 2767189 h 6857801"/>
              <a:gd name="connsiteX2359" fmla="*/ 4429915 w 12184003"/>
              <a:gd name="connsiteY2359" fmla="*/ 2757872 h 6857801"/>
              <a:gd name="connsiteX2360" fmla="*/ 4440868 w 12184003"/>
              <a:gd name="connsiteY2360" fmla="*/ 2753355 h 6857801"/>
              <a:gd name="connsiteX2361" fmla="*/ 4440868 w 12184003"/>
              <a:gd name="connsiteY2361" fmla="*/ 2749115 h 6857801"/>
              <a:gd name="connsiteX2362" fmla="*/ 4002601 w 12184003"/>
              <a:gd name="connsiteY2362" fmla="*/ 2749115 h 6857801"/>
              <a:gd name="connsiteX2363" fmla="*/ 3983233 w 12184003"/>
              <a:gd name="connsiteY2363" fmla="*/ 2768820 h 6857801"/>
              <a:gd name="connsiteX2364" fmla="*/ 3913178 w 12184003"/>
              <a:gd name="connsiteY2364" fmla="*/ 2768820 h 6857801"/>
              <a:gd name="connsiteX2365" fmla="*/ 3840916 w 12184003"/>
              <a:gd name="connsiteY2365" fmla="*/ 2841041 h 6857801"/>
              <a:gd name="connsiteX2366" fmla="*/ 4210206 w 12184003"/>
              <a:gd name="connsiteY2366" fmla="*/ 2841041 h 6857801"/>
              <a:gd name="connsiteX2367" fmla="*/ 4210433 w 12184003"/>
              <a:gd name="connsiteY2367" fmla="*/ 2839945 h 6857801"/>
              <a:gd name="connsiteX2368" fmla="*/ 4254725 w 12184003"/>
              <a:gd name="connsiteY2368" fmla="*/ 2810425 h 6857801"/>
              <a:gd name="connsiteX2369" fmla="*/ 4302904 w 12184003"/>
              <a:gd name="connsiteY2369" fmla="*/ 2858558 h 6857801"/>
              <a:gd name="connsiteX2370" fmla="*/ 4254725 w 12184003"/>
              <a:gd name="connsiteY2370" fmla="*/ 2906788 h 6857801"/>
              <a:gd name="connsiteX2371" fmla="*/ 4210433 w 12184003"/>
              <a:gd name="connsiteY2371" fmla="*/ 2877171 h 6857801"/>
              <a:gd name="connsiteX2372" fmla="*/ 4210206 w 12184003"/>
              <a:gd name="connsiteY2372" fmla="*/ 2876085 h 6857801"/>
              <a:gd name="connsiteX2373" fmla="*/ 3805881 w 12184003"/>
              <a:gd name="connsiteY2373" fmla="*/ 2876085 h 6857801"/>
              <a:gd name="connsiteX2374" fmla="*/ 3632883 w 12184003"/>
              <a:gd name="connsiteY2374" fmla="*/ 3049073 h 6857801"/>
              <a:gd name="connsiteX2375" fmla="*/ 4675166 w 12184003"/>
              <a:gd name="connsiteY2375" fmla="*/ 3049073 h 6857801"/>
              <a:gd name="connsiteX2376" fmla="*/ 4433622 w 12184003"/>
              <a:gd name="connsiteY2376" fmla="*/ 2807526 h 6857801"/>
              <a:gd name="connsiteX2377" fmla="*/ 4429915 w 12184003"/>
              <a:gd name="connsiteY2377" fmla="*/ 2806014 h 6857801"/>
              <a:gd name="connsiteX2378" fmla="*/ 4428398 w 12184003"/>
              <a:gd name="connsiteY2378" fmla="*/ 2802349 h 6857801"/>
              <a:gd name="connsiteX2379" fmla="*/ 4375170 w 12184003"/>
              <a:gd name="connsiteY2379" fmla="*/ 2749115 h 6857801"/>
              <a:gd name="connsiteX2380" fmla="*/ 3932866 w 12184003"/>
              <a:gd name="connsiteY2380" fmla="*/ 2749115 h 6857801"/>
              <a:gd name="connsiteX2381" fmla="*/ 3930676 w 12184003"/>
              <a:gd name="connsiteY2381" fmla="*/ 2751303 h 6857801"/>
              <a:gd name="connsiteX2382" fmla="*/ 3976662 w 12184003"/>
              <a:gd name="connsiteY2382" fmla="*/ 2751303 h 6857801"/>
              <a:gd name="connsiteX2383" fmla="*/ 3978853 w 12184003"/>
              <a:gd name="connsiteY2383" fmla="*/ 2749115 h 6857801"/>
              <a:gd name="connsiteX2384" fmla="*/ 8205123 w 12184003"/>
              <a:gd name="connsiteY2384" fmla="*/ 2749065 h 6857801"/>
              <a:gd name="connsiteX2385" fmla="*/ 8207312 w 12184003"/>
              <a:gd name="connsiteY2385" fmla="*/ 2751254 h 6857801"/>
              <a:gd name="connsiteX2386" fmla="*/ 8253297 w 12184003"/>
              <a:gd name="connsiteY2386" fmla="*/ 2751254 h 6857801"/>
              <a:gd name="connsiteX2387" fmla="*/ 8251107 w 12184003"/>
              <a:gd name="connsiteY2387" fmla="*/ 2749065 h 6857801"/>
              <a:gd name="connsiteX2388" fmla="*/ 7746663 w 12184003"/>
              <a:gd name="connsiteY2388" fmla="*/ 2749065 h 6857801"/>
              <a:gd name="connsiteX2389" fmla="*/ 7447316 w 12184003"/>
              <a:gd name="connsiteY2389" fmla="*/ 3049073 h 6857801"/>
              <a:gd name="connsiteX2390" fmla="*/ 8551111 w 12184003"/>
              <a:gd name="connsiteY2390" fmla="*/ 3049073 h 6857801"/>
              <a:gd name="connsiteX2391" fmla="*/ 8378115 w 12184003"/>
              <a:gd name="connsiteY2391" fmla="*/ 2876074 h 6857801"/>
              <a:gd name="connsiteX2392" fmla="*/ 7973776 w 12184003"/>
              <a:gd name="connsiteY2392" fmla="*/ 2876074 h 6857801"/>
              <a:gd name="connsiteX2393" fmla="*/ 7973551 w 12184003"/>
              <a:gd name="connsiteY2393" fmla="*/ 2877170 h 6857801"/>
              <a:gd name="connsiteX2394" fmla="*/ 7929206 w 12184003"/>
              <a:gd name="connsiteY2394" fmla="*/ 2906733 h 6857801"/>
              <a:gd name="connsiteX2395" fmla="*/ 7881031 w 12184003"/>
              <a:gd name="connsiteY2395" fmla="*/ 2858555 h 6857801"/>
              <a:gd name="connsiteX2396" fmla="*/ 7929206 w 12184003"/>
              <a:gd name="connsiteY2396" fmla="*/ 2810380 h 6857801"/>
              <a:gd name="connsiteX2397" fmla="*/ 7973551 w 12184003"/>
              <a:gd name="connsiteY2397" fmla="*/ 2839945 h 6857801"/>
              <a:gd name="connsiteX2398" fmla="*/ 7973776 w 12184003"/>
              <a:gd name="connsiteY2398" fmla="*/ 2841039 h 6857801"/>
              <a:gd name="connsiteX2399" fmla="*/ 8343078 w 12184003"/>
              <a:gd name="connsiteY2399" fmla="*/ 2841039 h 6857801"/>
              <a:gd name="connsiteX2400" fmla="*/ 8270815 w 12184003"/>
              <a:gd name="connsiteY2400" fmla="*/ 2768773 h 6857801"/>
              <a:gd name="connsiteX2401" fmla="*/ 8200743 w 12184003"/>
              <a:gd name="connsiteY2401" fmla="*/ 2768773 h 6857801"/>
              <a:gd name="connsiteX2402" fmla="*/ 8181376 w 12184003"/>
              <a:gd name="connsiteY2402" fmla="*/ 2749065 h 6857801"/>
              <a:gd name="connsiteX2403" fmla="*/ 2498569 w 12184003"/>
              <a:gd name="connsiteY2403" fmla="*/ 2679041 h 6857801"/>
              <a:gd name="connsiteX2404" fmla="*/ 2097828 w 12184003"/>
              <a:gd name="connsiteY2404" fmla="*/ 3079774 h 6857801"/>
              <a:gd name="connsiteX2405" fmla="*/ 2119726 w 12184003"/>
              <a:gd name="connsiteY2405" fmla="*/ 3101634 h 6857801"/>
              <a:gd name="connsiteX2406" fmla="*/ 2281775 w 12184003"/>
              <a:gd name="connsiteY2406" fmla="*/ 3101634 h 6857801"/>
              <a:gd name="connsiteX2407" fmla="*/ 2594917 w 12184003"/>
              <a:gd name="connsiteY2407" fmla="*/ 2788486 h 6857801"/>
              <a:gd name="connsiteX2408" fmla="*/ 3037263 w 12184003"/>
              <a:gd name="connsiteY2408" fmla="*/ 2788486 h 6857801"/>
              <a:gd name="connsiteX2409" fmla="*/ 3220556 w 12184003"/>
              <a:gd name="connsiteY2409" fmla="*/ 2973131 h 6857801"/>
              <a:gd name="connsiteX2410" fmla="*/ 3287506 w 12184003"/>
              <a:gd name="connsiteY2410" fmla="*/ 2906170 h 6857801"/>
              <a:gd name="connsiteX2411" fmla="*/ 3059163 w 12184003"/>
              <a:gd name="connsiteY2411" fmla="*/ 2679041 h 6857801"/>
              <a:gd name="connsiteX2412" fmla="*/ 2973482 w 12184003"/>
              <a:gd name="connsiteY2412" fmla="*/ 2679041 h 6857801"/>
              <a:gd name="connsiteX2413" fmla="*/ 2968281 w 12184003"/>
              <a:gd name="connsiteY2413" fmla="*/ 2686666 h 6857801"/>
              <a:gd name="connsiteX2414" fmla="*/ 2934339 w 12184003"/>
              <a:gd name="connsiteY2414" fmla="*/ 2700891 h 6857801"/>
              <a:gd name="connsiteX2415" fmla="*/ 2900398 w 12184003"/>
              <a:gd name="connsiteY2415" fmla="*/ 2686666 h 6857801"/>
              <a:gd name="connsiteX2416" fmla="*/ 2895198 w 12184003"/>
              <a:gd name="connsiteY2416" fmla="*/ 2679041 h 6857801"/>
              <a:gd name="connsiteX2417" fmla="*/ 9124841 w 12184003"/>
              <a:gd name="connsiteY2417" fmla="*/ 2678995 h 6857801"/>
              <a:gd name="connsiteX2418" fmla="*/ 8896500 w 12184003"/>
              <a:gd name="connsiteY2418" fmla="*/ 2906134 h 6857801"/>
              <a:gd name="connsiteX2419" fmla="*/ 8963890 w 12184003"/>
              <a:gd name="connsiteY2419" fmla="*/ 2973522 h 6857801"/>
              <a:gd name="connsiteX2420" fmla="*/ 9148929 w 12184003"/>
              <a:gd name="connsiteY2420" fmla="*/ 2788483 h 6857801"/>
              <a:gd name="connsiteX2421" fmla="*/ 9591270 w 12184003"/>
              <a:gd name="connsiteY2421" fmla="*/ 2788483 h 6857801"/>
              <a:gd name="connsiteX2422" fmla="*/ 9903346 w 12184003"/>
              <a:gd name="connsiteY2422" fmla="*/ 3101628 h 6857801"/>
              <a:gd name="connsiteX2423" fmla="*/ 10064268 w 12184003"/>
              <a:gd name="connsiteY2423" fmla="*/ 3101628 h 6857801"/>
              <a:gd name="connsiteX2424" fmla="*/ 10086166 w 12184003"/>
              <a:gd name="connsiteY2424" fmla="*/ 3079729 h 6857801"/>
              <a:gd name="connsiteX2425" fmla="*/ 9685431 w 12184003"/>
              <a:gd name="connsiteY2425" fmla="*/ 2678995 h 6857801"/>
              <a:gd name="connsiteX2426" fmla="*/ 9288803 w 12184003"/>
              <a:gd name="connsiteY2426" fmla="*/ 2678995 h 6857801"/>
              <a:gd name="connsiteX2427" fmla="*/ 9283603 w 12184003"/>
              <a:gd name="connsiteY2427" fmla="*/ 2686655 h 6857801"/>
              <a:gd name="connsiteX2428" fmla="*/ 9249661 w 12184003"/>
              <a:gd name="connsiteY2428" fmla="*/ 2700891 h 6857801"/>
              <a:gd name="connsiteX2429" fmla="*/ 9215719 w 12184003"/>
              <a:gd name="connsiteY2429" fmla="*/ 2686655 h 6857801"/>
              <a:gd name="connsiteX2430" fmla="*/ 9210519 w 12184003"/>
              <a:gd name="connsiteY2430" fmla="*/ 2678995 h 6857801"/>
              <a:gd name="connsiteX2431" fmla="*/ 9738073 w 12184003"/>
              <a:gd name="connsiteY2431" fmla="*/ 2668045 h 6857801"/>
              <a:gd name="connsiteX2432" fmla="*/ 10118443 w 12184003"/>
              <a:gd name="connsiteY2432" fmla="*/ 3047457 h 6857801"/>
              <a:gd name="connsiteX2433" fmla="*/ 10216223 w 12184003"/>
              <a:gd name="connsiteY2433" fmla="*/ 2949679 h 6857801"/>
              <a:gd name="connsiteX2434" fmla="*/ 10215640 w 12184003"/>
              <a:gd name="connsiteY2434" fmla="*/ 2949435 h 6857801"/>
              <a:gd name="connsiteX2435" fmla="*/ 10206607 w 12184003"/>
              <a:gd name="connsiteY2435" fmla="*/ 2926446 h 6857801"/>
              <a:gd name="connsiteX2436" fmla="*/ 10239453 w 12184003"/>
              <a:gd name="connsiteY2436" fmla="*/ 2893593 h 6857801"/>
              <a:gd name="connsiteX2437" fmla="*/ 10274490 w 12184003"/>
              <a:gd name="connsiteY2437" fmla="*/ 2926446 h 6857801"/>
              <a:gd name="connsiteX2438" fmla="*/ 10274488 w 12184003"/>
              <a:gd name="connsiteY2438" fmla="*/ 2926449 h 6857801"/>
              <a:gd name="connsiteX2439" fmla="*/ 10471577 w 12184003"/>
              <a:gd name="connsiteY2439" fmla="*/ 2926449 h 6857801"/>
              <a:gd name="connsiteX2440" fmla="*/ 10549781 w 12184003"/>
              <a:gd name="connsiteY2440" fmla="*/ 2848239 h 6857801"/>
              <a:gd name="connsiteX2441" fmla="*/ 10546025 w 12184003"/>
              <a:gd name="connsiteY2441" fmla="*/ 2838848 h 6857801"/>
              <a:gd name="connsiteX2442" fmla="*/ 10353323 w 12184003"/>
              <a:gd name="connsiteY2442" fmla="*/ 2838848 h 6857801"/>
              <a:gd name="connsiteX2443" fmla="*/ 10213058 w 12184003"/>
              <a:gd name="connsiteY2443" fmla="*/ 2698584 h 6857801"/>
              <a:gd name="connsiteX2444" fmla="*/ 10212081 w 12184003"/>
              <a:gd name="connsiteY2444" fmla="*/ 2699246 h 6857801"/>
              <a:gd name="connsiteX2445" fmla="*/ 10193467 w 12184003"/>
              <a:gd name="connsiteY2445" fmla="*/ 2703082 h 6857801"/>
              <a:gd name="connsiteX2446" fmla="*/ 10149124 w 12184003"/>
              <a:gd name="connsiteY2446" fmla="*/ 2673516 h 6857801"/>
              <a:gd name="connsiteX2447" fmla="*/ 10147997 w 12184003"/>
              <a:gd name="connsiteY2447" fmla="*/ 2668045 h 6857801"/>
              <a:gd name="connsiteX2448" fmla="*/ 2035991 w 12184003"/>
              <a:gd name="connsiteY2448" fmla="*/ 2668045 h 6857801"/>
              <a:gd name="connsiteX2449" fmla="*/ 2034864 w 12184003"/>
              <a:gd name="connsiteY2449" fmla="*/ 2673559 h 6857801"/>
              <a:gd name="connsiteX2450" fmla="*/ 1990521 w 12184003"/>
              <a:gd name="connsiteY2450" fmla="*/ 2703096 h 6857801"/>
              <a:gd name="connsiteX2451" fmla="*/ 1971905 w 12184003"/>
              <a:gd name="connsiteY2451" fmla="*/ 2699293 h 6857801"/>
              <a:gd name="connsiteX2452" fmla="*/ 1970931 w 12184003"/>
              <a:gd name="connsiteY2452" fmla="*/ 2698638 h 6857801"/>
              <a:gd name="connsiteX2453" fmla="*/ 1830666 w 12184003"/>
              <a:gd name="connsiteY2453" fmla="*/ 2838859 h 6857801"/>
              <a:gd name="connsiteX2454" fmla="*/ 1637967 w 12184003"/>
              <a:gd name="connsiteY2454" fmla="*/ 2838859 h 6857801"/>
              <a:gd name="connsiteX2455" fmla="*/ 1634214 w 12184003"/>
              <a:gd name="connsiteY2455" fmla="*/ 2848239 h 6857801"/>
              <a:gd name="connsiteX2456" fmla="*/ 1712422 w 12184003"/>
              <a:gd name="connsiteY2456" fmla="*/ 2926449 h 6857801"/>
              <a:gd name="connsiteX2457" fmla="*/ 1909498 w 12184003"/>
              <a:gd name="connsiteY2457" fmla="*/ 2926449 h 6857801"/>
              <a:gd name="connsiteX2458" fmla="*/ 1944536 w 12184003"/>
              <a:gd name="connsiteY2458" fmla="*/ 2893602 h 6857801"/>
              <a:gd name="connsiteX2459" fmla="*/ 1977384 w 12184003"/>
              <a:gd name="connsiteY2459" fmla="*/ 2926449 h 6857801"/>
              <a:gd name="connsiteX2460" fmla="*/ 1968350 w 12184003"/>
              <a:gd name="connsiteY2460" fmla="*/ 2949481 h 6857801"/>
              <a:gd name="connsiteX2461" fmla="*/ 1967769 w 12184003"/>
              <a:gd name="connsiteY2461" fmla="*/ 2949714 h 6857801"/>
              <a:gd name="connsiteX2462" fmla="*/ 2065551 w 12184003"/>
              <a:gd name="connsiteY2462" fmla="*/ 3047463 h 6857801"/>
              <a:gd name="connsiteX2463" fmla="*/ 2445924 w 12184003"/>
              <a:gd name="connsiteY2463" fmla="*/ 2668045 h 6857801"/>
              <a:gd name="connsiteX2464" fmla="*/ 4300711 w 12184003"/>
              <a:gd name="connsiteY2464" fmla="*/ 2641775 h 6857801"/>
              <a:gd name="connsiteX2465" fmla="*/ 4362028 w 12184003"/>
              <a:gd name="connsiteY2465" fmla="*/ 2703096 h 6857801"/>
              <a:gd name="connsiteX2466" fmla="*/ 4440868 w 12184003"/>
              <a:gd name="connsiteY2466" fmla="*/ 2703096 h 6857801"/>
              <a:gd name="connsiteX2467" fmla="*/ 4440868 w 12184003"/>
              <a:gd name="connsiteY2467" fmla="*/ 2641775 h 6857801"/>
              <a:gd name="connsiteX2468" fmla="*/ 4108054 w 12184003"/>
              <a:gd name="connsiteY2468" fmla="*/ 2641775 h 6857801"/>
              <a:gd name="connsiteX2469" fmla="*/ 4047795 w 12184003"/>
              <a:gd name="connsiteY2469" fmla="*/ 2703096 h 6857801"/>
              <a:gd name="connsiteX2470" fmla="*/ 4329179 w 12184003"/>
              <a:gd name="connsiteY2470" fmla="*/ 2703096 h 6857801"/>
              <a:gd name="connsiteX2471" fmla="*/ 4267863 w 12184003"/>
              <a:gd name="connsiteY2471" fmla="*/ 2641775 h 6857801"/>
              <a:gd name="connsiteX2472" fmla="*/ 7853729 w 12184003"/>
              <a:gd name="connsiteY2472" fmla="*/ 2641769 h 6857801"/>
              <a:gd name="connsiteX2473" fmla="*/ 7792546 w 12184003"/>
              <a:gd name="connsiteY2473" fmla="*/ 2703082 h 6857801"/>
              <a:gd name="connsiteX2474" fmla="*/ 8136183 w 12184003"/>
              <a:gd name="connsiteY2474" fmla="*/ 2703082 h 6857801"/>
              <a:gd name="connsiteX2475" fmla="*/ 8075924 w 12184003"/>
              <a:gd name="connsiteY2475" fmla="*/ 2641769 h 6857801"/>
              <a:gd name="connsiteX2476" fmla="*/ 7740882 w 12184003"/>
              <a:gd name="connsiteY2476" fmla="*/ 2641769 h 6857801"/>
              <a:gd name="connsiteX2477" fmla="*/ 7740882 w 12184003"/>
              <a:gd name="connsiteY2477" fmla="*/ 2692040 h 6857801"/>
              <a:gd name="connsiteX2478" fmla="*/ 7751832 w 12184003"/>
              <a:gd name="connsiteY2478" fmla="*/ 2696511 h 6857801"/>
              <a:gd name="connsiteX2479" fmla="*/ 7754518 w 12184003"/>
              <a:gd name="connsiteY2479" fmla="*/ 2703082 h 6857801"/>
              <a:gd name="connsiteX2480" fmla="*/ 7760603 w 12184003"/>
              <a:gd name="connsiteY2480" fmla="*/ 2703082 h 6857801"/>
              <a:gd name="connsiteX2481" fmla="*/ 7821920 w 12184003"/>
              <a:gd name="connsiteY2481" fmla="*/ 2641769 h 6857801"/>
              <a:gd name="connsiteX2482" fmla="*/ 10999317 w 12184003"/>
              <a:gd name="connsiteY2482" fmla="*/ 2622059 h 6857801"/>
              <a:gd name="connsiteX2483" fmla="*/ 10968347 w 12184003"/>
              <a:gd name="connsiteY2483" fmla="*/ 2652716 h 6857801"/>
              <a:gd name="connsiteX2484" fmla="*/ 11294942 w 12184003"/>
              <a:gd name="connsiteY2484" fmla="*/ 2652716 h 6857801"/>
              <a:gd name="connsiteX2485" fmla="*/ 11325603 w 12184003"/>
              <a:gd name="connsiteY2485" fmla="*/ 2622059 h 6857801"/>
              <a:gd name="connsiteX2486" fmla="*/ 858397 w 12184003"/>
              <a:gd name="connsiteY2486" fmla="*/ 2622059 h 6857801"/>
              <a:gd name="connsiteX2487" fmla="*/ 889055 w 12184003"/>
              <a:gd name="connsiteY2487" fmla="*/ 2652764 h 6857801"/>
              <a:gd name="connsiteX2488" fmla="*/ 1217524 w 12184003"/>
              <a:gd name="connsiteY2488" fmla="*/ 2652764 h 6857801"/>
              <a:gd name="connsiteX2489" fmla="*/ 1186867 w 12184003"/>
              <a:gd name="connsiteY2489" fmla="*/ 2622059 h 6857801"/>
              <a:gd name="connsiteX2490" fmla="*/ 3953251 w 12184003"/>
              <a:gd name="connsiteY2490" fmla="*/ 2604549 h 6857801"/>
              <a:gd name="connsiteX2491" fmla="*/ 3946002 w 12184003"/>
              <a:gd name="connsiteY2491" fmla="*/ 2622059 h 6857801"/>
              <a:gd name="connsiteX2492" fmla="*/ 3923956 w 12184003"/>
              <a:gd name="connsiteY2492" fmla="*/ 2631184 h 6857801"/>
              <a:gd name="connsiteX2493" fmla="*/ 3914266 w 12184003"/>
              <a:gd name="connsiteY2493" fmla="*/ 2653849 h 6857801"/>
              <a:gd name="connsiteX2494" fmla="*/ 3891267 w 12184003"/>
              <a:gd name="connsiteY2494" fmla="*/ 2663703 h 6857801"/>
              <a:gd name="connsiteX2495" fmla="*/ 3858427 w 12184003"/>
              <a:gd name="connsiteY2495" fmla="*/ 2630818 h 6857801"/>
              <a:gd name="connsiteX2496" fmla="*/ 3610585 w 12184003"/>
              <a:gd name="connsiteY2496" fmla="*/ 2630818 h 6857801"/>
              <a:gd name="connsiteX2497" fmla="*/ 3489922 w 12184003"/>
              <a:gd name="connsiteY2497" fmla="*/ 2751303 h 6857801"/>
              <a:gd name="connsiteX2498" fmla="*/ 3867191 w 12184003"/>
              <a:gd name="connsiteY2498" fmla="*/ 2751303 h 6857801"/>
              <a:gd name="connsiteX2499" fmla="*/ 3915369 w 12184003"/>
              <a:gd name="connsiteY2499" fmla="*/ 2703096 h 6857801"/>
              <a:gd name="connsiteX2500" fmla="*/ 4024840 w 12184003"/>
              <a:gd name="connsiteY2500" fmla="*/ 2703096 h 6857801"/>
              <a:gd name="connsiteX2501" fmla="*/ 4101484 w 12184003"/>
              <a:gd name="connsiteY2501" fmla="*/ 2626477 h 6857801"/>
              <a:gd name="connsiteX2502" fmla="*/ 4252533 w 12184003"/>
              <a:gd name="connsiteY2502" fmla="*/ 2626477 h 6857801"/>
              <a:gd name="connsiteX2503" fmla="*/ 4230636 w 12184003"/>
              <a:gd name="connsiteY2503" fmla="*/ 2604549 h 6857801"/>
              <a:gd name="connsiteX2504" fmla="*/ 3636901 w 12184003"/>
              <a:gd name="connsiteY2504" fmla="*/ 2604549 h 6857801"/>
              <a:gd name="connsiteX2505" fmla="*/ 3628128 w 12184003"/>
              <a:gd name="connsiteY2505" fmla="*/ 2613303 h 6857801"/>
              <a:gd name="connsiteX2506" fmla="*/ 3865934 w 12184003"/>
              <a:gd name="connsiteY2506" fmla="*/ 2613303 h 6857801"/>
              <a:gd name="connsiteX2507" fmla="*/ 3868279 w 12184003"/>
              <a:gd name="connsiteY2507" fmla="*/ 2607824 h 6857801"/>
              <a:gd name="connsiteX2508" fmla="*/ 3875361 w 12184003"/>
              <a:gd name="connsiteY2508" fmla="*/ 2604792 h 6857801"/>
              <a:gd name="connsiteX2509" fmla="*/ 3875258 w 12184003"/>
              <a:gd name="connsiteY2509" fmla="*/ 2604549 h 6857801"/>
              <a:gd name="connsiteX2510" fmla="*/ 8308054 w 12184003"/>
              <a:gd name="connsiteY2510" fmla="*/ 2604543 h 6857801"/>
              <a:gd name="connsiteX2511" fmla="*/ 8315707 w 12184003"/>
              <a:gd name="connsiteY2511" fmla="*/ 2607823 h 6857801"/>
              <a:gd name="connsiteX2512" fmla="*/ 8318054 w 12184003"/>
              <a:gd name="connsiteY2512" fmla="*/ 2613303 h 6857801"/>
              <a:gd name="connsiteX2513" fmla="*/ 8555859 w 12184003"/>
              <a:gd name="connsiteY2513" fmla="*/ 2613303 h 6857801"/>
              <a:gd name="connsiteX2514" fmla="*/ 8547088 w 12184003"/>
              <a:gd name="connsiteY2514" fmla="*/ 2604543 h 6857801"/>
              <a:gd name="connsiteX2515" fmla="*/ 7890870 w 12184003"/>
              <a:gd name="connsiteY2515" fmla="*/ 2604543 h 6857801"/>
              <a:gd name="connsiteX2516" fmla="*/ 7869024 w 12184003"/>
              <a:gd name="connsiteY2516" fmla="*/ 2626439 h 6857801"/>
              <a:gd name="connsiteX2517" fmla="*/ 8082493 w 12184003"/>
              <a:gd name="connsiteY2517" fmla="*/ 2626439 h 6857801"/>
              <a:gd name="connsiteX2518" fmla="*/ 8159138 w 12184003"/>
              <a:gd name="connsiteY2518" fmla="*/ 2703082 h 6857801"/>
              <a:gd name="connsiteX2519" fmla="*/ 8268626 w 12184003"/>
              <a:gd name="connsiteY2519" fmla="*/ 2703082 h 6857801"/>
              <a:gd name="connsiteX2520" fmla="*/ 8316801 w 12184003"/>
              <a:gd name="connsiteY2520" fmla="*/ 2751254 h 6857801"/>
              <a:gd name="connsiteX2521" fmla="*/ 8694080 w 12184003"/>
              <a:gd name="connsiteY2521" fmla="*/ 2751254 h 6857801"/>
              <a:gd name="connsiteX2522" fmla="*/ 8573411 w 12184003"/>
              <a:gd name="connsiteY2522" fmla="*/ 2630818 h 6857801"/>
              <a:gd name="connsiteX2523" fmla="*/ 8325560 w 12184003"/>
              <a:gd name="connsiteY2523" fmla="*/ 2630818 h 6857801"/>
              <a:gd name="connsiteX2524" fmla="*/ 8315707 w 12184003"/>
              <a:gd name="connsiteY2524" fmla="*/ 2653809 h 6857801"/>
              <a:gd name="connsiteX2525" fmla="*/ 8292713 w 12184003"/>
              <a:gd name="connsiteY2525" fmla="*/ 2663665 h 6857801"/>
              <a:gd name="connsiteX2526" fmla="*/ 8259867 w 12184003"/>
              <a:gd name="connsiteY2526" fmla="*/ 2630818 h 6857801"/>
              <a:gd name="connsiteX2527" fmla="*/ 8269721 w 12184003"/>
              <a:gd name="connsiteY2527" fmla="*/ 2607823 h 6857801"/>
              <a:gd name="connsiteX2528" fmla="*/ 8277374 w 12184003"/>
              <a:gd name="connsiteY2528" fmla="*/ 2604543 h 6857801"/>
              <a:gd name="connsiteX2529" fmla="*/ 4424435 w 12184003"/>
              <a:gd name="connsiteY2529" fmla="*/ 2537751 h 6857801"/>
              <a:gd name="connsiteX2530" fmla="*/ 4357650 w 12184003"/>
              <a:gd name="connsiteY2530" fmla="*/ 2604549 h 6857801"/>
              <a:gd name="connsiteX2531" fmla="*/ 4263486 w 12184003"/>
              <a:gd name="connsiteY2531" fmla="*/ 2604549 h 6857801"/>
              <a:gd name="connsiteX2532" fmla="*/ 4285380 w 12184003"/>
              <a:gd name="connsiteY2532" fmla="*/ 2626477 h 6857801"/>
              <a:gd name="connsiteX2533" fmla="*/ 4440868 w 12184003"/>
              <a:gd name="connsiteY2533" fmla="*/ 2626477 h 6857801"/>
              <a:gd name="connsiteX2534" fmla="*/ 4440868 w 12184003"/>
              <a:gd name="connsiteY2534" fmla="*/ 2554183 h 6857801"/>
              <a:gd name="connsiteX2535" fmla="*/ 8910993 w 12184003"/>
              <a:gd name="connsiteY2535" fmla="*/ 2530091 h 6857801"/>
              <a:gd name="connsiteX2536" fmla="*/ 8904766 w 12184003"/>
              <a:gd name="connsiteY2536" fmla="*/ 2545142 h 6857801"/>
              <a:gd name="connsiteX2537" fmla="*/ 8881773 w 12184003"/>
              <a:gd name="connsiteY2537" fmla="*/ 2554177 h 6857801"/>
              <a:gd name="connsiteX2538" fmla="*/ 8858507 w 12184003"/>
              <a:gd name="connsiteY2538" fmla="*/ 2544319 h 6857801"/>
              <a:gd name="connsiteX2539" fmla="*/ 8857859 w 12184003"/>
              <a:gd name="connsiteY2539" fmla="*/ 2543059 h 6857801"/>
              <a:gd name="connsiteX2540" fmla="*/ 8796370 w 12184003"/>
              <a:gd name="connsiteY2540" fmla="*/ 2604543 h 6857801"/>
              <a:gd name="connsiteX2541" fmla="*/ 8581368 w 12184003"/>
              <a:gd name="connsiteY2541" fmla="*/ 2604543 h 6857801"/>
              <a:gd name="connsiteX2542" fmla="*/ 8590106 w 12184003"/>
              <a:gd name="connsiteY2542" fmla="*/ 2613303 h 6857801"/>
              <a:gd name="connsiteX2543" fmla="*/ 8603667 w 12184003"/>
              <a:gd name="connsiteY2543" fmla="*/ 2613303 h 6857801"/>
              <a:gd name="connsiteX2544" fmla="*/ 8741625 w 12184003"/>
              <a:gd name="connsiteY2544" fmla="*/ 2751254 h 6857801"/>
              <a:gd name="connsiteX2545" fmla="*/ 8912430 w 12184003"/>
              <a:gd name="connsiteY2545" fmla="*/ 2751254 h 6857801"/>
              <a:gd name="connsiteX2546" fmla="*/ 9132478 w 12184003"/>
              <a:gd name="connsiteY2546" fmla="*/ 2530091 h 6857801"/>
              <a:gd name="connsiteX2547" fmla="*/ 3052593 w 12184003"/>
              <a:gd name="connsiteY2547" fmla="*/ 2530091 h 6857801"/>
              <a:gd name="connsiteX2548" fmla="*/ 3273765 w 12184003"/>
              <a:gd name="connsiteY2548" fmla="*/ 2751303 h 6857801"/>
              <a:gd name="connsiteX2549" fmla="*/ 3442380 w 12184003"/>
              <a:gd name="connsiteY2549" fmla="*/ 2751303 h 6857801"/>
              <a:gd name="connsiteX2550" fmla="*/ 3580331 w 12184003"/>
              <a:gd name="connsiteY2550" fmla="*/ 2613303 h 6857801"/>
              <a:gd name="connsiteX2551" fmla="*/ 3593892 w 12184003"/>
              <a:gd name="connsiteY2551" fmla="*/ 2613303 h 6857801"/>
              <a:gd name="connsiteX2552" fmla="*/ 3602634 w 12184003"/>
              <a:gd name="connsiteY2552" fmla="*/ 2604549 h 6857801"/>
              <a:gd name="connsiteX2553" fmla="*/ 3387642 w 12184003"/>
              <a:gd name="connsiteY2553" fmla="*/ 2604549 h 6857801"/>
              <a:gd name="connsiteX2554" fmla="*/ 3326148 w 12184003"/>
              <a:gd name="connsiteY2554" fmla="*/ 2543096 h 6857801"/>
              <a:gd name="connsiteX2555" fmla="*/ 3325498 w 12184003"/>
              <a:gd name="connsiteY2555" fmla="*/ 2544333 h 6857801"/>
              <a:gd name="connsiteX2556" fmla="*/ 3302230 w 12184003"/>
              <a:gd name="connsiteY2556" fmla="*/ 2554183 h 6857801"/>
              <a:gd name="connsiteX2557" fmla="*/ 3279237 w 12184003"/>
              <a:gd name="connsiteY2557" fmla="*/ 2545142 h 6857801"/>
              <a:gd name="connsiteX2558" fmla="*/ 3273007 w 12184003"/>
              <a:gd name="connsiteY2558" fmla="*/ 2530091 h 6857801"/>
              <a:gd name="connsiteX2559" fmla="*/ 7740882 w 12184003"/>
              <a:gd name="connsiteY2559" fmla="*/ 2519135 h 6857801"/>
              <a:gd name="connsiteX2560" fmla="*/ 7740882 w 12184003"/>
              <a:gd name="connsiteY2560" fmla="*/ 2626439 h 6857801"/>
              <a:gd name="connsiteX2561" fmla="*/ 7837250 w 12184003"/>
              <a:gd name="connsiteY2561" fmla="*/ 2626439 h 6857801"/>
              <a:gd name="connsiteX2562" fmla="*/ 7859142 w 12184003"/>
              <a:gd name="connsiteY2562" fmla="*/ 2604543 h 6857801"/>
              <a:gd name="connsiteX2563" fmla="*/ 7826286 w 12184003"/>
              <a:gd name="connsiteY2563" fmla="*/ 2604543 h 6857801"/>
              <a:gd name="connsiteX2564" fmla="*/ 3772982 w 12184003"/>
              <a:gd name="connsiteY2564" fmla="*/ 2468734 h 6857801"/>
              <a:gd name="connsiteX2565" fmla="*/ 3661043 w 12184003"/>
              <a:gd name="connsiteY2565" fmla="*/ 2580456 h 6857801"/>
              <a:gd name="connsiteX2566" fmla="*/ 3873446 w 12184003"/>
              <a:gd name="connsiteY2566" fmla="*/ 2580456 h 6857801"/>
              <a:gd name="connsiteX2567" fmla="*/ 3876738 w 12184003"/>
              <a:gd name="connsiteY2567" fmla="*/ 2572503 h 6857801"/>
              <a:gd name="connsiteX2568" fmla="*/ 2209511 w 12184003"/>
              <a:gd name="connsiteY2568" fmla="*/ 2466592 h 6857801"/>
              <a:gd name="connsiteX2569" fmla="*/ 2237972 w 12184003"/>
              <a:gd name="connsiteY2569" fmla="*/ 2495058 h 6857801"/>
              <a:gd name="connsiteX2570" fmla="*/ 2253301 w 12184003"/>
              <a:gd name="connsiteY2570" fmla="*/ 2488534 h 6857801"/>
              <a:gd name="connsiteX2571" fmla="*/ 2276295 w 12184003"/>
              <a:gd name="connsiteY2571" fmla="*/ 2498382 h 6857801"/>
              <a:gd name="connsiteX2572" fmla="*/ 2282397 w 12184003"/>
              <a:gd name="connsiteY2572" fmla="*/ 2512574 h 6857801"/>
              <a:gd name="connsiteX2573" fmla="*/ 3010097 w 12184003"/>
              <a:gd name="connsiteY2573" fmla="*/ 2512574 h 6857801"/>
              <a:gd name="connsiteX2574" fmla="*/ 2986665 w 12184003"/>
              <a:gd name="connsiteY2574" fmla="*/ 2489062 h 6857801"/>
              <a:gd name="connsiteX2575" fmla="*/ 2984709 w 12184003"/>
              <a:gd name="connsiteY2575" fmla="*/ 2491810 h 6857801"/>
              <a:gd name="connsiteX2576" fmla="*/ 2938720 w 12184003"/>
              <a:gd name="connsiteY2576" fmla="*/ 2510384 h 6857801"/>
              <a:gd name="connsiteX2577" fmla="*/ 2880215 w 12184003"/>
              <a:gd name="connsiteY2577" fmla="*/ 2471622 h 6857801"/>
              <a:gd name="connsiteX2578" fmla="*/ 2879204 w 12184003"/>
              <a:gd name="connsiteY2578" fmla="*/ 2466592 h 6857801"/>
              <a:gd name="connsiteX2579" fmla="*/ 1724204 w 12184003"/>
              <a:gd name="connsiteY2579" fmla="*/ 2466592 h 6857801"/>
              <a:gd name="connsiteX2580" fmla="*/ 1722752 w 12184003"/>
              <a:gd name="connsiteY2580" fmla="*/ 2473813 h 6857801"/>
              <a:gd name="connsiteX2581" fmla="*/ 1664244 w 12184003"/>
              <a:gd name="connsiteY2581" fmla="*/ 2512577 h 6857801"/>
              <a:gd name="connsiteX2582" fmla="*/ 1639539 w 12184003"/>
              <a:gd name="connsiteY2582" fmla="*/ 2507620 h 6857801"/>
              <a:gd name="connsiteX2583" fmla="*/ 1638970 w 12184003"/>
              <a:gd name="connsiteY2583" fmla="*/ 2507233 h 6857801"/>
              <a:gd name="connsiteX2584" fmla="*/ 1447456 w 12184003"/>
              <a:gd name="connsiteY2584" fmla="*/ 2698747 h 6857801"/>
              <a:gd name="connsiteX2585" fmla="*/ 1310567 w 12184003"/>
              <a:gd name="connsiteY2585" fmla="*/ 2698747 h 6857801"/>
              <a:gd name="connsiteX2586" fmla="*/ 1416795 w 12184003"/>
              <a:gd name="connsiteY2586" fmla="*/ 2806014 h 6857801"/>
              <a:gd name="connsiteX2587" fmla="*/ 1559137 w 12184003"/>
              <a:gd name="connsiteY2587" fmla="*/ 2806014 h 6857801"/>
              <a:gd name="connsiteX2588" fmla="*/ 1567895 w 12184003"/>
              <a:gd name="connsiteY2588" fmla="*/ 2784147 h 6857801"/>
              <a:gd name="connsiteX2589" fmla="*/ 1600743 w 12184003"/>
              <a:gd name="connsiteY2589" fmla="*/ 2770964 h 6857801"/>
              <a:gd name="connsiteX2590" fmla="*/ 1633588 w 12184003"/>
              <a:gd name="connsiteY2590" fmla="*/ 2784147 h 6857801"/>
              <a:gd name="connsiteX2591" fmla="*/ 1642347 w 12184003"/>
              <a:gd name="connsiteY2591" fmla="*/ 2806014 h 6857801"/>
              <a:gd name="connsiteX2592" fmla="*/ 1815339 w 12184003"/>
              <a:gd name="connsiteY2592" fmla="*/ 2806014 h 6857801"/>
              <a:gd name="connsiteX2593" fmla="*/ 1946841 w 12184003"/>
              <a:gd name="connsiteY2593" fmla="*/ 2674505 h 6857801"/>
              <a:gd name="connsiteX2594" fmla="*/ 1946175 w 12184003"/>
              <a:gd name="connsiteY2594" fmla="*/ 2673559 h 6857801"/>
              <a:gd name="connsiteX2595" fmla="*/ 1942343 w 12184003"/>
              <a:gd name="connsiteY2595" fmla="*/ 2654952 h 6857801"/>
              <a:gd name="connsiteX2596" fmla="*/ 1990521 w 12184003"/>
              <a:gd name="connsiteY2596" fmla="*/ 2606732 h 6857801"/>
              <a:gd name="connsiteX2597" fmla="*/ 2024462 w 12184003"/>
              <a:gd name="connsiteY2597" fmla="*/ 2621004 h 6857801"/>
              <a:gd name="connsiteX2598" fmla="*/ 2032635 w 12184003"/>
              <a:gd name="connsiteY2598" fmla="*/ 2633015 h 6857801"/>
              <a:gd name="connsiteX2599" fmla="*/ 2481050 w 12184003"/>
              <a:gd name="connsiteY2599" fmla="*/ 2633015 h 6857801"/>
              <a:gd name="connsiteX2600" fmla="*/ 2890739 w 12184003"/>
              <a:gd name="connsiteY2600" fmla="*/ 2633015 h 6857801"/>
              <a:gd name="connsiteX2601" fmla="*/ 2900398 w 12184003"/>
              <a:gd name="connsiteY2601" fmla="*/ 2618822 h 6857801"/>
              <a:gd name="connsiteX2602" fmla="*/ 2934339 w 12184003"/>
              <a:gd name="connsiteY2602" fmla="*/ 2604549 h 6857801"/>
              <a:gd name="connsiteX2603" fmla="*/ 2968281 w 12184003"/>
              <a:gd name="connsiteY2603" fmla="*/ 2619636 h 6857801"/>
              <a:gd name="connsiteX2604" fmla="*/ 2977696 w 12184003"/>
              <a:gd name="connsiteY2604" fmla="*/ 2633015 h 6857801"/>
              <a:gd name="connsiteX2605" fmla="*/ 3078873 w 12184003"/>
              <a:gd name="connsiteY2605" fmla="*/ 2633015 h 6857801"/>
              <a:gd name="connsiteX2606" fmla="*/ 3319117 w 12184003"/>
              <a:gd name="connsiteY2606" fmla="*/ 2874521 h 6857801"/>
              <a:gd name="connsiteX2607" fmla="*/ 3424863 w 12184003"/>
              <a:gd name="connsiteY2607" fmla="*/ 2768820 h 6857801"/>
              <a:gd name="connsiteX2608" fmla="*/ 3265005 w 12184003"/>
              <a:gd name="connsiteY2608" fmla="*/ 2768820 h 6857801"/>
              <a:gd name="connsiteX2609" fmla="*/ 3027529 w 12184003"/>
              <a:gd name="connsiteY2609" fmla="*/ 2530091 h 6857801"/>
              <a:gd name="connsiteX2610" fmla="*/ 2282397 w 12184003"/>
              <a:gd name="connsiteY2610" fmla="*/ 2530091 h 6857801"/>
              <a:gd name="connsiteX2611" fmla="*/ 2276295 w 12184003"/>
              <a:gd name="connsiteY2611" fmla="*/ 2544333 h 6857801"/>
              <a:gd name="connsiteX2612" fmla="*/ 2253301 w 12184003"/>
              <a:gd name="connsiteY2612" fmla="*/ 2554183 h 6857801"/>
              <a:gd name="connsiteX2613" fmla="*/ 2220453 w 12184003"/>
              <a:gd name="connsiteY2613" fmla="*/ 2521334 h 6857801"/>
              <a:gd name="connsiteX2614" fmla="*/ 2226370 w 12184003"/>
              <a:gd name="connsiteY2614" fmla="*/ 2507578 h 6857801"/>
              <a:gd name="connsiteX2615" fmla="*/ 2185423 w 12184003"/>
              <a:gd name="connsiteY2615" fmla="*/ 2466592 h 6857801"/>
              <a:gd name="connsiteX2616" fmla="*/ 9998574 w 12184003"/>
              <a:gd name="connsiteY2616" fmla="*/ 2466580 h 6857801"/>
              <a:gd name="connsiteX2617" fmla="*/ 9957627 w 12184003"/>
              <a:gd name="connsiteY2617" fmla="*/ 2507532 h 6857801"/>
              <a:gd name="connsiteX2618" fmla="*/ 9963538 w 12184003"/>
              <a:gd name="connsiteY2618" fmla="*/ 2521328 h 6857801"/>
              <a:gd name="connsiteX2619" fmla="*/ 9930690 w 12184003"/>
              <a:gd name="connsiteY2619" fmla="*/ 2554174 h 6857801"/>
              <a:gd name="connsiteX2620" fmla="*/ 9907698 w 12184003"/>
              <a:gd name="connsiteY2620" fmla="*/ 2544319 h 6857801"/>
              <a:gd name="connsiteX2621" fmla="*/ 9901600 w 12184003"/>
              <a:gd name="connsiteY2621" fmla="*/ 2530091 h 6857801"/>
              <a:gd name="connsiteX2622" fmla="*/ 9157688 w 12184003"/>
              <a:gd name="connsiteY2622" fmla="*/ 2530091 h 6857801"/>
              <a:gd name="connsiteX2623" fmla="*/ 8919000 w 12184003"/>
              <a:gd name="connsiteY2623" fmla="*/ 2768773 h 6857801"/>
              <a:gd name="connsiteX2624" fmla="*/ 8759143 w 12184003"/>
              <a:gd name="connsiteY2624" fmla="*/ 2768773 h 6857801"/>
              <a:gd name="connsiteX2625" fmla="*/ 8864890 w 12184003"/>
              <a:gd name="connsiteY2625" fmla="*/ 2874521 h 6857801"/>
              <a:gd name="connsiteX2626" fmla="*/ 9105133 w 12184003"/>
              <a:gd name="connsiteY2626" fmla="*/ 2633009 h 6857801"/>
              <a:gd name="connsiteX2627" fmla="*/ 9206299 w 12184003"/>
              <a:gd name="connsiteY2627" fmla="*/ 2633009 h 6857801"/>
              <a:gd name="connsiteX2628" fmla="*/ 9215719 w 12184003"/>
              <a:gd name="connsiteY2628" fmla="*/ 2619594 h 6857801"/>
              <a:gd name="connsiteX2629" fmla="*/ 9249661 w 12184003"/>
              <a:gd name="connsiteY2629" fmla="*/ 2604538 h 6857801"/>
              <a:gd name="connsiteX2630" fmla="*/ 9283603 w 12184003"/>
              <a:gd name="connsiteY2630" fmla="*/ 2618770 h 6857801"/>
              <a:gd name="connsiteX2631" fmla="*/ 9293264 w 12184003"/>
              <a:gd name="connsiteY2631" fmla="*/ 2633009 h 6857801"/>
              <a:gd name="connsiteX2632" fmla="*/ 10151350 w 12184003"/>
              <a:gd name="connsiteY2632" fmla="*/ 2633009 h 6857801"/>
              <a:gd name="connsiteX2633" fmla="*/ 10159526 w 12184003"/>
              <a:gd name="connsiteY2633" fmla="*/ 2620963 h 6857801"/>
              <a:gd name="connsiteX2634" fmla="*/ 10193467 w 12184003"/>
              <a:gd name="connsiteY2634" fmla="*/ 2606727 h 6857801"/>
              <a:gd name="connsiteX2635" fmla="*/ 10241644 w 12184003"/>
              <a:gd name="connsiteY2635" fmla="*/ 2654903 h 6857801"/>
              <a:gd name="connsiteX2636" fmla="*/ 10237812 w 12184003"/>
              <a:gd name="connsiteY2636" fmla="*/ 2673516 h 6857801"/>
              <a:gd name="connsiteX2637" fmla="*/ 10237146 w 12184003"/>
              <a:gd name="connsiteY2637" fmla="*/ 2674497 h 6857801"/>
              <a:gd name="connsiteX2638" fmla="*/ 10368651 w 12184003"/>
              <a:gd name="connsiteY2638" fmla="*/ 2806002 h 6857801"/>
              <a:gd name="connsiteX2639" fmla="*/ 10541647 w 12184003"/>
              <a:gd name="connsiteY2639" fmla="*/ 2806002 h 6857801"/>
              <a:gd name="connsiteX2640" fmla="*/ 10550406 w 12184003"/>
              <a:gd name="connsiteY2640" fmla="*/ 2784103 h 6857801"/>
              <a:gd name="connsiteX2641" fmla="*/ 10583253 w 12184003"/>
              <a:gd name="connsiteY2641" fmla="*/ 2770963 h 6857801"/>
              <a:gd name="connsiteX2642" fmla="*/ 10616101 w 12184003"/>
              <a:gd name="connsiteY2642" fmla="*/ 2784103 h 6857801"/>
              <a:gd name="connsiteX2643" fmla="*/ 10624860 w 12184003"/>
              <a:gd name="connsiteY2643" fmla="*/ 2806002 h 6857801"/>
              <a:gd name="connsiteX2644" fmla="*/ 10767197 w 12184003"/>
              <a:gd name="connsiteY2644" fmla="*/ 2806002 h 6857801"/>
              <a:gd name="connsiteX2645" fmla="*/ 10873423 w 12184003"/>
              <a:gd name="connsiteY2645" fmla="*/ 2698702 h 6857801"/>
              <a:gd name="connsiteX2646" fmla="*/ 10736540 w 12184003"/>
              <a:gd name="connsiteY2646" fmla="*/ 2698702 h 6857801"/>
              <a:gd name="connsiteX2647" fmla="*/ 10545025 w 12184003"/>
              <a:gd name="connsiteY2647" fmla="*/ 2507185 h 6857801"/>
              <a:gd name="connsiteX2648" fmla="*/ 10544453 w 12184003"/>
              <a:gd name="connsiteY2648" fmla="*/ 2507575 h 6857801"/>
              <a:gd name="connsiteX2649" fmla="*/ 10519749 w 12184003"/>
              <a:gd name="connsiteY2649" fmla="*/ 2512574 h 6857801"/>
              <a:gd name="connsiteX2650" fmla="*/ 10461240 w 12184003"/>
              <a:gd name="connsiteY2650" fmla="*/ 2473764 h 6857801"/>
              <a:gd name="connsiteX2651" fmla="*/ 10459787 w 12184003"/>
              <a:gd name="connsiteY2651" fmla="*/ 2466580 h 6857801"/>
              <a:gd name="connsiteX2652" fmla="*/ 9304800 w 12184003"/>
              <a:gd name="connsiteY2652" fmla="*/ 2466580 h 6857801"/>
              <a:gd name="connsiteX2653" fmla="*/ 9303790 w 12184003"/>
              <a:gd name="connsiteY2653" fmla="*/ 2471574 h 6857801"/>
              <a:gd name="connsiteX2654" fmla="*/ 9245281 w 12184003"/>
              <a:gd name="connsiteY2654" fmla="*/ 2510375 h 6857801"/>
              <a:gd name="connsiteX2655" fmla="*/ 9199294 w 12184003"/>
              <a:gd name="connsiteY2655" fmla="*/ 2491766 h 6857801"/>
              <a:gd name="connsiteX2656" fmla="*/ 9197929 w 12184003"/>
              <a:gd name="connsiteY2656" fmla="*/ 2489845 h 6857801"/>
              <a:gd name="connsiteX2657" fmla="*/ 9175207 w 12184003"/>
              <a:gd name="connsiteY2657" fmla="*/ 2512566 h 6857801"/>
              <a:gd name="connsiteX2658" fmla="*/ 9901597 w 12184003"/>
              <a:gd name="connsiteY2658" fmla="*/ 2512566 h 6857801"/>
              <a:gd name="connsiteX2659" fmla="*/ 9907698 w 12184003"/>
              <a:gd name="connsiteY2659" fmla="*/ 2498335 h 6857801"/>
              <a:gd name="connsiteX2660" fmla="*/ 9930690 w 12184003"/>
              <a:gd name="connsiteY2660" fmla="*/ 2488477 h 6857801"/>
              <a:gd name="connsiteX2661" fmla="*/ 9946019 w 12184003"/>
              <a:gd name="connsiteY2661" fmla="*/ 2495047 h 6857801"/>
              <a:gd name="connsiteX2662" fmla="*/ 9974486 w 12184003"/>
              <a:gd name="connsiteY2662" fmla="*/ 2466580 h 6857801"/>
              <a:gd name="connsiteX2663" fmla="*/ 4528460 w 12184003"/>
              <a:gd name="connsiteY2663" fmla="*/ 2433745 h 6857801"/>
              <a:gd name="connsiteX2664" fmla="*/ 4436485 w 12184003"/>
              <a:gd name="connsiteY2664" fmla="*/ 2525759 h 6857801"/>
              <a:gd name="connsiteX2665" fmla="*/ 4458388 w 12184003"/>
              <a:gd name="connsiteY2665" fmla="*/ 2547611 h 6857801"/>
              <a:gd name="connsiteX2666" fmla="*/ 4458388 w 12184003"/>
              <a:gd name="connsiteY2666" fmla="*/ 2626477 h 6857801"/>
              <a:gd name="connsiteX2667" fmla="*/ 4587269 w 12184003"/>
              <a:gd name="connsiteY2667" fmla="*/ 2626477 h 6857801"/>
              <a:gd name="connsiteX2668" fmla="*/ 4595246 w 12184003"/>
              <a:gd name="connsiteY2668" fmla="*/ 2607824 h 6857801"/>
              <a:gd name="connsiteX2669" fmla="*/ 4618237 w 12184003"/>
              <a:gd name="connsiteY2669" fmla="*/ 2597973 h 6857801"/>
              <a:gd name="connsiteX2670" fmla="*/ 4651084 w 12184003"/>
              <a:gd name="connsiteY2670" fmla="*/ 2630818 h 6857801"/>
              <a:gd name="connsiteX2671" fmla="*/ 4618237 w 12184003"/>
              <a:gd name="connsiteY2671" fmla="*/ 2665870 h 6857801"/>
              <a:gd name="connsiteX2672" fmla="*/ 4595246 w 12184003"/>
              <a:gd name="connsiteY2672" fmla="*/ 2656820 h 6857801"/>
              <a:gd name="connsiteX2673" fmla="*/ 4589017 w 12184003"/>
              <a:gd name="connsiteY2673" fmla="*/ 2641775 h 6857801"/>
              <a:gd name="connsiteX2674" fmla="*/ 4458388 w 12184003"/>
              <a:gd name="connsiteY2674" fmla="*/ 2641775 h 6857801"/>
              <a:gd name="connsiteX2675" fmla="*/ 4458388 w 12184003"/>
              <a:gd name="connsiteY2675" fmla="*/ 2703096 h 6857801"/>
              <a:gd name="connsiteX2676" fmla="*/ 4664274 w 12184003"/>
              <a:gd name="connsiteY2676" fmla="*/ 2703096 h 6857801"/>
              <a:gd name="connsiteX2677" fmla="*/ 4664844 w 12184003"/>
              <a:gd name="connsiteY2677" fmla="*/ 2700275 h 6857801"/>
              <a:gd name="connsiteX2678" fmla="*/ 4723345 w 12184003"/>
              <a:gd name="connsiteY2678" fmla="*/ 2661524 h 6857801"/>
              <a:gd name="connsiteX2679" fmla="*/ 4786851 w 12184003"/>
              <a:gd name="connsiteY2679" fmla="*/ 2725024 h 6857801"/>
              <a:gd name="connsiteX2680" fmla="*/ 4723345 w 12184003"/>
              <a:gd name="connsiteY2680" fmla="*/ 2790722 h 6857801"/>
              <a:gd name="connsiteX2681" fmla="*/ 4664844 w 12184003"/>
              <a:gd name="connsiteY2681" fmla="*/ 2750996 h 6857801"/>
              <a:gd name="connsiteX2682" fmla="*/ 4664478 w 12184003"/>
              <a:gd name="connsiteY2682" fmla="*/ 2749115 h 6857801"/>
              <a:gd name="connsiteX2683" fmla="*/ 4458388 w 12184003"/>
              <a:gd name="connsiteY2683" fmla="*/ 2749115 h 6857801"/>
              <a:gd name="connsiteX2684" fmla="*/ 4458388 w 12184003"/>
              <a:gd name="connsiteY2684" fmla="*/ 2749810 h 6857801"/>
              <a:gd name="connsiteX2685" fmla="*/ 4478099 w 12184003"/>
              <a:gd name="connsiteY2685" fmla="*/ 2757872 h 6857801"/>
              <a:gd name="connsiteX2686" fmla="*/ 4478099 w 12184003"/>
              <a:gd name="connsiteY2686" fmla="*/ 2806014 h 6857801"/>
              <a:gd name="connsiteX2687" fmla="*/ 4468772 w 12184003"/>
              <a:gd name="connsiteY2687" fmla="*/ 2809855 h 6857801"/>
              <a:gd name="connsiteX2688" fmla="*/ 4708018 w 12184003"/>
              <a:gd name="connsiteY2688" fmla="*/ 3049073 h 6857801"/>
              <a:gd name="connsiteX2689" fmla="*/ 4856918 w 12184003"/>
              <a:gd name="connsiteY2689" fmla="*/ 3049073 h 6857801"/>
              <a:gd name="connsiteX2690" fmla="*/ 5086856 w 12184003"/>
              <a:gd name="connsiteY2690" fmla="*/ 3279047 h 6857801"/>
              <a:gd name="connsiteX2691" fmla="*/ 5257668 w 12184003"/>
              <a:gd name="connsiteY2691" fmla="*/ 3279047 h 6857801"/>
              <a:gd name="connsiteX2692" fmla="*/ 5257668 w 12184003"/>
              <a:gd name="connsiteY2692" fmla="*/ 2906788 h 6857801"/>
              <a:gd name="connsiteX2693" fmla="*/ 5257668 w 12184003"/>
              <a:gd name="connsiteY2693" fmla="*/ 2439256 h 6857801"/>
              <a:gd name="connsiteX2694" fmla="*/ 5251098 w 12184003"/>
              <a:gd name="connsiteY2694" fmla="*/ 2455688 h 6857801"/>
              <a:gd name="connsiteX2695" fmla="*/ 5218233 w 12184003"/>
              <a:gd name="connsiteY2695" fmla="*/ 2468781 h 6857801"/>
              <a:gd name="connsiteX2696" fmla="*/ 5185402 w 12184003"/>
              <a:gd name="connsiteY2696" fmla="*/ 2454856 h 6857801"/>
              <a:gd name="connsiteX2697" fmla="*/ 5176754 w 12184003"/>
              <a:gd name="connsiteY2697" fmla="*/ 2433745 h 6857801"/>
              <a:gd name="connsiteX2698" fmla="*/ 5055930 w 12184003"/>
              <a:gd name="connsiteY2698" fmla="*/ 2433745 h 6857801"/>
              <a:gd name="connsiteX2699" fmla="*/ 5045255 w 12184003"/>
              <a:gd name="connsiteY2699" fmla="*/ 2438161 h 6857801"/>
              <a:gd name="connsiteX2700" fmla="*/ 5034310 w 12184003"/>
              <a:gd name="connsiteY2700" fmla="*/ 2433745 h 6857801"/>
              <a:gd name="connsiteX2701" fmla="*/ 4999274 w 12184003"/>
              <a:gd name="connsiteY2701" fmla="*/ 2433745 h 6857801"/>
              <a:gd name="connsiteX2702" fmla="*/ 5116080 w 12184003"/>
              <a:gd name="connsiteY2702" fmla="*/ 2550595 h 6857801"/>
              <a:gd name="connsiteX2703" fmla="*/ 5140231 w 12184003"/>
              <a:gd name="connsiteY2703" fmla="*/ 2546242 h 6857801"/>
              <a:gd name="connsiteX2704" fmla="*/ 5185402 w 12184003"/>
              <a:gd name="connsiteY2704" fmla="*/ 2565127 h 6857801"/>
              <a:gd name="connsiteX2705" fmla="*/ 5185402 w 12184003"/>
              <a:gd name="connsiteY2705" fmla="*/ 2657101 h 6857801"/>
              <a:gd name="connsiteX2706" fmla="*/ 5093427 w 12184003"/>
              <a:gd name="connsiteY2706" fmla="*/ 2657101 h 6857801"/>
              <a:gd name="connsiteX2707" fmla="*/ 5078955 w 12184003"/>
              <a:gd name="connsiteY2707" fmla="*/ 2586932 h 6857801"/>
              <a:gd name="connsiteX2708" fmla="*/ 5082058 w 12184003"/>
              <a:gd name="connsiteY2708" fmla="*/ 2582226 h 6857801"/>
              <a:gd name="connsiteX2709" fmla="*/ 4933573 w 12184003"/>
              <a:gd name="connsiteY2709" fmla="*/ 2433745 h 6857801"/>
              <a:gd name="connsiteX2710" fmla="*/ 4594191 w 12184003"/>
              <a:gd name="connsiteY2710" fmla="*/ 2433745 h 6857801"/>
              <a:gd name="connsiteX2711" fmla="*/ 4594153 w 12184003"/>
              <a:gd name="connsiteY2711" fmla="*/ 2442502 h 6857801"/>
              <a:gd name="connsiteX2712" fmla="*/ 4910013 w 12184003"/>
              <a:gd name="connsiteY2712" fmla="*/ 2758401 h 6857801"/>
              <a:gd name="connsiteX2713" fmla="*/ 4932478 w 12184003"/>
              <a:gd name="connsiteY2713" fmla="*/ 2749113 h 6857801"/>
              <a:gd name="connsiteX2714" fmla="*/ 4964239 w 12184003"/>
              <a:gd name="connsiteY2714" fmla="*/ 2762207 h 6857801"/>
              <a:gd name="connsiteX2715" fmla="*/ 4964239 w 12184003"/>
              <a:gd name="connsiteY2715" fmla="*/ 2827947 h 6857801"/>
              <a:gd name="connsiteX2716" fmla="*/ 4900718 w 12184003"/>
              <a:gd name="connsiteY2716" fmla="*/ 2827947 h 6857801"/>
              <a:gd name="connsiteX2717" fmla="*/ 4887575 w 12184003"/>
              <a:gd name="connsiteY2717" fmla="*/ 2796155 h 6857801"/>
              <a:gd name="connsiteX2718" fmla="*/ 4895589 w 12184003"/>
              <a:gd name="connsiteY2718" fmla="*/ 2776832 h 6857801"/>
              <a:gd name="connsiteX2719" fmla="*/ 4572256 w 12184003"/>
              <a:gd name="connsiteY2719" fmla="*/ 2453483 h 6857801"/>
              <a:gd name="connsiteX2720" fmla="*/ 4572256 w 12184003"/>
              <a:gd name="connsiteY2720" fmla="*/ 2433745 h 6857801"/>
              <a:gd name="connsiteX2721" fmla="*/ 3823402 w 12184003"/>
              <a:gd name="connsiteY2721" fmla="*/ 2418447 h 6857801"/>
              <a:gd name="connsiteX2722" fmla="*/ 3789242 w 12184003"/>
              <a:gd name="connsiteY2722" fmla="*/ 2452505 h 6857801"/>
              <a:gd name="connsiteX2723" fmla="*/ 3891734 w 12184003"/>
              <a:gd name="connsiteY2723" fmla="*/ 2554740 h 6857801"/>
              <a:gd name="connsiteX2724" fmla="*/ 3914266 w 12184003"/>
              <a:gd name="connsiteY2724" fmla="*/ 2545423 h 6857801"/>
              <a:gd name="connsiteX2725" fmla="*/ 3946002 w 12184003"/>
              <a:gd name="connsiteY2725" fmla="*/ 2558606 h 6857801"/>
              <a:gd name="connsiteX2726" fmla="*/ 3955064 w 12184003"/>
              <a:gd name="connsiteY2726" fmla="*/ 2580456 h 6857801"/>
              <a:gd name="connsiteX2727" fmla="*/ 4206600 w 12184003"/>
              <a:gd name="connsiteY2727" fmla="*/ 2580456 h 6857801"/>
              <a:gd name="connsiteX2728" fmla="*/ 4044545 w 12184003"/>
              <a:gd name="connsiteY2728" fmla="*/ 2418447 h 6857801"/>
              <a:gd name="connsiteX2729" fmla="*/ 8076596 w 12184003"/>
              <a:gd name="connsiteY2729" fmla="*/ 2418404 h 6857801"/>
              <a:gd name="connsiteX2730" fmla="*/ 7914905 w 12184003"/>
              <a:gd name="connsiteY2730" fmla="*/ 2580456 h 6857801"/>
              <a:gd name="connsiteX2731" fmla="*/ 8522954 w 12184003"/>
              <a:gd name="connsiteY2731" fmla="*/ 2580456 h 6857801"/>
              <a:gd name="connsiteX2732" fmla="*/ 8380329 w 12184003"/>
              <a:gd name="connsiteY2732" fmla="*/ 2438097 h 6857801"/>
              <a:gd name="connsiteX2733" fmla="*/ 8305695 w 12184003"/>
              <a:gd name="connsiteY2733" fmla="*/ 2512729 h 6857801"/>
              <a:gd name="connsiteX2734" fmla="*/ 8312424 w 12184003"/>
              <a:gd name="connsiteY2734" fmla="*/ 2528990 h 6857801"/>
              <a:gd name="connsiteX2735" fmla="*/ 8299285 w 12184003"/>
              <a:gd name="connsiteY2735" fmla="*/ 2560747 h 6857801"/>
              <a:gd name="connsiteX2736" fmla="*/ 8235780 w 12184003"/>
              <a:gd name="connsiteY2736" fmla="*/ 2560747 h 6857801"/>
              <a:gd name="connsiteX2737" fmla="*/ 8235780 w 12184003"/>
              <a:gd name="connsiteY2737" fmla="*/ 2497236 h 6857801"/>
              <a:gd name="connsiteX2738" fmla="*/ 8267532 w 12184003"/>
              <a:gd name="connsiteY2738" fmla="*/ 2484108 h 6857801"/>
              <a:gd name="connsiteX2739" fmla="*/ 8291480 w 12184003"/>
              <a:gd name="connsiteY2739" fmla="*/ 2494008 h 6857801"/>
              <a:gd name="connsiteX2740" fmla="*/ 8363751 w 12184003"/>
              <a:gd name="connsiteY2740" fmla="*/ 2421553 h 6857801"/>
              <a:gd name="connsiteX2741" fmla="*/ 8360598 w 12184003"/>
              <a:gd name="connsiteY2741" fmla="*/ 2418404 h 6857801"/>
              <a:gd name="connsiteX2742" fmla="*/ 5945246 w 12184003"/>
              <a:gd name="connsiteY2742" fmla="*/ 2378891 h 6857801"/>
              <a:gd name="connsiteX2743" fmla="*/ 5934296 w 12184003"/>
              <a:gd name="connsiteY2743" fmla="*/ 2389941 h 6857801"/>
              <a:gd name="connsiteX2744" fmla="*/ 5934296 w 12184003"/>
              <a:gd name="connsiteY2744" fmla="*/ 2431554 h 6857801"/>
              <a:gd name="connsiteX2745" fmla="*/ 5945246 w 12184003"/>
              <a:gd name="connsiteY2745" fmla="*/ 2420638 h 6857801"/>
              <a:gd name="connsiteX2746" fmla="*/ 3618942 w 12184003"/>
              <a:gd name="connsiteY2746" fmla="*/ 2282684 h 6857801"/>
              <a:gd name="connsiteX2747" fmla="*/ 3771774 w 12184003"/>
              <a:gd name="connsiteY2747" fmla="*/ 2435083 h 6857801"/>
              <a:gd name="connsiteX2748" fmla="*/ 3812452 w 12184003"/>
              <a:gd name="connsiteY2748" fmla="*/ 2394361 h 6857801"/>
              <a:gd name="connsiteX2749" fmla="*/ 4020457 w 12184003"/>
              <a:gd name="connsiteY2749" fmla="*/ 2394361 h 6857801"/>
              <a:gd name="connsiteX2750" fmla="*/ 3925202 w 12184003"/>
              <a:gd name="connsiteY2750" fmla="*/ 2299115 h 6857801"/>
              <a:gd name="connsiteX2751" fmla="*/ 3902213 w 12184003"/>
              <a:gd name="connsiteY2751" fmla="*/ 2308961 h 6857801"/>
              <a:gd name="connsiteX2752" fmla="*/ 3879225 w 12184003"/>
              <a:gd name="connsiteY2752" fmla="*/ 2299115 h 6857801"/>
              <a:gd name="connsiteX2753" fmla="*/ 3872189 w 12184003"/>
              <a:gd name="connsiteY2753" fmla="*/ 2282684 h 6857801"/>
              <a:gd name="connsiteX2754" fmla="*/ 3554055 w 12184003"/>
              <a:gd name="connsiteY2754" fmla="*/ 2282684 h 6857801"/>
              <a:gd name="connsiteX2755" fmla="*/ 3330574 w 12184003"/>
              <a:gd name="connsiteY2755" fmla="*/ 2506177 h 6857801"/>
              <a:gd name="connsiteX2756" fmla="*/ 3335537 w 12184003"/>
              <a:gd name="connsiteY2756" fmla="*/ 2517439 h 6857801"/>
              <a:gd name="connsiteX2757" fmla="*/ 3398593 w 12184003"/>
              <a:gd name="connsiteY2757" fmla="*/ 2580456 h 6857801"/>
              <a:gd name="connsiteX2758" fmla="*/ 3626668 w 12184003"/>
              <a:gd name="connsiteY2758" fmla="*/ 2580456 h 6857801"/>
              <a:gd name="connsiteX2759" fmla="*/ 3755564 w 12184003"/>
              <a:gd name="connsiteY2759" fmla="*/ 2451314 h 6857801"/>
              <a:gd name="connsiteX2760" fmla="*/ 3586893 w 12184003"/>
              <a:gd name="connsiteY2760" fmla="*/ 2282684 h 6857801"/>
              <a:gd name="connsiteX2761" fmla="*/ 8535791 w 12184003"/>
              <a:gd name="connsiteY2761" fmla="*/ 2282637 h 6857801"/>
              <a:gd name="connsiteX2762" fmla="*/ 8397804 w 12184003"/>
              <a:gd name="connsiteY2762" fmla="*/ 2420624 h 6857801"/>
              <a:gd name="connsiteX2763" fmla="*/ 8557325 w 12184003"/>
              <a:gd name="connsiteY2763" fmla="*/ 2580456 h 6857801"/>
              <a:gd name="connsiteX2764" fmla="*/ 8785421 w 12184003"/>
              <a:gd name="connsiteY2764" fmla="*/ 2580456 h 6857801"/>
              <a:gd name="connsiteX2765" fmla="*/ 8848458 w 12184003"/>
              <a:gd name="connsiteY2765" fmla="*/ 2517419 h 6857801"/>
              <a:gd name="connsiteX2766" fmla="*/ 8853432 w 12184003"/>
              <a:gd name="connsiteY2766" fmla="*/ 2506128 h 6857801"/>
              <a:gd name="connsiteX2767" fmla="*/ 8629944 w 12184003"/>
              <a:gd name="connsiteY2767" fmla="*/ 2282637 h 6857801"/>
              <a:gd name="connsiteX2768" fmla="*/ 2143818 w 12184003"/>
              <a:gd name="connsiteY2768" fmla="*/ 2280494 h 6857801"/>
              <a:gd name="connsiteX2769" fmla="*/ 2183234 w 12184003"/>
              <a:gd name="connsiteY2769" fmla="*/ 2319864 h 6857801"/>
              <a:gd name="connsiteX2770" fmla="*/ 2807124 w 12184003"/>
              <a:gd name="connsiteY2770" fmla="*/ 2319864 h 6857801"/>
              <a:gd name="connsiteX2771" fmla="*/ 2813901 w 12184003"/>
              <a:gd name="connsiteY2771" fmla="*/ 2305639 h 6857801"/>
              <a:gd name="connsiteX2772" fmla="*/ 2837988 w 12184003"/>
              <a:gd name="connsiteY2772" fmla="*/ 2295777 h 6857801"/>
              <a:gd name="connsiteX2773" fmla="*/ 2870838 w 12184003"/>
              <a:gd name="connsiteY2773" fmla="*/ 2328626 h 6857801"/>
              <a:gd name="connsiteX2774" fmla="*/ 2864926 w 12184003"/>
              <a:gd name="connsiteY2774" fmla="*/ 2342458 h 6857801"/>
              <a:gd name="connsiteX2775" fmla="*/ 2913416 w 12184003"/>
              <a:gd name="connsiteY2775" fmla="*/ 2390911 h 6857801"/>
              <a:gd name="connsiteX2776" fmla="*/ 2938720 w 12184003"/>
              <a:gd name="connsiteY2776" fmla="*/ 2383380 h 6857801"/>
              <a:gd name="connsiteX2777" fmla="*/ 3004418 w 12184003"/>
              <a:gd name="connsiteY2777" fmla="*/ 2446921 h 6857801"/>
              <a:gd name="connsiteX2778" fmla="*/ 2999080 w 12184003"/>
              <a:gd name="connsiteY2778" fmla="*/ 2471622 h 6857801"/>
              <a:gd name="connsiteX2779" fmla="*/ 2997004 w 12184003"/>
              <a:gd name="connsiteY2779" fmla="*/ 2474542 h 6857801"/>
              <a:gd name="connsiteX2780" fmla="*/ 3035075 w 12184003"/>
              <a:gd name="connsiteY2780" fmla="*/ 2512574 h 6857801"/>
              <a:gd name="connsiteX2781" fmla="*/ 3272823 w 12184003"/>
              <a:gd name="connsiteY2781" fmla="*/ 2512574 h 6857801"/>
              <a:gd name="connsiteX2782" fmla="*/ 3278417 w 12184003"/>
              <a:gd name="connsiteY2782" fmla="*/ 2498382 h 6857801"/>
              <a:gd name="connsiteX2783" fmla="*/ 3280550 w 12184003"/>
              <a:gd name="connsiteY2783" fmla="*/ 2497494 h 6857801"/>
              <a:gd name="connsiteX2784" fmla="*/ 3063549 w 12184003"/>
              <a:gd name="connsiteY2784" fmla="*/ 2280494 h 6857801"/>
              <a:gd name="connsiteX2785" fmla="*/ 2060600 w 12184003"/>
              <a:gd name="connsiteY2785" fmla="*/ 2280494 h 6857801"/>
              <a:gd name="connsiteX2786" fmla="*/ 2051842 w 12184003"/>
              <a:gd name="connsiteY2786" fmla="*/ 2302347 h 6857801"/>
              <a:gd name="connsiteX2787" fmla="*/ 2047149 w 12184003"/>
              <a:gd name="connsiteY2787" fmla="*/ 2304224 h 6857801"/>
              <a:gd name="connsiteX2788" fmla="*/ 2165714 w 12184003"/>
              <a:gd name="connsiteY2788" fmla="*/ 2422785 h 6857801"/>
              <a:gd name="connsiteX2789" fmla="*/ 2879789 w 12184003"/>
              <a:gd name="connsiteY2789" fmla="*/ 2422785 h 6857801"/>
              <a:gd name="connsiteX2790" fmla="*/ 2879908 w 12184003"/>
              <a:gd name="connsiteY2790" fmla="*/ 2422209 h 6857801"/>
              <a:gd name="connsiteX2791" fmla="*/ 2897852 w 12184003"/>
              <a:gd name="connsiteY2791" fmla="*/ 2399749 h 6857801"/>
              <a:gd name="connsiteX2792" fmla="*/ 2853260 w 12184003"/>
              <a:gd name="connsiteY2792" fmla="*/ 2354931 h 6857801"/>
              <a:gd name="connsiteX2793" fmla="*/ 2837988 w 12184003"/>
              <a:gd name="connsiteY2793" fmla="*/ 2361515 h 6857801"/>
              <a:gd name="connsiteX2794" fmla="*/ 2814998 w 12184003"/>
              <a:gd name="connsiteY2794" fmla="*/ 2351657 h 6857801"/>
              <a:gd name="connsiteX2795" fmla="*/ 2808896 w 12184003"/>
              <a:gd name="connsiteY2795" fmla="*/ 2337383 h 6857801"/>
              <a:gd name="connsiteX2796" fmla="*/ 2176664 w 12184003"/>
              <a:gd name="connsiteY2796" fmla="*/ 2337383 h 6857801"/>
              <a:gd name="connsiteX2797" fmla="*/ 2119727 w 12184003"/>
              <a:gd name="connsiteY2797" fmla="*/ 2280494 h 6857801"/>
              <a:gd name="connsiteX2798" fmla="*/ 10064268 w 12184003"/>
              <a:gd name="connsiteY2798" fmla="*/ 2280447 h 6857801"/>
              <a:gd name="connsiteX2799" fmla="*/ 10007334 w 12184003"/>
              <a:gd name="connsiteY2799" fmla="*/ 2337381 h 6857801"/>
              <a:gd name="connsiteX2800" fmla="*/ 9375106 w 12184003"/>
              <a:gd name="connsiteY2800" fmla="*/ 2337381 h 6857801"/>
              <a:gd name="connsiteX2801" fmla="*/ 9369005 w 12184003"/>
              <a:gd name="connsiteY2801" fmla="*/ 2351618 h 6857801"/>
              <a:gd name="connsiteX2802" fmla="*/ 9346012 w 12184003"/>
              <a:gd name="connsiteY2802" fmla="*/ 2361469 h 6857801"/>
              <a:gd name="connsiteX2803" fmla="*/ 9332217 w 12184003"/>
              <a:gd name="connsiteY2803" fmla="*/ 2355557 h 6857801"/>
              <a:gd name="connsiteX2804" fmla="*/ 9286987 w 12184003"/>
              <a:gd name="connsiteY2804" fmla="*/ 2400790 h 6857801"/>
              <a:gd name="connsiteX2805" fmla="*/ 9304098 w 12184003"/>
              <a:gd name="connsiteY2805" fmla="*/ 2422175 h 6857801"/>
              <a:gd name="connsiteX2806" fmla="*/ 9304215 w 12184003"/>
              <a:gd name="connsiteY2806" fmla="*/ 2422784 h 6857801"/>
              <a:gd name="connsiteX2807" fmla="*/ 10018283 w 12184003"/>
              <a:gd name="connsiteY2807" fmla="*/ 2422784 h 6857801"/>
              <a:gd name="connsiteX2808" fmla="*/ 10136845 w 12184003"/>
              <a:gd name="connsiteY2808" fmla="*/ 2304224 h 6857801"/>
              <a:gd name="connsiteX2809" fmla="*/ 10132152 w 12184003"/>
              <a:gd name="connsiteY2809" fmla="*/ 2302345 h 6857801"/>
              <a:gd name="connsiteX2810" fmla="*/ 10123393 w 12184003"/>
              <a:gd name="connsiteY2810" fmla="*/ 2280447 h 6857801"/>
              <a:gd name="connsiteX2811" fmla="*/ 9120462 w 12184003"/>
              <a:gd name="connsiteY2811" fmla="*/ 2280447 h 6857801"/>
              <a:gd name="connsiteX2812" fmla="*/ 8903460 w 12184003"/>
              <a:gd name="connsiteY2812" fmla="*/ 2497452 h 6857801"/>
              <a:gd name="connsiteX2813" fmla="*/ 8905587 w 12184003"/>
              <a:gd name="connsiteY2813" fmla="*/ 2498335 h 6857801"/>
              <a:gd name="connsiteX2814" fmla="*/ 8911178 w 12184003"/>
              <a:gd name="connsiteY2814" fmla="*/ 2512566 h 6857801"/>
              <a:gd name="connsiteX2815" fmla="*/ 9149907 w 12184003"/>
              <a:gd name="connsiteY2815" fmla="*/ 2512566 h 6857801"/>
              <a:gd name="connsiteX2816" fmla="*/ 9187329 w 12184003"/>
              <a:gd name="connsiteY2816" fmla="*/ 2474961 h 6857801"/>
              <a:gd name="connsiteX2817" fmla="*/ 9184924 w 12184003"/>
              <a:gd name="connsiteY2817" fmla="*/ 2471574 h 6857801"/>
              <a:gd name="connsiteX2818" fmla="*/ 9179586 w 12184003"/>
              <a:gd name="connsiteY2818" fmla="*/ 2446871 h 6857801"/>
              <a:gd name="connsiteX2819" fmla="*/ 9245281 w 12184003"/>
              <a:gd name="connsiteY2819" fmla="*/ 2383366 h 6857801"/>
              <a:gd name="connsiteX2820" fmla="*/ 9270870 w 12184003"/>
              <a:gd name="connsiteY2820" fmla="*/ 2390992 h 6857801"/>
              <a:gd name="connsiteX2821" fmla="*/ 9319112 w 12184003"/>
              <a:gd name="connsiteY2821" fmla="*/ 2342503 h 6857801"/>
              <a:gd name="connsiteX2822" fmla="*/ 9313165 w 12184003"/>
              <a:gd name="connsiteY2822" fmla="*/ 2328623 h 6857801"/>
              <a:gd name="connsiteX2823" fmla="*/ 9346012 w 12184003"/>
              <a:gd name="connsiteY2823" fmla="*/ 2295777 h 6857801"/>
              <a:gd name="connsiteX2824" fmla="*/ 9370100 w 12184003"/>
              <a:gd name="connsiteY2824" fmla="*/ 2305628 h 6857801"/>
              <a:gd name="connsiteX2825" fmla="*/ 9376878 w 12184003"/>
              <a:gd name="connsiteY2825" fmla="*/ 2319864 h 6857801"/>
              <a:gd name="connsiteX2826" fmla="*/ 10000764 w 12184003"/>
              <a:gd name="connsiteY2826" fmla="*/ 2319864 h 6857801"/>
              <a:gd name="connsiteX2827" fmla="*/ 10040179 w 12184003"/>
              <a:gd name="connsiteY2827" fmla="*/ 2280447 h 6857801"/>
              <a:gd name="connsiteX2828" fmla="*/ 3514640 w 12184003"/>
              <a:gd name="connsiteY2828" fmla="*/ 2210392 h 6857801"/>
              <a:gd name="connsiteX2829" fmla="*/ 3477420 w 12184003"/>
              <a:gd name="connsiteY2829" fmla="*/ 2247650 h 6857801"/>
              <a:gd name="connsiteX2830" fmla="*/ 3486176 w 12184003"/>
              <a:gd name="connsiteY2830" fmla="*/ 2269500 h 6857801"/>
              <a:gd name="connsiteX2831" fmla="*/ 3440196 w 12184003"/>
              <a:gd name="connsiteY2831" fmla="*/ 2315532 h 6857801"/>
              <a:gd name="connsiteX2832" fmla="*/ 3407351 w 12184003"/>
              <a:gd name="connsiteY2832" fmla="*/ 2302347 h 6857801"/>
              <a:gd name="connsiteX2833" fmla="*/ 3398589 w 12184003"/>
              <a:gd name="connsiteY2833" fmla="*/ 2280494 h 6857801"/>
              <a:gd name="connsiteX2834" fmla="*/ 3098586 w 12184003"/>
              <a:gd name="connsiteY2834" fmla="*/ 2280494 h 6857801"/>
              <a:gd name="connsiteX2835" fmla="*/ 3309490 w 12184003"/>
              <a:gd name="connsiteY2835" fmla="*/ 2491395 h 6857801"/>
              <a:gd name="connsiteX2836" fmla="*/ 3317808 w 12184003"/>
              <a:gd name="connsiteY2836" fmla="*/ 2494653 h 6857801"/>
              <a:gd name="connsiteX2837" fmla="*/ 3545297 w 12184003"/>
              <a:gd name="connsiteY2837" fmla="*/ 2265167 h 6857801"/>
              <a:gd name="connsiteX2838" fmla="*/ 3569377 w 12184003"/>
              <a:gd name="connsiteY2838" fmla="*/ 2265167 h 6857801"/>
              <a:gd name="connsiteX2839" fmla="*/ 3545305 w 12184003"/>
              <a:gd name="connsiteY2839" fmla="*/ 2179757 h 6857801"/>
              <a:gd name="connsiteX2840" fmla="*/ 3530550 w 12184003"/>
              <a:gd name="connsiteY2840" fmla="*/ 2194520 h 6857801"/>
              <a:gd name="connsiteX2841" fmla="*/ 3601378 w 12184003"/>
              <a:gd name="connsiteY2841" fmla="*/ 2265167 h 6857801"/>
              <a:gd name="connsiteX2842" fmla="*/ 3874067 w 12184003"/>
              <a:gd name="connsiteY2842" fmla="*/ 2265167 h 6857801"/>
              <a:gd name="connsiteX2843" fmla="*/ 3879224 w 12184003"/>
              <a:gd name="connsiteY2843" fmla="*/ 2253083 h 6857801"/>
              <a:gd name="connsiteX2844" fmla="*/ 3829959 w 12184003"/>
              <a:gd name="connsiteY2844" fmla="*/ 2203846 h 6857801"/>
              <a:gd name="connsiteX2845" fmla="*/ 3798207 w 12184003"/>
              <a:gd name="connsiteY2845" fmla="*/ 2216946 h 6857801"/>
              <a:gd name="connsiteX2846" fmla="*/ 3766455 w 12184003"/>
              <a:gd name="connsiteY2846" fmla="*/ 2203846 h 6857801"/>
              <a:gd name="connsiteX2847" fmla="*/ 3756485 w 12184003"/>
              <a:gd name="connsiteY2847" fmla="*/ 2179757 h 6857801"/>
              <a:gd name="connsiteX2848" fmla="*/ 2997853 w 12184003"/>
              <a:gd name="connsiteY2848" fmla="*/ 2179757 h 6857801"/>
              <a:gd name="connsiteX2849" fmla="*/ 3076686 w 12184003"/>
              <a:gd name="connsiteY2849" fmla="*/ 2258551 h 6857801"/>
              <a:gd name="connsiteX2850" fmla="*/ 3398589 w 12184003"/>
              <a:gd name="connsiteY2850" fmla="*/ 2258551 h 6857801"/>
              <a:gd name="connsiteX2851" fmla="*/ 3407351 w 12184003"/>
              <a:gd name="connsiteY2851" fmla="*/ 2236700 h 6857801"/>
              <a:gd name="connsiteX2852" fmla="*/ 3440196 w 12184003"/>
              <a:gd name="connsiteY2852" fmla="*/ 2223515 h 6857801"/>
              <a:gd name="connsiteX2853" fmla="*/ 3460654 w 12184003"/>
              <a:gd name="connsiteY2853" fmla="*/ 2231746 h 6857801"/>
              <a:gd name="connsiteX2854" fmla="*/ 3498427 w 12184003"/>
              <a:gd name="connsiteY2854" fmla="*/ 2194211 h 6857801"/>
              <a:gd name="connsiteX2855" fmla="*/ 3483979 w 12184003"/>
              <a:gd name="connsiteY2855" fmla="*/ 2179757 h 6857801"/>
              <a:gd name="connsiteX2856" fmla="*/ 8639468 w 12184003"/>
              <a:gd name="connsiteY2856" fmla="*/ 2178959 h 6857801"/>
              <a:gd name="connsiteX2857" fmla="*/ 8553310 w 12184003"/>
              <a:gd name="connsiteY2857" fmla="*/ 2265120 h 6857801"/>
              <a:gd name="connsiteX2858" fmla="*/ 8638704 w 12184003"/>
              <a:gd name="connsiteY2858" fmla="*/ 2265120 h 6857801"/>
              <a:gd name="connsiteX2859" fmla="*/ 8866195 w 12184003"/>
              <a:gd name="connsiteY2859" fmla="*/ 2494641 h 6857801"/>
              <a:gd name="connsiteX2860" fmla="*/ 8874533 w 12184003"/>
              <a:gd name="connsiteY2860" fmla="*/ 2491347 h 6857801"/>
              <a:gd name="connsiteX2861" fmla="*/ 9085424 w 12184003"/>
              <a:gd name="connsiteY2861" fmla="*/ 2280447 h 6857801"/>
              <a:gd name="connsiteX2862" fmla="*/ 8785421 w 12184003"/>
              <a:gd name="connsiteY2862" fmla="*/ 2280447 h 6857801"/>
              <a:gd name="connsiteX2863" fmla="*/ 8776662 w 12184003"/>
              <a:gd name="connsiteY2863" fmla="*/ 2302345 h 6857801"/>
              <a:gd name="connsiteX2864" fmla="*/ 8743814 w 12184003"/>
              <a:gd name="connsiteY2864" fmla="*/ 2315484 h 6857801"/>
              <a:gd name="connsiteX2865" fmla="*/ 8697829 w 12184003"/>
              <a:gd name="connsiteY2865" fmla="*/ 2269500 h 6857801"/>
              <a:gd name="connsiteX2866" fmla="*/ 8707149 w 12184003"/>
              <a:gd name="connsiteY2866" fmla="*/ 2246205 h 6857801"/>
              <a:gd name="connsiteX2867" fmla="*/ 8700018 w 12184003"/>
              <a:gd name="connsiteY2867" fmla="*/ 2118407 h 6857801"/>
              <a:gd name="connsiteX2868" fmla="*/ 8654819 w 12184003"/>
              <a:gd name="connsiteY2868" fmla="*/ 2163617 h 6857801"/>
              <a:gd name="connsiteX2869" fmla="*/ 8723352 w 12184003"/>
              <a:gd name="connsiteY2869" fmla="*/ 2231700 h 6857801"/>
              <a:gd name="connsiteX2870" fmla="*/ 8743814 w 12184003"/>
              <a:gd name="connsiteY2870" fmla="*/ 2223515 h 6857801"/>
              <a:gd name="connsiteX2871" fmla="*/ 8776662 w 12184003"/>
              <a:gd name="connsiteY2871" fmla="*/ 2236654 h 6857801"/>
              <a:gd name="connsiteX2872" fmla="*/ 8785422 w 12184003"/>
              <a:gd name="connsiteY2872" fmla="*/ 2258551 h 6857801"/>
              <a:gd name="connsiteX2873" fmla="*/ 9107323 w 12184003"/>
              <a:gd name="connsiteY2873" fmla="*/ 2258551 h 6857801"/>
              <a:gd name="connsiteX2874" fmla="*/ 9247462 w 12184003"/>
              <a:gd name="connsiteY2874" fmla="*/ 2118407 h 6857801"/>
              <a:gd name="connsiteX2875" fmla="*/ 8609322 w 12184003"/>
              <a:gd name="connsiteY2875" fmla="*/ 2118407 h 6857801"/>
              <a:gd name="connsiteX2876" fmla="*/ 8637846 w 12184003"/>
              <a:gd name="connsiteY2876" fmla="*/ 2146749 h 6857801"/>
              <a:gd name="connsiteX2877" fmla="*/ 8666111 w 12184003"/>
              <a:gd name="connsiteY2877" fmla="*/ 2118407 h 6857801"/>
              <a:gd name="connsiteX2878" fmla="*/ 8426593 w 12184003"/>
              <a:gd name="connsiteY2878" fmla="*/ 2118407 h 6857801"/>
              <a:gd name="connsiteX2879" fmla="*/ 8417533 w 12184003"/>
              <a:gd name="connsiteY2879" fmla="*/ 2140307 h 6857801"/>
              <a:gd name="connsiteX2880" fmla="*/ 8385781 w 12184003"/>
              <a:gd name="connsiteY2880" fmla="*/ 2153442 h 6857801"/>
              <a:gd name="connsiteX2881" fmla="*/ 8354065 w 12184003"/>
              <a:gd name="connsiteY2881" fmla="*/ 2140321 h 6857801"/>
              <a:gd name="connsiteX2882" fmla="*/ 8100630 w 12184003"/>
              <a:gd name="connsiteY2882" fmla="*/ 2394316 h 6857801"/>
              <a:gd name="connsiteX2883" fmla="*/ 8371547 w 12184003"/>
              <a:gd name="connsiteY2883" fmla="*/ 2394316 h 6857801"/>
              <a:gd name="connsiteX2884" fmla="*/ 8381234 w 12184003"/>
              <a:gd name="connsiteY2884" fmla="*/ 2404022 h 6857801"/>
              <a:gd name="connsiteX2885" fmla="*/ 8502306 w 12184003"/>
              <a:gd name="connsiteY2885" fmla="*/ 2282637 h 6857801"/>
              <a:gd name="connsiteX2886" fmla="*/ 8311796 w 12184003"/>
              <a:gd name="connsiteY2886" fmla="*/ 2282637 h 6857801"/>
              <a:gd name="connsiteX2887" fmla="*/ 8304759 w 12184003"/>
              <a:gd name="connsiteY2887" fmla="*/ 2299059 h 6857801"/>
              <a:gd name="connsiteX2888" fmla="*/ 8281765 w 12184003"/>
              <a:gd name="connsiteY2888" fmla="*/ 2308914 h 6857801"/>
              <a:gd name="connsiteX2889" fmla="*/ 8248918 w 12184003"/>
              <a:gd name="connsiteY2889" fmla="*/ 2276068 h 6857801"/>
              <a:gd name="connsiteX2890" fmla="*/ 8281765 w 12184003"/>
              <a:gd name="connsiteY2890" fmla="*/ 2243225 h 6857801"/>
              <a:gd name="connsiteX2891" fmla="*/ 8304759 w 12184003"/>
              <a:gd name="connsiteY2891" fmla="*/ 2253072 h 6857801"/>
              <a:gd name="connsiteX2892" fmla="*/ 8309921 w 12184003"/>
              <a:gd name="connsiteY2892" fmla="*/ 2265120 h 6857801"/>
              <a:gd name="connsiteX2893" fmla="*/ 8519780 w 12184003"/>
              <a:gd name="connsiteY2893" fmla="*/ 2265120 h 6857801"/>
              <a:gd name="connsiteX2894" fmla="*/ 8622516 w 12184003"/>
              <a:gd name="connsiteY2894" fmla="*/ 2162117 h 6857801"/>
              <a:gd name="connsiteX2895" fmla="*/ 8578521 w 12184003"/>
              <a:gd name="connsiteY2895" fmla="*/ 2118407 h 6857801"/>
              <a:gd name="connsiteX2896" fmla="*/ 3687450 w 12184003"/>
              <a:gd name="connsiteY2896" fmla="*/ 2037625 h 6857801"/>
              <a:gd name="connsiteX2897" fmla="*/ 3567200 w 12184003"/>
              <a:gd name="connsiteY2897" fmla="*/ 2157822 h 6857801"/>
              <a:gd name="connsiteX2898" fmla="*/ 3759204 w 12184003"/>
              <a:gd name="connsiteY2898" fmla="*/ 2157822 h 6857801"/>
              <a:gd name="connsiteX2899" fmla="*/ 3764649 w 12184003"/>
              <a:gd name="connsiteY2899" fmla="*/ 2144701 h 6857801"/>
              <a:gd name="connsiteX2900" fmla="*/ 3756592 w 12184003"/>
              <a:gd name="connsiteY2900" fmla="*/ 2125011 h 6857801"/>
              <a:gd name="connsiteX2901" fmla="*/ 3761971 w 12184003"/>
              <a:gd name="connsiteY2901" fmla="*/ 2111823 h 6857801"/>
              <a:gd name="connsiteX2902" fmla="*/ 1802205 w 12184003"/>
              <a:gd name="connsiteY2902" fmla="*/ 2037445 h 6857801"/>
              <a:gd name="connsiteX2903" fmla="*/ 1997102 w 12184003"/>
              <a:gd name="connsiteY2903" fmla="*/ 2232274 h 6857801"/>
              <a:gd name="connsiteX2904" fmla="*/ 2018994 w 12184003"/>
              <a:gd name="connsiteY2904" fmla="*/ 2223515 h 6857801"/>
              <a:gd name="connsiteX2905" fmla="*/ 2051842 w 12184003"/>
              <a:gd name="connsiteY2905" fmla="*/ 2236700 h 6857801"/>
              <a:gd name="connsiteX2906" fmla="*/ 2060600 w 12184003"/>
              <a:gd name="connsiteY2906" fmla="*/ 2258551 h 6857801"/>
              <a:gd name="connsiteX2907" fmla="*/ 2097825 w 12184003"/>
              <a:gd name="connsiteY2907" fmla="*/ 2258551 h 6857801"/>
              <a:gd name="connsiteX2908" fmla="*/ 1876654 w 12184003"/>
              <a:gd name="connsiteY2908" fmla="*/ 2037445 h 6857801"/>
              <a:gd name="connsiteX2909" fmla="*/ 10307338 w 12184003"/>
              <a:gd name="connsiteY2909" fmla="*/ 2037395 h 6857801"/>
              <a:gd name="connsiteX2910" fmla="*/ 10086165 w 12184003"/>
              <a:gd name="connsiteY2910" fmla="*/ 2258551 h 6857801"/>
              <a:gd name="connsiteX2911" fmla="*/ 10123392 w 12184003"/>
              <a:gd name="connsiteY2911" fmla="*/ 2258551 h 6857801"/>
              <a:gd name="connsiteX2912" fmla="*/ 10132152 w 12184003"/>
              <a:gd name="connsiteY2912" fmla="*/ 2236654 h 6857801"/>
              <a:gd name="connsiteX2913" fmla="*/ 10164999 w 12184003"/>
              <a:gd name="connsiteY2913" fmla="*/ 2223515 h 6857801"/>
              <a:gd name="connsiteX2914" fmla="*/ 10186901 w 12184003"/>
              <a:gd name="connsiteY2914" fmla="*/ 2232274 h 6857801"/>
              <a:gd name="connsiteX2915" fmla="*/ 10381797 w 12184003"/>
              <a:gd name="connsiteY2915" fmla="*/ 2037395 h 6857801"/>
              <a:gd name="connsiteX2916" fmla="*/ 5945246 w 12184003"/>
              <a:gd name="connsiteY2916" fmla="*/ 2022116 h 6857801"/>
              <a:gd name="connsiteX2917" fmla="*/ 5717515 w 12184003"/>
              <a:gd name="connsiteY2917" fmla="*/ 2249792 h 6857801"/>
              <a:gd name="connsiteX2918" fmla="*/ 5717515 w 12184003"/>
              <a:gd name="connsiteY2918" fmla="*/ 2582024 h 6857801"/>
              <a:gd name="connsiteX2919" fmla="*/ 5731747 w 12184003"/>
              <a:gd name="connsiteY2919" fmla="*/ 2588119 h 6857801"/>
              <a:gd name="connsiteX2920" fmla="*/ 5741601 w 12184003"/>
              <a:gd name="connsiteY2920" fmla="*/ 2611150 h 6857801"/>
              <a:gd name="connsiteX2921" fmla="*/ 5733098 w 12184003"/>
              <a:gd name="connsiteY2921" fmla="*/ 2632759 h 6857801"/>
              <a:gd name="connsiteX2922" fmla="*/ 5901451 w 12184003"/>
              <a:gd name="connsiteY2922" fmla="*/ 2464433 h 6857801"/>
              <a:gd name="connsiteX2923" fmla="*/ 5901451 w 12184003"/>
              <a:gd name="connsiteY2923" fmla="*/ 2374611 h 6857801"/>
              <a:gd name="connsiteX2924" fmla="*/ 5945246 w 12184003"/>
              <a:gd name="connsiteY2924" fmla="*/ 2330827 h 6857801"/>
              <a:gd name="connsiteX2925" fmla="*/ 2209503 w 12184003"/>
              <a:gd name="connsiteY2925" fmla="*/ 2022116 h 6857801"/>
              <a:gd name="connsiteX2926" fmla="*/ 2345276 w 12184003"/>
              <a:gd name="connsiteY2926" fmla="*/ 2157822 h 6857801"/>
              <a:gd name="connsiteX2927" fmla="*/ 2594919 w 12184003"/>
              <a:gd name="connsiteY2927" fmla="*/ 2157822 h 6857801"/>
              <a:gd name="connsiteX2928" fmla="*/ 2940916 w 12184003"/>
              <a:gd name="connsiteY2928" fmla="*/ 2157822 h 6857801"/>
              <a:gd name="connsiteX2929" fmla="*/ 2830488 w 12184003"/>
              <a:gd name="connsiteY2929" fmla="*/ 2047454 h 6857801"/>
              <a:gd name="connsiteX2930" fmla="*/ 2811715 w 12184003"/>
              <a:gd name="connsiteY2930" fmla="*/ 2054963 h 6857801"/>
              <a:gd name="connsiteX2931" fmla="*/ 2778870 w 12184003"/>
              <a:gd name="connsiteY2931" fmla="*/ 2041825 h 6857801"/>
              <a:gd name="connsiteX2932" fmla="*/ 2770987 w 12184003"/>
              <a:gd name="connsiteY2932" fmla="*/ 2022116 h 6857801"/>
              <a:gd name="connsiteX2933" fmla="*/ 2173140 w 12184003"/>
              <a:gd name="connsiteY2933" fmla="*/ 2022116 h 6857801"/>
              <a:gd name="connsiteX2934" fmla="*/ 2329949 w 12184003"/>
              <a:gd name="connsiteY2934" fmla="*/ 2181915 h 6857801"/>
              <a:gd name="connsiteX2935" fmla="*/ 2565824 w 12184003"/>
              <a:gd name="connsiteY2935" fmla="*/ 2181915 h 6857801"/>
              <a:gd name="connsiteX2936" fmla="*/ 2566762 w 12184003"/>
              <a:gd name="connsiteY2936" fmla="*/ 2179757 h 6857801"/>
              <a:gd name="connsiteX2937" fmla="*/ 2336515 w 12184003"/>
              <a:gd name="connsiteY2937" fmla="*/ 2179757 h 6857801"/>
              <a:gd name="connsiteX2938" fmla="*/ 2178235 w 12184003"/>
              <a:gd name="connsiteY2938" fmla="*/ 2022116 h 6857801"/>
              <a:gd name="connsiteX2939" fmla="*/ 9413018 w 12184003"/>
              <a:gd name="connsiteY2939" fmla="*/ 2022073 h 6857801"/>
              <a:gd name="connsiteX2940" fmla="*/ 9405136 w 12184003"/>
              <a:gd name="connsiteY2940" fmla="*/ 2041778 h 6857801"/>
              <a:gd name="connsiteX2941" fmla="*/ 9372289 w 12184003"/>
              <a:gd name="connsiteY2941" fmla="*/ 2054916 h 6857801"/>
              <a:gd name="connsiteX2942" fmla="*/ 9353522 w 12184003"/>
              <a:gd name="connsiteY2942" fmla="*/ 2047409 h 6857801"/>
              <a:gd name="connsiteX2943" fmla="*/ 9305794 w 12184003"/>
              <a:gd name="connsiteY2943" fmla="*/ 2095115 h 6857801"/>
              <a:gd name="connsiteX2944" fmla="*/ 9838720 w 12184003"/>
              <a:gd name="connsiteY2944" fmla="*/ 2094320 h 6857801"/>
              <a:gd name="connsiteX2945" fmla="*/ 9910992 w 12184003"/>
              <a:gd name="connsiteY2945" fmla="*/ 2022073 h 6857801"/>
              <a:gd name="connsiteX2946" fmla="*/ 8465788 w 12184003"/>
              <a:gd name="connsiteY2946" fmla="*/ 2006436 h 6857801"/>
              <a:gd name="connsiteX2947" fmla="*/ 8421961 w 12184003"/>
              <a:gd name="connsiteY2947" fmla="*/ 2050416 h 6857801"/>
              <a:gd name="connsiteX2948" fmla="*/ 8427388 w 12184003"/>
              <a:gd name="connsiteY2948" fmla="*/ 2063683 h 6857801"/>
              <a:gd name="connsiteX2949" fmla="*/ 8419784 w 12184003"/>
              <a:gd name="connsiteY2949" fmla="*/ 2082268 h 6857801"/>
              <a:gd name="connsiteX2950" fmla="*/ 8425654 w 12184003"/>
              <a:gd name="connsiteY2950" fmla="*/ 2096421 h 6857801"/>
              <a:gd name="connsiteX2951" fmla="*/ 8556193 w 12184003"/>
              <a:gd name="connsiteY2951" fmla="*/ 2096230 h 6857801"/>
              <a:gd name="connsiteX2952" fmla="*/ 2125610 w 12184003"/>
              <a:gd name="connsiteY2952" fmla="*/ 1969698 h 6857801"/>
              <a:gd name="connsiteX2953" fmla="*/ 2124426 w 12184003"/>
              <a:gd name="connsiteY2953" fmla="*/ 1972459 h 6857801"/>
              <a:gd name="connsiteX2954" fmla="*/ 2149511 w 12184003"/>
              <a:gd name="connsiteY2954" fmla="*/ 1998028 h 6857801"/>
              <a:gd name="connsiteX2955" fmla="*/ 2154054 w 12184003"/>
              <a:gd name="connsiteY2955" fmla="*/ 1998028 h 6857801"/>
              <a:gd name="connsiteX2956" fmla="*/ 1896367 w 12184003"/>
              <a:gd name="connsiteY2956" fmla="*/ 1969560 h 6857801"/>
              <a:gd name="connsiteX2957" fmla="*/ 1924834 w 12184003"/>
              <a:gd name="connsiteY2957" fmla="*/ 1998028 h 6857801"/>
              <a:gd name="connsiteX2958" fmla="*/ 2125755 w 12184003"/>
              <a:gd name="connsiteY2958" fmla="*/ 1998028 h 6857801"/>
              <a:gd name="connsiteX2959" fmla="*/ 2115327 w 12184003"/>
              <a:gd name="connsiteY2959" fmla="*/ 1987400 h 6857801"/>
              <a:gd name="connsiteX2960" fmla="*/ 2095636 w 12184003"/>
              <a:gd name="connsiteY2960" fmla="*/ 1995840 h 6857801"/>
              <a:gd name="connsiteX2961" fmla="*/ 2072640 w 12184003"/>
              <a:gd name="connsiteY2961" fmla="*/ 1985985 h 6857801"/>
              <a:gd name="connsiteX2962" fmla="*/ 2065601 w 12184003"/>
              <a:gd name="connsiteY2962" fmla="*/ 1969560 h 6857801"/>
              <a:gd name="connsiteX2963" fmla="*/ 1734321 w 12184003"/>
              <a:gd name="connsiteY2963" fmla="*/ 1969560 h 6857801"/>
              <a:gd name="connsiteX2964" fmla="*/ 1784687 w 12184003"/>
              <a:gd name="connsiteY2964" fmla="*/ 2019926 h 6857801"/>
              <a:gd name="connsiteX2965" fmla="*/ 1883223 w 12184003"/>
              <a:gd name="connsiteY2965" fmla="*/ 2019926 h 6857801"/>
              <a:gd name="connsiteX2966" fmla="*/ 2121919 w 12184003"/>
              <a:gd name="connsiteY2966" fmla="*/ 2258551 h 6857801"/>
              <a:gd name="connsiteX2967" fmla="*/ 3041650 w 12184003"/>
              <a:gd name="connsiteY2967" fmla="*/ 2258551 h 6857801"/>
              <a:gd name="connsiteX2968" fmla="*/ 2962815 w 12184003"/>
              <a:gd name="connsiteY2968" fmla="*/ 2179757 h 6857801"/>
              <a:gd name="connsiteX2969" fmla="*/ 2623073 w 12184003"/>
              <a:gd name="connsiteY2969" fmla="*/ 2179757 h 6857801"/>
              <a:gd name="connsiteX2970" fmla="*/ 2627766 w 12184003"/>
              <a:gd name="connsiteY2970" fmla="*/ 2190669 h 6857801"/>
              <a:gd name="connsiteX2971" fmla="*/ 2594919 w 12184003"/>
              <a:gd name="connsiteY2971" fmla="*/ 2223515 h 6857801"/>
              <a:gd name="connsiteX2972" fmla="*/ 2571923 w 12184003"/>
              <a:gd name="connsiteY2972" fmla="*/ 2214523 h 6857801"/>
              <a:gd name="connsiteX2973" fmla="*/ 2565693 w 12184003"/>
              <a:gd name="connsiteY2973" fmla="*/ 2199429 h 6857801"/>
              <a:gd name="connsiteX2974" fmla="*/ 2323381 w 12184003"/>
              <a:gd name="connsiteY2974" fmla="*/ 2199429 h 6857801"/>
              <a:gd name="connsiteX2975" fmla="*/ 2149387 w 12184003"/>
              <a:gd name="connsiteY2975" fmla="*/ 2022116 h 6857801"/>
              <a:gd name="connsiteX2976" fmla="*/ 1916075 w 12184003"/>
              <a:gd name="connsiteY2976" fmla="*/ 2022116 h 6857801"/>
              <a:gd name="connsiteX2977" fmla="*/ 1863521 w 12184003"/>
              <a:gd name="connsiteY2977" fmla="*/ 1969560 h 6857801"/>
              <a:gd name="connsiteX2978" fmla="*/ 10320484 w 12184003"/>
              <a:gd name="connsiteY2978" fmla="*/ 1969511 h 6857801"/>
              <a:gd name="connsiteX2979" fmla="*/ 10267921 w 12184003"/>
              <a:gd name="connsiteY2979" fmla="*/ 2022073 h 6857801"/>
              <a:gd name="connsiteX2980" fmla="*/ 10034605 w 12184003"/>
              <a:gd name="connsiteY2980" fmla="*/ 2022073 h 6857801"/>
              <a:gd name="connsiteX2981" fmla="*/ 9860616 w 12184003"/>
              <a:gd name="connsiteY2981" fmla="*/ 2199429 h 6857801"/>
              <a:gd name="connsiteX2982" fmla="*/ 9618301 w 12184003"/>
              <a:gd name="connsiteY2982" fmla="*/ 2199429 h 6857801"/>
              <a:gd name="connsiteX2983" fmla="*/ 9612073 w 12184003"/>
              <a:gd name="connsiteY2983" fmla="*/ 2214477 h 6857801"/>
              <a:gd name="connsiteX2984" fmla="*/ 9589081 w 12184003"/>
              <a:gd name="connsiteY2984" fmla="*/ 2223515 h 6857801"/>
              <a:gd name="connsiteX2985" fmla="*/ 9556233 w 12184003"/>
              <a:gd name="connsiteY2985" fmla="*/ 2190669 h 6857801"/>
              <a:gd name="connsiteX2986" fmla="*/ 9589081 w 12184003"/>
              <a:gd name="connsiteY2986" fmla="*/ 2157822 h 6857801"/>
              <a:gd name="connsiteX2987" fmla="*/ 9612073 w 12184003"/>
              <a:gd name="connsiteY2987" fmla="*/ 2167671 h 6857801"/>
              <a:gd name="connsiteX2988" fmla="*/ 9618174 w 12184003"/>
              <a:gd name="connsiteY2988" fmla="*/ 2181909 h 6857801"/>
              <a:gd name="connsiteX2989" fmla="*/ 9854047 w 12184003"/>
              <a:gd name="connsiteY2989" fmla="*/ 2181909 h 6857801"/>
              <a:gd name="connsiteX2990" fmla="*/ 10010851 w 12184003"/>
              <a:gd name="connsiteY2990" fmla="*/ 2022073 h 6857801"/>
              <a:gd name="connsiteX2991" fmla="*/ 9943839 w 12184003"/>
              <a:gd name="connsiteY2991" fmla="*/ 2022073 h 6857801"/>
              <a:gd name="connsiteX2992" fmla="*/ 9847479 w 12184003"/>
              <a:gd name="connsiteY2992" fmla="*/ 2118407 h 6857801"/>
              <a:gd name="connsiteX2993" fmla="*/ 9282500 w 12184003"/>
              <a:gd name="connsiteY2993" fmla="*/ 2118407 h 6857801"/>
              <a:gd name="connsiteX2994" fmla="*/ 9142361 w 12184003"/>
              <a:gd name="connsiteY2994" fmla="*/ 2258551 h 6857801"/>
              <a:gd name="connsiteX2995" fmla="*/ 10062077 w 12184003"/>
              <a:gd name="connsiteY2995" fmla="*/ 2258551 h 6857801"/>
              <a:gd name="connsiteX2996" fmla="*/ 10300769 w 12184003"/>
              <a:gd name="connsiteY2996" fmla="*/ 2019877 h 6857801"/>
              <a:gd name="connsiteX2997" fmla="*/ 10399316 w 12184003"/>
              <a:gd name="connsiteY2997" fmla="*/ 2019877 h 6857801"/>
              <a:gd name="connsiteX2998" fmla="*/ 10449682 w 12184003"/>
              <a:gd name="connsiteY2998" fmla="*/ 1969511 h 6857801"/>
              <a:gd name="connsiteX2999" fmla="*/ 10118386 w 12184003"/>
              <a:gd name="connsiteY2999" fmla="*/ 1969511 h 6857801"/>
              <a:gd name="connsiteX3000" fmla="*/ 10111350 w 12184003"/>
              <a:gd name="connsiteY3000" fmla="*/ 1985931 h 6857801"/>
              <a:gd name="connsiteX3001" fmla="*/ 10088357 w 12184003"/>
              <a:gd name="connsiteY3001" fmla="*/ 1995785 h 6857801"/>
              <a:gd name="connsiteX3002" fmla="*/ 10068670 w 12184003"/>
              <a:gd name="connsiteY3002" fmla="*/ 1987348 h 6857801"/>
              <a:gd name="connsiteX3003" fmla="*/ 10058235 w 12184003"/>
              <a:gd name="connsiteY3003" fmla="*/ 1997986 h 6857801"/>
              <a:gd name="connsiteX3004" fmla="*/ 10259162 w 12184003"/>
              <a:gd name="connsiteY3004" fmla="*/ 1997986 h 6857801"/>
              <a:gd name="connsiteX3005" fmla="*/ 10287636 w 12184003"/>
              <a:gd name="connsiteY3005" fmla="*/ 1969511 h 6857801"/>
              <a:gd name="connsiteX3006" fmla="*/ 3858419 w 12184003"/>
              <a:gd name="connsiteY3006" fmla="*/ 1947663 h 6857801"/>
              <a:gd name="connsiteX3007" fmla="*/ 4420061 w 12184003"/>
              <a:gd name="connsiteY3007" fmla="*/ 2509285 h 6857801"/>
              <a:gd name="connsiteX3008" fmla="*/ 4519696 w 12184003"/>
              <a:gd name="connsiteY3008" fmla="*/ 2409694 h 6857801"/>
              <a:gd name="connsiteX3009" fmla="*/ 4572256 w 12184003"/>
              <a:gd name="connsiteY3009" fmla="*/ 2409694 h 6857801"/>
              <a:gd name="connsiteX3010" fmla="*/ 4572256 w 12184003"/>
              <a:gd name="connsiteY3010" fmla="*/ 2286291 h 6857801"/>
              <a:gd name="connsiteX3011" fmla="*/ 4565685 w 12184003"/>
              <a:gd name="connsiteY3011" fmla="*/ 2302347 h 6857801"/>
              <a:gd name="connsiteX3012" fmla="*/ 4517504 w 12184003"/>
              <a:gd name="connsiteY3012" fmla="*/ 2302347 h 6857801"/>
              <a:gd name="connsiteX3013" fmla="*/ 4507657 w 12184003"/>
              <a:gd name="connsiteY3013" fmla="*/ 2278260 h 6857801"/>
              <a:gd name="connsiteX3014" fmla="*/ 4514268 w 12184003"/>
              <a:gd name="connsiteY3014" fmla="*/ 2262095 h 6857801"/>
              <a:gd name="connsiteX3015" fmla="*/ 4274436 w 12184003"/>
              <a:gd name="connsiteY3015" fmla="*/ 2024306 h 6857801"/>
              <a:gd name="connsiteX3016" fmla="*/ 4274436 w 12184003"/>
              <a:gd name="connsiteY3016" fmla="*/ 1975007 h 6857801"/>
              <a:gd name="connsiteX3017" fmla="*/ 4250344 w 12184003"/>
              <a:gd name="connsiteY3017" fmla="*/ 1984888 h 6857801"/>
              <a:gd name="connsiteX3018" fmla="*/ 4217498 w 12184003"/>
              <a:gd name="connsiteY3018" fmla="*/ 1971750 h 6857801"/>
              <a:gd name="connsiteX3019" fmla="*/ 4207915 w 12184003"/>
              <a:gd name="connsiteY3019" fmla="*/ 1947663 h 6857801"/>
              <a:gd name="connsiteX3020" fmla="*/ 3970860 w 12184003"/>
              <a:gd name="connsiteY3020" fmla="*/ 1947663 h 6857801"/>
              <a:gd name="connsiteX3021" fmla="*/ 4024677 w 12184003"/>
              <a:gd name="connsiteY3021" fmla="*/ 2001945 h 6857801"/>
              <a:gd name="connsiteX3022" fmla="*/ 4050021 w 12184003"/>
              <a:gd name="connsiteY3022" fmla="*/ 1991459 h 6857801"/>
              <a:gd name="connsiteX3023" fmla="*/ 4081777 w 12184003"/>
              <a:gd name="connsiteY3023" fmla="*/ 2004598 h 6857801"/>
              <a:gd name="connsiteX3024" fmla="*/ 4081777 w 12184003"/>
              <a:gd name="connsiteY3024" fmla="*/ 2068102 h 6857801"/>
              <a:gd name="connsiteX3025" fmla="*/ 4018269 w 12184003"/>
              <a:gd name="connsiteY3025" fmla="*/ 2068102 h 6857801"/>
              <a:gd name="connsiteX3026" fmla="*/ 4005129 w 12184003"/>
              <a:gd name="connsiteY3026" fmla="*/ 2036349 h 6857801"/>
              <a:gd name="connsiteX3027" fmla="*/ 4011219 w 12184003"/>
              <a:gd name="connsiteY3027" fmla="*/ 2021636 h 6857801"/>
              <a:gd name="connsiteX3028" fmla="*/ 3937242 w 12184003"/>
              <a:gd name="connsiteY3028" fmla="*/ 1947663 h 6857801"/>
              <a:gd name="connsiteX3029" fmla="*/ 3777417 w 12184003"/>
              <a:gd name="connsiteY3029" fmla="*/ 1947663 h 6857801"/>
              <a:gd name="connsiteX3030" fmla="*/ 3698569 w 12184003"/>
              <a:gd name="connsiteY3030" fmla="*/ 2026505 h 6857801"/>
              <a:gd name="connsiteX3031" fmla="*/ 3771111 w 12184003"/>
              <a:gd name="connsiteY3031" fmla="*/ 2099028 h 6857801"/>
              <a:gd name="connsiteX3032" fmla="*/ 3790535 w 12184003"/>
              <a:gd name="connsiteY3032" fmla="*/ 2091074 h 6857801"/>
              <a:gd name="connsiteX3033" fmla="*/ 3814626 w 12184003"/>
              <a:gd name="connsiteY3033" fmla="*/ 2100923 h 6857801"/>
              <a:gd name="connsiteX3034" fmla="*/ 3824476 w 12184003"/>
              <a:gd name="connsiteY3034" fmla="*/ 2125011 h 6857801"/>
              <a:gd name="connsiteX3035" fmla="*/ 3820676 w 12184003"/>
              <a:gd name="connsiteY3035" fmla="*/ 2134310 h 6857801"/>
              <a:gd name="connsiteX3036" fmla="*/ 3829959 w 12184003"/>
              <a:gd name="connsiteY3036" fmla="*/ 2138116 h 6857801"/>
              <a:gd name="connsiteX3037" fmla="*/ 3843096 w 12184003"/>
              <a:gd name="connsiteY3037" fmla="*/ 2171786 h 6857801"/>
              <a:gd name="connsiteX3038" fmla="*/ 3839512 w 12184003"/>
              <a:gd name="connsiteY3038" fmla="*/ 2180514 h 6857801"/>
              <a:gd name="connsiteX3039" fmla="*/ 3902212 w 12184003"/>
              <a:gd name="connsiteY3039" fmla="*/ 2243239 h 6857801"/>
              <a:gd name="connsiteX3040" fmla="*/ 3902213 w 12184003"/>
              <a:gd name="connsiteY3040" fmla="*/ 2243230 h 6857801"/>
              <a:gd name="connsiteX3041" fmla="*/ 3935054 w 12184003"/>
              <a:gd name="connsiteY3041" fmla="*/ 2276085 h 6857801"/>
              <a:gd name="connsiteX3042" fmla="*/ 4053306 w 12184003"/>
              <a:gd name="connsiteY3042" fmla="*/ 2394361 h 6857801"/>
              <a:gd name="connsiteX3043" fmla="*/ 4198718 w 12184003"/>
              <a:gd name="connsiteY3043" fmla="*/ 2394361 h 6857801"/>
              <a:gd name="connsiteX3044" fmla="*/ 4202219 w 12184003"/>
              <a:gd name="connsiteY3044" fmla="*/ 2385602 h 6857801"/>
              <a:gd name="connsiteX3045" fmla="*/ 4235017 w 12184003"/>
              <a:gd name="connsiteY3045" fmla="*/ 2372431 h 6857801"/>
              <a:gd name="connsiteX3046" fmla="*/ 4281003 w 12184003"/>
              <a:gd name="connsiteY3046" fmla="*/ 2418453 h 6857801"/>
              <a:gd name="connsiteX3047" fmla="*/ 4235017 w 12184003"/>
              <a:gd name="connsiteY3047" fmla="*/ 2464433 h 6857801"/>
              <a:gd name="connsiteX3048" fmla="*/ 4189081 w 12184003"/>
              <a:gd name="connsiteY3048" fmla="*/ 2418453 h 6857801"/>
              <a:gd name="connsiteX3049" fmla="*/ 4189082 w 12184003"/>
              <a:gd name="connsiteY3049" fmla="*/ 2418447 h 6857801"/>
              <a:gd name="connsiteX3050" fmla="*/ 4077396 w 12184003"/>
              <a:gd name="connsiteY3050" fmla="*/ 2418447 h 6857801"/>
              <a:gd name="connsiteX3051" fmla="*/ 4239395 w 12184003"/>
              <a:gd name="connsiteY3051" fmla="*/ 2580456 h 6857801"/>
              <a:gd name="connsiteX3052" fmla="*/ 4348890 w 12184003"/>
              <a:gd name="connsiteY3052" fmla="*/ 2580456 h 6857801"/>
              <a:gd name="connsiteX3053" fmla="*/ 4408021 w 12184003"/>
              <a:gd name="connsiteY3053" fmla="*/ 2521334 h 6857801"/>
              <a:gd name="connsiteX3054" fmla="*/ 3834333 w 12184003"/>
              <a:gd name="connsiteY3054" fmla="*/ 1947663 h 6857801"/>
              <a:gd name="connsiteX3055" fmla="*/ 8286149 w 12184003"/>
              <a:gd name="connsiteY3055" fmla="*/ 1947621 h 6857801"/>
              <a:gd name="connsiteX3056" fmla="*/ 7744167 w 12184003"/>
              <a:gd name="connsiteY3056" fmla="*/ 2489576 h 6857801"/>
              <a:gd name="connsiteX3057" fmla="*/ 7835044 w 12184003"/>
              <a:gd name="connsiteY3057" fmla="*/ 2580456 h 6857801"/>
              <a:gd name="connsiteX3058" fmla="*/ 7883231 w 12184003"/>
              <a:gd name="connsiteY3058" fmla="*/ 2580456 h 6857801"/>
              <a:gd name="connsiteX3059" fmla="*/ 8045275 w 12184003"/>
              <a:gd name="connsiteY3059" fmla="*/ 2418404 h 6857801"/>
              <a:gd name="connsiteX3060" fmla="*/ 7994900 w 12184003"/>
              <a:gd name="connsiteY3060" fmla="*/ 2418404 h 6857801"/>
              <a:gd name="connsiteX3061" fmla="*/ 7948913 w 12184003"/>
              <a:gd name="connsiteY3061" fmla="*/ 2464390 h 6857801"/>
              <a:gd name="connsiteX3062" fmla="*/ 7902928 w 12184003"/>
              <a:gd name="connsiteY3062" fmla="*/ 2418404 h 6857801"/>
              <a:gd name="connsiteX3063" fmla="*/ 7948913 w 12184003"/>
              <a:gd name="connsiteY3063" fmla="*/ 2372419 h 6857801"/>
              <a:gd name="connsiteX3064" fmla="*/ 7981761 w 12184003"/>
              <a:gd name="connsiteY3064" fmla="*/ 2385558 h 6857801"/>
              <a:gd name="connsiteX3065" fmla="*/ 7985265 w 12184003"/>
              <a:gd name="connsiteY3065" fmla="*/ 2394316 h 6857801"/>
              <a:gd name="connsiteX3066" fmla="*/ 8069362 w 12184003"/>
              <a:gd name="connsiteY3066" fmla="*/ 2394316 h 6857801"/>
              <a:gd name="connsiteX3067" fmla="*/ 8345111 w 12184003"/>
              <a:gd name="connsiteY3067" fmla="*/ 2118562 h 6857801"/>
              <a:gd name="connsiteX3068" fmla="*/ 8340890 w 12184003"/>
              <a:gd name="connsiteY3068" fmla="*/ 2108273 h 6857801"/>
              <a:gd name="connsiteX3069" fmla="*/ 8354029 w 12184003"/>
              <a:gd name="connsiteY3069" fmla="*/ 2074640 h 6857801"/>
              <a:gd name="connsiteX3070" fmla="*/ 8362545 w 12184003"/>
              <a:gd name="connsiteY3070" fmla="*/ 2071116 h 6857801"/>
              <a:gd name="connsiteX3071" fmla="*/ 8359504 w 12184003"/>
              <a:gd name="connsiteY3071" fmla="*/ 2063683 h 6857801"/>
              <a:gd name="connsiteX3072" fmla="*/ 8369359 w 12184003"/>
              <a:gd name="connsiteY3072" fmla="*/ 2039594 h 6857801"/>
              <a:gd name="connsiteX3073" fmla="*/ 8393446 w 12184003"/>
              <a:gd name="connsiteY3073" fmla="*/ 2029741 h 6857801"/>
              <a:gd name="connsiteX3074" fmla="*/ 8412809 w 12184003"/>
              <a:gd name="connsiteY3074" fmla="*/ 2037662 h 6857801"/>
              <a:gd name="connsiteX3075" fmla="*/ 8454802 w 12184003"/>
              <a:gd name="connsiteY3075" fmla="*/ 1995522 h 6857801"/>
              <a:gd name="connsiteX3076" fmla="*/ 8406585 w 12184003"/>
              <a:gd name="connsiteY3076" fmla="*/ 1947621 h 6857801"/>
              <a:gd name="connsiteX3077" fmla="*/ 7976068 w 12184003"/>
              <a:gd name="connsiteY3077" fmla="*/ 1947621 h 6857801"/>
              <a:gd name="connsiteX3078" fmla="*/ 7966432 w 12184003"/>
              <a:gd name="connsiteY3078" fmla="*/ 1971706 h 6857801"/>
              <a:gd name="connsiteX3079" fmla="*/ 7933585 w 12184003"/>
              <a:gd name="connsiteY3079" fmla="*/ 1984845 h 6857801"/>
              <a:gd name="connsiteX3080" fmla="*/ 7901559 w 12184003"/>
              <a:gd name="connsiteY3080" fmla="*/ 1971706 h 6857801"/>
              <a:gd name="connsiteX3081" fmla="*/ 7899454 w 12184003"/>
              <a:gd name="connsiteY3081" fmla="*/ 1968686 h 6857801"/>
              <a:gd name="connsiteX3082" fmla="*/ 7668632 w 12184003"/>
              <a:gd name="connsiteY3082" fmla="*/ 2201403 h 6857801"/>
              <a:gd name="connsiteX3083" fmla="*/ 7674093 w 12184003"/>
              <a:gd name="connsiteY3083" fmla="*/ 2214755 h 6857801"/>
              <a:gd name="connsiteX3084" fmla="*/ 7664239 w 12184003"/>
              <a:gd name="connsiteY3084" fmla="*/ 2238845 h 6857801"/>
              <a:gd name="connsiteX3085" fmla="*/ 7616063 w 12184003"/>
              <a:gd name="connsiteY3085" fmla="*/ 2238845 h 6857801"/>
              <a:gd name="connsiteX3086" fmla="*/ 7609494 w 12184003"/>
              <a:gd name="connsiteY3086" fmla="*/ 2222786 h 6857801"/>
              <a:gd name="connsiteX3087" fmla="*/ 7609494 w 12184003"/>
              <a:gd name="connsiteY3087" fmla="*/ 2389938 h 6857801"/>
              <a:gd name="connsiteX3088" fmla="*/ 7589909 w 12184003"/>
              <a:gd name="connsiteY3088" fmla="*/ 2409645 h 6857801"/>
              <a:gd name="connsiteX3089" fmla="*/ 7664240 w 12184003"/>
              <a:gd name="connsiteY3089" fmla="*/ 2409645 h 6857801"/>
              <a:gd name="connsiteX3090" fmla="*/ 7732124 w 12184003"/>
              <a:gd name="connsiteY3090" fmla="*/ 2477529 h 6857801"/>
              <a:gd name="connsiteX3091" fmla="*/ 8262061 w 12184003"/>
              <a:gd name="connsiteY3091" fmla="*/ 1947621 h 6857801"/>
              <a:gd name="connsiteX3092" fmla="*/ 8182853 w 12184003"/>
              <a:gd name="connsiteY3092" fmla="*/ 1947621 h 6857801"/>
              <a:gd name="connsiteX3093" fmla="*/ 8172032 w 12184003"/>
              <a:gd name="connsiteY3093" fmla="*/ 1958539 h 6857801"/>
              <a:gd name="connsiteX3094" fmla="*/ 8178845 w 12184003"/>
              <a:gd name="connsiteY3094" fmla="*/ 1975004 h 6857801"/>
              <a:gd name="connsiteX3095" fmla="*/ 8165706 w 12184003"/>
              <a:gd name="connsiteY3095" fmla="*/ 2006756 h 6857801"/>
              <a:gd name="connsiteX3096" fmla="*/ 8102201 w 12184003"/>
              <a:gd name="connsiteY3096" fmla="*/ 2006756 h 6857801"/>
              <a:gd name="connsiteX3097" fmla="*/ 8089062 w 12184003"/>
              <a:gd name="connsiteY3097" fmla="*/ 1975004 h 6857801"/>
              <a:gd name="connsiteX3098" fmla="*/ 8100393 w 12184003"/>
              <a:gd name="connsiteY3098" fmla="*/ 1947621 h 6857801"/>
              <a:gd name="connsiteX3099" fmla="*/ 4541597 w 12184003"/>
              <a:gd name="connsiteY3099" fmla="*/ 1943284 h 6857801"/>
              <a:gd name="connsiteX3100" fmla="*/ 4541597 w 12184003"/>
              <a:gd name="connsiteY3100" fmla="*/ 1960803 h 6857801"/>
              <a:gd name="connsiteX3101" fmla="*/ 4572256 w 12184003"/>
              <a:gd name="connsiteY3101" fmla="*/ 1991460 h 6857801"/>
              <a:gd name="connsiteX3102" fmla="*/ 4572256 w 12184003"/>
              <a:gd name="connsiteY3102" fmla="*/ 1973941 h 6857801"/>
              <a:gd name="connsiteX3103" fmla="*/ 7640151 w 12184003"/>
              <a:gd name="connsiteY3103" fmla="*/ 1881940 h 6857801"/>
              <a:gd name="connsiteX3104" fmla="*/ 7609494 w 12184003"/>
              <a:gd name="connsiteY3104" fmla="*/ 1912597 h 6857801"/>
              <a:gd name="connsiteX3105" fmla="*/ 7609494 w 12184003"/>
              <a:gd name="connsiteY3105" fmla="*/ 1930109 h 6857801"/>
              <a:gd name="connsiteX3106" fmla="*/ 7640151 w 12184003"/>
              <a:gd name="connsiteY3106" fmla="*/ 1899452 h 6857801"/>
              <a:gd name="connsiteX3107" fmla="*/ 1199130 w 12184003"/>
              <a:gd name="connsiteY3107" fmla="*/ 1873209 h 6857801"/>
              <a:gd name="connsiteX3108" fmla="*/ 1191247 w 12184003"/>
              <a:gd name="connsiteY3108" fmla="*/ 1892918 h 6857801"/>
              <a:gd name="connsiteX3109" fmla="*/ 1158402 w 12184003"/>
              <a:gd name="connsiteY3109" fmla="*/ 1906056 h 6857801"/>
              <a:gd name="connsiteX3110" fmla="*/ 1131812 w 12184003"/>
              <a:gd name="connsiteY3110" fmla="*/ 1895422 h 6857801"/>
              <a:gd name="connsiteX3111" fmla="*/ 871538 w 12184003"/>
              <a:gd name="connsiteY3111" fmla="*/ 2155636 h 6857801"/>
              <a:gd name="connsiteX3112" fmla="*/ 952555 w 12184003"/>
              <a:gd name="connsiteY3112" fmla="*/ 2155636 h 6857801"/>
              <a:gd name="connsiteX3113" fmla="*/ 1061944 w 12184003"/>
              <a:gd name="connsiteY3113" fmla="*/ 2044512 h 6857801"/>
              <a:gd name="connsiteX3114" fmla="*/ 1053284 w 12184003"/>
              <a:gd name="connsiteY3114" fmla="*/ 2024306 h 6857801"/>
              <a:gd name="connsiteX3115" fmla="*/ 1051095 w 12184003"/>
              <a:gd name="connsiteY3115" fmla="*/ 2024306 h 6857801"/>
              <a:gd name="connsiteX3116" fmla="*/ 1086131 w 12184003"/>
              <a:gd name="connsiteY3116" fmla="*/ 1991459 h 6857801"/>
              <a:gd name="connsiteX3117" fmla="*/ 1109124 w 12184003"/>
              <a:gd name="connsiteY3117" fmla="*/ 2001312 h 6857801"/>
              <a:gd name="connsiteX3118" fmla="*/ 1117102 w 12184003"/>
              <a:gd name="connsiteY3118" fmla="*/ 2019926 h 6857801"/>
              <a:gd name="connsiteX3119" fmla="*/ 1752641 w 12184003"/>
              <a:gd name="connsiteY3119" fmla="*/ 2019926 h 6857801"/>
              <a:gd name="connsiteX3120" fmla="*/ 1702009 w 12184003"/>
              <a:gd name="connsiteY3120" fmla="*/ 1969560 h 6857801"/>
              <a:gd name="connsiteX3121" fmla="*/ 1598550 w 12184003"/>
              <a:gd name="connsiteY3121" fmla="*/ 1969560 h 6857801"/>
              <a:gd name="connsiteX3122" fmla="*/ 1519713 w 12184003"/>
              <a:gd name="connsiteY3122" fmla="*/ 1890726 h 6857801"/>
              <a:gd name="connsiteX3123" fmla="*/ 1504383 w 12184003"/>
              <a:gd name="connsiteY3123" fmla="*/ 1897297 h 6857801"/>
              <a:gd name="connsiteX3124" fmla="*/ 1481390 w 12184003"/>
              <a:gd name="connsiteY3124" fmla="*/ 1887443 h 6857801"/>
              <a:gd name="connsiteX3125" fmla="*/ 1475289 w 12184003"/>
              <a:gd name="connsiteY3125" fmla="*/ 1873209 h 6857801"/>
              <a:gd name="connsiteX3126" fmla="*/ 10708695 w 12184003"/>
              <a:gd name="connsiteY3126" fmla="*/ 1873160 h 6857801"/>
              <a:gd name="connsiteX3127" fmla="*/ 10702598 w 12184003"/>
              <a:gd name="connsiteY3127" fmla="*/ 1887387 h 6857801"/>
              <a:gd name="connsiteX3128" fmla="*/ 10679605 w 12184003"/>
              <a:gd name="connsiteY3128" fmla="*/ 1897241 h 6857801"/>
              <a:gd name="connsiteX3129" fmla="*/ 10664281 w 12184003"/>
              <a:gd name="connsiteY3129" fmla="*/ 1890674 h 6857801"/>
              <a:gd name="connsiteX3130" fmla="*/ 10585443 w 12184003"/>
              <a:gd name="connsiteY3130" fmla="*/ 1969511 h 6857801"/>
              <a:gd name="connsiteX3131" fmla="*/ 10481994 w 12184003"/>
              <a:gd name="connsiteY3131" fmla="*/ 1969511 h 6857801"/>
              <a:gd name="connsiteX3132" fmla="*/ 10431360 w 12184003"/>
              <a:gd name="connsiteY3132" fmla="*/ 2019877 h 6857801"/>
              <a:gd name="connsiteX3133" fmla="*/ 11066887 w 12184003"/>
              <a:gd name="connsiteY3133" fmla="*/ 2019877 h 6857801"/>
              <a:gd name="connsiteX3134" fmla="*/ 11074866 w 12184003"/>
              <a:gd name="connsiteY3134" fmla="*/ 2001258 h 6857801"/>
              <a:gd name="connsiteX3135" fmla="*/ 11097859 w 12184003"/>
              <a:gd name="connsiteY3135" fmla="*/ 1991403 h 6857801"/>
              <a:gd name="connsiteX3136" fmla="*/ 11132896 w 12184003"/>
              <a:gd name="connsiteY3136" fmla="*/ 2024251 h 6857801"/>
              <a:gd name="connsiteX3137" fmla="*/ 11130706 w 12184003"/>
              <a:gd name="connsiteY3137" fmla="*/ 2024251 h 6857801"/>
              <a:gd name="connsiteX3138" fmla="*/ 11122045 w 12184003"/>
              <a:gd name="connsiteY3138" fmla="*/ 2044460 h 6857801"/>
              <a:gd name="connsiteX3139" fmla="*/ 11231437 w 12184003"/>
              <a:gd name="connsiteY3139" fmla="*/ 2155633 h 6857801"/>
              <a:gd name="connsiteX3140" fmla="*/ 11312457 w 12184003"/>
              <a:gd name="connsiteY3140" fmla="*/ 2155633 h 6857801"/>
              <a:gd name="connsiteX3141" fmla="*/ 11052182 w 12184003"/>
              <a:gd name="connsiteY3141" fmla="*/ 1895374 h 6857801"/>
              <a:gd name="connsiteX3142" fmla="*/ 11025593 w 12184003"/>
              <a:gd name="connsiteY3142" fmla="*/ 1906009 h 6857801"/>
              <a:gd name="connsiteX3143" fmla="*/ 10992747 w 12184003"/>
              <a:gd name="connsiteY3143" fmla="*/ 1892870 h 6857801"/>
              <a:gd name="connsiteX3144" fmla="*/ 10984862 w 12184003"/>
              <a:gd name="connsiteY3144" fmla="*/ 1873160 h 6857801"/>
              <a:gd name="connsiteX3145" fmla="*/ 1535351 w 12184003"/>
              <a:gd name="connsiteY3145" fmla="*/ 1868830 h 6857801"/>
              <a:gd name="connsiteX3146" fmla="*/ 1531317 w 12184003"/>
              <a:gd name="connsiteY3146" fmla="*/ 1878243 h 6857801"/>
              <a:gd name="connsiteX3147" fmla="*/ 1605119 w 12184003"/>
              <a:gd name="connsiteY3147" fmla="*/ 1952042 h 6857801"/>
              <a:gd name="connsiteX3148" fmla="*/ 1684398 w 12184003"/>
              <a:gd name="connsiteY3148" fmla="*/ 1952042 h 6857801"/>
              <a:gd name="connsiteX3149" fmla="*/ 1600745 w 12184003"/>
              <a:gd name="connsiteY3149" fmla="*/ 1868830 h 6857801"/>
              <a:gd name="connsiteX3150" fmla="*/ 10583254 w 12184003"/>
              <a:gd name="connsiteY3150" fmla="*/ 1868788 h 6857801"/>
              <a:gd name="connsiteX3151" fmla="*/ 10499607 w 12184003"/>
              <a:gd name="connsiteY3151" fmla="*/ 1951992 h 6857801"/>
              <a:gd name="connsiteX3152" fmla="*/ 10578874 w 12184003"/>
              <a:gd name="connsiteY3152" fmla="*/ 1951992 h 6857801"/>
              <a:gd name="connsiteX3153" fmla="*/ 10652671 w 12184003"/>
              <a:gd name="connsiteY3153" fmla="*/ 1878194 h 6857801"/>
              <a:gd name="connsiteX3154" fmla="*/ 10648640 w 12184003"/>
              <a:gd name="connsiteY3154" fmla="*/ 1868788 h 6857801"/>
              <a:gd name="connsiteX3155" fmla="*/ 5054012 w 12184003"/>
              <a:gd name="connsiteY3155" fmla="*/ 1820655 h 6857801"/>
              <a:gd name="connsiteX3156" fmla="*/ 5054012 w 12184003"/>
              <a:gd name="connsiteY3156" fmla="*/ 2349696 h 6857801"/>
              <a:gd name="connsiteX3157" fmla="*/ 5078097 w 12184003"/>
              <a:gd name="connsiteY3157" fmla="*/ 2359329 h 6857801"/>
              <a:gd name="connsiteX3158" fmla="*/ 5091234 w 12184003"/>
              <a:gd name="connsiteY3158" fmla="*/ 2392140 h 6857801"/>
              <a:gd name="connsiteX3159" fmla="*/ 5083792 w 12184003"/>
              <a:gd name="connsiteY3159" fmla="*/ 2409694 h 6857801"/>
              <a:gd name="connsiteX3160" fmla="*/ 5177523 w 12184003"/>
              <a:gd name="connsiteY3160" fmla="*/ 2409694 h 6857801"/>
              <a:gd name="connsiteX3161" fmla="*/ 5185402 w 12184003"/>
              <a:gd name="connsiteY3161" fmla="*/ 2389941 h 6857801"/>
              <a:gd name="connsiteX3162" fmla="*/ 5218233 w 12184003"/>
              <a:gd name="connsiteY3162" fmla="*/ 2376848 h 6857801"/>
              <a:gd name="connsiteX3163" fmla="*/ 5251098 w 12184003"/>
              <a:gd name="connsiteY3163" fmla="*/ 2389941 h 6857801"/>
              <a:gd name="connsiteX3164" fmla="*/ 5257668 w 12184003"/>
              <a:gd name="connsiteY3164" fmla="*/ 2406368 h 6857801"/>
              <a:gd name="connsiteX3165" fmla="*/ 5257668 w 12184003"/>
              <a:gd name="connsiteY3165" fmla="*/ 2057151 h 6857801"/>
              <a:gd name="connsiteX3166" fmla="*/ 5211666 w 12184003"/>
              <a:gd name="connsiteY3166" fmla="*/ 2011167 h 6857801"/>
              <a:gd name="connsiteX3167" fmla="*/ 5215461 w 12184003"/>
              <a:gd name="connsiteY3167" fmla="*/ 1992895 h 6857801"/>
              <a:gd name="connsiteX3168" fmla="*/ 5219888 w 12184003"/>
              <a:gd name="connsiteY3168" fmla="*/ 1986546 h 6857801"/>
              <a:gd name="connsiteX3169" fmla="*/ 3492731 w 12184003"/>
              <a:gd name="connsiteY3169" fmla="*/ 1820653 h 6857801"/>
              <a:gd name="connsiteX3170" fmla="*/ 3682960 w 12184003"/>
              <a:gd name="connsiteY3170" fmla="*/ 2010895 h 6857801"/>
              <a:gd name="connsiteX3171" fmla="*/ 3768653 w 12184003"/>
              <a:gd name="connsiteY3171" fmla="*/ 1925765 h 6857801"/>
              <a:gd name="connsiteX3172" fmla="*/ 3812437 w 12184003"/>
              <a:gd name="connsiteY3172" fmla="*/ 1925765 h 6857801"/>
              <a:gd name="connsiteX3173" fmla="*/ 3727029 w 12184003"/>
              <a:gd name="connsiteY3173" fmla="*/ 1840362 h 6857801"/>
              <a:gd name="connsiteX3174" fmla="*/ 3727029 w 12184003"/>
              <a:gd name="connsiteY3174" fmla="*/ 1840363 h 6857801"/>
              <a:gd name="connsiteX3175" fmla="*/ 3678854 w 12184003"/>
              <a:gd name="connsiteY3175" fmla="*/ 1840363 h 6857801"/>
              <a:gd name="connsiteX3176" fmla="*/ 3670790 w 12184003"/>
              <a:gd name="connsiteY3176" fmla="*/ 1820653 h 6857801"/>
              <a:gd name="connsiteX3177" fmla="*/ 3155703 w 12184003"/>
              <a:gd name="connsiteY3177" fmla="*/ 1820653 h 6857801"/>
              <a:gd name="connsiteX3178" fmla="*/ 3493805 w 12184003"/>
              <a:gd name="connsiteY3178" fmla="*/ 2157822 h 6857801"/>
              <a:gd name="connsiteX3179" fmla="*/ 3535013 w 12184003"/>
              <a:gd name="connsiteY3179" fmla="*/ 2157822 h 6857801"/>
              <a:gd name="connsiteX3180" fmla="*/ 3671779 w 12184003"/>
              <a:gd name="connsiteY3180" fmla="*/ 2022006 h 6857801"/>
              <a:gd name="connsiteX3181" fmla="*/ 3469735 w 12184003"/>
              <a:gd name="connsiteY3181" fmla="*/ 1820653 h 6857801"/>
              <a:gd name="connsiteX3182" fmla="*/ 3732403 w 12184003"/>
              <a:gd name="connsiteY3182" fmla="*/ 1805326 h 6857801"/>
              <a:gd name="connsiteX3183" fmla="*/ 3736882 w 12184003"/>
              <a:gd name="connsiteY3183" fmla="*/ 1816274 h 6857801"/>
              <a:gd name="connsiteX3184" fmla="*/ 3734022 w 12184003"/>
              <a:gd name="connsiteY3184" fmla="*/ 1823267 h 6857801"/>
              <a:gd name="connsiteX3185" fmla="*/ 3836523 w 12184003"/>
              <a:gd name="connsiteY3185" fmla="*/ 1925765 h 6857801"/>
              <a:gd name="connsiteX3186" fmla="*/ 3915358 w 12184003"/>
              <a:gd name="connsiteY3186" fmla="*/ 1925765 h 6857801"/>
              <a:gd name="connsiteX3187" fmla="*/ 3794922 w 12184003"/>
              <a:gd name="connsiteY3187" fmla="*/ 1805326 h 6857801"/>
              <a:gd name="connsiteX3188" fmla="*/ 6451086 w 12184003"/>
              <a:gd name="connsiteY3188" fmla="*/ 1798751 h 6857801"/>
              <a:gd name="connsiteX3189" fmla="*/ 6451086 w 12184003"/>
              <a:gd name="connsiteY3189" fmla="*/ 1842552 h 6857801"/>
              <a:gd name="connsiteX3190" fmla="*/ 6453275 w 12184003"/>
              <a:gd name="connsiteY3190" fmla="*/ 1844780 h 6857801"/>
              <a:gd name="connsiteX3191" fmla="*/ 6453275 w 12184003"/>
              <a:gd name="connsiteY3191" fmla="*/ 1800946 h 6857801"/>
              <a:gd name="connsiteX3192" fmla="*/ 8712064 w 12184003"/>
              <a:gd name="connsiteY3192" fmla="*/ 1759301 h 6857801"/>
              <a:gd name="connsiteX3193" fmla="*/ 8481111 w 12184003"/>
              <a:gd name="connsiteY3193" fmla="*/ 1991059 h 6857801"/>
              <a:gd name="connsiteX3194" fmla="*/ 8586949 w 12184003"/>
              <a:gd name="connsiteY3194" fmla="*/ 2096183 h 6857801"/>
              <a:gd name="connsiteX3195" fmla="*/ 8688429 w 12184003"/>
              <a:gd name="connsiteY3195" fmla="*/ 2096028 h 6857801"/>
              <a:gd name="connsiteX3196" fmla="*/ 9024318 w 12184003"/>
              <a:gd name="connsiteY3196" fmla="*/ 1759301 h 6857801"/>
              <a:gd name="connsiteX3197" fmla="*/ 8512292 w 12184003"/>
              <a:gd name="connsiteY3197" fmla="*/ 1759301 h 6857801"/>
              <a:gd name="connsiteX3198" fmla="*/ 8505125 w 12184003"/>
              <a:gd name="connsiteY3198" fmla="*/ 1776819 h 6857801"/>
              <a:gd name="connsiteX3199" fmla="*/ 8481037 w 12184003"/>
              <a:gd name="connsiteY3199" fmla="*/ 1786673 h 6857801"/>
              <a:gd name="connsiteX3200" fmla="*/ 8456950 w 12184003"/>
              <a:gd name="connsiteY3200" fmla="*/ 1776819 h 6857801"/>
              <a:gd name="connsiteX3201" fmla="*/ 8308047 w 12184003"/>
              <a:gd name="connsiteY3201" fmla="*/ 1925723 h 6857801"/>
              <a:gd name="connsiteX3202" fmla="*/ 8415344 w 12184003"/>
              <a:gd name="connsiteY3202" fmla="*/ 1925723 h 6857801"/>
              <a:gd name="connsiteX3203" fmla="*/ 8470124 w 12184003"/>
              <a:gd name="connsiteY3203" fmla="*/ 1980146 h 6857801"/>
              <a:gd name="connsiteX3204" fmla="*/ 8690196 w 12184003"/>
              <a:gd name="connsiteY3204" fmla="*/ 1759301 h 6857801"/>
              <a:gd name="connsiteX3205" fmla="*/ 8386875 w 12184003"/>
              <a:gd name="connsiteY3205" fmla="*/ 1741793 h 6857801"/>
              <a:gd name="connsiteX3206" fmla="*/ 8204560 w 12184003"/>
              <a:gd name="connsiteY3206" fmla="*/ 1925723 h 6857801"/>
              <a:gd name="connsiteX3207" fmla="*/ 8283959 w 12184003"/>
              <a:gd name="connsiteY3207" fmla="*/ 1925723 h 6857801"/>
              <a:gd name="connsiteX3208" fmla="*/ 8449957 w 12184003"/>
              <a:gd name="connsiteY3208" fmla="*/ 1759725 h 6857801"/>
              <a:gd name="connsiteX3209" fmla="*/ 8447095 w 12184003"/>
              <a:gd name="connsiteY3209" fmla="*/ 1752731 h 6857801"/>
              <a:gd name="connsiteX3210" fmla="*/ 8451570 w 12184003"/>
              <a:gd name="connsiteY3210" fmla="*/ 1741793 h 6857801"/>
              <a:gd name="connsiteX3211" fmla="*/ 4291951 w 12184003"/>
              <a:gd name="connsiteY3211" fmla="*/ 1693645 h 6857801"/>
              <a:gd name="connsiteX3212" fmla="*/ 4291951 w 12184003"/>
              <a:gd name="connsiteY3212" fmla="*/ 1927955 h 6857801"/>
              <a:gd name="connsiteX3213" fmla="*/ 4296330 w 12184003"/>
              <a:gd name="connsiteY3213" fmla="*/ 1938904 h 6857801"/>
              <a:gd name="connsiteX3214" fmla="*/ 4292531 w 12184003"/>
              <a:gd name="connsiteY3214" fmla="*/ 1957175 h 6857801"/>
              <a:gd name="connsiteX3215" fmla="*/ 4291951 w 12184003"/>
              <a:gd name="connsiteY3215" fmla="*/ 1958008 h 6857801"/>
              <a:gd name="connsiteX3216" fmla="*/ 4291951 w 12184003"/>
              <a:gd name="connsiteY3216" fmla="*/ 2015547 h 6857801"/>
              <a:gd name="connsiteX3217" fmla="*/ 4526832 w 12184003"/>
              <a:gd name="connsiteY3217" fmla="*/ 2250365 h 6857801"/>
              <a:gd name="connsiteX3218" fmla="*/ 4541597 w 12184003"/>
              <a:gd name="connsiteY3218" fmla="*/ 2244326 h 6857801"/>
              <a:gd name="connsiteX3219" fmla="*/ 4565685 w 12184003"/>
              <a:gd name="connsiteY3219" fmla="*/ 2254208 h 6857801"/>
              <a:gd name="connsiteX3220" fmla="*/ 4572256 w 12184003"/>
              <a:gd name="connsiteY3220" fmla="*/ 2270236 h 6857801"/>
              <a:gd name="connsiteX3221" fmla="*/ 4572256 w 12184003"/>
              <a:gd name="connsiteY3221" fmla="*/ 2037446 h 6857801"/>
              <a:gd name="connsiteX3222" fmla="*/ 4508751 w 12184003"/>
              <a:gd name="connsiteY3222" fmla="*/ 1973941 h 6857801"/>
              <a:gd name="connsiteX3223" fmla="*/ 4508751 w 12184003"/>
              <a:gd name="connsiteY3223" fmla="*/ 1910435 h 6857801"/>
              <a:gd name="connsiteX3224" fmla="*/ 7891980 w 12184003"/>
              <a:gd name="connsiteY3224" fmla="*/ 1630110 h 6857801"/>
              <a:gd name="connsiteX3225" fmla="*/ 7675188 w 12184003"/>
              <a:gd name="connsiteY3225" fmla="*/ 1846903 h 6857801"/>
              <a:gd name="connsiteX3226" fmla="*/ 7675188 w 12184003"/>
              <a:gd name="connsiteY3226" fmla="*/ 1912590 h 6857801"/>
              <a:gd name="connsiteX3227" fmla="*/ 7609494 w 12184003"/>
              <a:gd name="connsiteY3227" fmla="*/ 1977453 h 6857801"/>
              <a:gd name="connsiteX3228" fmla="*/ 7609494 w 12184003"/>
              <a:gd name="connsiteY3228" fmla="*/ 2206727 h 6857801"/>
              <a:gd name="connsiteX3229" fmla="*/ 7616063 w 12184003"/>
              <a:gd name="connsiteY3229" fmla="*/ 2190669 h 6857801"/>
              <a:gd name="connsiteX3230" fmla="*/ 7640151 w 12184003"/>
              <a:gd name="connsiteY3230" fmla="*/ 2180810 h 6857801"/>
              <a:gd name="connsiteX3231" fmla="*/ 7656621 w 12184003"/>
              <a:gd name="connsiteY3231" fmla="*/ 2187547 h 6857801"/>
              <a:gd name="connsiteX3232" fmla="*/ 7890992 w 12184003"/>
              <a:gd name="connsiteY3232" fmla="*/ 1955176 h 6857801"/>
              <a:gd name="connsiteX3233" fmla="*/ 7887600 w 12184003"/>
              <a:gd name="connsiteY3233" fmla="*/ 1938860 h 6857801"/>
              <a:gd name="connsiteX3234" fmla="*/ 7891980 w 12184003"/>
              <a:gd name="connsiteY3234" fmla="*/ 1927909 h 6857801"/>
              <a:gd name="connsiteX3235" fmla="*/ 3081054 w 12184003"/>
              <a:gd name="connsiteY3235" fmla="*/ 1584154 h 6857801"/>
              <a:gd name="connsiteX3236" fmla="*/ 3081054 w 12184003"/>
              <a:gd name="connsiteY3236" fmla="*/ 1746201 h 6857801"/>
              <a:gd name="connsiteX3237" fmla="*/ 3140333 w 12184003"/>
              <a:gd name="connsiteY3237" fmla="*/ 1805325 h 6857801"/>
              <a:gd name="connsiteX3238" fmla="*/ 3302224 w 12184003"/>
              <a:gd name="connsiteY3238" fmla="*/ 1805325 h 6857801"/>
              <a:gd name="connsiteX3239" fmla="*/ 5290514 w 12184003"/>
              <a:gd name="connsiteY3239" fmla="*/ 1547363 h 6857801"/>
              <a:gd name="connsiteX3240" fmla="*/ 5290514 w 12184003"/>
              <a:gd name="connsiteY3240" fmla="*/ 1940636 h 6857801"/>
              <a:gd name="connsiteX3241" fmla="*/ 5311042 w 12184003"/>
              <a:gd name="connsiteY3241" fmla="*/ 1948757 h 6857801"/>
              <a:gd name="connsiteX3242" fmla="*/ 5321171 w 12184003"/>
              <a:gd name="connsiteY3242" fmla="*/ 1971751 h 6857801"/>
              <a:gd name="connsiteX3243" fmla="*/ 5311042 w 12184003"/>
              <a:gd name="connsiteY3243" fmla="*/ 1994743 h 6857801"/>
              <a:gd name="connsiteX3244" fmla="*/ 5298884 w 12184003"/>
              <a:gd name="connsiteY3244" fmla="*/ 1999552 h 6857801"/>
              <a:gd name="connsiteX3245" fmla="*/ 5303646 w 12184003"/>
              <a:gd name="connsiteY3245" fmla="*/ 2011167 h 6857801"/>
              <a:gd name="connsiteX3246" fmla="*/ 5290514 w 12184003"/>
              <a:gd name="connsiteY3246" fmla="*/ 2044013 h 6857801"/>
              <a:gd name="connsiteX3247" fmla="*/ 5281753 w 12184003"/>
              <a:gd name="connsiteY3247" fmla="*/ 2047517 h 6857801"/>
              <a:gd name="connsiteX3248" fmla="*/ 5281753 w 12184003"/>
              <a:gd name="connsiteY3248" fmla="*/ 2877685 h 6857801"/>
              <a:gd name="connsiteX3249" fmla="*/ 5290514 w 12184003"/>
              <a:gd name="connsiteY3249" fmla="*/ 2873896 h 6857801"/>
              <a:gd name="connsiteX3250" fmla="*/ 5302771 w 12184003"/>
              <a:gd name="connsiteY3250" fmla="*/ 2879190 h 6857801"/>
              <a:gd name="connsiteX3251" fmla="*/ 5443800 w 12184003"/>
              <a:gd name="connsiteY3251" fmla="*/ 2738120 h 6857801"/>
              <a:gd name="connsiteX3252" fmla="*/ 5443800 w 12184003"/>
              <a:gd name="connsiteY3252" fmla="*/ 1726492 h 6857801"/>
              <a:gd name="connsiteX3253" fmla="*/ 5410953 w 12184003"/>
              <a:gd name="connsiteY3253" fmla="*/ 1691455 h 6857801"/>
              <a:gd name="connsiteX3254" fmla="*/ 5418158 w 12184003"/>
              <a:gd name="connsiteY3254" fmla="*/ 1674644 h 6857801"/>
              <a:gd name="connsiteX3255" fmla="*/ 6621892 w 12184003"/>
              <a:gd name="connsiteY3255" fmla="*/ 1527220 h 6857801"/>
              <a:gd name="connsiteX3256" fmla="*/ 6621892 w 12184003"/>
              <a:gd name="connsiteY3256" fmla="*/ 1704567 h 6857801"/>
              <a:gd name="connsiteX3257" fmla="*/ 6710564 w 12184003"/>
              <a:gd name="connsiteY3257" fmla="*/ 1615894 h 6857801"/>
              <a:gd name="connsiteX3258" fmla="*/ 9100754 w 12184003"/>
              <a:gd name="connsiteY3258" fmla="*/ 1522809 h 6857801"/>
              <a:gd name="connsiteX3259" fmla="*/ 8881780 w 12184003"/>
              <a:gd name="connsiteY3259" fmla="*/ 1741783 h 6857801"/>
              <a:gd name="connsiteX3260" fmla="*/ 9041790 w 12184003"/>
              <a:gd name="connsiteY3260" fmla="*/ 1741783 h 6857801"/>
              <a:gd name="connsiteX3261" fmla="*/ 9100754 w 12184003"/>
              <a:gd name="connsiteY3261" fmla="*/ 1682667 h 6857801"/>
              <a:gd name="connsiteX3262" fmla="*/ 10417613 w 12184003"/>
              <a:gd name="connsiteY3262" fmla="*/ 1522797 h 6857801"/>
              <a:gd name="connsiteX3263" fmla="*/ 10414013 w 12184003"/>
              <a:gd name="connsiteY3263" fmla="*/ 1531569 h 6857801"/>
              <a:gd name="connsiteX3264" fmla="*/ 10616101 w 12184003"/>
              <a:gd name="connsiteY3264" fmla="*/ 1531569 h 6857801"/>
              <a:gd name="connsiteX3265" fmla="*/ 10624873 w 12184003"/>
              <a:gd name="connsiteY3265" fmla="*/ 1522797 h 6857801"/>
              <a:gd name="connsiteX3266" fmla="*/ 6589044 w 12184003"/>
              <a:gd name="connsiteY3266" fmla="*/ 1494373 h 6857801"/>
              <a:gd name="connsiteX3267" fmla="*/ 6589044 w 12184003"/>
              <a:gd name="connsiteY3267" fmla="*/ 1733998 h 6857801"/>
              <a:gd name="connsiteX3268" fmla="*/ 6591435 w 12184003"/>
              <a:gd name="connsiteY3268" fmla="*/ 1735024 h 6857801"/>
              <a:gd name="connsiteX3269" fmla="*/ 6597803 w 12184003"/>
              <a:gd name="connsiteY3269" fmla="*/ 1728654 h 6857801"/>
              <a:gd name="connsiteX3270" fmla="*/ 6597803 w 12184003"/>
              <a:gd name="connsiteY3270" fmla="*/ 1503131 h 6857801"/>
              <a:gd name="connsiteX3271" fmla="*/ 5116774 w 12184003"/>
              <a:gd name="connsiteY3271" fmla="*/ 1374123 h 6857801"/>
              <a:gd name="connsiteX3272" fmla="*/ 5054012 w 12184003"/>
              <a:gd name="connsiteY3272" fmla="*/ 1374694 h 6857801"/>
              <a:gd name="connsiteX3273" fmla="*/ 5054012 w 12184003"/>
              <a:gd name="connsiteY3273" fmla="*/ 1550708 h 6857801"/>
              <a:gd name="connsiteX3274" fmla="*/ 5060581 w 12184003"/>
              <a:gd name="connsiteY3274" fmla="*/ 1548022 h 6857801"/>
              <a:gd name="connsiteX3275" fmla="*/ 5084671 w 12184003"/>
              <a:gd name="connsiteY3275" fmla="*/ 1557877 h 6857801"/>
              <a:gd name="connsiteX3276" fmla="*/ 5084671 w 12184003"/>
              <a:gd name="connsiteY3276" fmla="*/ 1606052 h 6857801"/>
              <a:gd name="connsiteX3277" fmla="*/ 5060581 w 12184003"/>
              <a:gd name="connsiteY3277" fmla="*/ 1615905 h 6857801"/>
              <a:gd name="connsiteX3278" fmla="*/ 5054012 w 12184003"/>
              <a:gd name="connsiteY3278" fmla="*/ 1613219 h 6857801"/>
              <a:gd name="connsiteX3279" fmla="*/ 5054012 w 12184003"/>
              <a:gd name="connsiteY3279" fmla="*/ 1658233 h 6857801"/>
              <a:gd name="connsiteX3280" fmla="*/ 5069340 w 12184003"/>
              <a:gd name="connsiteY3280" fmla="*/ 1655050 h 6857801"/>
              <a:gd name="connsiteX3281" fmla="*/ 5115324 w 12184003"/>
              <a:gd name="connsiteY3281" fmla="*/ 1673937 h 6857801"/>
              <a:gd name="connsiteX3282" fmla="*/ 5115324 w 12184003"/>
              <a:gd name="connsiteY3282" fmla="*/ 1765909 h 6857801"/>
              <a:gd name="connsiteX3283" fmla="*/ 5069340 w 12184003"/>
              <a:gd name="connsiteY3283" fmla="*/ 1785618 h 6857801"/>
              <a:gd name="connsiteX3284" fmla="*/ 5054012 w 12184003"/>
              <a:gd name="connsiteY3284" fmla="*/ 1782500 h 6857801"/>
              <a:gd name="connsiteX3285" fmla="*/ 5054012 w 12184003"/>
              <a:gd name="connsiteY3285" fmla="*/ 1787329 h 6857801"/>
              <a:gd name="connsiteX3286" fmla="*/ 5239090 w 12184003"/>
              <a:gd name="connsiteY3286" fmla="*/ 1972799 h 6857801"/>
              <a:gd name="connsiteX3287" fmla="*/ 5255770 w 12184003"/>
              <a:gd name="connsiteY3287" fmla="*/ 1965959 h 6857801"/>
              <a:gd name="connsiteX3288" fmla="*/ 5263140 w 12184003"/>
              <a:gd name="connsiteY3288" fmla="*/ 1948757 h 6857801"/>
              <a:gd name="connsiteX3289" fmla="*/ 5275187 w 12184003"/>
              <a:gd name="connsiteY3289" fmla="*/ 1943596 h 6857801"/>
              <a:gd name="connsiteX3290" fmla="*/ 5275187 w 12184003"/>
              <a:gd name="connsiteY3290" fmla="*/ 1532079 h 6857801"/>
              <a:gd name="connsiteX3291" fmla="*/ 6153272 w 12184003"/>
              <a:gd name="connsiteY3291" fmla="*/ 1362985 h 6857801"/>
              <a:gd name="connsiteX3292" fmla="*/ 6153272 w 12184003"/>
              <a:gd name="connsiteY3292" fmla="*/ 1436351 h 6857801"/>
              <a:gd name="connsiteX3293" fmla="*/ 6326267 w 12184003"/>
              <a:gd name="connsiteY3293" fmla="*/ 1608794 h 6857801"/>
              <a:gd name="connsiteX3294" fmla="*/ 6326267 w 12184003"/>
              <a:gd name="connsiteY3294" fmla="*/ 1535979 h 6857801"/>
              <a:gd name="connsiteX3295" fmla="*/ 6105096 w 12184003"/>
              <a:gd name="connsiteY3295" fmla="*/ 1314810 h 6857801"/>
              <a:gd name="connsiteX3296" fmla="*/ 6105096 w 12184003"/>
              <a:gd name="connsiteY3296" fmla="*/ 1388329 h 6857801"/>
              <a:gd name="connsiteX3297" fmla="*/ 6107286 w 12184003"/>
              <a:gd name="connsiteY3297" fmla="*/ 1390515 h 6857801"/>
              <a:gd name="connsiteX3298" fmla="*/ 6107286 w 12184003"/>
              <a:gd name="connsiteY3298" fmla="*/ 1341089 h 6857801"/>
              <a:gd name="connsiteX3299" fmla="*/ 6119362 w 12184003"/>
              <a:gd name="connsiteY3299" fmla="*/ 1329079 h 6857801"/>
              <a:gd name="connsiteX3300" fmla="*/ 5967143 w 12184003"/>
              <a:gd name="connsiteY3300" fmla="*/ 1313258 h 6857801"/>
              <a:gd name="connsiteX3301" fmla="*/ 5967143 w 12184003"/>
              <a:gd name="connsiteY3301" fmla="*/ 1415543 h 6857801"/>
              <a:gd name="connsiteX3302" fmla="*/ 5989038 w 12184003"/>
              <a:gd name="connsiteY3302" fmla="*/ 1424300 h 6857801"/>
              <a:gd name="connsiteX3303" fmla="*/ 6002178 w 12184003"/>
              <a:gd name="connsiteY3303" fmla="*/ 1457146 h 6857801"/>
              <a:gd name="connsiteX3304" fmla="*/ 5989038 w 12184003"/>
              <a:gd name="connsiteY3304" fmla="*/ 1489996 h 6857801"/>
              <a:gd name="connsiteX3305" fmla="*/ 5967143 w 12184003"/>
              <a:gd name="connsiteY3305" fmla="*/ 1498754 h 6857801"/>
              <a:gd name="connsiteX3306" fmla="*/ 5967143 w 12184003"/>
              <a:gd name="connsiteY3306" fmla="*/ 2000219 h 6857801"/>
              <a:gd name="connsiteX3307" fmla="*/ 5967143 w 12184003"/>
              <a:gd name="connsiteY3307" fmla="*/ 2308961 h 6857801"/>
              <a:gd name="connsiteX3308" fmla="*/ 6072250 w 12184003"/>
              <a:gd name="connsiteY3308" fmla="*/ 2203846 h 6857801"/>
              <a:gd name="connsiteX3309" fmla="*/ 6072250 w 12184003"/>
              <a:gd name="connsiteY3309" fmla="*/ 1418707 h 6857801"/>
              <a:gd name="connsiteX3310" fmla="*/ 5054012 w 12184003"/>
              <a:gd name="connsiteY3310" fmla="*/ 1311539 h 6857801"/>
              <a:gd name="connsiteX3311" fmla="*/ 5054012 w 12184003"/>
              <a:gd name="connsiteY3311" fmla="*/ 1352041 h 6857801"/>
              <a:gd name="connsiteX3312" fmla="*/ 5094624 w 12184003"/>
              <a:gd name="connsiteY3312" fmla="*/ 1352041 h 6857801"/>
              <a:gd name="connsiteX3313" fmla="*/ 3081054 w 12184003"/>
              <a:gd name="connsiteY3313" fmla="*/ 1289528 h 6857801"/>
              <a:gd name="connsiteX3314" fmla="*/ 3081054 w 12184003"/>
              <a:gd name="connsiteY3314" fmla="*/ 1551308 h 6857801"/>
              <a:gd name="connsiteX3315" fmla="*/ 3310986 w 12184003"/>
              <a:gd name="connsiteY3315" fmla="*/ 1781238 h 6857801"/>
              <a:gd name="connsiteX3316" fmla="*/ 3430185 w 12184003"/>
              <a:gd name="connsiteY3316" fmla="*/ 1781238 h 6857801"/>
              <a:gd name="connsiteX3317" fmla="*/ 3155505 w 12184003"/>
              <a:gd name="connsiteY3317" fmla="*/ 1507511 h 6857801"/>
              <a:gd name="connsiteX3318" fmla="*/ 3155505 w 12184003"/>
              <a:gd name="connsiteY3318" fmla="*/ 1364328 h 6857801"/>
              <a:gd name="connsiteX3319" fmla="*/ 9100754 w 12184003"/>
              <a:gd name="connsiteY3319" fmla="*/ 1228371 h 6857801"/>
              <a:gd name="connsiteX3320" fmla="*/ 9026300 w 12184003"/>
              <a:gd name="connsiteY3320" fmla="*/ 1302477 h 6857801"/>
              <a:gd name="connsiteX3321" fmla="*/ 9026300 w 12184003"/>
              <a:gd name="connsiteY3321" fmla="*/ 1443971 h 6857801"/>
              <a:gd name="connsiteX3322" fmla="*/ 8751334 w 12184003"/>
              <a:gd name="connsiteY3322" fmla="*/ 1719893 h 6857801"/>
              <a:gd name="connsiteX3323" fmla="*/ 8870823 w 12184003"/>
              <a:gd name="connsiteY3323" fmla="*/ 1719893 h 6857801"/>
              <a:gd name="connsiteX3324" fmla="*/ 9100754 w 12184003"/>
              <a:gd name="connsiteY3324" fmla="*/ 1489963 h 6857801"/>
              <a:gd name="connsiteX3325" fmla="*/ 4607292 w 12184003"/>
              <a:gd name="connsiteY3325" fmla="*/ 1225027 h 6857801"/>
              <a:gd name="connsiteX3326" fmla="*/ 5029930 w 12184003"/>
              <a:gd name="connsiteY3326" fmla="*/ 1647658 h 6857801"/>
              <a:gd name="connsiteX3327" fmla="*/ 5029930 w 12184003"/>
              <a:gd name="connsiteY3327" fmla="*/ 1589994 h 6857801"/>
              <a:gd name="connsiteX3328" fmla="*/ 5026646 w 12184003"/>
              <a:gd name="connsiteY3328" fmla="*/ 1581964 h 6857801"/>
              <a:gd name="connsiteX3329" fmla="*/ 5029930 w 12184003"/>
              <a:gd name="connsiteY3329" fmla="*/ 1573933 h 6857801"/>
              <a:gd name="connsiteX3330" fmla="*/ 5029930 w 12184003"/>
              <a:gd name="connsiteY3330" fmla="*/ 1562256 h 6857801"/>
              <a:gd name="connsiteX3331" fmla="*/ 4692688 w 12184003"/>
              <a:gd name="connsiteY3331" fmla="*/ 1225027 h 6857801"/>
              <a:gd name="connsiteX3332" fmla="*/ 6304370 w 12184003"/>
              <a:gd name="connsiteY3332" fmla="*/ 1209701 h 6857801"/>
              <a:gd name="connsiteX3333" fmla="*/ 6176265 w 12184003"/>
              <a:gd name="connsiteY3333" fmla="*/ 1337804 h 6857801"/>
              <a:gd name="connsiteX3334" fmla="*/ 6361304 w 12184003"/>
              <a:gd name="connsiteY3334" fmla="*/ 1522840 h 6857801"/>
              <a:gd name="connsiteX3335" fmla="*/ 6361304 w 12184003"/>
              <a:gd name="connsiteY3335" fmla="*/ 1643720 h 6857801"/>
              <a:gd name="connsiteX3336" fmla="*/ 6433567 w 12184003"/>
              <a:gd name="connsiteY3336" fmla="*/ 1715752 h 6857801"/>
              <a:gd name="connsiteX3337" fmla="*/ 6433567 w 12184003"/>
              <a:gd name="connsiteY3337" fmla="*/ 1338898 h 6857801"/>
              <a:gd name="connsiteX3338" fmla="*/ 6696217 w 12184003"/>
              <a:gd name="connsiteY3338" fmla="*/ 1196438 h 6857801"/>
              <a:gd name="connsiteX3339" fmla="*/ 6684935 w 12184003"/>
              <a:gd name="connsiteY3339" fmla="*/ 1201406 h 6857801"/>
              <a:gd name="connsiteX3340" fmla="*/ 6621892 w 12184003"/>
              <a:gd name="connsiteY3340" fmla="*/ 1264447 h 6857801"/>
              <a:gd name="connsiteX3341" fmla="*/ 6621892 w 12184003"/>
              <a:gd name="connsiteY3341" fmla="*/ 1496564 h 6857801"/>
              <a:gd name="connsiteX3342" fmla="*/ 6725893 w 12184003"/>
              <a:gd name="connsiteY3342" fmla="*/ 1600566 h 6857801"/>
              <a:gd name="connsiteX3343" fmla="*/ 6913119 w 12184003"/>
              <a:gd name="connsiteY3343" fmla="*/ 1413338 h 6857801"/>
              <a:gd name="connsiteX3344" fmla="*/ 4489048 w 12184003"/>
              <a:gd name="connsiteY3344" fmla="*/ 1176852 h 6857801"/>
              <a:gd name="connsiteX3345" fmla="*/ 4521885 w 12184003"/>
              <a:gd name="connsiteY3345" fmla="*/ 1209699 h 6857801"/>
              <a:gd name="connsiteX3346" fmla="*/ 4526264 w 12184003"/>
              <a:gd name="connsiteY3346" fmla="*/ 1209699 h 6857801"/>
              <a:gd name="connsiteX3347" fmla="*/ 4493424 w 12184003"/>
              <a:gd name="connsiteY3347" fmla="*/ 1176852 h 6857801"/>
              <a:gd name="connsiteX3348" fmla="*/ 4444805 w 12184003"/>
              <a:gd name="connsiteY3348" fmla="*/ 1176852 h 6857801"/>
              <a:gd name="connsiteX3349" fmla="*/ 5007978 w 12184003"/>
              <a:gd name="connsiteY3349" fmla="*/ 1741191 h 6857801"/>
              <a:gd name="connsiteX3350" fmla="*/ 5003651 w 12184003"/>
              <a:gd name="connsiteY3350" fmla="*/ 1719922 h 6857801"/>
              <a:gd name="connsiteX3351" fmla="*/ 5008582 w 12184003"/>
              <a:gd name="connsiteY3351" fmla="*/ 1695699 h 6857801"/>
              <a:gd name="connsiteX3352" fmla="*/ 5010074 w 12184003"/>
              <a:gd name="connsiteY3352" fmla="*/ 1693497 h 6857801"/>
              <a:gd name="connsiteX3353" fmla="*/ 4541597 w 12184003"/>
              <a:gd name="connsiteY3353" fmla="*/ 1225027 h 6857801"/>
              <a:gd name="connsiteX3354" fmla="*/ 4515318 w 12184003"/>
              <a:gd name="connsiteY3354" fmla="*/ 1225027 h 6857801"/>
              <a:gd name="connsiteX3355" fmla="*/ 4466937 w 12184003"/>
              <a:gd name="connsiteY3355" fmla="*/ 1176852 h 6857801"/>
              <a:gd name="connsiteX3356" fmla="*/ 4068634 w 12184003"/>
              <a:gd name="connsiteY3356" fmla="*/ 1176852 h 6857801"/>
              <a:gd name="connsiteX3357" fmla="*/ 4933573 w 12184003"/>
              <a:gd name="connsiteY3357" fmla="*/ 2041826 h 6857801"/>
              <a:gd name="connsiteX3358" fmla="*/ 4933573 w 12184003"/>
              <a:gd name="connsiteY3358" fmla="*/ 2368089 h 6857801"/>
              <a:gd name="connsiteX3359" fmla="*/ 4975189 w 12184003"/>
              <a:gd name="connsiteY3359" fmla="*/ 2409694 h 6857801"/>
              <a:gd name="connsiteX3360" fmla="*/ 5006279 w 12184003"/>
              <a:gd name="connsiteY3360" fmla="*/ 2409694 h 6857801"/>
              <a:gd name="connsiteX3361" fmla="*/ 4999274 w 12184003"/>
              <a:gd name="connsiteY3361" fmla="*/ 2392140 h 6857801"/>
              <a:gd name="connsiteX3362" fmla="*/ 5013235 w 12184003"/>
              <a:gd name="connsiteY3362" fmla="*/ 2359329 h 6857801"/>
              <a:gd name="connsiteX3363" fmla="*/ 5029930 w 12184003"/>
              <a:gd name="connsiteY3363" fmla="*/ 2352477 h 6857801"/>
              <a:gd name="connsiteX3364" fmla="*/ 5029930 w 12184003"/>
              <a:gd name="connsiteY3364" fmla="*/ 1796567 h 6857801"/>
              <a:gd name="connsiteX3365" fmla="*/ 4410194 w 12184003"/>
              <a:gd name="connsiteY3365" fmla="*/ 1176852 h 6857801"/>
              <a:gd name="connsiteX3366" fmla="*/ 4362031 w 12184003"/>
              <a:gd name="connsiteY3366" fmla="*/ 1176852 h 6857801"/>
              <a:gd name="connsiteX3367" fmla="*/ 4626957 w 12184003"/>
              <a:gd name="connsiteY3367" fmla="*/ 1441779 h 6857801"/>
              <a:gd name="connsiteX3368" fmla="*/ 4644243 w 12184003"/>
              <a:gd name="connsiteY3368" fmla="*/ 1435247 h 6857801"/>
              <a:gd name="connsiteX3369" fmla="*/ 4677360 w 12184003"/>
              <a:gd name="connsiteY3369" fmla="*/ 1448386 h 6857801"/>
              <a:gd name="connsiteX3370" fmla="*/ 4677360 w 12184003"/>
              <a:gd name="connsiteY3370" fmla="*/ 1516270 h 6857801"/>
              <a:gd name="connsiteX3371" fmla="*/ 4609484 w 12184003"/>
              <a:gd name="connsiteY3371" fmla="*/ 1516270 h 6857801"/>
              <a:gd name="connsiteX3372" fmla="*/ 4594698 w 12184003"/>
              <a:gd name="connsiteY3372" fmla="*/ 1482328 h 6857801"/>
              <a:gd name="connsiteX3373" fmla="*/ 4602791 w 12184003"/>
              <a:gd name="connsiteY3373" fmla="*/ 1463754 h 6857801"/>
              <a:gd name="connsiteX3374" fmla="*/ 4314361 w 12184003"/>
              <a:gd name="connsiteY3374" fmla="*/ 1176852 h 6857801"/>
              <a:gd name="connsiteX3375" fmla="*/ 4000751 w 12184003"/>
              <a:gd name="connsiteY3375" fmla="*/ 1176852 h 6857801"/>
              <a:gd name="connsiteX3376" fmla="*/ 4541597 w 12184003"/>
              <a:gd name="connsiteY3376" fmla="*/ 1717734 h 6857801"/>
              <a:gd name="connsiteX3377" fmla="*/ 4541597 w 12184003"/>
              <a:gd name="connsiteY3377" fmla="*/ 1910435 h 6857801"/>
              <a:gd name="connsiteX3378" fmla="*/ 4596340 w 12184003"/>
              <a:gd name="connsiteY3378" fmla="*/ 1965181 h 6857801"/>
              <a:gd name="connsiteX3379" fmla="*/ 4596111 w 12184003"/>
              <a:gd name="connsiteY3379" fmla="*/ 2015318 h 6857801"/>
              <a:gd name="connsiteX3380" fmla="*/ 4677298 w 12184003"/>
              <a:gd name="connsiteY3380" fmla="*/ 2096448 h 6857801"/>
              <a:gd name="connsiteX3381" fmla="*/ 4693782 w 12184003"/>
              <a:gd name="connsiteY3381" fmla="*/ 2093532 h 6857801"/>
              <a:gd name="connsiteX3382" fmla="*/ 4727727 w 12184003"/>
              <a:gd name="connsiteY3382" fmla="*/ 2107507 h 6857801"/>
              <a:gd name="connsiteX3383" fmla="*/ 4727727 w 12184003"/>
              <a:gd name="connsiteY3383" fmla="*/ 2175340 h 6857801"/>
              <a:gd name="connsiteX3384" fmla="*/ 4659847 w 12184003"/>
              <a:gd name="connsiteY3384" fmla="*/ 2175340 h 6857801"/>
              <a:gd name="connsiteX3385" fmla="*/ 4646706 w 12184003"/>
              <a:gd name="connsiteY3385" fmla="*/ 2140576 h 6857801"/>
              <a:gd name="connsiteX3386" fmla="*/ 4654869 w 12184003"/>
              <a:gd name="connsiteY3386" fmla="*/ 2120009 h 6857801"/>
              <a:gd name="connsiteX3387" fmla="*/ 4595901 w 12184003"/>
              <a:gd name="connsiteY3387" fmla="*/ 2061094 h 6857801"/>
              <a:gd name="connsiteX3388" fmla="*/ 4594301 w 12184003"/>
              <a:gd name="connsiteY3388" fmla="*/ 2409694 h 6857801"/>
              <a:gd name="connsiteX3389" fmla="*/ 4909479 w 12184003"/>
              <a:gd name="connsiteY3389" fmla="*/ 2409694 h 6857801"/>
              <a:gd name="connsiteX3390" fmla="*/ 4887580 w 12184003"/>
              <a:gd name="connsiteY3390" fmla="*/ 2387791 h 6857801"/>
              <a:gd name="connsiteX3391" fmla="*/ 4887580 w 12184003"/>
              <a:gd name="connsiteY3391" fmla="*/ 2059344 h 6857801"/>
              <a:gd name="connsiteX3392" fmla="*/ 4005130 w 12184003"/>
              <a:gd name="connsiteY3392" fmla="*/ 1176852 h 6857801"/>
              <a:gd name="connsiteX3393" fmla="*/ 3805870 w 12184003"/>
              <a:gd name="connsiteY3393" fmla="*/ 1176852 h 6857801"/>
              <a:gd name="connsiteX3394" fmla="*/ 3876470 w 12184003"/>
              <a:gd name="connsiteY3394" fmla="*/ 1247459 h 6857801"/>
              <a:gd name="connsiteX3395" fmla="*/ 3898929 w 12184003"/>
              <a:gd name="connsiteY3395" fmla="*/ 1238167 h 6857801"/>
              <a:gd name="connsiteX3396" fmla="*/ 3930674 w 12184003"/>
              <a:gd name="connsiteY3396" fmla="*/ 1251303 h 6857801"/>
              <a:gd name="connsiteX3397" fmla="*/ 3943814 w 12184003"/>
              <a:gd name="connsiteY3397" fmla="*/ 1284975 h 6857801"/>
              <a:gd name="connsiteX3398" fmla="*/ 3935771 w 12184003"/>
              <a:gd name="connsiteY3398" fmla="*/ 1304575 h 6857801"/>
              <a:gd name="connsiteX3399" fmla="*/ 4508751 w 12184003"/>
              <a:gd name="connsiteY3399" fmla="*/ 1877588 h 6857801"/>
              <a:gd name="connsiteX3400" fmla="*/ 4508751 w 12184003"/>
              <a:gd name="connsiteY3400" fmla="*/ 1733062 h 6857801"/>
              <a:gd name="connsiteX3401" fmla="*/ 3952573 w 12184003"/>
              <a:gd name="connsiteY3401" fmla="*/ 1176852 h 6857801"/>
              <a:gd name="connsiteX3402" fmla="*/ 7491245 w 12184003"/>
              <a:gd name="connsiteY3402" fmla="*/ 1163676 h 6857801"/>
              <a:gd name="connsiteX3403" fmla="*/ 7150673 w 12184003"/>
              <a:gd name="connsiteY3403" fmla="*/ 1502221 h 6857801"/>
              <a:gd name="connsiteX3404" fmla="*/ 7154498 w 12184003"/>
              <a:gd name="connsiteY3404" fmla="*/ 1511572 h 6857801"/>
              <a:gd name="connsiteX3405" fmla="*/ 7191507 w 12184003"/>
              <a:gd name="connsiteY3405" fmla="*/ 1548825 h 6857801"/>
              <a:gd name="connsiteX3406" fmla="*/ 7576655 w 12184003"/>
              <a:gd name="connsiteY3406" fmla="*/ 1163676 h 6857801"/>
              <a:gd name="connsiteX3407" fmla="*/ 8229686 w 12184003"/>
              <a:gd name="connsiteY3407" fmla="*/ 1115507 h 6857801"/>
              <a:gd name="connsiteX3408" fmla="*/ 7675188 w 12184003"/>
              <a:gd name="connsiteY3408" fmla="*/ 1671711 h 6857801"/>
              <a:gd name="connsiteX3409" fmla="*/ 7675188 w 12184003"/>
              <a:gd name="connsiteY3409" fmla="*/ 1816246 h 6857801"/>
              <a:gd name="connsiteX3410" fmla="*/ 7891980 w 12184003"/>
              <a:gd name="connsiteY3410" fmla="*/ 1599453 h 6857801"/>
              <a:gd name="connsiteX3411" fmla="*/ 7891980 w 12184003"/>
              <a:gd name="connsiteY3411" fmla="*/ 1599446 h 6857801"/>
              <a:gd name="connsiteX3412" fmla="*/ 8246648 w 12184003"/>
              <a:gd name="connsiteY3412" fmla="*/ 1244779 h 6857801"/>
              <a:gd name="connsiteX3413" fmla="*/ 8237969 w 12184003"/>
              <a:gd name="connsiteY3413" fmla="*/ 1223626 h 6857801"/>
              <a:gd name="connsiteX3414" fmla="*/ 8251108 w 12184003"/>
              <a:gd name="connsiteY3414" fmla="*/ 1189957 h 6857801"/>
              <a:gd name="connsiteX3415" fmla="*/ 8283135 w 12184003"/>
              <a:gd name="connsiteY3415" fmla="*/ 1176818 h 6857801"/>
              <a:gd name="connsiteX3416" fmla="*/ 8305774 w 12184003"/>
              <a:gd name="connsiteY3416" fmla="*/ 1185652 h 6857801"/>
              <a:gd name="connsiteX3417" fmla="*/ 8375919 w 12184003"/>
              <a:gd name="connsiteY3417" fmla="*/ 1115507 h 6857801"/>
              <a:gd name="connsiteX3418" fmla="*/ 8176653 w 12184003"/>
              <a:gd name="connsiteY3418" fmla="*/ 1115507 h 6857801"/>
              <a:gd name="connsiteX3419" fmla="*/ 7294162 w 12184003"/>
              <a:gd name="connsiteY3419" fmla="*/ 1998000 h 6857801"/>
              <a:gd name="connsiteX3420" fmla="*/ 7294162 w 12184003"/>
              <a:gd name="connsiteY3420" fmla="*/ 2084745 h 6857801"/>
              <a:gd name="connsiteX3421" fmla="*/ 7296352 w 12184003"/>
              <a:gd name="connsiteY3421" fmla="*/ 2085620 h 6857801"/>
              <a:gd name="connsiteX3422" fmla="*/ 7309491 w 12184003"/>
              <a:gd name="connsiteY3422" fmla="*/ 2118444 h 6857801"/>
              <a:gd name="connsiteX3423" fmla="*/ 7296352 w 12184003"/>
              <a:gd name="connsiteY3423" fmla="*/ 2151270 h 6857801"/>
              <a:gd name="connsiteX3424" fmla="*/ 7294162 w 12184003"/>
              <a:gd name="connsiteY3424" fmla="*/ 2152154 h 6857801"/>
              <a:gd name="connsiteX3425" fmla="*/ 7294162 w 12184003"/>
              <a:gd name="connsiteY3425" fmla="*/ 2326447 h 6857801"/>
              <a:gd name="connsiteX3426" fmla="*/ 7210964 w 12184003"/>
              <a:gd name="connsiteY3426" fmla="*/ 2409645 h 6857801"/>
              <a:gd name="connsiteX3427" fmla="*/ 7559130 w 12184003"/>
              <a:gd name="connsiteY3427" fmla="*/ 2409645 h 6857801"/>
              <a:gd name="connsiteX3428" fmla="*/ 7587597 w 12184003"/>
              <a:gd name="connsiteY3428" fmla="*/ 2381178 h 6857801"/>
              <a:gd name="connsiteX3429" fmla="*/ 7587597 w 12184003"/>
              <a:gd name="connsiteY3429" fmla="*/ 1999073 h 6857801"/>
              <a:gd name="connsiteX3430" fmla="*/ 7526969 w 12184003"/>
              <a:gd name="connsiteY3430" fmla="*/ 2058934 h 6857801"/>
              <a:gd name="connsiteX3431" fmla="*/ 7535042 w 12184003"/>
              <a:gd name="connsiteY3431" fmla="*/ 2079283 h 6857801"/>
              <a:gd name="connsiteX3432" fmla="*/ 7521902 w 12184003"/>
              <a:gd name="connsiteY3432" fmla="*/ 2114019 h 6857801"/>
              <a:gd name="connsiteX3433" fmla="*/ 7454019 w 12184003"/>
              <a:gd name="connsiteY3433" fmla="*/ 2114019 h 6857801"/>
              <a:gd name="connsiteX3434" fmla="*/ 7454019 w 12184003"/>
              <a:gd name="connsiteY3434" fmla="*/ 2046162 h 6857801"/>
              <a:gd name="connsiteX3435" fmla="*/ 7487139 w 12184003"/>
              <a:gd name="connsiteY3435" fmla="*/ 2032202 h 6857801"/>
              <a:gd name="connsiteX3436" fmla="*/ 7504401 w 12184003"/>
              <a:gd name="connsiteY3436" fmla="*/ 2035202 h 6857801"/>
              <a:gd name="connsiteX3437" fmla="*/ 7587597 w 12184003"/>
              <a:gd name="connsiteY3437" fmla="*/ 1952007 h 6857801"/>
              <a:gd name="connsiteX3438" fmla="*/ 7587597 w 12184003"/>
              <a:gd name="connsiteY3438" fmla="*/ 1903838 h 6857801"/>
              <a:gd name="connsiteX3439" fmla="*/ 7640151 w 12184003"/>
              <a:gd name="connsiteY3439" fmla="*/ 1851283 h 6857801"/>
              <a:gd name="connsiteX3440" fmla="*/ 7640151 w 12184003"/>
              <a:gd name="connsiteY3440" fmla="*/ 1656382 h 6857801"/>
              <a:gd name="connsiteX3441" fmla="*/ 8182691 w 12184003"/>
              <a:gd name="connsiteY3441" fmla="*/ 1115507 h 6857801"/>
              <a:gd name="connsiteX3442" fmla="*/ 7716997 w 12184003"/>
              <a:gd name="connsiteY3442" fmla="*/ 1115507 h 6857801"/>
              <a:gd name="connsiteX3443" fmla="*/ 7668620 w 12184003"/>
              <a:gd name="connsiteY3443" fmla="*/ 1163676 h 6857801"/>
              <a:gd name="connsiteX3444" fmla="*/ 7640347 w 12184003"/>
              <a:gd name="connsiteY3444" fmla="*/ 1163676 h 6857801"/>
              <a:gd name="connsiteX3445" fmla="*/ 7224059 w 12184003"/>
              <a:gd name="connsiteY3445" fmla="*/ 1581590 h 6857801"/>
              <a:gd name="connsiteX3446" fmla="*/ 7276643 w 12184003"/>
              <a:gd name="connsiteY3446" fmla="*/ 1634521 h 6857801"/>
              <a:gd name="connsiteX3447" fmla="*/ 7276643 w 12184003"/>
              <a:gd name="connsiteY3447" fmla="*/ 1949824 h 6857801"/>
              <a:gd name="connsiteX3448" fmla="*/ 8110960 w 12184003"/>
              <a:gd name="connsiteY3448" fmla="*/ 1115507 h 6857801"/>
              <a:gd name="connsiteX3449" fmla="*/ 7867884 w 12184003"/>
              <a:gd name="connsiteY3449" fmla="*/ 1115507 h 6857801"/>
              <a:gd name="connsiteX3450" fmla="*/ 7581767 w 12184003"/>
              <a:gd name="connsiteY3450" fmla="*/ 1401624 h 6857801"/>
              <a:gd name="connsiteX3451" fmla="*/ 7589239 w 12184003"/>
              <a:gd name="connsiteY3451" fmla="*/ 1418783 h 6857801"/>
              <a:gd name="connsiteX3452" fmla="*/ 7574458 w 12184003"/>
              <a:gd name="connsiteY3452" fmla="*/ 1452725 h 6857801"/>
              <a:gd name="connsiteX3453" fmla="*/ 7506573 w 12184003"/>
              <a:gd name="connsiteY3453" fmla="*/ 1452725 h 6857801"/>
              <a:gd name="connsiteX3454" fmla="*/ 7506573 w 12184003"/>
              <a:gd name="connsiteY3454" fmla="*/ 1384841 h 6857801"/>
              <a:gd name="connsiteX3455" fmla="*/ 7540515 w 12184003"/>
              <a:gd name="connsiteY3455" fmla="*/ 1371701 h 6857801"/>
              <a:gd name="connsiteX3456" fmla="*/ 7557096 w 12184003"/>
              <a:gd name="connsiteY3456" fmla="*/ 1378120 h 6857801"/>
              <a:gd name="connsiteX3457" fmla="*/ 7819708 w 12184003"/>
              <a:gd name="connsiteY3457" fmla="*/ 1115507 h 6857801"/>
              <a:gd name="connsiteX3458" fmla="*/ 7688328 w 12184003"/>
              <a:gd name="connsiteY3458" fmla="*/ 1115507 h 6857801"/>
              <a:gd name="connsiteX3459" fmla="*/ 7657797 w 12184003"/>
              <a:gd name="connsiteY3459" fmla="*/ 1146158 h 6857801"/>
              <a:gd name="connsiteX3460" fmla="*/ 7662050 w 12184003"/>
              <a:gd name="connsiteY3460" fmla="*/ 1146158 h 6857801"/>
              <a:gd name="connsiteX3461" fmla="*/ 7692701 w 12184003"/>
              <a:gd name="connsiteY3461" fmla="*/ 1115507 h 6857801"/>
              <a:gd name="connsiteX3462" fmla="*/ 6205087 w 12184003"/>
              <a:gd name="connsiteY3462" fmla="*/ 1110423 h 6857801"/>
              <a:gd name="connsiteX3463" fmla="*/ 6105096 w 12184003"/>
              <a:gd name="connsiteY3463" fmla="*/ 1209701 h 6857801"/>
              <a:gd name="connsiteX3464" fmla="*/ 6105096 w 12184003"/>
              <a:gd name="connsiteY3464" fmla="*/ 1266638 h 6857801"/>
              <a:gd name="connsiteX3465" fmla="*/ 6143513 w 12184003"/>
              <a:gd name="connsiteY3465" fmla="*/ 1305053 h 6857801"/>
              <a:gd name="connsiteX3466" fmla="*/ 6271955 w 12184003"/>
              <a:gd name="connsiteY3466" fmla="*/ 1177291 h 6857801"/>
              <a:gd name="connsiteX3467" fmla="*/ 5167876 w 12184003"/>
              <a:gd name="connsiteY3467" fmla="*/ 1089263 h 6857801"/>
              <a:gd name="connsiteX3468" fmla="*/ 5054012 w 12184003"/>
              <a:gd name="connsiteY3468" fmla="*/ 1203131 h 6857801"/>
              <a:gd name="connsiteX3469" fmla="*/ 5054012 w 12184003"/>
              <a:gd name="connsiteY3469" fmla="*/ 1288535 h 6857801"/>
              <a:gd name="connsiteX3470" fmla="*/ 5117513 w 12184003"/>
              <a:gd name="connsiteY3470" fmla="*/ 1352041 h 6857801"/>
              <a:gd name="connsiteX3471" fmla="*/ 5145978 w 12184003"/>
              <a:gd name="connsiteY3471" fmla="*/ 1352041 h 6857801"/>
              <a:gd name="connsiteX3472" fmla="*/ 5167876 w 12184003"/>
              <a:gd name="connsiteY3472" fmla="*/ 1373938 h 6857801"/>
              <a:gd name="connsiteX3473" fmla="*/ 3972277 w 12184003"/>
              <a:gd name="connsiteY3473" fmla="*/ 1080498 h 6857801"/>
              <a:gd name="connsiteX3474" fmla="*/ 4022647 w 12184003"/>
              <a:gd name="connsiteY3474" fmla="*/ 1130865 h 6857801"/>
              <a:gd name="connsiteX3475" fmla="*/ 4268133 w 12184003"/>
              <a:gd name="connsiteY3475" fmla="*/ 1130865 h 6857801"/>
              <a:gd name="connsiteX3476" fmla="*/ 4217498 w 12184003"/>
              <a:gd name="connsiteY3476" fmla="*/ 1080498 h 6857801"/>
              <a:gd name="connsiteX3477" fmla="*/ 3904401 w 12184003"/>
              <a:gd name="connsiteY3477" fmla="*/ 1080498 h 6857801"/>
              <a:gd name="connsiteX3478" fmla="*/ 3954762 w 12184003"/>
              <a:gd name="connsiteY3478" fmla="*/ 1130865 h 6857801"/>
              <a:gd name="connsiteX3479" fmla="*/ 3959143 w 12184003"/>
              <a:gd name="connsiteY3479" fmla="*/ 1130865 h 6857801"/>
              <a:gd name="connsiteX3480" fmla="*/ 3924113 w 12184003"/>
              <a:gd name="connsiteY3480" fmla="*/ 1095829 h 6857801"/>
              <a:gd name="connsiteX3481" fmla="*/ 3924169 w 12184003"/>
              <a:gd name="connsiteY3481" fmla="*/ 1080498 h 6857801"/>
              <a:gd name="connsiteX3482" fmla="*/ 8257677 w 12184003"/>
              <a:gd name="connsiteY3482" fmla="*/ 1016958 h 6857801"/>
              <a:gd name="connsiteX3483" fmla="*/ 8257677 w 12184003"/>
              <a:gd name="connsiteY3483" fmla="*/ 1034483 h 6857801"/>
              <a:gd name="connsiteX3484" fmla="*/ 8222639 w 12184003"/>
              <a:gd name="connsiteY3484" fmla="*/ 1069521 h 6857801"/>
              <a:gd name="connsiteX3485" fmla="*/ 8228818 w 12184003"/>
              <a:gd name="connsiteY3485" fmla="*/ 1069521 h 6857801"/>
              <a:gd name="connsiteX3486" fmla="*/ 8281543 w 12184003"/>
              <a:gd name="connsiteY3486" fmla="*/ 1016958 h 6857801"/>
              <a:gd name="connsiteX3487" fmla="*/ 7966433 w 12184003"/>
              <a:gd name="connsiteY3487" fmla="*/ 1016958 h 6857801"/>
              <a:gd name="connsiteX3488" fmla="*/ 7913871 w 12184003"/>
              <a:gd name="connsiteY3488" fmla="*/ 1069521 h 6857801"/>
              <a:gd name="connsiteX3489" fmla="*/ 8156946 w 12184003"/>
              <a:gd name="connsiteY3489" fmla="*/ 1069521 h 6857801"/>
              <a:gd name="connsiteX3490" fmla="*/ 8209508 w 12184003"/>
              <a:gd name="connsiteY3490" fmla="*/ 1016958 h 6857801"/>
              <a:gd name="connsiteX3491" fmla="*/ 6921894 w 12184003"/>
              <a:gd name="connsiteY3491" fmla="*/ 964466 h 6857801"/>
              <a:gd name="connsiteX3492" fmla="*/ 6710993 w 12184003"/>
              <a:gd name="connsiteY3492" fmla="*/ 1175345 h 6857801"/>
              <a:gd name="connsiteX3493" fmla="*/ 6707656 w 12184003"/>
              <a:gd name="connsiteY3493" fmla="*/ 1183787 h 6857801"/>
              <a:gd name="connsiteX3494" fmla="*/ 6925164 w 12184003"/>
              <a:gd name="connsiteY3494" fmla="*/ 1401293 h 6857801"/>
              <a:gd name="connsiteX3495" fmla="*/ 6968805 w 12184003"/>
              <a:gd name="connsiteY3495" fmla="*/ 1357652 h 6857801"/>
              <a:gd name="connsiteX3496" fmla="*/ 6954587 w 12184003"/>
              <a:gd name="connsiteY3496" fmla="*/ 1343341 h 6857801"/>
              <a:gd name="connsiteX3497" fmla="*/ 6932843 w 12184003"/>
              <a:gd name="connsiteY3497" fmla="*/ 1352041 h 6857801"/>
              <a:gd name="connsiteX3498" fmla="*/ 6886858 w 12184003"/>
              <a:gd name="connsiteY3498" fmla="*/ 1306051 h 6857801"/>
              <a:gd name="connsiteX3499" fmla="*/ 6899996 w 12184003"/>
              <a:gd name="connsiteY3499" fmla="*/ 1273208 h 6857801"/>
              <a:gd name="connsiteX3500" fmla="*/ 6921894 w 12184003"/>
              <a:gd name="connsiteY3500" fmla="*/ 1264447 h 6857801"/>
              <a:gd name="connsiteX3501" fmla="*/ 4241584 w 12184003"/>
              <a:gd name="connsiteY3501" fmla="*/ 952485 h 6857801"/>
              <a:gd name="connsiteX3502" fmla="*/ 4241584 w 12184003"/>
              <a:gd name="connsiteY3502" fmla="*/ 973224 h 6857801"/>
              <a:gd name="connsiteX3503" fmla="*/ 4398914 w 12184003"/>
              <a:gd name="connsiteY3503" fmla="*/ 1130865 h 6857801"/>
              <a:gd name="connsiteX3504" fmla="*/ 4420745 w 12184003"/>
              <a:gd name="connsiteY3504" fmla="*/ 1130865 h 6857801"/>
              <a:gd name="connsiteX3505" fmla="*/ 6672256 w 12184003"/>
              <a:gd name="connsiteY3505" fmla="*/ 918474 h 6857801"/>
              <a:gd name="connsiteX3506" fmla="*/ 6451086 w 12184003"/>
              <a:gd name="connsiteY3506" fmla="*/ 1139632 h 6857801"/>
              <a:gd name="connsiteX3507" fmla="*/ 6451086 w 12184003"/>
              <a:gd name="connsiteY3507" fmla="*/ 1308600 h 6857801"/>
              <a:gd name="connsiteX3508" fmla="*/ 6589044 w 12184003"/>
              <a:gd name="connsiteY3508" fmla="*/ 1446198 h 6857801"/>
              <a:gd name="connsiteX3509" fmla="*/ 6589044 w 12184003"/>
              <a:gd name="connsiteY3509" fmla="*/ 1463716 h 6857801"/>
              <a:gd name="connsiteX3510" fmla="*/ 6597803 w 12184003"/>
              <a:gd name="connsiteY3510" fmla="*/ 1472474 h 6857801"/>
              <a:gd name="connsiteX3511" fmla="*/ 6597803 w 12184003"/>
              <a:gd name="connsiteY3511" fmla="*/ 1255690 h 6857801"/>
              <a:gd name="connsiteX3512" fmla="*/ 6660740 w 12184003"/>
              <a:gd name="connsiteY3512" fmla="*/ 1192753 h 6857801"/>
              <a:gd name="connsiteX3513" fmla="*/ 6658024 w 12184003"/>
              <a:gd name="connsiteY3513" fmla="*/ 1191359 h 6857801"/>
              <a:gd name="connsiteX3514" fmla="*/ 6648170 w 12184003"/>
              <a:gd name="connsiteY3514" fmla="*/ 1168095 h 6857801"/>
              <a:gd name="connsiteX3515" fmla="*/ 6657202 w 12184003"/>
              <a:gd name="connsiteY3515" fmla="*/ 1145099 h 6857801"/>
              <a:gd name="connsiteX3516" fmla="*/ 6672256 w 12184003"/>
              <a:gd name="connsiteY3516" fmla="*/ 1138869 h 6857801"/>
              <a:gd name="connsiteX3517" fmla="*/ 4690499 w 12184003"/>
              <a:gd name="connsiteY3517" fmla="*/ 907206 h 6857801"/>
              <a:gd name="connsiteX3518" fmla="*/ 4690499 w 12184003"/>
              <a:gd name="connsiteY3518" fmla="*/ 925044 h 6857801"/>
              <a:gd name="connsiteX3519" fmla="*/ 4903709 w 12184003"/>
              <a:gd name="connsiteY3519" fmla="*/ 1138240 h 6857801"/>
              <a:gd name="connsiteX3520" fmla="*/ 4909400 w 12184003"/>
              <a:gd name="connsiteY3520" fmla="*/ 1124491 h 6857801"/>
              <a:gd name="connsiteX3521" fmla="*/ 4909208 w 12184003"/>
              <a:gd name="connsiteY3521" fmla="*/ 1124294 h 6857801"/>
              <a:gd name="connsiteX3522" fmla="*/ 4907289 w 12184003"/>
              <a:gd name="connsiteY3522" fmla="*/ 1124294 h 6857801"/>
              <a:gd name="connsiteX3523" fmla="*/ 4908663 w 12184003"/>
              <a:gd name="connsiteY3523" fmla="*/ 1123763 h 6857801"/>
              <a:gd name="connsiteX3524" fmla="*/ 5375914 w 12184003"/>
              <a:gd name="connsiteY3524" fmla="*/ 881251 h 6857801"/>
              <a:gd name="connsiteX3525" fmla="*/ 5189778 w 12184003"/>
              <a:gd name="connsiteY3525" fmla="*/ 1067366 h 6857801"/>
              <a:gd name="connsiteX3526" fmla="*/ 5189778 w 12184003"/>
              <a:gd name="connsiteY3526" fmla="*/ 1391455 h 6857801"/>
              <a:gd name="connsiteX3527" fmla="*/ 5275187 w 12184003"/>
              <a:gd name="connsiteY3527" fmla="*/ 1476856 h 6857801"/>
              <a:gd name="connsiteX3528" fmla="*/ 5275187 w 12184003"/>
              <a:gd name="connsiteY3528" fmla="*/ 1087073 h 6857801"/>
              <a:gd name="connsiteX3529" fmla="*/ 5375914 w 12184003"/>
              <a:gd name="connsiteY3529" fmla="*/ 985677 h 6857801"/>
              <a:gd name="connsiteX3530" fmla="*/ 4418961 w 12184003"/>
              <a:gd name="connsiteY3530" fmla="*/ 865906 h 6857801"/>
              <a:gd name="connsiteX3531" fmla="*/ 4905100 w 12184003"/>
              <a:gd name="connsiteY3531" fmla="*/ 1352041 h 6857801"/>
              <a:gd name="connsiteX3532" fmla="*/ 5029930 w 12184003"/>
              <a:gd name="connsiteY3532" fmla="*/ 1352041 h 6857801"/>
              <a:gd name="connsiteX3533" fmla="*/ 5029930 w 12184003"/>
              <a:gd name="connsiteY3533" fmla="*/ 1287519 h 6857801"/>
              <a:gd name="connsiteX3534" fmla="*/ 4942555 w 12184003"/>
              <a:gd name="connsiteY3534" fmla="*/ 1200397 h 6857801"/>
              <a:gd name="connsiteX3535" fmla="*/ 4941243 w 12184003"/>
              <a:gd name="connsiteY3535" fmla="*/ 1200940 h 6857801"/>
              <a:gd name="connsiteX3536" fmla="*/ 4909479 w 12184003"/>
              <a:gd name="connsiteY3536" fmla="*/ 1187800 h 6857801"/>
              <a:gd name="connsiteX3537" fmla="*/ 4896340 w 12184003"/>
              <a:gd name="connsiteY3537" fmla="*/ 1156047 h 6857801"/>
              <a:gd name="connsiteX3538" fmla="*/ 4896843 w 12184003"/>
              <a:gd name="connsiteY3538" fmla="*/ 1154828 h 6857801"/>
              <a:gd name="connsiteX3539" fmla="*/ 4672982 w 12184003"/>
              <a:gd name="connsiteY3539" fmla="*/ 931613 h 6857801"/>
              <a:gd name="connsiteX3540" fmla="*/ 4672982 w 12184003"/>
              <a:gd name="connsiteY3540" fmla="*/ 889815 h 6857801"/>
              <a:gd name="connsiteX3541" fmla="*/ 4648895 w 12184003"/>
              <a:gd name="connsiteY3541" fmla="*/ 865906 h 6857801"/>
              <a:gd name="connsiteX3542" fmla="*/ 4371114 w 12184003"/>
              <a:gd name="connsiteY3542" fmla="*/ 865906 h 6857801"/>
              <a:gd name="connsiteX3543" fmla="*/ 4541023 w 12184003"/>
              <a:gd name="connsiteY3543" fmla="*/ 1034153 h 6857801"/>
              <a:gd name="connsiteX3544" fmla="*/ 4548166 w 12184003"/>
              <a:gd name="connsiteY3544" fmla="*/ 1031229 h 6857801"/>
              <a:gd name="connsiteX3545" fmla="*/ 4555561 w 12184003"/>
              <a:gd name="connsiteY3545" fmla="*/ 1034251 h 6857801"/>
              <a:gd name="connsiteX3546" fmla="*/ 4387742 w 12184003"/>
              <a:gd name="connsiteY3546" fmla="*/ 865906 h 6857801"/>
              <a:gd name="connsiteX3547" fmla="*/ 4241584 w 12184003"/>
              <a:gd name="connsiteY3547" fmla="*/ 865906 h 6857801"/>
              <a:gd name="connsiteX3548" fmla="*/ 4241584 w 12184003"/>
              <a:gd name="connsiteY3548" fmla="*/ 929406 h 6857801"/>
              <a:gd name="connsiteX3549" fmla="*/ 4443057 w 12184003"/>
              <a:gd name="connsiteY3549" fmla="*/ 1130865 h 6857801"/>
              <a:gd name="connsiteX3550" fmla="*/ 4513129 w 12184003"/>
              <a:gd name="connsiteY3550" fmla="*/ 1130865 h 6857801"/>
              <a:gd name="connsiteX3551" fmla="*/ 4591961 w 12184003"/>
              <a:gd name="connsiteY3551" fmla="*/ 1209699 h 6857801"/>
              <a:gd name="connsiteX3552" fmla="*/ 4699258 w 12184003"/>
              <a:gd name="connsiteY3552" fmla="*/ 1209699 h 6857801"/>
              <a:gd name="connsiteX3553" fmla="*/ 5029930 w 12184003"/>
              <a:gd name="connsiteY3553" fmla="*/ 1540358 h 6857801"/>
              <a:gd name="connsiteX3554" fmla="*/ 5029930 w 12184003"/>
              <a:gd name="connsiteY3554" fmla="*/ 1374911 h 6857801"/>
              <a:gd name="connsiteX3555" fmla="*/ 4896340 w 12184003"/>
              <a:gd name="connsiteY3555" fmla="*/ 1376128 h 6857801"/>
              <a:gd name="connsiteX3556" fmla="*/ 4579140 w 12184003"/>
              <a:gd name="connsiteY3556" fmla="*/ 1057906 h 6857801"/>
              <a:gd name="connsiteX3557" fmla="*/ 4582110 w 12184003"/>
              <a:gd name="connsiteY3557" fmla="*/ 1065171 h 6857801"/>
              <a:gd name="connsiteX3558" fmla="*/ 4572256 w 12184003"/>
              <a:gd name="connsiteY3558" fmla="*/ 1089258 h 6857801"/>
              <a:gd name="connsiteX3559" fmla="*/ 4524078 w 12184003"/>
              <a:gd name="connsiteY3559" fmla="*/ 1089258 h 6857801"/>
              <a:gd name="connsiteX3560" fmla="*/ 4514223 w 12184003"/>
              <a:gd name="connsiteY3560" fmla="*/ 1065171 h 6857801"/>
              <a:gd name="connsiteX3561" fmla="*/ 4523517 w 12184003"/>
              <a:gd name="connsiteY3561" fmla="*/ 1042445 h 6857801"/>
              <a:gd name="connsiteX3562" fmla="*/ 4348721 w 12184003"/>
              <a:gd name="connsiteY3562" fmla="*/ 865906 h 6857801"/>
              <a:gd name="connsiteX3563" fmla="*/ 4178134 w 12184003"/>
              <a:gd name="connsiteY3563" fmla="*/ 865906 h 6857801"/>
              <a:gd name="connsiteX3564" fmla="*/ 4217498 w 12184003"/>
              <a:gd name="connsiteY3564" fmla="*/ 905318 h 6857801"/>
              <a:gd name="connsiteX3565" fmla="*/ 4217498 w 12184003"/>
              <a:gd name="connsiteY3565" fmla="*/ 865906 h 6857801"/>
              <a:gd name="connsiteX3566" fmla="*/ 3970092 w 12184003"/>
              <a:gd name="connsiteY3566" fmla="*/ 865906 h 6857801"/>
              <a:gd name="connsiteX3567" fmla="*/ 3970092 w 12184003"/>
              <a:gd name="connsiteY3567" fmla="*/ 1045463 h 6857801"/>
              <a:gd name="connsiteX3568" fmla="*/ 4230639 w 12184003"/>
              <a:gd name="connsiteY3568" fmla="*/ 1045463 h 6857801"/>
              <a:gd name="connsiteX3569" fmla="*/ 4316042 w 12184003"/>
              <a:gd name="connsiteY3569" fmla="*/ 1130865 h 6857801"/>
              <a:gd name="connsiteX3570" fmla="*/ 4364205 w 12184003"/>
              <a:gd name="connsiteY3570" fmla="*/ 1130865 h 6857801"/>
              <a:gd name="connsiteX3571" fmla="*/ 4217498 w 12184003"/>
              <a:gd name="connsiteY3571" fmla="*/ 984172 h 6857801"/>
              <a:gd name="connsiteX3572" fmla="*/ 4217498 w 12184003"/>
              <a:gd name="connsiteY3572" fmla="*/ 928500 h 6857801"/>
              <a:gd name="connsiteX3573" fmla="*/ 4154678 w 12184003"/>
              <a:gd name="connsiteY3573" fmla="*/ 865906 h 6857801"/>
              <a:gd name="connsiteX3574" fmla="*/ 3829955 w 12184003"/>
              <a:gd name="connsiteY3574" fmla="*/ 865906 h 6857801"/>
              <a:gd name="connsiteX3575" fmla="*/ 3829955 w 12184003"/>
              <a:gd name="connsiteY3575" fmla="*/ 1006050 h 6857801"/>
              <a:gd name="connsiteX3576" fmla="*/ 3869366 w 12184003"/>
              <a:gd name="connsiteY3576" fmla="*/ 1045463 h 6857801"/>
              <a:gd name="connsiteX3577" fmla="*/ 3924296 w 12184003"/>
              <a:gd name="connsiteY3577" fmla="*/ 1045463 h 6857801"/>
              <a:gd name="connsiteX3578" fmla="*/ 3924969 w 12184003"/>
              <a:gd name="connsiteY3578" fmla="*/ 865906 h 6857801"/>
              <a:gd name="connsiteX3579" fmla="*/ 3332884 w 12184003"/>
              <a:gd name="connsiteY3579" fmla="*/ 865906 h 6857801"/>
              <a:gd name="connsiteX3580" fmla="*/ 3512441 w 12184003"/>
              <a:gd name="connsiteY3580" fmla="*/ 1045463 h 6857801"/>
              <a:gd name="connsiteX3581" fmla="*/ 3821193 w 12184003"/>
              <a:gd name="connsiteY3581" fmla="*/ 1045463 h 6857801"/>
              <a:gd name="connsiteX3582" fmla="*/ 3797108 w 12184003"/>
              <a:gd name="connsiteY3582" fmla="*/ 1021378 h 6857801"/>
              <a:gd name="connsiteX3583" fmla="*/ 3797108 w 12184003"/>
              <a:gd name="connsiteY3583" fmla="*/ 865906 h 6857801"/>
              <a:gd name="connsiteX3584" fmla="*/ 3275385 w 12184003"/>
              <a:gd name="connsiteY3584" fmla="*/ 865906 h 6857801"/>
              <a:gd name="connsiteX3585" fmla="*/ 3540908 w 12184003"/>
              <a:gd name="connsiteY3585" fmla="*/ 1130865 h 6857801"/>
              <a:gd name="connsiteX3586" fmla="*/ 3764012 w 12184003"/>
              <a:gd name="connsiteY3586" fmla="*/ 1130865 h 6857801"/>
              <a:gd name="connsiteX3587" fmla="*/ 3777398 w 12184003"/>
              <a:gd name="connsiteY3587" fmla="*/ 1125389 h 6857801"/>
              <a:gd name="connsiteX3588" fmla="*/ 3790786 w 12184003"/>
              <a:gd name="connsiteY3588" fmla="*/ 1130865 h 6857801"/>
              <a:gd name="connsiteX3589" fmla="*/ 3906590 w 12184003"/>
              <a:gd name="connsiteY3589" fmla="*/ 1130865 h 6857801"/>
              <a:gd name="connsiteX3590" fmla="*/ 3856229 w 12184003"/>
              <a:gd name="connsiteY3590" fmla="*/ 1080498 h 6857801"/>
              <a:gd name="connsiteX3591" fmla="*/ 3499301 w 12184003"/>
              <a:gd name="connsiteY3591" fmla="*/ 1080498 h 6857801"/>
              <a:gd name="connsiteX3592" fmla="*/ 3284707 w 12184003"/>
              <a:gd name="connsiteY3592" fmla="*/ 865906 h 6857801"/>
              <a:gd name="connsiteX3593" fmla="*/ 8899284 w 12184003"/>
              <a:gd name="connsiteY3593" fmla="*/ 802364 h 6857801"/>
              <a:gd name="connsiteX3594" fmla="*/ 8684690 w 12184003"/>
              <a:gd name="connsiteY3594" fmla="*/ 1016958 h 6857801"/>
              <a:gd name="connsiteX3595" fmla="*/ 8327933 w 12184003"/>
              <a:gd name="connsiteY3595" fmla="*/ 1016958 h 6857801"/>
              <a:gd name="connsiteX3596" fmla="*/ 8275531 w 12184003"/>
              <a:gd name="connsiteY3596" fmla="*/ 1069521 h 6857801"/>
              <a:gd name="connsiteX3597" fmla="*/ 8390988 w 12184003"/>
              <a:gd name="connsiteY3597" fmla="*/ 1069521 h 6857801"/>
              <a:gd name="connsiteX3598" fmla="*/ 8404395 w 12184003"/>
              <a:gd name="connsiteY3598" fmla="*/ 1064037 h 6857801"/>
              <a:gd name="connsiteX3599" fmla="*/ 8417801 w 12184003"/>
              <a:gd name="connsiteY3599" fmla="*/ 1069521 h 6857801"/>
              <a:gd name="connsiteX3600" fmla="*/ 8640894 w 12184003"/>
              <a:gd name="connsiteY3600" fmla="*/ 1069521 h 6857801"/>
              <a:gd name="connsiteX3601" fmla="*/ 8908619 w 12184003"/>
              <a:gd name="connsiteY3601" fmla="*/ 802364 h 6857801"/>
              <a:gd name="connsiteX3602" fmla="*/ 8386875 w 12184003"/>
              <a:gd name="connsiteY3602" fmla="*/ 802364 h 6857801"/>
              <a:gd name="connsiteX3603" fmla="*/ 8386875 w 12184003"/>
              <a:gd name="connsiteY3603" fmla="*/ 957833 h 6857801"/>
              <a:gd name="connsiteX3604" fmla="*/ 8360679 w 12184003"/>
              <a:gd name="connsiteY3604" fmla="*/ 984111 h 6857801"/>
              <a:gd name="connsiteX3605" fmla="*/ 8671551 w 12184003"/>
              <a:gd name="connsiteY3605" fmla="*/ 984111 h 6857801"/>
              <a:gd name="connsiteX3606" fmla="*/ 8853298 w 12184003"/>
              <a:gd name="connsiteY3606" fmla="*/ 802364 h 6857801"/>
              <a:gd name="connsiteX3607" fmla="*/ 8257677 w 12184003"/>
              <a:gd name="connsiteY3607" fmla="*/ 802364 h 6857801"/>
              <a:gd name="connsiteX3608" fmla="*/ 8257677 w 12184003"/>
              <a:gd name="connsiteY3608" fmla="*/ 984111 h 6857801"/>
              <a:gd name="connsiteX3609" fmla="*/ 8314492 w 12184003"/>
              <a:gd name="connsiteY3609" fmla="*/ 984111 h 6857801"/>
              <a:gd name="connsiteX3610" fmla="*/ 8354029 w 12184003"/>
              <a:gd name="connsiteY3610" fmla="*/ 944694 h 6857801"/>
              <a:gd name="connsiteX3611" fmla="*/ 8353314 w 12184003"/>
              <a:gd name="connsiteY3611" fmla="*/ 802364 h 6857801"/>
              <a:gd name="connsiteX3612" fmla="*/ 8031496 w 12184003"/>
              <a:gd name="connsiteY3612" fmla="*/ 802364 h 6857801"/>
              <a:gd name="connsiteX3613" fmla="*/ 7763183 w 12184003"/>
              <a:gd name="connsiteY3613" fmla="*/ 1069521 h 6857801"/>
              <a:gd name="connsiteX3614" fmla="*/ 7865695 w 12184003"/>
              <a:gd name="connsiteY3614" fmla="*/ 1069521 h 6857801"/>
              <a:gd name="connsiteX3615" fmla="*/ 7951105 w 12184003"/>
              <a:gd name="connsiteY3615" fmla="*/ 984111 h 6857801"/>
              <a:gd name="connsiteX3616" fmla="*/ 8211691 w 12184003"/>
              <a:gd name="connsiteY3616" fmla="*/ 984111 h 6857801"/>
              <a:gd name="connsiteX3617" fmla="*/ 8211691 w 12184003"/>
              <a:gd name="connsiteY3617" fmla="*/ 802364 h 6857801"/>
              <a:gd name="connsiteX3618" fmla="*/ 7837073 w 12184003"/>
              <a:gd name="connsiteY3618" fmla="*/ 802364 h 6857801"/>
              <a:gd name="connsiteX3619" fmla="*/ 7658496 w 12184003"/>
              <a:gd name="connsiteY3619" fmla="*/ 979172 h 6857801"/>
              <a:gd name="connsiteX3620" fmla="*/ 7659860 w 12184003"/>
              <a:gd name="connsiteY3620" fmla="*/ 979730 h 6857801"/>
              <a:gd name="connsiteX3621" fmla="*/ 7659860 w 12184003"/>
              <a:gd name="connsiteY3621" fmla="*/ 1027905 h 6857801"/>
              <a:gd name="connsiteX3622" fmla="*/ 7611684 w 12184003"/>
              <a:gd name="connsiteY3622" fmla="*/ 1027905 h 6857801"/>
              <a:gd name="connsiteX3623" fmla="*/ 7601831 w 12184003"/>
              <a:gd name="connsiteY3623" fmla="*/ 1003817 h 6857801"/>
              <a:gd name="connsiteX3624" fmla="*/ 7605614 w 12184003"/>
              <a:gd name="connsiteY3624" fmla="*/ 994569 h 6857801"/>
              <a:gd name="connsiteX3625" fmla="*/ 7287592 w 12184003"/>
              <a:gd name="connsiteY3625" fmla="*/ 1312590 h 6857801"/>
              <a:gd name="connsiteX3626" fmla="*/ 7044524 w 12184003"/>
              <a:gd name="connsiteY3626" fmla="*/ 1312590 h 6857801"/>
              <a:gd name="connsiteX3627" fmla="*/ 7000623 w 12184003"/>
              <a:gd name="connsiteY3627" fmla="*/ 1356685 h 6857801"/>
              <a:gd name="connsiteX3628" fmla="*/ 7130471 w 12184003"/>
              <a:gd name="connsiteY3628" fmla="*/ 1487387 h 6857801"/>
              <a:gd name="connsiteX3629" fmla="*/ 7139566 w 12184003"/>
              <a:gd name="connsiteY3629" fmla="*/ 1491107 h 6857801"/>
              <a:gd name="connsiteX3630" fmla="*/ 7482485 w 12184003"/>
              <a:gd name="connsiteY3630" fmla="*/ 1146158 h 6857801"/>
              <a:gd name="connsiteX3631" fmla="*/ 7594173 w 12184003"/>
              <a:gd name="connsiteY3631" fmla="*/ 1146158 h 6857801"/>
              <a:gd name="connsiteX3632" fmla="*/ 7670809 w 12184003"/>
              <a:gd name="connsiteY3632" fmla="*/ 1069521 h 6857801"/>
              <a:gd name="connsiteX3633" fmla="*/ 7738687 w 12184003"/>
              <a:gd name="connsiteY3633" fmla="*/ 1069521 h 6857801"/>
              <a:gd name="connsiteX3634" fmla="*/ 8005844 w 12184003"/>
              <a:gd name="connsiteY3634" fmla="*/ 802364 h 6857801"/>
              <a:gd name="connsiteX3635" fmla="*/ 7797820 w 12184003"/>
              <a:gd name="connsiteY3635" fmla="*/ 802364 h 6857801"/>
              <a:gd name="connsiteX3636" fmla="*/ 7626525 w 12184003"/>
              <a:gd name="connsiteY3636" fmla="*/ 973658 h 6857801"/>
              <a:gd name="connsiteX3637" fmla="*/ 7635772 w 12184003"/>
              <a:gd name="connsiteY3637" fmla="*/ 969875 h 6857801"/>
              <a:gd name="connsiteX3638" fmla="*/ 7642613 w 12184003"/>
              <a:gd name="connsiteY3638" fmla="*/ 972673 h 6857801"/>
              <a:gd name="connsiteX3639" fmla="*/ 7811268 w 12184003"/>
              <a:gd name="connsiteY3639" fmla="*/ 802364 h 6857801"/>
              <a:gd name="connsiteX3640" fmla="*/ 5853275 w 12184003"/>
              <a:gd name="connsiteY3640" fmla="*/ 758622 h 6857801"/>
              <a:gd name="connsiteX3641" fmla="*/ 5853275 w 12184003"/>
              <a:gd name="connsiteY3641" fmla="*/ 1014825 h 6857801"/>
              <a:gd name="connsiteX3642" fmla="*/ 6072250 w 12184003"/>
              <a:gd name="connsiteY3642" fmla="*/ 1233788 h 6857801"/>
              <a:gd name="connsiteX3643" fmla="*/ 6072250 w 12184003"/>
              <a:gd name="connsiteY3643" fmla="*/ 1196565 h 6857801"/>
              <a:gd name="connsiteX3644" fmla="*/ 6181349 w 12184003"/>
              <a:gd name="connsiteY3644" fmla="*/ 1086687 h 6857801"/>
              <a:gd name="connsiteX3645" fmla="*/ 6859268 w 12184003"/>
              <a:gd name="connsiteY3645" fmla="*/ 731463 h 6857801"/>
              <a:gd name="connsiteX3646" fmla="*/ 6812194 w 12184003"/>
              <a:gd name="connsiteY3646" fmla="*/ 778535 h 6857801"/>
              <a:gd name="connsiteX3647" fmla="*/ 6813978 w 12184003"/>
              <a:gd name="connsiteY3647" fmla="*/ 781166 h 6857801"/>
              <a:gd name="connsiteX3648" fmla="*/ 6818973 w 12184003"/>
              <a:gd name="connsiteY3648" fmla="*/ 806794 h 6857801"/>
              <a:gd name="connsiteX3649" fmla="*/ 6755469 w 12184003"/>
              <a:gd name="connsiteY3649" fmla="*/ 872488 h 6857801"/>
              <a:gd name="connsiteX3650" fmla="*/ 6729601 w 12184003"/>
              <a:gd name="connsiteY3650" fmla="*/ 861131 h 6857801"/>
              <a:gd name="connsiteX3651" fmla="*/ 6689775 w 12184003"/>
              <a:gd name="connsiteY3651" fmla="*/ 900956 h 6857801"/>
              <a:gd name="connsiteX3652" fmla="*/ 6689775 w 12184003"/>
              <a:gd name="connsiteY3652" fmla="*/ 1138690 h 6857801"/>
              <a:gd name="connsiteX3653" fmla="*/ 6704009 w 12184003"/>
              <a:gd name="connsiteY3653" fmla="*/ 1144279 h 6857801"/>
              <a:gd name="connsiteX3654" fmla="*/ 6705532 w 12184003"/>
              <a:gd name="connsiteY3654" fmla="*/ 1147961 h 6857801"/>
              <a:gd name="connsiteX3655" fmla="*/ 6921894 w 12184003"/>
              <a:gd name="connsiteY3655" fmla="*/ 931618 h 6857801"/>
              <a:gd name="connsiteX3656" fmla="*/ 6921894 w 12184003"/>
              <a:gd name="connsiteY3656" fmla="*/ 798889 h 6857801"/>
              <a:gd name="connsiteX3657" fmla="*/ 6892332 w 12184003"/>
              <a:gd name="connsiteY3657" fmla="*/ 811121 h 6857801"/>
              <a:gd name="connsiteX3658" fmla="*/ 6860580 w 12184003"/>
              <a:gd name="connsiteY3658" fmla="*/ 797982 h 6857801"/>
              <a:gd name="connsiteX3659" fmla="*/ 6860580 w 12184003"/>
              <a:gd name="connsiteY3659" fmla="*/ 734478 h 6857801"/>
              <a:gd name="connsiteX3660" fmla="*/ 6863493 w 12184003"/>
              <a:gd name="connsiteY3660" fmla="*/ 733272 h 6857801"/>
              <a:gd name="connsiteX3661" fmla="*/ 4241584 w 12184003"/>
              <a:gd name="connsiteY3661" fmla="*/ 719287 h 6857801"/>
              <a:gd name="connsiteX3662" fmla="*/ 4241584 w 12184003"/>
              <a:gd name="connsiteY3662" fmla="*/ 833053 h 6857801"/>
              <a:gd name="connsiteX3663" fmla="*/ 4337940 w 12184003"/>
              <a:gd name="connsiteY3663" fmla="*/ 833053 h 6857801"/>
              <a:gd name="connsiteX3664" fmla="*/ 4346786 w 12184003"/>
              <a:gd name="connsiteY3664" fmla="*/ 841817 h 6857801"/>
              <a:gd name="connsiteX3665" fmla="*/ 4363731 w 12184003"/>
              <a:gd name="connsiteY3665" fmla="*/ 841817 h 6857801"/>
              <a:gd name="connsiteX3666" fmla="*/ 5811673 w 12184003"/>
              <a:gd name="connsiteY3666" fmla="*/ 717017 h 6857801"/>
              <a:gd name="connsiteX3667" fmla="*/ 5811673 w 12184003"/>
              <a:gd name="connsiteY3667" fmla="*/ 1095829 h 6857801"/>
              <a:gd name="connsiteX3668" fmla="*/ 5970765 w 12184003"/>
              <a:gd name="connsiteY3668" fmla="*/ 1254424 h 6857801"/>
              <a:gd name="connsiteX3669" fmla="*/ 5981376 w 12184003"/>
              <a:gd name="connsiteY3669" fmla="*/ 1258972 h 6857801"/>
              <a:gd name="connsiteX3670" fmla="*/ 5985887 w 12184003"/>
              <a:gd name="connsiteY3670" fmla="*/ 1269496 h 6857801"/>
              <a:gd name="connsiteX3671" fmla="*/ 6072250 w 12184003"/>
              <a:gd name="connsiteY3671" fmla="*/ 1355589 h 6857801"/>
              <a:gd name="connsiteX3672" fmla="*/ 6072250 w 12184003"/>
              <a:gd name="connsiteY3672" fmla="*/ 1281963 h 6857801"/>
              <a:gd name="connsiteX3673" fmla="*/ 5818240 w 12184003"/>
              <a:gd name="connsiteY3673" fmla="*/ 1027964 h 6857801"/>
              <a:gd name="connsiteX3674" fmla="*/ 5818240 w 12184003"/>
              <a:gd name="connsiteY3674" fmla="*/ 723586 h 6857801"/>
              <a:gd name="connsiteX3675" fmla="*/ 4241584 w 12184003"/>
              <a:gd name="connsiteY3675" fmla="*/ 579036 h 6857801"/>
              <a:gd name="connsiteX3676" fmla="*/ 4241584 w 12184003"/>
              <a:gd name="connsiteY3676" fmla="*/ 688533 h 6857801"/>
              <a:gd name="connsiteX3677" fmla="*/ 4394876 w 12184003"/>
              <a:gd name="connsiteY3677" fmla="*/ 841817 h 6857801"/>
              <a:gd name="connsiteX3678" fmla="*/ 4657659 w 12184003"/>
              <a:gd name="connsiteY3678" fmla="*/ 841817 h 6857801"/>
              <a:gd name="connsiteX3679" fmla="*/ 4672982 w 12184003"/>
              <a:gd name="connsiteY3679" fmla="*/ 857145 h 6857801"/>
              <a:gd name="connsiteX3680" fmla="*/ 4672982 w 12184003"/>
              <a:gd name="connsiteY3680" fmla="*/ 697286 h 6857801"/>
              <a:gd name="connsiteX3681" fmla="*/ 4554736 w 12184003"/>
              <a:gd name="connsiteY3681" fmla="*/ 579036 h 6857801"/>
              <a:gd name="connsiteX3682" fmla="*/ 2772896 w 12184003"/>
              <a:gd name="connsiteY3682" fmla="*/ 579035 h 6857801"/>
              <a:gd name="connsiteX3683" fmla="*/ 3037260 w 12184003"/>
              <a:gd name="connsiteY3683" fmla="*/ 841817 h 6857801"/>
              <a:gd name="connsiteX3684" fmla="*/ 3126989 w 12184003"/>
              <a:gd name="connsiteY3684" fmla="*/ 841817 h 6857801"/>
              <a:gd name="connsiteX3685" fmla="*/ 2887645 w 12184003"/>
              <a:gd name="connsiteY3685" fmla="*/ 604404 h 6857801"/>
              <a:gd name="connsiteX3686" fmla="*/ 2877398 w 12184003"/>
              <a:gd name="connsiteY3686" fmla="*/ 608595 h 6857801"/>
              <a:gd name="connsiteX3687" fmla="*/ 2853311 w 12184003"/>
              <a:gd name="connsiteY3687" fmla="*/ 598741 h 6857801"/>
              <a:gd name="connsiteX3688" fmla="*/ 2845251 w 12184003"/>
              <a:gd name="connsiteY3688" fmla="*/ 579035 h 6857801"/>
              <a:gd name="connsiteX3689" fmla="*/ 2713163 w 12184003"/>
              <a:gd name="connsiteY3689" fmla="*/ 579035 h 6857801"/>
              <a:gd name="connsiteX3690" fmla="*/ 3149498 w 12184003"/>
              <a:gd name="connsiteY3690" fmla="*/ 1015369 h 6857801"/>
              <a:gd name="connsiteX3691" fmla="*/ 3164261 w 12184003"/>
              <a:gd name="connsiteY3691" fmla="*/ 1009330 h 6857801"/>
              <a:gd name="connsiteX3692" fmla="*/ 3188351 w 12184003"/>
              <a:gd name="connsiteY3692" fmla="*/ 1019185 h 6857801"/>
              <a:gd name="connsiteX3693" fmla="*/ 3188351 w 12184003"/>
              <a:gd name="connsiteY3693" fmla="*/ 1067358 h 6857801"/>
              <a:gd name="connsiteX3694" fmla="*/ 3173024 w 12184003"/>
              <a:gd name="connsiteY3694" fmla="*/ 1073630 h 6857801"/>
              <a:gd name="connsiteX3695" fmla="*/ 3173024 w 12184003"/>
              <a:gd name="connsiteY3695" fmla="*/ 1358604 h 6857801"/>
              <a:gd name="connsiteX3696" fmla="*/ 3341638 w 12184003"/>
              <a:gd name="connsiteY3696" fmla="*/ 1527218 h 6857801"/>
              <a:gd name="connsiteX3697" fmla="*/ 3707321 w 12184003"/>
              <a:gd name="connsiteY3697" fmla="*/ 1527218 h 6857801"/>
              <a:gd name="connsiteX3698" fmla="*/ 3869647 w 12184003"/>
              <a:gd name="connsiteY3698" fmla="*/ 1689547 h 6857801"/>
              <a:gd name="connsiteX3699" fmla="*/ 3889071 w 12184003"/>
              <a:gd name="connsiteY3699" fmla="*/ 1681601 h 6857801"/>
              <a:gd name="connsiteX3700" fmla="*/ 3913161 w 12184003"/>
              <a:gd name="connsiteY3700" fmla="*/ 1691453 h 6857801"/>
              <a:gd name="connsiteX3701" fmla="*/ 3913161 w 12184003"/>
              <a:gd name="connsiteY3701" fmla="*/ 1739631 h 6857801"/>
              <a:gd name="connsiteX3702" fmla="*/ 3864986 w 12184003"/>
              <a:gd name="connsiteY3702" fmla="*/ 1739631 h 6857801"/>
              <a:gd name="connsiteX3703" fmla="*/ 3855131 w 12184003"/>
              <a:gd name="connsiteY3703" fmla="*/ 1715543 h 6857801"/>
              <a:gd name="connsiteX3704" fmla="*/ 3859986 w 12184003"/>
              <a:gd name="connsiteY3704" fmla="*/ 1703679 h 6857801"/>
              <a:gd name="connsiteX3705" fmla="*/ 3700752 w 12184003"/>
              <a:gd name="connsiteY3705" fmla="*/ 1542548 h 6857801"/>
              <a:gd name="connsiteX3706" fmla="*/ 3335068 w 12184003"/>
              <a:gd name="connsiteY3706" fmla="*/ 1544738 h 6857801"/>
              <a:gd name="connsiteX3707" fmla="*/ 3173024 w 12184003"/>
              <a:gd name="connsiteY3707" fmla="*/ 1381929 h 6857801"/>
              <a:gd name="connsiteX3708" fmla="*/ 3173024 w 12184003"/>
              <a:gd name="connsiteY3708" fmla="*/ 1500943 h 6857801"/>
              <a:gd name="connsiteX3709" fmla="*/ 3453316 w 12184003"/>
              <a:gd name="connsiteY3709" fmla="*/ 1781238 h 6857801"/>
              <a:gd name="connsiteX3710" fmla="*/ 3805872 w 12184003"/>
              <a:gd name="connsiteY3710" fmla="*/ 1781238 h 6857801"/>
              <a:gd name="connsiteX3711" fmla="*/ 3949146 w 12184003"/>
              <a:gd name="connsiteY3711" fmla="*/ 1925765 h 6857801"/>
              <a:gd name="connsiteX3712" fmla="*/ 4209664 w 12184003"/>
              <a:gd name="connsiteY3712" fmla="*/ 1925765 h 6857801"/>
              <a:gd name="connsiteX3713" fmla="*/ 4217498 w 12184003"/>
              <a:gd name="connsiteY3713" fmla="*/ 1906056 h 6857801"/>
              <a:gd name="connsiteX3714" fmla="*/ 4250344 w 12184003"/>
              <a:gd name="connsiteY3714" fmla="*/ 1892917 h 6857801"/>
              <a:gd name="connsiteX3715" fmla="*/ 4274436 w 12184003"/>
              <a:gd name="connsiteY3715" fmla="*/ 1902553 h 6857801"/>
              <a:gd name="connsiteX3716" fmla="*/ 4274436 w 12184003"/>
              <a:gd name="connsiteY3716" fmla="*/ 1676126 h 6857801"/>
              <a:gd name="connsiteX3717" fmla="*/ 3919839 w 12184003"/>
              <a:gd name="connsiteY3717" fmla="*/ 1321485 h 6857801"/>
              <a:gd name="connsiteX3718" fmla="*/ 3898929 w 12184003"/>
              <a:gd name="connsiteY3718" fmla="*/ 1330137 h 6857801"/>
              <a:gd name="connsiteX3719" fmla="*/ 3867181 w 12184003"/>
              <a:gd name="connsiteY3719" fmla="*/ 1316999 h 6857801"/>
              <a:gd name="connsiteX3720" fmla="*/ 3854044 w 12184003"/>
              <a:gd name="connsiteY3720" fmla="*/ 1285246 h 6857801"/>
              <a:gd name="connsiteX3721" fmla="*/ 3864616 w 12184003"/>
              <a:gd name="connsiteY3721" fmla="*/ 1259691 h 6857801"/>
              <a:gd name="connsiteX3722" fmla="*/ 3792165 w 12184003"/>
              <a:gd name="connsiteY3722" fmla="*/ 1187234 h 6857801"/>
              <a:gd name="connsiteX3723" fmla="*/ 3777398 w 12184003"/>
              <a:gd name="connsiteY3723" fmla="*/ 1193272 h 6857801"/>
              <a:gd name="connsiteX3724" fmla="*/ 3753308 w 12184003"/>
              <a:gd name="connsiteY3724" fmla="*/ 1183418 h 6857801"/>
              <a:gd name="connsiteX3725" fmla="*/ 3750620 w 12184003"/>
              <a:gd name="connsiteY3725" fmla="*/ 1176852 h 6857801"/>
              <a:gd name="connsiteX3726" fmla="*/ 3523395 w 12184003"/>
              <a:gd name="connsiteY3726" fmla="*/ 1176852 h 6857801"/>
              <a:gd name="connsiteX3727" fmla="*/ 3212444 w 12184003"/>
              <a:gd name="connsiteY3727" fmla="*/ 865906 h 6857801"/>
              <a:gd name="connsiteX3728" fmla="*/ 3028500 w 12184003"/>
              <a:gd name="connsiteY3728" fmla="*/ 865906 h 6857801"/>
              <a:gd name="connsiteX3729" fmla="*/ 2741632 w 12184003"/>
              <a:gd name="connsiteY3729" fmla="*/ 579035 h 6857801"/>
              <a:gd name="connsiteX3730" fmla="*/ 2537972 w 12184003"/>
              <a:gd name="connsiteY3730" fmla="*/ 579035 h 6857801"/>
              <a:gd name="connsiteX3731" fmla="*/ 3049647 w 12184003"/>
              <a:gd name="connsiteY3731" fmla="*/ 1090701 h 6857801"/>
              <a:gd name="connsiteX3732" fmla="*/ 3069008 w 12184003"/>
              <a:gd name="connsiteY3732" fmla="*/ 1082688 h 6857801"/>
              <a:gd name="connsiteX3733" fmla="*/ 3100760 w 12184003"/>
              <a:gd name="connsiteY3733" fmla="*/ 1095828 h 6857801"/>
              <a:gd name="connsiteX3734" fmla="*/ 3100760 w 12184003"/>
              <a:gd name="connsiteY3734" fmla="*/ 1159332 h 6857801"/>
              <a:gd name="connsiteX3735" fmla="*/ 3081054 w 12184003"/>
              <a:gd name="connsiteY3735" fmla="*/ 1167486 h 6857801"/>
              <a:gd name="connsiteX3736" fmla="*/ 3081054 w 12184003"/>
              <a:gd name="connsiteY3736" fmla="*/ 1266638 h 6857801"/>
              <a:gd name="connsiteX3737" fmla="*/ 3155505 w 12184003"/>
              <a:gd name="connsiteY3737" fmla="*/ 1341086 h 6857801"/>
              <a:gd name="connsiteX3738" fmla="*/ 3155505 w 12184003"/>
              <a:gd name="connsiteY3738" fmla="*/ 1073632 h 6857801"/>
              <a:gd name="connsiteX3739" fmla="*/ 3140172 w 12184003"/>
              <a:gd name="connsiteY3739" fmla="*/ 1067358 h 6857801"/>
              <a:gd name="connsiteX3740" fmla="*/ 3130319 w 12184003"/>
              <a:gd name="connsiteY3740" fmla="*/ 1043272 h 6857801"/>
              <a:gd name="connsiteX3741" fmla="*/ 3136994 w 12184003"/>
              <a:gd name="connsiteY3741" fmla="*/ 1026954 h 6857801"/>
              <a:gd name="connsiteX3742" fmla="*/ 2689075 w 12184003"/>
              <a:gd name="connsiteY3742" fmla="*/ 579035 h 6857801"/>
              <a:gd name="connsiteX3743" fmla="*/ 2904520 w 12184003"/>
              <a:gd name="connsiteY3743" fmla="*/ 557977 h 6857801"/>
              <a:gd name="connsiteX3744" fmla="*/ 2911341 w 12184003"/>
              <a:gd name="connsiteY3744" fmla="*/ 574654 h 6857801"/>
              <a:gd name="connsiteX3745" fmla="*/ 2902758 w 12184003"/>
              <a:gd name="connsiteY3745" fmla="*/ 595632 h 6857801"/>
              <a:gd name="connsiteX3746" fmla="*/ 3140178 w 12184003"/>
              <a:gd name="connsiteY3746" fmla="*/ 833053 h 6857801"/>
              <a:gd name="connsiteX3747" fmla="*/ 3179595 w 12184003"/>
              <a:gd name="connsiteY3747" fmla="*/ 833053 h 6857801"/>
              <a:gd name="connsiteX3748" fmla="*/ 2664602 w 12184003"/>
              <a:gd name="connsiteY3748" fmla="*/ 530476 h 6857801"/>
              <a:gd name="connsiteX3749" fmla="*/ 2695642 w 12184003"/>
              <a:gd name="connsiteY3749" fmla="*/ 561516 h 6857801"/>
              <a:gd name="connsiteX3750" fmla="*/ 2724114 w 12184003"/>
              <a:gd name="connsiteY3750" fmla="*/ 561516 h 6857801"/>
              <a:gd name="connsiteX3751" fmla="*/ 2694581 w 12184003"/>
              <a:gd name="connsiteY3751" fmla="*/ 531984 h 6857801"/>
              <a:gd name="connsiteX3752" fmla="*/ 2681413 w 12184003"/>
              <a:gd name="connsiteY3752" fmla="*/ 537432 h 6857801"/>
              <a:gd name="connsiteX3753" fmla="*/ 9407788 w 12184003"/>
              <a:gd name="connsiteY3753" fmla="*/ 517227 h 6857801"/>
              <a:gd name="connsiteX3754" fmla="*/ 9337887 w 12184003"/>
              <a:gd name="connsiteY3754" fmla="*/ 517587 h 6857801"/>
              <a:gd name="connsiteX3755" fmla="*/ 9330683 w 12184003"/>
              <a:gd name="connsiteY3755" fmla="*/ 535196 h 6857801"/>
              <a:gd name="connsiteX3756" fmla="*/ 9306595 w 12184003"/>
              <a:gd name="connsiteY3756" fmla="*/ 545051 h 6857801"/>
              <a:gd name="connsiteX3757" fmla="*/ 9296496 w 12184003"/>
              <a:gd name="connsiteY3757" fmla="*/ 540919 h 6857801"/>
              <a:gd name="connsiteX3758" fmla="*/ 9056950 w 12184003"/>
              <a:gd name="connsiteY3758" fmla="*/ 780465 h 6857801"/>
              <a:gd name="connsiteX3759" fmla="*/ 9144550 w 12184003"/>
              <a:gd name="connsiteY3759" fmla="*/ 780465 h 6857801"/>
              <a:gd name="connsiteX3760" fmla="*/ 9471613 w 12184003"/>
              <a:gd name="connsiteY3760" fmla="*/ 516897 h 6857801"/>
              <a:gd name="connsiteX3761" fmla="*/ 9440807 w 12184003"/>
              <a:gd name="connsiteY3761" fmla="*/ 517057 h 6857801"/>
              <a:gd name="connsiteX3762" fmla="*/ 9155500 w 12184003"/>
              <a:gd name="connsiteY3762" fmla="*/ 802364 h 6857801"/>
              <a:gd name="connsiteX3763" fmla="*/ 8973746 w 12184003"/>
              <a:gd name="connsiteY3763" fmla="*/ 802364 h 6857801"/>
              <a:gd name="connsiteX3764" fmla="*/ 8660603 w 12184003"/>
              <a:gd name="connsiteY3764" fmla="*/ 1115507 h 6857801"/>
              <a:gd name="connsiteX3765" fmla="*/ 8431166 w 12184003"/>
              <a:gd name="connsiteY3765" fmla="*/ 1115507 h 6857801"/>
              <a:gd name="connsiteX3766" fmla="*/ 8428483 w 12184003"/>
              <a:gd name="connsiteY3766" fmla="*/ 1122066 h 6857801"/>
              <a:gd name="connsiteX3767" fmla="*/ 8404395 w 12184003"/>
              <a:gd name="connsiteY3767" fmla="*/ 1131920 h 6857801"/>
              <a:gd name="connsiteX3768" fmla="*/ 8389633 w 12184003"/>
              <a:gd name="connsiteY3768" fmla="*/ 1125881 h 6857801"/>
              <a:gd name="connsiteX3769" fmla="*/ 8317176 w 12184003"/>
              <a:gd name="connsiteY3769" fmla="*/ 1198338 h 6857801"/>
              <a:gd name="connsiteX3770" fmla="*/ 8327752 w 12184003"/>
              <a:gd name="connsiteY3770" fmla="*/ 1223899 h 6857801"/>
              <a:gd name="connsiteX3771" fmla="*/ 8314613 w 12184003"/>
              <a:gd name="connsiteY3771" fmla="*/ 1255650 h 6857801"/>
              <a:gd name="connsiteX3772" fmla="*/ 8282861 w 12184003"/>
              <a:gd name="connsiteY3772" fmla="*/ 1268791 h 6857801"/>
              <a:gd name="connsiteX3773" fmla="*/ 8261952 w 12184003"/>
              <a:gd name="connsiteY3773" fmla="*/ 1260138 h 6857801"/>
              <a:gd name="connsiteX3774" fmla="*/ 7907308 w 12184003"/>
              <a:gd name="connsiteY3774" fmla="*/ 1614783 h 6857801"/>
              <a:gd name="connsiteX3775" fmla="*/ 7907308 w 12184003"/>
              <a:gd name="connsiteY3775" fmla="*/ 1903385 h 6857801"/>
              <a:gd name="connsiteX3776" fmla="*/ 7933585 w 12184003"/>
              <a:gd name="connsiteY3776" fmla="*/ 1892873 h 6857801"/>
              <a:gd name="connsiteX3777" fmla="*/ 7966432 w 12184003"/>
              <a:gd name="connsiteY3777" fmla="*/ 1906012 h 6857801"/>
              <a:gd name="connsiteX3778" fmla="*/ 7974317 w 12184003"/>
              <a:gd name="connsiteY3778" fmla="*/ 1925723 h 6857801"/>
              <a:gd name="connsiteX3779" fmla="*/ 8172289 w 12184003"/>
              <a:gd name="connsiteY3779" fmla="*/ 1925723 h 6857801"/>
              <a:gd name="connsiteX3780" fmla="*/ 8378117 w 12184003"/>
              <a:gd name="connsiteY3780" fmla="*/ 1719893 h 6857801"/>
              <a:gd name="connsiteX3781" fmla="*/ 8478336 w 12184003"/>
              <a:gd name="connsiteY3781" fmla="*/ 1719893 h 6857801"/>
              <a:gd name="connsiteX3782" fmla="*/ 8481037 w 12184003"/>
              <a:gd name="connsiteY3782" fmla="*/ 1718789 h 6857801"/>
              <a:gd name="connsiteX3783" fmla="*/ 8483738 w 12184003"/>
              <a:gd name="connsiteY3783" fmla="*/ 1719893 h 6857801"/>
              <a:gd name="connsiteX3784" fmla="*/ 8729466 w 12184003"/>
              <a:gd name="connsiteY3784" fmla="*/ 1719893 h 6857801"/>
              <a:gd name="connsiteX3785" fmla="*/ 9010971 w 12184003"/>
              <a:gd name="connsiteY3785" fmla="*/ 1437401 h 6857801"/>
              <a:gd name="connsiteX3786" fmla="*/ 9010971 w 12184003"/>
              <a:gd name="connsiteY3786" fmla="*/ 1317733 h 6857801"/>
              <a:gd name="connsiteX3787" fmla="*/ 8846736 w 12184003"/>
              <a:gd name="connsiteY3787" fmla="*/ 1481197 h 6857801"/>
              <a:gd name="connsiteX3788" fmla="*/ 8483228 w 12184003"/>
              <a:gd name="connsiteY3788" fmla="*/ 1481197 h 6857801"/>
              <a:gd name="connsiteX3789" fmla="*/ 8323443 w 12184003"/>
              <a:gd name="connsiteY3789" fmla="*/ 1640982 h 6857801"/>
              <a:gd name="connsiteX3790" fmla="*/ 8328846 w 12184003"/>
              <a:gd name="connsiteY3790" fmla="*/ 1654190 h 6857801"/>
              <a:gd name="connsiteX3791" fmla="*/ 8318992 w 12184003"/>
              <a:gd name="connsiteY3791" fmla="*/ 1678278 h 6857801"/>
              <a:gd name="connsiteX3792" fmla="*/ 8270817 w 12184003"/>
              <a:gd name="connsiteY3792" fmla="*/ 1678278 h 6857801"/>
              <a:gd name="connsiteX3793" fmla="*/ 8270817 w 12184003"/>
              <a:gd name="connsiteY3793" fmla="*/ 1630103 h 6857801"/>
              <a:gd name="connsiteX3794" fmla="*/ 8294905 w 12184003"/>
              <a:gd name="connsiteY3794" fmla="*/ 1620248 h 6857801"/>
              <a:gd name="connsiteX3795" fmla="*/ 8312777 w 12184003"/>
              <a:gd name="connsiteY3795" fmla="*/ 1627560 h 6857801"/>
              <a:gd name="connsiteX3796" fmla="*/ 8476657 w 12184003"/>
              <a:gd name="connsiteY3796" fmla="*/ 1463679 h 6857801"/>
              <a:gd name="connsiteX3797" fmla="*/ 8840166 w 12184003"/>
              <a:gd name="connsiteY3797" fmla="*/ 1463679 h 6857801"/>
              <a:gd name="connsiteX3798" fmla="*/ 9010971 w 12184003"/>
              <a:gd name="connsiteY3798" fmla="*/ 1292874 h 6857801"/>
              <a:gd name="connsiteX3799" fmla="*/ 9010971 w 12184003"/>
              <a:gd name="connsiteY3799" fmla="*/ 1012275 h 6857801"/>
              <a:gd name="connsiteX3800" fmla="*/ 8995644 w 12184003"/>
              <a:gd name="connsiteY3800" fmla="*/ 1006004 h 6857801"/>
              <a:gd name="connsiteX3801" fmla="*/ 8995644 w 12184003"/>
              <a:gd name="connsiteY3801" fmla="*/ 957829 h 6857801"/>
              <a:gd name="connsiteX3802" fmla="*/ 9019731 w 12184003"/>
              <a:gd name="connsiteY3802" fmla="*/ 947974 h 6857801"/>
              <a:gd name="connsiteX3803" fmla="*/ 9034497 w 12184003"/>
              <a:gd name="connsiteY3803" fmla="*/ 954015 h 6857801"/>
              <a:gd name="connsiteX3804" fmla="*/ 9645512 w 12184003"/>
              <a:gd name="connsiteY3804" fmla="*/ 516002 h 6857801"/>
              <a:gd name="connsiteX3805" fmla="*/ 9494870 w 12184003"/>
              <a:gd name="connsiteY3805" fmla="*/ 516779 h 6857801"/>
              <a:gd name="connsiteX3806" fmla="*/ 9046378 w 12184003"/>
              <a:gd name="connsiteY3806" fmla="*/ 964085 h 6857801"/>
              <a:gd name="connsiteX3807" fmla="*/ 9053672 w 12184003"/>
              <a:gd name="connsiteY3807" fmla="*/ 981917 h 6857801"/>
              <a:gd name="connsiteX3808" fmla="*/ 9043818 w 12184003"/>
              <a:gd name="connsiteY3808" fmla="*/ 1006004 h 6857801"/>
              <a:gd name="connsiteX3809" fmla="*/ 9026300 w 12184003"/>
              <a:gd name="connsiteY3809" fmla="*/ 1013171 h 6857801"/>
              <a:gd name="connsiteX3810" fmla="*/ 9026300 w 12184003"/>
              <a:gd name="connsiteY3810" fmla="*/ 1277546 h 6857801"/>
              <a:gd name="connsiteX3811" fmla="*/ 9100754 w 12184003"/>
              <a:gd name="connsiteY3811" fmla="*/ 1203092 h 6857801"/>
              <a:gd name="connsiteX3812" fmla="*/ 9100754 w 12184003"/>
              <a:gd name="connsiteY3812" fmla="*/ 1106529 h 6857801"/>
              <a:gd name="connsiteX3813" fmla="*/ 9078855 w 12184003"/>
              <a:gd name="connsiteY3813" fmla="*/ 1097982 h 6857801"/>
              <a:gd name="connsiteX3814" fmla="*/ 9078855 w 12184003"/>
              <a:gd name="connsiteY3814" fmla="*/ 1034478 h 6857801"/>
              <a:gd name="connsiteX3815" fmla="*/ 9110608 w 12184003"/>
              <a:gd name="connsiteY3815" fmla="*/ 1021339 h 6857801"/>
              <a:gd name="connsiteX3816" fmla="*/ 9131522 w 12184003"/>
              <a:gd name="connsiteY3816" fmla="*/ 1029993 h 6857801"/>
              <a:gd name="connsiteX3817" fmla="*/ 4690499 w 12184003"/>
              <a:gd name="connsiteY3817" fmla="*/ 500207 h 6857801"/>
              <a:gd name="connsiteX3818" fmla="*/ 4690499 w 12184003"/>
              <a:gd name="connsiteY3818" fmla="*/ 691840 h 6857801"/>
              <a:gd name="connsiteX3819" fmla="*/ 4791929 w 12184003"/>
              <a:gd name="connsiteY3819" fmla="*/ 794147 h 6857801"/>
              <a:gd name="connsiteX3820" fmla="*/ 4806559 w 12184003"/>
              <a:gd name="connsiteY3820" fmla="*/ 788161 h 6857801"/>
              <a:gd name="connsiteX3821" fmla="*/ 4830643 w 12184003"/>
              <a:gd name="connsiteY3821" fmla="*/ 798014 h 6857801"/>
              <a:gd name="connsiteX3822" fmla="*/ 4830643 w 12184003"/>
              <a:gd name="connsiteY3822" fmla="*/ 846190 h 6857801"/>
              <a:gd name="connsiteX3823" fmla="*/ 4782472 w 12184003"/>
              <a:gd name="connsiteY3823" fmla="*/ 846190 h 6857801"/>
              <a:gd name="connsiteX3824" fmla="*/ 4772616 w 12184003"/>
              <a:gd name="connsiteY3824" fmla="*/ 822102 h 6857801"/>
              <a:gd name="connsiteX3825" fmla="*/ 4779930 w 12184003"/>
              <a:gd name="connsiteY3825" fmla="*/ 804233 h 6857801"/>
              <a:gd name="connsiteX3826" fmla="*/ 4690499 w 12184003"/>
              <a:gd name="connsiteY3826" fmla="*/ 714805 h 6857801"/>
              <a:gd name="connsiteX3827" fmla="*/ 4690499 w 12184003"/>
              <a:gd name="connsiteY3827" fmla="*/ 874665 h 6857801"/>
              <a:gd name="connsiteX3828" fmla="*/ 4930922 w 12184003"/>
              <a:gd name="connsiteY3828" fmla="*/ 1115075 h 6857801"/>
              <a:gd name="connsiteX3829" fmla="*/ 4940969 w 12184003"/>
              <a:gd name="connsiteY3829" fmla="*/ 1111157 h 6857801"/>
              <a:gd name="connsiteX3830" fmla="*/ 4973001 w 12184003"/>
              <a:gd name="connsiteY3830" fmla="*/ 1124294 h 6857801"/>
              <a:gd name="connsiteX3831" fmla="*/ 4973001 w 12184003"/>
              <a:gd name="connsiteY3831" fmla="*/ 1187800 h 6857801"/>
              <a:gd name="connsiteX3832" fmla="*/ 4959050 w 12184003"/>
              <a:gd name="connsiteY3832" fmla="*/ 1193573 h 6857801"/>
              <a:gd name="connsiteX3833" fmla="*/ 5029930 w 12184003"/>
              <a:gd name="connsiteY3833" fmla="*/ 1264447 h 6857801"/>
              <a:gd name="connsiteX3834" fmla="*/ 5029930 w 12184003"/>
              <a:gd name="connsiteY3834" fmla="*/ 1194374 h 6857801"/>
              <a:gd name="connsiteX3835" fmla="*/ 5167876 w 12184003"/>
              <a:gd name="connsiteY3835" fmla="*/ 1056420 h 6857801"/>
              <a:gd name="connsiteX3836" fmla="*/ 5167876 w 12184003"/>
              <a:gd name="connsiteY3836" fmla="*/ 719189 h 6857801"/>
              <a:gd name="connsiteX3837" fmla="*/ 4948905 w 12184003"/>
              <a:gd name="connsiteY3837" fmla="*/ 500207 h 6857801"/>
              <a:gd name="connsiteX3838" fmla="*/ 2634331 w 12184003"/>
              <a:gd name="connsiteY3838" fmla="*/ 500206 h 6857801"/>
              <a:gd name="connsiteX3839" fmla="*/ 2643475 w 12184003"/>
              <a:gd name="connsiteY3839" fmla="*/ 509352 h 6857801"/>
              <a:gd name="connsiteX3840" fmla="*/ 2639691 w 12184003"/>
              <a:gd name="connsiteY3840" fmla="*/ 500206 h 6857801"/>
              <a:gd name="connsiteX3841" fmla="*/ 2459140 w 12184003"/>
              <a:gd name="connsiteY3841" fmla="*/ 500206 h 6857801"/>
              <a:gd name="connsiteX3842" fmla="*/ 2520452 w 12184003"/>
              <a:gd name="connsiteY3842" fmla="*/ 561516 h 6857801"/>
              <a:gd name="connsiteX3843" fmla="*/ 2671554 w 12184003"/>
              <a:gd name="connsiteY3843" fmla="*/ 561516 h 6857801"/>
              <a:gd name="connsiteX3844" fmla="*/ 2610243 w 12184003"/>
              <a:gd name="connsiteY3844" fmla="*/ 500206 h 6857801"/>
              <a:gd name="connsiteX3845" fmla="*/ 2384028 w 12184003"/>
              <a:gd name="connsiteY3845" fmla="*/ 500206 h 6857801"/>
              <a:gd name="connsiteX3846" fmla="*/ 2446002 w 12184003"/>
              <a:gd name="connsiteY3846" fmla="*/ 561516 h 6857801"/>
              <a:gd name="connsiteX3847" fmla="*/ 2487605 w 12184003"/>
              <a:gd name="connsiteY3847" fmla="*/ 561516 h 6857801"/>
              <a:gd name="connsiteX3848" fmla="*/ 2426294 w 12184003"/>
              <a:gd name="connsiteY3848" fmla="*/ 500206 h 6857801"/>
              <a:gd name="connsiteX3849" fmla="*/ 9277952 w 12184003"/>
              <a:gd name="connsiteY3849" fmla="*/ 498157 h 6857801"/>
              <a:gd name="connsiteX3850" fmla="*/ 9006600 w 12184003"/>
              <a:gd name="connsiteY3850" fmla="*/ 769509 h 6857801"/>
              <a:gd name="connsiteX3851" fmla="*/ 9043817 w 12184003"/>
              <a:gd name="connsiteY3851" fmla="*/ 769509 h 6857801"/>
              <a:gd name="connsiteX3852" fmla="*/ 9281236 w 12184003"/>
              <a:gd name="connsiteY3852" fmla="*/ 532090 h 6857801"/>
              <a:gd name="connsiteX3853" fmla="*/ 9272653 w 12184003"/>
              <a:gd name="connsiteY3853" fmla="*/ 511109 h 6857801"/>
              <a:gd name="connsiteX3854" fmla="*/ 7180292 w 12184003"/>
              <a:gd name="connsiteY3854" fmla="*/ 491409 h 6857801"/>
              <a:gd name="connsiteX3855" fmla="*/ 6943792 w 12184003"/>
              <a:gd name="connsiteY3855" fmla="*/ 727910 h 6857801"/>
              <a:gd name="connsiteX3856" fmla="*/ 6943792 w 12184003"/>
              <a:gd name="connsiteY3856" fmla="*/ 909721 h 6857801"/>
              <a:gd name="connsiteX3857" fmla="*/ 7155579 w 12184003"/>
              <a:gd name="connsiteY3857" fmla="*/ 697933 h 6857801"/>
              <a:gd name="connsiteX3858" fmla="*/ 7147445 w 12184003"/>
              <a:gd name="connsiteY3858" fmla="*/ 677596 h 6857801"/>
              <a:gd name="connsiteX3859" fmla="*/ 7160584 w 12184003"/>
              <a:gd name="connsiteY3859" fmla="*/ 644749 h 6857801"/>
              <a:gd name="connsiteX3860" fmla="*/ 7180292 w 12184003"/>
              <a:gd name="connsiteY3860" fmla="*/ 636866 h 6857801"/>
              <a:gd name="connsiteX3861" fmla="*/ 9520930 w 12184003"/>
              <a:gd name="connsiteY3861" fmla="*/ 467581 h 6857801"/>
              <a:gd name="connsiteX3862" fmla="*/ 9500393 w 12184003"/>
              <a:gd name="connsiteY3862" fmla="*/ 476079 h 6857801"/>
              <a:gd name="connsiteX3863" fmla="*/ 9487231 w 12184003"/>
              <a:gd name="connsiteY3863" fmla="*/ 470632 h 6857801"/>
              <a:gd name="connsiteX3864" fmla="*/ 9457701 w 12184003"/>
              <a:gd name="connsiteY3864" fmla="*/ 500162 h 6857801"/>
              <a:gd name="connsiteX3865" fmla="*/ 9488349 w 12184003"/>
              <a:gd name="connsiteY3865" fmla="*/ 500162 h 6857801"/>
              <a:gd name="connsiteX3866" fmla="*/ 9755506 w 12184003"/>
              <a:gd name="connsiteY3866" fmla="*/ 438856 h 6857801"/>
              <a:gd name="connsiteX3867" fmla="*/ 9694199 w 12184003"/>
              <a:gd name="connsiteY3867" fmla="*/ 500162 h 6857801"/>
              <a:gd name="connsiteX3868" fmla="*/ 9737988 w 12184003"/>
              <a:gd name="connsiteY3868" fmla="*/ 500162 h 6857801"/>
              <a:gd name="connsiteX3869" fmla="*/ 9799295 w 12184003"/>
              <a:gd name="connsiteY3869" fmla="*/ 438856 h 6857801"/>
              <a:gd name="connsiteX3870" fmla="*/ 9573000 w 12184003"/>
              <a:gd name="connsiteY3870" fmla="*/ 438856 h 6857801"/>
              <a:gd name="connsiteX3871" fmla="*/ 9511531 w 12184003"/>
              <a:gd name="connsiteY3871" fmla="*/ 500162 h 6857801"/>
              <a:gd name="connsiteX3872" fmla="*/ 9661352 w 12184003"/>
              <a:gd name="connsiteY3872" fmla="*/ 500162 h 6857801"/>
              <a:gd name="connsiteX3873" fmla="*/ 9722659 w 12184003"/>
              <a:gd name="connsiteY3873" fmla="*/ 438856 h 6857801"/>
              <a:gd name="connsiteX3874" fmla="*/ 9542112 w 12184003"/>
              <a:gd name="connsiteY3874" fmla="*/ 438856 h 6857801"/>
              <a:gd name="connsiteX3875" fmla="*/ 9536788 w 12184003"/>
              <a:gd name="connsiteY3875" fmla="*/ 451723 h 6857801"/>
              <a:gd name="connsiteX3876" fmla="*/ 9549656 w 12184003"/>
              <a:gd name="connsiteY3876" fmla="*/ 438856 h 6857801"/>
              <a:gd name="connsiteX3877" fmla="*/ 4024839 w 12184003"/>
              <a:gd name="connsiteY3877" fmla="*/ 399470 h 6857801"/>
              <a:gd name="connsiteX3878" fmla="*/ 4024839 w 12184003"/>
              <a:gd name="connsiteY3878" fmla="*/ 712614 h 6857801"/>
              <a:gd name="connsiteX3879" fmla="*/ 4145280 w 12184003"/>
              <a:gd name="connsiteY3879" fmla="*/ 833053 h 6857801"/>
              <a:gd name="connsiteX3880" fmla="*/ 4217498 w 12184003"/>
              <a:gd name="connsiteY3880" fmla="*/ 833053 h 6857801"/>
              <a:gd name="connsiteX3881" fmla="*/ 4217498 w 12184003"/>
              <a:gd name="connsiteY3881" fmla="*/ 695122 h 6857801"/>
              <a:gd name="connsiteX3882" fmla="*/ 4210979 w 12184003"/>
              <a:gd name="connsiteY3882" fmla="*/ 688532 h 6857801"/>
              <a:gd name="connsiteX3883" fmla="*/ 4210979 w 12184003"/>
              <a:gd name="connsiteY3883" fmla="*/ 603321 h 6857801"/>
              <a:gd name="connsiteX3884" fmla="*/ 4208789 w 12184003"/>
              <a:gd name="connsiteY3884" fmla="*/ 604216 h 6857801"/>
              <a:gd name="connsiteX3885" fmla="*/ 4184702 w 12184003"/>
              <a:gd name="connsiteY3885" fmla="*/ 594361 h 6857801"/>
              <a:gd name="connsiteX3886" fmla="*/ 4174846 w 12184003"/>
              <a:gd name="connsiteY3886" fmla="*/ 570274 h 6857801"/>
              <a:gd name="connsiteX3887" fmla="*/ 4180885 w 12184003"/>
              <a:gd name="connsiteY3887" fmla="*/ 555512 h 6857801"/>
              <a:gd name="connsiteX3888" fmla="*/ 2288505 w 12184003"/>
              <a:gd name="connsiteY3888" fmla="*/ 362414 h 6857801"/>
              <a:gd name="connsiteX3889" fmla="*/ 2293808 w 12184003"/>
              <a:gd name="connsiteY3889" fmla="*/ 375380 h 6857801"/>
              <a:gd name="connsiteX3890" fmla="*/ 2283956 w 12184003"/>
              <a:gd name="connsiteY3890" fmla="*/ 399468 h 6857801"/>
              <a:gd name="connsiteX3891" fmla="*/ 2282707 w 12184003"/>
              <a:gd name="connsiteY3891" fmla="*/ 399977 h 6857801"/>
              <a:gd name="connsiteX3892" fmla="*/ 2361890 w 12184003"/>
              <a:gd name="connsiteY3892" fmla="*/ 478309 h 6857801"/>
              <a:gd name="connsiteX3893" fmla="*/ 2404399 w 12184003"/>
              <a:gd name="connsiteY3893" fmla="*/ 478309 h 6857801"/>
              <a:gd name="connsiteX3894" fmla="*/ 8159137 w 12184003"/>
              <a:gd name="connsiteY3894" fmla="*/ 335926 h 6857801"/>
              <a:gd name="connsiteX3895" fmla="*/ 8002459 w 12184003"/>
              <a:gd name="connsiteY3895" fmla="*/ 492604 h 6857801"/>
              <a:gd name="connsiteX3896" fmla="*/ 8009134 w 12184003"/>
              <a:gd name="connsiteY3896" fmla="*/ 508919 h 6857801"/>
              <a:gd name="connsiteX3897" fmla="*/ 7999280 w 12184003"/>
              <a:gd name="connsiteY3897" fmla="*/ 533007 h 6857801"/>
              <a:gd name="connsiteX3898" fmla="*/ 7975192 w 12184003"/>
              <a:gd name="connsiteY3898" fmla="*/ 542860 h 6857801"/>
              <a:gd name="connsiteX3899" fmla="*/ 7973003 w 12184003"/>
              <a:gd name="connsiteY3899" fmla="*/ 541965 h 6857801"/>
              <a:gd name="connsiteX3900" fmla="*/ 7973003 w 12184003"/>
              <a:gd name="connsiteY3900" fmla="*/ 627180 h 6857801"/>
              <a:gd name="connsiteX3901" fmla="*/ 7819719 w 12184003"/>
              <a:gd name="connsiteY3901" fmla="*/ 780465 h 6857801"/>
              <a:gd name="connsiteX3902" fmla="*/ 7832954 w 12184003"/>
              <a:gd name="connsiteY3902" fmla="*/ 780465 h 6857801"/>
              <a:gd name="connsiteX3903" fmla="*/ 7843803 w 12184003"/>
              <a:gd name="connsiteY3903" fmla="*/ 769509 h 6857801"/>
              <a:gd name="connsiteX3904" fmla="*/ 8038699 w 12184003"/>
              <a:gd name="connsiteY3904" fmla="*/ 769509 h 6857801"/>
              <a:gd name="connsiteX3905" fmla="*/ 8159137 w 12184003"/>
              <a:gd name="connsiteY3905" fmla="*/ 649071 h 6857801"/>
              <a:gd name="connsiteX3906" fmla="*/ 9896993 w 12184003"/>
              <a:gd name="connsiteY3906" fmla="*/ 297369 h 6857801"/>
              <a:gd name="connsiteX3907" fmla="*/ 9779594 w 12184003"/>
              <a:gd name="connsiteY3907" fmla="*/ 414767 h 6857801"/>
              <a:gd name="connsiteX3908" fmla="*/ 9823382 w 12184003"/>
              <a:gd name="connsiteY3908" fmla="*/ 414767 h 6857801"/>
              <a:gd name="connsiteX3909" fmla="*/ 9900036 w 12184003"/>
              <a:gd name="connsiteY3909" fmla="*/ 338113 h 6857801"/>
              <a:gd name="connsiteX3910" fmla="*/ 9900033 w 12184003"/>
              <a:gd name="connsiteY3910" fmla="*/ 338112 h 6857801"/>
              <a:gd name="connsiteX3911" fmla="*/ 9890180 w 12184003"/>
              <a:gd name="connsiteY3911" fmla="*/ 314023 h 6857801"/>
              <a:gd name="connsiteX3912" fmla="*/ 3060885 w 12184003"/>
              <a:gd name="connsiteY3912" fmla="*/ 292171 h 6857801"/>
              <a:gd name="connsiteX3913" fmla="*/ 3388247 w 12184003"/>
              <a:gd name="connsiteY3913" fmla="*/ 621043 h 6857801"/>
              <a:gd name="connsiteX3914" fmla="*/ 3387628 w 12184003"/>
              <a:gd name="connsiteY3914" fmla="*/ 619550 h 6857801"/>
              <a:gd name="connsiteX3915" fmla="*/ 3393049 w 12184003"/>
              <a:gd name="connsiteY3915" fmla="*/ 606455 h 6857801"/>
              <a:gd name="connsiteX3916" fmla="*/ 3077696 w 12184003"/>
              <a:gd name="connsiteY3916" fmla="*/ 292171 h 6857801"/>
              <a:gd name="connsiteX3917" fmla="*/ 2759151 w 12184003"/>
              <a:gd name="connsiteY3917" fmla="*/ 292171 h 6857801"/>
              <a:gd name="connsiteX3918" fmla="*/ 3300033 w 12184003"/>
              <a:gd name="connsiteY3918" fmla="*/ 833053 h 6857801"/>
              <a:gd name="connsiteX3919" fmla="*/ 3797108 w 12184003"/>
              <a:gd name="connsiteY3919" fmla="*/ 833053 h 6857801"/>
              <a:gd name="connsiteX3920" fmla="*/ 3797108 w 12184003"/>
              <a:gd name="connsiteY3920" fmla="*/ 585606 h 6857801"/>
              <a:gd name="connsiteX3921" fmla="*/ 3503680 w 12184003"/>
              <a:gd name="connsiteY3921" fmla="*/ 292171 h 6857801"/>
              <a:gd name="connsiteX3922" fmla="*/ 3109518 w 12184003"/>
              <a:gd name="connsiteY3922" fmla="*/ 292171 h 6857801"/>
              <a:gd name="connsiteX3923" fmla="*/ 3403867 w 12184003"/>
              <a:gd name="connsiteY3923" fmla="*/ 586515 h 6857801"/>
              <a:gd name="connsiteX3924" fmla="*/ 3432518 w 12184003"/>
              <a:gd name="connsiteY3924" fmla="*/ 574657 h 6857801"/>
              <a:gd name="connsiteX3925" fmla="*/ 3464271 w 12184003"/>
              <a:gd name="connsiteY3925" fmla="*/ 587797 h 6857801"/>
              <a:gd name="connsiteX3926" fmla="*/ 3464271 w 12184003"/>
              <a:gd name="connsiteY3926" fmla="*/ 651301 h 6857801"/>
              <a:gd name="connsiteX3927" fmla="*/ 3459076 w 12184003"/>
              <a:gd name="connsiteY3927" fmla="*/ 653451 h 6857801"/>
              <a:gd name="connsiteX3928" fmla="*/ 3465358 w 12184003"/>
              <a:gd name="connsiteY3928" fmla="*/ 668815 h 6857801"/>
              <a:gd name="connsiteX3929" fmla="*/ 3455506 w 12184003"/>
              <a:gd name="connsiteY3929" fmla="*/ 692903 h 6857801"/>
              <a:gd name="connsiteX3930" fmla="*/ 3407333 w 12184003"/>
              <a:gd name="connsiteY3930" fmla="*/ 692903 h 6857801"/>
              <a:gd name="connsiteX3931" fmla="*/ 3397479 w 12184003"/>
              <a:gd name="connsiteY3931" fmla="*/ 668815 h 6857801"/>
              <a:gd name="connsiteX3932" fmla="*/ 3402247 w 12184003"/>
              <a:gd name="connsiteY3932" fmla="*/ 657161 h 6857801"/>
              <a:gd name="connsiteX3933" fmla="*/ 3037254 w 12184003"/>
              <a:gd name="connsiteY3933" fmla="*/ 292171 h 6857801"/>
              <a:gd name="connsiteX3934" fmla="*/ 2700429 w 12184003"/>
              <a:gd name="connsiteY3934" fmla="*/ 292171 h 6857801"/>
              <a:gd name="connsiteX3935" fmla="*/ 3242463 w 12184003"/>
              <a:gd name="connsiteY3935" fmla="*/ 833053 h 6857801"/>
              <a:gd name="connsiteX3936" fmla="*/ 3251855 w 12184003"/>
              <a:gd name="connsiteY3936" fmla="*/ 833053 h 6857801"/>
              <a:gd name="connsiteX3937" fmla="*/ 2715352 w 12184003"/>
              <a:gd name="connsiteY3937" fmla="*/ 296550 h 6857801"/>
              <a:gd name="connsiteX3938" fmla="*/ 2715352 w 12184003"/>
              <a:gd name="connsiteY3938" fmla="*/ 292171 h 6857801"/>
              <a:gd name="connsiteX3939" fmla="*/ 4241584 w 12184003"/>
              <a:gd name="connsiteY3939" fmla="*/ 264220 h 6857801"/>
              <a:gd name="connsiteX3940" fmla="*/ 4241584 w 12184003"/>
              <a:gd name="connsiteY3940" fmla="*/ 561517 h 6857801"/>
              <a:gd name="connsiteX3941" fmla="*/ 4561306 w 12184003"/>
              <a:gd name="connsiteY3941" fmla="*/ 561517 h 6857801"/>
              <a:gd name="connsiteX3942" fmla="*/ 4672982 w 12184003"/>
              <a:gd name="connsiteY3942" fmla="*/ 674169 h 6857801"/>
              <a:gd name="connsiteX3943" fmla="*/ 4672982 w 12184003"/>
              <a:gd name="connsiteY3943" fmla="*/ 500207 h 6857801"/>
              <a:gd name="connsiteX3944" fmla="*/ 4521279 w 12184003"/>
              <a:gd name="connsiteY3944" fmla="*/ 500207 h 6857801"/>
              <a:gd name="connsiteX3945" fmla="*/ 4513129 w 12184003"/>
              <a:gd name="connsiteY3945" fmla="*/ 519913 h 6857801"/>
              <a:gd name="connsiteX3946" fmla="*/ 4449629 w 12184003"/>
              <a:gd name="connsiteY3946" fmla="*/ 519913 h 6857801"/>
              <a:gd name="connsiteX3947" fmla="*/ 4436485 w 12184003"/>
              <a:gd name="connsiteY3947" fmla="*/ 488160 h 6857801"/>
              <a:gd name="connsiteX3948" fmla="*/ 4445118 w 12184003"/>
              <a:gd name="connsiteY3948" fmla="*/ 467304 h 6857801"/>
              <a:gd name="connsiteX3949" fmla="*/ 5767879 w 12184003"/>
              <a:gd name="connsiteY3949" fmla="*/ 233791 h 6857801"/>
              <a:gd name="connsiteX3950" fmla="*/ 5760213 w 12184003"/>
              <a:gd name="connsiteY3950" fmla="*/ 251675 h 6857801"/>
              <a:gd name="connsiteX3951" fmla="*/ 5739412 w 12184003"/>
              <a:gd name="connsiteY3951" fmla="*/ 260591 h 6857801"/>
              <a:gd name="connsiteX3952" fmla="*/ 5739412 w 12184003"/>
              <a:gd name="connsiteY3952" fmla="*/ 598762 h 6857801"/>
              <a:gd name="connsiteX3953" fmla="*/ 5767879 w 12184003"/>
              <a:gd name="connsiteY3953" fmla="*/ 627156 h 6857801"/>
              <a:gd name="connsiteX3954" fmla="*/ 9466452 w 12184003"/>
              <a:gd name="connsiteY3954" fmla="*/ 230816 h 6857801"/>
              <a:gd name="connsiteX3955" fmla="*/ 9466452 w 12184003"/>
              <a:gd name="connsiteY3955" fmla="*/ 235196 h 6857801"/>
              <a:gd name="connsiteX3956" fmla="*/ 8932138 w 12184003"/>
              <a:gd name="connsiteY3956" fmla="*/ 769509 h 6857801"/>
              <a:gd name="connsiteX3957" fmla="*/ 8941544 w 12184003"/>
              <a:gd name="connsiteY3957" fmla="*/ 769509 h 6857801"/>
              <a:gd name="connsiteX3958" fmla="*/ 9481383 w 12184003"/>
              <a:gd name="connsiteY3958" fmla="*/ 230816 h 6857801"/>
              <a:gd name="connsiteX3959" fmla="*/ 9103977 w 12184003"/>
              <a:gd name="connsiteY3959" fmla="*/ 230816 h 6857801"/>
              <a:gd name="connsiteX3960" fmla="*/ 8790893 w 12184003"/>
              <a:gd name="connsiteY3960" fmla="*/ 544962 h 6857801"/>
              <a:gd name="connsiteX3961" fmla="*/ 8796049 w 12184003"/>
              <a:gd name="connsiteY3961" fmla="*/ 557419 h 6857801"/>
              <a:gd name="connsiteX3962" fmla="*/ 9122652 w 12184003"/>
              <a:gd name="connsiteY3962" fmla="*/ 230816 h 6857801"/>
              <a:gd name="connsiteX3963" fmla="*/ 8680310 w 12184003"/>
              <a:gd name="connsiteY3963" fmla="*/ 230816 h 6857801"/>
              <a:gd name="connsiteX3964" fmla="*/ 8386875 w 12184003"/>
              <a:gd name="connsiteY3964" fmla="*/ 522060 h 6857801"/>
              <a:gd name="connsiteX3965" fmla="*/ 8386875 w 12184003"/>
              <a:gd name="connsiteY3965" fmla="*/ 769509 h 6857801"/>
              <a:gd name="connsiteX3966" fmla="*/ 8886152 w 12184003"/>
              <a:gd name="connsiteY3966" fmla="*/ 769509 h 6857801"/>
              <a:gd name="connsiteX3967" fmla="*/ 9424846 w 12184003"/>
              <a:gd name="connsiteY3967" fmla="*/ 230816 h 6857801"/>
              <a:gd name="connsiteX3968" fmla="*/ 9146740 w 12184003"/>
              <a:gd name="connsiteY3968" fmla="*/ 230816 h 6857801"/>
              <a:gd name="connsiteX3969" fmla="*/ 8780830 w 12184003"/>
              <a:gd name="connsiteY3969" fmla="*/ 596726 h 6857801"/>
              <a:gd name="connsiteX3970" fmla="*/ 8784325 w 12184003"/>
              <a:gd name="connsiteY3970" fmla="*/ 605270 h 6857801"/>
              <a:gd name="connsiteX3971" fmla="*/ 8774471 w 12184003"/>
              <a:gd name="connsiteY3971" fmla="*/ 629358 h 6857801"/>
              <a:gd name="connsiteX3972" fmla="*/ 8726295 w 12184003"/>
              <a:gd name="connsiteY3972" fmla="*/ 629358 h 6857801"/>
              <a:gd name="connsiteX3973" fmla="*/ 8716442 w 12184003"/>
              <a:gd name="connsiteY3973" fmla="*/ 605270 h 6857801"/>
              <a:gd name="connsiteX3974" fmla="*/ 8722278 w 12184003"/>
              <a:gd name="connsiteY3974" fmla="*/ 591004 h 6857801"/>
              <a:gd name="connsiteX3975" fmla="*/ 8719727 w 12184003"/>
              <a:gd name="connsiteY3975" fmla="*/ 589948 h 6857801"/>
              <a:gd name="connsiteX3976" fmla="*/ 8719727 w 12184003"/>
              <a:gd name="connsiteY3976" fmla="*/ 526443 h 6857801"/>
              <a:gd name="connsiteX3977" fmla="*/ 8751480 w 12184003"/>
              <a:gd name="connsiteY3977" fmla="*/ 513304 h 6857801"/>
              <a:gd name="connsiteX3978" fmla="*/ 8780054 w 12184003"/>
              <a:gd name="connsiteY3978" fmla="*/ 525129 h 6857801"/>
              <a:gd name="connsiteX3979" fmla="*/ 9073361 w 12184003"/>
              <a:gd name="connsiteY3979" fmla="*/ 230816 h 6857801"/>
              <a:gd name="connsiteX3980" fmla="*/ 7948914 w 12184003"/>
              <a:gd name="connsiteY3980" fmla="*/ 195259 h 6857801"/>
              <a:gd name="connsiteX3981" fmla="*/ 7737232 w 12184003"/>
              <a:gd name="connsiteY3981" fmla="*/ 407401 h 6857801"/>
              <a:gd name="connsiteX3982" fmla="*/ 7745263 w 12184003"/>
              <a:gd name="connsiteY3982" fmla="*/ 426807 h 6857801"/>
              <a:gd name="connsiteX3983" fmla="*/ 7732124 w 12184003"/>
              <a:gd name="connsiteY3983" fmla="*/ 458560 h 6857801"/>
              <a:gd name="connsiteX3984" fmla="*/ 7668619 w 12184003"/>
              <a:gd name="connsiteY3984" fmla="*/ 458560 h 6857801"/>
              <a:gd name="connsiteX3985" fmla="*/ 7660465 w 12184003"/>
              <a:gd name="connsiteY3985" fmla="*/ 438856 h 6857801"/>
              <a:gd name="connsiteX3986" fmla="*/ 7232846 w 12184003"/>
              <a:gd name="connsiteY3986" fmla="*/ 438856 h 6857801"/>
              <a:gd name="connsiteX3987" fmla="*/ 7204380 w 12184003"/>
              <a:gd name="connsiteY3987" fmla="*/ 467322 h 6857801"/>
              <a:gd name="connsiteX3988" fmla="*/ 7204380 w 12184003"/>
              <a:gd name="connsiteY3988" fmla="*/ 636264 h 6857801"/>
              <a:gd name="connsiteX3989" fmla="*/ 7226279 w 12184003"/>
              <a:gd name="connsiteY3989" fmla="*/ 645571 h 6857801"/>
              <a:gd name="connsiteX3990" fmla="*/ 7239418 w 12184003"/>
              <a:gd name="connsiteY3990" fmla="*/ 677596 h 6857801"/>
              <a:gd name="connsiteX3991" fmla="*/ 7193430 w 12184003"/>
              <a:gd name="connsiteY3991" fmla="*/ 723583 h 6857801"/>
              <a:gd name="connsiteX3992" fmla="*/ 7171535 w 12184003"/>
              <a:gd name="connsiteY3992" fmla="*/ 714824 h 6857801"/>
              <a:gd name="connsiteX3993" fmla="*/ 6943792 w 12184003"/>
              <a:gd name="connsiteY3993" fmla="*/ 942568 h 6857801"/>
              <a:gd name="connsiteX3994" fmla="*/ 6943792 w 12184003"/>
              <a:gd name="connsiteY3994" fmla="*/ 1264447 h 6857801"/>
              <a:gd name="connsiteX3995" fmla="*/ 6965690 w 12184003"/>
              <a:gd name="connsiteY3995" fmla="*/ 1273208 h 6857801"/>
              <a:gd name="connsiteX3996" fmla="*/ 6978829 w 12184003"/>
              <a:gd name="connsiteY3996" fmla="*/ 1306051 h 6857801"/>
              <a:gd name="connsiteX3997" fmla="*/ 6970645 w 12184003"/>
              <a:gd name="connsiteY3997" fmla="*/ 1326510 h 6857801"/>
              <a:gd name="connsiteX3998" fmla="*/ 6985249 w 12184003"/>
              <a:gd name="connsiteY3998" fmla="*/ 1341209 h 6857801"/>
              <a:gd name="connsiteX3999" fmla="*/ 7035765 w 12184003"/>
              <a:gd name="connsiteY3999" fmla="*/ 1290692 h 6857801"/>
              <a:gd name="connsiteX4000" fmla="*/ 7276644 w 12184003"/>
              <a:gd name="connsiteY4000" fmla="*/ 1290692 h 6857801"/>
              <a:gd name="connsiteX4001" fmla="*/ 7764972 w 12184003"/>
              <a:gd name="connsiteY4001" fmla="*/ 802364 h 6857801"/>
              <a:gd name="connsiteX4002" fmla="*/ 7535041 w 12184003"/>
              <a:gd name="connsiteY4002" fmla="*/ 802364 h 6857801"/>
              <a:gd name="connsiteX4003" fmla="*/ 7275070 w 12184003"/>
              <a:gd name="connsiteY4003" fmla="*/ 1062335 h 6857801"/>
              <a:gd name="connsiteX4004" fmla="*/ 7276644 w 12184003"/>
              <a:gd name="connsiteY4004" fmla="*/ 1062949 h 6857801"/>
              <a:gd name="connsiteX4005" fmla="*/ 7274455 w 12184003"/>
              <a:gd name="connsiteY4005" fmla="*/ 1062949 h 6857801"/>
              <a:gd name="connsiteX4006" fmla="*/ 7274454 w 12184003"/>
              <a:gd name="connsiteY4006" fmla="*/ 1062949 h 6857801"/>
              <a:gd name="connsiteX4007" fmla="*/ 7287593 w 12184003"/>
              <a:gd name="connsiteY4007" fmla="*/ 1094702 h 6857801"/>
              <a:gd name="connsiteX4008" fmla="*/ 7274454 w 12184003"/>
              <a:gd name="connsiteY4008" fmla="*/ 1126453 h 6857801"/>
              <a:gd name="connsiteX4009" fmla="*/ 7210949 w 12184003"/>
              <a:gd name="connsiteY4009" fmla="*/ 1126453 h 6857801"/>
              <a:gd name="connsiteX4010" fmla="*/ 7210949 w 12184003"/>
              <a:gd name="connsiteY4010" fmla="*/ 1062949 h 6857801"/>
              <a:gd name="connsiteX4011" fmla="*/ 7242976 w 12184003"/>
              <a:gd name="connsiteY4011" fmla="*/ 1049811 h 6857801"/>
              <a:gd name="connsiteX4012" fmla="*/ 7251444 w 12184003"/>
              <a:gd name="connsiteY4012" fmla="*/ 1053115 h 6857801"/>
              <a:gd name="connsiteX4013" fmla="*/ 7524092 w 12184003"/>
              <a:gd name="connsiteY4013" fmla="*/ 780465 h 6857801"/>
              <a:gd name="connsiteX4014" fmla="*/ 7786871 w 12184003"/>
              <a:gd name="connsiteY4014" fmla="*/ 780465 h 6857801"/>
              <a:gd name="connsiteX4015" fmla="*/ 7948914 w 12184003"/>
              <a:gd name="connsiteY4015" fmla="*/ 618421 h 6857801"/>
              <a:gd name="connsiteX4016" fmla="*/ 7948914 w 12184003"/>
              <a:gd name="connsiteY4016" fmla="*/ 527653 h 6857801"/>
              <a:gd name="connsiteX4017" fmla="*/ 7944836 w 12184003"/>
              <a:gd name="connsiteY4017" fmla="*/ 517681 h 6857801"/>
              <a:gd name="connsiteX4018" fmla="*/ 7629202 w 12184003"/>
              <a:gd name="connsiteY4018" fmla="*/ 517681 h 6857801"/>
              <a:gd name="connsiteX4019" fmla="*/ 7404006 w 12184003"/>
              <a:gd name="connsiteY4019" fmla="*/ 742878 h 6857801"/>
              <a:gd name="connsiteX4020" fmla="*/ 7411317 w 12184003"/>
              <a:gd name="connsiteY4020" fmla="*/ 760748 h 6857801"/>
              <a:gd name="connsiteX4021" fmla="*/ 7401462 w 12184003"/>
              <a:gd name="connsiteY4021" fmla="*/ 784836 h 6857801"/>
              <a:gd name="connsiteX4022" fmla="*/ 7353287 w 12184003"/>
              <a:gd name="connsiteY4022" fmla="*/ 784836 h 6857801"/>
              <a:gd name="connsiteX4023" fmla="*/ 7353287 w 12184003"/>
              <a:gd name="connsiteY4023" fmla="*/ 736660 h 6857801"/>
              <a:gd name="connsiteX4024" fmla="*/ 7377374 w 12184003"/>
              <a:gd name="connsiteY4024" fmla="*/ 726806 h 6857801"/>
              <a:gd name="connsiteX4025" fmla="*/ 7389158 w 12184003"/>
              <a:gd name="connsiteY4025" fmla="*/ 731626 h 6857801"/>
              <a:gd name="connsiteX4026" fmla="*/ 7622633 w 12184003"/>
              <a:gd name="connsiteY4026" fmla="*/ 500163 h 6857801"/>
              <a:gd name="connsiteX4027" fmla="*/ 7944833 w 12184003"/>
              <a:gd name="connsiteY4027" fmla="*/ 500163 h 6857801"/>
              <a:gd name="connsiteX4028" fmla="*/ 7948914 w 12184003"/>
              <a:gd name="connsiteY4028" fmla="*/ 490186 h 6857801"/>
              <a:gd name="connsiteX4029" fmla="*/ 2962801 w 12184003"/>
              <a:gd name="connsiteY4029" fmla="*/ 177664 h 6857801"/>
              <a:gd name="connsiteX4030" fmla="*/ 2962801 w 12184003"/>
              <a:gd name="connsiteY4030" fmla="*/ 193630 h 6857801"/>
              <a:gd name="connsiteX4031" fmla="*/ 3028193 w 12184003"/>
              <a:gd name="connsiteY4031" fmla="*/ 259325 h 6857801"/>
              <a:gd name="connsiteX4032" fmla="*/ 3044739 w 12184003"/>
              <a:gd name="connsiteY4032" fmla="*/ 259325 h 6857801"/>
              <a:gd name="connsiteX4033" fmla="*/ 6065681 w 12184003"/>
              <a:gd name="connsiteY4033" fmla="*/ 161869 h 6857801"/>
              <a:gd name="connsiteX4034" fmla="*/ 6065681 w 12184003"/>
              <a:gd name="connsiteY4034" fmla="*/ 624165 h 6857801"/>
              <a:gd name="connsiteX4035" fmla="*/ 6078819 w 12184003"/>
              <a:gd name="connsiteY4035" fmla="*/ 618910 h 6857801"/>
              <a:gd name="connsiteX4036" fmla="*/ 6078819 w 12184003"/>
              <a:gd name="connsiteY4036" fmla="*/ 174962 h 6857801"/>
              <a:gd name="connsiteX4037" fmla="*/ 5660581 w 12184003"/>
              <a:gd name="connsiteY4037" fmla="*/ 160800 h 6857801"/>
              <a:gd name="connsiteX4038" fmla="*/ 5660581 w 12184003"/>
              <a:gd name="connsiteY4038" fmla="*/ 535261 h 6857801"/>
              <a:gd name="connsiteX4039" fmla="*/ 5724083 w 12184003"/>
              <a:gd name="connsiteY4039" fmla="*/ 598766 h 6857801"/>
              <a:gd name="connsiteX4040" fmla="*/ 5724083 w 12184003"/>
              <a:gd name="connsiteY4040" fmla="*/ 255899 h 6857801"/>
              <a:gd name="connsiteX4041" fmla="*/ 5714229 w 12184003"/>
              <a:gd name="connsiteY4041" fmla="*/ 251675 h 6857801"/>
              <a:gd name="connsiteX4042" fmla="*/ 5704375 w 12184003"/>
              <a:gd name="connsiteY4042" fmla="*/ 228683 h 6857801"/>
              <a:gd name="connsiteX4043" fmla="*/ 5711169 w 12184003"/>
              <a:gd name="connsiteY4043" fmla="*/ 211390 h 6857801"/>
              <a:gd name="connsiteX4044" fmla="*/ 5616786 w 12184003"/>
              <a:gd name="connsiteY4044" fmla="*/ 117004 h 6857801"/>
              <a:gd name="connsiteX4045" fmla="*/ 5616786 w 12184003"/>
              <a:gd name="connsiteY4045" fmla="*/ 737342 h 6857801"/>
              <a:gd name="connsiteX4046" fmla="*/ 5633211 w 12184003"/>
              <a:gd name="connsiteY4046" fmla="*/ 744381 h 6857801"/>
              <a:gd name="connsiteX4047" fmla="*/ 5643064 w 12184003"/>
              <a:gd name="connsiteY4047" fmla="*/ 767373 h 6857801"/>
              <a:gd name="connsiteX4048" fmla="*/ 5610217 w 12184003"/>
              <a:gd name="connsiteY4048" fmla="*/ 800221 h 6857801"/>
              <a:gd name="connsiteX4049" fmla="*/ 5593379 w 12184003"/>
              <a:gd name="connsiteY4049" fmla="*/ 792818 h 6857801"/>
              <a:gd name="connsiteX4050" fmla="*/ 5393435 w 12184003"/>
              <a:gd name="connsiteY4050" fmla="*/ 991427 h 6857801"/>
              <a:gd name="connsiteX4051" fmla="*/ 5393435 w 12184003"/>
              <a:gd name="connsiteY4051" fmla="*/ 1233786 h 6857801"/>
              <a:gd name="connsiteX4052" fmla="*/ 5649633 w 12184003"/>
              <a:gd name="connsiteY4052" fmla="*/ 1492187 h 6857801"/>
              <a:gd name="connsiteX4053" fmla="*/ 5649633 w 12184003"/>
              <a:gd name="connsiteY4053" fmla="*/ 1721655 h 6857801"/>
              <a:gd name="connsiteX4054" fmla="*/ 5670161 w 12184003"/>
              <a:gd name="connsiteY4054" fmla="*/ 1729776 h 6857801"/>
              <a:gd name="connsiteX4055" fmla="*/ 5680291 w 12184003"/>
              <a:gd name="connsiteY4055" fmla="*/ 1752770 h 6857801"/>
              <a:gd name="connsiteX4056" fmla="*/ 5645252 w 12184003"/>
              <a:gd name="connsiteY4056" fmla="*/ 1785616 h 6857801"/>
              <a:gd name="connsiteX4057" fmla="*/ 5612406 w 12184003"/>
              <a:gd name="connsiteY4057" fmla="*/ 1752770 h 6857801"/>
              <a:gd name="connsiteX4058" fmla="*/ 5621440 w 12184003"/>
              <a:gd name="connsiteY4058" fmla="*/ 1729776 h 6857801"/>
              <a:gd name="connsiteX4059" fmla="*/ 5634305 w 12184003"/>
              <a:gd name="connsiteY4059" fmla="*/ 1724453 h 6857801"/>
              <a:gd name="connsiteX4060" fmla="*/ 5634305 w 12184003"/>
              <a:gd name="connsiteY4060" fmla="*/ 1498754 h 6857801"/>
              <a:gd name="connsiteX4061" fmla="*/ 5375914 w 12184003"/>
              <a:gd name="connsiteY4061" fmla="*/ 1240358 h 6857801"/>
              <a:gd name="connsiteX4062" fmla="*/ 5375914 w 12184003"/>
              <a:gd name="connsiteY4062" fmla="*/ 1008829 h 6857801"/>
              <a:gd name="connsiteX4063" fmla="*/ 5290514 w 12184003"/>
              <a:gd name="connsiteY4063" fmla="*/ 1093639 h 6857801"/>
              <a:gd name="connsiteX4064" fmla="*/ 5290514 w 12184003"/>
              <a:gd name="connsiteY4064" fmla="*/ 1492183 h 6857801"/>
              <a:gd name="connsiteX4065" fmla="*/ 5465437 w 12184003"/>
              <a:gd name="connsiteY4065" fmla="*/ 1667109 h 6857801"/>
              <a:gd name="connsiteX4066" fmla="*/ 5466792 w 12184003"/>
              <a:gd name="connsiteY4066" fmla="*/ 1667641 h 6857801"/>
              <a:gd name="connsiteX4067" fmla="*/ 5467373 w 12184003"/>
              <a:gd name="connsiteY4067" fmla="*/ 1669044 h 6857801"/>
              <a:gd name="connsiteX4068" fmla="*/ 5540148 w 12184003"/>
              <a:gd name="connsiteY4068" fmla="*/ 1741821 h 6857801"/>
              <a:gd name="connsiteX4069" fmla="*/ 5540148 w 12184003"/>
              <a:gd name="connsiteY4069" fmla="*/ 1746201 h 6857801"/>
              <a:gd name="connsiteX4070" fmla="*/ 5612300 w 12184003"/>
              <a:gd name="connsiteY4070" fmla="*/ 1818357 h 6857801"/>
              <a:gd name="connsiteX4071" fmla="*/ 5633211 w 12184003"/>
              <a:gd name="connsiteY4071" fmla="*/ 1809704 h 6857801"/>
              <a:gd name="connsiteX4072" fmla="*/ 5664962 w 12184003"/>
              <a:gd name="connsiteY4072" fmla="*/ 1822844 h 6857801"/>
              <a:gd name="connsiteX4073" fmla="*/ 5664962 w 12184003"/>
              <a:gd name="connsiteY4073" fmla="*/ 1886348 h 6857801"/>
              <a:gd name="connsiteX4074" fmla="*/ 5601460 w 12184003"/>
              <a:gd name="connsiteY4074" fmla="*/ 1886348 h 6857801"/>
              <a:gd name="connsiteX4075" fmla="*/ 5588321 w 12184003"/>
              <a:gd name="connsiteY4075" fmla="*/ 1854595 h 6857801"/>
              <a:gd name="connsiteX4076" fmla="*/ 5596379 w 12184003"/>
              <a:gd name="connsiteY4076" fmla="*/ 1835124 h 6857801"/>
              <a:gd name="connsiteX4077" fmla="*/ 5540148 w 12184003"/>
              <a:gd name="connsiteY4077" fmla="*/ 1778642 h 6857801"/>
              <a:gd name="connsiteX4078" fmla="*/ 5540148 w 12184003"/>
              <a:gd name="connsiteY4078" fmla="*/ 2054087 h 6857801"/>
              <a:gd name="connsiteX4079" fmla="*/ 5564233 w 12184003"/>
              <a:gd name="connsiteY4079" fmla="*/ 2063723 h 6857801"/>
              <a:gd name="connsiteX4080" fmla="*/ 5577372 w 12184003"/>
              <a:gd name="connsiteY4080" fmla="*/ 2096511 h 6857801"/>
              <a:gd name="connsiteX4081" fmla="*/ 5531390 w 12184003"/>
              <a:gd name="connsiteY4081" fmla="*/ 2142527 h 6857801"/>
              <a:gd name="connsiteX4082" fmla="*/ 5485404 w 12184003"/>
              <a:gd name="connsiteY4082" fmla="*/ 2096511 h 6857801"/>
              <a:gd name="connsiteX4083" fmla="*/ 5498542 w 12184003"/>
              <a:gd name="connsiteY4083" fmla="*/ 2063723 h 6857801"/>
              <a:gd name="connsiteX4084" fmla="*/ 5516060 w 12184003"/>
              <a:gd name="connsiteY4084" fmla="*/ 2056715 h 6857801"/>
              <a:gd name="connsiteX4085" fmla="*/ 5516060 w 12184003"/>
              <a:gd name="connsiteY4085" fmla="*/ 1754447 h 6857801"/>
              <a:gd name="connsiteX4086" fmla="*/ 5470020 w 12184003"/>
              <a:gd name="connsiteY4086" fmla="*/ 1708202 h 6857801"/>
              <a:gd name="connsiteX4087" fmla="*/ 5466792 w 12184003"/>
              <a:gd name="connsiteY4087" fmla="*/ 1716364 h 6857801"/>
              <a:gd name="connsiteX4088" fmla="*/ 5459128 w 12184003"/>
              <a:gd name="connsiteY4088" fmla="*/ 1719740 h 6857801"/>
              <a:gd name="connsiteX4089" fmla="*/ 5459128 w 12184003"/>
              <a:gd name="connsiteY4089" fmla="*/ 2744701 h 6857801"/>
              <a:gd name="connsiteX4090" fmla="*/ 5315477 w 12184003"/>
              <a:gd name="connsiteY4090" fmla="*/ 2888386 h 6857801"/>
              <a:gd name="connsiteX4091" fmla="*/ 5323359 w 12184003"/>
              <a:gd name="connsiteY4091" fmla="*/ 2906788 h 6857801"/>
              <a:gd name="connsiteX4092" fmla="*/ 5290514 w 12184003"/>
              <a:gd name="connsiteY4092" fmla="*/ 2939634 h 6857801"/>
              <a:gd name="connsiteX4093" fmla="*/ 5281753 w 12184003"/>
              <a:gd name="connsiteY4093" fmla="*/ 2935828 h 6857801"/>
              <a:gd name="connsiteX4094" fmla="*/ 5281753 w 12184003"/>
              <a:gd name="connsiteY4094" fmla="*/ 3279047 h 6857801"/>
              <a:gd name="connsiteX4095" fmla="*/ 5346938 w 12184003"/>
              <a:gd name="connsiteY4095" fmla="*/ 3279047 h 6857801"/>
              <a:gd name="connsiteX4096" fmla="*/ 5359486 w 12184003"/>
              <a:gd name="connsiteY4096" fmla="*/ 3260437 h 6857801"/>
              <a:gd name="connsiteX4097" fmla="*/ 5404386 w 12184003"/>
              <a:gd name="connsiteY4097" fmla="*/ 3241822 h 6857801"/>
              <a:gd name="connsiteX4098" fmla="*/ 5467886 w 12184003"/>
              <a:gd name="connsiteY4098" fmla="*/ 3305318 h 6857801"/>
              <a:gd name="connsiteX4099" fmla="*/ 5404386 w 12184003"/>
              <a:gd name="connsiteY4099" fmla="*/ 3368783 h 6857801"/>
              <a:gd name="connsiteX4100" fmla="*/ 5345873 w 12184003"/>
              <a:gd name="connsiteY4100" fmla="*/ 3329981 h 6857801"/>
              <a:gd name="connsiteX4101" fmla="*/ 5344864 w 12184003"/>
              <a:gd name="connsiteY4101" fmla="*/ 3324987 h 6857801"/>
              <a:gd name="connsiteX4102" fmla="*/ 5281753 w 12184003"/>
              <a:gd name="connsiteY4102" fmla="*/ 3324987 h 6857801"/>
              <a:gd name="connsiteX4103" fmla="*/ 5281753 w 12184003"/>
              <a:gd name="connsiteY4103" fmla="*/ 3436665 h 6857801"/>
              <a:gd name="connsiteX4104" fmla="*/ 5144593 w 12184003"/>
              <a:gd name="connsiteY4104" fmla="*/ 3572431 h 6857801"/>
              <a:gd name="connsiteX4105" fmla="*/ 5347447 w 12184003"/>
              <a:gd name="connsiteY4105" fmla="*/ 3572431 h 6857801"/>
              <a:gd name="connsiteX4106" fmla="*/ 5356204 w 12184003"/>
              <a:gd name="connsiteY4106" fmla="*/ 3550533 h 6857801"/>
              <a:gd name="connsiteX4107" fmla="*/ 5389055 w 12184003"/>
              <a:gd name="connsiteY4107" fmla="*/ 3537395 h 6857801"/>
              <a:gd name="connsiteX4108" fmla="*/ 5435038 w 12184003"/>
              <a:gd name="connsiteY4108" fmla="*/ 3583381 h 6857801"/>
              <a:gd name="connsiteX4109" fmla="*/ 5389055 w 12184003"/>
              <a:gd name="connsiteY4109" fmla="*/ 3629366 h 6857801"/>
              <a:gd name="connsiteX4110" fmla="*/ 5356204 w 12184003"/>
              <a:gd name="connsiteY4110" fmla="*/ 3615406 h 6857801"/>
              <a:gd name="connsiteX4111" fmla="*/ 5347560 w 12184003"/>
              <a:gd name="connsiteY4111" fmla="*/ 3594330 h 6857801"/>
              <a:gd name="connsiteX4112" fmla="*/ 5122474 w 12184003"/>
              <a:gd name="connsiteY4112" fmla="*/ 3594330 h 6857801"/>
              <a:gd name="connsiteX4113" fmla="*/ 5088805 w 12184003"/>
              <a:gd name="connsiteY4113" fmla="*/ 3627663 h 6857801"/>
              <a:gd name="connsiteX4114" fmla="*/ 5099996 w 12184003"/>
              <a:gd name="connsiteY4114" fmla="*/ 3655645 h 6857801"/>
              <a:gd name="connsiteX4115" fmla="*/ 5054012 w 12184003"/>
              <a:gd name="connsiteY4115" fmla="*/ 3701630 h 6857801"/>
              <a:gd name="connsiteX4116" fmla="*/ 5008032 w 12184003"/>
              <a:gd name="connsiteY4116" fmla="*/ 3655645 h 6857801"/>
              <a:gd name="connsiteX4117" fmla="*/ 5054012 w 12184003"/>
              <a:gd name="connsiteY4117" fmla="*/ 3609659 h 6857801"/>
              <a:gd name="connsiteX4118" fmla="*/ 5069505 w 12184003"/>
              <a:gd name="connsiteY4118" fmla="*/ 3615856 h 6857801"/>
              <a:gd name="connsiteX4119" fmla="*/ 5090806 w 12184003"/>
              <a:gd name="connsiteY4119" fmla="*/ 3594330 h 6857801"/>
              <a:gd name="connsiteX4120" fmla="*/ 4891962 w 12184003"/>
              <a:gd name="connsiteY4120" fmla="*/ 3594330 h 6857801"/>
              <a:gd name="connsiteX4121" fmla="*/ 4817760 w 12184003"/>
              <a:gd name="connsiteY4121" fmla="*/ 3520604 h 6857801"/>
              <a:gd name="connsiteX4122" fmla="*/ 4814224 w 12184003"/>
              <a:gd name="connsiteY4122" fmla="*/ 3522066 h 6857801"/>
              <a:gd name="connsiteX4123" fmla="*/ 4782472 w 12184003"/>
              <a:gd name="connsiteY4123" fmla="*/ 3508927 h 6857801"/>
              <a:gd name="connsiteX4124" fmla="*/ 4777132 w 12184003"/>
              <a:gd name="connsiteY4124" fmla="*/ 3496024 h 6857801"/>
              <a:gd name="connsiteX4125" fmla="*/ 4768235 w 12184003"/>
              <a:gd name="connsiteY4125" fmla="*/ 3518508 h 6857801"/>
              <a:gd name="connsiteX4126" fmla="*/ 4745246 w 12184003"/>
              <a:gd name="connsiteY4126" fmla="*/ 3528636 h 6857801"/>
              <a:gd name="connsiteX4127" fmla="*/ 4722251 w 12184003"/>
              <a:gd name="connsiteY4127" fmla="*/ 3517686 h 6857801"/>
              <a:gd name="connsiteX4128" fmla="*/ 4715982 w 12184003"/>
              <a:gd name="connsiteY4128" fmla="*/ 3502358 h 6857801"/>
              <a:gd name="connsiteX4129" fmla="*/ 4408016 w 12184003"/>
              <a:gd name="connsiteY4129" fmla="*/ 3502358 h 6857801"/>
              <a:gd name="connsiteX4130" fmla="*/ 4264426 w 12184003"/>
              <a:gd name="connsiteY4130" fmla="*/ 3645947 h 6857801"/>
              <a:gd name="connsiteX4131" fmla="*/ 4274436 w 12184003"/>
              <a:gd name="connsiteY4131" fmla="*/ 3670973 h 6857801"/>
              <a:gd name="connsiteX4132" fmla="*/ 4228446 w 12184003"/>
              <a:gd name="connsiteY4132" fmla="*/ 3716959 h 6857801"/>
              <a:gd name="connsiteX4133" fmla="*/ 4203471 w 12184003"/>
              <a:gd name="connsiteY4133" fmla="*/ 3706948 h 6857801"/>
              <a:gd name="connsiteX4134" fmla="*/ 4167181 w 12184003"/>
              <a:gd name="connsiteY4134" fmla="*/ 3743237 h 6857801"/>
              <a:gd name="connsiteX4135" fmla="*/ 4878819 w 12184003"/>
              <a:gd name="connsiteY4135" fmla="*/ 3743237 h 6857801"/>
              <a:gd name="connsiteX4136" fmla="*/ 5021830 w 12184003"/>
              <a:gd name="connsiteY4136" fmla="*/ 3886231 h 6857801"/>
              <a:gd name="connsiteX4137" fmla="*/ 5038689 w 12184003"/>
              <a:gd name="connsiteY4137" fmla="*/ 3879005 h 6857801"/>
              <a:gd name="connsiteX4138" fmla="*/ 5071530 w 12184003"/>
              <a:gd name="connsiteY4138" fmla="*/ 3911852 h 6857801"/>
              <a:gd name="connsiteX4139" fmla="*/ 5067777 w 12184003"/>
              <a:gd name="connsiteY4139" fmla="*/ 3920611 h 6857801"/>
              <a:gd name="connsiteX4140" fmla="*/ 5149795 w 12184003"/>
              <a:gd name="connsiteY4140" fmla="*/ 3920611 h 6857801"/>
              <a:gd name="connsiteX4141" fmla="*/ 5151828 w 12184003"/>
              <a:gd name="connsiteY4141" fmla="*/ 3910792 h 6857801"/>
              <a:gd name="connsiteX4142" fmla="*/ 5165683 w 12184003"/>
              <a:gd name="connsiteY4142" fmla="*/ 3889955 h 6857801"/>
              <a:gd name="connsiteX4143" fmla="*/ 5257668 w 12184003"/>
              <a:gd name="connsiteY4143" fmla="*/ 3889955 h 6857801"/>
              <a:gd name="connsiteX4144" fmla="*/ 5272445 w 12184003"/>
              <a:gd name="connsiteY4144" fmla="*/ 3910758 h 6857801"/>
              <a:gd name="connsiteX4145" fmla="*/ 5274462 w 12184003"/>
              <a:gd name="connsiteY4145" fmla="*/ 3920611 h 6857801"/>
              <a:gd name="connsiteX4146" fmla="*/ 5568614 w 12184003"/>
              <a:gd name="connsiteY4146" fmla="*/ 3920611 h 6857801"/>
              <a:gd name="connsiteX4147" fmla="*/ 5760996 w 12184003"/>
              <a:gd name="connsiteY4147" fmla="*/ 4113002 h 6857801"/>
              <a:gd name="connsiteX4148" fmla="*/ 5787584 w 12184003"/>
              <a:gd name="connsiteY4148" fmla="*/ 4102366 h 6857801"/>
              <a:gd name="connsiteX4149" fmla="*/ 5833567 w 12184003"/>
              <a:gd name="connsiteY4149" fmla="*/ 4148352 h 6857801"/>
              <a:gd name="connsiteX4150" fmla="*/ 5787584 w 12184003"/>
              <a:gd name="connsiteY4150" fmla="*/ 4194338 h 6857801"/>
              <a:gd name="connsiteX4151" fmla="*/ 5741601 w 12184003"/>
              <a:gd name="connsiteY4151" fmla="*/ 4148352 h 6857801"/>
              <a:gd name="connsiteX4152" fmla="*/ 5747857 w 12184003"/>
              <a:gd name="connsiteY4152" fmla="*/ 4132711 h 6857801"/>
              <a:gd name="connsiteX4153" fmla="*/ 5559855 w 12184003"/>
              <a:gd name="connsiteY4153" fmla="*/ 3944700 h 6857801"/>
              <a:gd name="connsiteX4154" fmla="*/ 5275358 w 12184003"/>
              <a:gd name="connsiteY4154" fmla="*/ 3944700 h 6857801"/>
              <a:gd name="connsiteX4155" fmla="*/ 5272445 w 12184003"/>
              <a:gd name="connsiteY4155" fmla="*/ 3958933 h 6857801"/>
              <a:gd name="connsiteX4156" fmla="*/ 5257668 w 12184003"/>
              <a:gd name="connsiteY4156" fmla="*/ 3979737 h 6857801"/>
              <a:gd name="connsiteX4157" fmla="*/ 5211666 w 12184003"/>
              <a:gd name="connsiteY4157" fmla="*/ 3998624 h 6857801"/>
              <a:gd name="connsiteX4158" fmla="*/ 5182762 w 12184003"/>
              <a:gd name="connsiteY4158" fmla="*/ 3986749 h 6857801"/>
              <a:gd name="connsiteX4159" fmla="*/ 5163173 w 12184003"/>
              <a:gd name="connsiteY4159" fmla="*/ 4006340 h 6857801"/>
              <a:gd name="connsiteX4160" fmla="*/ 5165671 w 12184003"/>
              <a:gd name="connsiteY4160" fmla="*/ 4012584 h 6857801"/>
              <a:gd name="connsiteX4161" fmla="*/ 5152531 w 12184003"/>
              <a:gd name="connsiteY4161" fmla="*/ 4045430 h 6857801"/>
              <a:gd name="connsiteX4162" fmla="*/ 5130638 w 12184003"/>
              <a:gd name="connsiteY4162" fmla="*/ 4054188 h 6857801"/>
              <a:gd name="connsiteX4163" fmla="*/ 5130638 w 12184003"/>
              <a:gd name="connsiteY4163" fmla="*/ 4389245 h 6857801"/>
              <a:gd name="connsiteX4164" fmla="*/ 5358286 w 12184003"/>
              <a:gd name="connsiteY4164" fmla="*/ 4161598 h 6857801"/>
              <a:gd name="connsiteX4165" fmla="*/ 5349636 w 12184003"/>
              <a:gd name="connsiteY4165" fmla="*/ 4140687 h 6857801"/>
              <a:gd name="connsiteX4166" fmla="*/ 5362776 w 12184003"/>
              <a:gd name="connsiteY4166" fmla="*/ 4108936 h 6857801"/>
              <a:gd name="connsiteX4167" fmla="*/ 5396446 w 12184003"/>
              <a:gd name="connsiteY4167" fmla="*/ 4095797 h 6857801"/>
              <a:gd name="connsiteX4168" fmla="*/ 5428472 w 12184003"/>
              <a:gd name="connsiteY4168" fmla="*/ 4108936 h 6857801"/>
              <a:gd name="connsiteX4169" fmla="*/ 5428472 w 12184003"/>
              <a:gd name="connsiteY4169" fmla="*/ 4172440 h 6857801"/>
              <a:gd name="connsiteX4170" fmla="*/ 5396719 w 12184003"/>
              <a:gd name="connsiteY4170" fmla="*/ 4185579 h 6857801"/>
              <a:gd name="connsiteX4171" fmla="*/ 5377212 w 12184003"/>
              <a:gd name="connsiteY4171" fmla="*/ 4177507 h 6857801"/>
              <a:gd name="connsiteX4172" fmla="*/ 5130638 w 12184003"/>
              <a:gd name="connsiteY4172" fmla="*/ 4422572 h 6857801"/>
              <a:gd name="connsiteX4173" fmla="*/ 5130638 w 12184003"/>
              <a:gd name="connsiteY4173" fmla="*/ 4632264 h 6857801"/>
              <a:gd name="connsiteX4174" fmla="*/ 5148168 w 12184003"/>
              <a:gd name="connsiteY4174" fmla="*/ 4614782 h 6857801"/>
              <a:gd name="connsiteX4175" fmla="*/ 5297996 w 12184003"/>
              <a:gd name="connsiteY4175" fmla="*/ 4614782 h 6857801"/>
              <a:gd name="connsiteX4176" fmla="*/ 5297057 w 12184003"/>
              <a:gd name="connsiteY4176" fmla="*/ 4612592 h 6857801"/>
              <a:gd name="connsiteX4177" fmla="*/ 5329905 w 12184003"/>
              <a:gd name="connsiteY4177" fmla="*/ 4579745 h 6857801"/>
              <a:gd name="connsiteX4178" fmla="*/ 5352897 w 12184003"/>
              <a:gd name="connsiteY4178" fmla="*/ 4589600 h 6857801"/>
              <a:gd name="connsiteX4179" fmla="*/ 5356854 w 12184003"/>
              <a:gd name="connsiteY4179" fmla="*/ 4598834 h 6857801"/>
              <a:gd name="connsiteX4180" fmla="*/ 5358392 w 12184003"/>
              <a:gd name="connsiteY4180" fmla="*/ 4595073 h 6857801"/>
              <a:gd name="connsiteX4181" fmla="*/ 5382485 w 12184003"/>
              <a:gd name="connsiteY4181" fmla="*/ 4585220 h 6857801"/>
              <a:gd name="connsiteX4182" fmla="*/ 5399984 w 12184003"/>
              <a:gd name="connsiteY4182" fmla="*/ 4592377 h 6857801"/>
              <a:gd name="connsiteX4183" fmla="*/ 5399984 w 12184003"/>
              <a:gd name="connsiteY4183" fmla="*/ 4565437 h 6857801"/>
              <a:gd name="connsiteX4184" fmla="*/ 5397176 w 12184003"/>
              <a:gd name="connsiteY4184" fmla="*/ 4564725 h 6857801"/>
              <a:gd name="connsiteX4185" fmla="*/ 5358376 w 12184003"/>
              <a:gd name="connsiteY4185" fmla="*/ 4505291 h 6857801"/>
              <a:gd name="connsiteX4186" fmla="*/ 5421880 w 12184003"/>
              <a:gd name="connsiteY4186" fmla="*/ 4441787 h 6857801"/>
              <a:gd name="connsiteX4187" fmla="*/ 5485384 w 12184003"/>
              <a:gd name="connsiteY4187" fmla="*/ 4505291 h 6857801"/>
              <a:gd name="connsiteX4188" fmla="*/ 5480388 w 12184003"/>
              <a:gd name="connsiteY4188" fmla="*/ 4531262 h 6857801"/>
              <a:gd name="connsiteX4189" fmla="*/ 5478609 w 12184003"/>
              <a:gd name="connsiteY4189" fmla="*/ 4533985 h 6857801"/>
              <a:gd name="connsiteX4190" fmla="*/ 5761309 w 12184003"/>
              <a:gd name="connsiteY4190" fmla="*/ 4251273 h 6857801"/>
              <a:gd name="connsiteX4191" fmla="*/ 5869612 w 12184003"/>
              <a:gd name="connsiteY4191" fmla="*/ 4251273 h 6857801"/>
              <a:gd name="connsiteX4192" fmla="*/ 5975899 w 12184003"/>
              <a:gd name="connsiteY4192" fmla="*/ 4143972 h 6857801"/>
              <a:gd name="connsiteX4193" fmla="*/ 5975899 w 12184003"/>
              <a:gd name="connsiteY4193" fmla="*/ 3882420 h 6857801"/>
              <a:gd name="connsiteX4194" fmla="*/ 5959475 w 12184003"/>
              <a:gd name="connsiteY4194" fmla="*/ 3871341 h 6857801"/>
              <a:gd name="connsiteX4195" fmla="*/ 5940862 w 12184003"/>
              <a:gd name="connsiteY4195" fmla="*/ 3826449 h 6857801"/>
              <a:gd name="connsiteX4196" fmla="*/ 6004366 w 12184003"/>
              <a:gd name="connsiteY4196" fmla="*/ 3762945 h 6857801"/>
              <a:gd name="connsiteX4197" fmla="*/ 6067869 w 12184003"/>
              <a:gd name="connsiteY4197" fmla="*/ 3826449 h 6857801"/>
              <a:gd name="connsiteX4198" fmla="*/ 6029069 w 12184003"/>
              <a:gd name="connsiteY4198" fmla="*/ 3884958 h 6857801"/>
              <a:gd name="connsiteX4199" fmla="*/ 6021884 w 12184003"/>
              <a:gd name="connsiteY4199" fmla="*/ 3886411 h 6857801"/>
              <a:gd name="connsiteX4200" fmla="*/ 6021884 w 12184003"/>
              <a:gd name="connsiteY4200" fmla="*/ 4161491 h 6857801"/>
              <a:gd name="connsiteX4201" fmla="*/ 5932949 w 12184003"/>
              <a:gd name="connsiteY4201" fmla="*/ 4251273 h 6857801"/>
              <a:gd name="connsiteX4202" fmla="*/ 5985355 w 12184003"/>
              <a:gd name="connsiteY4202" fmla="*/ 4251273 h 6857801"/>
              <a:gd name="connsiteX4203" fmla="*/ 5995609 w 12184003"/>
              <a:gd name="connsiteY4203" fmla="*/ 4224996 h 6857801"/>
              <a:gd name="connsiteX4204" fmla="*/ 6027359 w 12184003"/>
              <a:gd name="connsiteY4204" fmla="*/ 4211856 h 6857801"/>
              <a:gd name="connsiteX4205" fmla="*/ 6052341 w 12184003"/>
              <a:gd name="connsiteY4205" fmla="*/ 4222194 h 6857801"/>
              <a:gd name="connsiteX4206" fmla="*/ 6077724 w 12184003"/>
              <a:gd name="connsiteY4206" fmla="*/ 4211035 h 6857801"/>
              <a:gd name="connsiteX4207" fmla="*/ 6109475 w 12184003"/>
              <a:gd name="connsiteY4207" fmla="*/ 4224995 h 6857801"/>
              <a:gd name="connsiteX4208" fmla="*/ 6119731 w 12184003"/>
              <a:gd name="connsiteY4208" fmla="*/ 4251273 h 6857801"/>
              <a:gd name="connsiteX4209" fmla="*/ 6269332 w 12184003"/>
              <a:gd name="connsiteY4209" fmla="*/ 4251273 h 6857801"/>
              <a:gd name="connsiteX4210" fmla="*/ 6269332 w 12184003"/>
              <a:gd name="connsiteY4210" fmla="*/ 3883385 h 6857801"/>
              <a:gd name="connsiteX4211" fmla="*/ 6247433 w 12184003"/>
              <a:gd name="connsiteY4211" fmla="*/ 3874625 h 6857801"/>
              <a:gd name="connsiteX4212" fmla="*/ 6234295 w 12184003"/>
              <a:gd name="connsiteY4212" fmla="*/ 3841779 h 6857801"/>
              <a:gd name="connsiteX4213" fmla="*/ 6280281 w 12184003"/>
              <a:gd name="connsiteY4213" fmla="*/ 3795792 h 6857801"/>
              <a:gd name="connsiteX4214" fmla="*/ 6326266 w 12184003"/>
              <a:gd name="connsiteY4214" fmla="*/ 3841779 h 6857801"/>
              <a:gd name="connsiteX4215" fmla="*/ 6312307 w 12184003"/>
              <a:gd name="connsiteY4215" fmla="*/ 3874625 h 6857801"/>
              <a:gd name="connsiteX4216" fmla="*/ 6291230 w 12184003"/>
              <a:gd name="connsiteY4216" fmla="*/ 3883272 h 6857801"/>
              <a:gd name="connsiteX4217" fmla="*/ 6291230 w 12184003"/>
              <a:gd name="connsiteY4217" fmla="*/ 4251273 h 6857801"/>
              <a:gd name="connsiteX4218" fmla="*/ 6343785 w 12184003"/>
              <a:gd name="connsiteY4218" fmla="*/ 4251273 h 6857801"/>
              <a:gd name="connsiteX4219" fmla="*/ 6442341 w 12184003"/>
              <a:gd name="connsiteY4219" fmla="*/ 4349830 h 6857801"/>
              <a:gd name="connsiteX4220" fmla="*/ 6583722 w 12184003"/>
              <a:gd name="connsiteY4220" fmla="*/ 4210385 h 6857801"/>
              <a:gd name="connsiteX4221" fmla="*/ 6575905 w 12184003"/>
              <a:gd name="connsiteY4221" fmla="*/ 4192148 h 6857801"/>
              <a:gd name="connsiteX4222" fmla="*/ 6608752 w 12184003"/>
              <a:gd name="connsiteY4222" fmla="*/ 4159301 h 6857801"/>
              <a:gd name="connsiteX4223" fmla="*/ 6617511 w 12184003"/>
              <a:gd name="connsiteY4223" fmla="*/ 4163054 h 6857801"/>
              <a:gd name="connsiteX4224" fmla="*/ 6617511 w 12184003"/>
              <a:gd name="connsiteY4224" fmla="*/ 3951269 h 6857801"/>
              <a:gd name="connsiteX4225" fmla="*/ 6436070 w 12184003"/>
              <a:gd name="connsiteY4225" fmla="*/ 4132711 h 6857801"/>
              <a:gd name="connsiteX4226" fmla="*/ 6442326 w 12184003"/>
              <a:gd name="connsiteY4226" fmla="*/ 4148352 h 6857801"/>
              <a:gd name="connsiteX4227" fmla="*/ 6396340 w 12184003"/>
              <a:gd name="connsiteY4227" fmla="*/ 4194338 h 6857801"/>
              <a:gd name="connsiteX4228" fmla="*/ 6350354 w 12184003"/>
              <a:gd name="connsiteY4228" fmla="*/ 4148352 h 6857801"/>
              <a:gd name="connsiteX4229" fmla="*/ 6396340 w 12184003"/>
              <a:gd name="connsiteY4229" fmla="*/ 4102366 h 6857801"/>
              <a:gd name="connsiteX4230" fmla="*/ 6422931 w 12184003"/>
              <a:gd name="connsiteY4230" fmla="*/ 4113002 h 6857801"/>
              <a:gd name="connsiteX4231" fmla="*/ 6615321 w 12184003"/>
              <a:gd name="connsiteY4231" fmla="*/ 3920611 h 6857801"/>
              <a:gd name="connsiteX4232" fmla="*/ 6617511 w 12184003"/>
              <a:gd name="connsiteY4232" fmla="*/ 3920611 h 6857801"/>
              <a:gd name="connsiteX4233" fmla="*/ 6617511 w 12184003"/>
              <a:gd name="connsiteY4233" fmla="*/ 3662214 h 6857801"/>
              <a:gd name="connsiteX4234" fmla="*/ 6809901 w 12184003"/>
              <a:gd name="connsiteY4234" fmla="*/ 3469824 h 6857801"/>
              <a:gd name="connsiteX4235" fmla="*/ 6799265 w 12184003"/>
              <a:gd name="connsiteY4235" fmla="*/ 3443233 h 6857801"/>
              <a:gd name="connsiteX4236" fmla="*/ 6845251 w 12184003"/>
              <a:gd name="connsiteY4236" fmla="*/ 3397249 h 6857801"/>
              <a:gd name="connsiteX4237" fmla="*/ 6891236 w 12184003"/>
              <a:gd name="connsiteY4237" fmla="*/ 3443233 h 6857801"/>
              <a:gd name="connsiteX4238" fmla="*/ 6845251 w 12184003"/>
              <a:gd name="connsiteY4238" fmla="*/ 3489219 h 6857801"/>
              <a:gd name="connsiteX4239" fmla="*/ 6829611 w 12184003"/>
              <a:gd name="connsiteY4239" fmla="*/ 3482962 h 6857801"/>
              <a:gd name="connsiteX4240" fmla="*/ 6762041 w 12184003"/>
              <a:gd name="connsiteY4240" fmla="*/ 3550532 h 6857801"/>
              <a:gd name="connsiteX4241" fmla="*/ 6794886 w 12184003"/>
              <a:gd name="connsiteY4241" fmla="*/ 3537395 h 6857801"/>
              <a:gd name="connsiteX4242" fmla="*/ 6827732 w 12184003"/>
              <a:gd name="connsiteY4242" fmla="*/ 3550533 h 6857801"/>
              <a:gd name="connsiteX4243" fmla="*/ 6836491 w 12184003"/>
              <a:gd name="connsiteY4243" fmla="*/ 3572431 h 6857801"/>
              <a:gd name="connsiteX4244" fmla="*/ 7283212 w 12184003"/>
              <a:gd name="connsiteY4244" fmla="*/ 3572431 h 6857801"/>
              <a:gd name="connsiteX4245" fmla="*/ 7552997 w 12184003"/>
              <a:gd name="connsiteY4245" fmla="*/ 3300899 h 6857801"/>
              <a:gd name="connsiteX4246" fmla="*/ 7471022 w 12184003"/>
              <a:gd name="connsiteY4246" fmla="*/ 3300899 h 6857801"/>
              <a:gd name="connsiteX4247" fmla="*/ 7469895 w 12184003"/>
              <a:gd name="connsiteY4247" fmla="*/ 3306372 h 6857801"/>
              <a:gd name="connsiteX4248" fmla="*/ 7425550 w 12184003"/>
              <a:gd name="connsiteY4248" fmla="*/ 3335933 h 6857801"/>
              <a:gd name="connsiteX4249" fmla="*/ 7391609 w 12184003"/>
              <a:gd name="connsiteY4249" fmla="*/ 3321701 h 6857801"/>
              <a:gd name="connsiteX4250" fmla="*/ 7386134 w 12184003"/>
              <a:gd name="connsiteY4250" fmla="*/ 3313636 h 6857801"/>
              <a:gd name="connsiteX4251" fmla="*/ 7386134 w 12184003"/>
              <a:gd name="connsiteY4251" fmla="*/ 3377769 h 6857801"/>
              <a:gd name="connsiteX4252" fmla="*/ 7401462 w 12184003"/>
              <a:gd name="connsiteY4252" fmla="*/ 3384112 h 6857801"/>
              <a:gd name="connsiteX4253" fmla="*/ 7401462 w 12184003"/>
              <a:gd name="connsiteY4253" fmla="*/ 3447612 h 6857801"/>
              <a:gd name="connsiteX4254" fmla="*/ 7337958 w 12184003"/>
              <a:gd name="connsiteY4254" fmla="*/ 3447612 h 6857801"/>
              <a:gd name="connsiteX4255" fmla="*/ 7337958 w 12184003"/>
              <a:gd name="connsiteY4255" fmla="*/ 3384112 h 6857801"/>
              <a:gd name="connsiteX4256" fmla="*/ 7362046 w 12184003"/>
              <a:gd name="connsiteY4256" fmla="*/ 3374144 h 6857801"/>
              <a:gd name="connsiteX4257" fmla="*/ 7362046 w 12184003"/>
              <a:gd name="connsiteY4257" fmla="*/ 3101634 h 6857801"/>
              <a:gd name="connsiteX4258" fmla="*/ 7370813 w 12184003"/>
              <a:gd name="connsiteY4258" fmla="*/ 3092868 h 6857801"/>
              <a:gd name="connsiteX4259" fmla="*/ 7346717 w 12184003"/>
              <a:gd name="connsiteY4259" fmla="*/ 3092868 h 6857801"/>
              <a:gd name="connsiteX4260" fmla="*/ 7114598 w 12184003"/>
              <a:gd name="connsiteY4260" fmla="*/ 3324987 h 6857801"/>
              <a:gd name="connsiteX4261" fmla="*/ 6839076 w 12184003"/>
              <a:gd name="connsiteY4261" fmla="*/ 3324987 h 6857801"/>
              <a:gd name="connsiteX4262" fmla="*/ 6838065 w 12184003"/>
              <a:gd name="connsiteY4262" fmla="*/ 3329981 h 6857801"/>
              <a:gd name="connsiteX4263" fmla="*/ 6779556 w 12184003"/>
              <a:gd name="connsiteY4263" fmla="*/ 3368783 h 6857801"/>
              <a:gd name="connsiteX4264" fmla="*/ 6716052 w 12184003"/>
              <a:gd name="connsiteY4264" fmla="*/ 3305278 h 6857801"/>
              <a:gd name="connsiteX4265" fmla="*/ 6779556 w 12184003"/>
              <a:gd name="connsiteY4265" fmla="*/ 3241772 h 6857801"/>
              <a:gd name="connsiteX4266" fmla="*/ 6824448 w 12184003"/>
              <a:gd name="connsiteY4266" fmla="*/ 3260388 h 6857801"/>
              <a:gd name="connsiteX4267" fmla="*/ 6837004 w 12184003"/>
              <a:gd name="connsiteY4267" fmla="*/ 3279002 h 6857801"/>
              <a:gd name="connsiteX4268" fmla="*/ 7097079 w 12184003"/>
              <a:gd name="connsiteY4268" fmla="*/ 3279002 h 6857801"/>
              <a:gd name="connsiteX4269" fmla="*/ 7327008 w 12184003"/>
              <a:gd name="connsiteY4269" fmla="*/ 3049073 h 6857801"/>
              <a:gd name="connsiteX4270" fmla="*/ 7414610 w 12184003"/>
              <a:gd name="connsiteY4270" fmla="*/ 3049073 h 6857801"/>
              <a:gd name="connsiteX4271" fmla="*/ 7714539 w 12184003"/>
              <a:gd name="connsiteY4271" fmla="*/ 2749141 h 6857801"/>
              <a:gd name="connsiteX4272" fmla="*/ 7714352 w 12184003"/>
              <a:gd name="connsiteY4272" fmla="*/ 2749065 h 6857801"/>
              <a:gd name="connsiteX4273" fmla="*/ 7519459 w 12184003"/>
              <a:gd name="connsiteY4273" fmla="*/ 2749065 h 6857801"/>
              <a:gd name="connsiteX4274" fmla="*/ 7519097 w 12184003"/>
              <a:gd name="connsiteY4274" fmla="*/ 2750946 h 6857801"/>
              <a:gd name="connsiteX4275" fmla="*/ 7460587 w 12184003"/>
              <a:gd name="connsiteY4275" fmla="*/ 2790672 h 6857801"/>
              <a:gd name="connsiteX4276" fmla="*/ 7397083 w 12184003"/>
              <a:gd name="connsiteY4276" fmla="*/ 2724978 h 6857801"/>
              <a:gd name="connsiteX4277" fmla="*/ 7460587 w 12184003"/>
              <a:gd name="connsiteY4277" fmla="*/ 2661476 h 6857801"/>
              <a:gd name="connsiteX4278" fmla="*/ 7519097 w 12184003"/>
              <a:gd name="connsiteY4278" fmla="*/ 2700274 h 6857801"/>
              <a:gd name="connsiteX4279" fmla="*/ 7519665 w 12184003"/>
              <a:gd name="connsiteY4279" fmla="*/ 2703082 h 6857801"/>
              <a:gd name="connsiteX4280" fmla="*/ 7700970 w 12184003"/>
              <a:gd name="connsiteY4280" fmla="*/ 2703082 h 6857801"/>
              <a:gd name="connsiteX4281" fmla="*/ 7703657 w 12184003"/>
              <a:gd name="connsiteY4281" fmla="*/ 2696511 h 6857801"/>
              <a:gd name="connsiteX4282" fmla="*/ 7725319 w 12184003"/>
              <a:gd name="connsiteY4282" fmla="*/ 2687648 h 6857801"/>
              <a:gd name="connsiteX4283" fmla="*/ 7724874 w 12184003"/>
              <a:gd name="connsiteY4283" fmla="*/ 2641769 h 6857801"/>
              <a:gd name="connsiteX4284" fmla="*/ 7594919 w 12184003"/>
              <a:gd name="connsiteY4284" fmla="*/ 2641769 h 6857801"/>
              <a:gd name="connsiteX4285" fmla="*/ 7588691 w 12184003"/>
              <a:gd name="connsiteY4285" fmla="*/ 2656820 h 6857801"/>
              <a:gd name="connsiteX4286" fmla="*/ 7565698 w 12184003"/>
              <a:gd name="connsiteY4286" fmla="*/ 2665855 h 6857801"/>
              <a:gd name="connsiteX4287" fmla="*/ 7532851 w 12184003"/>
              <a:gd name="connsiteY4287" fmla="*/ 2630816 h 6857801"/>
              <a:gd name="connsiteX4288" fmla="*/ 7565698 w 12184003"/>
              <a:gd name="connsiteY4288" fmla="*/ 2597970 h 6857801"/>
              <a:gd name="connsiteX4289" fmla="*/ 7589512 w 12184003"/>
              <a:gd name="connsiteY4289" fmla="*/ 2607823 h 6857801"/>
              <a:gd name="connsiteX4290" fmla="*/ 7596826 w 12184003"/>
              <a:gd name="connsiteY4290" fmla="*/ 2626439 h 6857801"/>
              <a:gd name="connsiteX4291" fmla="*/ 7724725 w 12184003"/>
              <a:gd name="connsiteY4291" fmla="*/ 2626439 h 6857801"/>
              <a:gd name="connsiteX4292" fmla="*/ 7723514 w 12184003"/>
              <a:gd name="connsiteY4292" fmla="*/ 2501769 h 6857801"/>
              <a:gd name="connsiteX4293" fmla="*/ 7655480 w 12184003"/>
              <a:gd name="connsiteY4293" fmla="*/ 2433734 h 6857801"/>
              <a:gd name="connsiteX4294" fmla="*/ 7565969 w 12184003"/>
              <a:gd name="connsiteY4294" fmla="*/ 2433734 h 6857801"/>
              <a:gd name="connsiteX4295" fmla="*/ 7287637 w 12184003"/>
              <a:gd name="connsiteY4295" fmla="*/ 2713781 h 6857801"/>
              <a:gd name="connsiteX4296" fmla="*/ 7296352 w 12184003"/>
              <a:gd name="connsiteY4296" fmla="*/ 2734839 h 6857801"/>
              <a:gd name="connsiteX4297" fmla="*/ 7283212 w 12184003"/>
              <a:gd name="connsiteY4297" fmla="*/ 2766584 h 6857801"/>
              <a:gd name="connsiteX4298" fmla="*/ 7219708 w 12184003"/>
              <a:gd name="connsiteY4298" fmla="*/ 2766584 h 6857801"/>
              <a:gd name="connsiteX4299" fmla="*/ 7219708 w 12184003"/>
              <a:gd name="connsiteY4299" fmla="*/ 2700891 h 6857801"/>
              <a:gd name="connsiteX4300" fmla="*/ 7251461 w 12184003"/>
              <a:gd name="connsiteY4300" fmla="*/ 2687754 h 6857801"/>
              <a:gd name="connsiteX4301" fmla="*/ 7272373 w 12184003"/>
              <a:gd name="connsiteY4301" fmla="*/ 2696405 h 6857801"/>
              <a:gd name="connsiteX4302" fmla="*/ 7535042 w 12184003"/>
              <a:gd name="connsiteY4302" fmla="*/ 2433734 h 6857801"/>
              <a:gd name="connsiteX4303" fmla="*/ 7186876 w 12184003"/>
              <a:gd name="connsiteY4303" fmla="*/ 2433734 h 6857801"/>
              <a:gd name="connsiteX4304" fmla="*/ 7099694 w 12184003"/>
              <a:gd name="connsiteY4304" fmla="*/ 2520913 h 6857801"/>
              <a:gd name="connsiteX4305" fmla="*/ 7102794 w 12184003"/>
              <a:gd name="connsiteY4305" fmla="*/ 2525573 h 6857801"/>
              <a:gd name="connsiteX4306" fmla="*/ 7088320 w 12184003"/>
              <a:gd name="connsiteY4306" fmla="*/ 2595784 h 6857801"/>
              <a:gd name="connsiteX4307" fmla="*/ 6996348 w 12184003"/>
              <a:gd name="connsiteY4307" fmla="*/ 2595784 h 6857801"/>
              <a:gd name="connsiteX4308" fmla="*/ 6996348 w 12184003"/>
              <a:gd name="connsiteY4308" fmla="*/ 2503807 h 6857801"/>
              <a:gd name="connsiteX4309" fmla="*/ 7042334 w 12184003"/>
              <a:gd name="connsiteY4309" fmla="*/ 2484920 h 6857801"/>
              <a:gd name="connsiteX4310" fmla="*/ 7065725 w 12184003"/>
              <a:gd name="connsiteY4310" fmla="*/ 2489187 h 6857801"/>
              <a:gd name="connsiteX4311" fmla="*/ 7121175 w 12184003"/>
              <a:gd name="connsiteY4311" fmla="*/ 2433734 h 6857801"/>
              <a:gd name="connsiteX4312" fmla="*/ 7007185 w 12184003"/>
              <a:gd name="connsiteY4312" fmla="*/ 2433734 h 6857801"/>
              <a:gd name="connsiteX4313" fmla="*/ 6998538 w 12184003"/>
              <a:gd name="connsiteY4313" fmla="*/ 2454809 h 6857801"/>
              <a:gd name="connsiteX4314" fmla="*/ 6965690 w 12184003"/>
              <a:gd name="connsiteY4314" fmla="*/ 2468770 h 6857801"/>
              <a:gd name="connsiteX4315" fmla="*/ 6919705 w 12184003"/>
              <a:gd name="connsiteY4315" fmla="*/ 2422784 h 6857801"/>
              <a:gd name="connsiteX4316" fmla="*/ 6965690 w 12184003"/>
              <a:gd name="connsiteY4316" fmla="*/ 2376798 h 6857801"/>
              <a:gd name="connsiteX4317" fmla="*/ 6998538 w 12184003"/>
              <a:gd name="connsiteY4317" fmla="*/ 2389938 h 6857801"/>
              <a:gd name="connsiteX4318" fmla="*/ 7006420 w 12184003"/>
              <a:gd name="connsiteY4318" fmla="*/ 2409645 h 6857801"/>
              <a:gd name="connsiteX4319" fmla="*/ 7145261 w 12184003"/>
              <a:gd name="connsiteY4319" fmla="*/ 2409645 h 6857801"/>
              <a:gd name="connsiteX4320" fmla="*/ 7248175 w 12184003"/>
              <a:gd name="connsiteY4320" fmla="*/ 2306727 h 6857801"/>
              <a:gd name="connsiteX4321" fmla="*/ 7248175 w 12184003"/>
              <a:gd name="connsiteY4321" fmla="*/ 2158274 h 6857801"/>
              <a:gd name="connsiteX4322" fmla="*/ 7230658 w 12184003"/>
              <a:gd name="connsiteY4322" fmla="*/ 2151270 h 6857801"/>
              <a:gd name="connsiteX4323" fmla="*/ 7217519 w 12184003"/>
              <a:gd name="connsiteY4323" fmla="*/ 2118444 h 6857801"/>
              <a:gd name="connsiteX4324" fmla="*/ 7230658 w 12184003"/>
              <a:gd name="connsiteY4324" fmla="*/ 2085620 h 6857801"/>
              <a:gd name="connsiteX4325" fmla="*/ 7248175 w 12184003"/>
              <a:gd name="connsiteY4325" fmla="*/ 2078613 h 6857801"/>
              <a:gd name="connsiteX4326" fmla="*/ 7248175 w 12184003"/>
              <a:gd name="connsiteY4326" fmla="*/ 1978291 h 6857801"/>
              <a:gd name="connsiteX4327" fmla="*/ 7254746 w 12184003"/>
              <a:gd name="connsiteY4327" fmla="*/ 1971721 h 6857801"/>
              <a:gd name="connsiteX4328" fmla="*/ 7254746 w 12184003"/>
              <a:gd name="connsiteY4328" fmla="*/ 1645469 h 6857801"/>
              <a:gd name="connsiteX4329" fmla="*/ 7207649 w 12184003"/>
              <a:gd name="connsiteY4329" fmla="*/ 1598064 h 6857801"/>
              <a:gd name="connsiteX4330" fmla="*/ 7172498 w 12184003"/>
              <a:gd name="connsiteY4330" fmla="*/ 1633352 h 6857801"/>
              <a:gd name="connsiteX4331" fmla="*/ 7173175 w 12184003"/>
              <a:gd name="connsiteY4331" fmla="*/ 1634348 h 6857801"/>
              <a:gd name="connsiteX4332" fmla="*/ 7158393 w 12184003"/>
              <a:gd name="connsiteY4332" fmla="*/ 1704560 h 6857801"/>
              <a:gd name="connsiteX4333" fmla="*/ 7066422 w 12184003"/>
              <a:gd name="connsiteY4333" fmla="*/ 1704560 h 6857801"/>
              <a:gd name="connsiteX4334" fmla="*/ 7066422 w 12184003"/>
              <a:gd name="connsiteY4334" fmla="*/ 1612588 h 6857801"/>
              <a:gd name="connsiteX4335" fmla="*/ 7136632 w 12184003"/>
              <a:gd name="connsiteY4335" fmla="*/ 1598731 h 6857801"/>
              <a:gd name="connsiteX4336" fmla="*/ 7139668 w 12184003"/>
              <a:gd name="connsiteY4336" fmla="*/ 1600663 h 6857801"/>
              <a:gd name="connsiteX4337" fmla="*/ 7175065 w 12184003"/>
              <a:gd name="connsiteY4337" fmla="*/ 1565266 h 6857801"/>
              <a:gd name="connsiteX4338" fmla="*/ 7148905 w 12184003"/>
              <a:gd name="connsiteY4338" fmla="*/ 1538934 h 6857801"/>
              <a:gd name="connsiteX4339" fmla="*/ 7147444 w 12184003"/>
              <a:gd name="connsiteY4339" fmla="*/ 1542506 h 6857801"/>
              <a:gd name="connsiteX4340" fmla="*/ 7099268 w 12184003"/>
              <a:gd name="connsiteY4340" fmla="*/ 1542506 h 6857801"/>
              <a:gd name="connsiteX4341" fmla="*/ 7099268 w 12184003"/>
              <a:gd name="connsiteY4341" fmla="*/ 1494330 h 6857801"/>
              <a:gd name="connsiteX4342" fmla="*/ 7103054 w 12184003"/>
              <a:gd name="connsiteY4342" fmla="*/ 1492782 h 6857801"/>
              <a:gd name="connsiteX4343" fmla="*/ 6984216 w 12184003"/>
              <a:gd name="connsiteY4343" fmla="*/ 1373165 h 6857801"/>
              <a:gd name="connsiteX4344" fmla="*/ 6937224 w 12184003"/>
              <a:gd name="connsiteY4344" fmla="*/ 1420365 h 6857801"/>
              <a:gd name="connsiteX4345" fmla="*/ 6937224 w 12184003"/>
              <a:gd name="connsiteY4345" fmla="*/ 1743072 h 6857801"/>
              <a:gd name="connsiteX4346" fmla="*/ 6947079 w 12184003"/>
              <a:gd name="connsiteY4346" fmla="*/ 1747295 h 6857801"/>
              <a:gd name="connsiteX4347" fmla="*/ 6956932 w 12184003"/>
              <a:gd name="connsiteY4347" fmla="*/ 1770288 h 6857801"/>
              <a:gd name="connsiteX4348" fmla="*/ 6924085 w 12184003"/>
              <a:gd name="connsiteY4348" fmla="*/ 1803134 h 6857801"/>
              <a:gd name="connsiteX4349" fmla="*/ 6891238 w 12184003"/>
              <a:gd name="connsiteY4349" fmla="*/ 1770288 h 6857801"/>
              <a:gd name="connsiteX4350" fmla="*/ 6900270 w 12184003"/>
              <a:gd name="connsiteY4350" fmla="*/ 1747295 h 6857801"/>
              <a:gd name="connsiteX4351" fmla="*/ 6919705 w 12184003"/>
              <a:gd name="connsiteY4351" fmla="*/ 1739253 h 6857801"/>
              <a:gd name="connsiteX4352" fmla="*/ 6919705 w 12184003"/>
              <a:gd name="connsiteY4352" fmla="*/ 1437961 h 6857801"/>
              <a:gd name="connsiteX4353" fmla="*/ 6741892 w 12184003"/>
              <a:gd name="connsiteY4353" fmla="*/ 1616563 h 6857801"/>
              <a:gd name="connsiteX4354" fmla="*/ 6805834 w 12184003"/>
              <a:gd name="connsiteY4354" fmla="*/ 1680507 h 6857801"/>
              <a:gd name="connsiteX4355" fmla="*/ 6805834 w 12184003"/>
              <a:gd name="connsiteY4355" fmla="*/ 2065912 h 6857801"/>
              <a:gd name="connsiteX4356" fmla="*/ 6816784 w 12184003"/>
              <a:gd name="connsiteY4356" fmla="*/ 2070292 h 6857801"/>
              <a:gd name="connsiteX4357" fmla="*/ 6829923 w 12184003"/>
              <a:gd name="connsiteY4357" fmla="*/ 2103083 h 6857801"/>
              <a:gd name="connsiteX4358" fmla="*/ 6783936 w 12184003"/>
              <a:gd name="connsiteY4358" fmla="*/ 2149063 h 6857801"/>
              <a:gd name="connsiteX4359" fmla="*/ 6737951 w 12184003"/>
              <a:gd name="connsiteY4359" fmla="*/ 2103083 h 6857801"/>
              <a:gd name="connsiteX4360" fmla="*/ 6783936 w 12184003"/>
              <a:gd name="connsiteY4360" fmla="*/ 2057152 h 6857801"/>
              <a:gd name="connsiteX4361" fmla="*/ 6783936 w 12184003"/>
              <a:gd name="connsiteY4361" fmla="*/ 1689266 h 6857801"/>
              <a:gd name="connsiteX4362" fmla="*/ 6726596 w 12184003"/>
              <a:gd name="connsiteY4362" fmla="*/ 1631925 h 6857801"/>
              <a:gd name="connsiteX4363" fmla="*/ 6621892 w 12184003"/>
              <a:gd name="connsiteY4363" fmla="*/ 1737093 h 6857801"/>
              <a:gd name="connsiteX4364" fmla="*/ 6621892 w 12184003"/>
              <a:gd name="connsiteY4364" fmla="*/ 2214802 h 6857801"/>
              <a:gd name="connsiteX4365" fmla="*/ 6792696 w 12184003"/>
              <a:gd name="connsiteY4365" fmla="*/ 2385602 h 6857801"/>
              <a:gd name="connsiteX4366" fmla="*/ 6792696 w 12184003"/>
              <a:gd name="connsiteY4366" fmla="*/ 3045942 h 6857801"/>
              <a:gd name="connsiteX4367" fmla="*/ 6812404 w 12184003"/>
              <a:gd name="connsiteY4367" fmla="*/ 3054322 h 6857801"/>
              <a:gd name="connsiteX4368" fmla="*/ 6825543 w 12184003"/>
              <a:gd name="connsiteY4368" fmla="*/ 3086345 h 6857801"/>
              <a:gd name="connsiteX4369" fmla="*/ 6779556 w 12184003"/>
              <a:gd name="connsiteY4369" fmla="*/ 3132330 h 6857801"/>
              <a:gd name="connsiteX4370" fmla="*/ 6733571 w 12184003"/>
              <a:gd name="connsiteY4370" fmla="*/ 3086345 h 6857801"/>
              <a:gd name="connsiteX4371" fmla="*/ 6747531 w 12184003"/>
              <a:gd name="connsiteY4371" fmla="*/ 3053489 h 6857801"/>
              <a:gd name="connsiteX4372" fmla="*/ 6768608 w 12184003"/>
              <a:gd name="connsiteY4372" fmla="*/ 3044848 h 6857801"/>
              <a:gd name="connsiteX4373" fmla="*/ 6768608 w 12184003"/>
              <a:gd name="connsiteY4373" fmla="*/ 2396555 h 6857801"/>
              <a:gd name="connsiteX4374" fmla="*/ 6597803 w 12184003"/>
              <a:gd name="connsiteY4374" fmla="*/ 2225705 h 6857801"/>
              <a:gd name="connsiteX4375" fmla="*/ 6597803 w 12184003"/>
              <a:gd name="connsiteY4375" fmla="*/ 1774668 h 6857801"/>
              <a:gd name="connsiteX4376" fmla="*/ 6594519 w 12184003"/>
              <a:gd name="connsiteY4376" fmla="*/ 1782331 h 6857801"/>
              <a:gd name="connsiteX4377" fmla="*/ 6591612 w 12184003"/>
              <a:gd name="connsiteY4377" fmla="*/ 1783577 h 6857801"/>
              <a:gd name="connsiteX4378" fmla="*/ 6595613 w 12184003"/>
              <a:gd name="connsiteY4378" fmla="*/ 1793247 h 6857801"/>
              <a:gd name="connsiteX4379" fmla="*/ 6582475 w 12184003"/>
              <a:gd name="connsiteY4379" fmla="*/ 1824999 h 6857801"/>
              <a:gd name="connsiteX4380" fmla="*/ 6518970 w 12184003"/>
              <a:gd name="connsiteY4380" fmla="*/ 1824999 h 6857801"/>
              <a:gd name="connsiteX4381" fmla="*/ 6518970 w 12184003"/>
              <a:gd name="connsiteY4381" fmla="*/ 1761495 h 6857801"/>
              <a:gd name="connsiteX4382" fmla="*/ 6541804 w 12184003"/>
              <a:gd name="connsiteY4382" fmla="*/ 1752046 h 6857801"/>
              <a:gd name="connsiteX4383" fmla="*/ 6548533 w 12184003"/>
              <a:gd name="connsiteY4383" fmla="*/ 1736345 h 6857801"/>
              <a:gd name="connsiteX4384" fmla="*/ 6571525 w 12184003"/>
              <a:gd name="connsiteY4384" fmla="*/ 1726491 h 6857801"/>
              <a:gd name="connsiteX4385" fmla="*/ 6571525 w 12184003"/>
              <a:gd name="connsiteY4385" fmla="*/ 1476856 h 6857801"/>
              <a:gd name="connsiteX4386" fmla="*/ 6451086 w 12184003"/>
              <a:gd name="connsiteY4386" fmla="*/ 1356420 h 6857801"/>
              <a:gd name="connsiteX4387" fmla="*/ 6451086 w 12184003"/>
              <a:gd name="connsiteY4387" fmla="*/ 1733216 h 6857801"/>
              <a:gd name="connsiteX4388" fmla="*/ 6499262 w 12184003"/>
              <a:gd name="connsiteY4388" fmla="*/ 1781238 h 6857801"/>
              <a:gd name="connsiteX4389" fmla="*/ 6499262 w 12184003"/>
              <a:gd name="connsiteY4389" fmla="*/ 1891573 h 6857801"/>
              <a:gd name="connsiteX4390" fmla="*/ 6575905 w 12184003"/>
              <a:gd name="connsiteY4390" fmla="*/ 1969561 h 6857801"/>
              <a:gd name="connsiteX4391" fmla="*/ 6575905 w 12184003"/>
              <a:gd name="connsiteY4391" fmla="*/ 2454109 h 6857801"/>
              <a:gd name="connsiteX4392" fmla="*/ 6592329 w 12184003"/>
              <a:gd name="connsiteY4392" fmla="*/ 2461124 h 6857801"/>
              <a:gd name="connsiteX4393" fmla="*/ 6602183 w 12184003"/>
              <a:gd name="connsiteY4393" fmla="*/ 2484109 h 6857801"/>
              <a:gd name="connsiteX4394" fmla="*/ 6569335 w 12184003"/>
              <a:gd name="connsiteY4394" fmla="*/ 2517000 h 6857801"/>
              <a:gd name="connsiteX4395" fmla="*/ 6536488 w 12184003"/>
              <a:gd name="connsiteY4395" fmla="*/ 2484109 h 6857801"/>
              <a:gd name="connsiteX4396" fmla="*/ 6544700 w 12184003"/>
              <a:gd name="connsiteY4396" fmla="*/ 2461124 h 6857801"/>
              <a:gd name="connsiteX4397" fmla="*/ 6560576 w 12184003"/>
              <a:gd name="connsiteY4397" fmla="*/ 2454803 h 6857801"/>
              <a:gd name="connsiteX4398" fmla="*/ 6560576 w 12184003"/>
              <a:gd name="connsiteY4398" fmla="*/ 1976131 h 6857801"/>
              <a:gd name="connsiteX4399" fmla="*/ 6499262 w 12184003"/>
              <a:gd name="connsiteY4399" fmla="*/ 1914816 h 6857801"/>
              <a:gd name="connsiteX4400" fmla="*/ 6499262 w 12184003"/>
              <a:gd name="connsiteY4400" fmla="*/ 2536988 h 6857801"/>
              <a:gd name="connsiteX4401" fmla="*/ 6522254 w 12184003"/>
              <a:gd name="connsiteY4401" fmla="*/ 2546511 h 6857801"/>
              <a:gd name="connsiteX4402" fmla="*/ 6540869 w 12184003"/>
              <a:gd name="connsiteY4402" fmla="*/ 2591407 h 6857801"/>
              <a:gd name="connsiteX4403" fmla="*/ 6477363 w 12184003"/>
              <a:gd name="connsiteY4403" fmla="*/ 2654952 h 6857801"/>
              <a:gd name="connsiteX4404" fmla="*/ 6411669 w 12184003"/>
              <a:gd name="connsiteY4404" fmla="*/ 2591407 h 6857801"/>
              <a:gd name="connsiteX4405" fmla="*/ 6430557 w 12184003"/>
              <a:gd name="connsiteY4405" fmla="*/ 2546511 h 6857801"/>
              <a:gd name="connsiteX4406" fmla="*/ 6453275 w 12184003"/>
              <a:gd name="connsiteY4406" fmla="*/ 2537484 h 6857801"/>
              <a:gd name="connsiteX4407" fmla="*/ 6453275 w 12184003"/>
              <a:gd name="connsiteY4407" fmla="*/ 1868830 h 6857801"/>
              <a:gd name="connsiteX4408" fmla="*/ 6433567 w 12184003"/>
              <a:gd name="connsiteY4408" fmla="*/ 1849122 h 6857801"/>
              <a:gd name="connsiteX4409" fmla="*/ 6433567 w 12184003"/>
              <a:gd name="connsiteY4409" fmla="*/ 1781175 h 6857801"/>
              <a:gd name="connsiteX4410" fmla="*/ 6361304 w 12184003"/>
              <a:gd name="connsiteY4410" fmla="*/ 1708681 h 6857801"/>
              <a:gd name="connsiteX4411" fmla="*/ 6361304 w 12184003"/>
              <a:gd name="connsiteY4411" fmla="*/ 2082017 h 6857801"/>
              <a:gd name="connsiteX4412" fmla="*/ 6377727 w 12184003"/>
              <a:gd name="connsiteY4412" fmla="*/ 2088839 h 6857801"/>
              <a:gd name="connsiteX4413" fmla="*/ 6391961 w 12184003"/>
              <a:gd name="connsiteY4413" fmla="*/ 2122790 h 6857801"/>
              <a:gd name="connsiteX4414" fmla="*/ 6343785 w 12184003"/>
              <a:gd name="connsiteY4414" fmla="*/ 2170998 h 6857801"/>
              <a:gd name="connsiteX4415" fmla="*/ 6295609 w 12184003"/>
              <a:gd name="connsiteY4415" fmla="*/ 2122790 h 6857801"/>
              <a:gd name="connsiteX4416" fmla="*/ 6309843 w 12184003"/>
              <a:gd name="connsiteY4416" fmla="*/ 2088839 h 6857801"/>
              <a:gd name="connsiteX4417" fmla="*/ 6326267 w 12184003"/>
              <a:gd name="connsiteY4417" fmla="*/ 2082017 h 6857801"/>
              <a:gd name="connsiteX4418" fmla="*/ 6326267 w 12184003"/>
              <a:gd name="connsiteY4418" fmla="*/ 1673532 h 6857801"/>
              <a:gd name="connsiteX4419" fmla="*/ 6153272 w 12184003"/>
              <a:gd name="connsiteY4419" fmla="*/ 1499988 h 6857801"/>
              <a:gd name="connsiteX4420" fmla="*/ 6153272 w 12184003"/>
              <a:gd name="connsiteY4420" fmla="*/ 2722834 h 6857801"/>
              <a:gd name="connsiteX4421" fmla="*/ 5923347 w 12184003"/>
              <a:gd name="connsiteY4421" fmla="*/ 2954915 h 6857801"/>
              <a:gd name="connsiteX4422" fmla="*/ 5923347 w 12184003"/>
              <a:gd name="connsiteY4422" fmla="*/ 3218584 h 6857801"/>
              <a:gd name="connsiteX4423" fmla="*/ 5939770 w 12184003"/>
              <a:gd name="connsiteY4423" fmla="*/ 3225389 h 6857801"/>
              <a:gd name="connsiteX4424" fmla="*/ 5958383 w 12184003"/>
              <a:gd name="connsiteY4424" fmla="*/ 3270284 h 6857801"/>
              <a:gd name="connsiteX4425" fmla="*/ 5894880 w 12184003"/>
              <a:gd name="connsiteY4425" fmla="*/ 3333747 h 6857801"/>
              <a:gd name="connsiteX4426" fmla="*/ 5831380 w 12184003"/>
              <a:gd name="connsiteY4426" fmla="*/ 3270284 h 6857801"/>
              <a:gd name="connsiteX4427" fmla="*/ 5849993 w 12184003"/>
              <a:gd name="connsiteY4427" fmla="*/ 3225389 h 6857801"/>
              <a:gd name="connsiteX4428" fmla="*/ 5877363 w 12184003"/>
              <a:gd name="connsiteY4428" fmla="*/ 3214018 h 6857801"/>
              <a:gd name="connsiteX4429" fmla="*/ 5877363 w 12184003"/>
              <a:gd name="connsiteY4429" fmla="*/ 2935209 h 6857801"/>
              <a:gd name="connsiteX4430" fmla="*/ 6107286 w 12184003"/>
              <a:gd name="connsiteY4430" fmla="*/ 2703096 h 6857801"/>
              <a:gd name="connsiteX4431" fmla="*/ 6107286 w 12184003"/>
              <a:gd name="connsiteY4431" fmla="*/ 1453852 h 6857801"/>
              <a:gd name="connsiteX4432" fmla="*/ 6105096 w 12184003"/>
              <a:gd name="connsiteY4432" fmla="*/ 1451658 h 6857801"/>
              <a:gd name="connsiteX4433" fmla="*/ 6105096 w 12184003"/>
              <a:gd name="connsiteY4433" fmla="*/ 2216946 h 6857801"/>
              <a:gd name="connsiteX4434" fmla="*/ 5967143 w 12184003"/>
              <a:gd name="connsiteY4434" fmla="*/ 2356684 h 6857801"/>
              <a:gd name="connsiteX4435" fmla="*/ 5967143 w 12184003"/>
              <a:gd name="connsiteY4435" fmla="*/ 2429398 h 6857801"/>
              <a:gd name="connsiteX4436" fmla="*/ 5934296 w 12184003"/>
              <a:gd name="connsiteY4436" fmla="*/ 2462243 h 6857801"/>
              <a:gd name="connsiteX4437" fmla="*/ 5934296 w 12184003"/>
              <a:gd name="connsiteY4437" fmla="*/ 2584386 h 6857801"/>
              <a:gd name="connsiteX4438" fmla="*/ 5948530 w 12184003"/>
              <a:gd name="connsiteY4438" fmla="*/ 2590307 h 6857801"/>
              <a:gd name="connsiteX4439" fmla="*/ 5962763 w 12184003"/>
              <a:gd name="connsiteY4439" fmla="*/ 2624258 h 6857801"/>
              <a:gd name="connsiteX4440" fmla="*/ 5914589 w 12184003"/>
              <a:gd name="connsiteY4440" fmla="*/ 2672471 h 6857801"/>
              <a:gd name="connsiteX4441" fmla="*/ 5866416 w 12184003"/>
              <a:gd name="connsiteY4441" fmla="*/ 2624258 h 6857801"/>
              <a:gd name="connsiteX4442" fmla="*/ 5880648 w 12184003"/>
              <a:gd name="connsiteY4442" fmla="*/ 2590307 h 6857801"/>
              <a:gd name="connsiteX4443" fmla="*/ 5901451 w 12184003"/>
              <a:gd name="connsiteY4443" fmla="*/ 2581590 h 6857801"/>
              <a:gd name="connsiteX4444" fmla="*/ 5901451 w 12184003"/>
              <a:gd name="connsiteY4444" fmla="*/ 2495058 h 6857801"/>
              <a:gd name="connsiteX4445" fmla="*/ 5629926 w 12184003"/>
              <a:gd name="connsiteY4445" fmla="*/ 2766629 h 6857801"/>
              <a:gd name="connsiteX4446" fmla="*/ 5629926 w 12184003"/>
              <a:gd name="connsiteY4446" fmla="*/ 3215539 h 6857801"/>
              <a:gd name="connsiteX4447" fmla="*/ 5651823 w 12184003"/>
              <a:gd name="connsiteY4447" fmla="*/ 3224299 h 6857801"/>
              <a:gd name="connsiteX4448" fmla="*/ 5664962 w 12184003"/>
              <a:gd name="connsiteY4448" fmla="*/ 3257105 h 6857801"/>
              <a:gd name="connsiteX4449" fmla="*/ 5618976 w 12184003"/>
              <a:gd name="connsiteY4449" fmla="*/ 3303130 h 6857801"/>
              <a:gd name="connsiteX4450" fmla="*/ 5572994 w 12184003"/>
              <a:gd name="connsiteY4450" fmla="*/ 3257105 h 6857801"/>
              <a:gd name="connsiteX4451" fmla="*/ 5586952 w 12184003"/>
              <a:gd name="connsiteY4451" fmla="*/ 3224299 h 6857801"/>
              <a:gd name="connsiteX4452" fmla="*/ 5608029 w 12184003"/>
              <a:gd name="connsiteY4452" fmla="*/ 3215649 h 6857801"/>
              <a:gd name="connsiteX4453" fmla="*/ 5608029 w 12184003"/>
              <a:gd name="connsiteY4453" fmla="*/ 2757872 h 6857801"/>
              <a:gd name="connsiteX4454" fmla="*/ 5731169 w 12184003"/>
              <a:gd name="connsiteY4454" fmla="*/ 2634686 h 6857801"/>
              <a:gd name="connsiteX4455" fmla="*/ 5708756 w 12184003"/>
              <a:gd name="connsiteY4455" fmla="*/ 2643996 h 6857801"/>
              <a:gd name="connsiteX4456" fmla="*/ 5675908 w 12184003"/>
              <a:gd name="connsiteY4456" fmla="*/ 2611150 h 6857801"/>
              <a:gd name="connsiteX4457" fmla="*/ 5685764 w 12184003"/>
              <a:gd name="connsiteY4457" fmla="*/ 2588119 h 6857801"/>
              <a:gd name="connsiteX4458" fmla="*/ 5699999 w 12184003"/>
              <a:gd name="connsiteY4458" fmla="*/ 2582024 h 6857801"/>
              <a:gd name="connsiteX4459" fmla="*/ 5699999 w 12184003"/>
              <a:gd name="connsiteY4459" fmla="*/ 2243230 h 6857801"/>
              <a:gd name="connsiteX4460" fmla="*/ 5945246 w 12184003"/>
              <a:gd name="connsiteY4460" fmla="*/ 2000160 h 6857801"/>
              <a:gd name="connsiteX4461" fmla="*/ 5945246 w 12184003"/>
              <a:gd name="connsiteY4461" fmla="*/ 1498754 h 6857801"/>
              <a:gd name="connsiteX4462" fmla="*/ 5923347 w 12184003"/>
              <a:gd name="connsiteY4462" fmla="*/ 1489996 h 6857801"/>
              <a:gd name="connsiteX4463" fmla="*/ 5910209 w 12184003"/>
              <a:gd name="connsiteY4463" fmla="*/ 1457146 h 6857801"/>
              <a:gd name="connsiteX4464" fmla="*/ 5923347 w 12184003"/>
              <a:gd name="connsiteY4464" fmla="*/ 1424300 h 6857801"/>
              <a:gd name="connsiteX4465" fmla="*/ 5951814 w 12184003"/>
              <a:gd name="connsiteY4465" fmla="*/ 1412913 h 6857801"/>
              <a:gd name="connsiteX4466" fmla="*/ 5951814 w 12184003"/>
              <a:gd name="connsiteY4466" fmla="*/ 1312426 h 6857801"/>
              <a:gd name="connsiteX4467" fmla="*/ 5933474 w 12184003"/>
              <a:gd name="connsiteY4467" fmla="*/ 1305782 h 6857801"/>
              <a:gd name="connsiteX4468" fmla="*/ 5923347 w 12184003"/>
              <a:gd name="connsiteY4468" fmla="*/ 1281963 h 6857801"/>
              <a:gd name="connsiteX4469" fmla="*/ 5927420 w 12184003"/>
              <a:gd name="connsiteY4469" fmla="*/ 1273410 h 6857801"/>
              <a:gd name="connsiteX4470" fmla="*/ 5767879 w 12184003"/>
              <a:gd name="connsiteY4470" fmla="*/ 1113352 h 6857801"/>
              <a:gd name="connsiteX4471" fmla="*/ 5767879 w 12184003"/>
              <a:gd name="connsiteY4471" fmla="*/ 673220 h 6857801"/>
              <a:gd name="connsiteX4472" fmla="*/ 5638685 w 12184003"/>
              <a:gd name="connsiteY4472" fmla="*/ 544021 h 6857801"/>
              <a:gd name="connsiteX4473" fmla="*/ 5638685 w 12184003"/>
              <a:gd name="connsiteY4473" fmla="*/ 138902 h 6857801"/>
              <a:gd name="connsiteX4474" fmla="*/ 9221193 w 12184003"/>
              <a:gd name="connsiteY4474" fmla="*/ 113203 h 6857801"/>
              <a:gd name="connsiteX4475" fmla="*/ 9138897 w 12184003"/>
              <a:gd name="connsiteY4475" fmla="*/ 195778 h 6857801"/>
              <a:gd name="connsiteX4476" fmla="*/ 9157690 w 12184003"/>
              <a:gd name="connsiteY4476" fmla="*/ 195778 h 6857801"/>
              <a:gd name="connsiteX4477" fmla="*/ 9221193 w 12184003"/>
              <a:gd name="connsiteY4477" fmla="*/ 132276 h 6857801"/>
              <a:gd name="connsiteX4478" fmla="*/ 2962801 w 12184003"/>
              <a:gd name="connsiteY4478" fmla="*/ 112612 h 6857801"/>
              <a:gd name="connsiteX4479" fmla="*/ 2962801 w 12184003"/>
              <a:gd name="connsiteY4479" fmla="*/ 145453 h 6857801"/>
              <a:gd name="connsiteX4480" fmla="*/ 3076671 w 12184003"/>
              <a:gd name="connsiteY4480" fmla="*/ 259325 h 6857801"/>
              <a:gd name="connsiteX4481" fmla="*/ 3516819 w 12184003"/>
              <a:gd name="connsiteY4481" fmla="*/ 259325 h 6857801"/>
              <a:gd name="connsiteX4482" fmla="*/ 3829955 w 12184003"/>
              <a:gd name="connsiteY4482" fmla="*/ 572467 h 6857801"/>
              <a:gd name="connsiteX4483" fmla="*/ 3829955 w 12184003"/>
              <a:gd name="connsiteY4483" fmla="*/ 833053 h 6857801"/>
              <a:gd name="connsiteX4484" fmla="*/ 3925090 w 12184003"/>
              <a:gd name="connsiteY4484" fmla="*/ 833053 h 6857801"/>
              <a:gd name="connsiteX4485" fmla="*/ 3926298 w 12184003"/>
              <a:gd name="connsiteY4485" fmla="*/ 508966 h 6857801"/>
              <a:gd name="connsiteX4486" fmla="*/ 3866171 w 12184003"/>
              <a:gd name="connsiteY4486" fmla="*/ 448836 h 6857801"/>
              <a:gd name="connsiteX4487" fmla="*/ 3855954 w 12184003"/>
              <a:gd name="connsiteY4487" fmla="*/ 450654 h 6857801"/>
              <a:gd name="connsiteX4488" fmla="*/ 3821192 w 12184003"/>
              <a:gd name="connsiteY4488" fmla="*/ 436693 h 6857801"/>
              <a:gd name="connsiteX4489" fmla="*/ 3808054 w 12184003"/>
              <a:gd name="connsiteY4489" fmla="*/ 401930 h 6857801"/>
              <a:gd name="connsiteX4490" fmla="*/ 3811238 w 12184003"/>
              <a:gd name="connsiteY4490" fmla="*/ 393899 h 6857801"/>
              <a:gd name="connsiteX4491" fmla="*/ 3529963 w 12184003"/>
              <a:gd name="connsiteY4491" fmla="*/ 112612 h 6857801"/>
              <a:gd name="connsiteX4492" fmla="*/ 2929960 w 12184003"/>
              <a:gd name="connsiteY4492" fmla="*/ 112612 h 6857801"/>
              <a:gd name="connsiteX4493" fmla="*/ 2945279 w 12184003"/>
              <a:gd name="connsiteY4493" fmla="*/ 127935 h 6857801"/>
              <a:gd name="connsiteX4494" fmla="*/ 2945279 w 12184003"/>
              <a:gd name="connsiteY4494" fmla="*/ 112612 h 6857801"/>
              <a:gd name="connsiteX4495" fmla="*/ 2750390 w 12184003"/>
              <a:gd name="connsiteY4495" fmla="*/ 112612 h 6857801"/>
              <a:gd name="connsiteX4496" fmla="*/ 2750390 w 12184003"/>
              <a:gd name="connsiteY4496" fmla="*/ 259325 h 6857801"/>
              <a:gd name="connsiteX4497" fmla="*/ 3004408 w 12184003"/>
              <a:gd name="connsiteY4497" fmla="*/ 259325 h 6857801"/>
              <a:gd name="connsiteX4498" fmla="*/ 2945279 w 12184003"/>
              <a:gd name="connsiteY4498" fmla="*/ 200199 h 6857801"/>
              <a:gd name="connsiteX4499" fmla="*/ 2945279 w 12184003"/>
              <a:gd name="connsiteY4499" fmla="*/ 160205 h 6857801"/>
              <a:gd name="connsiteX4500" fmla="*/ 2897529 w 12184003"/>
              <a:gd name="connsiteY4500" fmla="*/ 112612 h 6857801"/>
              <a:gd name="connsiteX4501" fmla="*/ 2520483 w 12184003"/>
              <a:gd name="connsiteY4501" fmla="*/ 112612 h 6857801"/>
              <a:gd name="connsiteX4502" fmla="*/ 2667512 w 12184003"/>
              <a:gd name="connsiteY4502" fmla="*/ 259325 h 6857801"/>
              <a:gd name="connsiteX4503" fmla="*/ 2715352 w 12184003"/>
              <a:gd name="connsiteY4503" fmla="*/ 259325 h 6857801"/>
              <a:gd name="connsiteX4504" fmla="*/ 2715352 w 12184003"/>
              <a:gd name="connsiteY4504" fmla="*/ 112612 h 6857801"/>
              <a:gd name="connsiteX4505" fmla="*/ 2465191 w 12184003"/>
              <a:gd name="connsiteY4505" fmla="*/ 112612 h 6857801"/>
              <a:gd name="connsiteX4506" fmla="*/ 2465713 w 12184003"/>
              <a:gd name="connsiteY4506" fmla="*/ 113139 h 6857801"/>
              <a:gd name="connsiteX4507" fmla="*/ 2465713 w 12184003"/>
              <a:gd name="connsiteY4507" fmla="*/ 112612 h 6857801"/>
              <a:gd name="connsiteX4508" fmla="*/ 2347460 w 12184003"/>
              <a:gd name="connsiteY4508" fmla="*/ 112612 h 6857801"/>
              <a:gd name="connsiteX4509" fmla="*/ 2347460 w 12184003"/>
              <a:gd name="connsiteY4509" fmla="*/ 213337 h 6857801"/>
              <a:gd name="connsiteX4510" fmla="*/ 2612434 w 12184003"/>
              <a:gd name="connsiteY4510" fmla="*/ 478309 h 6857801"/>
              <a:gd name="connsiteX4511" fmla="*/ 2642409 w 12184003"/>
              <a:gd name="connsiteY4511" fmla="*/ 478309 h 6857801"/>
              <a:gd name="connsiteX4512" fmla="*/ 2649660 w 12184003"/>
              <a:gd name="connsiteY4512" fmla="*/ 460789 h 6857801"/>
              <a:gd name="connsiteX4513" fmla="*/ 2713166 w 12184003"/>
              <a:gd name="connsiteY4513" fmla="*/ 460789 h 6857801"/>
              <a:gd name="connsiteX4514" fmla="*/ 2726306 w 12184003"/>
              <a:gd name="connsiteY4514" fmla="*/ 492541 h 6857801"/>
              <a:gd name="connsiteX4515" fmla="*/ 2714524 w 12184003"/>
              <a:gd name="connsiteY4515" fmla="*/ 521014 h 6857801"/>
              <a:gd name="connsiteX4516" fmla="*/ 2755272 w 12184003"/>
              <a:gd name="connsiteY4516" fmla="*/ 561516 h 6857801"/>
              <a:gd name="connsiteX4517" fmla="*/ 2848832 w 12184003"/>
              <a:gd name="connsiteY4517" fmla="*/ 561516 h 6857801"/>
              <a:gd name="connsiteX4518" fmla="*/ 2853311 w 12184003"/>
              <a:gd name="connsiteY4518" fmla="*/ 550566 h 6857801"/>
              <a:gd name="connsiteX4519" fmla="*/ 2877398 w 12184003"/>
              <a:gd name="connsiteY4519" fmla="*/ 540711 h 6857801"/>
              <a:gd name="connsiteX4520" fmla="*/ 2894073 w 12184003"/>
              <a:gd name="connsiteY4520" fmla="*/ 547533 h 6857801"/>
              <a:gd name="connsiteX4521" fmla="*/ 2638706 w 12184003"/>
              <a:gd name="connsiteY4521" fmla="*/ 292171 h 6857801"/>
              <a:gd name="connsiteX4522" fmla="*/ 2597101 w 12184003"/>
              <a:gd name="connsiteY4522" fmla="*/ 292171 h 6857801"/>
              <a:gd name="connsiteX4523" fmla="*/ 2417541 w 12184003"/>
              <a:gd name="connsiteY4523" fmla="*/ 112612 h 6857801"/>
              <a:gd name="connsiteX4524" fmla="*/ 6733571 w 12184003"/>
              <a:gd name="connsiteY4524" fmla="*/ 79462 h 6857801"/>
              <a:gd name="connsiteX4525" fmla="*/ 6707913 w 12184003"/>
              <a:gd name="connsiteY4525" fmla="*/ 105306 h 6857801"/>
              <a:gd name="connsiteX4526" fmla="*/ 6713863 w 12184003"/>
              <a:gd name="connsiteY4526" fmla="*/ 119190 h 6857801"/>
              <a:gd name="connsiteX4527" fmla="*/ 6704009 w 12184003"/>
              <a:gd name="connsiteY4527" fmla="*/ 142183 h 6857801"/>
              <a:gd name="connsiteX4528" fmla="*/ 6689775 w 12184003"/>
              <a:gd name="connsiteY4528" fmla="*/ 148283 h 6857801"/>
              <a:gd name="connsiteX4529" fmla="*/ 6689775 w 12184003"/>
              <a:gd name="connsiteY4529" fmla="*/ 876867 h 6857801"/>
              <a:gd name="connsiteX4530" fmla="*/ 6712861 w 12184003"/>
              <a:gd name="connsiteY4530" fmla="*/ 853782 h 6857801"/>
              <a:gd name="connsiteX4531" fmla="*/ 6710579 w 12184003"/>
              <a:gd name="connsiteY4531" fmla="*/ 852781 h 6857801"/>
              <a:gd name="connsiteX4532" fmla="*/ 6691965 w 12184003"/>
              <a:gd name="connsiteY4532" fmla="*/ 806794 h 6857801"/>
              <a:gd name="connsiteX4533" fmla="*/ 6710579 w 12184003"/>
              <a:gd name="connsiteY4533" fmla="*/ 761903 h 6857801"/>
              <a:gd name="connsiteX4534" fmla="*/ 6733571 w 12184003"/>
              <a:gd name="connsiteY4534" fmla="*/ 752369 h 6857801"/>
              <a:gd name="connsiteX4535" fmla="*/ 5616786 w 12184003"/>
              <a:gd name="connsiteY4535" fmla="*/ 52405 h 6857801"/>
              <a:gd name="connsiteX4536" fmla="*/ 5616786 w 12184003"/>
              <a:gd name="connsiteY4536" fmla="*/ 95106 h 6857801"/>
              <a:gd name="connsiteX4537" fmla="*/ 5638685 w 12184003"/>
              <a:gd name="connsiteY4537" fmla="*/ 117005 h 6857801"/>
              <a:gd name="connsiteX4538" fmla="*/ 5638685 w 12184003"/>
              <a:gd name="connsiteY4538" fmla="*/ 74961 h 6857801"/>
              <a:gd name="connsiteX4539" fmla="*/ 5623355 w 12184003"/>
              <a:gd name="connsiteY4539" fmla="*/ 68830 h 6857801"/>
              <a:gd name="connsiteX4540" fmla="*/ 9764597 w 12184003"/>
              <a:gd name="connsiteY4540" fmla="*/ 51258 h 6857801"/>
              <a:gd name="connsiteX4541" fmla="*/ 9586890 w 12184003"/>
              <a:gd name="connsiteY4541" fmla="*/ 230816 h 6857801"/>
              <a:gd name="connsiteX4542" fmla="*/ 9545292 w 12184003"/>
              <a:gd name="connsiteY4542" fmla="*/ 230816 h 6857801"/>
              <a:gd name="connsiteX4543" fmla="*/ 9293644 w 12184003"/>
              <a:gd name="connsiteY4543" fmla="*/ 482465 h 6857801"/>
              <a:gd name="connsiteX4544" fmla="*/ 9306595 w 12184003"/>
              <a:gd name="connsiteY4544" fmla="*/ 477166 h 6857801"/>
              <a:gd name="connsiteX4545" fmla="*/ 9330683 w 12184003"/>
              <a:gd name="connsiteY4545" fmla="*/ 487021 h 6857801"/>
              <a:gd name="connsiteX4546" fmla="*/ 9336059 w 12184003"/>
              <a:gd name="connsiteY4546" fmla="*/ 500162 h 6857801"/>
              <a:gd name="connsiteX4547" fmla="*/ 9424853 w 12184003"/>
              <a:gd name="connsiteY4547" fmla="*/ 500162 h 6857801"/>
              <a:gd name="connsiteX4548" fmla="*/ 9466720 w 12184003"/>
              <a:gd name="connsiteY4548" fmla="*/ 458295 h 6857801"/>
              <a:gd name="connsiteX4549" fmla="*/ 9455503 w 12184003"/>
              <a:gd name="connsiteY4549" fmla="*/ 431188 h 6857801"/>
              <a:gd name="connsiteX4550" fmla="*/ 9468642 w 12184003"/>
              <a:gd name="connsiteY4550" fmla="*/ 399436 h 6857801"/>
              <a:gd name="connsiteX4551" fmla="*/ 9532146 w 12184003"/>
              <a:gd name="connsiteY4551" fmla="*/ 399436 h 6857801"/>
              <a:gd name="connsiteX4552" fmla="*/ 9538490 w 12184003"/>
              <a:gd name="connsiteY4552" fmla="*/ 414767 h 6857801"/>
              <a:gd name="connsiteX4553" fmla="*/ 9573744 w 12184003"/>
              <a:gd name="connsiteY4553" fmla="*/ 414767 h 6857801"/>
              <a:gd name="connsiteX4554" fmla="*/ 9836528 w 12184003"/>
              <a:gd name="connsiteY4554" fmla="*/ 151983 h 6857801"/>
              <a:gd name="connsiteX4555" fmla="*/ 9836528 w 12184003"/>
              <a:gd name="connsiteY4555" fmla="*/ 51258 h 6857801"/>
              <a:gd name="connsiteX4556" fmla="*/ 9466452 w 12184003"/>
              <a:gd name="connsiteY4556" fmla="*/ 51258 h 6857801"/>
              <a:gd name="connsiteX4557" fmla="*/ 9466452 w 12184003"/>
              <a:gd name="connsiteY4557" fmla="*/ 195778 h 6857801"/>
              <a:gd name="connsiteX4558" fmla="*/ 9516495 w 12184003"/>
              <a:gd name="connsiteY4558" fmla="*/ 195778 h 6857801"/>
              <a:gd name="connsiteX4559" fmla="*/ 9661323 w 12184003"/>
              <a:gd name="connsiteY4559" fmla="*/ 51258 h 6857801"/>
              <a:gd name="connsiteX4560" fmla="*/ 9282929 w 12184003"/>
              <a:gd name="connsiteY4560" fmla="*/ 51258 h 6857801"/>
              <a:gd name="connsiteX4561" fmla="*/ 9238711 w 12184003"/>
              <a:gd name="connsiteY4561" fmla="*/ 95625 h 6857801"/>
              <a:gd name="connsiteX4562" fmla="*/ 9238711 w 12184003"/>
              <a:gd name="connsiteY4562" fmla="*/ 138844 h 6857801"/>
              <a:gd name="connsiteX4563" fmla="*/ 9181777 w 12184003"/>
              <a:gd name="connsiteY4563" fmla="*/ 195778 h 6857801"/>
              <a:gd name="connsiteX4564" fmla="*/ 9433605 w 12184003"/>
              <a:gd name="connsiteY4564" fmla="*/ 195778 h 6857801"/>
              <a:gd name="connsiteX4565" fmla="*/ 9433605 w 12184003"/>
              <a:gd name="connsiteY4565" fmla="*/ 51258 h 6857801"/>
              <a:gd name="connsiteX4566" fmla="*/ 9238711 w 12184003"/>
              <a:gd name="connsiteY4566" fmla="*/ 51258 h 6857801"/>
              <a:gd name="connsiteX4567" fmla="*/ 9238711 w 12184003"/>
              <a:gd name="connsiteY4567" fmla="*/ 64900 h 6857801"/>
              <a:gd name="connsiteX4568" fmla="*/ 9252306 w 12184003"/>
              <a:gd name="connsiteY4568" fmla="*/ 51258 h 6857801"/>
              <a:gd name="connsiteX4569" fmla="*/ 8654032 w 12184003"/>
              <a:gd name="connsiteY4569" fmla="*/ 51258 h 6857801"/>
              <a:gd name="connsiteX4570" fmla="*/ 8372766 w 12184003"/>
              <a:gd name="connsiteY4570" fmla="*/ 332525 h 6857801"/>
              <a:gd name="connsiteX4571" fmla="*/ 8375380 w 12184003"/>
              <a:gd name="connsiteY4571" fmla="*/ 338384 h 6857801"/>
              <a:gd name="connsiteX4572" fmla="*/ 8360599 w 12184003"/>
              <a:gd name="connsiteY4572" fmla="*/ 373148 h 6857801"/>
              <a:gd name="connsiteX4573" fmla="*/ 8327477 w 12184003"/>
              <a:gd name="connsiteY4573" fmla="*/ 387107 h 6857801"/>
              <a:gd name="connsiteX4574" fmla="*/ 8319559 w 12184003"/>
              <a:gd name="connsiteY4574" fmla="*/ 385731 h 6857801"/>
              <a:gd name="connsiteX4575" fmla="*/ 8257677 w 12184003"/>
              <a:gd name="connsiteY4575" fmla="*/ 447613 h 6857801"/>
              <a:gd name="connsiteX4576" fmla="*/ 8257677 w 12184003"/>
              <a:gd name="connsiteY4576" fmla="*/ 769509 h 6857801"/>
              <a:gd name="connsiteX4577" fmla="*/ 8353149 w 12184003"/>
              <a:gd name="connsiteY4577" fmla="*/ 769509 h 6857801"/>
              <a:gd name="connsiteX4578" fmla="*/ 8351839 w 12184003"/>
              <a:gd name="connsiteY4578" fmla="*/ 508921 h 6857801"/>
              <a:gd name="connsiteX4579" fmla="*/ 8664982 w 12184003"/>
              <a:gd name="connsiteY4579" fmla="*/ 195778 h 6857801"/>
              <a:gd name="connsiteX4580" fmla="*/ 9108279 w 12184003"/>
              <a:gd name="connsiteY4580" fmla="*/ 195778 h 6857801"/>
              <a:gd name="connsiteX4581" fmla="*/ 9221193 w 12184003"/>
              <a:gd name="connsiteY4581" fmla="*/ 82477 h 6857801"/>
              <a:gd name="connsiteX4582" fmla="*/ 9221193 w 12184003"/>
              <a:gd name="connsiteY4582" fmla="*/ 51258 h 6857801"/>
              <a:gd name="connsiteX4583" fmla="*/ 6921894 w 12184003"/>
              <a:gd name="connsiteY4583" fmla="*/ 9991 h 6857801"/>
              <a:gd name="connsiteX4584" fmla="*/ 6882478 w 12184003"/>
              <a:gd name="connsiteY4584" fmla="*/ 49119 h 6857801"/>
              <a:gd name="connsiteX4585" fmla="*/ 6882478 w 12184003"/>
              <a:gd name="connsiteY4585" fmla="*/ 674046 h 6857801"/>
              <a:gd name="connsiteX4586" fmla="*/ 6894522 w 12184003"/>
              <a:gd name="connsiteY4586" fmla="*/ 679782 h 6857801"/>
              <a:gd name="connsiteX4587" fmla="*/ 6904376 w 12184003"/>
              <a:gd name="connsiteY4587" fmla="*/ 703869 h 6857801"/>
              <a:gd name="connsiteX4588" fmla="*/ 6896204 w 12184003"/>
              <a:gd name="connsiteY4588" fmla="*/ 722940 h 6857801"/>
              <a:gd name="connsiteX4589" fmla="*/ 6910146 w 12184003"/>
              <a:gd name="connsiteY4589" fmla="*/ 728710 h 6857801"/>
              <a:gd name="connsiteX4590" fmla="*/ 6921894 w 12184003"/>
              <a:gd name="connsiteY4590" fmla="*/ 716962 h 6857801"/>
              <a:gd name="connsiteX4591" fmla="*/ 6078819 w 12184003"/>
              <a:gd name="connsiteY4591" fmla="*/ 9567 h 6857801"/>
              <a:gd name="connsiteX4592" fmla="*/ 6065681 w 12184003"/>
              <a:gd name="connsiteY4592" fmla="*/ 22842 h 6857801"/>
              <a:gd name="connsiteX4593" fmla="*/ 6065681 w 12184003"/>
              <a:gd name="connsiteY4593" fmla="*/ 112625 h 6857801"/>
              <a:gd name="connsiteX4594" fmla="*/ 6078819 w 12184003"/>
              <a:gd name="connsiteY4594" fmla="*/ 125763 h 6857801"/>
              <a:gd name="connsiteX4595" fmla="*/ 5616786 w 12184003"/>
              <a:gd name="connsiteY4595" fmla="*/ 5327 h 6857801"/>
              <a:gd name="connsiteX4596" fmla="*/ 5616786 w 12184003"/>
              <a:gd name="connsiteY4596" fmla="*/ 19561 h 6857801"/>
              <a:gd name="connsiteX4597" fmla="*/ 5620852 w 12184003"/>
              <a:gd name="connsiteY4597" fmla="*/ 9393 h 6857801"/>
              <a:gd name="connsiteX4598" fmla="*/ 7368615 w 12184003"/>
              <a:gd name="connsiteY4598" fmla="*/ 0 h 6857801"/>
              <a:gd name="connsiteX4599" fmla="*/ 7390513 w 12184003"/>
              <a:gd name="connsiteY4599" fmla="*/ 0 h 6857801"/>
              <a:gd name="connsiteX4600" fmla="*/ 7390513 w 12184003"/>
              <a:gd name="connsiteY4600" fmla="*/ 307520 h 6857801"/>
              <a:gd name="connsiteX4601" fmla="*/ 7412411 w 12184003"/>
              <a:gd name="connsiteY4601" fmla="*/ 316279 h 6857801"/>
              <a:gd name="connsiteX4602" fmla="*/ 7425550 w 12184003"/>
              <a:gd name="connsiteY4602" fmla="*/ 349127 h 6857801"/>
              <a:gd name="connsiteX4603" fmla="*/ 7379564 w 12184003"/>
              <a:gd name="connsiteY4603" fmla="*/ 395112 h 6857801"/>
              <a:gd name="connsiteX4604" fmla="*/ 7333579 w 12184003"/>
              <a:gd name="connsiteY4604" fmla="*/ 349127 h 6857801"/>
              <a:gd name="connsiteX4605" fmla="*/ 7346718 w 12184003"/>
              <a:gd name="connsiteY4605" fmla="*/ 316279 h 6857801"/>
              <a:gd name="connsiteX4606" fmla="*/ 7368615 w 12184003"/>
              <a:gd name="connsiteY4606" fmla="*/ 307520 h 6857801"/>
              <a:gd name="connsiteX4607" fmla="*/ 798334 w 12184003"/>
              <a:gd name="connsiteY4607" fmla="*/ 0 h 6857801"/>
              <a:gd name="connsiteX4608" fmla="*/ 831295 w 12184003"/>
              <a:gd name="connsiteY4608" fmla="*/ 0 h 6857801"/>
              <a:gd name="connsiteX4609" fmla="*/ 1957653 w 12184003"/>
              <a:gd name="connsiteY4609" fmla="*/ 1124333 h 6857801"/>
              <a:gd name="connsiteX4610" fmla="*/ 1957669 w 12184003"/>
              <a:gd name="connsiteY4610" fmla="*/ 1124294 h 6857801"/>
              <a:gd name="connsiteX4611" fmla="*/ 1959858 w 12184003"/>
              <a:gd name="connsiteY4611" fmla="*/ 1124294 h 6857801"/>
              <a:gd name="connsiteX4612" fmla="*/ 2023363 w 12184003"/>
              <a:gd name="connsiteY4612" fmla="*/ 1124294 h 6857801"/>
              <a:gd name="connsiteX4613" fmla="*/ 2035143 w 12184003"/>
              <a:gd name="connsiteY4613" fmla="*/ 1152764 h 6857801"/>
              <a:gd name="connsiteX4614" fmla="*/ 2633122 w 12184003"/>
              <a:gd name="connsiteY4614" fmla="*/ 1152764 h 6857801"/>
              <a:gd name="connsiteX4615" fmla="*/ 2643089 w 12184003"/>
              <a:gd name="connsiteY4615" fmla="*/ 1128674 h 6857801"/>
              <a:gd name="connsiteX4616" fmla="*/ 2706597 w 12184003"/>
              <a:gd name="connsiteY4616" fmla="*/ 1128674 h 6857801"/>
              <a:gd name="connsiteX4617" fmla="*/ 2719738 w 12184003"/>
              <a:gd name="connsiteY4617" fmla="*/ 1160426 h 6857801"/>
              <a:gd name="connsiteX4618" fmla="*/ 2711082 w 12184003"/>
              <a:gd name="connsiteY4618" fmla="*/ 1181336 h 6857801"/>
              <a:gd name="connsiteX4619" fmla="*/ 3059154 w 12184003"/>
              <a:gd name="connsiteY4619" fmla="*/ 1529410 h 6857801"/>
              <a:gd name="connsiteX4620" fmla="*/ 3059154 w 12184003"/>
              <a:gd name="connsiteY4620" fmla="*/ 1267527 h 6857801"/>
              <a:gd name="connsiteX4621" fmla="*/ 2887723 w 12184003"/>
              <a:gd name="connsiteY4621" fmla="*/ 1095284 h 6857801"/>
              <a:gd name="connsiteX4622" fmla="*/ 2873018 w 12184003"/>
              <a:gd name="connsiteY4622" fmla="*/ 1101302 h 6857801"/>
              <a:gd name="connsiteX4623" fmla="*/ 2848931 w 12184003"/>
              <a:gd name="connsiteY4623" fmla="*/ 1091447 h 6857801"/>
              <a:gd name="connsiteX4624" fmla="*/ 2843555 w 12184003"/>
              <a:gd name="connsiteY4624" fmla="*/ 1078310 h 6857801"/>
              <a:gd name="connsiteX4625" fmla="*/ 2393544 w 12184003"/>
              <a:gd name="connsiteY4625" fmla="*/ 1078310 h 6857801"/>
              <a:gd name="connsiteX4626" fmla="*/ 2389065 w 12184003"/>
              <a:gd name="connsiteY4626" fmla="*/ 1089258 h 6857801"/>
              <a:gd name="connsiteX4627" fmla="*/ 2340889 w 12184003"/>
              <a:gd name="connsiteY4627" fmla="*/ 1089258 h 6857801"/>
              <a:gd name="connsiteX4628" fmla="*/ 2331036 w 12184003"/>
              <a:gd name="connsiteY4628" fmla="*/ 1065171 h 6857801"/>
              <a:gd name="connsiteX4629" fmla="*/ 2333896 w 12184003"/>
              <a:gd name="connsiteY4629" fmla="*/ 1058178 h 6857801"/>
              <a:gd name="connsiteX4630" fmla="*/ 1445251 w 12184003"/>
              <a:gd name="connsiteY4630" fmla="*/ 169542 h 6857801"/>
              <a:gd name="connsiteX4631" fmla="*/ 1445251 w 12184003"/>
              <a:gd name="connsiteY4631" fmla="*/ 0 h 6857801"/>
              <a:gd name="connsiteX4632" fmla="*/ 1460578 w 12184003"/>
              <a:gd name="connsiteY4632" fmla="*/ 0 h 6857801"/>
              <a:gd name="connsiteX4633" fmla="*/ 1460578 w 12184003"/>
              <a:gd name="connsiteY4633" fmla="*/ 162972 h 6857801"/>
              <a:gd name="connsiteX4634" fmla="*/ 2340875 w 12184003"/>
              <a:gd name="connsiteY4634" fmla="*/ 1041119 h 6857801"/>
              <a:gd name="connsiteX4635" fmla="*/ 2340889 w 12184003"/>
              <a:gd name="connsiteY4635" fmla="*/ 1041082 h 6857801"/>
              <a:gd name="connsiteX4636" fmla="*/ 2389065 w 12184003"/>
              <a:gd name="connsiteY4636" fmla="*/ 1041082 h 6857801"/>
              <a:gd name="connsiteX4637" fmla="*/ 2398026 w 12184003"/>
              <a:gd name="connsiteY4637" fmla="*/ 1062980 h 6857801"/>
              <a:gd name="connsiteX4638" fmla="*/ 2840869 w 12184003"/>
              <a:gd name="connsiteY4638" fmla="*/ 1062980 h 6857801"/>
              <a:gd name="connsiteX4639" fmla="*/ 2848931 w 12184003"/>
              <a:gd name="connsiteY4639" fmla="*/ 1043272 h 6857801"/>
              <a:gd name="connsiteX4640" fmla="*/ 2897106 w 12184003"/>
              <a:gd name="connsiteY4640" fmla="*/ 1043272 h 6857801"/>
              <a:gd name="connsiteX4641" fmla="*/ 2906962 w 12184003"/>
              <a:gd name="connsiteY4641" fmla="*/ 1067358 h 6857801"/>
              <a:gd name="connsiteX4642" fmla="*/ 2899649 w 12184003"/>
              <a:gd name="connsiteY4642" fmla="*/ 1085232 h 6857801"/>
              <a:gd name="connsiteX4643" fmla="*/ 3059154 w 12184003"/>
              <a:gd name="connsiteY4643" fmla="*/ 1244740 h 6857801"/>
              <a:gd name="connsiteX4644" fmla="*/ 3059154 w 12184003"/>
              <a:gd name="connsiteY4644" fmla="*/ 1168394 h 6857801"/>
              <a:gd name="connsiteX4645" fmla="*/ 3037256 w 12184003"/>
              <a:gd name="connsiteY4645" fmla="*/ 1159332 h 6857801"/>
              <a:gd name="connsiteX4646" fmla="*/ 3024119 w 12184003"/>
              <a:gd name="connsiteY4646" fmla="*/ 1127579 h 6857801"/>
              <a:gd name="connsiteX4647" fmla="*/ 3032769 w 12184003"/>
              <a:gd name="connsiteY4647" fmla="*/ 1106670 h 6857801"/>
              <a:gd name="connsiteX4648" fmla="*/ 2505124 w 12184003"/>
              <a:gd name="connsiteY4648" fmla="*/ 579035 h 6857801"/>
              <a:gd name="connsiteX4649" fmla="*/ 2437243 w 12184003"/>
              <a:gd name="connsiteY4649" fmla="*/ 579035 h 6857801"/>
              <a:gd name="connsiteX4650" fmla="*/ 2359245 w 12184003"/>
              <a:gd name="connsiteY4650" fmla="*/ 500206 h 6857801"/>
              <a:gd name="connsiteX4651" fmla="*/ 2089063 w 12184003"/>
              <a:gd name="connsiteY4651" fmla="*/ 500206 h 6857801"/>
              <a:gd name="connsiteX4652" fmla="*/ 1855604 w 12184003"/>
              <a:gd name="connsiteY4652" fmla="*/ 266749 h 6857801"/>
              <a:gd name="connsiteX4653" fmla="*/ 1847082 w 12184003"/>
              <a:gd name="connsiteY4653" fmla="*/ 270275 h 6857801"/>
              <a:gd name="connsiteX4654" fmla="*/ 1815331 w 12184003"/>
              <a:gd name="connsiteY4654" fmla="*/ 257135 h 6857801"/>
              <a:gd name="connsiteX4655" fmla="*/ 1815331 w 12184003"/>
              <a:gd name="connsiteY4655" fmla="*/ 193631 h 6857801"/>
              <a:gd name="connsiteX4656" fmla="*/ 1878835 w 12184003"/>
              <a:gd name="connsiteY4656" fmla="*/ 193631 h 6857801"/>
              <a:gd name="connsiteX4657" fmla="*/ 1878835 w 12184003"/>
              <a:gd name="connsiteY4657" fmla="*/ 257135 h 6857801"/>
              <a:gd name="connsiteX4658" fmla="*/ 1877286 w 12184003"/>
              <a:gd name="connsiteY4658" fmla="*/ 257776 h 6857801"/>
              <a:gd name="connsiteX4659" fmla="*/ 2097822 w 12184003"/>
              <a:gd name="connsiteY4659" fmla="*/ 478309 h 6857801"/>
              <a:gd name="connsiteX4660" fmla="*/ 2337576 w 12184003"/>
              <a:gd name="connsiteY4660" fmla="*/ 478309 h 6857801"/>
              <a:gd name="connsiteX4661" fmla="*/ 2266592 w 12184003"/>
              <a:gd name="connsiteY4661" fmla="*/ 406570 h 6857801"/>
              <a:gd name="connsiteX4662" fmla="*/ 2259864 w 12184003"/>
              <a:gd name="connsiteY4662" fmla="*/ 409321 h 6857801"/>
              <a:gd name="connsiteX4663" fmla="*/ 2235776 w 12184003"/>
              <a:gd name="connsiteY4663" fmla="*/ 399468 h 6857801"/>
              <a:gd name="connsiteX4664" fmla="*/ 2235776 w 12184003"/>
              <a:gd name="connsiteY4664" fmla="*/ 351292 h 6857801"/>
              <a:gd name="connsiteX4665" fmla="*/ 2259864 w 12184003"/>
              <a:gd name="connsiteY4665" fmla="*/ 341438 h 6857801"/>
              <a:gd name="connsiteX4666" fmla="*/ 2272833 w 12184003"/>
              <a:gd name="connsiteY4666" fmla="*/ 346742 h 6857801"/>
              <a:gd name="connsiteX4667" fmla="*/ 1942342 w 12184003"/>
              <a:gd name="connsiteY4667" fmla="*/ 16259 h 6857801"/>
              <a:gd name="connsiteX4668" fmla="*/ 1942342 w 12184003"/>
              <a:gd name="connsiteY4668" fmla="*/ 0 h 6857801"/>
              <a:gd name="connsiteX4669" fmla="*/ 1964240 w 12184003"/>
              <a:gd name="connsiteY4669" fmla="*/ 0 h 6857801"/>
              <a:gd name="connsiteX4670" fmla="*/ 1964240 w 12184003"/>
              <a:gd name="connsiteY4670" fmla="*/ 5310 h 6857801"/>
              <a:gd name="connsiteX4671" fmla="*/ 2437245 w 12184003"/>
              <a:gd name="connsiteY4671" fmla="*/ 478309 h 6857801"/>
              <a:gd name="connsiteX4672" fmla="*/ 2588344 w 12184003"/>
              <a:gd name="connsiteY4672" fmla="*/ 478309 h 6857801"/>
              <a:gd name="connsiteX4673" fmla="*/ 2329940 w 12184003"/>
              <a:gd name="connsiteY4673" fmla="*/ 219906 h 6857801"/>
              <a:gd name="connsiteX4674" fmla="*/ 2329940 w 12184003"/>
              <a:gd name="connsiteY4674" fmla="*/ 112612 h 6857801"/>
              <a:gd name="connsiteX4675" fmla="*/ 2303668 w 12184003"/>
              <a:gd name="connsiteY4675" fmla="*/ 112612 h 6857801"/>
              <a:gd name="connsiteX4676" fmla="*/ 2191054 w 12184003"/>
              <a:gd name="connsiteY4676" fmla="*/ 0 h 6857801"/>
              <a:gd name="connsiteX4677" fmla="*/ 2254560 w 12184003"/>
              <a:gd name="connsiteY4677" fmla="*/ 0 h 6857801"/>
              <a:gd name="connsiteX4678" fmla="*/ 2323376 w 12184003"/>
              <a:gd name="connsiteY4678" fmla="*/ 68815 h 6857801"/>
              <a:gd name="connsiteX4679" fmla="*/ 2329940 w 12184003"/>
              <a:gd name="connsiteY4679" fmla="*/ 68803 h 6857801"/>
              <a:gd name="connsiteX4680" fmla="*/ 2329940 w 12184003"/>
              <a:gd name="connsiteY4680" fmla="*/ 0 h 6857801"/>
              <a:gd name="connsiteX4681" fmla="*/ 2347460 w 12184003"/>
              <a:gd name="connsiteY4681" fmla="*/ 0 h 6857801"/>
              <a:gd name="connsiteX4682" fmla="*/ 2347460 w 12184003"/>
              <a:gd name="connsiteY4682" fmla="*/ 68771 h 6857801"/>
              <a:gd name="connsiteX4683" fmla="*/ 2384688 w 12184003"/>
              <a:gd name="connsiteY4683" fmla="*/ 68704 h 6857801"/>
              <a:gd name="connsiteX4684" fmla="*/ 2384688 w 12184003"/>
              <a:gd name="connsiteY4684" fmla="*/ 0 h 6857801"/>
              <a:gd name="connsiteX4685" fmla="*/ 2419723 w 12184003"/>
              <a:gd name="connsiteY4685" fmla="*/ 0 h 6857801"/>
              <a:gd name="connsiteX4686" fmla="*/ 2419723 w 12184003"/>
              <a:gd name="connsiteY4686" fmla="*/ 66620 h 6857801"/>
              <a:gd name="connsiteX4687" fmla="*/ 2421716 w 12184003"/>
              <a:gd name="connsiteY4687" fmla="*/ 68639 h 6857801"/>
              <a:gd name="connsiteX4688" fmla="*/ 2465713 w 12184003"/>
              <a:gd name="connsiteY4688" fmla="*/ 68560 h 6857801"/>
              <a:gd name="connsiteX4689" fmla="*/ 2465713 w 12184003"/>
              <a:gd name="connsiteY4689" fmla="*/ 0 h 6857801"/>
              <a:gd name="connsiteX4690" fmla="*/ 2509509 w 12184003"/>
              <a:gd name="connsiteY4690" fmla="*/ 0 h 6857801"/>
              <a:gd name="connsiteX4691" fmla="*/ 2509509 w 12184003"/>
              <a:gd name="connsiteY4691" fmla="*/ 68481 h 6857801"/>
              <a:gd name="connsiteX4692" fmla="*/ 2715352 w 12184003"/>
              <a:gd name="connsiteY4692" fmla="*/ 68114 h 6857801"/>
              <a:gd name="connsiteX4693" fmla="*/ 2715352 w 12184003"/>
              <a:gd name="connsiteY4693" fmla="*/ 0 h 6857801"/>
              <a:gd name="connsiteX4694" fmla="*/ 2750390 w 12184003"/>
              <a:gd name="connsiteY4694" fmla="*/ 0 h 6857801"/>
              <a:gd name="connsiteX4695" fmla="*/ 2750390 w 12184003"/>
              <a:gd name="connsiteY4695" fmla="*/ 68050 h 6857801"/>
              <a:gd name="connsiteX4696" fmla="*/ 2852635 w 12184003"/>
              <a:gd name="connsiteY4696" fmla="*/ 67868 h 6857801"/>
              <a:gd name="connsiteX4697" fmla="*/ 2784536 w 12184003"/>
              <a:gd name="connsiteY4697" fmla="*/ 0 h 6857801"/>
              <a:gd name="connsiteX4698" fmla="*/ 2817349 w 12184003"/>
              <a:gd name="connsiteY4698" fmla="*/ 0 h 6857801"/>
              <a:gd name="connsiteX4699" fmla="*/ 2885159 w 12184003"/>
              <a:gd name="connsiteY4699" fmla="*/ 67810 h 6857801"/>
              <a:gd name="connsiteX4700" fmla="*/ 2945279 w 12184003"/>
              <a:gd name="connsiteY4700" fmla="*/ 67702 h 6857801"/>
              <a:gd name="connsiteX4701" fmla="*/ 2945279 w 12184003"/>
              <a:gd name="connsiteY4701" fmla="*/ 0 h 6857801"/>
              <a:gd name="connsiteX4702" fmla="*/ 2962801 w 12184003"/>
              <a:gd name="connsiteY4702" fmla="*/ 0 h 6857801"/>
              <a:gd name="connsiteX4703" fmla="*/ 2962801 w 12184003"/>
              <a:gd name="connsiteY4703" fmla="*/ 67671 h 6857801"/>
              <a:gd name="connsiteX4704" fmla="*/ 3498242 w 12184003"/>
              <a:gd name="connsiteY4704" fmla="*/ 66713 h 6857801"/>
              <a:gd name="connsiteX4705" fmla="*/ 3431309 w 12184003"/>
              <a:gd name="connsiteY4705" fmla="*/ 0 h 6857801"/>
              <a:gd name="connsiteX4706" fmla="*/ 3478667 w 12184003"/>
              <a:gd name="connsiteY4706" fmla="*/ 0 h 6857801"/>
              <a:gd name="connsiteX4707" fmla="*/ 3545295 w 12184003"/>
              <a:gd name="connsiteY4707" fmla="*/ 66628 h 6857801"/>
              <a:gd name="connsiteX4708" fmla="*/ 3547483 w 12184003"/>
              <a:gd name="connsiteY4708" fmla="*/ 66624 h 6857801"/>
              <a:gd name="connsiteX4709" fmla="*/ 3841845 w 12184003"/>
              <a:gd name="connsiteY4709" fmla="*/ 361003 h 6857801"/>
              <a:gd name="connsiteX4710" fmla="*/ 3855954 w 12184003"/>
              <a:gd name="connsiteY4710" fmla="*/ 355670 h 6857801"/>
              <a:gd name="connsiteX4711" fmla="*/ 3889071 w 12184003"/>
              <a:gd name="connsiteY4711" fmla="*/ 368809 h 6857801"/>
              <a:gd name="connsiteX4712" fmla="*/ 3902210 w 12184003"/>
              <a:gd name="connsiteY4712" fmla="*/ 403572 h 6857801"/>
              <a:gd name="connsiteX4713" fmla="*/ 3897153 w 12184003"/>
              <a:gd name="connsiteY4713" fmla="*/ 416318 h 6857801"/>
              <a:gd name="connsiteX4714" fmla="*/ 3970092 w 12184003"/>
              <a:gd name="connsiteY4714" fmla="*/ 489259 h 6857801"/>
              <a:gd name="connsiteX4715" fmla="*/ 3970092 w 12184003"/>
              <a:gd name="connsiteY4715" fmla="*/ 833053 h 6857801"/>
              <a:gd name="connsiteX4716" fmla="*/ 4121683 w 12184003"/>
              <a:gd name="connsiteY4716" fmla="*/ 833053 h 6857801"/>
              <a:gd name="connsiteX4717" fmla="*/ 4007319 w 12184003"/>
              <a:gd name="connsiteY4717" fmla="*/ 719183 h 6857801"/>
              <a:gd name="connsiteX4718" fmla="*/ 4007319 w 12184003"/>
              <a:gd name="connsiteY4718" fmla="*/ 381952 h 6857801"/>
              <a:gd name="connsiteX4719" fmla="*/ 3625382 w 12184003"/>
              <a:gd name="connsiteY4719" fmla="*/ 0 h 6857801"/>
              <a:gd name="connsiteX4720" fmla="*/ 3651136 w 12184003"/>
              <a:gd name="connsiteY4720" fmla="*/ 0 h 6857801"/>
              <a:gd name="connsiteX4721" fmla="*/ 4007319 w 12184003"/>
              <a:gd name="connsiteY4721" fmla="*/ 357258 h 6857801"/>
              <a:gd name="connsiteX4722" fmla="*/ 4007319 w 12184003"/>
              <a:gd name="connsiteY4722" fmla="*/ 326762 h 6857801"/>
              <a:gd name="connsiteX4723" fmla="*/ 4005130 w 12184003"/>
              <a:gd name="connsiteY4723" fmla="*/ 327208 h 6857801"/>
              <a:gd name="connsiteX4724" fmla="*/ 3959143 w 12184003"/>
              <a:gd name="connsiteY4724" fmla="*/ 307499 h 6857801"/>
              <a:gd name="connsiteX4725" fmla="*/ 3944361 w 12184003"/>
              <a:gd name="connsiteY4725" fmla="*/ 236365 h 6857801"/>
              <a:gd name="connsiteX4726" fmla="*/ 3947327 w 12184003"/>
              <a:gd name="connsiteY4726" fmla="*/ 232184 h 6857801"/>
              <a:gd name="connsiteX4727" fmla="*/ 3715154 w 12184003"/>
              <a:gd name="connsiteY4727" fmla="*/ 0 h 6857801"/>
              <a:gd name="connsiteX4728" fmla="*/ 3777067 w 12184003"/>
              <a:gd name="connsiteY4728" fmla="*/ 0 h 6857801"/>
              <a:gd name="connsiteX4729" fmla="*/ 3979319 w 12184003"/>
              <a:gd name="connsiteY4729" fmla="*/ 202749 h 6857801"/>
              <a:gd name="connsiteX4730" fmla="*/ 3982137 w 12184003"/>
              <a:gd name="connsiteY4730" fmla="*/ 200746 h 6857801"/>
              <a:gd name="connsiteX4731" fmla="*/ 4007319 w 12184003"/>
              <a:gd name="connsiteY4731" fmla="*/ 198185 h 6857801"/>
              <a:gd name="connsiteX4732" fmla="*/ 4007319 w 12184003"/>
              <a:gd name="connsiteY4732" fmla="*/ 136392 h 6857801"/>
              <a:gd name="connsiteX4733" fmla="*/ 3991989 w 12184003"/>
              <a:gd name="connsiteY4733" fmla="*/ 130122 h 6857801"/>
              <a:gd name="connsiteX4734" fmla="*/ 3982137 w 12184003"/>
              <a:gd name="connsiteY4734" fmla="*/ 106034 h 6857801"/>
              <a:gd name="connsiteX4735" fmla="*/ 3988177 w 12184003"/>
              <a:gd name="connsiteY4735" fmla="*/ 91273 h 6857801"/>
              <a:gd name="connsiteX4736" fmla="*/ 3896907 w 12184003"/>
              <a:gd name="connsiteY4736" fmla="*/ 0 h 6857801"/>
              <a:gd name="connsiteX4737" fmla="*/ 3922706 w 12184003"/>
              <a:gd name="connsiteY4737" fmla="*/ 0 h 6857801"/>
              <a:gd name="connsiteX4738" fmla="*/ 4001236 w 12184003"/>
              <a:gd name="connsiteY4738" fmla="*/ 78164 h 6857801"/>
              <a:gd name="connsiteX4739" fmla="*/ 4016079 w 12184003"/>
              <a:gd name="connsiteY4739" fmla="*/ 72091 h 6857801"/>
              <a:gd name="connsiteX4740" fmla="*/ 4040167 w 12184003"/>
              <a:gd name="connsiteY4740" fmla="*/ 81947 h 6857801"/>
              <a:gd name="connsiteX4741" fmla="*/ 4040167 w 12184003"/>
              <a:gd name="connsiteY4741" fmla="*/ 130122 h 6857801"/>
              <a:gd name="connsiteX4742" fmla="*/ 4024839 w 12184003"/>
              <a:gd name="connsiteY4742" fmla="*/ 136393 h 6857801"/>
              <a:gd name="connsiteX4743" fmla="*/ 4024839 w 12184003"/>
              <a:gd name="connsiteY4743" fmla="*/ 200652 h 6857801"/>
              <a:gd name="connsiteX4744" fmla="*/ 4051117 w 12184003"/>
              <a:gd name="connsiteY4744" fmla="*/ 215528 h 6857801"/>
              <a:gd name="connsiteX4745" fmla="*/ 4051117 w 12184003"/>
              <a:gd name="connsiteY4745" fmla="*/ 307499 h 6857801"/>
              <a:gd name="connsiteX4746" fmla="*/ 4029356 w 12184003"/>
              <a:gd name="connsiteY4746" fmla="*/ 322281 h 6857801"/>
              <a:gd name="connsiteX4747" fmla="*/ 4024839 w 12184003"/>
              <a:gd name="connsiteY4747" fmla="*/ 323199 h 6857801"/>
              <a:gd name="connsiteX4748" fmla="*/ 4024839 w 12184003"/>
              <a:gd name="connsiteY4748" fmla="*/ 374830 h 6857801"/>
              <a:gd name="connsiteX4749" fmla="*/ 4192509 w 12184003"/>
              <a:gd name="connsiteY4749" fmla="*/ 542992 h 6857801"/>
              <a:gd name="connsiteX4750" fmla="*/ 4208789 w 12184003"/>
              <a:gd name="connsiteY4750" fmla="*/ 536333 h 6857801"/>
              <a:gd name="connsiteX4751" fmla="*/ 4210979 w 12184003"/>
              <a:gd name="connsiteY4751" fmla="*/ 537228 h 6857801"/>
              <a:gd name="connsiteX4752" fmla="*/ 4210979 w 12184003"/>
              <a:gd name="connsiteY4752" fmla="*/ 233629 h 6857801"/>
              <a:gd name="connsiteX4753" fmla="*/ 3976847 w 12184003"/>
              <a:gd name="connsiteY4753" fmla="*/ 0 h 6857801"/>
              <a:gd name="connsiteX4754" fmla="*/ 4009637 w 12184003"/>
              <a:gd name="connsiteY4754" fmla="*/ 0 h 6857801"/>
              <a:gd name="connsiteX4755" fmla="*/ 4210979 w 12184003"/>
              <a:gd name="connsiteY4755" fmla="*/ 201788 h 6857801"/>
              <a:gd name="connsiteX4756" fmla="*/ 4210979 w 12184003"/>
              <a:gd name="connsiteY4756" fmla="*/ 180417 h 6857801"/>
              <a:gd name="connsiteX4757" fmla="*/ 4066444 w 12184003"/>
              <a:gd name="connsiteY4757" fmla="*/ 33795 h 6857801"/>
              <a:gd name="connsiteX4758" fmla="*/ 4066444 w 12184003"/>
              <a:gd name="connsiteY4758" fmla="*/ 0 h 6857801"/>
              <a:gd name="connsiteX4759" fmla="*/ 4088385 w 12184003"/>
              <a:gd name="connsiteY4759" fmla="*/ 0 h 6857801"/>
              <a:gd name="connsiteX4760" fmla="*/ 4088347 w 12184003"/>
              <a:gd name="connsiteY4760" fmla="*/ 25036 h 6857801"/>
              <a:gd name="connsiteX4761" fmla="*/ 4210979 w 12184003"/>
              <a:gd name="connsiteY4761" fmla="*/ 145912 h 6857801"/>
              <a:gd name="connsiteX4762" fmla="*/ 4210979 w 12184003"/>
              <a:gd name="connsiteY4762" fmla="*/ 0 h 6857801"/>
              <a:gd name="connsiteX4763" fmla="*/ 4232829 w 12184003"/>
              <a:gd name="connsiteY4763" fmla="*/ 0 h 6857801"/>
              <a:gd name="connsiteX4764" fmla="*/ 4232829 w 12184003"/>
              <a:gd name="connsiteY4764" fmla="*/ 167498 h 6857801"/>
              <a:gd name="connsiteX4765" fmla="*/ 4241584 w 12184003"/>
              <a:gd name="connsiteY4765" fmla="*/ 176132 h 6857801"/>
              <a:gd name="connsiteX4766" fmla="*/ 4241584 w 12184003"/>
              <a:gd name="connsiteY4766" fmla="*/ 232513 h 6857801"/>
              <a:gd name="connsiteX4767" fmla="*/ 4460508 w 12184003"/>
              <a:gd name="connsiteY4767" fmla="*/ 451906 h 6857801"/>
              <a:gd name="connsiteX4768" fmla="*/ 4481384 w 12184003"/>
              <a:gd name="connsiteY4768" fmla="*/ 443270 h 6857801"/>
              <a:gd name="connsiteX4769" fmla="*/ 4513129 w 12184003"/>
              <a:gd name="connsiteY4769" fmla="*/ 456409 h 6857801"/>
              <a:gd name="connsiteX4770" fmla="*/ 4522190 w 12184003"/>
              <a:gd name="connsiteY4770" fmla="*/ 478310 h 6857801"/>
              <a:gd name="connsiteX4771" fmla="*/ 4672982 w 12184003"/>
              <a:gd name="connsiteY4771" fmla="*/ 478310 h 6857801"/>
              <a:gd name="connsiteX4772" fmla="*/ 4672982 w 12184003"/>
              <a:gd name="connsiteY4772" fmla="*/ 342553 h 6857801"/>
              <a:gd name="connsiteX4773" fmla="*/ 4561306 w 12184003"/>
              <a:gd name="connsiteY4773" fmla="*/ 230873 h 6857801"/>
              <a:gd name="connsiteX4774" fmla="*/ 4561306 w 12184003"/>
              <a:gd name="connsiteY4774" fmla="*/ 0 h 6857801"/>
              <a:gd name="connsiteX4775" fmla="*/ 4578826 w 12184003"/>
              <a:gd name="connsiteY4775" fmla="*/ 0 h 6857801"/>
              <a:gd name="connsiteX4776" fmla="*/ 4578826 w 12184003"/>
              <a:gd name="connsiteY4776" fmla="*/ 222114 h 6857801"/>
              <a:gd name="connsiteX4777" fmla="*/ 4690499 w 12184003"/>
              <a:gd name="connsiteY4777" fmla="*/ 335984 h 6857801"/>
              <a:gd name="connsiteX4778" fmla="*/ 4690499 w 12184003"/>
              <a:gd name="connsiteY4778" fmla="*/ 478310 h 6857801"/>
              <a:gd name="connsiteX4779" fmla="*/ 4959857 w 12184003"/>
              <a:gd name="connsiteY4779" fmla="*/ 478310 h 6857801"/>
              <a:gd name="connsiteX4780" fmla="*/ 5167876 w 12184003"/>
              <a:gd name="connsiteY4780" fmla="*/ 686342 h 6857801"/>
              <a:gd name="connsiteX4781" fmla="*/ 5167876 w 12184003"/>
              <a:gd name="connsiteY4781" fmla="*/ 543142 h 6857801"/>
              <a:gd name="connsiteX4782" fmla="*/ 5148168 w 12184003"/>
              <a:gd name="connsiteY4782" fmla="*/ 535259 h 6857801"/>
              <a:gd name="connsiteX4783" fmla="*/ 5135030 w 12184003"/>
              <a:gd name="connsiteY4783" fmla="*/ 502412 h 6857801"/>
              <a:gd name="connsiteX4784" fmla="*/ 5141285 w 12184003"/>
              <a:gd name="connsiteY4784" fmla="*/ 486771 h 6857801"/>
              <a:gd name="connsiteX4785" fmla="*/ 4711144 w 12184003"/>
              <a:gd name="connsiteY4785" fmla="*/ 56631 h 6857801"/>
              <a:gd name="connsiteX4786" fmla="*/ 4697069 w 12184003"/>
              <a:gd name="connsiteY4786" fmla="*/ 62260 h 6857801"/>
              <a:gd name="connsiteX4787" fmla="*/ 4651088 w 12184003"/>
              <a:gd name="connsiteY4787" fmla="*/ 16275 h 6857801"/>
              <a:gd name="connsiteX4788" fmla="*/ 4657598 w 12184003"/>
              <a:gd name="connsiteY4788" fmla="*/ 0 h 6857801"/>
              <a:gd name="connsiteX4789" fmla="*/ 4736544 w 12184003"/>
              <a:gd name="connsiteY4789" fmla="*/ 0 h 6857801"/>
              <a:gd name="connsiteX4790" fmla="*/ 4743054 w 12184003"/>
              <a:gd name="connsiteY4790" fmla="*/ 16275 h 6857801"/>
              <a:gd name="connsiteX4791" fmla="*/ 4731749 w 12184003"/>
              <a:gd name="connsiteY4791" fmla="*/ 44540 h 6857801"/>
              <a:gd name="connsiteX4792" fmla="*/ 5152970 w 12184003"/>
              <a:gd name="connsiteY4792" fmla="*/ 467642 h 6857801"/>
              <a:gd name="connsiteX4793" fmla="*/ 5181020 w 12184003"/>
              <a:gd name="connsiteY4793" fmla="*/ 456426 h 6857801"/>
              <a:gd name="connsiteX4794" fmla="*/ 5226997 w 12184003"/>
              <a:gd name="connsiteY4794" fmla="*/ 502412 h 6857801"/>
              <a:gd name="connsiteX4795" fmla="*/ 5213037 w 12184003"/>
              <a:gd name="connsiteY4795" fmla="*/ 535259 h 6857801"/>
              <a:gd name="connsiteX4796" fmla="*/ 5189778 w 12184003"/>
              <a:gd name="connsiteY4796" fmla="*/ 544804 h 6857801"/>
              <a:gd name="connsiteX4797" fmla="*/ 5189778 w 12184003"/>
              <a:gd name="connsiteY4797" fmla="*/ 708240 h 6857801"/>
              <a:gd name="connsiteX4798" fmla="*/ 5273152 w 12184003"/>
              <a:gd name="connsiteY4798" fmla="*/ 791611 h 6857801"/>
              <a:gd name="connsiteX4799" fmla="*/ 5289417 w 12184003"/>
              <a:gd name="connsiteY4799" fmla="*/ 784881 h 6857801"/>
              <a:gd name="connsiteX4800" fmla="*/ 5321171 w 12184003"/>
              <a:gd name="connsiteY4800" fmla="*/ 798020 h 6857801"/>
              <a:gd name="connsiteX4801" fmla="*/ 5321171 w 12184003"/>
              <a:gd name="connsiteY4801" fmla="*/ 861524 h 6857801"/>
              <a:gd name="connsiteX4802" fmla="*/ 5257668 w 12184003"/>
              <a:gd name="connsiteY4802" fmla="*/ 861524 h 6857801"/>
              <a:gd name="connsiteX4803" fmla="*/ 5244521 w 12184003"/>
              <a:gd name="connsiteY4803" fmla="*/ 829773 h 6857801"/>
              <a:gd name="connsiteX4804" fmla="*/ 5254463 w 12184003"/>
              <a:gd name="connsiteY4804" fmla="*/ 805766 h 6857801"/>
              <a:gd name="connsiteX4805" fmla="*/ 5189778 w 12184003"/>
              <a:gd name="connsiteY4805" fmla="*/ 741087 h 6857801"/>
              <a:gd name="connsiteX4806" fmla="*/ 5189778 w 12184003"/>
              <a:gd name="connsiteY4806" fmla="*/ 1034516 h 6857801"/>
              <a:gd name="connsiteX4807" fmla="*/ 5375914 w 12184003"/>
              <a:gd name="connsiteY4807" fmla="*/ 848404 h 6857801"/>
              <a:gd name="connsiteX4808" fmla="*/ 5375914 w 12184003"/>
              <a:gd name="connsiteY4808" fmla="*/ 603764 h 6857801"/>
              <a:gd name="connsiteX4809" fmla="*/ 5361680 w 12184003"/>
              <a:gd name="connsiteY4809" fmla="*/ 597665 h 6857801"/>
              <a:gd name="connsiteX4810" fmla="*/ 5351823 w 12184003"/>
              <a:gd name="connsiteY4810" fmla="*/ 574672 h 6857801"/>
              <a:gd name="connsiteX4811" fmla="*/ 5356419 w 12184003"/>
              <a:gd name="connsiteY4811" fmla="*/ 563943 h 6857801"/>
              <a:gd name="connsiteX4812" fmla="*/ 5036861 w 12184003"/>
              <a:gd name="connsiteY4812" fmla="*/ 244373 h 6857801"/>
              <a:gd name="connsiteX4813" fmla="*/ 5027742 w 12184003"/>
              <a:gd name="connsiteY4813" fmla="*/ 248390 h 6857801"/>
              <a:gd name="connsiteX4814" fmla="*/ 4994898 w 12184003"/>
              <a:gd name="connsiteY4814" fmla="*/ 213353 h 6857801"/>
              <a:gd name="connsiteX4815" fmla="*/ 5003102 w 12184003"/>
              <a:gd name="connsiteY4815" fmla="*/ 190360 h 6857801"/>
              <a:gd name="connsiteX4816" fmla="*/ 5010222 w 12184003"/>
              <a:gd name="connsiteY4816" fmla="*/ 187513 h 6857801"/>
              <a:gd name="connsiteX4817" fmla="*/ 5010222 w 12184003"/>
              <a:gd name="connsiteY4817" fmla="*/ 0 h 6857801"/>
              <a:gd name="connsiteX4818" fmla="*/ 5027744 w 12184003"/>
              <a:gd name="connsiteY4818" fmla="*/ 0 h 6857801"/>
              <a:gd name="connsiteX4819" fmla="*/ 5027744 w 12184003"/>
              <a:gd name="connsiteY4819" fmla="*/ 180506 h 6857801"/>
              <a:gd name="connsiteX4820" fmla="*/ 5050731 w 12184003"/>
              <a:gd name="connsiteY4820" fmla="*/ 190360 h 6857801"/>
              <a:gd name="connsiteX4821" fmla="*/ 5060581 w 12184003"/>
              <a:gd name="connsiteY4821" fmla="*/ 213353 h 6857801"/>
              <a:gd name="connsiteX4822" fmla="*/ 5051895 w 12184003"/>
              <a:gd name="connsiteY4822" fmla="*/ 235321 h 6857801"/>
              <a:gd name="connsiteX4823" fmla="*/ 5366280 w 12184003"/>
              <a:gd name="connsiteY4823" fmla="*/ 549709 h 6857801"/>
              <a:gd name="connsiteX4824" fmla="*/ 5384675 w 12184003"/>
              <a:gd name="connsiteY4824" fmla="*/ 541825 h 6857801"/>
              <a:gd name="connsiteX4825" fmla="*/ 5417522 w 12184003"/>
              <a:gd name="connsiteY4825" fmla="*/ 574672 h 6857801"/>
              <a:gd name="connsiteX4826" fmla="*/ 5407669 w 12184003"/>
              <a:gd name="connsiteY4826" fmla="*/ 597665 h 6857801"/>
              <a:gd name="connsiteX4827" fmla="*/ 5393435 w 12184003"/>
              <a:gd name="connsiteY4827" fmla="*/ 603765 h 6857801"/>
              <a:gd name="connsiteX4828" fmla="*/ 5393435 w 12184003"/>
              <a:gd name="connsiteY4828" fmla="*/ 830885 h 6857801"/>
              <a:gd name="connsiteX4829" fmla="*/ 5443800 w 12184003"/>
              <a:gd name="connsiteY4829" fmla="*/ 780520 h 6857801"/>
              <a:gd name="connsiteX4830" fmla="*/ 5435038 w 12184003"/>
              <a:gd name="connsiteY4830" fmla="*/ 758618 h 6857801"/>
              <a:gd name="connsiteX4831" fmla="*/ 5448179 w 12184003"/>
              <a:gd name="connsiteY4831" fmla="*/ 725772 h 6857801"/>
              <a:gd name="connsiteX4832" fmla="*/ 5470075 w 12184003"/>
              <a:gd name="connsiteY4832" fmla="*/ 717012 h 6857801"/>
              <a:gd name="connsiteX4833" fmla="*/ 5470075 w 12184003"/>
              <a:gd name="connsiteY4833" fmla="*/ 0 h 6857801"/>
              <a:gd name="connsiteX4834" fmla="*/ 5494165 w 12184003"/>
              <a:gd name="connsiteY4834" fmla="*/ 0 h 6857801"/>
              <a:gd name="connsiteX4835" fmla="*/ 5494165 w 12184003"/>
              <a:gd name="connsiteY4835" fmla="*/ 718218 h 6857801"/>
              <a:gd name="connsiteX4836" fmla="*/ 5513870 w 12184003"/>
              <a:gd name="connsiteY4836" fmla="*/ 726593 h 6857801"/>
              <a:gd name="connsiteX4837" fmla="*/ 5527008 w 12184003"/>
              <a:gd name="connsiteY4837" fmla="*/ 758618 h 6857801"/>
              <a:gd name="connsiteX4838" fmla="*/ 5481022 w 12184003"/>
              <a:gd name="connsiteY4838" fmla="*/ 804604 h 6857801"/>
              <a:gd name="connsiteX4839" fmla="*/ 5460693 w 12184003"/>
              <a:gd name="connsiteY4839" fmla="*/ 796472 h 6857801"/>
              <a:gd name="connsiteX4840" fmla="*/ 5393435 w 12184003"/>
              <a:gd name="connsiteY4840" fmla="*/ 863732 h 6857801"/>
              <a:gd name="connsiteX4841" fmla="*/ 5393435 w 12184003"/>
              <a:gd name="connsiteY4841" fmla="*/ 968039 h 6857801"/>
              <a:gd name="connsiteX4842" fmla="*/ 5581054 w 12184003"/>
              <a:gd name="connsiteY4842" fmla="*/ 779147 h 6857801"/>
              <a:gd name="connsiteX4843" fmla="*/ 5575184 w 12184003"/>
              <a:gd name="connsiteY4843" fmla="*/ 765184 h 6857801"/>
              <a:gd name="connsiteX4844" fmla="*/ 5585035 w 12184003"/>
              <a:gd name="connsiteY4844" fmla="*/ 742191 h 6857801"/>
              <a:gd name="connsiteX4845" fmla="*/ 5599269 w 12184003"/>
              <a:gd name="connsiteY4845" fmla="*/ 736091 h 6857801"/>
              <a:gd name="connsiteX4846" fmla="*/ 5599269 w 12184003"/>
              <a:gd name="connsiteY4846" fmla="*/ 99486 h 6857801"/>
              <a:gd name="connsiteX4847" fmla="*/ 5499790 w 12184003"/>
              <a:gd name="connsiteY4847" fmla="*/ 0 h 6857801"/>
              <a:gd name="connsiteX4848" fmla="*/ 5521686 w 12184003"/>
              <a:gd name="connsiteY4848" fmla="*/ 0 h 6857801"/>
              <a:gd name="connsiteX4849" fmla="*/ 5599269 w 12184003"/>
              <a:gd name="connsiteY4849" fmla="*/ 77588 h 6857801"/>
              <a:gd name="connsiteX4850" fmla="*/ 5599269 w 12184003"/>
              <a:gd name="connsiteY4850" fmla="*/ 0 h 6857801"/>
              <a:gd name="connsiteX4851" fmla="*/ 5681208 w 12184003"/>
              <a:gd name="connsiteY4851" fmla="*/ 0 h 6857801"/>
              <a:gd name="connsiteX4852" fmla="*/ 5689047 w 12184003"/>
              <a:gd name="connsiteY4852" fmla="*/ 3136 h 6857801"/>
              <a:gd name="connsiteX4853" fmla="*/ 5702185 w 12184003"/>
              <a:gd name="connsiteY4853" fmla="*/ 35984 h 6857801"/>
              <a:gd name="connsiteX4854" fmla="*/ 5689048 w 12184003"/>
              <a:gd name="connsiteY4854" fmla="*/ 68830 h 6857801"/>
              <a:gd name="connsiteX4855" fmla="*/ 5660581 w 12184003"/>
              <a:gd name="connsiteY4855" fmla="*/ 80216 h 6857801"/>
              <a:gd name="connsiteX4856" fmla="*/ 5660581 w 12184003"/>
              <a:gd name="connsiteY4856" fmla="*/ 138902 h 6857801"/>
              <a:gd name="connsiteX4857" fmla="*/ 5723280 w 12184003"/>
              <a:gd name="connsiteY4857" fmla="*/ 201604 h 6857801"/>
              <a:gd name="connsiteX4858" fmla="*/ 5737221 w 12184003"/>
              <a:gd name="connsiteY4858" fmla="*/ 195835 h 6857801"/>
              <a:gd name="connsiteX4859" fmla="*/ 5737221 w 12184003"/>
              <a:gd name="connsiteY4859" fmla="*/ 193645 h 6857801"/>
              <a:gd name="connsiteX4860" fmla="*/ 5760213 w 12184003"/>
              <a:gd name="connsiteY4860" fmla="*/ 203773 h 6857801"/>
              <a:gd name="connsiteX4861" fmla="*/ 5767879 w 12184003"/>
              <a:gd name="connsiteY4861" fmla="*/ 223148 h 6857801"/>
              <a:gd name="connsiteX4862" fmla="*/ 5767879 w 12184003"/>
              <a:gd name="connsiteY4862" fmla="*/ 0 h 6857801"/>
              <a:gd name="connsiteX4863" fmla="*/ 5811673 w 12184003"/>
              <a:gd name="connsiteY4863" fmla="*/ 0 h 6857801"/>
              <a:gd name="connsiteX4864" fmla="*/ 5811673 w 12184003"/>
              <a:gd name="connsiteY4864" fmla="*/ 670841 h 6857801"/>
              <a:gd name="connsiteX4865" fmla="*/ 5818240 w 12184003"/>
              <a:gd name="connsiteY4865" fmla="*/ 677393 h 6857801"/>
              <a:gd name="connsiteX4866" fmla="*/ 5818240 w 12184003"/>
              <a:gd name="connsiteY4866" fmla="*/ 0 h 6857801"/>
              <a:gd name="connsiteX4867" fmla="*/ 5853275 w 12184003"/>
              <a:gd name="connsiteY4867" fmla="*/ 0 h 6857801"/>
              <a:gd name="connsiteX4868" fmla="*/ 5853275 w 12184003"/>
              <a:gd name="connsiteY4868" fmla="*/ 712339 h 6857801"/>
              <a:gd name="connsiteX4869" fmla="*/ 6204859 w 12184003"/>
              <a:gd name="connsiteY4869" fmla="*/ 1063008 h 6857801"/>
              <a:gd name="connsiteX4870" fmla="*/ 6378823 w 12184003"/>
              <a:gd name="connsiteY4870" fmla="*/ 887817 h 6857801"/>
              <a:gd name="connsiteX4871" fmla="*/ 6378823 w 12184003"/>
              <a:gd name="connsiteY4871" fmla="*/ 473943 h 6857801"/>
              <a:gd name="connsiteX4872" fmla="*/ 6100716 w 12184003"/>
              <a:gd name="connsiteY4872" fmla="*/ 196785 h 6857801"/>
              <a:gd name="connsiteX4873" fmla="*/ 6100716 w 12184003"/>
              <a:gd name="connsiteY4873" fmla="*/ 613764 h 6857801"/>
              <a:gd name="connsiteX4874" fmla="*/ 6129184 w 12184003"/>
              <a:gd name="connsiteY4874" fmla="*/ 625863 h 6857801"/>
              <a:gd name="connsiteX4875" fmla="*/ 6142323 w 12184003"/>
              <a:gd name="connsiteY4875" fmla="*/ 657889 h 6857801"/>
              <a:gd name="connsiteX4876" fmla="*/ 6096338 w 12184003"/>
              <a:gd name="connsiteY4876" fmla="*/ 703874 h 6857801"/>
              <a:gd name="connsiteX4877" fmla="*/ 6093024 w 12184003"/>
              <a:gd name="connsiteY4877" fmla="*/ 702549 h 6857801"/>
              <a:gd name="connsiteX4878" fmla="*/ 6089494 w 12184003"/>
              <a:gd name="connsiteY4878" fmla="*/ 711534 h 6857801"/>
              <a:gd name="connsiteX4879" fmla="*/ 6065680 w 12184003"/>
              <a:gd name="connsiteY4879" fmla="*/ 721389 h 6857801"/>
              <a:gd name="connsiteX4880" fmla="*/ 6030645 w 12184003"/>
              <a:gd name="connsiteY4880" fmla="*/ 688542 h 6857801"/>
              <a:gd name="connsiteX4881" fmla="*/ 6040498 w 12184003"/>
              <a:gd name="connsiteY4881" fmla="*/ 665548 h 6857801"/>
              <a:gd name="connsiteX4882" fmla="*/ 6048165 w 12184003"/>
              <a:gd name="connsiteY4882" fmla="*/ 662264 h 6857801"/>
              <a:gd name="connsiteX4883" fmla="*/ 6048165 w 12184003"/>
              <a:gd name="connsiteY4883" fmla="*/ 144410 h 6857801"/>
              <a:gd name="connsiteX4884" fmla="*/ 5903264 w 12184003"/>
              <a:gd name="connsiteY4884" fmla="*/ 0 h 6857801"/>
              <a:gd name="connsiteX4885" fmla="*/ 5953062 w 12184003"/>
              <a:gd name="connsiteY4885" fmla="*/ 0 h 6857801"/>
              <a:gd name="connsiteX4886" fmla="*/ 6048165 w 12184003"/>
              <a:gd name="connsiteY4886" fmla="*/ 95106 h 6857801"/>
              <a:gd name="connsiteX4887" fmla="*/ 6048165 w 12184003"/>
              <a:gd name="connsiteY4887" fmla="*/ 14083 h 6857801"/>
              <a:gd name="connsiteX4888" fmla="*/ 6062393 w 12184003"/>
              <a:gd name="connsiteY4888" fmla="*/ 0 h 6857801"/>
              <a:gd name="connsiteX4889" fmla="*/ 6100716 w 12184003"/>
              <a:gd name="connsiteY4889" fmla="*/ 0 h 6857801"/>
              <a:gd name="connsiteX4890" fmla="*/ 6100716 w 12184003"/>
              <a:gd name="connsiteY4890" fmla="*/ 147661 h 6857801"/>
              <a:gd name="connsiteX4891" fmla="*/ 6413860 w 12184003"/>
              <a:gd name="connsiteY4891" fmla="*/ 460804 h 6857801"/>
              <a:gd name="connsiteX4892" fmla="*/ 6413860 w 12184003"/>
              <a:gd name="connsiteY4892" fmla="*/ 903146 h 6857801"/>
              <a:gd name="connsiteX4893" fmla="*/ 6228795 w 12184003"/>
              <a:gd name="connsiteY4893" fmla="*/ 1086885 h 6857801"/>
              <a:gd name="connsiteX4894" fmla="*/ 6295728 w 12184003"/>
              <a:gd name="connsiteY4894" fmla="*/ 1153642 h 6857801"/>
              <a:gd name="connsiteX4895" fmla="*/ 6523351 w 12184003"/>
              <a:gd name="connsiteY4895" fmla="*/ 927236 h 6857801"/>
              <a:gd name="connsiteX4896" fmla="*/ 6523351 w 12184003"/>
              <a:gd name="connsiteY4896" fmla="*/ 839566 h 6857801"/>
              <a:gd name="connsiteX4897" fmla="*/ 6515685 w 12184003"/>
              <a:gd name="connsiteY4897" fmla="*/ 836351 h 6857801"/>
              <a:gd name="connsiteX4898" fmla="*/ 6501452 w 12184003"/>
              <a:gd name="connsiteY4898" fmla="*/ 802409 h 6857801"/>
              <a:gd name="connsiteX4899" fmla="*/ 6515685 w 12184003"/>
              <a:gd name="connsiteY4899" fmla="*/ 768467 h 6857801"/>
              <a:gd name="connsiteX4900" fmla="*/ 6523351 w 12184003"/>
              <a:gd name="connsiteY4900" fmla="*/ 765253 h 6857801"/>
              <a:gd name="connsiteX4901" fmla="*/ 6523351 w 12184003"/>
              <a:gd name="connsiteY4901" fmla="*/ 366647 h 6857801"/>
              <a:gd name="connsiteX4902" fmla="*/ 6157631 w 12184003"/>
              <a:gd name="connsiteY4902" fmla="*/ 0 h 6857801"/>
              <a:gd name="connsiteX4903" fmla="*/ 6222398 w 12184003"/>
              <a:gd name="connsiteY4903" fmla="*/ 0 h 6857801"/>
              <a:gd name="connsiteX4904" fmla="*/ 6534299 w 12184003"/>
              <a:gd name="connsiteY4904" fmla="*/ 311901 h 6857801"/>
              <a:gd name="connsiteX4905" fmla="*/ 6534299 w 12184003"/>
              <a:gd name="connsiteY4905" fmla="*/ 0 h 6857801"/>
              <a:gd name="connsiteX4906" fmla="*/ 6569335 w 12184003"/>
              <a:gd name="connsiteY4906" fmla="*/ 0 h 6857801"/>
              <a:gd name="connsiteX4907" fmla="*/ 6569335 w 12184003"/>
              <a:gd name="connsiteY4907" fmla="*/ 346938 h 6857801"/>
              <a:gd name="connsiteX4908" fmla="*/ 6569335 w 12184003"/>
              <a:gd name="connsiteY4908" fmla="*/ 762499 h 6857801"/>
              <a:gd name="connsiteX4909" fmla="*/ 6583569 w 12184003"/>
              <a:gd name="connsiteY4909" fmla="*/ 768467 h 6857801"/>
              <a:gd name="connsiteX4910" fmla="*/ 6597803 w 12184003"/>
              <a:gd name="connsiteY4910" fmla="*/ 802409 h 6857801"/>
              <a:gd name="connsiteX4911" fmla="*/ 6582749 w 12184003"/>
              <a:gd name="connsiteY4911" fmla="*/ 836351 h 6857801"/>
              <a:gd name="connsiteX4912" fmla="*/ 6569335 w 12184003"/>
              <a:gd name="connsiteY4912" fmla="*/ 842115 h 6857801"/>
              <a:gd name="connsiteX4913" fmla="*/ 6569335 w 12184003"/>
              <a:gd name="connsiteY4913" fmla="*/ 944756 h 6857801"/>
              <a:gd name="connsiteX4914" fmla="*/ 6328121 w 12184003"/>
              <a:gd name="connsiteY4914" fmla="*/ 1185949 h 6857801"/>
              <a:gd name="connsiteX4915" fmla="*/ 6433567 w 12184003"/>
              <a:gd name="connsiteY4915" fmla="*/ 1291124 h 6857801"/>
              <a:gd name="connsiteX4916" fmla="*/ 6433567 w 12184003"/>
              <a:gd name="connsiteY4916" fmla="*/ 1133058 h 6857801"/>
              <a:gd name="connsiteX4917" fmla="*/ 6672256 w 12184003"/>
              <a:gd name="connsiteY4917" fmla="*/ 894386 h 6857801"/>
              <a:gd name="connsiteX4918" fmla="*/ 6672256 w 12184003"/>
              <a:gd name="connsiteY4918" fmla="*/ 148283 h 6857801"/>
              <a:gd name="connsiteX4919" fmla="*/ 6658024 w 12184003"/>
              <a:gd name="connsiteY4919" fmla="*/ 142183 h 6857801"/>
              <a:gd name="connsiteX4920" fmla="*/ 6648170 w 12184003"/>
              <a:gd name="connsiteY4920" fmla="*/ 119190 h 6857801"/>
              <a:gd name="connsiteX4921" fmla="*/ 6681016 w 12184003"/>
              <a:gd name="connsiteY4921" fmla="*/ 86343 h 6857801"/>
              <a:gd name="connsiteX4922" fmla="*/ 6696348 w 12184003"/>
              <a:gd name="connsiteY4922" fmla="*/ 92913 h 6857801"/>
              <a:gd name="connsiteX4923" fmla="*/ 6733571 w 12184003"/>
              <a:gd name="connsiteY4923" fmla="*/ 55690 h 6857801"/>
              <a:gd name="connsiteX4924" fmla="*/ 6733571 w 12184003"/>
              <a:gd name="connsiteY4924" fmla="*/ 0 h 6857801"/>
              <a:gd name="connsiteX4925" fmla="*/ 6779557 w 12184003"/>
              <a:gd name="connsiteY4925" fmla="*/ 0 h 6857801"/>
              <a:gd name="connsiteX4926" fmla="*/ 6779557 w 12184003"/>
              <a:gd name="connsiteY4926" fmla="*/ 9704 h 6857801"/>
              <a:gd name="connsiteX4927" fmla="*/ 6789261 w 12184003"/>
              <a:gd name="connsiteY4927" fmla="*/ 0 h 6857801"/>
              <a:gd name="connsiteX4928" fmla="*/ 6812466 w 12184003"/>
              <a:gd name="connsiteY4928" fmla="*/ 0 h 6857801"/>
              <a:gd name="connsiteX4929" fmla="*/ 6779557 w 12184003"/>
              <a:gd name="connsiteY4929" fmla="*/ 33145 h 6857801"/>
              <a:gd name="connsiteX4930" fmla="*/ 6779557 w 12184003"/>
              <a:gd name="connsiteY4930" fmla="*/ 752837 h 6857801"/>
              <a:gd name="connsiteX4931" fmla="*/ 6800361 w 12184003"/>
              <a:gd name="connsiteY4931" fmla="*/ 761082 h 6857801"/>
              <a:gd name="connsiteX4932" fmla="*/ 6802462 w 12184003"/>
              <a:gd name="connsiteY4932" fmla="*/ 764181 h 6857801"/>
              <a:gd name="connsiteX4933" fmla="*/ 6845909 w 12184003"/>
              <a:gd name="connsiteY4933" fmla="*/ 720733 h 6857801"/>
              <a:gd name="connsiteX4934" fmla="*/ 6838682 w 12184003"/>
              <a:gd name="connsiteY4934" fmla="*/ 703869 h 6857801"/>
              <a:gd name="connsiteX4935" fmla="*/ 6849631 w 12184003"/>
              <a:gd name="connsiteY4935" fmla="*/ 680877 h 6857801"/>
              <a:gd name="connsiteX4936" fmla="*/ 6864960 w 12184003"/>
              <a:gd name="connsiteY4936" fmla="*/ 674606 h 6857801"/>
              <a:gd name="connsiteX4937" fmla="*/ 6864960 w 12184003"/>
              <a:gd name="connsiteY4937" fmla="*/ 42550 h 6857801"/>
              <a:gd name="connsiteX4938" fmla="*/ 6907509 w 12184003"/>
              <a:gd name="connsiteY4938" fmla="*/ 0 h 6857801"/>
              <a:gd name="connsiteX4939" fmla="*/ 6943792 w 12184003"/>
              <a:gd name="connsiteY4939" fmla="*/ 0 h 6857801"/>
              <a:gd name="connsiteX4940" fmla="*/ 6943792 w 12184003"/>
              <a:gd name="connsiteY4940" fmla="*/ 695064 h 6857801"/>
              <a:gd name="connsiteX4941" fmla="*/ 7180292 w 12184003"/>
              <a:gd name="connsiteY4941" fmla="*/ 458564 h 6857801"/>
              <a:gd name="connsiteX4942" fmla="*/ 7180292 w 12184003"/>
              <a:gd name="connsiteY4942" fmla="*/ 40548 h 6857801"/>
              <a:gd name="connsiteX4943" fmla="*/ 7020436 w 12184003"/>
              <a:gd name="connsiteY4943" fmla="*/ 195836 h 6857801"/>
              <a:gd name="connsiteX4944" fmla="*/ 7020436 w 12184003"/>
              <a:gd name="connsiteY4944" fmla="*/ 431710 h 6857801"/>
              <a:gd name="connsiteX4945" fmla="*/ 7034670 w 12184003"/>
              <a:gd name="connsiteY4945" fmla="*/ 437809 h 6857801"/>
              <a:gd name="connsiteX4946" fmla="*/ 7044524 w 12184003"/>
              <a:gd name="connsiteY4946" fmla="*/ 460803 h 6857801"/>
              <a:gd name="connsiteX4947" fmla="*/ 7011676 w 12184003"/>
              <a:gd name="connsiteY4947" fmla="*/ 493650 h 6857801"/>
              <a:gd name="connsiteX4948" fmla="*/ 6978830 w 12184003"/>
              <a:gd name="connsiteY4948" fmla="*/ 460803 h 6857801"/>
              <a:gd name="connsiteX4949" fmla="*/ 6987863 w 12184003"/>
              <a:gd name="connsiteY4949" fmla="*/ 437809 h 6857801"/>
              <a:gd name="connsiteX4950" fmla="*/ 7002918 w 12184003"/>
              <a:gd name="connsiteY4950" fmla="*/ 431580 h 6857801"/>
              <a:gd name="connsiteX4951" fmla="*/ 7002918 w 12184003"/>
              <a:gd name="connsiteY4951" fmla="*/ 189268 h 6857801"/>
              <a:gd name="connsiteX4952" fmla="*/ 7180292 w 12184003"/>
              <a:gd name="connsiteY4952" fmla="*/ 15272 h 6857801"/>
              <a:gd name="connsiteX4953" fmla="*/ 7180292 w 12184003"/>
              <a:gd name="connsiteY4953" fmla="*/ 0 h 6857801"/>
              <a:gd name="connsiteX4954" fmla="*/ 7222034 w 12184003"/>
              <a:gd name="connsiteY4954" fmla="*/ 0 h 6857801"/>
              <a:gd name="connsiteX4955" fmla="*/ 7204380 w 12184003"/>
              <a:gd name="connsiteY4955" fmla="*/ 17149 h 6857801"/>
              <a:gd name="connsiteX4956" fmla="*/ 7204380 w 12184003"/>
              <a:gd name="connsiteY4956" fmla="*/ 434476 h 6857801"/>
              <a:gd name="connsiteX4957" fmla="*/ 7224088 w 12184003"/>
              <a:gd name="connsiteY4957" fmla="*/ 414768 h 6857801"/>
              <a:gd name="connsiteX4958" fmla="*/ 7660462 w 12184003"/>
              <a:gd name="connsiteY4958" fmla="*/ 414768 h 6857801"/>
              <a:gd name="connsiteX4959" fmla="*/ 7668619 w 12184003"/>
              <a:gd name="connsiteY4959" fmla="*/ 395056 h 6857801"/>
              <a:gd name="connsiteX4960" fmla="*/ 7700371 w 12184003"/>
              <a:gd name="connsiteY4960" fmla="*/ 381917 h 6857801"/>
              <a:gd name="connsiteX4961" fmla="*/ 7721284 w 12184003"/>
              <a:gd name="connsiteY4961" fmla="*/ 390570 h 6857801"/>
              <a:gd name="connsiteX4962" fmla="*/ 7948914 w 12184003"/>
              <a:gd name="connsiteY4962" fmla="*/ 162940 h 6857801"/>
              <a:gd name="connsiteX4963" fmla="*/ 7948914 w 12184003"/>
              <a:gd name="connsiteY4963" fmla="*/ 0 h 6857801"/>
              <a:gd name="connsiteX4964" fmla="*/ 7973003 w 12184003"/>
              <a:gd name="connsiteY4964" fmla="*/ 0 h 6857801"/>
              <a:gd name="connsiteX4965" fmla="*/ 7973003 w 12184003"/>
              <a:gd name="connsiteY4965" fmla="*/ 138851 h 6857801"/>
              <a:gd name="connsiteX4966" fmla="*/ 8111853 w 12184003"/>
              <a:gd name="connsiteY4966" fmla="*/ 0 h 6857801"/>
              <a:gd name="connsiteX4967" fmla="*/ 8143751 w 12184003"/>
              <a:gd name="connsiteY4967" fmla="*/ 0 h 6857801"/>
              <a:gd name="connsiteX4968" fmla="*/ 7973003 w 12184003"/>
              <a:gd name="connsiteY4968" fmla="*/ 171118 h 6857801"/>
              <a:gd name="connsiteX4969" fmla="*/ 7973003 w 12184003"/>
              <a:gd name="connsiteY4969" fmla="*/ 475770 h 6857801"/>
              <a:gd name="connsiteX4970" fmla="*/ 7974919 w 12184003"/>
              <a:gd name="connsiteY4970" fmla="*/ 474976 h 6857801"/>
              <a:gd name="connsiteX4971" fmla="*/ 7989513 w 12184003"/>
              <a:gd name="connsiteY4971" fmla="*/ 481463 h 6857801"/>
              <a:gd name="connsiteX4972" fmla="*/ 8159137 w 12184003"/>
              <a:gd name="connsiteY4972" fmla="*/ 311839 h 6857801"/>
              <a:gd name="connsiteX4973" fmla="*/ 8159137 w 12184003"/>
              <a:gd name="connsiteY4973" fmla="*/ 262201 h 6857801"/>
              <a:gd name="connsiteX4974" fmla="*/ 8152737 w 12184003"/>
              <a:gd name="connsiteY4974" fmla="*/ 260927 h 6857801"/>
              <a:gd name="connsiteX4975" fmla="*/ 8130668 w 12184003"/>
              <a:gd name="connsiteY4975" fmla="*/ 246145 h 6857801"/>
              <a:gd name="connsiteX4976" fmla="*/ 8130668 w 12184003"/>
              <a:gd name="connsiteY4976" fmla="*/ 154174 h 6857801"/>
              <a:gd name="connsiteX4977" fmla="*/ 8159137 w 12184003"/>
              <a:gd name="connsiteY4977" fmla="*/ 138574 h 6857801"/>
              <a:gd name="connsiteX4978" fmla="*/ 8159137 w 12184003"/>
              <a:gd name="connsiteY4978" fmla="*/ 75036 h 6857801"/>
              <a:gd name="connsiteX4979" fmla="*/ 8143807 w 12184003"/>
              <a:gd name="connsiteY4979" fmla="*/ 68764 h 6857801"/>
              <a:gd name="connsiteX4980" fmla="*/ 8143807 w 12184003"/>
              <a:gd name="connsiteY4980" fmla="*/ 20590 h 6857801"/>
              <a:gd name="connsiteX4981" fmla="*/ 8167896 w 12184003"/>
              <a:gd name="connsiteY4981" fmla="*/ 10735 h 6857801"/>
              <a:gd name="connsiteX4982" fmla="*/ 8182584 w 12184003"/>
              <a:gd name="connsiteY4982" fmla="*/ 16744 h 6857801"/>
              <a:gd name="connsiteX4983" fmla="*/ 8199250 w 12184003"/>
              <a:gd name="connsiteY4983" fmla="*/ 0 h 6857801"/>
              <a:gd name="connsiteX4984" fmla="*/ 8223528 w 12184003"/>
              <a:gd name="connsiteY4984" fmla="*/ 0 h 6857801"/>
              <a:gd name="connsiteX4985" fmla="*/ 8195163 w 12184003"/>
              <a:gd name="connsiteY4985" fmla="*/ 28365 h 6857801"/>
              <a:gd name="connsiteX4986" fmla="*/ 8201838 w 12184003"/>
              <a:gd name="connsiteY4986" fmla="*/ 44677 h 6857801"/>
              <a:gd name="connsiteX4987" fmla="*/ 8191983 w 12184003"/>
              <a:gd name="connsiteY4987" fmla="*/ 68764 h 6857801"/>
              <a:gd name="connsiteX4988" fmla="*/ 8176655 w 12184003"/>
              <a:gd name="connsiteY4988" fmla="*/ 75035 h 6857801"/>
              <a:gd name="connsiteX4989" fmla="*/ 8176655 w 12184003"/>
              <a:gd name="connsiteY4989" fmla="*/ 136939 h 6857801"/>
              <a:gd name="connsiteX4990" fmla="*/ 8200879 w 12184003"/>
              <a:gd name="connsiteY4990" fmla="*/ 139392 h 6857801"/>
              <a:gd name="connsiteX4991" fmla="*/ 8201780 w 12184003"/>
              <a:gd name="connsiteY4991" fmla="*/ 140005 h 6857801"/>
              <a:gd name="connsiteX4992" fmla="*/ 8341784 w 12184003"/>
              <a:gd name="connsiteY4992" fmla="*/ 0 h 6857801"/>
              <a:gd name="connsiteX4993" fmla="*/ 8407478 w 12184003"/>
              <a:gd name="connsiteY4993" fmla="*/ 0 h 6857801"/>
              <a:gd name="connsiteX4994" fmla="*/ 8234723 w 12184003"/>
              <a:gd name="connsiteY4994" fmla="*/ 172755 h 6857801"/>
              <a:gd name="connsiteX4995" fmla="*/ 8236190 w 12184003"/>
              <a:gd name="connsiteY4995" fmla="*/ 175011 h 6857801"/>
              <a:gd name="connsiteX4996" fmla="*/ 8222640 w 12184003"/>
              <a:gd name="connsiteY4996" fmla="*/ 246145 h 6857801"/>
              <a:gd name="connsiteX4997" fmla="*/ 8177475 w 12184003"/>
              <a:gd name="connsiteY4997" fmla="*/ 265854 h 6857801"/>
              <a:gd name="connsiteX4998" fmla="*/ 8176655 w 12184003"/>
              <a:gd name="connsiteY4998" fmla="*/ 265690 h 6857801"/>
              <a:gd name="connsiteX4999" fmla="*/ 8176655 w 12184003"/>
              <a:gd name="connsiteY4999" fmla="*/ 294320 h 6857801"/>
              <a:gd name="connsiteX5000" fmla="*/ 8470974 w 12184003"/>
              <a:gd name="connsiteY5000" fmla="*/ 0 h 6857801"/>
              <a:gd name="connsiteX5001" fmla="*/ 8495062 w 12184003"/>
              <a:gd name="connsiteY5001" fmla="*/ 0 h 6857801"/>
              <a:gd name="connsiteX5002" fmla="*/ 8176655 w 12184003"/>
              <a:gd name="connsiteY5002" fmla="*/ 318407 h 6857801"/>
              <a:gd name="connsiteX5003" fmla="*/ 8176655 w 12184003"/>
              <a:gd name="connsiteY5003" fmla="*/ 657830 h 6857801"/>
              <a:gd name="connsiteX5004" fmla="*/ 8064492 w 12184003"/>
              <a:gd name="connsiteY5004" fmla="*/ 769509 h 6857801"/>
              <a:gd name="connsiteX5005" fmla="*/ 8211691 w 12184003"/>
              <a:gd name="connsiteY5005" fmla="*/ 769509 h 6857801"/>
              <a:gd name="connsiteX5006" fmla="*/ 8211691 w 12184003"/>
              <a:gd name="connsiteY5006" fmla="*/ 427905 h 6857801"/>
              <a:gd name="connsiteX5007" fmla="*/ 8285255 w 12184003"/>
              <a:gd name="connsiteY5007" fmla="*/ 354343 h 6857801"/>
              <a:gd name="connsiteX5008" fmla="*/ 8279576 w 12184003"/>
              <a:gd name="connsiteY5008" fmla="*/ 340027 h 6857801"/>
              <a:gd name="connsiteX5009" fmla="*/ 8292714 w 12184003"/>
              <a:gd name="connsiteY5009" fmla="*/ 305264 h 6857801"/>
              <a:gd name="connsiteX5010" fmla="*/ 8326657 w 12184003"/>
              <a:gd name="connsiteY5010" fmla="*/ 292123 h 6857801"/>
              <a:gd name="connsiteX5011" fmla="*/ 8341664 w 12184003"/>
              <a:gd name="connsiteY5011" fmla="*/ 297934 h 6857801"/>
              <a:gd name="connsiteX5012" fmla="*/ 8634324 w 12184003"/>
              <a:gd name="connsiteY5012" fmla="*/ 5273 h 6857801"/>
              <a:gd name="connsiteX5013" fmla="*/ 8636507 w 12184003"/>
              <a:gd name="connsiteY5013" fmla="*/ 5273 h 6857801"/>
              <a:gd name="connsiteX5014" fmla="*/ 8641780 w 12184003"/>
              <a:gd name="connsiteY5014" fmla="*/ 0 h 6857801"/>
              <a:gd name="connsiteX5015" fmla="*/ 8689957 w 12184003"/>
              <a:gd name="connsiteY5015" fmla="*/ 0 h 6857801"/>
              <a:gd name="connsiteX5016" fmla="*/ 8684684 w 12184003"/>
              <a:gd name="connsiteY5016" fmla="*/ 5273 h 6857801"/>
              <a:gd name="connsiteX5017" fmla="*/ 9221193 w 12184003"/>
              <a:gd name="connsiteY5017" fmla="*/ 5273 h 6857801"/>
              <a:gd name="connsiteX5018" fmla="*/ 9221193 w 12184003"/>
              <a:gd name="connsiteY5018" fmla="*/ 0 h 6857801"/>
              <a:gd name="connsiteX5019" fmla="*/ 9238711 w 12184003"/>
              <a:gd name="connsiteY5019" fmla="*/ 0 h 6857801"/>
              <a:gd name="connsiteX5020" fmla="*/ 9238711 w 12184003"/>
              <a:gd name="connsiteY5020" fmla="*/ 5273 h 6857801"/>
              <a:gd name="connsiteX5021" fmla="*/ 9298135 w 12184003"/>
              <a:gd name="connsiteY5021" fmla="*/ 5273 h 6857801"/>
              <a:gd name="connsiteX5022" fmla="*/ 9303390 w 12184003"/>
              <a:gd name="connsiteY5022" fmla="*/ 0 h 6857801"/>
              <a:gd name="connsiteX5023" fmla="*/ 9334014 w 12184003"/>
              <a:gd name="connsiteY5023" fmla="*/ 0 h 6857801"/>
              <a:gd name="connsiteX5024" fmla="*/ 9328759 w 12184003"/>
              <a:gd name="connsiteY5024" fmla="*/ 5273 h 6857801"/>
              <a:gd name="connsiteX5025" fmla="*/ 9433605 w 12184003"/>
              <a:gd name="connsiteY5025" fmla="*/ 5273 h 6857801"/>
              <a:gd name="connsiteX5026" fmla="*/ 9433605 w 12184003"/>
              <a:gd name="connsiteY5026" fmla="*/ 0 h 6857801"/>
              <a:gd name="connsiteX5027" fmla="*/ 9466452 w 12184003"/>
              <a:gd name="connsiteY5027" fmla="*/ 0 h 6857801"/>
              <a:gd name="connsiteX5028" fmla="*/ 9466452 w 12184003"/>
              <a:gd name="connsiteY5028" fmla="*/ 5273 h 6857801"/>
              <a:gd name="connsiteX5029" fmla="*/ 9672293 w 12184003"/>
              <a:gd name="connsiteY5029" fmla="*/ 5273 h 6857801"/>
              <a:gd name="connsiteX5030" fmla="*/ 9672293 w 12184003"/>
              <a:gd name="connsiteY5030" fmla="*/ 0 h 6857801"/>
              <a:gd name="connsiteX5031" fmla="*/ 9718280 w 12184003"/>
              <a:gd name="connsiteY5031" fmla="*/ 0 h 6857801"/>
              <a:gd name="connsiteX5032" fmla="*/ 9718280 w 12184003"/>
              <a:gd name="connsiteY5032" fmla="*/ 5273 h 6857801"/>
              <a:gd name="connsiteX5033" fmla="*/ 9764258 w 12184003"/>
              <a:gd name="connsiteY5033" fmla="*/ 5273 h 6857801"/>
              <a:gd name="connsiteX5034" fmla="*/ 9764265 w 12184003"/>
              <a:gd name="connsiteY5034" fmla="*/ 5265 h 6857801"/>
              <a:gd name="connsiteX5035" fmla="*/ 9764265 w 12184003"/>
              <a:gd name="connsiteY5035" fmla="*/ 0 h 6857801"/>
              <a:gd name="connsiteX5036" fmla="*/ 9797112 w 12184003"/>
              <a:gd name="connsiteY5036" fmla="*/ 0 h 6857801"/>
              <a:gd name="connsiteX5037" fmla="*/ 9797112 w 12184003"/>
              <a:gd name="connsiteY5037" fmla="*/ 5273 h 6857801"/>
              <a:gd name="connsiteX5038" fmla="*/ 9836528 w 12184003"/>
              <a:gd name="connsiteY5038" fmla="*/ 5273 h 6857801"/>
              <a:gd name="connsiteX5039" fmla="*/ 9836528 w 12184003"/>
              <a:gd name="connsiteY5039" fmla="*/ 0 h 6857801"/>
              <a:gd name="connsiteX5040" fmla="*/ 9854047 w 12184003"/>
              <a:gd name="connsiteY5040" fmla="*/ 0 h 6857801"/>
              <a:gd name="connsiteX5041" fmla="*/ 9854047 w 12184003"/>
              <a:gd name="connsiteY5041" fmla="*/ 5273 h 6857801"/>
              <a:gd name="connsiteX5042" fmla="*/ 9860616 w 12184003"/>
              <a:gd name="connsiteY5042" fmla="*/ 5273 h 6857801"/>
              <a:gd name="connsiteX5043" fmla="*/ 9865889 w 12184003"/>
              <a:gd name="connsiteY5043" fmla="*/ 0 h 6857801"/>
              <a:gd name="connsiteX5044" fmla="*/ 9929392 w 12184003"/>
              <a:gd name="connsiteY5044" fmla="*/ 0 h 6857801"/>
              <a:gd name="connsiteX5045" fmla="*/ 9878135 w 12184003"/>
              <a:gd name="connsiteY5045" fmla="*/ 51258 h 6857801"/>
              <a:gd name="connsiteX5046" fmla="*/ 9854047 w 12184003"/>
              <a:gd name="connsiteY5046" fmla="*/ 51258 h 6857801"/>
              <a:gd name="connsiteX5047" fmla="*/ 9854047 w 12184003"/>
              <a:gd name="connsiteY5047" fmla="*/ 158552 h 6857801"/>
              <a:gd name="connsiteX5048" fmla="*/ 9597153 w 12184003"/>
              <a:gd name="connsiteY5048" fmla="*/ 414767 h 6857801"/>
              <a:gd name="connsiteX5049" fmla="*/ 9746747 w 12184003"/>
              <a:gd name="connsiteY5049" fmla="*/ 414767 h 6857801"/>
              <a:gd name="connsiteX5050" fmla="*/ 10161512 w 12184003"/>
              <a:gd name="connsiteY5050" fmla="*/ 0 h 6857801"/>
              <a:gd name="connsiteX5051" fmla="*/ 10194360 w 12184003"/>
              <a:gd name="connsiteY5051" fmla="*/ 0 h 6857801"/>
              <a:gd name="connsiteX5052" fmla="*/ 9907466 w 12184003"/>
              <a:gd name="connsiteY5052" fmla="*/ 286895 h 6857801"/>
              <a:gd name="connsiteX5053" fmla="*/ 9924122 w 12184003"/>
              <a:gd name="connsiteY5053" fmla="*/ 280082 h 6857801"/>
              <a:gd name="connsiteX5054" fmla="*/ 9948209 w 12184003"/>
              <a:gd name="connsiteY5054" fmla="*/ 289936 h 6857801"/>
              <a:gd name="connsiteX5055" fmla="*/ 9948209 w 12184003"/>
              <a:gd name="connsiteY5055" fmla="*/ 338112 h 6857801"/>
              <a:gd name="connsiteX5056" fmla="*/ 9924122 w 12184003"/>
              <a:gd name="connsiteY5056" fmla="*/ 347965 h 6857801"/>
              <a:gd name="connsiteX5057" fmla="*/ 9916864 w 12184003"/>
              <a:gd name="connsiteY5057" fmla="*/ 344997 h 6857801"/>
              <a:gd name="connsiteX5058" fmla="*/ 9846353 w 12184003"/>
              <a:gd name="connsiteY5058" fmla="*/ 414767 h 6857801"/>
              <a:gd name="connsiteX5059" fmla="*/ 10083978 w 12184003"/>
              <a:gd name="connsiteY5059" fmla="*/ 414767 h 6857801"/>
              <a:gd name="connsiteX5060" fmla="*/ 10305152 w 12184003"/>
              <a:gd name="connsiteY5060" fmla="*/ 193592 h 6857801"/>
              <a:gd name="connsiteX5061" fmla="*/ 10305148 w 12184003"/>
              <a:gd name="connsiteY5061" fmla="*/ 193591 h 6857801"/>
              <a:gd name="connsiteX5062" fmla="*/ 10305148 w 12184003"/>
              <a:gd name="connsiteY5062" fmla="*/ 130087 h 6857801"/>
              <a:gd name="connsiteX5063" fmla="*/ 10368652 w 12184003"/>
              <a:gd name="connsiteY5063" fmla="*/ 130087 h 6857801"/>
              <a:gd name="connsiteX5064" fmla="*/ 10368652 w 12184003"/>
              <a:gd name="connsiteY5064" fmla="*/ 193591 h 6857801"/>
              <a:gd name="connsiteX5065" fmla="*/ 10336900 w 12184003"/>
              <a:gd name="connsiteY5065" fmla="*/ 206730 h 6857801"/>
              <a:gd name="connsiteX5066" fmla="*/ 10329934 w 12184003"/>
              <a:gd name="connsiteY5066" fmla="*/ 203848 h 6857801"/>
              <a:gd name="connsiteX5067" fmla="*/ 10094926 w 12184003"/>
              <a:gd name="connsiteY5067" fmla="*/ 438856 h 6857801"/>
              <a:gd name="connsiteX5068" fmla="*/ 9822008 w 12184003"/>
              <a:gd name="connsiteY5068" fmla="*/ 438856 h 6857801"/>
              <a:gd name="connsiteX5069" fmla="*/ 9744556 w 12184003"/>
              <a:gd name="connsiteY5069" fmla="*/ 515492 h 6857801"/>
              <a:gd name="connsiteX5070" fmla="*/ 9678529 w 12184003"/>
              <a:gd name="connsiteY5070" fmla="*/ 515832 h 6857801"/>
              <a:gd name="connsiteX5071" fmla="*/ 9149037 w 12184003"/>
              <a:gd name="connsiteY5071" fmla="*/ 1045325 h 6857801"/>
              <a:gd name="connsiteX5072" fmla="*/ 9157688 w 12184003"/>
              <a:gd name="connsiteY5072" fmla="*/ 1066230 h 6857801"/>
              <a:gd name="connsiteX5073" fmla="*/ 9144549 w 12184003"/>
              <a:gd name="connsiteY5073" fmla="*/ 1097982 h 6857801"/>
              <a:gd name="connsiteX5074" fmla="*/ 9124842 w 12184003"/>
              <a:gd name="connsiteY5074" fmla="*/ 1106069 h 6857801"/>
              <a:gd name="connsiteX5075" fmla="*/ 9124842 w 12184003"/>
              <a:gd name="connsiteY5075" fmla="*/ 1179004 h 6857801"/>
              <a:gd name="connsiteX5076" fmla="*/ 9283074 w 12184003"/>
              <a:gd name="connsiteY5076" fmla="*/ 1020772 h 6857801"/>
              <a:gd name="connsiteX5077" fmla="*/ 9277032 w 12184003"/>
              <a:gd name="connsiteY5077" fmla="*/ 1006004 h 6857801"/>
              <a:gd name="connsiteX5078" fmla="*/ 9286887 w 12184003"/>
              <a:gd name="connsiteY5078" fmla="*/ 981916 h 6857801"/>
              <a:gd name="connsiteX5079" fmla="*/ 9335063 w 12184003"/>
              <a:gd name="connsiteY5079" fmla="*/ 981916 h 6857801"/>
              <a:gd name="connsiteX5080" fmla="*/ 9342230 w 12184003"/>
              <a:gd name="connsiteY5080" fmla="*/ 999440 h 6857801"/>
              <a:gd name="connsiteX5081" fmla="*/ 9786858 w 12184003"/>
              <a:gd name="connsiteY5081" fmla="*/ 999440 h 6857801"/>
              <a:gd name="connsiteX5082" fmla="*/ 9794923 w 12184003"/>
              <a:gd name="connsiteY5082" fmla="*/ 979728 h 6857801"/>
              <a:gd name="connsiteX5083" fmla="*/ 9819010 w 12184003"/>
              <a:gd name="connsiteY5083" fmla="*/ 969873 h 6857801"/>
              <a:gd name="connsiteX5084" fmla="*/ 9841547 w 12184003"/>
              <a:gd name="connsiteY5084" fmla="*/ 979093 h 6857801"/>
              <a:gd name="connsiteX5085" fmla="*/ 10721211 w 12184003"/>
              <a:gd name="connsiteY5085" fmla="*/ 99427 h 6857801"/>
              <a:gd name="connsiteX5086" fmla="*/ 10721211 w 12184003"/>
              <a:gd name="connsiteY5086" fmla="*/ 0 h 6857801"/>
              <a:gd name="connsiteX5087" fmla="*/ 10738730 w 12184003"/>
              <a:gd name="connsiteY5087" fmla="*/ 0 h 6857801"/>
              <a:gd name="connsiteX5088" fmla="*/ 10738730 w 12184003"/>
              <a:gd name="connsiteY5088" fmla="*/ 105997 h 6857801"/>
              <a:gd name="connsiteX5089" fmla="*/ 9849457 w 12184003"/>
              <a:gd name="connsiteY5089" fmla="*/ 995270 h 6857801"/>
              <a:gd name="connsiteX5090" fmla="*/ 9852952 w 12184003"/>
              <a:gd name="connsiteY5090" fmla="*/ 1003815 h 6857801"/>
              <a:gd name="connsiteX5091" fmla="*/ 9843099 w 12184003"/>
              <a:gd name="connsiteY5091" fmla="*/ 1027903 h 6857801"/>
              <a:gd name="connsiteX5092" fmla="*/ 9794923 w 12184003"/>
              <a:gd name="connsiteY5092" fmla="*/ 1027903 h 6857801"/>
              <a:gd name="connsiteX5093" fmla="*/ 9790445 w 12184003"/>
              <a:gd name="connsiteY5093" fmla="*/ 1016958 h 6857801"/>
              <a:gd name="connsiteX5094" fmla="*/ 9340436 w 12184003"/>
              <a:gd name="connsiteY5094" fmla="*/ 1016958 h 6857801"/>
              <a:gd name="connsiteX5095" fmla="*/ 9335063 w 12184003"/>
              <a:gd name="connsiteY5095" fmla="*/ 1030092 h 6857801"/>
              <a:gd name="connsiteX5096" fmla="*/ 9310975 w 12184003"/>
              <a:gd name="connsiteY5096" fmla="*/ 1039947 h 6857801"/>
              <a:gd name="connsiteX5097" fmla="*/ 9296158 w 12184003"/>
              <a:gd name="connsiteY5097" fmla="*/ 1033885 h 6857801"/>
              <a:gd name="connsiteX5098" fmla="*/ 9124842 w 12184003"/>
              <a:gd name="connsiteY5098" fmla="*/ 1204397 h 6857801"/>
              <a:gd name="connsiteX5099" fmla="*/ 9124842 w 12184003"/>
              <a:gd name="connsiteY5099" fmla="*/ 1465876 h 6857801"/>
              <a:gd name="connsiteX5100" fmla="*/ 9471366 w 12184003"/>
              <a:gd name="connsiteY5100" fmla="*/ 1119351 h 6857801"/>
              <a:gd name="connsiteX5101" fmla="*/ 9462071 w 12184003"/>
              <a:gd name="connsiteY5101" fmla="*/ 1096889 h 6857801"/>
              <a:gd name="connsiteX5102" fmla="*/ 9475210 w 12184003"/>
              <a:gd name="connsiteY5102" fmla="*/ 1065137 h 6857801"/>
              <a:gd name="connsiteX5103" fmla="*/ 9538715 w 12184003"/>
              <a:gd name="connsiteY5103" fmla="*/ 1065137 h 6857801"/>
              <a:gd name="connsiteX5104" fmla="*/ 9549590 w 12184003"/>
              <a:gd name="connsiteY5104" fmla="*/ 1091419 h 6857801"/>
              <a:gd name="connsiteX5105" fmla="*/ 10151029 w 12184003"/>
              <a:gd name="connsiteY5105" fmla="*/ 1091419 h 6857801"/>
              <a:gd name="connsiteX5106" fmla="*/ 10162810 w 12184003"/>
              <a:gd name="connsiteY5106" fmla="*/ 1062947 h 6857801"/>
              <a:gd name="connsiteX5107" fmla="*/ 10226314 w 12184003"/>
              <a:gd name="connsiteY5107" fmla="*/ 1062947 h 6857801"/>
              <a:gd name="connsiteX5108" fmla="*/ 10226315 w 12184003"/>
              <a:gd name="connsiteY5108" fmla="*/ 1062949 h 6857801"/>
              <a:gd name="connsiteX5109" fmla="*/ 11289265 w 12184003"/>
              <a:gd name="connsiteY5109" fmla="*/ 0 h 6857801"/>
              <a:gd name="connsiteX5110" fmla="*/ 11321907 w 12184003"/>
              <a:gd name="connsiteY5110" fmla="*/ 0 h 6857801"/>
              <a:gd name="connsiteX5111" fmla="*/ 10235303 w 12184003"/>
              <a:gd name="connsiteY5111" fmla="*/ 1084671 h 6857801"/>
              <a:gd name="connsiteX5112" fmla="*/ 10239453 w 12184003"/>
              <a:gd name="connsiteY5112" fmla="*/ 1094700 h 6857801"/>
              <a:gd name="connsiteX5113" fmla="*/ 10226314 w 12184003"/>
              <a:gd name="connsiteY5113" fmla="*/ 1126451 h 6857801"/>
              <a:gd name="connsiteX5114" fmla="*/ 10162810 w 12184003"/>
              <a:gd name="connsiteY5114" fmla="*/ 1126451 h 6857801"/>
              <a:gd name="connsiteX5115" fmla="*/ 10157375 w 12184003"/>
              <a:gd name="connsiteY5115" fmla="*/ 1113317 h 6857801"/>
              <a:gd name="connsiteX5116" fmla="*/ 9545056 w 12184003"/>
              <a:gd name="connsiteY5116" fmla="*/ 1113317 h 6857801"/>
              <a:gd name="connsiteX5117" fmla="*/ 9538715 w 12184003"/>
              <a:gd name="connsiteY5117" fmla="*/ 1128641 h 6857801"/>
              <a:gd name="connsiteX5118" fmla="*/ 9506963 w 12184003"/>
              <a:gd name="connsiteY5118" fmla="*/ 1141781 h 6857801"/>
              <a:gd name="connsiteX5119" fmla="*/ 9489153 w 12184003"/>
              <a:gd name="connsiteY5119" fmla="*/ 1134411 h 6857801"/>
              <a:gd name="connsiteX5120" fmla="*/ 9124842 w 12184003"/>
              <a:gd name="connsiteY5120" fmla="*/ 1498723 h 6857801"/>
              <a:gd name="connsiteX5121" fmla="*/ 9124842 w 12184003"/>
              <a:gd name="connsiteY5121" fmla="*/ 1693616 h 6857801"/>
              <a:gd name="connsiteX5122" fmla="*/ 9076674 w 12184003"/>
              <a:gd name="connsiteY5122" fmla="*/ 1741783 h 6857801"/>
              <a:gd name="connsiteX5123" fmla="*/ 9556233 w 12184003"/>
              <a:gd name="connsiteY5123" fmla="*/ 1741783 h 6857801"/>
              <a:gd name="connsiteX5124" fmla="*/ 9972297 w 12184003"/>
              <a:gd name="connsiteY5124" fmla="*/ 1325719 h 6857801"/>
              <a:gd name="connsiteX5125" fmla="*/ 10129963 w 12184003"/>
              <a:gd name="connsiteY5125" fmla="*/ 1325719 h 6857801"/>
              <a:gd name="connsiteX5126" fmla="*/ 10887637 w 12184003"/>
              <a:gd name="connsiteY5126" fmla="*/ 568045 h 6857801"/>
              <a:gd name="connsiteX5127" fmla="*/ 10887637 w 12184003"/>
              <a:gd name="connsiteY5127" fmla="*/ 449795 h 6857801"/>
              <a:gd name="connsiteX5128" fmla="*/ 11187640 w 12184003"/>
              <a:gd name="connsiteY5128" fmla="*/ 149792 h 6857801"/>
              <a:gd name="connsiteX5129" fmla="*/ 11200780 w 12184003"/>
              <a:gd name="connsiteY5129" fmla="*/ 160740 h 6857801"/>
              <a:gd name="connsiteX5130" fmla="*/ 10905154 w 12184003"/>
              <a:gd name="connsiteY5130" fmla="*/ 456365 h 6857801"/>
              <a:gd name="connsiteX5131" fmla="*/ 10905154 w 12184003"/>
              <a:gd name="connsiteY5131" fmla="*/ 574615 h 6857801"/>
              <a:gd name="connsiteX5132" fmla="*/ 10138722 w 12184003"/>
              <a:gd name="connsiteY5132" fmla="*/ 1343237 h 6857801"/>
              <a:gd name="connsiteX5133" fmla="*/ 9978866 w 12184003"/>
              <a:gd name="connsiteY5133" fmla="*/ 1343237 h 6857801"/>
              <a:gd name="connsiteX5134" fmla="*/ 9562802 w 12184003"/>
              <a:gd name="connsiteY5134" fmla="*/ 1759301 h 6857801"/>
              <a:gd name="connsiteX5135" fmla="*/ 9059156 w 12184003"/>
              <a:gd name="connsiteY5135" fmla="*/ 1759301 h 6857801"/>
              <a:gd name="connsiteX5136" fmla="*/ 8722445 w 12184003"/>
              <a:gd name="connsiteY5136" fmla="*/ 2095982 h 6857801"/>
              <a:gd name="connsiteX5137" fmla="*/ 9270703 w 12184003"/>
              <a:gd name="connsiteY5137" fmla="*/ 2095167 h 6857801"/>
              <a:gd name="connsiteX5138" fmla="*/ 9335064 w 12184003"/>
              <a:gd name="connsiteY5138" fmla="*/ 2030830 h 6857801"/>
              <a:gd name="connsiteX5139" fmla="*/ 9326304 w 12184003"/>
              <a:gd name="connsiteY5139" fmla="*/ 2008930 h 6857801"/>
              <a:gd name="connsiteX5140" fmla="*/ 9372289 w 12184003"/>
              <a:gd name="connsiteY5140" fmla="*/ 1962944 h 6857801"/>
              <a:gd name="connsiteX5141" fmla="*/ 9414478 w 12184003"/>
              <a:gd name="connsiteY5141" fmla="*/ 1990659 h 6857801"/>
              <a:gd name="connsiteX5142" fmla="*/ 9416000 w 12184003"/>
              <a:gd name="connsiteY5142" fmla="*/ 1997986 h 6857801"/>
              <a:gd name="connsiteX5143" fmla="*/ 9935081 w 12184003"/>
              <a:gd name="connsiteY5143" fmla="*/ 1997986 h 6857801"/>
              <a:gd name="connsiteX5144" fmla="*/ 10373671 w 12184003"/>
              <a:gd name="connsiteY5144" fmla="*/ 1559398 h 6857801"/>
              <a:gd name="connsiteX5145" fmla="*/ 10349039 w 12184003"/>
              <a:gd name="connsiteY5145" fmla="*/ 1549546 h 6857801"/>
              <a:gd name="connsiteX5146" fmla="*/ 10070839 w 12184003"/>
              <a:gd name="connsiteY5146" fmla="*/ 1833750 h 6857801"/>
              <a:gd name="connsiteX5147" fmla="*/ 9742366 w 12184003"/>
              <a:gd name="connsiteY5147" fmla="*/ 1833750 h 6857801"/>
              <a:gd name="connsiteX5148" fmla="*/ 9733607 w 12184003"/>
              <a:gd name="connsiteY5148" fmla="*/ 1855647 h 6857801"/>
              <a:gd name="connsiteX5149" fmla="*/ 9700760 w 12184003"/>
              <a:gd name="connsiteY5149" fmla="*/ 1868785 h 6857801"/>
              <a:gd name="connsiteX5150" fmla="*/ 9654774 w 12184003"/>
              <a:gd name="connsiteY5150" fmla="*/ 1822800 h 6857801"/>
              <a:gd name="connsiteX5151" fmla="*/ 9700760 w 12184003"/>
              <a:gd name="connsiteY5151" fmla="*/ 1776813 h 6857801"/>
              <a:gd name="connsiteX5152" fmla="*/ 9733607 w 12184003"/>
              <a:gd name="connsiteY5152" fmla="*/ 1789952 h 6857801"/>
              <a:gd name="connsiteX5153" fmla="*/ 9742367 w 12184003"/>
              <a:gd name="connsiteY5153" fmla="*/ 1811852 h 6857801"/>
              <a:gd name="connsiteX5154" fmla="*/ 10062080 w 12184003"/>
              <a:gd name="connsiteY5154" fmla="*/ 1811852 h 6857801"/>
              <a:gd name="connsiteX5155" fmla="*/ 10335169 w 12184003"/>
              <a:gd name="connsiteY5155" fmla="*/ 1528868 h 6857801"/>
              <a:gd name="connsiteX5156" fmla="*/ 10329235 w 12184003"/>
              <a:gd name="connsiteY5156" fmla="*/ 1514033 h 6857801"/>
              <a:gd name="connsiteX5157" fmla="*/ 10375222 w 12184003"/>
              <a:gd name="connsiteY5157" fmla="*/ 1468047 h 6857801"/>
              <a:gd name="connsiteX5158" fmla="*/ 10408069 w 12184003"/>
              <a:gd name="connsiteY5158" fmla="*/ 1481186 h 6857801"/>
              <a:gd name="connsiteX5159" fmla="*/ 10415079 w 12184003"/>
              <a:gd name="connsiteY5159" fmla="*/ 1498710 h 6857801"/>
              <a:gd name="connsiteX5160" fmla="*/ 10648960 w 12184003"/>
              <a:gd name="connsiteY5160" fmla="*/ 1498710 h 6857801"/>
              <a:gd name="connsiteX5161" fmla="*/ 11640931 w 12184003"/>
              <a:gd name="connsiteY5161" fmla="*/ 506740 h 6857801"/>
              <a:gd name="connsiteX5162" fmla="*/ 11640931 w 12184003"/>
              <a:gd name="connsiteY5162" fmla="*/ 346882 h 6857801"/>
              <a:gd name="connsiteX5163" fmla="*/ 11987813 w 12184003"/>
              <a:gd name="connsiteY5163" fmla="*/ 0 h 6857801"/>
              <a:gd name="connsiteX5164" fmla="*/ 12018471 w 12184003"/>
              <a:gd name="connsiteY5164" fmla="*/ 0 h 6857801"/>
              <a:gd name="connsiteX5165" fmla="*/ 11662829 w 12184003"/>
              <a:gd name="connsiteY5165" fmla="*/ 355643 h 6857801"/>
              <a:gd name="connsiteX5166" fmla="*/ 11662829 w 12184003"/>
              <a:gd name="connsiteY5166" fmla="*/ 517688 h 6857801"/>
              <a:gd name="connsiteX5167" fmla="*/ 10681809 w 12184003"/>
              <a:gd name="connsiteY5167" fmla="*/ 1498710 h 6857801"/>
              <a:gd name="connsiteX5168" fmla="*/ 11040923 w 12184003"/>
              <a:gd name="connsiteY5168" fmla="*/ 1498710 h 6857801"/>
              <a:gd name="connsiteX5169" fmla="*/ 11136509 w 12184003"/>
              <a:gd name="connsiteY5169" fmla="*/ 1404743 h 6857801"/>
              <a:gd name="connsiteX5170" fmla="*/ 11132313 w 12184003"/>
              <a:gd name="connsiteY5170" fmla="*/ 1398726 h 6857801"/>
              <a:gd name="connsiteX5171" fmla="*/ 11128516 w 12184003"/>
              <a:gd name="connsiteY5171" fmla="*/ 1380454 h 6857801"/>
              <a:gd name="connsiteX5172" fmla="*/ 11174501 w 12184003"/>
              <a:gd name="connsiteY5172" fmla="*/ 1334468 h 6857801"/>
              <a:gd name="connsiteX5173" fmla="*/ 11207349 w 12184003"/>
              <a:gd name="connsiteY5173" fmla="*/ 1347607 h 6857801"/>
              <a:gd name="connsiteX5174" fmla="*/ 11216986 w 12184003"/>
              <a:gd name="connsiteY5174" fmla="*/ 1371701 h 6857801"/>
              <a:gd name="connsiteX5175" fmla="*/ 11707936 w 12184003"/>
              <a:gd name="connsiteY5175" fmla="*/ 1371701 h 6857801"/>
              <a:gd name="connsiteX5176" fmla="*/ 11717575 w 12184003"/>
              <a:gd name="connsiteY5176" fmla="*/ 1347606 h 6857801"/>
              <a:gd name="connsiteX5177" fmla="*/ 11750421 w 12184003"/>
              <a:gd name="connsiteY5177" fmla="*/ 1334467 h 6857801"/>
              <a:gd name="connsiteX5178" fmla="*/ 11796407 w 12184003"/>
              <a:gd name="connsiteY5178" fmla="*/ 1380454 h 6857801"/>
              <a:gd name="connsiteX5179" fmla="*/ 11787487 w 12184003"/>
              <a:gd name="connsiteY5179" fmla="*/ 1402197 h 6857801"/>
              <a:gd name="connsiteX5180" fmla="*/ 12100790 w 12184003"/>
              <a:gd name="connsiteY5180" fmla="*/ 1715500 h 6857801"/>
              <a:gd name="connsiteX5181" fmla="*/ 12085462 w 12184003"/>
              <a:gd name="connsiteY5181" fmla="*/ 1730829 h 6857801"/>
              <a:gd name="connsiteX5182" fmla="*/ 11772559 w 12184003"/>
              <a:gd name="connsiteY5182" fmla="*/ 1419945 h 6857801"/>
              <a:gd name="connsiteX5183" fmla="*/ 11768692 w 12184003"/>
              <a:gd name="connsiteY5183" fmla="*/ 1422642 h 6857801"/>
              <a:gd name="connsiteX5184" fmla="*/ 11750421 w 12184003"/>
              <a:gd name="connsiteY5184" fmla="*/ 1426439 h 6857801"/>
              <a:gd name="connsiteX5185" fmla="*/ 11717575 w 12184003"/>
              <a:gd name="connsiteY5185" fmla="*/ 1413301 h 6857801"/>
              <a:gd name="connsiteX5186" fmla="*/ 11709694 w 12184003"/>
              <a:gd name="connsiteY5186" fmla="*/ 1393600 h 6857801"/>
              <a:gd name="connsiteX5187" fmla="*/ 11215095 w 12184003"/>
              <a:gd name="connsiteY5187" fmla="*/ 1393600 h 6857801"/>
              <a:gd name="connsiteX5188" fmla="*/ 11207349 w 12184003"/>
              <a:gd name="connsiteY5188" fmla="*/ 1412480 h 6857801"/>
              <a:gd name="connsiteX5189" fmla="*/ 11174501 w 12184003"/>
              <a:gd name="connsiteY5189" fmla="*/ 1426440 h 6857801"/>
              <a:gd name="connsiteX5190" fmla="*/ 11154320 w 12184003"/>
              <a:gd name="connsiteY5190" fmla="*/ 1418160 h 6857801"/>
              <a:gd name="connsiteX5191" fmla="*/ 11049683 w 12184003"/>
              <a:gd name="connsiteY5191" fmla="*/ 1522797 h 6857801"/>
              <a:gd name="connsiteX5192" fmla="*/ 10657721 w 12184003"/>
              <a:gd name="connsiteY5192" fmla="*/ 1522797 h 6857801"/>
              <a:gd name="connsiteX5193" fmla="*/ 10627049 w 12184003"/>
              <a:gd name="connsiteY5193" fmla="*/ 1553468 h 6857801"/>
              <a:gd name="connsiteX5194" fmla="*/ 10412448 w 12184003"/>
              <a:gd name="connsiteY5194" fmla="*/ 1553468 h 6857801"/>
              <a:gd name="connsiteX5195" fmla="*/ 9967928 w 12184003"/>
              <a:gd name="connsiteY5195" fmla="*/ 1997986 h 6857801"/>
              <a:gd name="connsiteX5196" fmla="*/ 10034480 w 12184003"/>
              <a:gd name="connsiteY5196" fmla="*/ 1997986 h 6857801"/>
              <a:gd name="connsiteX5197" fmla="*/ 10059569 w 12184003"/>
              <a:gd name="connsiteY5197" fmla="*/ 1972410 h 6857801"/>
              <a:gd name="connsiteX5198" fmla="*/ 10055509 w 12184003"/>
              <a:gd name="connsiteY5198" fmla="*/ 1962937 h 6857801"/>
              <a:gd name="connsiteX5199" fmla="*/ 10088357 w 12184003"/>
              <a:gd name="connsiteY5199" fmla="*/ 1930090 h 6857801"/>
              <a:gd name="connsiteX5200" fmla="*/ 10111350 w 12184003"/>
              <a:gd name="connsiteY5200" fmla="*/ 1939944 h 6857801"/>
              <a:gd name="connsiteX5201" fmla="*/ 10116514 w 12184003"/>
              <a:gd name="connsiteY5201" fmla="*/ 1951992 h 6857801"/>
              <a:gd name="connsiteX5202" fmla="*/ 10305155 w 12184003"/>
              <a:gd name="connsiteY5202" fmla="*/ 1951992 h 6857801"/>
              <a:gd name="connsiteX5203" fmla="*/ 10664277 w 12184003"/>
              <a:gd name="connsiteY5203" fmla="*/ 1592871 h 6857801"/>
              <a:gd name="connsiteX5204" fmla="*/ 11695235 w 12184003"/>
              <a:gd name="connsiteY5204" fmla="*/ 1592871 h 6857801"/>
              <a:gd name="connsiteX5205" fmla="*/ 11706625 w 12184003"/>
              <a:gd name="connsiteY5205" fmla="*/ 1564397 h 6857801"/>
              <a:gd name="connsiteX5206" fmla="*/ 11739471 w 12184003"/>
              <a:gd name="connsiteY5206" fmla="*/ 1551259 h 6857801"/>
              <a:gd name="connsiteX5207" fmla="*/ 11785458 w 12184003"/>
              <a:gd name="connsiteY5207" fmla="*/ 1597245 h 6857801"/>
              <a:gd name="connsiteX5208" fmla="*/ 11774081 w 12184003"/>
              <a:gd name="connsiteY5208" fmla="*/ 1625686 h 6857801"/>
              <a:gd name="connsiteX5209" fmla="*/ 11921226 w 12184003"/>
              <a:gd name="connsiteY5209" fmla="*/ 1774626 h 6857801"/>
              <a:gd name="connsiteX5210" fmla="*/ 12100790 w 12184003"/>
              <a:gd name="connsiteY5210" fmla="*/ 1774626 h 6857801"/>
              <a:gd name="connsiteX5211" fmla="*/ 12100790 w 12184003"/>
              <a:gd name="connsiteY5211" fmla="*/ 1796524 h 6857801"/>
              <a:gd name="connsiteX5212" fmla="*/ 11912467 w 12184003"/>
              <a:gd name="connsiteY5212" fmla="*/ 1796524 h 6857801"/>
              <a:gd name="connsiteX5213" fmla="*/ 11752166 w 12184003"/>
              <a:gd name="connsiteY5213" fmla="*/ 1638152 h 6857801"/>
              <a:gd name="connsiteX5214" fmla="*/ 11739471 w 12184003"/>
              <a:gd name="connsiteY5214" fmla="*/ 1643230 h 6857801"/>
              <a:gd name="connsiteX5215" fmla="*/ 11706625 w 12184003"/>
              <a:gd name="connsiteY5215" fmla="*/ 1630092 h 6857801"/>
              <a:gd name="connsiteX5216" fmla="*/ 11701371 w 12184003"/>
              <a:gd name="connsiteY5216" fmla="*/ 1616958 h 6857801"/>
              <a:gd name="connsiteX5217" fmla="*/ 10673037 w 12184003"/>
              <a:gd name="connsiteY5217" fmla="*/ 1616958 h 6857801"/>
              <a:gd name="connsiteX5218" fmla="*/ 10338002 w 12184003"/>
              <a:gd name="connsiteY5218" fmla="*/ 1951992 h 6857801"/>
              <a:gd name="connsiteX5219" fmla="*/ 10467200 w 12184003"/>
              <a:gd name="connsiteY5219" fmla="*/ 1951992 h 6857801"/>
              <a:gd name="connsiteX5220" fmla="*/ 10574494 w 12184003"/>
              <a:gd name="connsiteY5220" fmla="*/ 1844699 h 6857801"/>
              <a:gd name="connsiteX5221" fmla="*/ 10655198 w 12184003"/>
              <a:gd name="connsiteY5221" fmla="*/ 1844699 h 6857801"/>
              <a:gd name="connsiteX5222" fmla="*/ 10656611 w 12184003"/>
              <a:gd name="connsiteY5222" fmla="*/ 1841402 h 6857801"/>
              <a:gd name="connsiteX5223" fmla="*/ 10679605 w 12184003"/>
              <a:gd name="connsiteY5223" fmla="*/ 1831547 h 6857801"/>
              <a:gd name="connsiteX5224" fmla="*/ 10702598 w 12184003"/>
              <a:gd name="connsiteY5224" fmla="*/ 1841402 h 6857801"/>
              <a:gd name="connsiteX5225" fmla="*/ 10704011 w 12184003"/>
              <a:gd name="connsiteY5225" fmla="*/ 1844699 h 6857801"/>
              <a:gd name="connsiteX5226" fmla="*/ 10985738 w 12184003"/>
              <a:gd name="connsiteY5226" fmla="*/ 1844699 h 6857801"/>
              <a:gd name="connsiteX5227" fmla="*/ 10992747 w 12184003"/>
              <a:gd name="connsiteY5227" fmla="*/ 1827175 h 6857801"/>
              <a:gd name="connsiteX5228" fmla="*/ 11025593 w 12184003"/>
              <a:gd name="connsiteY5228" fmla="*/ 1814036 h 6857801"/>
              <a:gd name="connsiteX5229" fmla="*/ 11058442 w 12184003"/>
              <a:gd name="connsiteY5229" fmla="*/ 1827175 h 6857801"/>
              <a:gd name="connsiteX5230" fmla="*/ 11069828 w 12184003"/>
              <a:gd name="connsiteY5230" fmla="*/ 1855641 h 6857801"/>
              <a:gd name="connsiteX5231" fmla="*/ 11075332 w 12184003"/>
              <a:gd name="connsiteY5231" fmla="*/ 1855641 h 6857801"/>
              <a:gd name="connsiteX5232" fmla="*/ 11081434 w 12184003"/>
              <a:gd name="connsiteY5232" fmla="*/ 1841402 h 6857801"/>
              <a:gd name="connsiteX5233" fmla="*/ 11104427 w 12184003"/>
              <a:gd name="connsiteY5233" fmla="*/ 1831547 h 6857801"/>
              <a:gd name="connsiteX5234" fmla="*/ 11137274 w 12184003"/>
              <a:gd name="connsiteY5234" fmla="*/ 1864396 h 6857801"/>
              <a:gd name="connsiteX5235" fmla="*/ 11131302 w 12184003"/>
              <a:gd name="connsiteY5235" fmla="*/ 1878329 h 6857801"/>
              <a:gd name="connsiteX5236" fmla="*/ 11362825 w 12184003"/>
              <a:gd name="connsiteY5236" fmla="*/ 2111829 h 6857801"/>
              <a:gd name="connsiteX5237" fmla="*/ 11351876 w 12184003"/>
              <a:gd name="connsiteY5237" fmla="*/ 2122779 h 6857801"/>
              <a:gd name="connsiteX5238" fmla="*/ 11119753 w 12184003"/>
              <a:gd name="connsiteY5238" fmla="*/ 1890674 h 6857801"/>
              <a:gd name="connsiteX5239" fmla="*/ 11104427 w 12184003"/>
              <a:gd name="connsiteY5239" fmla="*/ 1897241 h 6857801"/>
              <a:gd name="connsiteX5240" fmla="*/ 11081434 w 12184003"/>
              <a:gd name="connsiteY5240" fmla="*/ 1887387 h 6857801"/>
              <a:gd name="connsiteX5241" fmla="*/ 11075337 w 12184003"/>
              <a:gd name="connsiteY5241" fmla="*/ 1873160 h 6857801"/>
              <a:gd name="connsiteX5242" fmla="*/ 11066326 w 12184003"/>
              <a:gd name="connsiteY5242" fmla="*/ 1873160 h 6857801"/>
              <a:gd name="connsiteX5243" fmla="*/ 11065323 w 12184003"/>
              <a:gd name="connsiteY5243" fmla="*/ 1875668 h 6857801"/>
              <a:gd name="connsiteX5244" fmla="*/ 11345303 w 12184003"/>
              <a:gd name="connsiteY5244" fmla="*/ 2155633 h 6857801"/>
              <a:gd name="connsiteX5245" fmla="*/ 11362825 w 12184003"/>
              <a:gd name="connsiteY5245" fmla="*/ 2155633 h 6857801"/>
              <a:gd name="connsiteX5246" fmla="*/ 11362825 w 12184003"/>
              <a:gd name="connsiteY5246" fmla="*/ 2170962 h 6857801"/>
              <a:gd name="connsiteX5247" fmla="*/ 11360632 w 12184003"/>
              <a:gd name="connsiteY5247" fmla="*/ 2170962 h 6857801"/>
              <a:gd name="connsiteX5248" fmla="*/ 11470126 w 12184003"/>
              <a:gd name="connsiteY5248" fmla="*/ 2280447 h 6857801"/>
              <a:gd name="connsiteX5249" fmla="*/ 12078892 w 12184003"/>
              <a:gd name="connsiteY5249" fmla="*/ 2280447 h 6857801"/>
              <a:gd name="connsiteX5250" fmla="*/ 12078892 w 12184003"/>
              <a:gd name="connsiteY5250" fmla="*/ 2302345 h 6857801"/>
              <a:gd name="connsiteX5251" fmla="*/ 11459178 w 12184003"/>
              <a:gd name="connsiteY5251" fmla="*/ 2302345 h 6857801"/>
              <a:gd name="connsiteX5252" fmla="*/ 11327785 w 12184003"/>
              <a:gd name="connsiteY5252" fmla="*/ 2170962 h 6857801"/>
              <a:gd name="connsiteX5253" fmla="*/ 11222678 w 12184003"/>
              <a:gd name="connsiteY5253" fmla="*/ 2170962 h 6857801"/>
              <a:gd name="connsiteX5254" fmla="*/ 11105518 w 12184003"/>
              <a:gd name="connsiteY5254" fmla="*/ 2053815 h 6857801"/>
              <a:gd name="connsiteX5255" fmla="*/ 11097859 w 12184003"/>
              <a:gd name="connsiteY5255" fmla="*/ 2057097 h 6857801"/>
              <a:gd name="connsiteX5256" fmla="*/ 11074866 w 12184003"/>
              <a:gd name="connsiteY5256" fmla="*/ 2047243 h 6857801"/>
              <a:gd name="connsiteX5257" fmla="*/ 11070645 w 12184003"/>
              <a:gd name="connsiteY5257" fmla="*/ 2037395 h 6857801"/>
              <a:gd name="connsiteX5258" fmla="*/ 10413748 w 12184003"/>
              <a:gd name="connsiteY5258" fmla="*/ 2037395 h 6857801"/>
              <a:gd name="connsiteX5259" fmla="*/ 10242032 w 12184003"/>
              <a:gd name="connsiteY5259" fmla="*/ 2208188 h 6857801"/>
              <a:gd name="connsiteX5260" fmla="*/ 10538829 w 12184003"/>
              <a:gd name="connsiteY5260" fmla="*/ 2208188 h 6857801"/>
              <a:gd name="connsiteX5261" fmla="*/ 10544931 w 12184003"/>
              <a:gd name="connsiteY5261" fmla="*/ 2193949 h 6857801"/>
              <a:gd name="connsiteX5262" fmla="*/ 10567924 w 12184003"/>
              <a:gd name="connsiteY5262" fmla="*/ 2184096 h 6857801"/>
              <a:gd name="connsiteX5263" fmla="*/ 10600771 w 12184003"/>
              <a:gd name="connsiteY5263" fmla="*/ 2216942 h 6857801"/>
              <a:gd name="connsiteX5264" fmla="*/ 10595557 w 12184003"/>
              <a:gd name="connsiteY5264" fmla="*/ 2229107 h 6857801"/>
              <a:gd name="connsiteX5265" fmla="*/ 10896396 w 12184003"/>
              <a:gd name="connsiteY5265" fmla="*/ 2527901 h 6857801"/>
              <a:gd name="connsiteX5266" fmla="*/ 11345307 w 12184003"/>
              <a:gd name="connsiteY5266" fmla="*/ 2527901 h 6857801"/>
              <a:gd name="connsiteX5267" fmla="*/ 11345307 w 12184003"/>
              <a:gd name="connsiteY5267" fmla="*/ 2545420 h 6857801"/>
              <a:gd name="connsiteX5268" fmla="*/ 10889826 w 12184003"/>
              <a:gd name="connsiteY5268" fmla="*/ 2545420 h 6857801"/>
              <a:gd name="connsiteX5269" fmla="*/ 10586315 w 12184003"/>
              <a:gd name="connsiteY5269" fmla="*/ 2241906 h 6857801"/>
              <a:gd name="connsiteX5270" fmla="*/ 10567924 w 12184003"/>
              <a:gd name="connsiteY5270" fmla="*/ 2249791 h 6857801"/>
              <a:gd name="connsiteX5271" fmla="*/ 10544931 w 12184003"/>
              <a:gd name="connsiteY5271" fmla="*/ 2239935 h 6857801"/>
              <a:gd name="connsiteX5272" fmla="*/ 10537895 w 12184003"/>
              <a:gd name="connsiteY5272" fmla="*/ 2223515 h 6857801"/>
              <a:gd name="connsiteX5273" fmla="*/ 10241643 w 12184003"/>
              <a:gd name="connsiteY5273" fmla="*/ 2223515 h 6857801"/>
              <a:gd name="connsiteX5274" fmla="*/ 10206606 w 12184003"/>
              <a:gd name="connsiteY5274" fmla="*/ 2258551 h 6857801"/>
              <a:gd name="connsiteX5275" fmla="*/ 10210986 w 12184003"/>
              <a:gd name="connsiteY5275" fmla="*/ 2269500 h 6857801"/>
              <a:gd name="connsiteX5276" fmla="*/ 10164999 w 12184003"/>
              <a:gd name="connsiteY5276" fmla="*/ 2315484 h 6857801"/>
              <a:gd name="connsiteX5277" fmla="*/ 10154050 w 12184003"/>
              <a:gd name="connsiteY5277" fmla="*/ 2311104 h 6857801"/>
              <a:gd name="connsiteX5278" fmla="*/ 10042371 w 12184003"/>
              <a:gd name="connsiteY5278" fmla="*/ 2422784 h 6857801"/>
              <a:gd name="connsiteX5279" fmla="*/ 10462303 w 12184003"/>
              <a:gd name="connsiteY5279" fmla="*/ 2422784 h 6857801"/>
              <a:gd name="connsiteX5280" fmla="*/ 10474859 w 12184003"/>
              <a:gd name="connsiteY5280" fmla="*/ 2404174 h 6857801"/>
              <a:gd name="connsiteX5281" fmla="*/ 10519749 w 12184003"/>
              <a:gd name="connsiteY5281" fmla="*/ 2385558 h 6857801"/>
              <a:gd name="connsiteX5282" fmla="*/ 10583254 w 12184003"/>
              <a:gd name="connsiteY5282" fmla="*/ 2449061 h 6857801"/>
              <a:gd name="connsiteX5283" fmla="*/ 10578259 w 12184003"/>
              <a:gd name="connsiteY5283" fmla="*/ 2473764 h 6857801"/>
              <a:gd name="connsiteX5284" fmla="*/ 10577193 w 12184003"/>
              <a:gd name="connsiteY5284" fmla="*/ 2475349 h 6857801"/>
              <a:gd name="connsiteX5285" fmla="*/ 10756248 w 12184003"/>
              <a:gd name="connsiteY5285" fmla="*/ 2652716 h 6857801"/>
              <a:gd name="connsiteX5286" fmla="*/ 10918947 w 12184003"/>
              <a:gd name="connsiteY5286" fmla="*/ 2652716 h 6857801"/>
              <a:gd name="connsiteX5287" fmla="*/ 10983988 w 12184003"/>
              <a:gd name="connsiteY5287" fmla="*/ 2587025 h 6857801"/>
              <a:gd name="connsiteX5288" fmla="*/ 11360639 w 12184003"/>
              <a:gd name="connsiteY5288" fmla="*/ 2587025 h 6857801"/>
              <a:gd name="connsiteX5289" fmla="*/ 11588376 w 12184003"/>
              <a:gd name="connsiteY5289" fmla="*/ 2359279 h 6857801"/>
              <a:gd name="connsiteX5290" fmla="*/ 12100790 w 12184003"/>
              <a:gd name="connsiteY5290" fmla="*/ 2359279 h 6857801"/>
              <a:gd name="connsiteX5291" fmla="*/ 12100790 w 12184003"/>
              <a:gd name="connsiteY5291" fmla="*/ 2405265 h 6857801"/>
              <a:gd name="connsiteX5292" fmla="*/ 11608084 w 12184003"/>
              <a:gd name="connsiteY5292" fmla="*/ 2405265 h 6857801"/>
              <a:gd name="connsiteX5293" fmla="*/ 11312460 w 12184003"/>
              <a:gd name="connsiteY5293" fmla="*/ 2698702 h 6857801"/>
              <a:gd name="connsiteX5294" fmla="*/ 10921898 w 12184003"/>
              <a:gd name="connsiteY5294" fmla="*/ 2698702 h 6857801"/>
              <a:gd name="connsiteX5295" fmla="*/ 10802455 w 12184003"/>
              <a:gd name="connsiteY5295" fmla="*/ 2816949 h 6857801"/>
              <a:gd name="connsiteX5296" fmla="*/ 11080792 w 12184003"/>
              <a:gd name="connsiteY5296" fmla="*/ 2816949 h 6857801"/>
              <a:gd name="connsiteX5297" fmla="*/ 11087568 w 12184003"/>
              <a:gd name="connsiteY5297" fmla="*/ 2810066 h 6857801"/>
              <a:gd name="connsiteX5298" fmla="*/ 11082530 w 12184003"/>
              <a:gd name="connsiteY5298" fmla="*/ 2797242 h 6857801"/>
              <a:gd name="connsiteX5299" fmla="*/ 11115377 w 12184003"/>
              <a:gd name="connsiteY5299" fmla="*/ 2764393 h 6857801"/>
              <a:gd name="connsiteX5300" fmla="*/ 11138369 w 12184003"/>
              <a:gd name="connsiteY5300" fmla="*/ 2774252 h 6857801"/>
              <a:gd name="connsiteX5301" fmla="*/ 11144470 w 12184003"/>
              <a:gd name="connsiteY5301" fmla="*/ 2788483 h 6857801"/>
              <a:gd name="connsiteX5302" fmla="*/ 11391292 w 12184003"/>
              <a:gd name="connsiteY5302" fmla="*/ 2788483 h 6857801"/>
              <a:gd name="connsiteX5303" fmla="*/ 11391292 w 12184003"/>
              <a:gd name="connsiteY5303" fmla="*/ 2806002 h 6857801"/>
              <a:gd name="connsiteX5304" fmla="*/ 11144469 w 12184003"/>
              <a:gd name="connsiteY5304" fmla="*/ 2806002 h 6857801"/>
              <a:gd name="connsiteX5305" fmla="*/ 11139777 w 12184003"/>
              <a:gd name="connsiteY5305" fmla="*/ 2816949 h 6857801"/>
              <a:gd name="connsiteX5306" fmla="*/ 11573046 w 12184003"/>
              <a:gd name="connsiteY5306" fmla="*/ 2816949 h 6857801"/>
              <a:gd name="connsiteX5307" fmla="*/ 11726333 w 12184003"/>
              <a:gd name="connsiteY5307" fmla="*/ 2663665 h 6857801"/>
              <a:gd name="connsiteX5308" fmla="*/ 11717574 w 12184003"/>
              <a:gd name="connsiteY5308" fmla="*/ 2641769 h 6857801"/>
              <a:gd name="connsiteX5309" fmla="*/ 11763560 w 12184003"/>
              <a:gd name="connsiteY5309" fmla="*/ 2595784 h 6857801"/>
              <a:gd name="connsiteX5310" fmla="*/ 11796407 w 12184003"/>
              <a:gd name="connsiteY5310" fmla="*/ 2608923 h 6857801"/>
              <a:gd name="connsiteX5311" fmla="*/ 11806043 w 12184003"/>
              <a:gd name="connsiteY5311" fmla="*/ 2633009 h 6857801"/>
              <a:gd name="connsiteX5312" fmla="*/ 12138017 w 12184003"/>
              <a:gd name="connsiteY5312" fmla="*/ 2633009 h 6857801"/>
              <a:gd name="connsiteX5313" fmla="*/ 12138017 w 12184003"/>
              <a:gd name="connsiteY5313" fmla="*/ 2654906 h 6857801"/>
              <a:gd name="connsiteX5314" fmla="*/ 11804290 w 12184003"/>
              <a:gd name="connsiteY5314" fmla="*/ 2654906 h 6857801"/>
              <a:gd name="connsiteX5315" fmla="*/ 11796407 w 12184003"/>
              <a:gd name="connsiteY5315" fmla="*/ 2674615 h 6857801"/>
              <a:gd name="connsiteX5316" fmla="*/ 11763560 w 12184003"/>
              <a:gd name="connsiteY5316" fmla="*/ 2687754 h 6857801"/>
              <a:gd name="connsiteX5317" fmla="*/ 11741663 w 12184003"/>
              <a:gd name="connsiteY5317" fmla="*/ 2678995 h 6857801"/>
              <a:gd name="connsiteX5318" fmla="*/ 11581806 w 12184003"/>
              <a:gd name="connsiteY5318" fmla="*/ 2838848 h 6857801"/>
              <a:gd name="connsiteX5319" fmla="*/ 11082530 w 12184003"/>
              <a:gd name="connsiteY5319" fmla="*/ 2838848 h 6857801"/>
              <a:gd name="connsiteX5320" fmla="*/ 10979609 w 12184003"/>
              <a:gd name="connsiteY5320" fmla="*/ 2941777 h 6857801"/>
              <a:gd name="connsiteX5321" fmla="*/ 10488304 w 12184003"/>
              <a:gd name="connsiteY5321" fmla="*/ 2941777 h 6857801"/>
              <a:gd name="connsiteX5322" fmla="*/ 10305148 w 12184003"/>
              <a:gd name="connsiteY5322" fmla="*/ 3123525 h 6857801"/>
              <a:gd name="connsiteX5323" fmla="*/ 10194710 w 12184003"/>
              <a:gd name="connsiteY5323" fmla="*/ 3123525 h 6857801"/>
              <a:gd name="connsiteX5324" fmla="*/ 10268244 w 12184003"/>
              <a:gd name="connsiteY5324" fmla="*/ 3196872 h 6857801"/>
              <a:gd name="connsiteX5325" fmla="*/ 10353323 w 12184003"/>
              <a:gd name="connsiteY5325" fmla="*/ 3112575 h 6857801"/>
              <a:gd name="connsiteX5326" fmla="*/ 10690556 w 12184003"/>
              <a:gd name="connsiteY5326" fmla="*/ 3112575 h 6857801"/>
              <a:gd name="connsiteX5327" fmla="*/ 10734350 w 12184003"/>
              <a:gd name="connsiteY5327" fmla="*/ 3068780 h 6857801"/>
              <a:gd name="connsiteX5328" fmla="*/ 12100789 w 12184003"/>
              <a:gd name="connsiteY5328" fmla="*/ 3068780 h 6857801"/>
              <a:gd name="connsiteX5329" fmla="*/ 12100789 w 12184003"/>
              <a:gd name="connsiteY5329" fmla="*/ 3114765 h 6857801"/>
              <a:gd name="connsiteX5330" fmla="*/ 11362825 w 12184003"/>
              <a:gd name="connsiteY5330" fmla="*/ 3114765 h 6857801"/>
              <a:gd name="connsiteX5331" fmla="*/ 11362825 w 12184003"/>
              <a:gd name="connsiteY5331" fmla="*/ 3145422 h 6857801"/>
              <a:gd name="connsiteX5332" fmla="*/ 10723192 w 12184003"/>
              <a:gd name="connsiteY5332" fmla="*/ 3145422 h 6857801"/>
              <a:gd name="connsiteX5333" fmla="*/ 10469383 w 12184003"/>
              <a:gd name="connsiteY5333" fmla="*/ 3397501 h 6857801"/>
              <a:gd name="connsiteX5334" fmla="*/ 10502059 w 12184003"/>
              <a:gd name="connsiteY5334" fmla="*/ 3430094 h 6857801"/>
              <a:gd name="connsiteX5335" fmla="*/ 10502230 w 12184003"/>
              <a:gd name="connsiteY5335" fmla="*/ 3430094 h 6857801"/>
              <a:gd name="connsiteX5336" fmla="*/ 10640189 w 12184003"/>
              <a:gd name="connsiteY5336" fmla="*/ 3292141 h 6857801"/>
              <a:gd name="connsiteX5337" fmla="*/ 10743108 w 12184003"/>
              <a:gd name="connsiteY5337" fmla="*/ 3292141 h 6857801"/>
              <a:gd name="connsiteX5338" fmla="*/ 10819752 w 12184003"/>
              <a:gd name="connsiteY5338" fmla="*/ 3215496 h 6857801"/>
              <a:gd name="connsiteX5339" fmla="*/ 11358445 w 12184003"/>
              <a:gd name="connsiteY5339" fmla="*/ 3215496 h 6857801"/>
              <a:gd name="connsiteX5340" fmla="*/ 11367204 w 12184003"/>
              <a:gd name="connsiteY5340" fmla="*/ 3206736 h 6857801"/>
              <a:gd name="connsiteX5341" fmla="*/ 12138017 w 12184003"/>
              <a:gd name="connsiteY5341" fmla="*/ 3206736 h 6857801"/>
              <a:gd name="connsiteX5342" fmla="*/ 12138017 w 12184003"/>
              <a:gd name="connsiteY5342" fmla="*/ 3230826 h 6857801"/>
              <a:gd name="connsiteX5343" fmla="*/ 11375964 w 12184003"/>
              <a:gd name="connsiteY5343" fmla="*/ 3230826 h 6857801"/>
              <a:gd name="connsiteX5344" fmla="*/ 11314917 w 12184003"/>
              <a:gd name="connsiteY5344" fmla="*/ 3292141 h 6857801"/>
              <a:gd name="connsiteX5345" fmla="*/ 11384724 w 12184003"/>
              <a:gd name="connsiteY5345" fmla="*/ 3292141 h 6857801"/>
              <a:gd name="connsiteX5346" fmla="*/ 11384724 w 12184003"/>
              <a:gd name="connsiteY5346" fmla="*/ 3314038 h 6857801"/>
              <a:gd name="connsiteX5347" fmla="*/ 12131448 w 12184003"/>
              <a:gd name="connsiteY5347" fmla="*/ 3314038 h 6857801"/>
              <a:gd name="connsiteX5348" fmla="*/ 12131448 w 12184003"/>
              <a:gd name="connsiteY5348" fmla="*/ 3360023 h 6857801"/>
              <a:gd name="connsiteX5349" fmla="*/ 11247330 w 12184003"/>
              <a:gd name="connsiteY5349" fmla="*/ 3360023 h 6857801"/>
              <a:gd name="connsiteX5350" fmla="*/ 10876687 w 12184003"/>
              <a:gd name="connsiteY5350" fmla="*/ 3732288 h 6857801"/>
              <a:gd name="connsiteX5351" fmla="*/ 10402229 w 12184003"/>
              <a:gd name="connsiteY5351" fmla="*/ 3732288 h 6857801"/>
              <a:gd name="connsiteX5352" fmla="*/ 10420113 w 12184003"/>
              <a:gd name="connsiteY5352" fmla="*/ 3739952 h 6857801"/>
              <a:gd name="connsiteX5353" fmla="*/ 10429967 w 12184003"/>
              <a:gd name="connsiteY5353" fmla="*/ 3762946 h 6857801"/>
              <a:gd name="connsiteX5354" fmla="*/ 10397120 w 12184003"/>
              <a:gd name="connsiteY5354" fmla="*/ 3795792 h 6857801"/>
              <a:gd name="connsiteX5355" fmla="*/ 10374127 w 12184003"/>
              <a:gd name="connsiteY5355" fmla="*/ 3785939 h 6857801"/>
              <a:gd name="connsiteX5356" fmla="*/ 10370842 w 12184003"/>
              <a:gd name="connsiteY5356" fmla="*/ 3778273 h 6857801"/>
              <a:gd name="connsiteX5357" fmla="*/ 10270110 w 12184003"/>
              <a:gd name="connsiteY5357" fmla="*/ 3778273 h 6857801"/>
              <a:gd name="connsiteX5358" fmla="*/ 10438725 w 12184003"/>
              <a:gd name="connsiteY5358" fmla="*/ 3946889 h 6857801"/>
              <a:gd name="connsiteX5359" fmla="*/ 10749679 w 12184003"/>
              <a:gd name="connsiteY5359" fmla="*/ 3946889 h 6857801"/>
              <a:gd name="connsiteX5360" fmla="*/ 10795664 w 12184003"/>
              <a:gd name="connsiteY5360" fmla="*/ 3900903 h 6857801"/>
              <a:gd name="connsiteX5361" fmla="*/ 10841650 w 12184003"/>
              <a:gd name="connsiteY5361" fmla="*/ 3946889 h 6857801"/>
              <a:gd name="connsiteX5362" fmla="*/ 10795664 w 12184003"/>
              <a:gd name="connsiteY5362" fmla="*/ 3992875 h 6857801"/>
              <a:gd name="connsiteX5363" fmla="*/ 10762818 w 12184003"/>
              <a:gd name="connsiteY5363" fmla="*/ 3979736 h 6857801"/>
              <a:gd name="connsiteX5364" fmla="*/ 10759314 w 12184003"/>
              <a:gd name="connsiteY5364" fmla="*/ 3970977 h 6857801"/>
              <a:gd name="connsiteX5365" fmla="*/ 10429967 w 12184003"/>
              <a:gd name="connsiteY5365" fmla="*/ 3970977 h 6857801"/>
              <a:gd name="connsiteX5366" fmla="*/ 10238299 w 12184003"/>
              <a:gd name="connsiteY5366" fmla="*/ 3778273 h 6857801"/>
              <a:gd name="connsiteX5367" fmla="*/ 10127773 w 12184003"/>
              <a:gd name="connsiteY5367" fmla="*/ 3778273 h 6857801"/>
              <a:gd name="connsiteX5368" fmla="*/ 10081788 w 12184003"/>
              <a:gd name="connsiteY5368" fmla="*/ 3732288 h 6857801"/>
              <a:gd name="connsiteX5369" fmla="*/ 9332872 w 12184003"/>
              <a:gd name="connsiteY5369" fmla="*/ 3732288 h 6857801"/>
              <a:gd name="connsiteX5370" fmla="*/ 9324113 w 12184003"/>
              <a:gd name="connsiteY5370" fmla="*/ 3754186 h 6857801"/>
              <a:gd name="connsiteX5371" fmla="*/ 9291266 w 12184003"/>
              <a:gd name="connsiteY5371" fmla="*/ 3767325 h 6857801"/>
              <a:gd name="connsiteX5372" fmla="*/ 9270836 w 12184003"/>
              <a:gd name="connsiteY5372" fmla="*/ 3759153 h 6857801"/>
              <a:gd name="connsiteX5373" fmla="*/ 9220813 w 12184003"/>
              <a:gd name="connsiteY5373" fmla="*/ 3808930 h 6857801"/>
              <a:gd name="connsiteX5374" fmla="*/ 9446117 w 12184003"/>
              <a:gd name="connsiteY5374" fmla="*/ 3808930 h 6857801"/>
              <a:gd name="connsiteX5375" fmla="*/ 9452216 w 12184003"/>
              <a:gd name="connsiteY5375" fmla="*/ 3794698 h 6857801"/>
              <a:gd name="connsiteX5376" fmla="*/ 9475210 w 12184003"/>
              <a:gd name="connsiteY5376" fmla="*/ 3784844 h 6857801"/>
              <a:gd name="connsiteX5377" fmla="*/ 9508056 w 12184003"/>
              <a:gd name="connsiteY5377" fmla="*/ 3817691 h 6857801"/>
              <a:gd name="connsiteX5378" fmla="*/ 9500962 w 12184003"/>
              <a:gd name="connsiteY5378" fmla="*/ 3834837 h 6857801"/>
              <a:gd name="connsiteX5379" fmla="*/ 9814666 w 12184003"/>
              <a:gd name="connsiteY5379" fmla="*/ 4150432 h 6857801"/>
              <a:gd name="connsiteX5380" fmla="*/ 9836528 w 12184003"/>
              <a:gd name="connsiteY5380" fmla="*/ 4141783 h 6857801"/>
              <a:gd name="connsiteX5381" fmla="*/ 9860343 w 12184003"/>
              <a:gd name="connsiteY5381" fmla="*/ 4151637 h 6857801"/>
              <a:gd name="connsiteX5382" fmla="*/ 9869375 w 12184003"/>
              <a:gd name="connsiteY5382" fmla="*/ 4174629 h 6857801"/>
              <a:gd name="connsiteX5383" fmla="*/ 11113187 w 12184003"/>
              <a:gd name="connsiteY5383" fmla="*/ 4174629 h 6857801"/>
              <a:gd name="connsiteX5384" fmla="*/ 11343117 w 12184003"/>
              <a:gd name="connsiteY5384" fmla="*/ 3944699 h 6857801"/>
              <a:gd name="connsiteX5385" fmla="*/ 11424140 w 12184003"/>
              <a:gd name="connsiteY5385" fmla="*/ 3944699 h 6857801"/>
              <a:gd name="connsiteX5386" fmla="*/ 11424140 w 12184003"/>
              <a:gd name="connsiteY5386" fmla="*/ 3962218 h 6857801"/>
              <a:gd name="connsiteX5387" fmla="*/ 11349687 w 12184003"/>
              <a:gd name="connsiteY5387" fmla="*/ 3962218 h 6857801"/>
              <a:gd name="connsiteX5388" fmla="*/ 11119757 w 12184003"/>
              <a:gd name="connsiteY5388" fmla="*/ 4192147 h 6857801"/>
              <a:gd name="connsiteX5389" fmla="*/ 9862369 w 12184003"/>
              <a:gd name="connsiteY5389" fmla="*/ 4192147 h 6857801"/>
              <a:gd name="connsiteX5390" fmla="*/ 9859521 w 12184003"/>
              <a:gd name="connsiteY5390" fmla="*/ 4199266 h 6857801"/>
              <a:gd name="connsiteX5391" fmla="*/ 9836528 w 12184003"/>
              <a:gd name="connsiteY5391" fmla="*/ 4207477 h 6857801"/>
              <a:gd name="connsiteX5392" fmla="*/ 9801491 w 12184003"/>
              <a:gd name="connsiteY5392" fmla="*/ 4174630 h 6857801"/>
              <a:gd name="connsiteX5393" fmla="*/ 9805510 w 12184003"/>
              <a:gd name="connsiteY5393" fmla="*/ 4165507 h 6857801"/>
              <a:gd name="connsiteX5394" fmla="*/ 9486216 w 12184003"/>
              <a:gd name="connsiteY5394" fmla="*/ 3846214 h 6857801"/>
              <a:gd name="connsiteX5395" fmla="*/ 9475210 w 12184003"/>
              <a:gd name="connsiteY5395" fmla="*/ 3850538 h 6857801"/>
              <a:gd name="connsiteX5396" fmla="*/ 9452216 w 12184003"/>
              <a:gd name="connsiteY5396" fmla="*/ 3840684 h 6857801"/>
              <a:gd name="connsiteX5397" fmla="*/ 9446116 w 12184003"/>
              <a:gd name="connsiteY5397" fmla="*/ 3826449 h 6857801"/>
              <a:gd name="connsiteX5398" fmla="*/ 9203206 w 12184003"/>
              <a:gd name="connsiteY5398" fmla="*/ 3826449 h 6857801"/>
              <a:gd name="connsiteX5399" fmla="*/ 9016147 w 12184003"/>
              <a:gd name="connsiteY5399" fmla="*/ 4012583 h 6857801"/>
              <a:gd name="connsiteX5400" fmla="*/ 9505081 w 12184003"/>
              <a:gd name="connsiteY5400" fmla="*/ 4012583 h 6857801"/>
              <a:gd name="connsiteX5401" fmla="*/ 9514627 w 12184003"/>
              <a:gd name="connsiteY5401" fmla="*/ 3989316 h 6857801"/>
              <a:gd name="connsiteX5402" fmla="*/ 9547473 w 12184003"/>
              <a:gd name="connsiteY5402" fmla="*/ 3975357 h 6857801"/>
              <a:gd name="connsiteX5403" fmla="*/ 9593461 w 12184003"/>
              <a:gd name="connsiteY5403" fmla="*/ 4021343 h 6857801"/>
              <a:gd name="connsiteX5404" fmla="*/ 9582824 w 12184003"/>
              <a:gd name="connsiteY5404" fmla="*/ 4047933 h 6857801"/>
              <a:gd name="connsiteX5405" fmla="*/ 10006084 w 12184003"/>
              <a:gd name="connsiteY5405" fmla="*/ 4471193 h 6857801"/>
              <a:gd name="connsiteX5406" fmla="*/ 10035802 w 12184003"/>
              <a:gd name="connsiteY5406" fmla="*/ 4459305 h 6857801"/>
              <a:gd name="connsiteX5407" fmla="*/ 10068649 w 12184003"/>
              <a:gd name="connsiteY5407" fmla="*/ 4472444 h 6857801"/>
              <a:gd name="connsiteX5408" fmla="*/ 10081788 w 12184003"/>
              <a:gd name="connsiteY5408" fmla="*/ 4505290 h 6857801"/>
              <a:gd name="connsiteX5409" fmla="*/ 11761370 w 12184003"/>
              <a:gd name="connsiteY5409" fmla="*/ 4505290 h 6857801"/>
              <a:gd name="connsiteX5410" fmla="*/ 12072323 w 12184003"/>
              <a:gd name="connsiteY5410" fmla="*/ 4194338 h 6857801"/>
              <a:gd name="connsiteX5411" fmla="*/ 12184003 w 12184003"/>
              <a:gd name="connsiteY5411" fmla="*/ 4194338 h 6857801"/>
              <a:gd name="connsiteX5412" fmla="*/ 12184003 w 12184003"/>
              <a:gd name="connsiteY5412" fmla="*/ 4216236 h 6857801"/>
              <a:gd name="connsiteX5413" fmla="*/ 12083272 w 12184003"/>
              <a:gd name="connsiteY5413" fmla="*/ 4216236 h 6857801"/>
              <a:gd name="connsiteX5414" fmla="*/ 11772319 w 12184003"/>
              <a:gd name="connsiteY5414" fmla="*/ 4529379 h 6857801"/>
              <a:gd name="connsiteX5415" fmla="*/ 10072153 w 12184003"/>
              <a:gd name="connsiteY5415" fmla="*/ 4529379 h 6857801"/>
              <a:gd name="connsiteX5416" fmla="*/ 10068649 w 12184003"/>
              <a:gd name="connsiteY5416" fmla="*/ 4538139 h 6857801"/>
              <a:gd name="connsiteX5417" fmla="*/ 10035802 w 12184003"/>
              <a:gd name="connsiteY5417" fmla="*/ 4551277 h 6857801"/>
              <a:gd name="connsiteX5418" fmla="*/ 9989815 w 12184003"/>
              <a:gd name="connsiteY5418" fmla="*/ 4505291 h 6857801"/>
              <a:gd name="connsiteX5419" fmla="*/ 9994867 w 12184003"/>
              <a:gd name="connsiteY5419" fmla="*/ 4492662 h 6857801"/>
              <a:gd name="connsiteX5420" fmla="*/ 9564597 w 12184003"/>
              <a:gd name="connsiteY5420" fmla="*/ 4060479 h 6857801"/>
              <a:gd name="connsiteX5421" fmla="*/ 9547473 w 12184003"/>
              <a:gd name="connsiteY5421" fmla="*/ 4067328 h 6857801"/>
              <a:gd name="connsiteX5422" fmla="*/ 9514627 w 12184003"/>
              <a:gd name="connsiteY5422" fmla="*/ 4054189 h 6857801"/>
              <a:gd name="connsiteX5423" fmla="*/ 9506743 w 12184003"/>
              <a:gd name="connsiteY5423" fmla="*/ 4034482 h 6857801"/>
              <a:gd name="connsiteX5424" fmla="*/ 8994139 w 12184003"/>
              <a:gd name="connsiteY5424" fmla="*/ 4034482 h 6857801"/>
              <a:gd name="connsiteX5425" fmla="*/ 8971842 w 12184003"/>
              <a:gd name="connsiteY5425" fmla="*/ 4056668 h 6857801"/>
              <a:gd name="connsiteX5426" fmla="*/ 9028489 w 12184003"/>
              <a:gd name="connsiteY5426" fmla="*/ 4113315 h 6857801"/>
              <a:gd name="connsiteX5427" fmla="*/ 9028489 w 12184003"/>
              <a:gd name="connsiteY5427" fmla="*/ 4413598 h 6857801"/>
              <a:gd name="connsiteX5428" fmla="*/ 9127031 w 12184003"/>
              <a:gd name="connsiteY5428" fmla="*/ 4511860 h 6857801"/>
              <a:gd name="connsiteX5429" fmla="*/ 9716089 w 12184003"/>
              <a:gd name="connsiteY5429" fmla="*/ 4511860 h 6857801"/>
              <a:gd name="connsiteX5430" fmla="*/ 9827770 w 12184003"/>
              <a:gd name="connsiteY5430" fmla="*/ 4623541 h 6857801"/>
              <a:gd name="connsiteX5431" fmla="*/ 10898586 w 12184003"/>
              <a:gd name="connsiteY5431" fmla="*/ 4623541 h 6857801"/>
              <a:gd name="connsiteX5432" fmla="*/ 10983988 w 12184003"/>
              <a:gd name="connsiteY5432" fmla="*/ 4540327 h 6857801"/>
              <a:gd name="connsiteX5433" fmla="*/ 11408811 w 12184003"/>
              <a:gd name="connsiteY5433" fmla="*/ 4540327 h 6857801"/>
              <a:gd name="connsiteX5434" fmla="*/ 11408811 w 12184003"/>
              <a:gd name="connsiteY5434" fmla="*/ 4555657 h 6857801"/>
              <a:gd name="connsiteX5435" fmla="*/ 10990558 w 12184003"/>
              <a:gd name="connsiteY5435" fmla="*/ 4555657 h 6857801"/>
              <a:gd name="connsiteX5436" fmla="*/ 10905155 w 12184003"/>
              <a:gd name="connsiteY5436" fmla="*/ 4641059 h 6857801"/>
              <a:gd name="connsiteX5437" fmla="*/ 9821201 w 12184003"/>
              <a:gd name="connsiteY5437" fmla="*/ 4641059 h 6857801"/>
              <a:gd name="connsiteX5438" fmla="*/ 9709521 w 12184003"/>
              <a:gd name="connsiteY5438" fmla="*/ 4529379 h 6857801"/>
              <a:gd name="connsiteX5439" fmla="*/ 9118272 w 12184003"/>
              <a:gd name="connsiteY5439" fmla="*/ 4529379 h 6857801"/>
              <a:gd name="connsiteX5440" fmla="*/ 9028489 w 12184003"/>
              <a:gd name="connsiteY5440" fmla="*/ 4439340 h 6857801"/>
              <a:gd name="connsiteX5441" fmla="*/ 9028489 w 12184003"/>
              <a:gd name="connsiteY5441" fmla="*/ 4551881 h 6857801"/>
              <a:gd name="connsiteX5442" fmla="*/ 9048197 w 12184003"/>
              <a:gd name="connsiteY5442" fmla="*/ 4560037 h 6857801"/>
              <a:gd name="connsiteX5443" fmla="*/ 9061336 w 12184003"/>
              <a:gd name="connsiteY5443" fmla="*/ 4591789 h 6857801"/>
              <a:gd name="connsiteX5444" fmla="*/ 9053341 w 12184003"/>
              <a:gd name="connsiteY5444" fmla="*/ 4611111 h 6857801"/>
              <a:gd name="connsiteX5445" fmla="*/ 9283065 w 12184003"/>
              <a:gd name="connsiteY5445" fmla="*/ 4840331 h 6857801"/>
              <a:gd name="connsiteX5446" fmla="*/ 9606813 w 12184003"/>
              <a:gd name="connsiteY5446" fmla="*/ 4840331 h 6857801"/>
              <a:gd name="connsiteX5447" fmla="*/ 9615359 w 12184003"/>
              <a:gd name="connsiteY5447" fmla="*/ 4818434 h 6857801"/>
              <a:gd name="connsiteX5448" fmla="*/ 9678863 w 12184003"/>
              <a:gd name="connsiteY5448" fmla="*/ 4818434 h 6857801"/>
              <a:gd name="connsiteX5449" fmla="*/ 9692002 w 12184003"/>
              <a:gd name="connsiteY5449" fmla="*/ 4850186 h 6857801"/>
              <a:gd name="connsiteX5450" fmla="*/ 9682708 w 12184003"/>
              <a:gd name="connsiteY5450" fmla="*/ 4872645 h 6857801"/>
              <a:gd name="connsiteX5451" fmla="*/ 9770834 w 12184003"/>
              <a:gd name="connsiteY5451" fmla="*/ 4960771 h 6857801"/>
              <a:gd name="connsiteX5452" fmla="*/ 9873755 w 12184003"/>
              <a:gd name="connsiteY5452" fmla="*/ 4960771 h 6857801"/>
              <a:gd name="connsiteX5453" fmla="*/ 10024852 w 12184003"/>
              <a:gd name="connsiteY5453" fmla="*/ 5111868 h 6857801"/>
              <a:gd name="connsiteX5454" fmla="*/ 10156241 w 12184003"/>
              <a:gd name="connsiteY5454" fmla="*/ 5111868 h 6857801"/>
              <a:gd name="connsiteX5455" fmla="*/ 10031529 w 12184003"/>
              <a:gd name="connsiteY5455" fmla="*/ 4987156 h 6857801"/>
              <a:gd name="connsiteX5456" fmla="*/ 10010620 w 12184003"/>
              <a:gd name="connsiteY5456" fmla="*/ 4995808 h 6857801"/>
              <a:gd name="connsiteX5457" fmla="*/ 9978867 w 12184003"/>
              <a:gd name="connsiteY5457" fmla="*/ 4982669 h 6857801"/>
              <a:gd name="connsiteX5458" fmla="*/ 9978867 w 12184003"/>
              <a:gd name="connsiteY5458" fmla="*/ 4919165 h 6857801"/>
              <a:gd name="connsiteX5459" fmla="*/ 10010620 w 12184003"/>
              <a:gd name="connsiteY5459" fmla="*/ 4906026 h 6857801"/>
              <a:gd name="connsiteX5460" fmla="*/ 10042371 w 12184003"/>
              <a:gd name="connsiteY5460" fmla="*/ 4919165 h 6857801"/>
              <a:gd name="connsiteX5461" fmla="*/ 10055510 w 12184003"/>
              <a:gd name="connsiteY5461" fmla="*/ 4950918 h 6857801"/>
              <a:gd name="connsiteX5462" fmla="*/ 10046857 w 12184003"/>
              <a:gd name="connsiteY5462" fmla="*/ 4971829 h 6857801"/>
              <a:gd name="connsiteX5463" fmla="*/ 10186898 w 12184003"/>
              <a:gd name="connsiteY5463" fmla="*/ 5111868 h 6857801"/>
              <a:gd name="connsiteX5464" fmla="*/ 11474506 w 12184003"/>
              <a:gd name="connsiteY5464" fmla="*/ 5111868 h 6857801"/>
              <a:gd name="connsiteX5465" fmla="*/ 11588375 w 12184003"/>
              <a:gd name="connsiteY5465" fmla="*/ 4997999 h 6857801"/>
              <a:gd name="connsiteX5466" fmla="*/ 12162105 w 12184003"/>
              <a:gd name="connsiteY5466" fmla="*/ 4997999 h 6857801"/>
              <a:gd name="connsiteX5467" fmla="*/ 12162105 w 12184003"/>
              <a:gd name="connsiteY5467" fmla="*/ 5022086 h 6857801"/>
              <a:gd name="connsiteX5468" fmla="*/ 11597135 w 12184003"/>
              <a:gd name="connsiteY5468" fmla="*/ 5022086 h 6857801"/>
              <a:gd name="connsiteX5469" fmla="*/ 11483264 w 12184003"/>
              <a:gd name="connsiteY5469" fmla="*/ 5135957 h 6857801"/>
              <a:gd name="connsiteX5470" fmla="*/ 10210986 w 12184003"/>
              <a:gd name="connsiteY5470" fmla="*/ 5135957 h 6857801"/>
              <a:gd name="connsiteX5471" fmla="*/ 10272301 w 12184003"/>
              <a:gd name="connsiteY5471" fmla="*/ 5197271 h 6857801"/>
              <a:gd name="connsiteX5472" fmla="*/ 10667344 w 12184003"/>
              <a:gd name="connsiteY5472" fmla="*/ 5191316 h 6857801"/>
              <a:gd name="connsiteX5473" fmla="*/ 10673035 w 12184003"/>
              <a:gd name="connsiteY5473" fmla="*/ 5177563 h 6857801"/>
              <a:gd name="connsiteX5474" fmla="*/ 10736540 w 12184003"/>
              <a:gd name="connsiteY5474" fmla="*/ 5177563 h 6857801"/>
              <a:gd name="connsiteX5475" fmla="*/ 10749679 w 12184003"/>
              <a:gd name="connsiteY5475" fmla="*/ 5209590 h 6857801"/>
              <a:gd name="connsiteX5476" fmla="*/ 10743302 w 12184003"/>
              <a:gd name="connsiteY5476" fmla="*/ 5225930 h 6857801"/>
              <a:gd name="connsiteX5477" fmla="*/ 11185451 w 12184003"/>
              <a:gd name="connsiteY5477" fmla="*/ 5668081 h 6857801"/>
              <a:gd name="connsiteX5478" fmla="*/ 11326405 w 12184003"/>
              <a:gd name="connsiteY5478" fmla="*/ 5669779 h 6857801"/>
              <a:gd name="connsiteX5479" fmla="*/ 11334358 w 12184003"/>
              <a:gd name="connsiteY5479" fmla="*/ 5650562 h 6857801"/>
              <a:gd name="connsiteX5480" fmla="*/ 11397862 w 12184003"/>
              <a:gd name="connsiteY5480" fmla="*/ 5650562 h 6857801"/>
              <a:gd name="connsiteX5481" fmla="*/ 11411001 w 12184003"/>
              <a:gd name="connsiteY5481" fmla="*/ 5682588 h 6857801"/>
              <a:gd name="connsiteX5482" fmla="*/ 11402217 w 12184003"/>
              <a:gd name="connsiteY5482" fmla="*/ 5705098 h 6857801"/>
              <a:gd name="connsiteX5483" fmla="*/ 11750190 w 12184003"/>
              <a:gd name="connsiteY5483" fmla="*/ 6051241 h 6857801"/>
              <a:gd name="connsiteX5484" fmla="*/ 11771225 w 12184003"/>
              <a:gd name="connsiteY5484" fmla="*/ 6042538 h 6857801"/>
              <a:gd name="connsiteX5485" fmla="*/ 11802978 w 12184003"/>
              <a:gd name="connsiteY5485" fmla="*/ 6055677 h 6857801"/>
              <a:gd name="connsiteX5486" fmla="*/ 11802978 w 12184003"/>
              <a:gd name="connsiteY5486" fmla="*/ 6121371 h 6857801"/>
              <a:gd name="connsiteX5487" fmla="*/ 11802978 w 12184003"/>
              <a:gd name="connsiteY5487" fmla="*/ 6119181 h 6857801"/>
              <a:gd name="connsiteX5488" fmla="*/ 11783268 w 12184003"/>
              <a:gd name="connsiteY5488" fmla="*/ 6127336 h 6857801"/>
              <a:gd name="connsiteX5489" fmla="*/ 11783268 w 12184003"/>
              <a:gd name="connsiteY5489" fmla="*/ 6572472 h 6857801"/>
              <a:gd name="connsiteX5490" fmla="*/ 11761370 w 12184003"/>
              <a:gd name="connsiteY5490" fmla="*/ 6572472 h 6857801"/>
              <a:gd name="connsiteX5491" fmla="*/ 11759338 w 12184003"/>
              <a:gd name="connsiteY5491" fmla="*/ 6127402 h 6857801"/>
              <a:gd name="connsiteX5492" fmla="*/ 11739472 w 12184003"/>
              <a:gd name="connsiteY5492" fmla="*/ 6119181 h 6857801"/>
              <a:gd name="connsiteX5493" fmla="*/ 11726333 w 12184003"/>
              <a:gd name="connsiteY5493" fmla="*/ 6087429 h 6857801"/>
              <a:gd name="connsiteX5494" fmla="*/ 11734345 w 12184003"/>
              <a:gd name="connsiteY5494" fmla="*/ 6068068 h 6857801"/>
              <a:gd name="connsiteX5495" fmla="*/ 11385470 w 12184003"/>
              <a:gd name="connsiteY5495" fmla="*/ 5719195 h 6857801"/>
              <a:gd name="connsiteX5496" fmla="*/ 11366110 w 12184003"/>
              <a:gd name="connsiteY5496" fmla="*/ 5727205 h 6857801"/>
              <a:gd name="connsiteX5497" fmla="*/ 11334358 w 12184003"/>
              <a:gd name="connsiteY5497" fmla="*/ 5714066 h 6857801"/>
              <a:gd name="connsiteX5498" fmla="*/ 11325297 w 12184003"/>
              <a:gd name="connsiteY5498" fmla="*/ 5692169 h 6857801"/>
              <a:gd name="connsiteX5499" fmla="*/ 11176691 w 12184003"/>
              <a:gd name="connsiteY5499" fmla="*/ 5692169 h 6857801"/>
              <a:gd name="connsiteX5500" fmla="*/ 10728795 w 12184003"/>
              <a:gd name="connsiteY5500" fmla="*/ 5244272 h 6857801"/>
              <a:gd name="connsiteX5501" fmla="*/ 10704788 w 12184003"/>
              <a:gd name="connsiteY5501" fmla="*/ 5254206 h 6857801"/>
              <a:gd name="connsiteX5502" fmla="*/ 10673035 w 12184003"/>
              <a:gd name="connsiteY5502" fmla="*/ 5241067 h 6857801"/>
              <a:gd name="connsiteX5503" fmla="*/ 10662316 w 12184003"/>
              <a:gd name="connsiteY5503" fmla="*/ 5215162 h 6857801"/>
              <a:gd name="connsiteX5504" fmla="*/ 10263541 w 12184003"/>
              <a:gd name="connsiteY5504" fmla="*/ 5219169 h 6857801"/>
              <a:gd name="connsiteX5505" fmla="*/ 10180328 w 12184003"/>
              <a:gd name="connsiteY5505" fmla="*/ 5135957 h 6857801"/>
              <a:gd name="connsiteX5506" fmla="*/ 10016093 w 12184003"/>
              <a:gd name="connsiteY5506" fmla="*/ 5135957 h 6857801"/>
              <a:gd name="connsiteX5507" fmla="*/ 9864996 w 12184003"/>
              <a:gd name="connsiteY5507" fmla="*/ 4984859 h 6857801"/>
              <a:gd name="connsiteX5508" fmla="*/ 9794922 w 12184003"/>
              <a:gd name="connsiteY5508" fmla="*/ 4984859 h 6857801"/>
              <a:gd name="connsiteX5509" fmla="*/ 10119926 w 12184003"/>
              <a:gd name="connsiteY5509" fmla="*/ 5309864 h 6857801"/>
              <a:gd name="connsiteX5510" fmla="*/ 10153766 w 12184003"/>
              <a:gd name="connsiteY5510" fmla="*/ 5309404 h 6857801"/>
              <a:gd name="connsiteX5511" fmla="*/ 10158430 w 12184003"/>
              <a:gd name="connsiteY5511" fmla="*/ 5298002 h 6857801"/>
              <a:gd name="connsiteX5512" fmla="*/ 10206606 w 12184003"/>
              <a:gd name="connsiteY5512" fmla="*/ 5298002 h 6857801"/>
              <a:gd name="connsiteX5513" fmla="*/ 10216461 w 12184003"/>
              <a:gd name="connsiteY5513" fmla="*/ 5322090 h 6857801"/>
              <a:gd name="connsiteX5514" fmla="*/ 10211692 w 12184003"/>
              <a:gd name="connsiteY5514" fmla="*/ 5333746 h 6857801"/>
              <a:gd name="connsiteX5515" fmla="*/ 10346753 w 12184003"/>
              <a:gd name="connsiteY5515" fmla="*/ 5468807 h 6857801"/>
              <a:gd name="connsiteX5516" fmla="*/ 10852600 w 12184003"/>
              <a:gd name="connsiteY5516" fmla="*/ 5468807 h 6857801"/>
              <a:gd name="connsiteX5517" fmla="*/ 11583637 w 12184003"/>
              <a:gd name="connsiteY5517" fmla="*/ 6199846 h 6857801"/>
              <a:gd name="connsiteX5518" fmla="*/ 11609453 w 12184003"/>
              <a:gd name="connsiteY5518" fmla="*/ 6189255 h 6857801"/>
              <a:gd name="connsiteX5519" fmla="*/ 11643120 w 12184003"/>
              <a:gd name="connsiteY5519" fmla="*/ 6202394 h 6857801"/>
              <a:gd name="connsiteX5520" fmla="*/ 11643120 w 12184003"/>
              <a:gd name="connsiteY5520" fmla="*/ 6265899 h 6857801"/>
              <a:gd name="connsiteX5521" fmla="*/ 11614652 w 12184003"/>
              <a:gd name="connsiteY5521" fmla="*/ 6277577 h 6857801"/>
              <a:gd name="connsiteX5522" fmla="*/ 11614652 w 12184003"/>
              <a:gd name="connsiteY5522" fmla="*/ 6487069 h 6857801"/>
              <a:gd name="connsiteX5523" fmla="*/ 11741661 w 12184003"/>
              <a:gd name="connsiteY5523" fmla="*/ 6611888 h 6857801"/>
              <a:gd name="connsiteX5524" fmla="*/ 11724143 w 12184003"/>
              <a:gd name="connsiteY5524" fmla="*/ 6629407 h 6857801"/>
              <a:gd name="connsiteX5525" fmla="*/ 11590565 w 12184003"/>
              <a:gd name="connsiteY5525" fmla="*/ 6495828 h 6857801"/>
              <a:gd name="connsiteX5526" fmla="*/ 11590565 w 12184003"/>
              <a:gd name="connsiteY5526" fmla="*/ 6271026 h 6857801"/>
              <a:gd name="connsiteX5527" fmla="*/ 11577426 w 12184003"/>
              <a:gd name="connsiteY5527" fmla="*/ 6265899 h 6857801"/>
              <a:gd name="connsiteX5528" fmla="*/ 11563466 w 12184003"/>
              <a:gd name="connsiteY5528" fmla="*/ 6234147 h 6857801"/>
              <a:gd name="connsiteX5529" fmla="*/ 11570070 w 12184003"/>
              <a:gd name="connsiteY5529" fmla="*/ 6219126 h 6857801"/>
              <a:gd name="connsiteX5530" fmla="*/ 10843841 w 12184003"/>
              <a:gd name="connsiteY5530" fmla="*/ 5492895 h 6857801"/>
              <a:gd name="connsiteX5531" fmla="*/ 10370841 w 12184003"/>
              <a:gd name="connsiteY5531" fmla="*/ 5492895 h 6857801"/>
              <a:gd name="connsiteX5532" fmla="*/ 10460624 w 12184003"/>
              <a:gd name="connsiteY5532" fmla="*/ 5582678 h 6857801"/>
              <a:gd name="connsiteX5533" fmla="*/ 10611721 w 12184003"/>
              <a:gd name="connsiteY5533" fmla="*/ 5582678 h 6857801"/>
              <a:gd name="connsiteX5534" fmla="*/ 10666961 w 12184003"/>
              <a:gd name="connsiteY5534" fmla="*/ 5637919 h 6857801"/>
              <a:gd name="connsiteX5535" fmla="*/ 10670845 w 12184003"/>
              <a:gd name="connsiteY5535" fmla="*/ 5636329 h 6857801"/>
              <a:gd name="connsiteX5536" fmla="*/ 10694933 w 12184003"/>
              <a:gd name="connsiteY5536" fmla="*/ 5646182 h 6857801"/>
              <a:gd name="connsiteX5537" fmla="*/ 10704788 w 12184003"/>
              <a:gd name="connsiteY5537" fmla="*/ 5670270 h 6857801"/>
              <a:gd name="connsiteX5538" fmla="*/ 10703198 w 12184003"/>
              <a:gd name="connsiteY5538" fmla="*/ 5674156 h 6857801"/>
              <a:gd name="connsiteX5539" fmla="*/ 10903767 w 12184003"/>
              <a:gd name="connsiteY5539" fmla="*/ 5874725 h 6857801"/>
              <a:gd name="connsiteX5540" fmla="*/ 10921580 w 12184003"/>
              <a:gd name="connsiteY5540" fmla="*/ 5867354 h 6857801"/>
              <a:gd name="connsiteX5541" fmla="*/ 10953331 w 12184003"/>
              <a:gd name="connsiteY5541" fmla="*/ 5880493 h 6857801"/>
              <a:gd name="connsiteX5542" fmla="*/ 10966469 w 12184003"/>
              <a:gd name="connsiteY5542" fmla="*/ 5912245 h 6857801"/>
              <a:gd name="connsiteX5543" fmla="*/ 10954613 w 12184003"/>
              <a:gd name="connsiteY5543" fmla="*/ 5940900 h 6857801"/>
              <a:gd name="connsiteX5544" fmla="*/ 10958276 w 12184003"/>
              <a:gd name="connsiteY5544" fmla="*/ 5944562 h 6857801"/>
              <a:gd name="connsiteX5545" fmla="*/ 10973040 w 12184003"/>
              <a:gd name="connsiteY5545" fmla="*/ 5938522 h 6857801"/>
              <a:gd name="connsiteX5546" fmla="*/ 10997127 w 12184003"/>
              <a:gd name="connsiteY5546" fmla="*/ 5948377 h 6857801"/>
              <a:gd name="connsiteX5547" fmla="*/ 10997127 w 12184003"/>
              <a:gd name="connsiteY5547" fmla="*/ 5996553 h 6857801"/>
              <a:gd name="connsiteX5548" fmla="*/ 10981799 w 12184003"/>
              <a:gd name="connsiteY5548" fmla="*/ 6002823 h 6857801"/>
              <a:gd name="connsiteX5549" fmla="*/ 10981799 w 12184003"/>
              <a:gd name="connsiteY5549" fmla="*/ 6329404 h 6857801"/>
              <a:gd name="connsiteX5550" fmla="*/ 10964280 w 12184003"/>
              <a:gd name="connsiteY5550" fmla="*/ 6329404 h 6857801"/>
              <a:gd name="connsiteX5551" fmla="*/ 10964280 w 12184003"/>
              <a:gd name="connsiteY5551" fmla="*/ 6002823 h 6857801"/>
              <a:gd name="connsiteX5552" fmla="*/ 10948951 w 12184003"/>
              <a:gd name="connsiteY5552" fmla="*/ 5996553 h 6857801"/>
              <a:gd name="connsiteX5553" fmla="*/ 10939097 w 12184003"/>
              <a:gd name="connsiteY5553" fmla="*/ 5972465 h 6857801"/>
              <a:gd name="connsiteX5554" fmla="*/ 10945136 w 12184003"/>
              <a:gd name="connsiteY5554" fmla="*/ 5957702 h 6857801"/>
              <a:gd name="connsiteX5555" fmla="*/ 10938002 w 12184003"/>
              <a:gd name="connsiteY5555" fmla="*/ 5950566 h 6857801"/>
              <a:gd name="connsiteX5556" fmla="*/ 10938002 w 12184003"/>
              <a:gd name="connsiteY5556" fmla="*/ 6346922 h 6857801"/>
              <a:gd name="connsiteX5557" fmla="*/ 10951141 w 12184003"/>
              <a:gd name="connsiteY5557" fmla="*/ 6360061 h 6857801"/>
              <a:gd name="connsiteX5558" fmla="*/ 10938003 w 12184003"/>
              <a:gd name="connsiteY5558" fmla="*/ 6371009 h 6857801"/>
              <a:gd name="connsiteX5559" fmla="*/ 10938002 w 12184003"/>
              <a:gd name="connsiteY5559" fmla="*/ 6371008 h 6857801"/>
              <a:gd name="connsiteX5560" fmla="*/ 10938002 w 12184003"/>
              <a:gd name="connsiteY5560" fmla="*/ 6524297 h 6857801"/>
              <a:gd name="connsiteX5561" fmla="*/ 11271506 w 12184003"/>
              <a:gd name="connsiteY5561" fmla="*/ 6857801 h 6857801"/>
              <a:gd name="connsiteX5562" fmla="*/ 11238660 w 12184003"/>
              <a:gd name="connsiteY5562" fmla="*/ 6857801 h 6857801"/>
              <a:gd name="connsiteX5563" fmla="*/ 10913914 w 12184003"/>
              <a:gd name="connsiteY5563" fmla="*/ 6533054 h 6857801"/>
              <a:gd name="connsiteX5564" fmla="*/ 10913914 w 12184003"/>
              <a:gd name="connsiteY5564" fmla="*/ 6346921 h 6857801"/>
              <a:gd name="connsiteX5565" fmla="*/ 10839461 w 12184003"/>
              <a:gd name="connsiteY5565" fmla="*/ 6272468 h 6857801"/>
              <a:gd name="connsiteX5566" fmla="*/ 10839461 w 12184003"/>
              <a:gd name="connsiteY5566" fmla="*/ 6108332 h 6857801"/>
              <a:gd name="connsiteX5567" fmla="*/ 10828512 w 12184003"/>
              <a:gd name="connsiteY5567" fmla="*/ 6103852 h 6857801"/>
              <a:gd name="connsiteX5568" fmla="*/ 10818658 w 12184003"/>
              <a:gd name="connsiteY5568" fmla="*/ 6079765 h 6857801"/>
              <a:gd name="connsiteX5569" fmla="*/ 10823426 w 12184003"/>
              <a:gd name="connsiteY5569" fmla="*/ 6068109 h 6857801"/>
              <a:gd name="connsiteX5570" fmla="*/ 10362083 w 12184003"/>
              <a:gd name="connsiteY5570" fmla="*/ 5606765 h 6857801"/>
              <a:gd name="connsiteX5571" fmla="*/ 10123392 w 12184003"/>
              <a:gd name="connsiteY5571" fmla="*/ 5606765 h 6857801"/>
              <a:gd name="connsiteX5572" fmla="*/ 10329165 w 12184003"/>
              <a:gd name="connsiteY5572" fmla="*/ 5812538 h 6857801"/>
              <a:gd name="connsiteX5573" fmla="*/ 10342373 w 12184003"/>
              <a:gd name="connsiteY5573" fmla="*/ 5807134 h 6857801"/>
              <a:gd name="connsiteX5574" fmla="*/ 10366462 w 12184003"/>
              <a:gd name="connsiteY5574" fmla="*/ 5816988 h 6857801"/>
              <a:gd name="connsiteX5575" fmla="*/ 10366462 w 12184003"/>
              <a:gd name="connsiteY5575" fmla="*/ 5865163 h 6857801"/>
              <a:gd name="connsiteX5576" fmla="*/ 10355513 w 12184003"/>
              <a:gd name="connsiteY5576" fmla="*/ 5869643 h 6857801"/>
              <a:gd name="connsiteX5577" fmla="*/ 10355513 w 12184003"/>
              <a:gd name="connsiteY5577" fmla="*/ 6294367 h 6857801"/>
              <a:gd name="connsiteX5578" fmla="*/ 10673035 w 12184003"/>
              <a:gd name="connsiteY5578" fmla="*/ 6611888 h 6857801"/>
              <a:gd name="connsiteX5579" fmla="*/ 10662086 w 12184003"/>
              <a:gd name="connsiteY5579" fmla="*/ 6625028 h 6857801"/>
              <a:gd name="connsiteX5580" fmla="*/ 10337994 w 12184003"/>
              <a:gd name="connsiteY5580" fmla="*/ 6300935 h 6857801"/>
              <a:gd name="connsiteX5581" fmla="*/ 10337994 w 12184003"/>
              <a:gd name="connsiteY5581" fmla="*/ 5873226 h 6857801"/>
              <a:gd name="connsiteX5582" fmla="*/ 10318286 w 12184003"/>
              <a:gd name="connsiteY5582" fmla="*/ 5865163 h 6857801"/>
              <a:gd name="connsiteX5583" fmla="*/ 10308432 w 12184003"/>
              <a:gd name="connsiteY5583" fmla="*/ 5841076 h 6857801"/>
              <a:gd name="connsiteX5584" fmla="*/ 10315171 w 12184003"/>
              <a:gd name="connsiteY5584" fmla="*/ 5824604 h 6857801"/>
              <a:gd name="connsiteX5585" fmla="*/ 10108065 w 12184003"/>
              <a:gd name="connsiteY5585" fmla="*/ 5615525 h 6857801"/>
              <a:gd name="connsiteX5586" fmla="*/ 10057851 w 12184003"/>
              <a:gd name="connsiteY5586" fmla="*/ 5615525 h 6857801"/>
              <a:gd name="connsiteX5587" fmla="*/ 10053320 w 12184003"/>
              <a:gd name="connsiteY5587" fmla="*/ 5626474 h 6857801"/>
              <a:gd name="connsiteX5588" fmla="*/ 9989815 w 12184003"/>
              <a:gd name="connsiteY5588" fmla="*/ 5626474 h 6857801"/>
              <a:gd name="connsiteX5589" fmla="*/ 9985285 w 12184003"/>
              <a:gd name="connsiteY5589" fmla="*/ 5615525 h 6857801"/>
              <a:gd name="connsiteX5590" fmla="*/ 9826949 w 12184003"/>
              <a:gd name="connsiteY5590" fmla="*/ 5615525 h 6857801"/>
              <a:gd name="connsiteX5591" fmla="*/ 10121544 w 12184003"/>
              <a:gd name="connsiteY5591" fmla="*/ 5909410 h 6857801"/>
              <a:gd name="connsiteX5592" fmla="*/ 10145291 w 12184003"/>
              <a:gd name="connsiteY5592" fmla="*/ 5904580 h 6857801"/>
              <a:gd name="connsiteX5593" fmla="*/ 10191278 w 12184003"/>
              <a:gd name="connsiteY5593" fmla="*/ 5924288 h 6857801"/>
              <a:gd name="connsiteX5594" fmla="*/ 10191278 w 12184003"/>
              <a:gd name="connsiteY5594" fmla="*/ 6016261 h 6857801"/>
              <a:gd name="connsiteX5595" fmla="*/ 10169517 w 12184003"/>
              <a:gd name="connsiteY5595" fmla="*/ 6031041 h 6857801"/>
              <a:gd name="connsiteX5596" fmla="*/ 10167189 w 12184003"/>
              <a:gd name="connsiteY5596" fmla="*/ 6031515 h 6857801"/>
              <a:gd name="connsiteX5597" fmla="*/ 10167189 w 12184003"/>
              <a:gd name="connsiteY5597" fmla="*/ 6283417 h 6857801"/>
              <a:gd name="connsiteX5598" fmla="*/ 10281060 w 12184003"/>
              <a:gd name="connsiteY5598" fmla="*/ 6397287 h 6857801"/>
              <a:gd name="connsiteX5599" fmla="*/ 10375222 w 12184003"/>
              <a:gd name="connsiteY5599" fmla="*/ 6397287 h 6857801"/>
              <a:gd name="connsiteX5600" fmla="*/ 10642379 w 12184003"/>
              <a:gd name="connsiteY5600" fmla="*/ 6664444 h 6857801"/>
              <a:gd name="connsiteX5601" fmla="*/ 10964280 w 12184003"/>
              <a:gd name="connsiteY5601" fmla="*/ 6664444 h 6857801"/>
              <a:gd name="connsiteX5602" fmla="*/ 11158808 w 12184003"/>
              <a:gd name="connsiteY5602" fmla="*/ 6857801 h 6857801"/>
              <a:gd name="connsiteX5603" fmla="*/ 11094132 w 12184003"/>
              <a:gd name="connsiteY5603" fmla="*/ 6857801 h 6857801"/>
              <a:gd name="connsiteX5604" fmla="*/ 10946762 w 12184003"/>
              <a:gd name="connsiteY5604" fmla="*/ 6710430 h 6857801"/>
              <a:gd name="connsiteX5605" fmla="*/ 10528508 w 12184003"/>
              <a:gd name="connsiteY5605" fmla="*/ 6710430 h 6857801"/>
              <a:gd name="connsiteX5606" fmla="*/ 10250403 w 12184003"/>
              <a:gd name="connsiteY5606" fmla="*/ 6432324 h 6857801"/>
              <a:gd name="connsiteX5607" fmla="*/ 10086166 w 12184003"/>
              <a:gd name="connsiteY5607" fmla="*/ 6432324 h 6857801"/>
              <a:gd name="connsiteX5608" fmla="*/ 10283249 w 12184003"/>
              <a:gd name="connsiteY5608" fmla="*/ 6629407 h 6857801"/>
              <a:gd name="connsiteX5609" fmla="*/ 10290118 w 12184003"/>
              <a:gd name="connsiteY5609" fmla="*/ 6629407 h 6857801"/>
              <a:gd name="connsiteX5610" fmla="*/ 10296389 w 12184003"/>
              <a:gd name="connsiteY5610" fmla="*/ 6614079 h 6857801"/>
              <a:gd name="connsiteX5611" fmla="*/ 10344565 w 12184003"/>
              <a:gd name="connsiteY5611" fmla="*/ 6614079 h 6857801"/>
              <a:gd name="connsiteX5612" fmla="*/ 10354419 w 12184003"/>
              <a:gd name="connsiteY5612" fmla="*/ 6638166 h 6857801"/>
              <a:gd name="connsiteX5613" fmla="*/ 10347192 w 12184003"/>
              <a:gd name="connsiteY5613" fmla="*/ 6655832 h 6857801"/>
              <a:gd name="connsiteX5614" fmla="*/ 10521939 w 12184003"/>
              <a:gd name="connsiteY5614" fmla="*/ 6828680 h 6857801"/>
              <a:gd name="connsiteX5615" fmla="*/ 10508801 w 12184003"/>
              <a:gd name="connsiteY5615" fmla="*/ 6841819 h 6857801"/>
              <a:gd name="connsiteX5616" fmla="*/ 10335071 w 12184003"/>
              <a:gd name="connsiteY5616" fmla="*/ 6666138 h 6857801"/>
              <a:gd name="connsiteX5617" fmla="*/ 10324361 w 12184003"/>
              <a:gd name="connsiteY5617" fmla="*/ 6670519 h 6857801"/>
              <a:gd name="connsiteX5618" fmla="*/ 10511643 w 12184003"/>
              <a:gd name="connsiteY5618" fmla="*/ 6857801 h 6857801"/>
              <a:gd name="connsiteX5619" fmla="*/ 10478795 w 12184003"/>
              <a:gd name="connsiteY5619" fmla="*/ 6857801 h 6857801"/>
              <a:gd name="connsiteX5620" fmla="*/ 10265730 w 12184003"/>
              <a:gd name="connsiteY5620" fmla="*/ 6644736 h 6857801"/>
              <a:gd name="connsiteX5621" fmla="*/ 10121205 w 12184003"/>
              <a:gd name="connsiteY5621" fmla="*/ 6644736 h 6857801"/>
              <a:gd name="connsiteX5622" fmla="*/ 9775216 w 12184003"/>
              <a:gd name="connsiteY5622" fmla="*/ 6298746 h 6857801"/>
              <a:gd name="connsiteX5623" fmla="*/ 9516816 w 12184003"/>
              <a:gd name="connsiteY5623" fmla="*/ 6298746 h 6857801"/>
              <a:gd name="connsiteX5624" fmla="*/ 9438931 w 12184003"/>
              <a:gd name="connsiteY5624" fmla="*/ 6220596 h 6857801"/>
              <a:gd name="connsiteX5625" fmla="*/ 9438747 w 12184003"/>
              <a:gd name="connsiteY5625" fmla="*/ 6322834 h 6857801"/>
              <a:gd name="connsiteX5626" fmla="*/ 9558423 w 12184003"/>
              <a:gd name="connsiteY5626" fmla="*/ 6322834 h 6857801"/>
              <a:gd name="connsiteX5627" fmla="*/ 9797111 w 12184003"/>
              <a:gd name="connsiteY5627" fmla="*/ 6561523 h 6857801"/>
              <a:gd name="connsiteX5628" fmla="*/ 9858427 w 12184003"/>
              <a:gd name="connsiteY5628" fmla="*/ 6561523 h 6857801"/>
              <a:gd name="connsiteX5629" fmla="*/ 10155376 w 12184003"/>
              <a:gd name="connsiteY5629" fmla="*/ 6857801 h 6857801"/>
              <a:gd name="connsiteX5630" fmla="*/ 10045843 w 12184003"/>
              <a:gd name="connsiteY5630" fmla="*/ 6857801 h 6857801"/>
              <a:gd name="connsiteX5631" fmla="*/ 9796329 w 12184003"/>
              <a:gd name="connsiteY5631" fmla="*/ 6607509 h 6857801"/>
              <a:gd name="connsiteX5632" fmla="*/ 9438239 w 12184003"/>
              <a:gd name="connsiteY5632" fmla="*/ 6607509 h 6857801"/>
              <a:gd name="connsiteX5633" fmla="*/ 9438160 w 12184003"/>
              <a:gd name="connsiteY5633" fmla="*/ 6651481 h 6857801"/>
              <a:gd name="connsiteX5634" fmla="*/ 9440174 w 12184003"/>
              <a:gd name="connsiteY5634" fmla="*/ 6653495 h 6857801"/>
              <a:gd name="connsiteX5635" fmla="*/ 9632877 w 12184003"/>
              <a:gd name="connsiteY5635" fmla="*/ 6653495 h 6857801"/>
              <a:gd name="connsiteX5636" fmla="*/ 9705141 w 12184003"/>
              <a:gd name="connsiteY5636" fmla="*/ 6725759 h 6857801"/>
              <a:gd name="connsiteX5637" fmla="*/ 9816821 w 12184003"/>
              <a:gd name="connsiteY5637" fmla="*/ 6725759 h 6857801"/>
              <a:gd name="connsiteX5638" fmla="*/ 9948863 w 12184003"/>
              <a:gd name="connsiteY5638" fmla="*/ 6857801 h 6857801"/>
              <a:gd name="connsiteX5639" fmla="*/ 9924774 w 12184003"/>
              <a:gd name="connsiteY5639" fmla="*/ 6857801 h 6857801"/>
              <a:gd name="connsiteX5640" fmla="*/ 9810251 w 12184003"/>
              <a:gd name="connsiteY5640" fmla="*/ 6743278 h 6857801"/>
              <a:gd name="connsiteX5641" fmla="*/ 9722660 w 12184003"/>
              <a:gd name="connsiteY5641" fmla="*/ 6743278 h 6857801"/>
              <a:gd name="connsiteX5642" fmla="*/ 9837183 w 12184003"/>
              <a:gd name="connsiteY5642" fmla="*/ 6857801 h 6857801"/>
              <a:gd name="connsiteX5643" fmla="*/ 9789007 w 12184003"/>
              <a:gd name="connsiteY5643" fmla="*/ 6857801 h 6857801"/>
              <a:gd name="connsiteX5644" fmla="*/ 9674484 w 12184003"/>
              <a:gd name="connsiteY5644" fmla="*/ 6743278 h 6857801"/>
              <a:gd name="connsiteX5645" fmla="*/ 9437996 w 12184003"/>
              <a:gd name="connsiteY5645" fmla="*/ 6743278 h 6857801"/>
              <a:gd name="connsiteX5646" fmla="*/ 9437984 w 12184003"/>
              <a:gd name="connsiteY5646" fmla="*/ 6749847 h 6857801"/>
              <a:gd name="connsiteX5647" fmla="*/ 9545938 w 12184003"/>
              <a:gd name="connsiteY5647" fmla="*/ 6857801 h 6857801"/>
              <a:gd name="connsiteX5648" fmla="*/ 9481761 w 12184003"/>
              <a:gd name="connsiteY5648" fmla="*/ 6857801 h 6857801"/>
              <a:gd name="connsiteX5649" fmla="*/ 9394188 w 12184003"/>
              <a:gd name="connsiteY5649" fmla="*/ 6769554 h 6857801"/>
              <a:gd name="connsiteX5650" fmla="*/ 9394188 w 12184003"/>
              <a:gd name="connsiteY5650" fmla="*/ 6743278 h 6857801"/>
              <a:gd name="connsiteX5651" fmla="*/ 9286887 w 12184003"/>
              <a:gd name="connsiteY5651" fmla="*/ 6743278 h 6857801"/>
              <a:gd name="connsiteX5652" fmla="*/ 9028490 w 12184003"/>
              <a:gd name="connsiteY5652" fmla="*/ 6485565 h 6857801"/>
              <a:gd name="connsiteX5653" fmla="*/ 9028490 w 12184003"/>
              <a:gd name="connsiteY5653" fmla="*/ 6635977 h 6857801"/>
              <a:gd name="connsiteX5654" fmla="*/ 9250314 w 12184003"/>
              <a:gd name="connsiteY5654" fmla="*/ 6857801 h 6857801"/>
              <a:gd name="connsiteX5655" fmla="*/ 9217467 w 12184003"/>
              <a:gd name="connsiteY5655" fmla="*/ 6857801 h 6857801"/>
              <a:gd name="connsiteX5656" fmla="*/ 9156338 w 12184003"/>
              <a:gd name="connsiteY5656" fmla="*/ 6796672 h 6857801"/>
              <a:gd name="connsiteX5657" fmla="*/ 9163163 w 12184003"/>
              <a:gd name="connsiteY5657" fmla="*/ 6813352 h 6857801"/>
              <a:gd name="connsiteX5658" fmla="*/ 9153308 w 12184003"/>
              <a:gd name="connsiteY5658" fmla="*/ 6837440 h 6857801"/>
              <a:gd name="connsiteX5659" fmla="*/ 9105133 w 12184003"/>
              <a:gd name="connsiteY5659" fmla="*/ 6837440 h 6857801"/>
              <a:gd name="connsiteX5660" fmla="*/ 9095279 w 12184003"/>
              <a:gd name="connsiteY5660" fmla="*/ 6813352 h 6857801"/>
              <a:gd name="connsiteX5661" fmla="*/ 9098249 w 12184003"/>
              <a:gd name="connsiteY5661" fmla="*/ 6806091 h 6857801"/>
              <a:gd name="connsiteX5662" fmla="*/ 9028490 w 12184003"/>
              <a:gd name="connsiteY5662" fmla="*/ 6735590 h 6857801"/>
              <a:gd name="connsiteX5663" fmla="*/ 9028490 w 12184003"/>
              <a:gd name="connsiteY5663" fmla="*/ 6857801 h 6857801"/>
              <a:gd name="connsiteX5664" fmla="*/ 9006592 w 12184003"/>
              <a:gd name="connsiteY5664" fmla="*/ 6857801 h 6857801"/>
              <a:gd name="connsiteX5665" fmla="*/ 9006592 w 12184003"/>
              <a:gd name="connsiteY5665" fmla="*/ 6713459 h 6857801"/>
              <a:gd name="connsiteX5666" fmla="*/ 8927760 w 12184003"/>
              <a:gd name="connsiteY5666" fmla="*/ 6633787 h 6857801"/>
              <a:gd name="connsiteX5667" fmla="*/ 8927760 w 12184003"/>
              <a:gd name="connsiteY5667" fmla="*/ 6568093 h 6857801"/>
              <a:gd name="connsiteX5668" fmla="*/ 8400123 w 12184003"/>
              <a:gd name="connsiteY5668" fmla="*/ 6040456 h 6857801"/>
              <a:gd name="connsiteX5669" fmla="*/ 8379212 w 12184003"/>
              <a:gd name="connsiteY5669" fmla="*/ 6049108 h 6857801"/>
              <a:gd name="connsiteX5670" fmla="*/ 8347460 w 12184003"/>
              <a:gd name="connsiteY5670" fmla="*/ 6035969 h 6857801"/>
              <a:gd name="connsiteX5671" fmla="*/ 8338476 w 12184003"/>
              <a:gd name="connsiteY5671" fmla="*/ 6014070 h 6857801"/>
              <a:gd name="connsiteX5672" fmla="*/ 8262057 w 12184003"/>
              <a:gd name="connsiteY5672" fmla="*/ 6014070 h 6857801"/>
              <a:gd name="connsiteX5673" fmla="*/ 8421560 w 12184003"/>
              <a:gd name="connsiteY5673" fmla="*/ 6173574 h 6857801"/>
              <a:gd name="connsiteX5674" fmla="*/ 8439432 w 12184003"/>
              <a:gd name="connsiteY5674" fmla="*/ 6166262 h 6857801"/>
              <a:gd name="connsiteX5675" fmla="*/ 8463519 w 12184003"/>
              <a:gd name="connsiteY5675" fmla="*/ 6176117 h 6857801"/>
              <a:gd name="connsiteX5676" fmla="*/ 8463519 w 12184003"/>
              <a:gd name="connsiteY5676" fmla="*/ 6224291 h 6857801"/>
              <a:gd name="connsiteX5677" fmla="*/ 8443811 w 12184003"/>
              <a:gd name="connsiteY5677" fmla="*/ 6232354 h 6857801"/>
              <a:gd name="connsiteX5678" fmla="*/ 8443811 w 12184003"/>
              <a:gd name="connsiteY5678" fmla="*/ 6675194 h 6857801"/>
              <a:gd name="connsiteX5679" fmla="*/ 8465709 w 12184003"/>
              <a:gd name="connsiteY5679" fmla="*/ 6684152 h 6857801"/>
              <a:gd name="connsiteX5680" fmla="*/ 8465709 w 12184003"/>
              <a:gd name="connsiteY5680" fmla="*/ 6732328 h 6857801"/>
              <a:gd name="connsiteX5681" fmla="*/ 8591182 w 12184003"/>
              <a:gd name="connsiteY5681" fmla="*/ 6857801 h 6857801"/>
              <a:gd name="connsiteX5682" fmla="*/ 8567093 w 12184003"/>
              <a:gd name="connsiteY5682" fmla="*/ 6857801 h 6857801"/>
              <a:gd name="connsiteX5683" fmla="*/ 8448614 w 12184003"/>
              <a:gd name="connsiteY5683" fmla="*/ 6739322 h 6857801"/>
              <a:gd name="connsiteX5684" fmla="*/ 8441622 w 12184003"/>
              <a:gd name="connsiteY5684" fmla="*/ 6742182 h 6857801"/>
              <a:gd name="connsiteX5685" fmla="*/ 8417533 w 12184003"/>
              <a:gd name="connsiteY5685" fmla="*/ 6732328 h 6857801"/>
              <a:gd name="connsiteX5686" fmla="*/ 8417533 w 12184003"/>
              <a:gd name="connsiteY5686" fmla="*/ 6684152 h 6857801"/>
              <a:gd name="connsiteX5687" fmla="*/ 8428315 w 12184003"/>
              <a:gd name="connsiteY5687" fmla="*/ 6679741 h 6857801"/>
              <a:gd name="connsiteX5688" fmla="*/ 8426405 w 12184003"/>
              <a:gd name="connsiteY5688" fmla="*/ 6228816 h 6857801"/>
              <a:gd name="connsiteX5689" fmla="*/ 8415344 w 12184003"/>
              <a:gd name="connsiteY5689" fmla="*/ 6224291 h 6857801"/>
              <a:gd name="connsiteX5690" fmla="*/ 8405489 w 12184003"/>
              <a:gd name="connsiteY5690" fmla="*/ 6200204 h 6857801"/>
              <a:gd name="connsiteX5691" fmla="*/ 8410893 w 12184003"/>
              <a:gd name="connsiteY5691" fmla="*/ 6186995 h 6857801"/>
              <a:gd name="connsiteX5692" fmla="*/ 8237969 w 12184003"/>
              <a:gd name="connsiteY5692" fmla="*/ 6014070 h 6857801"/>
              <a:gd name="connsiteX5693" fmla="*/ 7976505 w 12184003"/>
              <a:gd name="connsiteY5693" fmla="*/ 6014070 h 6857801"/>
              <a:gd name="connsiteX5694" fmla="*/ 8322430 w 12184003"/>
              <a:gd name="connsiteY5694" fmla="*/ 6361205 h 6857801"/>
              <a:gd name="connsiteX5695" fmla="*/ 8346365 w 12184003"/>
              <a:gd name="connsiteY5695" fmla="*/ 6351301 h 6857801"/>
              <a:gd name="connsiteX5696" fmla="*/ 8378117 w 12184003"/>
              <a:gd name="connsiteY5696" fmla="*/ 6364440 h 6857801"/>
              <a:gd name="connsiteX5697" fmla="*/ 8378117 w 12184003"/>
              <a:gd name="connsiteY5697" fmla="*/ 6427944 h 6857801"/>
              <a:gd name="connsiteX5698" fmla="*/ 8351840 w 12184003"/>
              <a:gd name="connsiteY5698" fmla="*/ 6438818 h 6857801"/>
              <a:gd name="connsiteX5699" fmla="*/ 8351840 w 12184003"/>
              <a:gd name="connsiteY5699" fmla="*/ 6857801 h 6857801"/>
              <a:gd name="connsiteX5700" fmla="*/ 8329942 w 12184003"/>
              <a:gd name="connsiteY5700" fmla="*/ 6857801 h 6857801"/>
              <a:gd name="connsiteX5701" fmla="*/ 8329942 w 12184003"/>
              <a:gd name="connsiteY5701" fmla="*/ 6434288 h 6857801"/>
              <a:gd name="connsiteX5702" fmla="*/ 8314612 w 12184003"/>
              <a:gd name="connsiteY5702" fmla="*/ 6427944 h 6857801"/>
              <a:gd name="connsiteX5703" fmla="*/ 8301473 w 12184003"/>
              <a:gd name="connsiteY5703" fmla="*/ 6396192 h 6857801"/>
              <a:gd name="connsiteX5704" fmla="*/ 8308845 w 12184003"/>
              <a:gd name="connsiteY5704" fmla="*/ 6378380 h 6857801"/>
              <a:gd name="connsiteX5705" fmla="*/ 7944534 w 12184003"/>
              <a:gd name="connsiteY5705" fmla="*/ 6014070 h 6857801"/>
              <a:gd name="connsiteX5706" fmla="*/ 7751832 w 12184003"/>
              <a:gd name="connsiteY5706" fmla="*/ 6014070 h 6857801"/>
              <a:gd name="connsiteX5707" fmla="*/ 7701466 w 12184003"/>
              <a:gd name="connsiteY5707" fmla="*/ 5963704 h 6857801"/>
              <a:gd name="connsiteX5708" fmla="*/ 7701466 w 12184003"/>
              <a:gd name="connsiteY5708" fmla="*/ 6445464 h 6857801"/>
              <a:gd name="connsiteX5709" fmla="*/ 8115975 w 12184003"/>
              <a:gd name="connsiteY5709" fmla="*/ 6857801 h 6857801"/>
              <a:gd name="connsiteX5710" fmla="*/ 8089716 w 12184003"/>
              <a:gd name="connsiteY5710" fmla="*/ 6857801 h 6857801"/>
              <a:gd name="connsiteX5711" fmla="*/ 7683948 w 12184003"/>
              <a:gd name="connsiteY5711" fmla="*/ 6452032 h 6857801"/>
              <a:gd name="connsiteX5712" fmla="*/ 7683948 w 12184003"/>
              <a:gd name="connsiteY5712" fmla="*/ 5946186 h 6857801"/>
              <a:gd name="connsiteX5713" fmla="*/ 7348907 w 12184003"/>
              <a:gd name="connsiteY5713" fmla="*/ 5611145 h 6857801"/>
              <a:gd name="connsiteX5714" fmla="*/ 7348907 w 12184003"/>
              <a:gd name="connsiteY5714" fmla="*/ 5781950 h 6857801"/>
              <a:gd name="connsiteX5715" fmla="*/ 7681759 w 12184003"/>
              <a:gd name="connsiteY5715" fmla="*/ 6114802 h 6857801"/>
              <a:gd name="connsiteX5716" fmla="*/ 7681759 w 12184003"/>
              <a:gd name="connsiteY5716" fmla="*/ 6857801 h 6857801"/>
              <a:gd name="connsiteX5717" fmla="*/ 7657670 w 12184003"/>
              <a:gd name="connsiteY5717" fmla="*/ 6857801 h 6857801"/>
              <a:gd name="connsiteX5718" fmla="*/ 7657670 w 12184003"/>
              <a:gd name="connsiteY5718" fmla="*/ 6123561 h 6857801"/>
              <a:gd name="connsiteX5719" fmla="*/ 7348907 w 12184003"/>
              <a:gd name="connsiteY5719" fmla="*/ 5814798 h 6857801"/>
              <a:gd name="connsiteX5720" fmla="*/ 7348907 w 12184003"/>
              <a:gd name="connsiteY5720" fmla="*/ 6727949 h 6857801"/>
              <a:gd name="connsiteX5721" fmla="*/ 7478759 w 12184003"/>
              <a:gd name="connsiteY5721" fmla="*/ 6857801 h 6857801"/>
              <a:gd name="connsiteX5722" fmla="*/ 7447632 w 12184003"/>
              <a:gd name="connsiteY5722" fmla="*/ 6857801 h 6857801"/>
              <a:gd name="connsiteX5723" fmla="*/ 7327009 w 12184003"/>
              <a:gd name="connsiteY5723" fmla="*/ 6736708 h 6857801"/>
              <a:gd name="connsiteX5724" fmla="*/ 7327009 w 12184003"/>
              <a:gd name="connsiteY5724" fmla="*/ 5792900 h 6857801"/>
              <a:gd name="connsiteX5725" fmla="*/ 6869339 w 12184003"/>
              <a:gd name="connsiteY5725" fmla="*/ 5335229 h 6857801"/>
              <a:gd name="connsiteX5726" fmla="*/ 6869339 w 12184003"/>
              <a:gd name="connsiteY5726" fmla="*/ 5810418 h 6857801"/>
              <a:gd name="connsiteX5727" fmla="*/ 7226278 w 12184003"/>
              <a:gd name="connsiteY5727" fmla="*/ 6167357 h 6857801"/>
              <a:gd name="connsiteX5728" fmla="*/ 7226278 w 12184003"/>
              <a:gd name="connsiteY5728" fmla="*/ 6756416 h 6857801"/>
              <a:gd name="connsiteX5729" fmla="*/ 7327662 w 12184003"/>
              <a:gd name="connsiteY5729" fmla="*/ 6857801 h 6857801"/>
              <a:gd name="connsiteX5730" fmla="*/ 7303575 w 12184003"/>
              <a:gd name="connsiteY5730" fmla="*/ 6857801 h 6857801"/>
              <a:gd name="connsiteX5731" fmla="*/ 7208759 w 12184003"/>
              <a:gd name="connsiteY5731" fmla="*/ 6762986 h 6857801"/>
              <a:gd name="connsiteX5732" fmla="*/ 7208759 w 12184003"/>
              <a:gd name="connsiteY5732" fmla="*/ 6173926 h 6857801"/>
              <a:gd name="connsiteX5733" fmla="*/ 6869339 w 12184003"/>
              <a:gd name="connsiteY5733" fmla="*/ 5834506 h 6857801"/>
              <a:gd name="connsiteX5734" fmla="*/ 6869339 w 12184003"/>
              <a:gd name="connsiteY5734" fmla="*/ 5902390 h 6857801"/>
              <a:gd name="connsiteX5735" fmla="*/ 6731382 w 12184003"/>
              <a:gd name="connsiteY5735" fmla="*/ 6041034 h 6857801"/>
              <a:gd name="connsiteX5736" fmla="*/ 6731382 w 12184003"/>
              <a:gd name="connsiteY5736" fmla="*/ 6553641 h 6857801"/>
              <a:gd name="connsiteX5737" fmla="*/ 6751089 w 12184003"/>
              <a:gd name="connsiteY5737" fmla="*/ 6561524 h 6857801"/>
              <a:gd name="connsiteX5738" fmla="*/ 6764229 w 12184003"/>
              <a:gd name="connsiteY5738" fmla="*/ 6594371 h 6857801"/>
              <a:gd name="connsiteX5739" fmla="*/ 6757380 w 12184003"/>
              <a:gd name="connsiteY5739" fmla="*/ 6611493 h 6857801"/>
              <a:gd name="connsiteX5740" fmla="*/ 7004782 w 12184003"/>
              <a:gd name="connsiteY5740" fmla="*/ 6857801 h 6857801"/>
              <a:gd name="connsiteX5741" fmla="*/ 6972915 w 12184003"/>
              <a:gd name="connsiteY5741" fmla="*/ 6857801 h 6857801"/>
              <a:gd name="connsiteX5742" fmla="*/ 6744834 w 12184003"/>
              <a:gd name="connsiteY5742" fmla="*/ 6629720 h 6857801"/>
              <a:gd name="connsiteX5743" fmla="*/ 6718243 w 12184003"/>
              <a:gd name="connsiteY5743" fmla="*/ 6640357 h 6857801"/>
              <a:gd name="connsiteX5744" fmla="*/ 6672256 w 12184003"/>
              <a:gd name="connsiteY5744" fmla="*/ 6594371 h 6857801"/>
              <a:gd name="connsiteX5745" fmla="*/ 6686217 w 12184003"/>
              <a:gd name="connsiteY5745" fmla="*/ 6561524 h 6857801"/>
              <a:gd name="connsiteX5746" fmla="*/ 6709484 w 12184003"/>
              <a:gd name="connsiteY5746" fmla="*/ 6551978 h 6857801"/>
              <a:gd name="connsiteX5747" fmla="*/ 6709484 w 12184003"/>
              <a:gd name="connsiteY5747" fmla="*/ 6063042 h 6857801"/>
              <a:gd name="connsiteX5748" fmla="*/ 6523351 w 12184003"/>
              <a:gd name="connsiteY5748" fmla="*/ 6250102 h 6857801"/>
              <a:gd name="connsiteX5749" fmla="*/ 6523351 w 12184003"/>
              <a:gd name="connsiteY5749" fmla="*/ 6493014 h 6857801"/>
              <a:gd name="connsiteX5750" fmla="*/ 6537583 w 12184003"/>
              <a:gd name="connsiteY5750" fmla="*/ 6499113 h 6857801"/>
              <a:gd name="connsiteX5751" fmla="*/ 6547436 w 12184003"/>
              <a:gd name="connsiteY5751" fmla="*/ 6522106 h 6857801"/>
              <a:gd name="connsiteX5752" fmla="*/ 6542216 w 12184003"/>
              <a:gd name="connsiteY5752" fmla="*/ 6534290 h 6857801"/>
              <a:gd name="connsiteX5753" fmla="*/ 6862296 w 12184003"/>
              <a:gd name="connsiteY5753" fmla="*/ 6852455 h 6857801"/>
              <a:gd name="connsiteX5754" fmla="*/ 6871529 w 12184003"/>
              <a:gd name="connsiteY5754" fmla="*/ 6848388 h 6857801"/>
              <a:gd name="connsiteX5755" fmla="*/ 6891297 w 12184003"/>
              <a:gd name="connsiteY5755" fmla="*/ 6857801 h 6857801"/>
              <a:gd name="connsiteX5756" fmla="*/ 6843549 w 12184003"/>
              <a:gd name="connsiteY5756" fmla="*/ 6857801 h 6857801"/>
              <a:gd name="connsiteX5757" fmla="*/ 6531561 w 12184003"/>
              <a:gd name="connsiteY5757" fmla="*/ 6547681 h 6857801"/>
              <a:gd name="connsiteX5758" fmla="*/ 6514590 w 12184003"/>
              <a:gd name="connsiteY5758" fmla="*/ 6554953 h 6857801"/>
              <a:gd name="connsiteX5759" fmla="*/ 6481743 w 12184003"/>
              <a:gd name="connsiteY5759" fmla="*/ 6522106 h 6857801"/>
              <a:gd name="connsiteX5760" fmla="*/ 6491598 w 12184003"/>
              <a:gd name="connsiteY5760" fmla="*/ 6499113 h 6857801"/>
              <a:gd name="connsiteX5761" fmla="*/ 6505831 w 12184003"/>
              <a:gd name="connsiteY5761" fmla="*/ 6493013 h 6857801"/>
              <a:gd name="connsiteX5762" fmla="*/ 6505831 w 12184003"/>
              <a:gd name="connsiteY5762" fmla="*/ 6267707 h 6857801"/>
              <a:gd name="connsiteX5763" fmla="*/ 6456053 w 12184003"/>
              <a:gd name="connsiteY5763" fmla="*/ 6317733 h 6857801"/>
              <a:gd name="connsiteX5764" fmla="*/ 6464225 w 12184003"/>
              <a:gd name="connsiteY5764" fmla="*/ 6338163 h 6857801"/>
              <a:gd name="connsiteX5765" fmla="*/ 6451086 w 12184003"/>
              <a:gd name="connsiteY5765" fmla="*/ 6371010 h 6857801"/>
              <a:gd name="connsiteX5766" fmla="*/ 6429188 w 12184003"/>
              <a:gd name="connsiteY5766" fmla="*/ 6379769 h 6857801"/>
              <a:gd name="connsiteX5767" fmla="*/ 6429188 w 12184003"/>
              <a:gd name="connsiteY5767" fmla="*/ 6857801 h 6857801"/>
              <a:gd name="connsiteX5768" fmla="*/ 6405100 w 12184003"/>
              <a:gd name="connsiteY5768" fmla="*/ 6857801 h 6857801"/>
              <a:gd name="connsiteX5769" fmla="*/ 6405100 w 12184003"/>
              <a:gd name="connsiteY5769" fmla="*/ 6378894 h 6857801"/>
              <a:gd name="connsiteX5770" fmla="*/ 6385393 w 12184003"/>
              <a:gd name="connsiteY5770" fmla="*/ 6371010 h 6857801"/>
              <a:gd name="connsiteX5771" fmla="*/ 6372253 w 12184003"/>
              <a:gd name="connsiteY5771" fmla="*/ 6338163 h 6857801"/>
              <a:gd name="connsiteX5772" fmla="*/ 6418239 w 12184003"/>
              <a:gd name="connsiteY5772" fmla="*/ 6292177 h 6857801"/>
              <a:gd name="connsiteX5773" fmla="*/ 6438572 w 12184003"/>
              <a:gd name="connsiteY5773" fmla="*/ 6300310 h 6857801"/>
              <a:gd name="connsiteX5774" fmla="*/ 6505831 w 12184003"/>
              <a:gd name="connsiteY5774" fmla="*/ 6233051 h 6857801"/>
              <a:gd name="connsiteX5775" fmla="*/ 6505831 w 12184003"/>
              <a:gd name="connsiteY5775" fmla="*/ 6128739 h 6857801"/>
              <a:gd name="connsiteX5776" fmla="*/ 6317560 w 12184003"/>
              <a:gd name="connsiteY5776" fmla="*/ 6318282 h 6857801"/>
              <a:gd name="connsiteX5777" fmla="*/ 6324077 w 12184003"/>
              <a:gd name="connsiteY5777" fmla="*/ 6333782 h 6857801"/>
              <a:gd name="connsiteX5778" fmla="*/ 6314224 w 12184003"/>
              <a:gd name="connsiteY5778" fmla="*/ 6356776 h 6857801"/>
              <a:gd name="connsiteX5779" fmla="*/ 6299990 w 12184003"/>
              <a:gd name="connsiteY5779" fmla="*/ 6362876 h 6857801"/>
              <a:gd name="connsiteX5780" fmla="*/ 6299990 w 12184003"/>
              <a:gd name="connsiteY5780" fmla="*/ 6857801 h 6857801"/>
              <a:gd name="connsiteX5781" fmla="*/ 6282472 w 12184003"/>
              <a:gd name="connsiteY5781" fmla="*/ 6857801 h 6857801"/>
              <a:gd name="connsiteX5782" fmla="*/ 6282472 w 12184003"/>
              <a:gd name="connsiteY5782" fmla="*/ 6361625 h 6857801"/>
              <a:gd name="connsiteX5783" fmla="*/ 6266048 w 12184003"/>
              <a:gd name="connsiteY5783" fmla="*/ 6354586 h 6857801"/>
              <a:gd name="connsiteX5784" fmla="*/ 6256193 w 12184003"/>
              <a:gd name="connsiteY5784" fmla="*/ 6331592 h 6857801"/>
              <a:gd name="connsiteX5785" fmla="*/ 6289041 w 12184003"/>
              <a:gd name="connsiteY5785" fmla="*/ 6298745 h 6857801"/>
              <a:gd name="connsiteX5786" fmla="*/ 6305775 w 12184003"/>
              <a:gd name="connsiteY5786" fmla="*/ 6306101 h 6857801"/>
              <a:gd name="connsiteX5787" fmla="*/ 6505831 w 12184003"/>
              <a:gd name="connsiteY5787" fmla="*/ 6106044 h 6857801"/>
              <a:gd name="connsiteX5788" fmla="*/ 6505831 w 12184003"/>
              <a:gd name="connsiteY5788" fmla="*/ 5865163 h 6857801"/>
              <a:gd name="connsiteX5789" fmla="*/ 6249624 w 12184003"/>
              <a:gd name="connsiteY5789" fmla="*/ 5606765 h 6857801"/>
              <a:gd name="connsiteX5790" fmla="*/ 6249624 w 12184003"/>
              <a:gd name="connsiteY5790" fmla="*/ 5377149 h 6857801"/>
              <a:gd name="connsiteX5791" fmla="*/ 6231011 w 12184003"/>
              <a:gd name="connsiteY5791" fmla="*/ 5369171 h 6857801"/>
              <a:gd name="connsiteX5792" fmla="*/ 6221155 w 12184003"/>
              <a:gd name="connsiteY5792" fmla="*/ 5346178 h 6857801"/>
              <a:gd name="connsiteX5793" fmla="*/ 6254003 w 12184003"/>
              <a:gd name="connsiteY5793" fmla="*/ 5313330 h 6857801"/>
              <a:gd name="connsiteX5794" fmla="*/ 6286849 w 12184003"/>
              <a:gd name="connsiteY5794" fmla="*/ 5346178 h 6857801"/>
              <a:gd name="connsiteX5795" fmla="*/ 6277818 w 12184003"/>
              <a:gd name="connsiteY5795" fmla="*/ 5369171 h 6857801"/>
              <a:gd name="connsiteX5796" fmla="*/ 6264952 w 12184003"/>
              <a:gd name="connsiteY5796" fmla="*/ 5374494 h 6857801"/>
              <a:gd name="connsiteX5797" fmla="*/ 6264952 w 12184003"/>
              <a:gd name="connsiteY5797" fmla="*/ 5600197 h 6857801"/>
              <a:gd name="connsiteX5798" fmla="*/ 6523351 w 12184003"/>
              <a:gd name="connsiteY5798" fmla="*/ 5856405 h 6857801"/>
              <a:gd name="connsiteX5799" fmla="*/ 6523351 w 12184003"/>
              <a:gd name="connsiteY5799" fmla="*/ 6088525 h 6857801"/>
              <a:gd name="connsiteX5800" fmla="*/ 6608752 w 12184003"/>
              <a:gd name="connsiteY5800" fmla="*/ 6003122 h 6857801"/>
              <a:gd name="connsiteX5801" fmla="*/ 6608752 w 12184003"/>
              <a:gd name="connsiteY5801" fmla="*/ 5604576 h 6857801"/>
              <a:gd name="connsiteX5802" fmla="*/ 6437432 w 12184003"/>
              <a:gd name="connsiteY5802" fmla="*/ 5433255 h 6857801"/>
              <a:gd name="connsiteX5803" fmla="*/ 6432474 w 12184003"/>
              <a:gd name="connsiteY5803" fmla="*/ 5431307 h 6857801"/>
              <a:gd name="connsiteX5804" fmla="*/ 6430348 w 12184003"/>
              <a:gd name="connsiteY5804" fmla="*/ 5426172 h 6857801"/>
              <a:gd name="connsiteX5805" fmla="*/ 6361304 w 12184003"/>
              <a:gd name="connsiteY5805" fmla="*/ 5357127 h 6857801"/>
              <a:gd name="connsiteX5806" fmla="*/ 6361304 w 12184003"/>
              <a:gd name="connsiteY5806" fmla="*/ 5045738 h 6857801"/>
              <a:gd name="connsiteX5807" fmla="*/ 6335026 w 12184003"/>
              <a:gd name="connsiteY5807" fmla="*/ 5035226 h 6857801"/>
              <a:gd name="connsiteX5808" fmla="*/ 6321887 w 12184003"/>
              <a:gd name="connsiteY5808" fmla="*/ 5002379 h 6857801"/>
              <a:gd name="connsiteX5809" fmla="*/ 6367872 w 12184003"/>
              <a:gd name="connsiteY5809" fmla="*/ 4956392 h 6857801"/>
              <a:gd name="connsiteX5810" fmla="*/ 6413859 w 12184003"/>
              <a:gd name="connsiteY5810" fmla="*/ 5002379 h 6857801"/>
              <a:gd name="connsiteX5811" fmla="*/ 6400720 w 12184003"/>
              <a:gd name="connsiteY5811" fmla="*/ 5035226 h 6857801"/>
              <a:gd name="connsiteX5812" fmla="*/ 6383202 w 12184003"/>
              <a:gd name="connsiteY5812" fmla="*/ 5042233 h 6857801"/>
              <a:gd name="connsiteX5813" fmla="*/ 6383202 w 12184003"/>
              <a:gd name="connsiteY5813" fmla="*/ 5348368 h 6857801"/>
              <a:gd name="connsiteX5814" fmla="*/ 6428206 w 12184003"/>
              <a:gd name="connsiteY5814" fmla="*/ 5393372 h 6857801"/>
              <a:gd name="connsiteX5815" fmla="*/ 6432474 w 12184003"/>
              <a:gd name="connsiteY5815" fmla="*/ 5382583 h 6857801"/>
              <a:gd name="connsiteX5816" fmla="*/ 6440137 w 12184003"/>
              <a:gd name="connsiteY5816" fmla="*/ 5379208 h 6857801"/>
              <a:gd name="connsiteX5817" fmla="*/ 6440137 w 12184003"/>
              <a:gd name="connsiteY5817" fmla="*/ 4380472 h 6857801"/>
              <a:gd name="connsiteX5818" fmla="*/ 6335026 w 12184003"/>
              <a:gd name="connsiteY5818" fmla="*/ 4275362 h 6857801"/>
              <a:gd name="connsiteX5819" fmla="*/ 6291230 w 12184003"/>
              <a:gd name="connsiteY5819" fmla="*/ 4275362 h 6857801"/>
              <a:gd name="connsiteX5820" fmla="*/ 6291230 w 12184003"/>
              <a:gd name="connsiteY5820" fmla="*/ 4338865 h 6857801"/>
              <a:gd name="connsiteX5821" fmla="*/ 6169436 w 12184003"/>
              <a:gd name="connsiteY5821" fmla="*/ 4461451 h 6857801"/>
              <a:gd name="connsiteX5822" fmla="*/ 6190499 w 12184003"/>
              <a:gd name="connsiteY5822" fmla="*/ 4452736 h 6857801"/>
              <a:gd name="connsiteX5823" fmla="*/ 6223345 w 12184003"/>
              <a:gd name="connsiteY5823" fmla="*/ 4485583 h 6857801"/>
              <a:gd name="connsiteX5824" fmla="*/ 6213491 w 12184003"/>
              <a:gd name="connsiteY5824" fmla="*/ 4508576 h 6857801"/>
              <a:gd name="connsiteX5825" fmla="*/ 6199259 w 12184003"/>
              <a:gd name="connsiteY5825" fmla="*/ 4514676 h 6857801"/>
              <a:gd name="connsiteX5826" fmla="*/ 6199259 w 12184003"/>
              <a:gd name="connsiteY5826" fmla="*/ 4853471 h 6857801"/>
              <a:gd name="connsiteX5827" fmla="*/ 5954002 w 12184003"/>
              <a:gd name="connsiteY5827" fmla="*/ 5096596 h 6857801"/>
              <a:gd name="connsiteX5828" fmla="*/ 5954002 w 12184003"/>
              <a:gd name="connsiteY5828" fmla="*/ 5598007 h 6857801"/>
              <a:gd name="connsiteX5829" fmla="*/ 5975898 w 12184003"/>
              <a:gd name="connsiteY5829" fmla="*/ 5606766 h 6857801"/>
              <a:gd name="connsiteX5830" fmla="*/ 5989038 w 12184003"/>
              <a:gd name="connsiteY5830" fmla="*/ 5639614 h 6857801"/>
              <a:gd name="connsiteX5831" fmla="*/ 5975899 w 12184003"/>
              <a:gd name="connsiteY5831" fmla="*/ 5672460 h 6857801"/>
              <a:gd name="connsiteX5832" fmla="*/ 5947431 w 12184003"/>
              <a:gd name="connsiteY5832" fmla="*/ 5683847 h 6857801"/>
              <a:gd name="connsiteX5833" fmla="*/ 5947431 w 12184003"/>
              <a:gd name="connsiteY5833" fmla="*/ 5787317 h 6857801"/>
              <a:gd name="connsiteX5834" fmla="*/ 5963581 w 12184003"/>
              <a:gd name="connsiteY5834" fmla="*/ 5793174 h 6857801"/>
              <a:gd name="connsiteX5835" fmla="*/ 5973709 w 12184003"/>
              <a:gd name="connsiteY5835" fmla="*/ 5816988 h 6857801"/>
              <a:gd name="connsiteX5836" fmla="*/ 5970884 w 12184003"/>
              <a:gd name="connsiteY5836" fmla="*/ 5822921 h 6857801"/>
              <a:gd name="connsiteX5837" fmla="*/ 6131373 w 12184003"/>
              <a:gd name="connsiteY5837" fmla="*/ 5983414 h 6857801"/>
              <a:gd name="connsiteX5838" fmla="*/ 6131373 w 12184003"/>
              <a:gd name="connsiteY5838" fmla="*/ 6425754 h 6857801"/>
              <a:gd name="connsiteX5839" fmla="*/ 6260573 w 12184003"/>
              <a:gd name="connsiteY5839" fmla="*/ 6554953 h 6857801"/>
              <a:gd name="connsiteX5840" fmla="*/ 6260573 w 12184003"/>
              <a:gd name="connsiteY5840" fmla="*/ 6857801 h 6857801"/>
              <a:gd name="connsiteX5841" fmla="*/ 6238675 w 12184003"/>
              <a:gd name="connsiteY5841" fmla="*/ 6857801 h 6857801"/>
              <a:gd name="connsiteX5842" fmla="*/ 6238675 w 12184003"/>
              <a:gd name="connsiteY5842" fmla="*/ 6563713 h 6857801"/>
              <a:gd name="connsiteX5843" fmla="*/ 6175170 w 12184003"/>
              <a:gd name="connsiteY5843" fmla="*/ 6500209 h 6857801"/>
              <a:gd name="connsiteX5844" fmla="*/ 6175170 w 12184003"/>
              <a:gd name="connsiteY5844" fmla="*/ 6840880 h 6857801"/>
              <a:gd name="connsiteX5845" fmla="*/ 6185024 w 12184003"/>
              <a:gd name="connsiteY5845" fmla="*/ 6845104 h 6857801"/>
              <a:gd name="connsiteX5846" fmla="*/ 6190466 w 12184003"/>
              <a:gd name="connsiteY5846" fmla="*/ 6857801 h 6857801"/>
              <a:gd name="connsiteX5847" fmla="*/ 6133596 w 12184003"/>
              <a:gd name="connsiteY5847" fmla="*/ 6857801 h 6857801"/>
              <a:gd name="connsiteX5848" fmla="*/ 6139038 w 12184003"/>
              <a:gd name="connsiteY5848" fmla="*/ 6845104 h 6857801"/>
              <a:gd name="connsiteX5849" fmla="*/ 6157652 w 12184003"/>
              <a:gd name="connsiteY5849" fmla="*/ 6837126 h 6857801"/>
              <a:gd name="connsiteX5850" fmla="*/ 6157652 w 12184003"/>
              <a:gd name="connsiteY5850" fmla="*/ 6498018 h 6857801"/>
              <a:gd name="connsiteX5851" fmla="*/ 6131373 w 12184003"/>
              <a:gd name="connsiteY5851" fmla="*/ 6471740 h 6857801"/>
              <a:gd name="connsiteX5852" fmla="*/ 6131373 w 12184003"/>
              <a:gd name="connsiteY5852" fmla="*/ 6857801 h 6857801"/>
              <a:gd name="connsiteX5853" fmla="*/ 6087577 w 12184003"/>
              <a:gd name="connsiteY5853" fmla="*/ 6857801 h 6857801"/>
              <a:gd name="connsiteX5854" fmla="*/ 6087577 w 12184003"/>
              <a:gd name="connsiteY5854" fmla="*/ 6427945 h 6857801"/>
              <a:gd name="connsiteX5855" fmla="*/ 6081009 w 12184003"/>
              <a:gd name="connsiteY5855" fmla="*/ 6421376 h 6857801"/>
              <a:gd name="connsiteX5856" fmla="*/ 6081009 w 12184003"/>
              <a:gd name="connsiteY5856" fmla="*/ 6857801 h 6857801"/>
              <a:gd name="connsiteX5857" fmla="*/ 6045972 w 12184003"/>
              <a:gd name="connsiteY5857" fmla="*/ 6857801 h 6857801"/>
              <a:gd name="connsiteX5858" fmla="*/ 6045972 w 12184003"/>
              <a:gd name="connsiteY5858" fmla="*/ 6386340 h 6857801"/>
              <a:gd name="connsiteX5859" fmla="*/ 5694509 w 12184003"/>
              <a:gd name="connsiteY5859" fmla="*/ 6034874 h 6857801"/>
              <a:gd name="connsiteX5860" fmla="*/ 5520420 w 12184003"/>
              <a:gd name="connsiteY5860" fmla="*/ 6208963 h 6857801"/>
              <a:gd name="connsiteX5861" fmla="*/ 5520420 w 12184003"/>
              <a:gd name="connsiteY5861" fmla="*/ 6622839 h 6857801"/>
              <a:gd name="connsiteX5862" fmla="*/ 5755381 w 12184003"/>
              <a:gd name="connsiteY5862" fmla="*/ 6857801 h 6857801"/>
              <a:gd name="connsiteX5863" fmla="*/ 5705768 w 12184003"/>
              <a:gd name="connsiteY5863" fmla="*/ 6857801 h 6857801"/>
              <a:gd name="connsiteX5864" fmla="*/ 5485384 w 12184003"/>
              <a:gd name="connsiteY5864" fmla="*/ 6638167 h 6857801"/>
              <a:gd name="connsiteX5865" fmla="*/ 5485384 w 12184003"/>
              <a:gd name="connsiteY5865" fmla="*/ 6195825 h 6857801"/>
              <a:gd name="connsiteX5866" fmla="*/ 5670422 w 12184003"/>
              <a:gd name="connsiteY5866" fmla="*/ 6010786 h 6857801"/>
              <a:gd name="connsiteX5867" fmla="*/ 5603634 w 12184003"/>
              <a:gd name="connsiteY5867" fmla="*/ 5943999 h 6857801"/>
              <a:gd name="connsiteX5868" fmla="*/ 5375897 w 12184003"/>
              <a:gd name="connsiteY5868" fmla="*/ 6171738 h 6857801"/>
              <a:gd name="connsiteX5869" fmla="*/ 5375897 w 12184003"/>
              <a:gd name="connsiteY5869" fmla="*/ 6257419 h 6857801"/>
              <a:gd name="connsiteX5870" fmla="*/ 5383555 w 12184003"/>
              <a:gd name="connsiteY5870" fmla="*/ 6262614 h 6857801"/>
              <a:gd name="connsiteX5871" fmla="*/ 5397788 w 12184003"/>
              <a:gd name="connsiteY5871" fmla="*/ 6296556 h 6857801"/>
              <a:gd name="connsiteX5872" fmla="*/ 5383555 w 12184003"/>
              <a:gd name="connsiteY5872" fmla="*/ 6330499 h 6857801"/>
              <a:gd name="connsiteX5873" fmla="*/ 5375897 w 12184003"/>
              <a:gd name="connsiteY5873" fmla="*/ 6335694 h 6857801"/>
              <a:gd name="connsiteX5874" fmla="*/ 5375897 w 12184003"/>
              <a:gd name="connsiteY5874" fmla="*/ 6732329 h 6857801"/>
              <a:gd name="connsiteX5875" fmla="*/ 5501368 w 12184003"/>
              <a:gd name="connsiteY5875" fmla="*/ 6857801 h 6857801"/>
              <a:gd name="connsiteX5876" fmla="*/ 5435942 w 12184003"/>
              <a:gd name="connsiteY5876" fmla="*/ 6857801 h 6857801"/>
              <a:gd name="connsiteX5877" fmla="*/ 5364944 w 12184003"/>
              <a:gd name="connsiteY5877" fmla="*/ 6786982 h 6857801"/>
              <a:gd name="connsiteX5878" fmla="*/ 5364944 w 12184003"/>
              <a:gd name="connsiteY5878" fmla="*/ 6857801 h 6857801"/>
              <a:gd name="connsiteX5879" fmla="*/ 5329908 w 12184003"/>
              <a:gd name="connsiteY5879" fmla="*/ 6857801 h 6857801"/>
              <a:gd name="connsiteX5880" fmla="*/ 5329908 w 12184003"/>
              <a:gd name="connsiteY5880" fmla="*/ 6338674 h 6857801"/>
              <a:gd name="connsiteX5881" fmla="*/ 5317860 w 12184003"/>
              <a:gd name="connsiteY5881" fmla="*/ 6330499 h 6857801"/>
              <a:gd name="connsiteX5882" fmla="*/ 5303626 w 12184003"/>
              <a:gd name="connsiteY5882" fmla="*/ 6296556 h 6857801"/>
              <a:gd name="connsiteX5883" fmla="*/ 5316765 w 12184003"/>
              <a:gd name="connsiteY5883" fmla="*/ 6262614 h 6857801"/>
              <a:gd name="connsiteX5884" fmla="*/ 5329910 w 12184003"/>
              <a:gd name="connsiteY5884" fmla="*/ 6253233 h 6857801"/>
              <a:gd name="connsiteX5885" fmla="*/ 5329910 w 12184003"/>
              <a:gd name="connsiteY5885" fmla="*/ 6152029 h 6857801"/>
              <a:gd name="connsiteX5886" fmla="*/ 5571422 w 12184003"/>
              <a:gd name="connsiteY5886" fmla="*/ 5911787 h 6857801"/>
              <a:gd name="connsiteX5887" fmla="*/ 5465677 w 12184003"/>
              <a:gd name="connsiteY5887" fmla="*/ 5806040 h 6857801"/>
              <a:gd name="connsiteX5888" fmla="*/ 5465677 w 12184003"/>
              <a:gd name="connsiteY5888" fmla="*/ 5965895 h 6857801"/>
              <a:gd name="connsiteX5889" fmla="*/ 5226985 w 12184003"/>
              <a:gd name="connsiteY5889" fmla="*/ 6204584 h 6857801"/>
              <a:gd name="connsiteX5890" fmla="*/ 5226985 w 12184003"/>
              <a:gd name="connsiteY5890" fmla="*/ 6857801 h 6857801"/>
              <a:gd name="connsiteX5891" fmla="*/ 5209466 w 12184003"/>
              <a:gd name="connsiteY5891" fmla="*/ 6857801 h 6857801"/>
              <a:gd name="connsiteX5892" fmla="*/ 5209466 w 12184003"/>
              <a:gd name="connsiteY5892" fmla="*/ 6222103 h 6857801"/>
              <a:gd name="connsiteX5893" fmla="*/ 5186745 w 12184003"/>
              <a:gd name="connsiteY5893" fmla="*/ 6244825 h 6857801"/>
              <a:gd name="connsiteX5894" fmla="*/ 5188665 w 12184003"/>
              <a:gd name="connsiteY5894" fmla="*/ 6246190 h 6857801"/>
              <a:gd name="connsiteX5895" fmla="*/ 5207275 w 12184003"/>
              <a:gd name="connsiteY5895" fmla="*/ 6292176 h 6857801"/>
              <a:gd name="connsiteX5896" fmla="*/ 5168476 w 12184003"/>
              <a:gd name="connsiteY5896" fmla="*/ 6350685 h 6857801"/>
              <a:gd name="connsiteX5897" fmla="*/ 5165676 w 12184003"/>
              <a:gd name="connsiteY5897" fmla="*/ 6351252 h 6857801"/>
              <a:gd name="connsiteX5898" fmla="*/ 5165676 w 12184003"/>
              <a:gd name="connsiteY5898" fmla="*/ 6857801 h 6857801"/>
              <a:gd name="connsiteX5899" fmla="*/ 5119687 w 12184003"/>
              <a:gd name="connsiteY5899" fmla="*/ 6857801 h 6857801"/>
              <a:gd name="connsiteX5900" fmla="*/ 5119687 w 12184003"/>
              <a:gd name="connsiteY5900" fmla="*/ 6351110 h 6857801"/>
              <a:gd name="connsiteX5901" fmla="*/ 5119068 w 12184003"/>
              <a:gd name="connsiteY5901" fmla="*/ 6350994 h 6857801"/>
              <a:gd name="connsiteX5902" fmla="*/ 5097689 w 12184003"/>
              <a:gd name="connsiteY5902" fmla="*/ 6333883 h 6857801"/>
              <a:gd name="connsiteX5903" fmla="*/ 5052457 w 12184003"/>
              <a:gd name="connsiteY5903" fmla="*/ 6379115 h 6857801"/>
              <a:gd name="connsiteX5904" fmla="*/ 5058369 w 12184003"/>
              <a:gd name="connsiteY5904" fmla="*/ 6392907 h 6857801"/>
              <a:gd name="connsiteX5905" fmla="*/ 5048515 w 12184003"/>
              <a:gd name="connsiteY5905" fmla="*/ 6415901 h 6857801"/>
              <a:gd name="connsiteX5906" fmla="*/ 5034286 w 12184003"/>
              <a:gd name="connsiteY5906" fmla="*/ 6421999 h 6857801"/>
              <a:gd name="connsiteX5907" fmla="*/ 5034286 w 12184003"/>
              <a:gd name="connsiteY5907" fmla="*/ 6857801 h 6857801"/>
              <a:gd name="connsiteX5908" fmla="*/ 5016767 w 12184003"/>
              <a:gd name="connsiteY5908" fmla="*/ 6857801 h 6857801"/>
              <a:gd name="connsiteX5909" fmla="*/ 5016767 w 12184003"/>
              <a:gd name="connsiteY5909" fmla="*/ 6423775 h 6857801"/>
              <a:gd name="connsiteX5910" fmla="*/ 5002529 w 12184003"/>
              <a:gd name="connsiteY5910" fmla="*/ 6416995 h 6857801"/>
              <a:gd name="connsiteX5911" fmla="*/ 4992676 w 12184003"/>
              <a:gd name="connsiteY5911" fmla="*/ 6392907 h 6857801"/>
              <a:gd name="connsiteX5912" fmla="*/ 5025522 w 12184003"/>
              <a:gd name="connsiteY5912" fmla="*/ 6360061 h 6857801"/>
              <a:gd name="connsiteX5913" fmla="*/ 5040853 w 12184003"/>
              <a:gd name="connsiteY5913" fmla="*/ 6366631 h 6857801"/>
              <a:gd name="connsiteX5914" fmla="*/ 5088309 w 12184003"/>
              <a:gd name="connsiteY5914" fmla="*/ 6319174 h 6857801"/>
              <a:gd name="connsiteX5915" fmla="*/ 5080269 w 12184003"/>
              <a:gd name="connsiteY5915" fmla="*/ 6292176 h 6857801"/>
              <a:gd name="connsiteX5916" fmla="*/ 5143772 w 12184003"/>
              <a:gd name="connsiteY5916" fmla="*/ 6226482 h 6857801"/>
              <a:gd name="connsiteX5917" fmla="*/ 5168476 w 12184003"/>
              <a:gd name="connsiteY5917" fmla="*/ 6231820 h 6857801"/>
              <a:gd name="connsiteX5918" fmla="*/ 5172672 w 12184003"/>
              <a:gd name="connsiteY5918" fmla="*/ 6234808 h 6857801"/>
              <a:gd name="connsiteX5919" fmla="*/ 5209466 w 12184003"/>
              <a:gd name="connsiteY5919" fmla="*/ 6198014 h 6857801"/>
              <a:gd name="connsiteX5920" fmla="*/ 5209466 w 12184003"/>
              <a:gd name="connsiteY5920" fmla="*/ 5958075 h 6857801"/>
              <a:gd name="connsiteX5921" fmla="*/ 5195231 w 12184003"/>
              <a:gd name="connsiteY5921" fmla="*/ 5952483 h 6857801"/>
              <a:gd name="connsiteX5922" fmla="*/ 5194352 w 12184003"/>
              <a:gd name="connsiteY5922" fmla="*/ 5950356 h 6857801"/>
              <a:gd name="connsiteX5923" fmla="*/ 4977359 w 12184003"/>
              <a:gd name="connsiteY5923" fmla="*/ 6167358 h 6857801"/>
              <a:gd name="connsiteX5924" fmla="*/ 4977359 w 12184003"/>
              <a:gd name="connsiteY5924" fmla="*/ 6857801 h 6857801"/>
              <a:gd name="connsiteX5925" fmla="*/ 4955458 w 12184003"/>
              <a:gd name="connsiteY5925" fmla="*/ 6857801 h 6857801"/>
              <a:gd name="connsiteX5926" fmla="*/ 4955458 w 12184003"/>
              <a:gd name="connsiteY5926" fmla="*/ 6189255 h 6857801"/>
              <a:gd name="connsiteX5927" fmla="*/ 4780284 w 12184003"/>
              <a:gd name="connsiteY5927" fmla="*/ 6364425 h 6857801"/>
              <a:gd name="connsiteX5928" fmla="*/ 4780284 w 12184003"/>
              <a:gd name="connsiteY5928" fmla="*/ 6736708 h 6857801"/>
              <a:gd name="connsiteX5929" fmla="*/ 4718953 w 12184003"/>
              <a:gd name="connsiteY5929" fmla="*/ 6798042 h 6857801"/>
              <a:gd name="connsiteX5930" fmla="*/ 4718953 w 12184003"/>
              <a:gd name="connsiteY5930" fmla="*/ 6857801 h 6857801"/>
              <a:gd name="connsiteX5931" fmla="*/ 4694866 w 12184003"/>
              <a:gd name="connsiteY5931" fmla="*/ 6857801 h 6857801"/>
              <a:gd name="connsiteX5932" fmla="*/ 4694866 w 12184003"/>
              <a:gd name="connsiteY5932" fmla="*/ 6822131 h 6857801"/>
              <a:gd name="connsiteX5933" fmla="*/ 4659199 w 12184003"/>
              <a:gd name="connsiteY5933" fmla="*/ 6857801 h 6857801"/>
              <a:gd name="connsiteX5934" fmla="*/ 4626351 w 12184003"/>
              <a:gd name="connsiteY5934" fmla="*/ 6857801 h 6857801"/>
              <a:gd name="connsiteX5935" fmla="*/ 4694866 w 12184003"/>
              <a:gd name="connsiteY5935" fmla="*/ 6789280 h 6857801"/>
              <a:gd name="connsiteX5936" fmla="*/ 4694866 w 12184003"/>
              <a:gd name="connsiteY5936" fmla="*/ 6465086 h 6857801"/>
              <a:gd name="connsiteX5937" fmla="*/ 4687541 w 12184003"/>
              <a:gd name="connsiteY5937" fmla="*/ 6463563 h 6857801"/>
              <a:gd name="connsiteX5938" fmla="*/ 4659826 w 12184003"/>
              <a:gd name="connsiteY5938" fmla="*/ 6421375 h 6857801"/>
              <a:gd name="connsiteX5939" fmla="*/ 4705812 w 12184003"/>
              <a:gd name="connsiteY5939" fmla="*/ 6375389 h 6857801"/>
              <a:gd name="connsiteX5940" fmla="*/ 4727625 w 12184003"/>
              <a:gd name="connsiteY5940" fmla="*/ 6384115 h 6857801"/>
              <a:gd name="connsiteX5941" fmla="*/ 4756193 w 12184003"/>
              <a:gd name="connsiteY5941" fmla="*/ 6355439 h 6857801"/>
              <a:gd name="connsiteX5942" fmla="*/ 4756193 w 12184003"/>
              <a:gd name="connsiteY5942" fmla="*/ 5612302 h 6857801"/>
              <a:gd name="connsiteX5943" fmla="*/ 4421155 w 12184003"/>
              <a:gd name="connsiteY5943" fmla="*/ 5948207 h 6857801"/>
              <a:gd name="connsiteX5944" fmla="*/ 4421155 w 12184003"/>
              <a:gd name="connsiteY5944" fmla="*/ 6452032 h 6857801"/>
              <a:gd name="connsiteX5945" fmla="*/ 4017550 w 12184003"/>
              <a:gd name="connsiteY5945" fmla="*/ 6857801 h 6857801"/>
              <a:gd name="connsiteX5946" fmla="*/ 3991338 w 12184003"/>
              <a:gd name="connsiteY5946" fmla="*/ 6857801 h 6857801"/>
              <a:gd name="connsiteX5947" fmla="*/ 4403638 w 12184003"/>
              <a:gd name="connsiteY5947" fmla="*/ 6445464 h 6857801"/>
              <a:gd name="connsiteX5948" fmla="*/ 4403638 w 12184003"/>
              <a:gd name="connsiteY5948" fmla="*/ 5965771 h 6857801"/>
              <a:gd name="connsiteX5949" fmla="*/ 4355458 w 12184003"/>
              <a:gd name="connsiteY5949" fmla="*/ 6014070 h 6857801"/>
              <a:gd name="connsiteX5950" fmla="*/ 4160611 w 12184003"/>
              <a:gd name="connsiteY5950" fmla="*/ 6014070 h 6857801"/>
              <a:gd name="connsiteX5951" fmla="*/ 3796301 w 12184003"/>
              <a:gd name="connsiteY5951" fmla="*/ 6378382 h 6857801"/>
              <a:gd name="connsiteX5952" fmla="*/ 3803669 w 12184003"/>
              <a:gd name="connsiteY5952" fmla="*/ 6396192 h 6857801"/>
              <a:gd name="connsiteX5953" fmla="*/ 3790532 w 12184003"/>
              <a:gd name="connsiteY5953" fmla="*/ 6427944 h 6857801"/>
              <a:gd name="connsiteX5954" fmla="*/ 3775207 w 12184003"/>
              <a:gd name="connsiteY5954" fmla="*/ 6434287 h 6857801"/>
              <a:gd name="connsiteX5955" fmla="*/ 3775207 w 12184003"/>
              <a:gd name="connsiteY5955" fmla="*/ 6857801 h 6857801"/>
              <a:gd name="connsiteX5956" fmla="*/ 3753304 w 12184003"/>
              <a:gd name="connsiteY5956" fmla="*/ 6857801 h 6857801"/>
              <a:gd name="connsiteX5957" fmla="*/ 3753304 w 12184003"/>
              <a:gd name="connsiteY5957" fmla="*/ 6438819 h 6857801"/>
              <a:gd name="connsiteX5958" fmla="*/ 3727024 w 12184003"/>
              <a:gd name="connsiteY5958" fmla="*/ 6427944 h 6857801"/>
              <a:gd name="connsiteX5959" fmla="*/ 3727024 w 12184003"/>
              <a:gd name="connsiteY5959" fmla="*/ 6364440 h 6857801"/>
              <a:gd name="connsiteX5960" fmla="*/ 3758777 w 12184003"/>
              <a:gd name="connsiteY5960" fmla="*/ 6351301 h 6857801"/>
              <a:gd name="connsiteX5961" fmla="*/ 3782790 w 12184003"/>
              <a:gd name="connsiteY5961" fmla="*/ 6361236 h 6857801"/>
              <a:gd name="connsiteX5962" fmla="*/ 4129948 w 12184003"/>
              <a:gd name="connsiteY5962" fmla="*/ 6014070 h 6857801"/>
              <a:gd name="connsiteX5963" fmla="*/ 3867170 w 12184003"/>
              <a:gd name="connsiteY5963" fmla="*/ 6014070 h 6857801"/>
              <a:gd name="connsiteX5964" fmla="*/ 3694244 w 12184003"/>
              <a:gd name="connsiteY5964" fmla="*/ 6186996 h 6857801"/>
              <a:gd name="connsiteX5965" fmla="*/ 3699645 w 12184003"/>
              <a:gd name="connsiteY5965" fmla="*/ 6200204 h 6857801"/>
              <a:gd name="connsiteX5966" fmla="*/ 3689794 w 12184003"/>
              <a:gd name="connsiteY5966" fmla="*/ 6224291 h 6857801"/>
              <a:gd name="connsiteX5967" fmla="*/ 3678846 w 12184003"/>
              <a:gd name="connsiteY5967" fmla="*/ 6228770 h 6857801"/>
              <a:gd name="connsiteX5968" fmla="*/ 3678846 w 12184003"/>
              <a:gd name="connsiteY5968" fmla="*/ 6680570 h 6857801"/>
              <a:gd name="connsiteX5969" fmla="*/ 3687602 w 12184003"/>
              <a:gd name="connsiteY5969" fmla="*/ 6684152 h 6857801"/>
              <a:gd name="connsiteX5970" fmla="*/ 3687602 w 12184003"/>
              <a:gd name="connsiteY5970" fmla="*/ 6732328 h 6857801"/>
              <a:gd name="connsiteX5971" fmla="*/ 3663516 w 12184003"/>
              <a:gd name="connsiteY5971" fmla="*/ 6742182 h 6857801"/>
              <a:gd name="connsiteX5972" fmla="*/ 3658045 w 12184003"/>
              <a:gd name="connsiteY5972" fmla="*/ 6739943 h 6857801"/>
              <a:gd name="connsiteX5973" fmla="*/ 3539905 w 12184003"/>
              <a:gd name="connsiteY5973" fmla="*/ 6857801 h 6857801"/>
              <a:gd name="connsiteX5974" fmla="*/ 3513960 w 12184003"/>
              <a:gd name="connsiteY5974" fmla="*/ 6857801 h 6857801"/>
              <a:gd name="connsiteX5975" fmla="*/ 3639431 w 12184003"/>
              <a:gd name="connsiteY5975" fmla="*/ 6732328 h 6857801"/>
              <a:gd name="connsiteX5976" fmla="*/ 3639431 w 12184003"/>
              <a:gd name="connsiteY5976" fmla="*/ 6684152 h 6857801"/>
              <a:gd name="connsiteX5977" fmla="*/ 3661327 w 12184003"/>
              <a:gd name="connsiteY5977" fmla="*/ 6675193 h 6857801"/>
              <a:gd name="connsiteX5978" fmla="*/ 3661327 w 12184003"/>
              <a:gd name="connsiteY5978" fmla="*/ 6232354 h 6857801"/>
              <a:gd name="connsiteX5979" fmla="*/ 3641620 w 12184003"/>
              <a:gd name="connsiteY5979" fmla="*/ 6224291 h 6857801"/>
              <a:gd name="connsiteX5980" fmla="*/ 3641620 w 12184003"/>
              <a:gd name="connsiteY5980" fmla="*/ 6176117 h 6857801"/>
              <a:gd name="connsiteX5981" fmla="*/ 3665705 w 12184003"/>
              <a:gd name="connsiteY5981" fmla="*/ 6166262 h 6857801"/>
              <a:gd name="connsiteX5982" fmla="*/ 3683578 w 12184003"/>
              <a:gd name="connsiteY5982" fmla="*/ 6173574 h 6857801"/>
              <a:gd name="connsiteX5983" fmla="*/ 3843082 w 12184003"/>
              <a:gd name="connsiteY5983" fmla="*/ 6014070 h 6857801"/>
              <a:gd name="connsiteX5984" fmla="*/ 3768856 w 12184003"/>
              <a:gd name="connsiteY5984" fmla="*/ 6014070 h 6857801"/>
              <a:gd name="connsiteX5985" fmla="*/ 3759873 w 12184003"/>
              <a:gd name="connsiteY5985" fmla="*/ 6035969 h 6857801"/>
              <a:gd name="connsiteX5986" fmla="*/ 3728119 w 12184003"/>
              <a:gd name="connsiteY5986" fmla="*/ 6049108 h 6857801"/>
              <a:gd name="connsiteX5987" fmla="*/ 3705663 w 12184003"/>
              <a:gd name="connsiteY5987" fmla="*/ 6039815 h 6857801"/>
              <a:gd name="connsiteX5988" fmla="*/ 3177735 w 12184003"/>
              <a:gd name="connsiteY5988" fmla="*/ 6567755 h 6857801"/>
              <a:gd name="connsiteX5989" fmla="*/ 3177396 w 12184003"/>
              <a:gd name="connsiteY5989" fmla="*/ 6633787 h 6857801"/>
              <a:gd name="connsiteX5990" fmla="*/ 3098564 w 12184003"/>
              <a:gd name="connsiteY5990" fmla="*/ 6713454 h 6857801"/>
              <a:gd name="connsiteX5991" fmla="*/ 3098564 w 12184003"/>
              <a:gd name="connsiteY5991" fmla="*/ 6857801 h 6857801"/>
              <a:gd name="connsiteX5992" fmla="*/ 3076666 w 12184003"/>
              <a:gd name="connsiteY5992" fmla="*/ 6857801 h 6857801"/>
              <a:gd name="connsiteX5993" fmla="*/ 3076666 w 12184003"/>
              <a:gd name="connsiteY5993" fmla="*/ 6735584 h 6857801"/>
              <a:gd name="connsiteX5994" fmla="*/ 3006901 w 12184003"/>
              <a:gd name="connsiteY5994" fmla="*/ 6806094 h 6857801"/>
              <a:gd name="connsiteX5995" fmla="*/ 3009868 w 12184003"/>
              <a:gd name="connsiteY5995" fmla="*/ 6813352 h 6857801"/>
              <a:gd name="connsiteX5996" fmla="*/ 3000015 w 12184003"/>
              <a:gd name="connsiteY5996" fmla="*/ 6837440 h 6857801"/>
              <a:gd name="connsiteX5997" fmla="*/ 2951839 w 12184003"/>
              <a:gd name="connsiteY5997" fmla="*/ 6837440 h 6857801"/>
              <a:gd name="connsiteX5998" fmla="*/ 2941984 w 12184003"/>
              <a:gd name="connsiteY5998" fmla="*/ 6813352 h 6857801"/>
              <a:gd name="connsiteX5999" fmla="*/ 2948802 w 12184003"/>
              <a:gd name="connsiteY5999" fmla="*/ 6796684 h 6857801"/>
              <a:gd name="connsiteX6000" fmla="*/ 2887686 w 12184003"/>
              <a:gd name="connsiteY6000" fmla="*/ 6857801 h 6857801"/>
              <a:gd name="connsiteX6001" fmla="*/ 2854840 w 12184003"/>
              <a:gd name="connsiteY6001" fmla="*/ 6857801 h 6857801"/>
              <a:gd name="connsiteX6002" fmla="*/ 3076666 w 12184003"/>
              <a:gd name="connsiteY6002" fmla="*/ 6635975 h 6857801"/>
              <a:gd name="connsiteX6003" fmla="*/ 3076666 w 12184003"/>
              <a:gd name="connsiteY6003" fmla="*/ 6487064 h 6857801"/>
              <a:gd name="connsiteX6004" fmla="*/ 2820455 w 12184003"/>
              <a:gd name="connsiteY6004" fmla="*/ 6743278 h 6857801"/>
              <a:gd name="connsiteX6005" fmla="*/ 2713158 w 12184003"/>
              <a:gd name="connsiteY6005" fmla="*/ 6743278 h 6857801"/>
              <a:gd name="connsiteX6006" fmla="*/ 2713158 w 12184003"/>
              <a:gd name="connsiteY6006" fmla="*/ 6769554 h 6857801"/>
              <a:gd name="connsiteX6007" fmla="*/ 2624911 w 12184003"/>
              <a:gd name="connsiteY6007" fmla="*/ 6857801 h 6857801"/>
              <a:gd name="connsiteX6008" fmla="*/ 2559215 w 12184003"/>
              <a:gd name="connsiteY6008" fmla="*/ 6857801 h 6857801"/>
              <a:gd name="connsiteX6009" fmla="*/ 2667171 w 12184003"/>
              <a:gd name="connsiteY6009" fmla="*/ 6749847 h 6857801"/>
              <a:gd name="connsiteX6010" fmla="*/ 2667171 w 12184003"/>
              <a:gd name="connsiteY6010" fmla="*/ 6743278 h 6857801"/>
              <a:gd name="connsiteX6011" fmla="*/ 2430666 w 12184003"/>
              <a:gd name="connsiteY6011" fmla="*/ 6743278 h 6857801"/>
              <a:gd name="connsiteX6012" fmla="*/ 2316144 w 12184003"/>
              <a:gd name="connsiteY6012" fmla="*/ 6857801 h 6857801"/>
              <a:gd name="connsiteX6013" fmla="*/ 2267963 w 12184003"/>
              <a:gd name="connsiteY6013" fmla="*/ 6857801 h 6857801"/>
              <a:gd name="connsiteX6014" fmla="*/ 2382490 w 12184003"/>
              <a:gd name="connsiteY6014" fmla="*/ 6743278 h 6857801"/>
              <a:gd name="connsiteX6015" fmla="*/ 2297088 w 12184003"/>
              <a:gd name="connsiteY6015" fmla="*/ 6743278 h 6857801"/>
              <a:gd name="connsiteX6016" fmla="*/ 2182561 w 12184003"/>
              <a:gd name="connsiteY6016" fmla="*/ 6857801 h 6857801"/>
              <a:gd name="connsiteX6017" fmla="*/ 2157755 w 12184003"/>
              <a:gd name="connsiteY6017" fmla="*/ 6857801 h 6857801"/>
              <a:gd name="connsiteX6018" fmla="*/ 2290519 w 12184003"/>
              <a:gd name="connsiteY6018" fmla="*/ 6725759 h 6857801"/>
              <a:gd name="connsiteX6019" fmla="*/ 2400011 w 12184003"/>
              <a:gd name="connsiteY6019" fmla="*/ 6725759 h 6857801"/>
              <a:gd name="connsiteX6020" fmla="*/ 2472270 w 12184003"/>
              <a:gd name="connsiteY6020" fmla="*/ 6653495 h 6857801"/>
              <a:gd name="connsiteX6021" fmla="*/ 2667168 w 12184003"/>
              <a:gd name="connsiteY6021" fmla="*/ 6653495 h 6857801"/>
              <a:gd name="connsiteX6022" fmla="*/ 2667171 w 12184003"/>
              <a:gd name="connsiteY6022" fmla="*/ 6653491 h 6857801"/>
              <a:gd name="connsiteX6023" fmla="*/ 2667171 w 12184003"/>
              <a:gd name="connsiteY6023" fmla="*/ 6607509 h 6857801"/>
              <a:gd name="connsiteX6024" fmla="*/ 2310227 w 12184003"/>
              <a:gd name="connsiteY6024" fmla="*/ 6607509 h 6857801"/>
              <a:gd name="connsiteX6025" fmla="*/ 2059929 w 12184003"/>
              <a:gd name="connsiteY6025" fmla="*/ 6857801 h 6857801"/>
              <a:gd name="connsiteX6026" fmla="*/ 1950445 w 12184003"/>
              <a:gd name="connsiteY6026" fmla="*/ 6857801 h 6857801"/>
              <a:gd name="connsiteX6027" fmla="*/ 2246724 w 12184003"/>
              <a:gd name="connsiteY6027" fmla="*/ 6561523 h 6857801"/>
              <a:gd name="connsiteX6028" fmla="*/ 2308037 w 12184003"/>
              <a:gd name="connsiteY6028" fmla="*/ 6561523 h 6857801"/>
              <a:gd name="connsiteX6029" fmla="*/ 2546725 w 12184003"/>
              <a:gd name="connsiteY6029" fmla="*/ 6322834 h 6857801"/>
              <a:gd name="connsiteX6030" fmla="*/ 2667171 w 12184003"/>
              <a:gd name="connsiteY6030" fmla="*/ 6322834 h 6857801"/>
              <a:gd name="connsiteX6031" fmla="*/ 2667171 w 12184003"/>
              <a:gd name="connsiteY6031" fmla="*/ 6219913 h 6857801"/>
              <a:gd name="connsiteX6032" fmla="*/ 2588338 w 12184003"/>
              <a:gd name="connsiteY6032" fmla="*/ 6298746 h 6857801"/>
              <a:gd name="connsiteX6033" fmla="*/ 2331401 w 12184003"/>
              <a:gd name="connsiteY6033" fmla="*/ 6298746 h 6857801"/>
              <a:gd name="connsiteX6034" fmla="*/ 1983935 w 12184003"/>
              <a:gd name="connsiteY6034" fmla="*/ 6644736 h 6857801"/>
              <a:gd name="connsiteX6035" fmla="*/ 1839411 w 12184003"/>
              <a:gd name="connsiteY6035" fmla="*/ 6644736 h 6857801"/>
              <a:gd name="connsiteX6036" fmla="*/ 1626347 w 12184003"/>
              <a:gd name="connsiteY6036" fmla="*/ 6857801 h 6857801"/>
              <a:gd name="connsiteX6037" fmla="*/ 1593501 w 12184003"/>
              <a:gd name="connsiteY6037" fmla="*/ 6857801 h 6857801"/>
              <a:gd name="connsiteX6038" fmla="*/ 1781415 w 12184003"/>
              <a:gd name="connsiteY6038" fmla="*/ 6669885 h 6857801"/>
              <a:gd name="connsiteX6039" fmla="*/ 1770696 w 12184003"/>
              <a:gd name="connsiteY6039" fmla="*/ 6665500 h 6857801"/>
              <a:gd name="connsiteX6040" fmla="*/ 1596338 w 12184003"/>
              <a:gd name="connsiteY6040" fmla="*/ 6841819 h 6857801"/>
              <a:gd name="connsiteX6041" fmla="*/ 1585388 w 12184003"/>
              <a:gd name="connsiteY6041" fmla="*/ 6828680 h 6857801"/>
              <a:gd name="connsiteX6042" fmla="*/ 1759582 w 12184003"/>
              <a:gd name="connsiteY6042" fmla="*/ 6654485 h 6857801"/>
              <a:gd name="connsiteX6043" fmla="*/ 1752906 w 12184003"/>
              <a:gd name="connsiteY6043" fmla="*/ 6638166 h 6857801"/>
              <a:gd name="connsiteX6044" fmla="*/ 1762760 w 12184003"/>
              <a:gd name="connsiteY6044" fmla="*/ 6614079 h 6857801"/>
              <a:gd name="connsiteX6045" fmla="*/ 1810937 w 12184003"/>
              <a:gd name="connsiteY6045" fmla="*/ 6614079 h 6857801"/>
              <a:gd name="connsiteX6046" fmla="*/ 1817207 w 12184003"/>
              <a:gd name="connsiteY6046" fmla="*/ 6629407 h 6857801"/>
              <a:gd name="connsiteX6047" fmla="*/ 1821893 w 12184003"/>
              <a:gd name="connsiteY6047" fmla="*/ 6629407 h 6857801"/>
              <a:gd name="connsiteX6048" fmla="*/ 2018976 w 12184003"/>
              <a:gd name="connsiteY6048" fmla="*/ 6432324 h 6857801"/>
              <a:gd name="connsiteX6049" fmla="*/ 1854742 w 12184003"/>
              <a:gd name="connsiteY6049" fmla="*/ 6432324 h 6857801"/>
              <a:gd name="connsiteX6050" fmla="*/ 1576635 w 12184003"/>
              <a:gd name="connsiteY6050" fmla="*/ 6710430 h 6857801"/>
              <a:gd name="connsiteX6051" fmla="*/ 1160574 w 12184003"/>
              <a:gd name="connsiteY6051" fmla="*/ 6710430 h 6857801"/>
              <a:gd name="connsiteX6052" fmla="*/ 1012277 w 12184003"/>
              <a:gd name="connsiteY6052" fmla="*/ 6857801 h 6857801"/>
              <a:gd name="connsiteX6053" fmla="*/ 947509 w 12184003"/>
              <a:gd name="connsiteY6053" fmla="*/ 6857801 h 6857801"/>
              <a:gd name="connsiteX6054" fmla="*/ 1140865 w 12184003"/>
              <a:gd name="connsiteY6054" fmla="*/ 6664444 h 6857801"/>
              <a:gd name="connsiteX6055" fmla="*/ 1464932 w 12184003"/>
              <a:gd name="connsiteY6055" fmla="*/ 6664444 h 6857801"/>
              <a:gd name="connsiteX6056" fmla="*/ 1729917 w 12184003"/>
              <a:gd name="connsiteY6056" fmla="*/ 6397287 h 6857801"/>
              <a:gd name="connsiteX6057" fmla="*/ 1824083 w 12184003"/>
              <a:gd name="connsiteY6057" fmla="*/ 6397287 h 6857801"/>
              <a:gd name="connsiteX6058" fmla="*/ 1937953 w 12184003"/>
              <a:gd name="connsiteY6058" fmla="*/ 6283417 h 6857801"/>
              <a:gd name="connsiteX6059" fmla="*/ 1937953 w 12184003"/>
              <a:gd name="connsiteY6059" fmla="*/ 6025648 h 6857801"/>
              <a:gd name="connsiteX6060" fmla="*/ 1916050 w 12184003"/>
              <a:gd name="connsiteY6060" fmla="*/ 6016261 h 6857801"/>
              <a:gd name="connsiteX6061" fmla="*/ 1916050 w 12184003"/>
              <a:gd name="connsiteY6061" fmla="*/ 5924288 h 6857801"/>
              <a:gd name="connsiteX6062" fmla="*/ 1962037 w 12184003"/>
              <a:gd name="connsiteY6062" fmla="*/ 5904580 h 6857801"/>
              <a:gd name="connsiteX6063" fmla="*/ 1980505 w 12184003"/>
              <a:gd name="connsiteY6063" fmla="*/ 5912496 h 6857801"/>
              <a:gd name="connsiteX6064" fmla="*/ 2278206 w 12184003"/>
              <a:gd name="connsiteY6064" fmla="*/ 5615525 h 6857801"/>
              <a:gd name="connsiteX6065" fmla="*/ 2119863 w 12184003"/>
              <a:gd name="connsiteY6065" fmla="*/ 5615525 h 6857801"/>
              <a:gd name="connsiteX6066" fmla="*/ 2115333 w 12184003"/>
              <a:gd name="connsiteY6066" fmla="*/ 5626474 h 6857801"/>
              <a:gd name="connsiteX6067" fmla="*/ 2051820 w 12184003"/>
              <a:gd name="connsiteY6067" fmla="*/ 5626474 h 6857801"/>
              <a:gd name="connsiteX6068" fmla="*/ 2047290 w 12184003"/>
              <a:gd name="connsiteY6068" fmla="*/ 5615525 h 6857801"/>
              <a:gd name="connsiteX6069" fmla="*/ 1999265 w 12184003"/>
              <a:gd name="connsiteY6069" fmla="*/ 5615525 h 6857801"/>
              <a:gd name="connsiteX6070" fmla="*/ 1790027 w 12184003"/>
              <a:gd name="connsiteY6070" fmla="*/ 5824762 h 6857801"/>
              <a:gd name="connsiteX6071" fmla="*/ 1796700 w 12184003"/>
              <a:gd name="connsiteY6071" fmla="*/ 5841076 h 6857801"/>
              <a:gd name="connsiteX6072" fmla="*/ 1786846 w 12184003"/>
              <a:gd name="connsiteY6072" fmla="*/ 5865163 h 6857801"/>
              <a:gd name="connsiteX6073" fmla="*/ 1767144 w 12184003"/>
              <a:gd name="connsiteY6073" fmla="*/ 5873224 h 6857801"/>
              <a:gd name="connsiteX6074" fmla="*/ 1767144 w 12184003"/>
              <a:gd name="connsiteY6074" fmla="*/ 6300935 h 6857801"/>
              <a:gd name="connsiteX6075" fmla="*/ 1445242 w 12184003"/>
              <a:gd name="connsiteY6075" fmla="*/ 6625028 h 6857801"/>
              <a:gd name="connsiteX6076" fmla="*/ 1432103 w 12184003"/>
              <a:gd name="connsiteY6076" fmla="*/ 6611888 h 6857801"/>
              <a:gd name="connsiteX6077" fmla="*/ 1749625 w 12184003"/>
              <a:gd name="connsiteY6077" fmla="*/ 6294367 h 6857801"/>
              <a:gd name="connsiteX6078" fmla="*/ 1749625 w 12184003"/>
              <a:gd name="connsiteY6078" fmla="*/ 5869645 h 6857801"/>
              <a:gd name="connsiteX6079" fmla="*/ 1738671 w 12184003"/>
              <a:gd name="connsiteY6079" fmla="*/ 5865163 h 6857801"/>
              <a:gd name="connsiteX6080" fmla="*/ 1738671 w 12184003"/>
              <a:gd name="connsiteY6080" fmla="*/ 5816988 h 6857801"/>
              <a:gd name="connsiteX6081" fmla="*/ 1762759 w 12184003"/>
              <a:gd name="connsiteY6081" fmla="*/ 5807134 h 6857801"/>
              <a:gd name="connsiteX6082" fmla="*/ 1775971 w 12184003"/>
              <a:gd name="connsiteY6082" fmla="*/ 5812540 h 6857801"/>
              <a:gd name="connsiteX6083" fmla="*/ 1981745 w 12184003"/>
              <a:gd name="connsiteY6083" fmla="*/ 5606765 h 6857801"/>
              <a:gd name="connsiteX6084" fmla="*/ 1743054 w 12184003"/>
              <a:gd name="connsiteY6084" fmla="*/ 5606765 h 6857801"/>
              <a:gd name="connsiteX6085" fmla="*/ 1281711 w 12184003"/>
              <a:gd name="connsiteY6085" fmla="*/ 6068113 h 6857801"/>
              <a:gd name="connsiteX6086" fmla="*/ 1286478 w 12184003"/>
              <a:gd name="connsiteY6086" fmla="*/ 6079765 h 6857801"/>
              <a:gd name="connsiteX6087" fmla="*/ 1276623 w 12184003"/>
              <a:gd name="connsiteY6087" fmla="*/ 6103852 h 6857801"/>
              <a:gd name="connsiteX6088" fmla="*/ 1265959 w 12184003"/>
              <a:gd name="connsiteY6088" fmla="*/ 6108215 h 6857801"/>
              <a:gd name="connsiteX6089" fmla="*/ 1267868 w 12184003"/>
              <a:gd name="connsiteY6089" fmla="*/ 6272468 h 6857801"/>
              <a:gd name="connsiteX6090" fmla="*/ 1191231 w 12184003"/>
              <a:gd name="connsiteY6090" fmla="*/ 6347440 h 6857801"/>
              <a:gd name="connsiteX6091" fmla="*/ 1191231 w 12184003"/>
              <a:gd name="connsiteY6091" fmla="*/ 6533054 h 6857801"/>
              <a:gd name="connsiteX6092" fmla="*/ 868110 w 12184003"/>
              <a:gd name="connsiteY6092" fmla="*/ 6857801 h 6857801"/>
              <a:gd name="connsiteX6093" fmla="*/ 834128 w 12184003"/>
              <a:gd name="connsiteY6093" fmla="*/ 6857801 h 6857801"/>
              <a:gd name="connsiteX6094" fmla="*/ 1169333 w 12184003"/>
              <a:gd name="connsiteY6094" fmla="*/ 6524297 h 6857801"/>
              <a:gd name="connsiteX6095" fmla="*/ 1169333 w 12184003"/>
              <a:gd name="connsiteY6095" fmla="*/ 6368862 h 6857801"/>
              <a:gd name="connsiteX6096" fmla="*/ 1167139 w 12184003"/>
              <a:gd name="connsiteY6096" fmla="*/ 6371009 h 6857801"/>
              <a:gd name="connsiteX6097" fmla="*/ 1156189 w 12184003"/>
              <a:gd name="connsiteY6097" fmla="*/ 6360061 h 6857801"/>
              <a:gd name="connsiteX6098" fmla="*/ 1169333 w 12184003"/>
              <a:gd name="connsiteY6098" fmla="*/ 6346917 h 6857801"/>
              <a:gd name="connsiteX6099" fmla="*/ 1169333 w 12184003"/>
              <a:gd name="connsiteY6099" fmla="*/ 5950342 h 6857801"/>
              <a:gd name="connsiteX6100" fmla="*/ 1167940 w 12184003"/>
              <a:gd name="connsiteY6100" fmla="*/ 5949766 h 6857801"/>
              <a:gd name="connsiteX6101" fmla="*/ 1161554 w 12184003"/>
              <a:gd name="connsiteY6101" fmla="*/ 5956151 h 6857801"/>
              <a:gd name="connsiteX6102" fmla="*/ 1168228 w 12184003"/>
              <a:gd name="connsiteY6102" fmla="*/ 5972465 h 6857801"/>
              <a:gd name="connsiteX6103" fmla="*/ 1158374 w 12184003"/>
              <a:gd name="connsiteY6103" fmla="*/ 5996553 h 6857801"/>
              <a:gd name="connsiteX6104" fmla="*/ 1140861 w 12184003"/>
              <a:gd name="connsiteY6104" fmla="*/ 6003717 h 6857801"/>
              <a:gd name="connsiteX6105" fmla="*/ 1140861 w 12184003"/>
              <a:gd name="connsiteY6105" fmla="*/ 6329404 h 6857801"/>
              <a:gd name="connsiteX6106" fmla="*/ 1125532 w 12184003"/>
              <a:gd name="connsiteY6106" fmla="*/ 6329404 h 6857801"/>
              <a:gd name="connsiteX6107" fmla="*/ 1125532 w 12184003"/>
              <a:gd name="connsiteY6107" fmla="*/ 6002825 h 6857801"/>
              <a:gd name="connsiteX6108" fmla="*/ 1110199 w 12184003"/>
              <a:gd name="connsiteY6108" fmla="*/ 5996553 h 6857801"/>
              <a:gd name="connsiteX6109" fmla="*/ 1110199 w 12184003"/>
              <a:gd name="connsiteY6109" fmla="*/ 5948377 h 6857801"/>
              <a:gd name="connsiteX6110" fmla="*/ 1134287 w 12184003"/>
              <a:gd name="connsiteY6110" fmla="*/ 5938522 h 6857801"/>
              <a:gd name="connsiteX6111" fmla="*/ 1149055 w 12184003"/>
              <a:gd name="connsiteY6111" fmla="*/ 5944564 h 6857801"/>
              <a:gd name="connsiteX6112" fmla="*/ 1152719 w 12184003"/>
              <a:gd name="connsiteY6112" fmla="*/ 5940899 h 6857801"/>
              <a:gd name="connsiteX6113" fmla="*/ 1140861 w 12184003"/>
              <a:gd name="connsiteY6113" fmla="*/ 5912245 h 6857801"/>
              <a:gd name="connsiteX6114" fmla="*/ 1154001 w 12184003"/>
              <a:gd name="connsiteY6114" fmla="*/ 5880493 h 6857801"/>
              <a:gd name="connsiteX6115" fmla="*/ 1185752 w 12184003"/>
              <a:gd name="connsiteY6115" fmla="*/ 5867354 h 6857801"/>
              <a:gd name="connsiteX6116" fmla="*/ 1203566 w 12184003"/>
              <a:gd name="connsiteY6116" fmla="*/ 5874726 h 6857801"/>
              <a:gd name="connsiteX6117" fmla="*/ 1402576 w 12184003"/>
              <a:gd name="connsiteY6117" fmla="*/ 5675715 h 6857801"/>
              <a:gd name="connsiteX6118" fmla="*/ 1400348 w 12184003"/>
              <a:gd name="connsiteY6118" fmla="*/ 5670270 h 6857801"/>
              <a:gd name="connsiteX6119" fmla="*/ 1410202 w 12184003"/>
              <a:gd name="connsiteY6119" fmla="*/ 5646182 h 6857801"/>
              <a:gd name="connsiteX6120" fmla="*/ 1434289 w 12184003"/>
              <a:gd name="connsiteY6120" fmla="*/ 5636329 h 6857801"/>
              <a:gd name="connsiteX6121" fmla="*/ 1439735 w 12184003"/>
              <a:gd name="connsiteY6121" fmla="*/ 5638556 h 6857801"/>
              <a:gd name="connsiteX6122" fmla="*/ 1495612 w 12184003"/>
              <a:gd name="connsiteY6122" fmla="*/ 5582678 h 6857801"/>
              <a:gd name="connsiteX6123" fmla="*/ 1645005 w 12184003"/>
              <a:gd name="connsiteY6123" fmla="*/ 5582678 h 6857801"/>
              <a:gd name="connsiteX6124" fmla="*/ 1735345 w 12184003"/>
              <a:gd name="connsiteY6124" fmla="*/ 5492895 h 6857801"/>
              <a:gd name="connsiteX6125" fmla="*/ 1263495 w 12184003"/>
              <a:gd name="connsiteY6125" fmla="*/ 5492895 h 6857801"/>
              <a:gd name="connsiteX6126" fmla="*/ 534786 w 12184003"/>
              <a:gd name="connsiteY6126" fmla="*/ 6219477 h 6857801"/>
              <a:gd name="connsiteX6127" fmla="*/ 540857 w 12184003"/>
              <a:gd name="connsiteY6127" fmla="*/ 6234147 h 6857801"/>
              <a:gd name="connsiteX6128" fmla="*/ 527717 w 12184003"/>
              <a:gd name="connsiteY6128" fmla="*/ 6265899 h 6857801"/>
              <a:gd name="connsiteX6129" fmla="*/ 514583 w 12184003"/>
              <a:gd name="connsiteY6129" fmla="*/ 6271024 h 6857801"/>
              <a:gd name="connsiteX6130" fmla="*/ 514583 w 12184003"/>
              <a:gd name="connsiteY6130" fmla="*/ 6495828 h 6857801"/>
              <a:gd name="connsiteX6131" fmla="*/ 381005 w 12184003"/>
              <a:gd name="connsiteY6131" fmla="*/ 6629407 h 6857801"/>
              <a:gd name="connsiteX6132" fmla="*/ 365677 w 12184003"/>
              <a:gd name="connsiteY6132" fmla="*/ 6611888 h 6857801"/>
              <a:gd name="connsiteX6133" fmla="*/ 492684 w 12184003"/>
              <a:gd name="connsiteY6133" fmla="*/ 6487069 h 6857801"/>
              <a:gd name="connsiteX6134" fmla="*/ 492684 w 12184003"/>
              <a:gd name="connsiteY6134" fmla="*/ 6278478 h 6857801"/>
              <a:gd name="connsiteX6135" fmla="*/ 462025 w 12184003"/>
              <a:gd name="connsiteY6135" fmla="*/ 6265899 h 6857801"/>
              <a:gd name="connsiteX6136" fmla="*/ 464214 w 12184003"/>
              <a:gd name="connsiteY6136" fmla="*/ 6265899 h 6857801"/>
              <a:gd name="connsiteX6137" fmla="*/ 464214 w 12184003"/>
              <a:gd name="connsiteY6137" fmla="*/ 6202394 h 6857801"/>
              <a:gd name="connsiteX6138" fmla="*/ 495966 w 12184003"/>
              <a:gd name="connsiteY6138" fmla="*/ 6189255 h 6857801"/>
              <a:gd name="connsiteX6139" fmla="*/ 523012 w 12184003"/>
              <a:gd name="connsiteY6139" fmla="*/ 6200448 h 6857801"/>
              <a:gd name="connsiteX6140" fmla="*/ 1252546 w 12184003"/>
              <a:gd name="connsiteY6140" fmla="*/ 5468807 h 6857801"/>
              <a:gd name="connsiteX6141" fmla="*/ 1759582 w 12184003"/>
              <a:gd name="connsiteY6141" fmla="*/ 5468807 h 6857801"/>
              <a:gd name="connsiteX6142" fmla="*/ 1894032 w 12184003"/>
              <a:gd name="connsiteY6142" fmla="*/ 5335188 h 6857801"/>
              <a:gd name="connsiteX6143" fmla="*/ 1888674 w 12184003"/>
              <a:gd name="connsiteY6143" fmla="*/ 5322090 h 6857801"/>
              <a:gd name="connsiteX6144" fmla="*/ 1898526 w 12184003"/>
              <a:gd name="connsiteY6144" fmla="*/ 5298002 h 6857801"/>
              <a:gd name="connsiteX6145" fmla="*/ 1946705 w 12184003"/>
              <a:gd name="connsiteY6145" fmla="*/ 5298002 h 6857801"/>
              <a:gd name="connsiteX6146" fmla="*/ 1951355 w 12184003"/>
              <a:gd name="connsiteY6146" fmla="*/ 5309373 h 6857801"/>
              <a:gd name="connsiteX6147" fmla="*/ 1985247 w 12184003"/>
              <a:gd name="connsiteY6147" fmla="*/ 5309835 h 6857801"/>
              <a:gd name="connsiteX6148" fmla="*/ 2159136 w 12184003"/>
              <a:gd name="connsiteY6148" fmla="*/ 5135957 h 6857801"/>
              <a:gd name="connsiteX6149" fmla="*/ 1924813 w 12184003"/>
              <a:gd name="connsiteY6149" fmla="*/ 5135957 h 6857801"/>
              <a:gd name="connsiteX6150" fmla="*/ 1841601 w 12184003"/>
              <a:gd name="connsiteY6150" fmla="*/ 5219169 h 6857801"/>
              <a:gd name="connsiteX6151" fmla="*/ 1442833 w 12184003"/>
              <a:gd name="connsiteY6151" fmla="*/ 5215142 h 6857801"/>
              <a:gd name="connsiteX6152" fmla="*/ 1432105 w 12184003"/>
              <a:gd name="connsiteY6152" fmla="*/ 5241067 h 6857801"/>
              <a:gd name="connsiteX6153" fmla="*/ 1400353 w 12184003"/>
              <a:gd name="connsiteY6153" fmla="*/ 5254206 h 6857801"/>
              <a:gd name="connsiteX6154" fmla="*/ 1377897 w 12184003"/>
              <a:gd name="connsiteY6154" fmla="*/ 5244914 h 6857801"/>
              <a:gd name="connsiteX6155" fmla="*/ 930644 w 12184003"/>
              <a:gd name="connsiteY6155" fmla="*/ 5692169 h 6857801"/>
              <a:gd name="connsiteX6156" fmla="*/ 782036 w 12184003"/>
              <a:gd name="connsiteY6156" fmla="*/ 5692169 h 6857801"/>
              <a:gd name="connsiteX6157" fmla="*/ 772974 w 12184003"/>
              <a:gd name="connsiteY6157" fmla="*/ 5714066 h 6857801"/>
              <a:gd name="connsiteX6158" fmla="*/ 741223 w 12184003"/>
              <a:gd name="connsiteY6158" fmla="*/ 5727205 h 6857801"/>
              <a:gd name="connsiteX6159" fmla="*/ 720316 w 12184003"/>
              <a:gd name="connsiteY6159" fmla="*/ 5718554 h 6857801"/>
              <a:gd name="connsiteX6160" fmla="*/ 370801 w 12184003"/>
              <a:gd name="connsiteY6160" fmla="*/ 6068070 h 6857801"/>
              <a:gd name="connsiteX6161" fmla="*/ 378812 w 12184003"/>
              <a:gd name="connsiteY6161" fmla="*/ 6087429 h 6857801"/>
              <a:gd name="connsiteX6162" fmla="*/ 365673 w 12184003"/>
              <a:gd name="connsiteY6162" fmla="*/ 6119181 h 6857801"/>
              <a:gd name="connsiteX6163" fmla="*/ 345968 w 12184003"/>
              <a:gd name="connsiteY6163" fmla="*/ 6127335 h 6857801"/>
              <a:gd name="connsiteX6164" fmla="*/ 345968 w 12184003"/>
              <a:gd name="connsiteY6164" fmla="*/ 6572472 h 6857801"/>
              <a:gd name="connsiteX6165" fmla="*/ 324071 w 12184003"/>
              <a:gd name="connsiteY6165" fmla="*/ 6572472 h 6857801"/>
              <a:gd name="connsiteX6166" fmla="*/ 324071 w 12184003"/>
              <a:gd name="connsiteY6166" fmla="*/ 6128244 h 6857801"/>
              <a:gd name="connsiteX6167" fmla="*/ 302169 w 12184003"/>
              <a:gd name="connsiteY6167" fmla="*/ 6119181 h 6857801"/>
              <a:gd name="connsiteX6168" fmla="*/ 302169 w 12184003"/>
              <a:gd name="connsiteY6168" fmla="*/ 6121371 h 6857801"/>
              <a:gd name="connsiteX6169" fmla="*/ 302169 w 12184003"/>
              <a:gd name="connsiteY6169" fmla="*/ 6055677 h 6857801"/>
              <a:gd name="connsiteX6170" fmla="*/ 333920 w 12184003"/>
              <a:gd name="connsiteY6170" fmla="*/ 6042538 h 6857801"/>
              <a:gd name="connsiteX6171" fmla="*/ 356382 w 12184003"/>
              <a:gd name="connsiteY6171" fmla="*/ 6051832 h 6857801"/>
              <a:gd name="connsiteX6172" fmla="*/ 704554 w 12184003"/>
              <a:gd name="connsiteY6172" fmla="*/ 5703658 h 6857801"/>
              <a:gd name="connsiteX6173" fmla="*/ 696332 w 12184003"/>
              <a:gd name="connsiteY6173" fmla="*/ 5682588 h 6857801"/>
              <a:gd name="connsiteX6174" fmla="*/ 709471 w 12184003"/>
              <a:gd name="connsiteY6174" fmla="*/ 5650562 h 6857801"/>
              <a:gd name="connsiteX6175" fmla="*/ 772974 w 12184003"/>
              <a:gd name="connsiteY6175" fmla="*/ 5650562 h 6857801"/>
              <a:gd name="connsiteX6176" fmla="*/ 780915 w 12184003"/>
              <a:gd name="connsiteY6176" fmla="*/ 5669753 h 6857801"/>
              <a:gd name="connsiteX6177" fmla="*/ 919694 w 12184003"/>
              <a:gd name="connsiteY6177" fmla="*/ 5668081 h 6857801"/>
              <a:gd name="connsiteX6178" fmla="*/ 1362408 w 12184003"/>
              <a:gd name="connsiteY6178" fmla="*/ 5227387 h 6857801"/>
              <a:gd name="connsiteX6179" fmla="*/ 1355462 w 12184003"/>
              <a:gd name="connsiteY6179" fmla="*/ 5209590 h 6857801"/>
              <a:gd name="connsiteX6180" fmla="*/ 1368602 w 12184003"/>
              <a:gd name="connsiteY6180" fmla="*/ 5177563 h 6857801"/>
              <a:gd name="connsiteX6181" fmla="*/ 1432105 w 12184003"/>
              <a:gd name="connsiteY6181" fmla="*/ 5177563 h 6857801"/>
              <a:gd name="connsiteX6182" fmla="*/ 1437783 w 12184003"/>
              <a:gd name="connsiteY6182" fmla="*/ 5191286 h 6857801"/>
              <a:gd name="connsiteX6183" fmla="*/ 1832842 w 12184003"/>
              <a:gd name="connsiteY6183" fmla="*/ 5197271 h 6857801"/>
              <a:gd name="connsiteX6184" fmla="*/ 1894155 w 12184003"/>
              <a:gd name="connsiteY6184" fmla="*/ 5135957 h 6857801"/>
              <a:gd name="connsiteX6185" fmla="*/ 700732 w 12184003"/>
              <a:gd name="connsiteY6185" fmla="*/ 5135957 h 6857801"/>
              <a:gd name="connsiteX6186" fmla="*/ 586864 w 12184003"/>
              <a:gd name="connsiteY6186" fmla="*/ 5022086 h 6857801"/>
              <a:gd name="connsiteX6187" fmla="*/ 21898 w 12184003"/>
              <a:gd name="connsiteY6187" fmla="*/ 5022086 h 6857801"/>
              <a:gd name="connsiteX6188" fmla="*/ 21898 w 12184003"/>
              <a:gd name="connsiteY6188" fmla="*/ 4997999 h 6857801"/>
              <a:gd name="connsiteX6189" fmla="*/ 595623 w 12184003"/>
              <a:gd name="connsiteY6189" fmla="*/ 4997999 h 6857801"/>
              <a:gd name="connsiteX6190" fmla="*/ 711682 w 12184003"/>
              <a:gd name="connsiteY6190" fmla="*/ 5111868 h 6857801"/>
              <a:gd name="connsiteX6191" fmla="*/ 1918245 w 12184003"/>
              <a:gd name="connsiteY6191" fmla="*/ 5111868 h 6857801"/>
              <a:gd name="connsiteX6192" fmla="*/ 2058288 w 12184003"/>
              <a:gd name="connsiteY6192" fmla="*/ 4971829 h 6857801"/>
              <a:gd name="connsiteX6193" fmla="*/ 2049633 w 12184003"/>
              <a:gd name="connsiteY6193" fmla="*/ 4950918 h 6857801"/>
              <a:gd name="connsiteX6194" fmla="*/ 2062773 w 12184003"/>
              <a:gd name="connsiteY6194" fmla="*/ 4919165 h 6857801"/>
              <a:gd name="connsiteX6195" fmla="*/ 2126284 w 12184003"/>
              <a:gd name="connsiteY6195" fmla="*/ 4919165 h 6857801"/>
              <a:gd name="connsiteX6196" fmla="*/ 2126284 w 12184003"/>
              <a:gd name="connsiteY6196" fmla="*/ 4982669 h 6857801"/>
              <a:gd name="connsiteX6197" fmla="*/ 2094526 w 12184003"/>
              <a:gd name="connsiteY6197" fmla="*/ 4995808 h 6857801"/>
              <a:gd name="connsiteX6198" fmla="*/ 2073618 w 12184003"/>
              <a:gd name="connsiteY6198" fmla="*/ 4987156 h 6857801"/>
              <a:gd name="connsiteX6199" fmla="*/ 1948902 w 12184003"/>
              <a:gd name="connsiteY6199" fmla="*/ 5111868 h 6857801"/>
              <a:gd name="connsiteX6200" fmla="*/ 2159149 w 12184003"/>
              <a:gd name="connsiteY6200" fmla="*/ 5111868 h 6857801"/>
              <a:gd name="connsiteX6201" fmla="*/ 2310246 w 12184003"/>
              <a:gd name="connsiteY6201" fmla="*/ 4960771 h 6857801"/>
              <a:gd name="connsiteX6202" fmla="*/ 2334319 w 12184003"/>
              <a:gd name="connsiteY6202" fmla="*/ 4960771 h 6857801"/>
              <a:gd name="connsiteX6203" fmla="*/ 2423990 w 12184003"/>
              <a:gd name="connsiteY6203" fmla="*/ 4871098 h 6857801"/>
              <a:gd name="connsiteX6204" fmla="*/ 2415338 w 12184003"/>
              <a:gd name="connsiteY6204" fmla="*/ 4850186 h 6857801"/>
              <a:gd name="connsiteX6205" fmla="*/ 2428479 w 12184003"/>
              <a:gd name="connsiteY6205" fmla="*/ 4818434 h 6857801"/>
              <a:gd name="connsiteX6206" fmla="*/ 2491982 w 12184003"/>
              <a:gd name="connsiteY6206" fmla="*/ 4818434 h 6857801"/>
              <a:gd name="connsiteX6207" fmla="*/ 2500525 w 12184003"/>
              <a:gd name="connsiteY6207" fmla="*/ 4840331 h 6857801"/>
              <a:gd name="connsiteX6208" fmla="*/ 2822650 w 12184003"/>
              <a:gd name="connsiteY6208" fmla="*/ 4840331 h 6857801"/>
              <a:gd name="connsiteX6209" fmla="*/ 3051828 w 12184003"/>
              <a:gd name="connsiteY6209" fmla="*/ 4611150 h 6857801"/>
              <a:gd name="connsiteX6210" fmla="*/ 3043817 w 12184003"/>
              <a:gd name="connsiteY6210" fmla="*/ 4591789 h 6857801"/>
              <a:gd name="connsiteX6211" fmla="*/ 3056953 w 12184003"/>
              <a:gd name="connsiteY6211" fmla="*/ 4560037 h 6857801"/>
              <a:gd name="connsiteX6212" fmla="*/ 3076666 w 12184003"/>
              <a:gd name="connsiteY6212" fmla="*/ 4551881 h 6857801"/>
              <a:gd name="connsiteX6213" fmla="*/ 3076666 w 12184003"/>
              <a:gd name="connsiteY6213" fmla="*/ 4518413 h 6857801"/>
              <a:gd name="connsiteX6214" fmla="*/ 3065729 w 12184003"/>
              <a:gd name="connsiteY6214" fmla="*/ 4529379 h 6857801"/>
              <a:gd name="connsiteX6215" fmla="*/ 2474477 w 12184003"/>
              <a:gd name="connsiteY6215" fmla="*/ 4529379 h 6857801"/>
              <a:gd name="connsiteX6216" fmla="*/ 2362798 w 12184003"/>
              <a:gd name="connsiteY6216" fmla="*/ 4641059 h 6857801"/>
              <a:gd name="connsiteX6217" fmla="*/ 1278837 w 12184003"/>
              <a:gd name="connsiteY6217" fmla="*/ 4641059 h 6857801"/>
              <a:gd name="connsiteX6218" fmla="*/ 1193434 w 12184003"/>
              <a:gd name="connsiteY6218" fmla="*/ 4555657 h 6857801"/>
              <a:gd name="connsiteX6219" fmla="*/ 777370 w 12184003"/>
              <a:gd name="connsiteY6219" fmla="*/ 4555657 h 6857801"/>
              <a:gd name="connsiteX6220" fmla="*/ 777370 w 12184003"/>
              <a:gd name="connsiteY6220" fmla="*/ 4540327 h 6857801"/>
              <a:gd name="connsiteX6221" fmla="*/ 1200003 w 12184003"/>
              <a:gd name="connsiteY6221" fmla="*/ 4540327 h 6857801"/>
              <a:gd name="connsiteX6222" fmla="*/ 1285407 w 12184003"/>
              <a:gd name="connsiteY6222" fmla="*/ 4623541 h 6857801"/>
              <a:gd name="connsiteX6223" fmla="*/ 2356228 w 12184003"/>
              <a:gd name="connsiteY6223" fmla="*/ 4623541 h 6857801"/>
              <a:gd name="connsiteX6224" fmla="*/ 2467906 w 12184003"/>
              <a:gd name="connsiteY6224" fmla="*/ 4511860 h 6857801"/>
              <a:gd name="connsiteX6225" fmla="*/ 3056970 w 12184003"/>
              <a:gd name="connsiteY6225" fmla="*/ 4511860 h 6857801"/>
              <a:gd name="connsiteX6226" fmla="*/ 3076666 w 12184003"/>
              <a:gd name="connsiteY6226" fmla="*/ 4492222 h 6857801"/>
              <a:gd name="connsiteX6227" fmla="*/ 3076666 w 12184003"/>
              <a:gd name="connsiteY6227" fmla="*/ 4113315 h 6857801"/>
              <a:gd name="connsiteX6228" fmla="*/ 3155500 w 12184003"/>
              <a:gd name="connsiteY6228" fmla="*/ 4034482 h 6857801"/>
              <a:gd name="connsiteX6229" fmla="*/ 2677261 w 12184003"/>
              <a:gd name="connsiteY6229" fmla="*/ 4034482 h 6857801"/>
              <a:gd name="connsiteX6230" fmla="*/ 2669376 w 12184003"/>
              <a:gd name="connsiteY6230" fmla="*/ 4054189 h 6857801"/>
              <a:gd name="connsiteX6231" fmla="*/ 2636527 w 12184003"/>
              <a:gd name="connsiteY6231" fmla="*/ 4067328 h 6857801"/>
              <a:gd name="connsiteX6232" fmla="*/ 2619408 w 12184003"/>
              <a:gd name="connsiteY6232" fmla="*/ 4060480 h 6857801"/>
              <a:gd name="connsiteX6233" fmla="*/ 2189129 w 12184003"/>
              <a:gd name="connsiteY6233" fmla="*/ 4492664 h 6857801"/>
              <a:gd name="connsiteX6234" fmla="*/ 2194181 w 12184003"/>
              <a:gd name="connsiteY6234" fmla="*/ 4505291 h 6857801"/>
              <a:gd name="connsiteX6235" fmla="*/ 2148200 w 12184003"/>
              <a:gd name="connsiteY6235" fmla="*/ 4551277 h 6857801"/>
              <a:gd name="connsiteX6236" fmla="*/ 2115346 w 12184003"/>
              <a:gd name="connsiteY6236" fmla="*/ 4538139 h 6857801"/>
              <a:gd name="connsiteX6237" fmla="*/ 2111844 w 12184003"/>
              <a:gd name="connsiteY6237" fmla="*/ 4529379 h 6857801"/>
              <a:gd name="connsiteX6238" fmla="*/ 411681 w 12184003"/>
              <a:gd name="connsiteY6238" fmla="*/ 4529379 h 6857801"/>
              <a:gd name="connsiteX6239" fmla="*/ 100731 w 12184003"/>
              <a:gd name="connsiteY6239" fmla="*/ 4216236 h 6857801"/>
              <a:gd name="connsiteX6240" fmla="*/ 0 w 12184003"/>
              <a:gd name="connsiteY6240" fmla="*/ 4216236 h 6857801"/>
              <a:gd name="connsiteX6241" fmla="*/ 0 w 12184003"/>
              <a:gd name="connsiteY6241" fmla="*/ 4194338 h 6857801"/>
              <a:gd name="connsiteX6242" fmla="*/ 111679 w 12184003"/>
              <a:gd name="connsiteY6242" fmla="*/ 4194338 h 6857801"/>
              <a:gd name="connsiteX6243" fmla="*/ 422629 w 12184003"/>
              <a:gd name="connsiteY6243" fmla="*/ 4505290 h 6857801"/>
              <a:gd name="connsiteX6244" fmla="*/ 2102207 w 12184003"/>
              <a:gd name="connsiteY6244" fmla="*/ 4505290 h 6857801"/>
              <a:gd name="connsiteX6245" fmla="*/ 2115346 w 12184003"/>
              <a:gd name="connsiteY6245" fmla="*/ 4472444 h 6857801"/>
              <a:gd name="connsiteX6246" fmla="*/ 2148200 w 12184003"/>
              <a:gd name="connsiteY6246" fmla="*/ 4459305 h 6857801"/>
              <a:gd name="connsiteX6247" fmla="*/ 2177917 w 12184003"/>
              <a:gd name="connsiteY6247" fmla="*/ 4471193 h 6857801"/>
              <a:gd name="connsiteX6248" fmla="*/ 2601178 w 12184003"/>
              <a:gd name="connsiteY6248" fmla="*/ 4047934 h 6857801"/>
              <a:gd name="connsiteX6249" fmla="*/ 2590543 w 12184003"/>
              <a:gd name="connsiteY6249" fmla="*/ 4021343 h 6857801"/>
              <a:gd name="connsiteX6250" fmla="*/ 2636527 w 12184003"/>
              <a:gd name="connsiteY6250" fmla="*/ 3975357 h 6857801"/>
              <a:gd name="connsiteX6251" fmla="*/ 2669376 w 12184003"/>
              <a:gd name="connsiteY6251" fmla="*/ 3989316 h 6857801"/>
              <a:gd name="connsiteX6252" fmla="*/ 2678922 w 12184003"/>
              <a:gd name="connsiteY6252" fmla="*/ 4012583 h 6857801"/>
              <a:gd name="connsiteX6253" fmla="*/ 3168658 w 12184003"/>
              <a:gd name="connsiteY6253" fmla="*/ 4012583 h 6857801"/>
              <a:gd name="connsiteX6254" fmla="*/ 2982522 w 12184003"/>
              <a:gd name="connsiteY6254" fmla="*/ 3826449 h 6857801"/>
              <a:gd name="connsiteX6255" fmla="*/ 2737887 w 12184003"/>
              <a:gd name="connsiteY6255" fmla="*/ 3826449 h 6857801"/>
              <a:gd name="connsiteX6256" fmla="*/ 2731786 w 12184003"/>
              <a:gd name="connsiteY6256" fmla="*/ 3840684 h 6857801"/>
              <a:gd name="connsiteX6257" fmla="*/ 2708792 w 12184003"/>
              <a:gd name="connsiteY6257" fmla="*/ 3850538 h 6857801"/>
              <a:gd name="connsiteX6258" fmla="*/ 2697785 w 12184003"/>
              <a:gd name="connsiteY6258" fmla="*/ 3846214 h 6857801"/>
              <a:gd name="connsiteX6259" fmla="*/ 2378487 w 12184003"/>
              <a:gd name="connsiteY6259" fmla="*/ 4165509 h 6857801"/>
              <a:gd name="connsiteX6260" fmla="*/ 2382504 w 12184003"/>
              <a:gd name="connsiteY6260" fmla="*/ 4174630 h 6857801"/>
              <a:gd name="connsiteX6261" fmla="*/ 2347467 w 12184003"/>
              <a:gd name="connsiteY6261" fmla="*/ 4207477 h 6857801"/>
              <a:gd name="connsiteX6262" fmla="*/ 2324473 w 12184003"/>
              <a:gd name="connsiteY6262" fmla="*/ 4199266 h 6857801"/>
              <a:gd name="connsiteX6263" fmla="*/ 2321625 w 12184003"/>
              <a:gd name="connsiteY6263" fmla="*/ 4192147 h 6857801"/>
              <a:gd name="connsiteX6264" fmla="*/ 1064236 w 12184003"/>
              <a:gd name="connsiteY6264" fmla="*/ 4192147 h 6857801"/>
              <a:gd name="connsiteX6265" fmla="*/ 834305 w 12184003"/>
              <a:gd name="connsiteY6265" fmla="*/ 3962218 h 6857801"/>
              <a:gd name="connsiteX6266" fmla="*/ 759852 w 12184003"/>
              <a:gd name="connsiteY6266" fmla="*/ 3962218 h 6857801"/>
              <a:gd name="connsiteX6267" fmla="*/ 759852 w 12184003"/>
              <a:gd name="connsiteY6267" fmla="*/ 3944699 h 6857801"/>
              <a:gd name="connsiteX6268" fmla="*/ 840875 w 12184003"/>
              <a:gd name="connsiteY6268" fmla="*/ 3944699 h 6857801"/>
              <a:gd name="connsiteX6269" fmla="*/ 1070806 w 12184003"/>
              <a:gd name="connsiteY6269" fmla="*/ 4174629 h 6857801"/>
              <a:gd name="connsiteX6270" fmla="*/ 2314619 w 12184003"/>
              <a:gd name="connsiteY6270" fmla="*/ 4174629 h 6857801"/>
              <a:gd name="connsiteX6271" fmla="*/ 2323652 w 12184003"/>
              <a:gd name="connsiteY6271" fmla="*/ 4151637 h 6857801"/>
              <a:gd name="connsiteX6272" fmla="*/ 2347467 w 12184003"/>
              <a:gd name="connsiteY6272" fmla="*/ 4141783 h 6857801"/>
              <a:gd name="connsiteX6273" fmla="*/ 2369435 w 12184003"/>
              <a:gd name="connsiteY6273" fmla="*/ 4150473 h 6857801"/>
              <a:gd name="connsiteX6274" fmla="*/ 2683634 w 12184003"/>
              <a:gd name="connsiteY6274" fmla="*/ 3836278 h 6857801"/>
              <a:gd name="connsiteX6275" fmla="*/ 2675943 w 12184003"/>
              <a:gd name="connsiteY6275" fmla="*/ 3817691 h 6857801"/>
              <a:gd name="connsiteX6276" fmla="*/ 2708792 w 12184003"/>
              <a:gd name="connsiteY6276" fmla="*/ 3784844 h 6857801"/>
              <a:gd name="connsiteX6277" fmla="*/ 2731786 w 12184003"/>
              <a:gd name="connsiteY6277" fmla="*/ 3794698 h 6857801"/>
              <a:gd name="connsiteX6278" fmla="*/ 2737887 w 12184003"/>
              <a:gd name="connsiteY6278" fmla="*/ 3808930 h 6857801"/>
              <a:gd name="connsiteX6279" fmla="*/ 2965002 w 12184003"/>
              <a:gd name="connsiteY6279" fmla="*/ 3808930 h 6857801"/>
              <a:gd name="connsiteX6280" fmla="*/ 2914640 w 12184003"/>
              <a:gd name="connsiteY6280" fmla="*/ 3758565 h 6857801"/>
              <a:gd name="connsiteX6281" fmla="*/ 2892740 w 12184003"/>
              <a:gd name="connsiteY6281" fmla="*/ 3767325 h 6857801"/>
              <a:gd name="connsiteX6282" fmla="*/ 2859891 w 12184003"/>
              <a:gd name="connsiteY6282" fmla="*/ 3754186 h 6857801"/>
              <a:gd name="connsiteX6283" fmla="*/ 2851131 w 12184003"/>
              <a:gd name="connsiteY6283" fmla="*/ 3732288 h 6857801"/>
              <a:gd name="connsiteX6284" fmla="*/ 2102539 w 12184003"/>
              <a:gd name="connsiteY6284" fmla="*/ 3732288 h 6857801"/>
              <a:gd name="connsiteX6285" fmla="*/ 2056219 w 12184003"/>
              <a:gd name="connsiteY6285" fmla="*/ 3778273 h 6857801"/>
              <a:gd name="connsiteX6286" fmla="*/ 1946732 w 12184003"/>
              <a:gd name="connsiteY6286" fmla="*/ 3778273 h 6857801"/>
              <a:gd name="connsiteX6287" fmla="*/ 1754028 w 12184003"/>
              <a:gd name="connsiteY6287" fmla="*/ 3970977 h 6857801"/>
              <a:gd name="connsiteX6288" fmla="*/ 1424679 w 12184003"/>
              <a:gd name="connsiteY6288" fmla="*/ 3970977 h 6857801"/>
              <a:gd name="connsiteX6289" fmla="*/ 1421176 w 12184003"/>
              <a:gd name="connsiteY6289" fmla="*/ 3979736 h 6857801"/>
              <a:gd name="connsiteX6290" fmla="*/ 1388331 w 12184003"/>
              <a:gd name="connsiteY6290" fmla="*/ 3992875 h 6857801"/>
              <a:gd name="connsiteX6291" fmla="*/ 1342345 w 12184003"/>
              <a:gd name="connsiteY6291" fmla="*/ 3946889 h 6857801"/>
              <a:gd name="connsiteX6292" fmla="*/ 1388331 w 12184003"/>
              <a:gd name="connsiteY6292" fmla="*/ 3900903 h 6857801"/>
              <a:gd name="connsiteX6293" fmla="*/ 1434314 w 12184003"/>
              <a:gd name="connsiteY6293" fmla="*/ 3946889 h 6857801"/>
              <a:gd name="connsiteX6294" fmla="*/ 1745268 w 12184003"/>
              <a:gd name="connsiteY6294" fmla="*/ 3946889 h 6857801"/>
              <a:gd name="connsiteX6295" fmla="*/ 1913886 w 12184003"/>
              <a:gd name="connsiteY6295" fmla="*/ 3778273 h 6857801"/>
              <a:gd name="connsiteX6296" fmla="*/ 1813146 w 12184003"/>
              <a:gd name="connsiteY6296" fmla="*/ 3778273 h 6857801"/>
              <a:gd name="connsiteX6297" fmla="*/ 1809862 w 12184003"/>
              <a:gd name="connsiteY6297" fmla="*/ 3785939 h 6857801"/>
              <a:gd name="connsiteX6298" fmla="*/ 1786870 w 12184003"/>
              <a:gd name="connsiteY6298" fmla="*/ 3795792 h 6857801"/>
              <a:gd name="connsiteX6299" fmla="*/ 1754020 w 12184003"/>
              <a:gd name="connsiteY6299" fmla="*/ 3762946 h 6857801"/>
              <a:gd name="connsiteX6300" fmla="*/ 1763876 w 12184003"/>
              <a:gd name="connsiteY6300" fmla="*/ 3739952 h 6857801"/>
              <a:gd name="connsiteX6301" fmla="*/ 1781760 w 12184003"/>
              <a:gd name="connsiteY6301" fmla="*/ 3732288 h 6857801"/>
              <a:gd name="connsiteX6302" fmla="*/ 1307309 w 12184003"/>
              <a:gd name="connsiteY6302" fmla="*/ 3732288 h 6857801"/>
              <a:gd name="connsiteX6303" fmla="*/ 936665 w 12184003"/>
              <a:gd name="connsiteY6303" fmla="*/ 3360023 h 6857801"/>
              <a:gd name="connsiteX6304" fmla="*/ 52555 w 12184003"/>
              <a:gd name="connsiteY6304" fmla="*/ 3360023 h 6857801"/>
              <a:gd name="connsiteX6305" fmla="*/ 52555 w 12184003"/>
              <a:gd name="connsiteY6305" fmla="*/ 3314077 h 6857801"/>
              <a:gd name="connsiteX6306" fmla="*/ 799268 w 12184003"/>
              <a:gd name="connsiteY6306" fmla="*/ 3314077 h 6857801"/>
              <a:gd name="connsiteX6307" fmla="*/ 799268 w 12184003"/>
              <a:gd name="connsiteY6307" fmla="*/ 3292148 h 6857801"/>
              <a:gd name="connsiteX6308" fmla="*/ 869079 w 12184003"/>
              <a:gd name="connsiteY6308" fmla="*/ 3292148 h 6857801"/>
              <a:gd name="connsiteX6309" fmla="*/ 808032 w 12184003"/>
              <a:gd name="connsiteY6309" fmla="*/ 3230826 h 6857801"/>
              <a:gd name="connsiteX6310" fmla="*/ 45984 w 12184003"/>
              <a:gd name="connsiteY6310" fmla="*/ 3230826 h 6857801"/>
              <a:gd name="connsiteX6311" fmla="*/ 45984 w 12184003"/>
              <a:gd name="connsiteY6311" fmla="*/ 3206780 h 6857801"/>
              <a:gd name="connsiteX6312" fmla="*/ 816791 w 12184003"/>
              <a:gd name="connsiteY6312" fmla="*/ 3206780 h 6857801"/>
              <a:gd name="connsiteX6313" fmla="*/ 825550 w 12184003"/>
              <a:gd name="connsiteY6313" fmla="*/ 3215539 h 6857801"/>
              <a:gd name="connsiteX6314" fmla="*/ 1364240 w 12184003"/>
              <a:gd name="connsiteY6314" fmla="*/ 3215539 h 6857801"/>
              <a:gd name="connsiteX6315" fmla="*/ 1440881 w 12184003"/>
              <a:gd name="connsiteY6315" fmla="*/ 3292148 h 6857801"/>
              <a:gd name="connsiteX6316" fmla="*/ 1543801 w 12184003"/>
              <a:gd name="connsiteY6316" fmla="*/ 3292148 h 6857801"/>
              <a:gd name="connsiteX6317" fmla="*/ 1681760 w 12184003"/>
              <a:gd name="connsiteY6317" fmla="*/ 3430094 h 6857801"/>
              <a:gd name="connsiteX6318" fmla="*/ 1681935 w 12184003"/>
              <a:gd name="connsiteY6318" fmla="*/ 3430094 h 6857801"/>
              <a:gd name="connsiteX6319" fmla="*/ 1714612 w 12184003"/>
              <a:gd name="connsiteY6319" fmla="*/ 3397501 h 6857801"/>
              <a:gd name="connsiteX6320" fmla="*/ 1460805 w 12184003"/>
              <a:gd name="connsiteY6320" fmla="*/ 3145425 h 6857801"/>
              <a:gd name="connsiteX6321" fmla="*/ 821167 w 12184003"/>
              <a:gd name="connsiteY6321" fmla="*/ 3145425 h 6857801"/>
              <a:gd name="connsiteX6322" fmla="*/ 821167 w 12184003"/>
              <a:gd name="connsiteY6322" fmla="*/ 3114811 h 6857801"/>
              <a:gd name="connsiteX6323" fmla="*/ 83212 w 12184003"/>
              <a:gd name="connsiteY6323" fmla="*/ 3114811 h 6857801"/>
              <a:gd name="connsiteX6324" fmla="*/ 83212 w 12184003"/>
              <a:gd name="connsiteY6324" fmla="*/ 3068828 h 6857801"/>
              <a:gd name="connsiteX6325" fmla="*/ 1449645 w 12184003"/>
              <a:gd name="connsiteY6325" fmla="*/ 3068828 h 6857801"/>
              <a:gd name="connsiteX6326" fmla="*/ 1493443 w 12184003"/>
              <a:gd name="connsiteY6326" fmla="*/ 3112621 h 6857801"/>
              <a:gd name="connsiteX6327" fmla="*/ 1832856 w 12184003"/>
              <a:gd name="connsiteY6327" fmla="*/ 3112621 h 6857801"/>
              <a:gd name="connsiteX6328" fmla="*/ 1916454 w 12184003"/>
              <a:gd name="connsiteY6328" fmla="*/ 3196175 h 6857801"/>
              <a:gd name="connsiteX6329" fmla="*/ 1989285 w 12184003"/>
              <a:gd name="connsiteY6329" fmla="*/ 3123571 h 6857801"/>
              <a:gd name="connsiteX6330" fmla="*/ 1878847 w 12184003"/>
              <a:gd name="connsiteY6330" fmla="*/ 3123571 h 6857801"/>
              <a:gd name="connsiteX6331" fmla="*/ 1697094 w 12184003"/>
              <a:gd name="connsiteY6331" fmla="*/ 2941812 h 6857801"/>
              <a:gd name="connsiteX6332" fmla="*/ 1204384 w 12184003"/>
              <a:gd name="connsiteY6332" fmla="*/ 2941812 h 6857801"/>
              <a:gd name="connsiteX6333" fmla="*/ 1101461 w 12184003"/>
              <a:gd name="connsiteY6333" fmla="*/ 2838859 h 6857801"/>
              <a:gd name="connsiteX6334" fmla="*/ 602192 w 12184003"/>
              <a:gd name="connsiteY6334" fmla="*/ 2838859 h 6857801"/>
              <a:gd name="connsiteX6335" fmla="*/ 442337 w 12184003"/>
              <a:gd name="connsiteY6335" fmla="*/ 2679041 h 6857801"/>
              <a:gd name="connsiteX6336" fmla="*/ 420437 w 12184003"/>
              <a:gd name="connsiteY6336" fmla="*/ 2687801 h 6857801"/>
              <a:gd name="connsiteX6337" fmla="*/ 387591 w 12184003"/>
              <a:gd name="connsiteY6337" fmla="*/ 2674629 h 6857801"/>
              <a:gd name="connsiteX6338" fmla="*/ 379707 w 12184003"/>
              <a:gd name="connsiteY6338" fmla="*/ 2654952 h 6857801"/>
              <a:gd name="connsiteX6339" fmla="*/ 45986 w 12184003"/>
              <a:gd name="connsiteY6339" fmla="*/ 2654952 h 6857801"/>
              <a:gd name="connsiteX6340" fmla="*/ 45986 w 12184003"/>
              <a:gd name="connsiteY6340" fmla="*/ 2633015 h 6857801"/>
              <a:gd name="connsiteX6341" fmla="*/ 377956 w 12184003"/>
              <a:gd name="connsiteY6341" fmla="*/ 2633015 h 6857801"/>
              <a:gd name="connsiteX6342" fmla="*/ 387591 w 12184003"/>
              <a:gd name="connsiteY6342" fmla="*/ 2608969 h 6857801"/>
              <a:gd name="connsiteX6343" fmla="*/ 420437 w 12184003"/>
              <a:gd name="connsiteY6343" fmla="*/ 2595801 h 6857801"/>
              <a:gd name="connsiteX6344" fmla="*/ 466423 w 12184003"/>
              <a:gd name="connsiteY6344" fmla="*/ 2641775 h 6857801"/>
              <a:gd name="connsiteX6345" fmla="*/ 457664 w 12184003"/>
              <a:gd name="connsiteY6345" fmla="*/ 2663703 h 6857801"/>
              <a:gd name="connsiteX6346" fmla="*/ 610951 w 12184003"/>
              <a:gd name="connsiteY6346" fmla="*/ 2816994 h 6857801"/>
              <a:gd name="connsiteX6347" fmla="*/ 1044211 w 12184003"/>
              <a:gd name="connsiteY6347" fmla="*/ 2816994 h 6857801"/>
              <a:gd name="connsiteX6348" fmla="*/ 1039519 w 12184003"/>
              <a:gd name="connsiteY6348" fmla="*/ 2806014 h 6857801"/>
              <a:gd name="connsiteX6349" fmla="*/ 792699 w 12184003"/>
              <a:gd name="connsiteY6349" fmla="*/ 2806014 h 6857801"/>
              <a:gd name="connsiteX6350" fmla="*/ 792699 w 12184003"/>
              <a:gd name="connsiteY6350" fmla="*/ 2788486 h 6857801"/>
              <a:gd name="connsiteX6351" fmla="*/ 1039519 w 12184003"/>
              <a:gd name="connsiteY6351" fmla="*/ 2788486 h 6857801"/>
              <a:gd name="connsiteX6352" fmla="*/ 1045618 w 12184003"/>
              <a:gd name="connsiteY6352" fmla="*/ 2774289 h 6857801"/>
              <a:gd name="connsiteX6353" fmla="*/ 1068616 w 12184003"/>
              <a:gd name="connsiteY6353" fmla="*/ 2764399 h 6857801"/>
              <a:gd name="connsiteX6354" fmla="*/ 1101461 w 12184003"/>
              <a:gd name="connsiteY6354" fmla="*/ 2797246 h 6857801"/>
              <a:gd name="connsiteX6355" fmla="*/ 1096521 w 12184003"/>
              <a:gd name="connsiteY6355" fmla="*/ 2809865 h 6857801"/>
              <a:gd name="connsiteX6356" fmla="*/ 1103650 w 12184003"/>
              <a:gd name="connsiteY6356" fmla="*/ 2816994 h 6857801"/>
              <a:gd name="connsiteX6357" fmla="*/ 1381760 w 12184003"/>
              <a:gd name="connsiteY6357" fmla="*/ 2816994 h 6857801"/>
              <a:gd name="connsiteX6358" fmla="*/ 1263510 w 12184003"/>
              <a:gd name="connsiteY6358" fmla="*/ 2698747 h 6857801"/>
              <a:gd name="connsiteX6359" fmla="*/ 871536 w 12184003"/>
              <a:gd name="connsiteY6359" fmla="*/ 2698747 h 6857801"/>
              <a:gd name="connsiteX6360" fmla="*/ 575915 w 12184003"/>
              <a:gd name="connsiteY6360" fmla="*/ 2405314 h 6857801"/>
              <a:gd name="connsiteX6361" fmla="*/ 83213 w 12184003"/>
              <a:gd name="connsiteY6361" fmla="*/ 2405314 h 6857801"/>
              <a:gd name="connsiteX6362" fmla="*/ 83213 w 12184003"/>
              <a:gd name="connsiteY6362" fmla="*/ 2359329 h 6857801"/>
              <a:gd name="connsiteX6363" fmla="*/ 595623 w 12184003"/>
              <a:gd name="connsiteY6363" fmla="*/ 2359329 h 6857801"/>
              <a:gd name="connsiteX6364" fmla="*/ 823362 w 12184003"/>
              <a:gd name="connsiteY6364" fmla="*/ 2587072 h 6857801"/>
              <a:gd name="connsiteX6365" fmla="*/ 1200005 w 12184003"/>
              <a:gd name="connsiteY6365" fmla="*/ 2587072 h 6857801"/>
              <a:gd name="connsiteX6366" fmla="*/ 1265043 w 12184003"/>
              <a:gd name="connsiteY6366" fmla="*/ 2652764 h 6857801"/>
              <a:gd name="connsiteX6367" fmla="*/ 1429938 w 12184003"/>
              <a:gd name="connsiteY6367" fmla="*/ 2652764 h 6857801"/>
              <a:gd name="connsiteX6368" fmla="*/ 1607004 w 12184003"/>
              <a:gd name="connsiteY6368" fmla="*/ 2475651 h 6857801"/>
              <a:gd name="connsiteX6369" fmla="*/ 1605734 w 12184003"/>
              <a:gd name="connsiteY6369" fmla="*/ 2473813 h 6857801"/>
              <a:gd name="connsiteX6370" fmla="*/ 1600740 w 12184003"/>
              <a:gd name="connsiteY6370" fmla="*/ 2449072 h 6857801"/>
              <a:gd name="connsiteX6371" fmla="*/ 1664244 w 12184003"/>
              <a:gd name="connsiteY6371" fmla="*/ 2385602 h 6857801"/>
              <a:gd name="connsiteX6372" fmla="*/ 1709134 w 12184003"/>
              <a:gd name="connsiteY6372" fmla="*/ 2404211 h 6857801"/>
              <a:gd name="connsiteX6373" fmla="*/ 1721689 w 12184003"/>
              <a:gd name="connsiteY6373" fmla="*/ 2422785 h 6857801"/>
              <a:gd name="connsiteX6374" fmla="*/ 2141628 w 12184003"/>
              <a:gd name="connsiteY6374" fmla="*/ 2422785 h 6857801"/>
              <a:gd name="connsiteX6375" fmla="*/ 2029942 w 12184003"/>
              <a:gd name="connsiteY6375" fmla="*/ 2311106 h 6857801"/>
              <a:gd name="connsiteX6376" fmla="*/ 2018994 w 12184003"/>
              <a:gd name="connsiteY6376" fmla="*/ 2315532 h 6857801"/>
              <a:gd name="connsiteX6377" fmla="*/ 1973007 w 12184003"/>
              <a:gd name="connsiteY6377" fmla="*/ 2269500 h 6857801"/>
              <a:gd name="connsiteX6378" fmla="*/ 1977387 w 12184003"/>
              <a:gd name="connsiteY6378" fmla="*/ 2258551 h 6857801"/>
              <a:gd name="connsiteX6379" fmla="*/ 1942349 w 12184003"/>
              <a:gd name="connsiteY6379" fmla="*/ 2223515 h 6857801"/>
              <a:gd name="connsiteX6380" fmla="*/ 1646095 w 12184003"/>
              <a:gd name="connsiteY6380" fmla="*/ 2223515 h 6857801"/>
              <a:gd name="connsiteX6381" fmla="*/ 1639056 w 12184003"/>
              <a:gd name="connsiteY6381" fmla="*/ 2239977 h 6857801"/>
              <a:gd name="connsiteX6382" fmla="*/ 1616062 w 12184003"/>
              <a:gd name="connsiteY6382" fmla="*/ 2249792 h 6857801"/>
              <a:gd name="connsiteX6383" fmla="*/ 1597672 w 12184003"/>
              <a:gd name="connsiteY6383" fmla="*/ 2241910 h 6857801"/>
              <a:gd name="connsiteX6384" fmla="*/ 1294166 w 12184003"/>
              <a:gd name="connsiteY6384" fmla="*/ 2545423 h 6857801"/>
              <a:gd name="connsiteX6385" fmla="*/ 838685 w 12184003"/>
              <a:gd name="connsiteY6385" fmla="*/ 2545423 h 6857801"/>
              <a:gd name="connsiteX6386" fmla="*/ 838685 w 12184003"/>
              <a:gd name="connsiteY6386" fmla="*/ 2527901 h 6857801"/>
              <a:gd name="connsiteX6387" fmla="*/ 1287597 w 12184003"/>
              <a:gd name="connsiteY6387" fmla="*/ 2527901 h 6857801"/>
              <a:gd name="connsiteX6388" fmla="*/ 1588429 w 12184003"/>
              <a:gd name="connsiteY6388" fmla="*/ 2229152 h 6857801"/>
              <a:gd name="connsiteX6389" fmla="*/ 1583216 w 12184003"/>
              <a:gd name="connsiteY6389" fmla="*/ 2216946 h 6857801"/>
              <a:gd name="connsiteX6390" fmla="*/ 1616062 w 12184003"/>
              <a:gd name="connsiteY6390" fmla="*/ 2184099 h 6857801"/>
              <a:gd name="connsiteX6391" fmla="*/ 1639056 w 12184003"/>
              <a:gd name="connsiteY6391" fmla="*/ 2193992 h 6857801"/>
              <a:gd name="connsiteX6392" fmla="*/ 1645157 w 12184003"/>
              <a:gd name="connsiteY6392" fmla="*/ 2208188 h 6857801"/>
              <a:gd name="connsiteX6393" fmla="*/ 1941969 w 12184003"/>
              <a:gd name="connsiteY6393" fmla="*/ 2208188 h 6857801"/>
              <a:gd name="connsiteX6394" fmla="*/ 1770255 w 12184003"/>
              <a:gd name="connsiteY6394" fmla="*/ 2037445 h 6857801"/>
              <a:gd name="connsiteX6395" fmla="*/ 1113347 w 12184003"/>
              <a:gd name="connsiteY6395" fmla="*/ 2037445 h 6857801"/>
              <a:gd name="connsiteX6396" fmla="*/ 1109124 w 12184003"/>
              <a:gd name="connsiteY6396" fmla="*/ 2047298 h 6857801"/>
              <a:gd name="connsiteX6397" fmla="*/ 1086131 w 12184003"/>
              <a:gd name="connsiteY6397" fmla="*/ 2057151 h 6857801"/>
              <a:gd name="connsiteX6398" fmla="*/ 1078470 w 12184003"/>
              <a:gd name="connsiteY6398" fmla="*/ 2053869 h 6857801"/>
              <a:gd name="connsiteX6399" fmla="*/ 961313 w 12184003"/>
              <a:gd name="connsiteY6399" fmla="*/ 2170998 h 6857801"/>
              <a:gd name="connsiteX6400" fmla="*/ 856210 w 12184003"/>
              <a:gd name="connsiteY6400" fmla="*/ 2170998 h 6857801"/>
              <a:gd name="connsiteX6401" fmla="*/ 724821 w 12184003"/>
              <a:gd name="connsiteY6401" fmla="*/ 2302347 h 6857801"/>
              <a:gd name="connsiteX6402" fmla="*/ 105111 w 12184003"/>
              <a:gd name="connsiteY6402" fmla="*/ 2302347 h 6857801"/>
              <a:gd name="connsiteX6403" fmla="*/ 105111 w 12184003"/>
              <a:gd name="connsiteY6403" fmla="*/ 2280494 h 6857801"/>
              <a:gd name="connsiteX6404" fmla="*/ 713872 w 12184003"/>
              <a:gd name="connsiteY6404" fmla="*/ 2280494 h 6857801"/>
              <a:gd name="connsiteX6405" fmla="*/ 823363 w 12184003"/>
              <a:gd name="connsiteY6405" fmla="*/ 2170998 h 6857801"/>
              <a:gd name="connsiteX6406" fmla="*/ 821167 w 12184003"/>
              <a:gd name="connsiteY6406" fmla="*/ 2170998 h 6857801"/>
              <a:gd name="connsiteX6407" fmla="*/ 821167 w 12184003"/>
              <a:gd name="connsiteY6407" fmla="*/ 2155636 h 6857801"/>
              <a:gd name="connsiteX6408" fmla="*/ 838691 w 12184003"/>
              <a:gd name="connsiteY6408" fmla="*/ 2155636 h 6857801"/>
              <a:gd name="connsiteX6409" fmla="*/ 1118672 w 12184003"/>
              <a:gd name="connsiteY6409" fmla="*/ 1875714 h 6857801"/>
              <a:gd name="connsiteX6410" fmla="*/ 1117670 w 12184003"/>
              <a:gd name="connsiteY6410" fmla="*/ 1873209 h 6857801"/>
              <a:gd name="connsiteX6411" fmla="*/ 1108654 w 12184003"/>
              <a:gd name="connsiteY6411" fmla="*/ 1873209 h 6857801"/>
              <a:gd name="connsiteX6412" fmla="*/ 1102552 w 12184003"/>
              <a:gd name="connsiteY6412" fmla="*/ 1887443 h 6857801"/>
              <a:gd name="connsiteX6413" fmla="*/ 1079562 w 12184003"/>
              <a:gd name="connsiteY6413" fmla="*/ 1897297 h 6857801"/>
              <a:gd name="connsiteX6414" fmla="*/ 1065658 w 12184003"/>
              <a:gd name="connsiteY6414" fmla="*/ 1891337 h 6857801"/>
              <a:gd name="connsiteX6415" fmla="*/ 832118 w 12184003"/>
              <a:gd name="connsiteY6415" fmla="*/ 2122790 h 6857801"/>
              <a:gd name="connsiteX6416" fmla="*/ 821168 w 12184003"/>
              <a:gd name="connsiteY6416" fmla="*/ 2111838 h 6857801"/>
              <a:gd name="connsiteX6417" fmla="*/ 1052687 w 12184003"/>
              <a:gd name="connsiteY6417" fmla="*/ 1878384 h 6857801"/>
              <a:gd name="connsiteX6418" fmla="*/ 1046712 w 12184003"/>
              <a:gd name="connsiteY6418" fmla="*/ 1864450 h 6857801"/>
              <a:gd name="connsiteX6419" fmla="*/ 1079562 w 12184003"/>
              <a:gd name="connsiteY6419" fmla="*/ 1831603 h 6857801"/>
              <a:gd name="connsiteX6420" fmla="*/ 1102552 w 12184003"/>
              <a:gd name="connsiteY6420" fmla="*/ 1841458 h 6857801"/>
              <a:gd name="connsiteX6421" fmla="*/ 1108654 w 12184003"/>
              <a:gd name="connsiteY6421" fmla="*/ 1855690 h 6857801"/>
              <a:gd name="connsiteX6422" fmla="*/ 1114166 w 12184003"/>
              <a:gd name="connsiteY6422" fmla="*/ 1855690 h 6857801"/>
              <a:gd name="connsiteX6423" fmla="*/ 1125552 w 12184003"/>
              <a:gd name="connsiteY6423" fmla="*/ 1827224 h 6857801"/>
              <a:gd name="connsiteX6424" fmla="*/ 1158402 w 12184003"/>
              <a:gd name="connsiteY6424" fmla="*/ 1814084 h 6857801"/>
              <a:gd name="connsiteX6425" fmla="*/ 1191247 w 12184003"/>
              <a:gd name="connsiteY6425" fmla="*/ 1827224 h 6857801"/>
              <a:gd name="connsiteX6426" fmla="*/ 1198254 w 12184003"/>
              <a:gd name="connsiteY6426" fmla="*/ 1844742 h 6857801"/>
              <a:gd name="connsiteX6427" fmla="*/ 1479982 w 12184003"/>
              <a:gd name="connsiteY6427" fmla="*/ 1844742 h 6857801"/>
              <a:gd name="connsiteX6428" fmla="*/ 1481390 w 12184003"/>
              <a:gd name="connsiteY6428" fmla="*/ 1841458 h 6857801"/>
              <a:gd name="connsiteX6429" fmla="*/ 1504383 w 12184003"/>
              <a:gd name="connsiteY6429" fmla="*/ 1831603 h 6857801"/>
              <a:gd name="connsiteX6430" fmla="*/ 1527373 w 12184003"/>
              <a:gd name="connsiteY6430" fmla="*/ 1841458 h 6857801"/>
              <a:gd name="connsiteX6431" fmla="*/ 1528783 w 12184003"/>
              <a:gd name="connsiteY6431" fmla="*/ 1844742 h 6857801"/>
              <a:gd name="connsiteX6432" fmla="*/ 1609501 w 12184003"/>
              <a:gd name="connsiteY6432" fmla="*/ 1844742 h 6857801"/>
              <a:gd name="connsiteX6433" fmla="*/ 1716802 w 12184003"/>
              <a:gd name="connsiteY6433" fmla="*/ 1952042 h 6857801"/>
              <a:gd name="connsiteX6434" fmla="*/ 1846001 w 12184003"/>
              <a:gd name="connsiteY6434" fmla="*/ 1952042 h 6857801"/>
              <a:gd name="connsiteX6435" fmla="*/ 1510964 w 12184003"/>
              <a:gd name="connsiteY6435" fmla="*/ 1617001 h 6857801"/>
              <a:gd name="connsiteX6436" fmla="*/ 482626 w 12184003"/>
              <a:gd name="connsiteY6436" fmla="*/ 1617001 h 6857801"/>
              <a:gd name="connsiteX6437" fmla="*/ 477370 w 12184003"/>
              <a:gd name="connsiteY6437" fmla="*/ 1630140 h 6857801"/>
              <a:gd name="connsiteX6438" fmla="*/ 444524 w 12184003"/>
              <a:gd name="connsiteY6438" fmla="*/ 1643278 h 6857801"/>
              <a:gd name="connsiteX6439" fmla="*/ 431829 w 12184003"/>
              <a:gd name="connsiteY6439" fmla="*/ 1638201 h 6857801"/>
              <a:gd name="connsiteX6440" fmla="*/ 271534 w 12184003"/>
              <a:gd name="connsiteY6440" fmla="*/ 1796566 h 6857801"/>
              <a:gd name="connsiteX6441" fmla="*/ 83213 w 12184003"/>
              <a:gd name="connsiteY6441" fmla="*/ 1796566 h 6857801"/>
              <a:gd name="connsiteX6442" fmla="*/ 83213 w 12184003"/>
              <a:gd name="connsiteY6442" fmla="*/ 1774668 h 6857801"/>
              <a:gd name="connsiteX6443" fmla="*/ 262775 w 12184003"/>
              <a:gd name="connsiteY6443" fmla="*/ 1774668 h 6857801"/>
              <a:gd name="connsiteX6444" fmla="*/ 409915 w 12184003"/>
              <a:gd name="connsiteY6444" fmla="*/ 1625733 h 6857801"/>
              <a:gd name="connsiteX6445" fmla="*/ 398538 w 12184003"/>
              <a:gd name="connsiteY6445" fmla="*/ 1597293 h 6857801"/>
              <a:gd name="connsiteX6446" fmla="*/ 444524 w 12184003"/>
              <a:gd name="connsiteY6446" fmla="*/ 1551307 h 6857801"/>
              <a:gd name="connsiteX6447" fmla="*/ 477370 w 12184003"/>
              <a:gd name="connsiteY6447" fmla="*/ 1564446 h 6857801"/>
              <a:gd name="connsiteX6448" fmla="*/ 488758 w 12184003"/>
              <a:gd name="connsiteY6448" fmla="*/ 1592913 h 6857801"/>
              <a:gd name="connsiteX6449" fmla="*/ 1519718 w 12184003"/>
              <a:gd name="connsiteY6449" fmla="*/ 1592913 h 6857801"/>
              <a:gd name="connsiteX6450" fmla="*/ 1878847 w 12184003"/>
              <a:gd name="connsiteY6450" fmla="*/ 1952042 h 6857801"/>
              <a:gd name="connsiteX6451" fmla="*/ 2067478 w 12184003"/>
              <a:gd name="connsiteY6451" fmla="*/ 1952042 h 6857801"/>
              <a:gd name="connsiteX6452" fmla="*/ 2072640 w 12184003"/>
              <a:gd name="connsiteY6452" fmla="*/ 1939999 h 6857801"/>
              <a:gd name="connsiteX6453" fmla="*/ 2088827 w 12184003"/>
              <a:gd name="connsiteY6453" fmla="*/ 1933062 h 6857801"/>
              <a:gd name="connsiteX6454" fmla="*/ 1771537 w 12184003"/>
              <a:gd name="connsiteY6454" fmla="*/ 1617002 h 6857801"/>
              <a:gd name="connsiteX6455" fmla="*/ 1556937 w 12184003"/>
              <a:gd name="connsiteY6455" fmla="*/ 1617002 h 6857801"/>
              <a:gd name="connsiteX6456" fmla="*/ 1462773 w 12184003"/>
              <a:gd name="connsiteY6456" fmla="*/ 1522840 h 6857801"/>
              <a:gd name="connsiteX6457" fmla="*/ 1134315 w 12184003"/>
              <a:gd name="connsiteY6457" fmla="*/ 1522840 h 6857801"/>
              <a:gd name="connsiteX6458" fmla="*/ 1029677 w 12184003"/>
              <a:gd name="connsiteY6458" fmla="*/ 1418207 h 6857801"/>
              <a:gd name="connsiteX6459" fmla="*/ 1009490 w 12184003"/>
              <a:gd name="connsiteY6459" fmla="*/ 1426490 h 6857801"/>
              <a:gd name="connsiteX6460" fmla="*/ 976643 w 12184003"/>
              <a:gd name="connsiteY6460" fmla="*/ 1412531 h 6857801"/>
              <a:gd name="connsiteX6461" fmla="*/ 968896 w 12184003"/>
              <a:gd name="connsiteY6461" fmla="*/ 1393646 h 6857801"/>
              <a:gd name="connsiteX6462" fmla="*/ 474304 w 12184003"/>
              <a:gd name="connsiteY6462" fmla="*/ 1393646 h 6857801"/>
              <a:gd name="connsiteX6463" fmla="*/ 466422 w 12184003"/>
              <a:gd name="connsiteY6463" fmla="*/ 1413352 h 6857801"/>
              <a:gd name="connsiteX6464" fmla="*/ 433576 w 12184003"/>
              <a:gd name="connsiteY6464" fmla="*/ 1426490 h 6857801"/>
              <a:gd name="connsiteX6465" fmla="*/ 415305 w 12184003"/>
              <a:gd name="connsiteY6465" fmla="*/ 1422692 h 6857801"/>
              <a:gd name="connsiteX6466" fmla="*/ 411438 w 12184003"/>
              <a:gd name="connsiteY6466" fmla="*/ 1419998 h 6857801"/>
              <a:gd name="connsiteX6467" fmla="*/ 98541 w 12184003"/>
              <a:gd name="connsiteY6467" fmla="*/ 1730871 h 6857801"/>
              <a:gd name="connsiteX6468" fmla="*/ 83213 w 12184003"/>
              <a:gd name="connsiteY6468" fmla="*/ 1715543 h 6857801"/>
              <a:gd name="connsiteX6469" fmla="*/ 396510 w 12184003"/>
              <a:gd name="connsiteY6469" fmla="*/ 1402251 h 6857801"/>
              <a:gd name="connsiteX6470" fmla="*/ 387590 w 12184003"/>
              <a:gd name="connsiteY6470" fmla="*/ 1380509 h 6857801"/>
              <a:gd name="connsiteX6471" fmla="*/ 433576 w 12184003"/>
              <a:gd name="connsiteY6471" fmla="*/ 1334523 h 6857801"/>
              <a:gd name="connsiteX6472" fmla="*/ 466422 w 12184003"/>
              <a:gd name="connsiteY6472" fmla="*/ 1347658 h 6857801"/>
              <a:gd name="connsiteX6473" fmla="*/ 476058 w 12184003"/>
              <a:gd name="connsiteY6473" fmla="*/ 1371747 h 6857801"/>
              <a:gd name="connsiteX6474" fmla="*/ 967008 w 12184003"/>
              <a:gd name="connsiteY6474" fmla="*/ 1371747 h 6857801"/>
              <a:gd name="connsiteX6475" fmla="*/ 976643 w 12184003"/>
              <a:gd name="connsiteY6475" fmla="*/ 1347658 h 6857801"/>
              <a:gd name="connsiteX6476" fmla="*/ 1009490 w 12184003"/>
              <a:gd name="connsiteY6476" fmla="*/ 1334523 h 6857801"/>
              <a:gd name="connsiteX6477" fmla="*/ 1055479 w 12184003"/>
              <a:gd name="connsiteY6477" fmla="*/ 1380509 h 6857801"/>
              <a:gd name="connsiteX6478" fmla="*/ 1051681 w 12184003"/>
              <a:gd name="connsiteY6478" fmla="*/ 1398777 h 6857801"/>
              <a:gd name="connsiteX6479" fmla="*/ 1047485 w 12184003"/>
              <a:gd name="connsiteY6479" fmla="*/ 1404788 h 6857801"/>
              <a:gd name="connsiteX6480" fmla="*/ 1143076 w 12184003"/>
              <a:gd name="connsiteY6480" fmla="*/ 1498754 h 6857801"/>
              <a:gd name="connsiteX6481" fmla="*/ 1438689 w 12184003"/>
              <a:gd name="connsiteY6481" fmla="*/ 1498754 h 6857801"/>
              <a:gd name="connsiteX6482" fmla="*/ 518970 w 12184003"/>
              <a:gd name="connsiteY6482" fmla="*/ 579039 h 6857801"/>
              <a:gd name="connsiteX6483" fmla="*/ 518970 w 12184003"/>
              <a:gd name="connsiteY6483" fmla="*/ 419183 h 6857801"/>
              <a:gd name="connsiteX6484" fmla="*/ 120428 w 12184003"/>
              <a:gd name="connsiteY6484" fmla="*/ 18447 h 6857801"/>
              <a:gd name="connsiteX6485" fmla="*/ 135757 w 12184003"/>
              <a:gd name="connsiteY6485" fmla="*/ 3119 h 6857801"/>
              <a:gd name="connsiteX6486" fmla="*/ 543058 w 12184003"/>
              <a:gd name="connsiteY6486" fmla="*/ 408234 h 6857801"/>
              <a:gd name="connsiteX6487" fmla="*/ 543058 w 12184003"/>
              <a:gd name="connsiteY6487" fmla="*/ 570280 h 6857801"/>
              <a:gd name="connsiteX6488" fmla="*/ 1471536 w 12184003"/>
              <a:gd name="connsiteY6488" fmla="*/ 1498754 h 6857801"/>
              <a:gd name="connsiteX6489" fmla="*/ 1768915 w 12184003"/>
              <a:gd name="connsiteY6489" fmla="*/ 1498754 h 6857801"/>
              <a:gd name="connsiteX6490" fmla="*/ 1775925 w 12184003"/>
              <a:gd name="connsiteY6490" fmla="*/ 1481232 h 6857801"/>
              <a:gd name="connsiteX6491" fmla="*/ 1808770 w 12184003"/>
              <a:gd name="connsiteY6491" fmla="*/ 1468094 h 6857801"/>
              <a:gd name="connsiteX6492" fmla="*/ 1854757 w 12184003"/>
              <a:gd name="connsiteY6492" fmla="*/ 1514081 h 6857801"/>
              <a:gd name="connsiteX6493" fmla="*/ 1848826 w 12184003"/>
              <a:gd name="connsiteY6493" fmla="*/ 1528908 h 6857801"/>
              <a:gd name="connsiteX6494" fmla="*/ 2121919 w 12184003"/>
              <a:gd name="connsiteY6494" fmla="*/ 1811893 h 6857801"/>
              <a:gd name="connsiteX6495" fmla="*/ 2441632 w 12184003"/>
              <a:gd name="connsiteY6495" fmla="*/ 1811893 h 6857801"/>
              <a:gd name="connsiteX6496" fmla="*/ 2450392 w 12184003"/>
              <a:gd name="connsiteY6496" fmla="*/ 1789997 h 6857801"/>
              <a:gd name="connsiteX6497" fmla="*/ 2483240 w 12184003"/>
              <a:gd name="connsiteY6497" fmla="*/ 1776857 h 6857801"/>
              <a:gd name="connsiteX6498" fmla="*/ 2529224 w 12184003"/>
              <a:gd name="connsiteY6498" fmla="*/ 1822844 h 6857801"/>
              <a:gd name="connsiteX6499" fmla="*/ 2483240 w 12184003"/>
              <a:gd name="connsiteY6499" fmla="*/ 1868829 h 6857801"/>
              <a:gd name="connsiteX6500" fmla="*/ 2450392 w 12184003"/>
              <a:gd name="connsiteY6500" fmla="*/ 1855690 h 6857801"/>
              <a:gd name="connsiteX6501" fmla="*/ 2441632 w 12184003"/>
              <a:gd name="connsiteY6501" fmla="*/ 1833791 h 6857801"/>
              <a:gd name="connsiteX6502" fmla="*/ 2113162 w 12184003"/>
              <a:gd name="connsiteY6502" fmla="*/ 1833791 h 6857801"/>
              <a:gd name="connsiteX6503" fmla="*/ 1834962 w 12184003"/>
              <a:gd name="connsiteY6503" fmla="*/ 1549590 h 6857801"/>
              <a:gd name="connsiteX6504" fmla="*/ 1808770 w 12184003"/>
              <a:gd name="connsiteY6504" fmla="*/ 1560065 h 6857801"/>
              <a:gd name="connsiteX6505" fmla="*/ 1775925 w 12184003"/>
              <a:gd name="connsiteY6505" fmla="*/ 1546106 h 6857801"/>
              <a:gd name="connsiteX6506" fmla="*/ 1766379 w 12184003"/>
              <a:gd name="connsiteY6506" fmla="*/ 1522840 h 6857801"/>
              <a:gd name="connsiteX6507" fmla="*/ 1495622 w 12184003"/>
              <a:gd name="connsiteY6507" fmla="*/ 1522840 h 6857801"/>
              <a:gd name="connsiteX6508" fmla="*/ 1565696 w 12184003"/>
              <a:gd name="connsiteY6508" fmla="*/ 1592913 h 6857801"/>
              <a:gd name="connsiteX6509" fmla="*/ 1780297 w 12184003"/>
              <a:gd name="connsiteY6509" fmla="*/ 1592913 h 6857801"/>
              <a:gd name="connsiteX6510" fmla="*/ 2185418 w 12184003"/>
              <a:gd name="connsiteY6510" fmla="*/ 1998028 h 6857801"/>
              <a:gd name="connsiteX6511" fmla="*/ 2768005 w 12184003"/>
              <a:gd name="connsiteY6511" fmla="*/ 1998028 h 6857801"/>
              <a:gd name="connsiteX6512" fmla="*/ 2769527 w 12184003"/>
              <a:gd name="connsiteY6512" fmla="*/ 1990706 h 6857801"/>
              <a:gd name="connsiteX6513" fmla="*/ 2811715 w 12184003"/>
              <a:gd name="connsiteY6513" fmla="*/ 1962991 h 6857801"/>
              <a:gd name="connsiteX6514" fmla="*/ 2857702 w 12184003"/>
              <a:gd name="connsiteY6514" fmla="*/ 2008978 h 6857801"/>
              <a:gd name="connsiteX6515" fmla="*/ 2848945 w 12184003"/>
              <a:gd name="connsiteY6515" fmla="*/ 2030873 h 6857801"/>
              <a:gd name="connsiteX6516" fmla="*/ 2975956 w 12184003"/>
              <a:gd name="connsiteY6516" fmla="*/ 2157822 h 6857801"/>
              <a:gd name="connsiteX6517" fmla="*/ 3462080 w 12184003"/>
              <a:gd name="connsiteY6517" fmla="*/ 2157822 h 6857801"/>
              <a:gd name="connsiteX6518" fmla="*/ 3124849 w 12184003"/>
              <a:gd name="connsiteY6518" fmla="*/ 1820653 h 6857801"/>
              <a:gd name="connsiteX6519" fmla="*/ 2621189 w 12184003"/>
              <a:gd name="connsiteY6519" fmla="*/ 1820653 h 6857801"/>
              <a:gd name="connsiteX6520" fmla="*/ 2202932 w 12184003"/>
              <a:gd name="connsiteY6520" fmla="*/ 1404589 h 6857801"/>
              <a:gd name="connsiteX6521" fmla="*/ 2045258 w 12184003"/>
              <a:gd name="connsiteY6521" fmla="*/ 1404589 h 6857801"/>
              <a:gd name="connsiteX6522" fmla="*/ 1276637 w 12184003"/>
              <a:gd name="connsiteY6522" fmla="*/ 638159 h 6857801"/>
              <a:gd name="connsiteX6523" fmla="*/ 1276637 w 12184003"/>
              <a:gd name="connsiteY6523" fmla="*/ 517721 h 6857801"/>
              <a:gd name="connsiteX6524" fmla="*/ 983202 w 12184003"/>
              <a:gd name="connsiteY6524" fmla="*/ 222096 h 6857801"/>
              <a:gd name="connsiteX6525" fmla="*/ 994151 w 12184003"/>
              <a:gd name="connsiteY6525" fmla="*/ 211146 h 6857801"/>
              <a:gd name="connsiteX6526" fmla="*/ 1294155 w 12184003"/>
              <a:gd name="connsiteY6526" fmla="*/ 511150 h 6857801"/>
              <a:gd name="connsiteX6527" fmla="*/ 1294155 w 12184003"/>
              <a:gd name="connsiteY6527" fmla="*/ 631590 h 6857801"/>
              <a:gd name="connsiteX6528" fmla="*/ 2051829 w 12184003"/>
              <a:gd name="connsiteY6528" fmla="*/ 1387071 h 6857801"/>
              <a:gd name="connsiteX6529" fmla="*/ 2211688 w 12184003"/>
              <a:gd name="connsiteY6529" fmla="*/ 1387071 h 6857801"/>
              <a:gd name="connsiteX6530" fmla="*/ 2627758 w 12184003"/>
              <a:gd name="connsiteY6530" fmla="*/ 1805325 h 6857801"/>
              <a:gd name="connsiteX6531" fmla="*/ 3109520 w 12184003"/>
              <a:gd name="connsiteY6531" fmla="*/ 1805325 h 6857801"/>
              <a:gd name="connsiteX6532" fmla="*/ 3059154 w 12184003"/>
              <a:gd name="connsiteY6532" fmla="*/ 1754960 h 6857801"/>
              <a:gd name="connsiteX6533" fmla="*/ 3059154 w 12184003"/>
              <a:gd name="connsiteY6533" fmla="*/ 1562258 h 6857801"/>
              <a:gd name="connsiteX6534" fmla="*/ 2694204 w 12184003"/>
              <a:gd name="connsiteY6534" fmla="*/ 1197307 h 6857801"/>
              <a:gd name="connsiteX6535" fmla="*/ 2674843 w 12184003"/>
              <a:gd name="connsiteY6535" fmla="*/ 1205320 h 6857801"/>
              <a:gd name="connsiteX6536" fmla="*/ 2643089 w 12184003"/>
              <a:gd name="connsiteY6536" fmla="*/ 1192179 h 6857801"/>
              <a:gd name="connsiteX6537" fmla="*/ 2636748 w 12184003"/>
              <a:gd name="connsiteY6537" fmla="*/ 1176852 h 6857801"/>
              <a:gd name="connsiteX6538" fmla="*/ 2027893 w 12184003"/>
              <a:gd name="connsiteY6538" fmla="*/ 1176852 h 6857801"/>
              <a:gd name="connsiteX6539" fmla="*/ 2023363 w 12184003"/>
              <a:gd name="connsiteY6539" fmla="*/ 1187800 h 6857801"/>
              <a:gd name="connsiteX6540" fmla="*/ 1957669 w 12184003"/>
              <a:gd name="connsiteY6540" fmla="*/ 1187800 h 6857801"/>
              <a:gd name="connsiteX6541" fmla="*/ 1944529 w 12184003"/>
              <a:gd name="connsiteY6541" fmla="*/ 1156047 h 6857801"/>
              <a:gd name="connsiteX6542" fmla="*/ 1947414 w 12184003"/>
              <a:gd name="connsiteY6542" fmla="*/ 1149078 h 6857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</a:cxnLst>
            <a:rect l="l" t="t" r="r" b="b"/>
            <a:pathLst>
              <a:path w="12184003" h="6857801">
                <a:moveTo>
                  <a:pt x="4519681" y="6701670"/>
                </a:moveTo>
                <a:cubicBezTo>
                  <a:pt x="4545958" y="6701670"/>
                  <a:pt x="4565667" y="6721379"/>
                  <a:pt x="4565667" y="6747657"/>
                </a:cubicBezTo>
                <a:cubicBezTo>
                  <a:pt x="4565667" y="6760796"/>
                  <a:pt x="4560739" y="6772293"/>
                  <a:pt x="4552526" y="6780504"/>
                </a:cubicBezTo>
                <a:lnTo>
                  <a:pt x="4530631" y="6789263"/>
                </a:lnTo>
                <a:lnTo>
                  <a:pt x="4530631" y="6857801"/>
                </a:lnTo>
                <a:lnTo>
                  <a:pt x="4508733" y="6857801"/>
                </a:lnTo>
                <a:lnTo>
                  <a:pt x="4508733" y="6789264"/>
                </a:lnTo>
                <a:lnTo>
                  <a:pt x="4486834" y="6780504"/>
                </a:lnTo>
                <a:cubicBezTo>
                  <a:pt x="4478623" y="6772293"/>
                  <a:pt x="4473694" y="6760796"/>
                  <a:pt x="4473694" y="6747657"/>
                </a:cubicBezTo>
                <a:cubicBezTo>
                  <a:pt x="4473694" y="6721379"/>
                  <a:pt x="4493402" y="6701670"/>
                  <a:pt x="4519681" y="6701670"/>
                </a:cubicBezTo>
                <a:close/>
                <a:moveTo>
                  <a:pt x="9438094" y="6688532"/>
                </a:moveTo>
                <a:lnTo>
                  <a:pt x="9438027" y="6725759"/>
                </a:lnTo>
                <a:lnTo>
                  <a:pt x="9656965" y="6725759"/>
                </a:lnTo>
                <a:lnTo>
                  <a:pt x="9619739" y="6688532"/>
                </a:lnTo>
                <a:close/>
                <a:moveTo>
                  <a:pt x="2485410" y="6688532"/>
                </a:moveTo>
                <a:lnTo>
                  <a:pt x="2448185" y="6725759"/>
                </a:lnTo>
                <a:lnTo>
                  <a:pt x="2667171" y="6725759"/>
                </a:lnTo>
                <a:lnTo>
                  <a:pt x="2667171" y="6688532"/>
                </a:lnTo>
                <a:close/>
                <a:moveTo>
                  <a:pt x="9028490" y="6668824"/>
                </a:moveTo>
                <a:lnTo>
                  <a:pt x="9028490" y="6710430"/>
                </a:lnTo>
                <a:lnTo>
                  <a:pt x="9106688" y="6788628"/>
                </a:lnTo>
                <a:lnTo>
                  <a:pt x="9129221" y="6779409"/>
                </a:lnTo>
                <a:lnTo>
                  <a:pt x="9145900" y="6786233"/>
                </a:lnTo>
                <a:close/>
                <a:moveTo>
                  <a:pt x="3076666" y="6668822"/>
                </a:moveTo>
                <a:lnTo>
                  <a:pt x="2959260" y="6786228"/>
                </a:lnTo>
                <a:lnTo>
                  <a:pt x="2975927" y="6779409"/>
                </a:lnTo>
                <a:cubicBezTo>
                  <a:pt x="2984687" y="6779409"/>
                  <a:pt x="2993447" y="6782694"/>
                  <a:pt x="3000015" y="6789264"/>
                </a:cubicBezTo>
                <a:lnTo>
                  <a:pt x="3000017" y="6789266"/>
                </a:lnTo>
                <a:lnTo>
                  <a:pt x="3076666" y="6712615"/>
                </a:lnTo>
                <a:close/>
                <a:moveTo>
                  <a:pt x="4887565" y="6603130"/>
                </a:moveTo>
                <a:cubicBezTo>
                  <a:pt x="4905082" y="6600940"/>
                  <a:pt x="4920410" y="6618459"/>
                  <a:pt x="4920410" y="6635977"/>
                </a:cubicBezTo>
                <a:cubicBezTo>
                  <a:pt x="4921505" y="6644737"/>
                  <a:pt x="4917677" y="6652948"/>
                  <a:pt x="4911380" y="6658970"/>
                </a:cubicBezTo>
                <a:lnTo>
                  <a:pt x="4896326" y="6665199"/>
                </a:lnTo>
                <a:lnTo>
                  <a:pt x="4896326" y="6857801"/>
                </a:lnTo>
                <a:lnTo>
                  <a:pt x="4878806" y="6857801"/>
                </a:lnTo>
                <a:lnTo>
                  <a:pt x="4878806" y="6665071"/>
                </a:lnTo>
                <a:lnTo>
                  <a:pt x="4864569" y="6658970"/>
                </a:lnTo>
                <a:cubicBezTo>
                  <a:pt x="4858549" y="6652948"/>
                  <a:pt x="4854719" y="6644737"/>
                  <a:pt x="4854719" y="6635977"/>
                </a:cubicBezTo>
                <a:cubicBezTo>
                  <a:pt x="4854719" y="6618459"/>
                  <a:pt x="4870046" y="6603130"/>
                  <a:pt x="4887565" y="6603130"/>
                </a:cubicBezTo>
                <a:close/>
                <a:moveTo>
                  <a:pt x="8945277" y="6585611"/>
                </a:moveTo>
                <a:lnTo>
                  <a:pt x="8945277" y="6627217"/>
                </a:lnTo>
                <a:lnTo>
                  <a:pt x="9006592" y="6688532"/>
                </a:lnTo>
                <a:lnTo>
                  <a:pt x="9006592" y="6646926"/>
                </a:lnTo>
                <a:close/>
                <a:moveTo>
                  <a:pt x="3162065" y="6583424"/>
                </a:moveTo>
                <a:lnTo>
                  <a:pt x="3098564" y="6646924"/>
                </a:lnTo>
                <a:lnTo>
                  <a:pt x="3098564" y="6690717"/>
                </a:lnTo>
                <a:lnTo>
                  <a:pt x="3162065" y="6627217"/>
                </a:lnTo>
                <a:close/>
                <a:moveTo>
                  <a:pt x="10316097" y="6432324"/>
                </a:moveTo>
                <a:lnTo>
                  <a:pt x="10548216" y="6664444"/>
                </a:lnTo>
                <a:lnTo>
                  <a:pt x="10594203" y="6664444"/>
                </a:lnTo>
                <a:lnTo>
                  <a:pt x="10362083" y="6432324"/>
                </a:lnTo>
                <a:close/>
                <a:moveTo>
                  <a:pt x="1743056" y="6432324"/>
                </a:moveTo>
                <a:lnTo>
                  <a:pt x="1510935" y="6664444"/>
                </a:lnTo>
                <a:lnTo>
                  <a:pt x="1556928" y="6664444"/>
                </a:lnTo>
                <a:lnTo>
                  <a:pt x="1789047" y="6432324"/>
                </a:lnTo>
                <a:close/>
                <a:moveTo>
                  <a:pt x="3109892" y="6429751"/>
                </a:moveTo>
                <a:lnTo>
                  <a:pt x="3098564" y="6434438"/>
                </a:lnTo>
                <a:lnTo>
                  <a:pt x="3098564" y="6441078"/>
                </a:lnTo>
                <a:close/>
                <a:moveTo>
                  <a:pt x="8997445" y="6429748"/>
                </a:moveTo>
                <a:lnTo>
                  <a:pt x="9006592" y="6438894"/>
                </a:lnTo>
                <a:lnTo>
                  <a:pt x="9006592" y="6433532"/>
                </a:lnTo>
                <a:close/>
                <a:moveTo>
                  <a:pt x="8945277" y="6402571"/>
                </a:moveTo>
                <a:lnTo>
                  <a:pt x="8945277" y="6552764"/>
                </a:lnTo>
                <a:lnTo>
                  <a:pt x="9006592" y="6614079"/>
                </a:lnTo>
                <a:lnTo>
                  <a:pt x="9006592" y="6463724"/>
                </a:lnTo>
                <a:close/>
                <a:moveTo>
                  <a:pt x="3162065" y="6401666"/>
                </a:moveTo>
                <a:lnTo>
                  <a:pt x="3098564" y="6465166"/>
                </a:lnTo>
                <a:lnTo>
                  <a:pt x="3098564" y="6614078"/>
                </a:lnTo>
                <a:lnTo>
                  <a:pt x="3162065" y="6550577"/>
                </a:lnTo>
                <a:close/>
                <a:moveTo>
                  <a:pt x="4756193" y="6388516"/>
                </a:moveTo>
                <a:lnTo>
                  <a:pt x="4743666" y="6401044"/>
                </a:lnTo>
                <a:lnTo>
                  <a:pt x="4751797" y="6421375"/>
                </a:lnTo>
                <a:cubicBezTo>
                  <a:pt x="4751797" y="6434514"/>
                  <a:pt x="4746871" y="6446011"/>
                  <a:pt x="4738660" y="6454222"/>
                </a:cubicBezTo>
                <a:lnTo>
                  <a:pt x="4718953" y="6462105"/>
                </a:lnTo>
                <a:lnTo>
                  <a:pt x="4718953" y="6765191"/>
                </a:lnTo>
                <a:lnTo>
                  <a:pt x="4756193" y="6727949"/>
                </a:lnTo>
                <a:close/>
                <a:moveTo>
                  <a:pt x="5835751" y="6375389"/>
                </a:moveTo>
                <a:cubicBezTo>
                  <a:pt x="5853268" y="6375389"/>
                  <a:pt x="5868597" y="6390718"/>
                  <a:pt x="5868597" y="6408236"/>
                </a:cubicBezTo>
                <a:cubicBezTo>
                  <a:pt x="5868597" y="6416995"/>
                  <a:pt x="5864766" y="6425207"/>
                  <a:pt x="5858743" y="6431229"/>
                </a:cubicBezTo>
                <a:lnTo>
                  <a:pt x="5848890" y="6435452"/>
                </a:lnTo>
                <a:lnTo>
                  <a:pt x="5848890" y="6857801"/>
                </a:lnTo>
                <a:lnTo>
                  <a:pt x="5833562" y="6857801"/>
                </a:lnTo>
                <a:lnTo>
                  <a:pt x="5833562" y="6474806"/>
                </a:lnTo>
                <a:lnTo>
                  <a:pt x="5820424" y="6480062"/>
                </a:lnTo>
                <a:lnTo>
                  <a:pt x="5820424" y="6857801"/>
                </a:lnTo>
                <a:lnTo>
                  <a:pt x="5798526" y="6857801"/>
                </a:lnTo>
                <a:lnTo>
                  <a:pt x="5798526" y="6485209"/>
                </a:lnTo>
                <a:lnTo>
                  <a:pt x="5770058" y="6473109"/>
                </a:lnTo>
                <a:cubicBezTo>
                  <a:pt x="5761845" y="6465171"/>
                  <a:pt x="5756919" y="6454223"/>
                  <a:pt x="5756919" y="6441084"/>
                </a:cubicBezTo>
                <a:cubicBezTo>
                  <a:pt x="5756919" y="6414806"/>
                  <a:pt x="5778817" y="6395098"/>
                  <a:pt x="5802904" y="6395098"/>
                </a:cubicBezTo>
                <a:lnTo>
                  <a:pt x="5807364" y="6396882"/>
                </a:lnTo>
                <a:lnTo>
                  <a:pt x="5811937" y="6385243"/>
                </a:lnTo>
                <a:cubicBezTo>
                  <a:pt x="5817686" y="6379221"/>
                  <a:pt x="5825897" y="6375389"/>
                  <a:pt x="5835751" y="6375389"/>
                </a:cubicBezTo>
                <a:close/>
                <a:moveTo>
                  <a:pt x="9438689" y="6355682"/>
                </a:moveTo>
                <a:lnTo>
                  <a:pt x="9438320" y="6561523"/>
                </a:lnTo>
                <a:lnTo>
                  <a:pt x="9750485" y="6561523"/>
                </a:lnTo>
                <a:lnTo>
                  <a:pt x="9545284" y="6355682"/>
                </a:lnTo>
                <a:close/>
                <a:moveTo>
                  <a:pt x="9247471" y="6355682"/>
                </a:moveTo>
                <a:lnTo>
                  <a:pt x="9247471" y="6404193"/>
                </a:lnTo>
                <a:lnTo>
                  <a:pt x="9394188" y="6550598"/>
                </a:lnTo>
                <a:lnTo>
                  <a:pt x="9394188" y="6355682"/>
                </a:lnTo>
                <a:close/>
                <a:moveTo>
                  <a:pt x="2713158" y="6355682"/>
                </a:moveTo>
                <a:lnTo>
                  <a:pt x="2713158" y="6548412"/>
                </a:lnTo>
                <a:lnTo>
                  <a:pt x="2857680" y="6404197"/>
                </a:lnTo>
                <a:lnTo>
                  <a:pt x="2857680" y="6355682"/>
                </a:lnTo>
                <a:close/>
                <a:moveTo>
                  <a:pt x="2562053" y="6355682"/>
                </a:moveTo>
                <a:lnTo>
                  <a:pt x="2356214" y="6561523"/>
                </a:lnTo>
                <a:lnTo>
                  <a:pt x="2667171" y="6561523"/>
                </a:lnTo>
                <a:lnTo>
                  <a:pt x="2667171" y="6355682"/>
                </a:lnTo>
                <a:close/>
                <a:moveTo>
                  <a:pt x="8945277" y="6349112"/>
                </a:moveTo>
                <a:lnTo>
                  <a:pt x="8945277" y="6377580"/>
                </a:lnTo>
                <a:lnTo>
                  <a:pt x="8976321" y="6408623"/>
                </a:lnTo>
                <a:lnTo>
                  <a:pt x="8969365" y="6391813"/>
                </a:lnTo>
                <a:lnTo>
                  <a:pt x="8974812" y="6378647"/>
                </a:lnTo>
                <a:close/>
                <a:moveTo>
                  <a:pt x="3162065" y="6346927"/>
                </a:moveTo>
                <a:lnTo>
                  <a:pt x="3131892" y="6377100"/>
                </a:lnTo>
                <a:lnTo>
                  <a:pt x="3137981" y="6391813"/>
                </a:lnTo>
                <a:lnTo>
                  <a:pt x="3131026" y="6408617"/>
                </a:lnTo>
                <a:lnTo>
                  <a:pt x="3162065" y="6377579"/>
                </a:lnTo>
                <a:close/>
                <a:moveTo>
                  <a:pt x="9798508" y="6298746"/>
                </a:moveTo>
                <a:lnTo>
                  <a:pt x="10127773" y="6629407"/>
                </a:lnTo>
                <a:lnTo>
                  <a:pt x="10250402" y="6629407"/>
                </a:lnTo>
                <a:lnTo>
                  <a:pt x="9940304" y="6319309"/>
                </a:lnTo>
                <a:lnTo>
                  <a:pt x="9931785" y="6322834"/>
                </a:lnTo>
                <a:cubicBezTo>
                  <a:pt x="9920290" y="6322834"/>
                  <a:pt x="9908793" y="6318454"/>
                  <a:pt x="9900033" y="6309695"/>
                </a:cubicBezTo>
                <a:lnTo>
                  <a:pt x="9895542" y="6298746"/>
                </a:lnTo>
                <a:close/>
                <a:moveTo>
                  <a:pt x="2209608" y="6298746"/>
                </a:moveTo>
                <a:lnTo>
                  <a:pt x="2205116" y="6309695"/>
                </a:lnTo>
                <a:cubicBezTo>
                  <a:pt x="2196359" y="6318454"/>
                  <a:pt x="2184864" y="6322834"/>
                  <a:pt x="2173367" y="6322834"/>
                </a:cubicBezTo>
                <a:lnTo>
                  <a:pt x="2164850" y="6319309"/>
                </a:lnTo>
                <a:lnTo>
                  <a:pt x="1854741" y="6629407"/>
                </a:lnTo>
                <a:lnTo>
                  <a:pt x="1977365" y="6629407"/>
                </a:lnTo>
                <a:lnTo>
                  <a:pt x="2308035" y="6298746"/>
                </a:lnTo>
                <a:close/>
                <a:moveTo>
                  <a:pt x="3144374" y="6182864"/>
                </a:moveTo>
                <a:lnTo>
                  <a:pt x="2892718" y="6434519"/>
                </a:lnTo>
                <a:lnTo>
                  <a:pt x="2892718" y="6476121"/>
                </a:lnTo>
                <a:lnTo>
                  <a:pt x="2713158" y="6655681"/>
                </a:lnTo>
                <a:lnTo>
                  <a:pt x="2713158" y="6725759"/>
                </a:lnTo>
                <a:lnTo>
                  <a:pt x="2813887" y="6725759"/>
                </a:lnTo>
                <a:lnTo>
                  <a:pt x="3076666" y="6462976"/>
                </a:lnTo>
                <a:lnTo>
                  <a:pt x="3076666" y="6429909"/>
                </a:lnTo>
                <a:lnTo>
                  <a:pt x="3061334" y="6423565"/>
                </a:lnTo>
                <a:cubicBezTo>
                  <a:pt x="3043817" y="6406047"/>
                  <a:pt x="3043817" y="6377579"/>
                  <a:pt x="3061334" y="6360061"/>
                </a:cubicBezTo>
                <a:cubicBezTo>
                  <a:pt x="3070093" y="6351302"/>
                  <a:pt x="3081591" y="6346922"/>
                  <a:pt x="3093087" y="6346922"/>
                </a:cubicBezTo>
                <a:lnTo>
                  <a:pt x="3118825" y="6357572"/>
                </a:lnTo>
                <a:lnTo>
                  <a:pt x="3162065" y="6314591"/>
                </a:lnTo>
                <a:lnTo>
                  <a:pt x="3162065" y="6225289"/>
                </a:lnTo>
                <a:lnTo>
                  <a:pt x="3148925" y="6219913"/>
                </a:lnTo>
                <a:cubicBezTo>
                  <a:pt x="3142357" y="6213344"/>
                  <a:pt x="3139070" y="6204585"/>
                  <a:pt x="3139070" y="6195826"/>
                </a:cubicBezTo>
                <a:close/>
                <a:moveTo>
                  <a:pt x="8959258" y="6179149"/>
                </a:moveTo>
                <a:lnTo>
                  <a:pt x="8966081" y="6195826"/>
                </a:lnTo>
                <a:cubicBezTo>
                  <a:pt x="8966081" y="6204585"/>
                  <a:pt x="8962796" y="6213344"/>
                  <a:pt x="8956227" y="6219913"/>
                </a:cubicBezTo>
                <a:lnTo>
                  <a:pt x="8945277" y="6224393"/>
                </a:lnTo>
                <a:lnTo>
                  <a:pt x="8945277" y="6316763"/>
                </a:lnTo>
                <a:lnTo>
                  <a:pt x="8986974" y="6358211"/>
                </a:lnTo>
                <a:lnTo>
                  <a:pt x="9014256" y="6346922"/>
                </a:lnTo>
                <a:cubicBezTo>
                  <a:pt x="9025753" y="6346922"/>
                  <a:pt x="9037249" y="6351302"/>
                  <a:pt x="9046009" y="6360061"/>
                </a:cubicBezTo>
                <a:cubicBezTo>
                  <a:pt x="9063527" y="6377579"/>
                  <a:pt x="9063527" y="6406047"/>
                  <a:pt x="9046009" y="6423565"/>
                </a:cubicBezTo>
                <a:lnTo>
                  <a:pt x="9028490" y="6430814"/>
                </a:lnTo>
                <a:lnTo>
                  <a:pt x="9028490" y="6460792"/>
                </a:lnTo>
                <a:lnTo>
                  <a:pt x="9293456" y="6725759"/>
                </a:lnTo>
                <a:lnTo>
                  <a:pt x="9394188" y="6725759"/>
                </a:lnTo>
                <a:lnTo>
                  <a:pt x="9394188" y="6657555"/>
                </a:lnTo>
                <a:lnTo>
                  <a:pt x="9214624" y="6476121"/>
                </a:lnTo>
                <a:lnTo>
                  <a:pt x="9214624" y="6434514"/>
                </a:lnTo>
                <a:close/>
                <a:moveTo>
                  <a:pt x="9439097" y="6127940"/>
                </a:moveTo>
                <a:lnTo>
                  <a:pt x="9438989" y="6188072"/>
                </a:lnTo>
                <a:lnTo>
                  <a:pt x="9527765" y="6276848"/>
                </a:lnTo>
                <a:lnTo>
                  <a:pt x="9752093" y="6275622"/>
                </a:lnTo>
                <a:lnTo>
                  <a:pt x="9619527" y="6143057"/>
                </a:lnTo>
                <a:lnTo>
                  <a:pt x="9610978" y="6146554"/>
                </a:lnTo>
                <a:cubicBezTo>
                  <a:pt x="9602219" y="6146554"/>
                  <a:pt x="9593460" y="6143269"/>
                  <a:pt x="9586890" y="6136700"/>
                </a:cubicBezTo>
                <a:lnTo>
                  <a:pt x="9583307" y="6127940"/>
                </a:lnTo>
                <a:close/>
                <a:moveTo>
                  <a:pt x="9378857" y="6127940"/>
                </a:moveTo>
                <a:lnTo>
                  <a:pt x="9394188" y="6143271"/>
                </a:lnTo>
                <a:lnTo>
                  <a:pt x="9394188" y="6127940"/>
                </a:lnTo>
                <a:close/>
                <a:moveTo>
                  <a:pt x="2713158" y="6127940"/>
                </a:moveTo>
                <a:lnTo>
                  <a:pt x="2713158" y="6142813"/>
                </a:lnTo>
                <a:lnTo>
                  <a:pt x="2727983" y="6127940"/>
                </a:lnTo>
                <a:close/>
                <a:moveTo>
                  <a:pt x="2521838" y="6127940"/>
                </a:moveTo>
                <a:lnTo>
                  <a:pt x="2518254" y="6136700"/>
                </a:lnTo>
                <a:cubicBezTo>
                  <a:pt x="2511684" y="6143269"/>
                  <a:pt x="2502926" y="6146554"/>
                  <a:pt x="2494167" y="6146554"/>
                </a:cubicBezTo>
                <a:lnTo>
                  <a:pt x="2487126" y="6143674"/>
                </a:lnTo>
                <a:lnTo>
                  <a:pt x="2354618" y="6275625"/>
                </a:lnTo>
                <a:lnTo>
                  <a:pt x="2579577" y="6276848"/>
                </a:lnTo>
                <a:lnTo>
                  <a:pt x="2667171" y="6188956"/>
                </a:lnTo>
                <a:lnTo>
                  <a:pt x="2667171" y="6127940"/>
                </a:lnTo>
                <a:close/>
                <a:moveTo>
                  <a:pt x="2857680" y="6070744"/>
                </a:moveTo>
                <a:lnTo>
                  <a:pt x="2800746" y="6127940"/>
                </a:lnTo>
                <a:lnTo>
                  <a:pt x="2759145" y="6127940"/>
                </a:lnTo>
                <a:lnTo>
                  <a:pt x="2713158" y="6173927"/>
                </a:lnTo>
                <a:lnTo>
                  <a:pt x="2713158" y="6322834"/>
                </a:lnTo>
                <a:lnTo>
                  <a:pt x="2857680" y="6322834"/>
                </a:lnTo>
                <a:close/>
                <a:moveTo>
                  <a:pt x="9247471" y="6068815"/>
                </a:moveTo>
                <a:lnTo>
                  <a:pt x="9247471" y="6322834"/>
                </a:lnTo>
                <a:lnTo>
                  <a:pt x="9394188" y="6322834"/>
                </a:lnTo>
                <a:lnTo>
                  <a:pt x="9394188" y="6175702"/>
                </a:lnTo>
                <a:lnTo>
                  <a:pt x="9346587" y="6127940"/>
                </a:lnTo>
                <a:lnTo>
                  <a:pt x="9306595" y="6127940"/>
                </a:lnTo>
                <a:close/>
                <a:moveTo>
                  <a:pt x="2857680" y="6029406"/>
                </a:moveTo>
                <a:lnTo>
                  <a:pt x="2776665" y="6110422"/>
                </a:lnTo>
                <a:lnTo>
                  <a:pt x="2794177" y="6110422"/>
                </a:lnTo>
                <a:lnTo>
                  <a:pt x="2857680" y="6046918"/>
                </a:lnTo>
                <a:close/>
                <a:moveTo>
                  <a:pt x="9247471" y="6028487"/>
                </a:moveTo>
                <a:lnTo>
                  <a:pt x="9247471" y="6045031"/>
                </a:lnTo>
                <a:lnTo>
                  <a:pt x="9313165" y="6110422"/>
                </a:lnTo>
                <a:lnTo>
                  <a:pt x="9329129" y="6110422"/>
                </a:lnTo>
                <a:close/>
                <a:moveTo>
                  <a:pt x="3442365" y="5946181"/>
                </a:moveTo>
                <a:lnTo>
                  <a:pt x="3202824" y="6185724"/>
                </a:lnTo>
                <a:lnTo>
                  <a:pt x="3206953" y="6195826"/>
                </a:lnTo>
                <a:cubicBezTo>
                  <a:pt x="3206953" y="6204585"/>
                  <a:pt x="3203671" y="6213344"/>
                  <a:pt x="3197101" y="6219913"/>
                </a:cubicBezTo>
                <a:lnTo>
                  <a:pt x="3179491" y="6227117"/>
                </a:lnTo>
                <a:lnTo>
                  <a:pt x="3179127" y="6297632"/>
                </a:lnTo>
                <a:lnTo>
                  <a:pt x="3442365" y="6035969"/>
                </a:lnTo>
                <a:close/>
                <a:moveTo>
                  <a:pt x="8662916" y="5944120"/>
                </a:moveTo>
                <a:lnTo>
                  <a:pt x="8662792" y="6035969"/>
                </a:lnTo>
                <a:lnTo>
                  <a:pt x="8927760" y="6299350"/>
                </a:lnTo>
                <a:lnTo>
                  <a:pt x="8927760" y="6227975"/>
                </a:lnTo>
                <a:lnTo>
                  <a:pt x="8908051" y="6219913"/>
                </a:lnTo>
                <a:cubicBezTo>
                  <a:pt x="8901482" y="6213344"/>
                  <a:pt x="8898196" y="6204585"/>
                  <a:pt x="8898196" y="6195826"/>
                </a:cubicBezTo>
                <a:lnTo>
                  <a:pt x="8902965" y="6184168"/>
                </a:lnTo>
                <a:close/>
                <a:moveTo>
                  <a:pt x="8165705" y="5917719"/>
                </a:moveTo>
                <a:lnTo>
                  <a:pt x="8238476" y="5990490"/>
                </a:lnTo>
                <a:lnTo>
                  <a:pt x="8339710" y="5990133"/>
                </a:lnTo>
                <a:lnTo>
                  <a:pt x="8347460" y="5970275"/>
                </a:lnTo>
                <a:cubicBezTo>
                  <a:pt x="8364979" y="5952756"/>
                  <a:pt x="8393446" y="5952756"/>
                  <a:pt x="8410964" y="5970275"/>
                </a:cubicBezTo>
                <a:cubicBezTo>
                  <a:pt x="8419724" y="5979035"/>
                  <a:pt x="8424103" y="5990531"/>
                  <a:pt x="8424104" y="6002027"/>
                </a:cubicBezTo>
                <a:lnTo>
                  <a:pt x="8415450" y="6022936"/>
                </a:lnTo>
                <a:lnTo>
                  <a:pt x="8927760" y="6535246"/>
                </a:lnTo>
                <a:lnTo>
                  <a:pt x="8927760" y="6385100"/>
                </a:lnTo>
                <a:lnTo>
                  <a:pt x="8478319" y="5936847"/>
                </a:lnTo>
                <a:lnTo>
                  <a:pt x="8463519" y="5942902"/>
                </a:lnTo>
                <a:cubicBezTo>
                  <a:pt x="8454761" y="5942903"/>
                  <a:pt x="8446002" y="5939618"/>
                  <a:pt x="8439432" y="5933047"/>
                </a:cubicBezTo>
                <a:lnTo>
                  <a:pt x="8433161" y="5917719"/>
                </a:lnTo>
                <a:close/>
                <a:moveTo>
                  <a:pt x="3674165" y="5917719"/>
                </a:moveTo>
                <a:lnTo>
                  <a:pt x="3667894" y="5933047"/>
                </a:lnTo>
                <a:cubicBezTo>
                  <a:pt x="3661325" y="5939618"/>
                  <a:pt x="3652566" y="5942903"/>
                  <a:pt x="3643806" y="5942902"/>
                </a:cubicBezTo>
                <a:lnTo>
                  <a:pt x="3627494" y="5936227"/>
                </a:lnTo>
                <a:lnTo>
                  <a:pt x="3178677" y="6385056"/>
                </a:lnTo>
                <a:lnTo>
                  <a:pt x="3177905" y="6534738"/>
                </a:lnTo>
                <a:lnTo>
                  <a:pt x="3691241" y="6021389"/>
                </a:lnTo>
                <a:lnTo>
                  <a:pt x="3683225" y="6002027"/>
                </a:lnTo>
                <a:cubicBezTo>
                  <a:pt x="3683225" y="5990531"/>
                  <a:pt x="3687605" y="5979035"/>
                  <a:pt x="3696366" y="5970275"/>
                </a:cubicBezTo>
                <a:cubicBezTo>
                  <a:pt x="3713885" y="5952756"/>
                  <a:pt x="3742351" y="5952756"/>
                  <a:pt x="3759873" y="5970275"/>
                </a:cubicBezTo>
                <a:lnTo>
                  <a:pt x="3767624" y="5990141"/>
                </a:lnTo>
                <a:lnTo>
                  <a:pt x="3866662" y="5990490"/>
                </a:lnTo>
                <a:lnTo>
                  <a:pt x="3939434" y="5917719"/>
                </a:lnTo>
                <a:close/>
                <a:moveTo>
                  <a:pt x="3431411" y="5895827"/>
                </a:moveTo>
                <a:lnTo>
                  <a:pt x="3160051" y="6167185"/>
                </a:lnTo>
                <a:lnTo>
                  <a:pt x="3173014" y="6161883"/>
                </a:lnTo>
                <a:lnTo>
                  <a:pt x="3193993" y="6170467"/>
                </a:lnTo>
                <a:lnTo>
                  <a:pt x="3431411" y="5933047"/>
                </a:lnTo>
                <a:close/>
                <a:moveTo>
                  <a:pt x="8673742" y="5893632"/>
                </a:moveTo>
                <a:lnTo>
                  <a:pt x="8673742" y="5933047"/>
                </a:lnTo>
                <a:lnTo>
                  <a:pt x="8912527" y="6169907"/>
                </a:lnTo>
                <a:lnTo>
                  <a:pt x="8932139" y="6161883"/>
                </a:lnTo>
                <a:lnTo>
                  <a:pt x="8948814" y="6168705"/>
                </a:lnTo>
                <a:close/>
                <a:moveTo>
                  <a:pt x="5826992" y="5865164"/>
                </a:moveTo>
                <a:lnTo>
                  <a:pt x="5826992" y="5902390"/>
                </a:lnTo>
                <a:lnTo>
                  <a:pt x="5717503" y="6011880"/>
                </a:lnTo>
                <a:lnTo>
                  <a:pt x="6045972" y="6340353"/>
                </a:lnTo>
                <a:lnTo>
                  <a:pt x="6045972" y="6084144"/>
                </a:lnTo>
                <a:close/>
                <a:moveTo>
                  <a:pt x="8673742" y="5821370"/>
                </a:moveTo>
                <a:lnTo>
                  <a:pt x="8673742" y="5831681"/>
                </a:lnTo>
                <a:lnTo>
                  <a:pt x="9214624" y="6371415"/>
                </a:lnTo>
                <a:lnTo>
                  <a:pt x="9214624" y="6355682"/>
                </a:lnTo>
                <a:lnTo>
                  <a:pt x="9208053" y="6355682"/>
                </a:lnTo>
                <a:close/>
                <a:moveTo>
                  <a:pt x="3431411" y="5821368"/>
                </a:moveTo>
                <a:lnTo>
                  <a:pt x="2897097" y="6355682"/>
                </a:lnTo>
                <a:lnTo>
                  <a:pt x="2892718" y="6355682"/>
                </a:lnTo>
                <a:lnTo>
                  <a:pt x="2892718" y="6369235"/>
                </a:lnTo>
                <a:lnTo>
                  <a:pt x="3431411" y="5831685"/>
                </a:lnTo>
                <a:close/>
                <a:moveTo>
                  <a:pt x="5754729" y="5792900"/>
                </a:moveTo>
                <a:lnTo>
                  <a:pt x="5626628" y="5921004"/>
                </a:lnTo>
                <a:lnTo>
                  <a:pt x="5693415" y="5987793"/>
                </a:lnTo>
                <a:lnTo>
                  <a:pt x="5794146" y="5887062"/>
                </a:lnTo>
                <a:lnTo>
                  <a:pt x="5794146" y="5832316"/>
                </a:lnTo>
                <a:close/>
                <a:moveTo>
                  <a:pt x="7701466" y="5771002"/>
                </a:moveTo>
                <a:lnTo>
                  <a:pt x="7701466" y="5933048"/>
                </a:lnTo>
                <a:lnTo>
                  <a:pt x="7760590" y="5992173"/>
                </a:lnTo>
                <a:lnTo>
                  <a:pt x="7922068" y="5991604"/>
                </a:lnTo>
                <a:close/>
                <a:moveTo>
                  <a:pt x="4403638" y="5771002"/>
                </a:moveTo>
                <a:lnTo>
                  <a:pt x="4183079" y="5991605"/>
                </a:lnTo>
                <a:lnTo>
                  <a:pt x="4344509" y="5992173"/>
                </a:lnTo>
                <a:lnTo>
                  <a:pt x="4403638" y="5933047"/>
                </a:lnTo>
                <a:close/>
                <a:moveTo>
                  <a:pt x="5826992" y="5742535"/>
                </a:moveTo>
                <a:lnTo>
                  <a:pt x="5826992" y="5816989"/>
                </a:lnTo>
                <a:lnTo>
                  <a:pt x="6081009" y="6071006"/>
                </a:lnTo>
                <a:lnTo>
                  <a:pt x="6081009" y="6375390"/>
                </a:lnTo>
                <a:lnTo>
                  <a:pt x="6087577" y="6381959"/>
                </a:lnTo>
                <a:lnTo>
                  <a:pt x="6087577" y="6003122"/>
                </a:lnTo>
                <a:lnTo>
                  <a:pt x="5931007" y="5846550"/>
                </a:lnTo>
                <a:lnTo>
                  <a:pt x="5915679" y="5839981"/>
                </a:lnTo>
                <a:lnTo>
                  <a:pt x="5909108" y="5824652"/>
                </a:lnTo>
                <a:close/>
                <a:moveTo>
                  <a:pt x="5791956" y="5707498"/>
                </a:moveTo>
                <a:lnTo>
                  <a:pt x="5791956" y="5755673"/>
                </a:lnTo>
                <a:lnTo>
                  <a:pt x="5778817" y="5768813"/>
                </a:lnTo>
                <a:lnTo>
                  <a:pt x="5794146" y="5784141"/>
                </a:lnTo>
                <a:lnTo>
                  <a:pt x="5794146" y="5709686"/>
                </a:lnTo>
                <a:close/>
                <a:moveTo>
                  <a:pt x="6731382" y="5696549"/>
                </a:moveTo>
                <a:lnTo>
                  <a:pt x="6731382" y="6007501"/>
                </a:lnTo>
                <a:lnTo>
                  <a:pt x="6845251" y="5893631"/>
                </a:lnTo>
                <a:lnTo>
                  <a:pt x="6845251" y="5810419"/>
                </a:lnTo>
                <a:close/>
                <a:moveTo>
                  <a:pt x="8900342" y="5680182"/>
                </a:moveTo>
                <a:lnTo>
                  <a:pt x="8887248" y="5685600"/>
                </a:lnTo>
                <a:lnTo>
                  <a:pt x="8885755" y="5684981"/>
                </a:lnTo>
                <a:lnTo>
                  <a:pt x="9214624" y="6012335"/>
                </a:lnTo>
                <a:lnTo>
                  <a:pt x="9214624" y="5995529"/>
                </a:lnTo>
                <a:close/>
                <a:moveTo>
                  <a:pt x="3206934" y="5680152"/>
                </a:moveTo>
                <a:lnTo>
                  <a:pt x="2892718" y="5994369"/>
                </a:lnTo>
                <a:lnTo>
                  <a:pt x="2892718" y="6011881"/>
                </a:lnTo>
                <a:lnTo>
                  <a:pt x="3219322" y="5685278"/>
                </a:lnTo>
                <a:close/>
                <a:moveTo>
                  <a:pt x="7725554" y="5643039"/>
                </a:moveTo>
                <a:lnTo>
                  <a:pt x="7725554" y="5762243"/>
                </a:lnTo>
                <a:lnTo>
                  <a:pt x="7954004" y="5991492"/>
                </a:lnTo>
                <a:lnTo>
                  <a:pt x="8214472" y="5990574"/>
                </a:lnTo>
                <a:lnTo>
                  <a:pt x="8141618" y="5917719"/>
                </a:lnTo>
                <a:lnTo>
                  <a:pt x="7999280" y="5917719"/>
                </a:lnTo>
                <a:close/>
                <a:moveTo>
                  <a:pt x="4381738" y="5641802"/>
                </a:moveTo>
                <a:lnTo>
                  <a:pt x="4105864" y="5917719"/>
                </a:lnTo>
                <a:lnTo>
                  <a:pt x="3963523" y="5917719"/>
                </a:lnTo>
                <a:lnTo>
                  <a:pt x="3890667" y="5990574"/>
                </a:lnTo>
                <a:lnTo>
                  <a:pt x="4152527" y="5991497"/>
                </a:lnTo>
                <a:lnTo>
                  <a:pt x="4381738" y="5762243"/>
                </a:lnTo>
                <a:close/>
                <a:moveTo>
                  <a:pt x="5301440" y="5626475"/>
                </a:moveTo>
                <a:lnTo>
                  <a:pt x="5301440" y="5843265"/>
                </a:lnTo>
                <a:lnTo>
                  <a:pt x="5239953" y="5904755"/>
                </a:lnTo>
                <a:lnTo>
                  <a:pt x="5241218" y="5905402"/>
                </a:lnTo>
                <a:cubicBezTo>
                  <a:pt x="5247239" y="5911698"/>
                  <a:pt x="5251070" y="5919909"/>
                  <a:pt x="5251070" y="5928668"/>
                </a:cubicBezTo>
                <a:cubicBezTo>
                  <a:pt x="5251070" y="5937428"/>
                  <a:pt x="5247788" y="5945640"/>
                  <a:pt x="5242040" y="5951662"/>
                </a:cubicBezTo>
                <a:lnTo>
                  <a:pt x="5226985" y="5957891"/>
                </a:lnTo>
                <a:lnTo>
                  <a:pt x="5226985" y="6180496"/>
                </a:lnTo>
                <a:lnTo>
                  <a:pt x="5448158" y="5959325"/>
                </a:lnTo>
                <a:lnTo>
                  <a:pt x="5448158" y="5788521"/>
                </a:lnTo>
                <a:lnTo>
                  <a:pt x="5310198" y="5650562"/>
                </a:lnTo>
                <a:lnTo>
                  <a:pt x="5310198" y="5635231"/>
                </a:lnTo>
                <a:close/>
                <a:moveTo>
                  <a:pt x="4780284" y="5620958"/>
                </a:moveTo>
                <a:lnTo>
                  <a:pt x="4780284" y="6331257"/>
                </a:lnTo>
                <a:lnTo>
                  <a:pt x="4955458" y="6155429"/>
                </a:lnTo>
                <a:lnTo>
                  <a:pt x="4955458" y="5834507"/>
                </a:lnTo>
                <a:lnTo>
                  <a:pt x="4933557" y="5825746"/>
                </a:lnTo>
                <a:cubicBezTo>
                  <a:pt x="4925343" y="5817535"/>
                  <a:pt x="4920414" y="5806039"/>
                  <a:pt x="4920414" y="5792900"/>
                </a:cubicBezTo>
                <a:lnTo>
                  <a:pt x="4929225" y="5770877"/>
                </a:lnTo>
                <a:close/>
                <a:moveTo>
                  <a:pt x="6624081" y="5619904"/>
                </a:moveTo>
                <a:lnTo>
                  <a:pt x="6624081" y="6009690"/>
                </a:lnTo>
                <a:lnTo>
                  <a:pt x="6523351" y="6111102"/>
                </a:lnTo>
                <a:lnTo>
                  <a:pt x="6523351" y="6215532"/>
                </a:lnTo>
                <a:lnTo>
                  <a:pt x="6709484" y="6029399"/>
                </a:lnTo>
                <a:lnTo>
                  <a:pt x="6709484" y="5705307"/>
                </a:lnTo>
                <a:close/>
                <a:moveTo>
                  <a:pt x="10484711" y="5606765"/>
                </a:moveTo>
                <a:lnTo>
                  <a:pt x="10539458" y="5661511"/>
                </a:lnTo>
                <a:lnTo>
                  <a:pt x="10640487" y="5661511"/>
                </a:lnTo>
                <a:lnTo>
                  <a:pt x="10644940" y="5650625"/>
                </a:lnTo>
                <a:lnTo>
                  <a:pt x="10600771" y="5606765"/>
                </a:lnTo>
                <a:close/>
                <a:moveTo>
                  <a:pt x="10386170" y="5606765"/>
                </a:moveTo>
                <a:lnTo>
                  <a:pt x="10833175" y="6053770"/>
                </a:lnTo>
                <a:lnTo>
                  <a:pt x="10852600" y="6045823"/>
                </a:lnTo>
                <a:cubicBezTo>
                  <a:pt x="10861359" y="6045823"/>
                  <a:pt x="10870119" y="6049108"/>
                  <a:pt x="10876687" y="6055678"/>
                </a:cubicBezTo>
                <a:cubicBezTo>
                  <a:pt x="10889826" y="6068815"/>
                  <a:pt x="10889826" y="6090714"/>
                  <a:pt x="10876687" y="6103852"/>
                </a:cubicBezTo>
                <a:lnTo>
                  <a:pt x="10856980" y="6111915"/>
                </a:lnTo>
                <a:lnTo>
                  <a:pt x="10856980" y="6265899"/>
                </a:lnTo>
                <a:lnTo>
                  <a:pt x="10913914" y="6322834"/>
                </a:lnTo>
                <a:lnTo>
                  <a:pt x="10913914" y="5953964"/>
                </a:lnTo>
                <a:lnTo>
                  <a:pt x="10889827" y="5943997"/>
                </a:lnTo>
                <a:cubicBezTo>
                  <a:pt x="10881068" y="5935238"/>
                  <a:pt x="10876688" y="5923741"/>
                  <a:pt x="10876688" y="5912245"/>
                </a:cubicBezTo>
                <a:lnTo>
                  <a:pt x="10883418" y="5895982"/>
                </a:lnTo>
                <a:lnTo>
                  <a:pt x="10685608" y="5698173"/>
                </a:lnTo>
                <a:lnTo>
                  <a:pt x="10670845" y="5704213"/>
                </a:lnTo>
                <a:cubicBezTo>
                  <a:pt x="10662086" y="5704213"/>
                  <a:pt x="10653327" y="5700928"/>
                  <a:pt x="10646758" y="5694358"/>
                </a:cubicBezTo>
                <a:lnTo>
                  <a:pt x="10640487" y="5679030"/>
                </a:lnTo>
                <a:lnTo>
                  <a:pt x="10532888" y="5679030"/>
                </a:lnTo>
                <a:lnTo>
                  <a:pt x="10460174" y="5606765"/>
                </a:lnTo>
                <a:close/>
                <a:moveTo>
                  <a:pt x="1646706" y="5606765"/>
                </a:moveTo>
                <a:lnTo>
                  <a:pt x="1574441" y="5679030"/>
                </a:lnTo>
                <a:lnTo>
                  <a:pt x="1464648" y="5679030"/>
                </a:lnTo>
                <a:lnTo>
                  <a:pt x="1458378" y="5694358"/>
                </a:lnTo>
                <a:cubicBezTo>
                  <a:pt x="1451808" y="5700928"/>
                  <a:pt x="1443049" y="5704213"/>
                  <a:pt x="1434289" y="5704213"/>
                </a:cubicBezTo>
                <a:lnTo>
                  <a:pt x="1419530" y="5698174"/>
                </a:lnTo>
                <a:lnTo>
                  <a:pt x="1223273" y="5894432"/>
                </a:lnTo>
                <a:lnTo>
                  <a:pt x="1230644" y="5912245"/>
                </a:lnTo>
                <a:cubicBezTo>
                  <a:pt x="1230643" y="5923741"/>
                  <a:pt x="1226264" y="5935238"/>
                  <a:pt x="1217504" y="5943997"/>
                </a:cubicBezTo>
                <a:lnTo>
                  <a:pt x="1191231" y="5954870"/>
                </a:lnTo>
                <a:lnTo>
                  <a:pt x="1191231" y="6325019"/>
                </a:lnTo>
                <a:lnTo>
                  <a:pt x="1250350" y="6265899"/>
                </a:lnTo>
                <a:lnTo>
                  <a:pt x="1250350" y="6112813"/>
                </a:lnTo>
                <a:lnTo>
                  <a:pt x="1228448" y="6103852"/>
                </a:lnTo>
                <a:cubicBezTo>
                  <a:pt x="1215310" y="6090714"/>
                  <a:pt x="1215310" y="6068815"/>
                  <a:pt x="1228448" y="6055678"/>
                </a:cubicBezTo>
                <a:cubicBezTo>
                  <a:pt x="1235018" y="6049108"/>
                  <a:pt x="1243777" y="6045823"/>
                  <a:pt x="1252536" y="6045823"/>
                </a:cubicBezTo>
                <a:lnTo>
                  <a:pt x="1273518" y="6054408"/>
                </a:lnTo>
                <a:lnTo>
                  <a:pt x="1721157" y="5606765"/>
                </a:lnTo>
                <a:close/>
                <a:moveTo>
                  <a:pt x="1504371" y="5606765"/>
                </a:moveTo>
                <a:lnTo>
                  <a:pt x="1460198" y="5650630"/>
                </a:lnTo>
                <a:lnTo>
                  <a:pt x="1464648" y="5661511"/>
                </a:lnTo>
                <a:lnTo>
                  <a:pt x="1565682" y="5661511"/>
                </a:lnTo>
                <a:lnTo>
                  <a:pt x="1620768" y="5606765"/>
                </a:lnTo>
                <a:close/>
                <a:moveTo>
                  <a:pt x="9440086" y="5574865"/>
                </a:moveTo>
                <a:lnTo>
                  <a:pt x="9439128" y="6110422"/>
                </a:lnTo>
                <a:lnTo>
                  <a:pt x="9577933" y="6110422"/>
                </a:lnTo>
                <a:lnTo>
                  <a:pt x="9586890" y="6088524"/>
                </a:lnTo>
                <a:cubicBezTo>
                  <a:pt x="9600029" y="6075386"/>
                  <a:pt x="9621927" y="6075386"/>
                  <a:pt x="9635066" y="6088524"/>
                </a:cubicBezTo>
                <a:cubicBezTo>
                  <a:pt x="9641635" y="6095093"/>
                  <a:pt x="9644921" y="6103853"/>
                  <a:pt x="9644921" y="6112612"/>
                </a:cubicBezTo>
                <a:lnTo>
                  <a:pt x="9635671" y="6135219"/>
                </a:lnTo>
                <a:lnTo>
                  <a:pt x="9775355" y="6275496"/>
                </a:lnTo>
                <a:lnTo>
                  <a:pt x="9887983" y="6274880"/>
                </a:lnTo>
                <a:lnTo>
                  <a:pt x="9890532" y="6268348"/>
                </a:lnTo>
                <a:lnTo>
                  <a:pt x="9753316" y="6130130"/>
                </a:lnTo>
                <a:lnTo>
                  <a:pt x="9753316" y="5926690"/>
                </a:lnTo>
                <a:lnTo>
                  <a:pt x="9735798" y="5919908"/>
                </a:lnTo>
                <a:cubicBezTo>
                  <a:pt x="9725943" y="5911149"/>
                  <a:pt x="9721016" y="5899106"/>
                  <a:pt x="9721016" y="5886788"/>
                </a:cubicBezTo>
                <a:lnTo>
                  <a:pt x="9730549" y="5864368"/>
                </a:lnTo>
                <a:close/>
                <a:moveTo>
                  <a:pt x="2667171" y="5573915"/>
                </a:moveTo>
                <a:lnTo>
                  <a:pt x="2377239" y="5863847"/>
                </a:lnTo>
                <a:lnTo>
                  <a:pt x="2380126" y="5868175"/>
                </a:lnTo>
                <a:cubicBezTo>
                  <a:pt x="2387005" y="5885419"/>
                  <a:pt x="2382490" y="5905127"/>
                  <a:pt x="2369349" y="5919908"/>
                </a:cubicBezTo>
                <a:lnTo>
                  <a:pt x="2354023" y="5925841"/>
                </a:lnTo>
                <a:lnTo>
                  <a:pt x="2354023" y="6130130"/>
                </a:lnTo>
                <a:lnTo>
                  <a:pt x="2214951" y="6269201"/>
                </a:lnTo>
                <a:lnTo>
                  <a:pt x="2217162" y="6274879"/>
                </a:lnTo>
                <a:lnTo>
                  <a:pt x="2331284" y="6275500"/>
                </a:lnTo>
                <a:lnTo>
                  <a:pt x="2470081" y="6136701"/>
                </a:lnTo>
                <a:lnTo>
                  <a:pt x="2470079" y="6136700"/>
                </a:lnTo>
                <a:cubicBezTo>
                  <a:pt x="2456941" y="6123561"/>
                  <a:pt x="2456941" y="6101663"/>
                  <a:pt x="2470079" y="6088524"/>
                </a:cubicBezTo>
                <a:cubicBezTo>
                  <a:pt x="2483218" y="6075386"/>
                  <a:pt x="2505115" y="6075386"/>
                  <a:pt x="2518254" y="6088524"/>
                </a:cubicBezTo>
                <a:lnTo>
                  <a:pt x="2527214" y="6110422"/>
                </a:lnTo>
                <a:lnTo>
                  <a:pt x="2667171" y="6110422"/>
                </a:lnTo>
                <a:close/>
                <a:moveTo>
                  <a:pt x="10285440" y="5530122"/>
                </a:moveTo>
                <a:lnTo>
                  <a:pt x="9975978" y="5531725"/>
                </a:lnTo>
                <a:lnTo>
                  <a:pt x="10002168" y="5557858"/>
                </a:lnTo>
                <a:lnTo>
                  <a:pt x="10021568" y="5549830"/>
                </a:lnTo>
                <a:cubicBezTo>
                  <a:pt x="10033064" y="5549830"/>
                  <a:pt x="10044561" y="5554210"/>
                  <a:pt x="10053320" y="5562969"/>
                </a:cubicBezTo>
                <a:lnTo>
                  <a:pt x="10061475" y="5582678"/>
                </a:lnTo>
                <a:lnTo>
                  <a:pt x="10337995" y="5582678"/>
                </a:lnTo>
                <a:close/>
                <a:moveTo>
                  <a:pt x="1819698" y="5530122"/>
                </a:moveTo>
                <a:lnTo>
                  <a:pt x="1767142" y="5582678"/>
                </a:lnTo>
                <a:lnTo>
                  <a:pt x="2043665" y="5582678"/>
                </a:lnTo>
                <a:lnTo>
                  <a:pt x="2051820" y="5562969"/>
                </a:lnTo>
                <a:cubicBezTo>
                  <a:pt x="2060579" y="5554210"/>
                  <a:pt x="2072077" y="5549830"/>
                  <a:pt x="2083574" y="5549830"/>
                </a:cubicBezTo>
                <a:lnTo>
                  <a:pt x="2104493" y="5558485"/>
                </a:lnTo>
                <a:lnTo>
                  <a:pt x="2131252" y="5531728"/>
                </a:lnTo>
                <a:close/>
                <a:moveTo>
                  <a:pt x="5572975" y="5488514"/>
                </a:moveTo>
                <a:lnTo>
                  <a:pt x="5572975" y="5562970"/>
                </a:lnTo>
                <a:lnTo>
                  <a:pt x="5745971" y="5735967"/>
                </a:lnTo>
                <a:lnTo>
                  <a:pt x="5745971" y="5661511"/>
                </a:lnTo>
                <a:close/>
                <a:moveTo>
                  <a:pt x="4962021" y="5405947"/>
                </a:moveTo>
                <a:lnTo>
                  <a:pt x="4780284" y="5588152"/>
                </a:lnTo>
                <a:lnTo>
                  <a:pt x="4780284" y="5590156"/>
                </a:lnTo>
                <a:lnTo>
                  <a:pt x="4944660" y="5755611"/>
                </a:lnTo>
                <a:lnTo>
                  <a:pt x="4966404" y="5746914"/>
                </a:lnTo>
                <a:cubicBezTo>
                  <a:pt x="4992681" y="5746914"/>
                  <a:pt x="5012390" y="5766621"/>
                  <a:pt x="5012390" y="5792900"/>
                </a:cubicBezTo>
                <a:cubicBezTo>
                  <a:pt x="5012390" y="5806039"/>
                  <a:pt x="5007461" y="5817535"/>
                  <a:pt x="4999251" y="5825746"/>
                </a:cubicBezTo>
                <a:lnTo>
                  <a:pt x="4977359" y="5834505"/>
                </a:lnTo>
                <a:lnTo>
                  <a:pt x="4977359" y="6133449"/>
                </a:lnTo>
                <a:lnTo>
                  <a:pt x="5188020" y="5921990"/>
                </a:lnTo>
                <a:lnTo>
                  <a:pt x="5190965" y="5914545"/>
                </a:lnTo>
                <a:lnTo>
                  <a:pt x="4962021" y="5685599"/>
                </a:lnTo>
                <a:close/>
                <a:moveTo>
                  <a:pt x="4622602" y="5400934"/>
                </a:moveTo>
                <a:lnTo>
                  <a:pt x="4421155" y="5602385"/>
                </a:lnTo>
                <a:lnTo>
                  <a:pt x="4421155" y="5915528"/>
                </a:lnTo>
                <a:lnTo>
                  <a:pt x="4748110" y="5588571"/>
                </a:lnTo>
                <a:lnTo>
                  <a:pt x="4622602" y="5462238"/>
                </a:lnTo>
                <a:close/>
                <a:moveTo>
                  <a:pt x="5465677" y="5381213"/>
                </a:moveTo>
                <a:lnTo>
                  <a:pt x="5465677" y="5760051"/>
                </a:lnTo>
                <a:lnTo>
                  <a:pt x="5594477" y="5888853"/>
                </a:lnTo>
                <a:lnTo>
                  <a:pt x="5722917" y="5761088"/>
                </a:lnTo>
                <a:lnTo>
                  <a:pt x="5537939" y="5576108"/>
                </a:lnTo>
                <a:lnTo>
                  <a:pt x="5537939" y="5453477"/>
                </a:lnTo>
                <a:close/>
                <a:moveTo>
                  <a:pt x="5301440" y="5354945"/>
                </a:moveTo>
                <a:lnTo>
                  <a:pt x="5301440" y="5595818"/>
                </a:lnTo>
                <a:lnTo>
                  <a:pt x="5310198" y="5604574"/>
                </a:lnTo>
                <a:lnTo>
                  <a:pt x="5310198" y="5364949"/>
                </a:lnTo>
                <a:lnTo>
                  <a:pt x="5304724" y="5362602"/>
                </a:lnTo>
                <a:close/>
                <a:moveTo>
                  <a:pt x="10150446" y="5326659"/>
                </a:moveTo>
                <a:lnTo>
                  <a:pt x="10136813" y="5326751"/>
                </a:lnTo>
                <a:lnTo>
                  <a:pt x="10278869" y="5468807"/>
                </a:lnTo>
                <a:lnTo>
                  <a:pt x="10321360" y="5468807"/>
                </a:lnTo>
                <a:lnTo>
                  <a:pt x="10200488" y="5348682"/>
                </a:lnTo>
                <a:lnTo>
                  <a:pt x="10182519" y="5356033"/>
                </a:lnTo>
                <a:cubicBezTo>
                  <a:pt x="10173759" y="5356034"/>
                  <a:pt x="10165000" y="5352748"/>
                  <a:pt x="10158430" y="5346178"/>
                </a:cubicBezTo>
                <a:close/>
                <a:moveTo>
                  <a:pt x="1954689" y="5326659"/>
                </a:moveTo>
                <a:lnTo>
                  <a:pt x="1946705" y="5346178"/>
                </a:lnTo>
                <a:cubicBezTo>
                  <a:pt x="1940136" y="5352748"/>
                  <a:pt x="1931375" y="5356034"/>
                  <a:pt x="1922616" y="5356033"/>
                </a:cubicBezTo>
                <a:lnTo>
                  <a:pt x="1904746" y="5348723"/>
                </a:lnTo>
                <a:lnTo>
                  <a:pt x="1784663" y="5468807"/>
                </a:lnTo>
                <a:lnTo>
                  <a:pt x="1826272" y="5468807"/>
                </a:lnTo>
                <a:lnTo>
                  <a:pt x="1968328" y="5326751"/>
                </a:lnTo>
                <a:close/>
                <a:moveTo>
                  <a:pt x="4744116" y="5309015"/>
                </a:moveTo>
                <a:lnTo>
                  <a:pt x="4725537" y="5316617"/>
                </a:lnTo>
                <a:lnTo>
                  <a:pt x="4712324" y="5311211"/>
                </a:lnTo>
                <a:lnTo>
                  <a:pt x="4644501" y="5379036"/>
                </a:lnTo>
                <a:lnTo>
                  <a:pt x="4644501" y="5453479"/>
                </a:lnTo>
                <a:lnTo>
                  <a:pt x="4756193" y="5565907"/>
                </a:lnTo>
                <a:lnTo>
                  <a:pt x="4756193" y="5314011"/>
                </a:lnTo>
                <a:close/>
                <a:moveTo>
                  <a:pt x="7362072" y="5308564"/>
                </a:moveTo>
                <a:lnTo>
                  <a:pt x="7348907" y="5314011"/>
                </a:lnTo>
                <a:lnTo>
                  <a:pt x="7348907" y="5580488"/>
                </a:lnTo>
                <a:lnTo>
                  <a:pt x="7683948" y="5915530"/>
                </a:lnTo>
                <a:lnTo>
                  <a:pt x="7683948" y="5601288"/>
                </a:lnTo>
                <a:lnTo>
                  <a:pt x="7394904" y="5311237"/>
                </a:lnTo>
                <a:lnTo>
                  <a:pt x="7381754" y="5316617"/>
                </a:lnTo>
                <a:close/>
                <a:moveTo>
                  <a:pt x="8673742" y="5276105"/>
                </a:moveTo>
                <a:lnTo>
                  <a:pt x="8673742" y="5773194"/>
                </a:lnTo>
                <a:lnTo>
                  <a:pt x="9214624" y="6314076"/>
                </a:lnTo>
                <a:lnTo>
                  <a:pt x="9214624" y="6035968"/>
                </a:lnTo>
                <a:lnTo>
                  <a:pt x="8848079" y="5669422"/>
                </a:lnTo>
                <a:lnTo>
                  <a:pt x="8837977" y="5673555"/>
                </a:lnTo>
                <a:cubicBezTo>
                  <a:pt x="8829217" y="5673555"/>
                  <a:pt x="8820458" y="5670270"/>
                  <a:pt x="8813889" y="5663701"/>
                </a:cubicBezTo>
                <a:cubicBezTo>
                  <a:pt x="8800749" y="5650562"/>
                  <a:pt x="8800749" y="5628664"/>
                  <a:pt x="8813889" y="5615525"/>
                </a:cubicBezTo>
                <a:cubicBezTo>
                  <a:pt x="8820458" y="5608956"/>
                  <a:pt x="8829217" y="5605670"/>
                  <a:pt x="8837977" y="5605670"/>
                </a:cubicBezTo>
                <a:lnTo>
                  <a:pt x="8854122" y="5612276"/>
                </a:lnTo>
                <a:lnTo>
                  <a:pt x="8855495" y="5608956"/>
                </a:lnTo>
                <a:cubicBezTo>
                  <a:pt x="8873014" y="5591437"/>
                  <a:pt x="8901482" y="5591437"/>
                  <a:pt x="8919000" y="5608956"/>
                </a:cubicBezTo>
                <a:cubicBezTo>
                  <a:pt x="8927760" y="5617715"/>
                  <a:pt x="8932138" y="5629211"/>
                  <a:pt x="8932138" y="5640708"/>
                </a:cubicBezTo>
                <a:lnTo>
                  <a:pt x="8920282" y="5669363"/>
                </a:lnTo>
                <a:lnTo>
                  <a:pt x="9214624" y="5963706"/>
                </a:lnTo>
                <a:lnTo>
                  <a:pt x="9214624" y="5569540"/>
                </a:lnTo>
                <a:lnTo>
                  <a:pt x="8921190" y="5276105"/>
                </a:lnTo>
                <a:close/>
                <a:moveTo>
                  <a:pt x="3183963" y="5276105"/>
                </a:moveTo>
                <a:lnTo>
                  <a:pt x="2892718" y="5569540"/>
                </a:lnTo>
                <a:lnTo>
                  <a:pt x="2892718" y="5962640"/>
                </a:lnTo>
                <a:lnTo>
                  <a:pt x="3186456" y="5667895"/>
                </a:lnTo>
                <a:lnTo>
                  <a:pt x="3175209" y="5640708"/>
                </a:lnTo>
                <a:cubicBezTo>
                  <a:pt x="3175209" y="5629211"/>
                  <a:pt x="3179588" y="5617715"/>
                  <a:pt x="3188347" y="5608956"/>
                </a:cubicBezTo>
                <a:cubicBezTo>
                  <a:pt x="3205864" y="5591437"/>
                  <a:pt x="3234330" y="5591437"/>
                  <a:pt x="3251849" y="5608956"/>
                </a:cubicBezTo>
                <a:lnTo>
                  <a:pt x="3252904" y="5611508"/>
                </a:lnTo>
                <a:lnTo>
                  <a:pt x="3267172" y="5605670"/>
                </a:lnTo>
                <a:cubicBezTo>
                  <a:pt x="3275931" y="5605670"/>
                  <a:pt x="3284690" y="5608956"/>
                  <a:pt x="3291259" y="5615525"/>
                </a:cubicBezTo>
                <a:cubicBezTo>
                  <a:pt x="3304398" y="5628664"/>
                  <a:pt x="3304398" y="5650562"/>
                  <a:pt x="3291259" y="5663701"/>
                </a:cubicBezTo>
                <a:cubicBezTo>
                  <a:pt x="3284690" y="5670270"/>
                  <a:pt x="3275931" y="5673555"/>
                  <a:pt x="3267172" y="5673555"/>
                </a:cubicBezTo>
                <a:lnTo>
                  <a:pt x="3257140" y="5669452"/>
                </a:lnTo>
                <a:lnTo>
                  <a:pt x="2892718" y="6035547"/>
                </a:lnTo>
                <a:lnTo>
                  <a:pt x="2892718" y="6314075"/>
                </a:lnTo>
                <a:lnTo>
                  <a:pt x="3431411" y="5775381"/>
                </a:lnTo>
                <a:lnTo>
                  <a:pt x="3431411" y="5276105"/>
                </a:lnTo>
                <a:close/>
                <a:moveTo>
                  <a:pt x="5093412" y="5274215"/>
                </a:moveTo>
                <a:lnTo>
                  <a:pt x="4979544" y="5388382"/>
                </a:lnTo>
                <a:lnTo>
                  <a:pt x="4979544" y="5679030"/>
                </a:lnTo>
                <a:lnTo>
                  <a:pt x="5202878" y="5900392"/>
                </a:lnTo>
                <a:lnTo>
                  <a:pt x="5214743" y="5895165"/>
                </a:lnTo>
                <a:lnTo>
                  <a:pt x="5277356" y="5832317"/>
                </a:lnTo>
                <a:lnTo>
                  <a:pt x="5277356" y="5602387"/>
                </a:lnTo>
                <a:lnTo>
                  <a:pt x="5093412" y="5418442"/>
                </a:lnTo>
                <a:close/>
                <a:moveTo>
                  <a:pt x="5445971" y="5254171"/>
                </a:moveTo>
                <a:lnTo>
                  <a:pt x="5445971" y="5298002"/>
                </a:lnTo>
                <a:lnTo>
                  <a:pt x="5448158" y="5300189"/>
                </a:lnTo>
                <a:lnTo>
                  <a:pt x="5448158" y="5256396"/>
                </a:lnTo>
                <a:close/>
                <a:moveTo>
                  <a:pt x="8461329" y="5252017"/>
                </a:moveTo>
                <a:lnTo>
                  <a:pt x="8461329" y="5560780"/>
                </a:lnTo>
                <a:lnTo>
                  <a:pt x="8640893" y="5740345"/>
                </a:lnTo>
                <a:lnTo>
                  <a:pt x="8640893" y="5276105"/>
                </a:lnTo>
                <a:lnTo>
                  <a:pt x="8485417" y="5276105"/>
                </a:lnTo>
                <a:close/>
                <a:moveTo>
                  <a:pt x="3646000" y="5249828"/>
                </a:moveTo>
                <a:lnTo>
                  <a:pt x="3619723" y="5276105"/>
                </a:lnTo>
                <a:lnTo>
                  <a:pt x="3464262" y="5276105"/>
                </a:lnTo>
                <a:lnTo>
                  <a:pt x="3464262" y="5742529"/>
                </a:lnTo>
                <a:lnTo>
                  <a:pt x="3646000" y="5560780"/>
                </a:lnTo>
                <a:close/>
                <a:moveTo>
                  <a:pt x="8374564" y="5165252"/>
                </a:moveTo>
                <a:lnTo>
                  <a:pt x="8374298" y="5283802"/>
                </a:lnTo>
                <a:lnTo>
                  <a:pt x="8379211" y="5295814"/>
                </a:lnTo>
                <a:lnTo>
                  <a:pt x="8374243" y="5307958"/>
                </a:lnTo>
                <a:lnTo>
                  <a:pt x="8373738" y="5532313"/>
                </a:lnTo>
                <a:lnTo>
                  <a:pt x="8640893" y="5798902"/>
                </a:lnTo>
                <a:lnTo>
                  <a:pt x="8640893" y="5788522"/>
                </a:lnTo>
                <a:lnTo>
                  <a:pt x="8426292" y="5573920"/>
                </a:lnTo>
                <a:lnTo>
                  <a:pt x="8426292" y="5216980"/>
                </a:lnTo>
                <a:close/>
                <a:moveTo>
                  <a:pt x="3731404" y="5164419"/>
                </a:moveTo>
                <a:lnTo>
                  <a:pt x="3678846" y="5216981"/>
                </a:lnTo>
                <a:lnTo>
                  <a:pt x="3678846" y="5573920"/>
                </a:lnTo>
                <a:lnTo>
                  <a:pt x="3464262" y="5788516"/>
                </a:lnTo>
                <a:lnTo>
                  <a:pt x="3464262" y="5798902"/>
                </a:lnTo>
                <a:lnTo>
                  <a:pt x="3731404" y="5532313"/>
                </a:lnTo>
                <a:lnTo>
                  <a:pt x="3731404" y="5309213"/>
                </a:lnTo>
                <a:lnTo>
                  <a:pt x="3725924" y="5295814"/>
                </a:lnTo>
                <a:lnTo>
                  <a:pt x="3731404" y="5282414"/>
                </a:lnTo>
                <a:close/>
                <a:moveTo>
                  <a:pt x="4622602" y="5162249"/>
                </a:moveTo>
                <a:lnTo>
                  <a:pt x="4438674" y="5346179"/>
                </a:lnTo>
                <a:cubicBezTo>
                  <a:pt x="4451817" y="5359318"/>
                  <a:pt x="4451817" y="5381216"/>
                  <a:pt x="4438674" y="5394355"/>
                </a:cubicBezTo>
                <a:lnTo>
                  <a:pt x="4421155" y="5401521"/>
                </a:lnTo>
                <a:lnTo>
                  <a:pt x="4421155" y="5578298"/>
                </a:lnTo>
                <a:lnTo>
                  <a:pt x="4622602" y="5376850"/>
                </a:lnTo>
                <a:close/>
                <a:moveTo>
                  <a:pt x="8673742" y="5146905"/>
                </a:moveTo>
                <a:lnTo>
                  <a:pt x="8673742" y="5243258"/>
                </a:lnTo>
                <a:lnTo>
                  <a:pt x="8934328" y="5243258"/>
                </a:lnTo>
                <a:lnTo>
                  <a:pt x="9247471" y="5556400"/>
                </a:lnTo>
                <a:lnTo>
                  <a:pt x="9247471" y="5996554"/>
                </a:lnTo>
                <a:lnTo>
                  <a:pt x="9361340" y="6110422"/>
                </a:lnTo>
                <a:lnTo>
                  <a:pt x="9394188" y="6110422"/>
                </a:lnTo>
                <a:lnTo>
                  <a:pt x="9394188" y="5543262"/>
                </a:lnTo>
                <a:lnTo>
                  <a:pt x="9113754" y="5262828"/>
                </a:lnTo>
                <a:lnTo>
                  <a:pt x="9104859" y="5266798"/>
                </a:lnTo>
                <a:cubicBezTo>
                  <a:pt x="9092541" y="5266798"/>
                  <a:pt x="9079949" y="5261871"/>
                  <a:pt x="9070095" y="5252017"/>
                </a:cubicBezTo>
                <a:cubicBezTo>
                  <a:pt x="9061336" y="5243258"/>
                  <a:pt x="9056410" y="5230667"/>
                  <a:pt x="9056136" y="5218076"/>
                </a:cubicBezTo>
                <a:lnTo>
                  <a:pt x="9058032" y="5207105"/>
                </a:lnTo>
                <a:lnTo>
                  <a:pt x="8997832" y="5146905"/>
                </a:lnTo>
                <a:close/>
                <a:moveTo>
                  <a:pt x="8461329" y="5146905"/>
                </a:moveTo>
                <a:lnTo>
                  <a:pt x="8461329" y="5203841"/>
                </a:lnTo>
                <a:lnTo>
                  <a:pt x="8500746" y="5243258"/>
                </a:lnTo>
                <a:lnTo>
                  <a:pt x="8640893" y="5243258"/>
                </a:lnTo>
                <a:lnTo>
                  <a:pt x="8640893" y="5146905"/>
                </a:lnTo>
                <a:close/>
                <a:moveTo>
                  <a:pt x="3464262" y="5146905"/>
                </a:moveTo>
                <a:lnTo>
                  <a:pt x="3464262" y="5243258"/>
                </a:lnTo>
                <a:lnTo>
                  <a:pt x="3606587" y="5243258"/>
                </a:lnTo>
                <a:lnTo>
                  <a:pt x="3646000" y="5203720"/>
                </a:lnTo>
                <a:lnTo>
                  <a:pt x="3646000" y="5146905"/>
                </a:lnTo>
                <a:close/>
                <a:moveTo>
                  <a:pt x="3109512" y="5146905"/>
                </a:moveTo>
                <a:lnTo>
                  <a:pt x="3047440" y="5208979"/>
                </a:lnTo>
                <a:lnTo>
                  <a:pt x="3049010" y="5218076"/>
                </a:lnTo>
                <a:cubicBezTo>
                  <a:pt x="3048738" y="5230667"/>
                  <a:pt x="3043810" y="5243258"/>
                  <a:pt x="3035049" y="5252017"/>
                </a:cubicBezTo>
                <a:cubicBezTo>
                  <a:pt x="3025198" y="5261871"/>
                  <a:pt x="3012605" y="5266798"/>
                  <a:pt x="3000290" y="5266798"/>
                </a:cubicBezTo>
                <a:lnTo>
                  <a:pt x="2992912" y="5263507"/>
                </a:lnTo>
                <a:lnTo>
                  <a:pt x="2713158" y="5543262"/>
                </a:lnTo>
                <a:lnTo>
                  <a:pt x="2713158" y="6110422"/>
                </a:lnTo>
                <a:lnTo>
                  <a:pt x="2745441" y="6110422"/>
                </a:lnTo>
                <a:lnTo>
                  <a:pt x="2857680" y="5997796"/>
                </a:lnTo>
                <a:lnTo>
                  <a:pt x="2857680" y="5556400"/>
                </a:lnTo>
                <a:lnTo>
                  <a:pt x="3170825" y="5243258"/>
                </a:lnTo>
                <a:lnTo>
                  <a:pt x="3431411" y="5243258"/>
                </a:lnTo>
                <a:lnTo>
                  <a:pt x="3431411" y="5146905"/>
                </a:lnTo>
                <a:close/>
                <a:moveTo>
                  <a:pt x="6658680" y="5124569"/>
                </a:moveTo>
                <a:lnTo>
                  <a:pt x="6644636" y="5130331"/>
                </a:lnTo>
                <a:lnTo>
                  <a:pt x="6636125" y="5150190"/>
                </a:lnTo>
                <a:lnTo>
                  <a:pt x="6624081" y="5155352"/>
                </a:lnTo>
                <a:lnTo>
                  <a:pt x="6624081" y="5565160"/>
                </a:lnTo>
                <a:lnTo>
                  <a:pt x="6845251" y="5786330"/>
                </a:lnTo>
                <a:lnTo>
                  <a:pt x="6845251" y="5311142"/>
                </a:lnTo>
                <a:close/>
                <a:moveTo>
                  <a:pt x="8374682" y="5112813"/>
                </a:moveTo>
                <a:lnTo>
                  <a:pt x="8374673" y="5117184"/>
                </a:lnTo>
                <a:lnTo>
                  <a:pt x="8426292" y="5168804"/>
                </a:lnTo>
                <a:lnTo>
                  <a:pt x="8426292" y="5146905"/>
                </a:lnTo>
                <a:lnTo>
                  <a:pt x="8408774" y="5146905"/>
                </a:lnTo>
                <a:close/>
                <a:moveTo>
                  <a:pt x="3731404" y="5111867"/>
                </a:moveTo>
                <a:lnTo>
                  <a:pt x="3696366" y="5146905"/>
                </a:lnTo>
                <a:lnTo>
                  <a:pt x="3678846" y="5146905"/>
                </a:lnTo>
                <a:lnTo>
                  <a:pt x="3678846" y="5170772"/>
                </a:lnTo>
                <a:lnTo>
                  <a:pt x="3731404" y="5118048"/>
                </a:lnTo>
                <a:close/>
                <a:moveTo>
                  <a:pt x="9308609" y="5065883"/>
                </a:moveTo>
                <a:lnTo>
                  <a:pt x="9306047" y="5091066"/>
                </a:lnTo>
                <a:lnTo>
                  <a:pt x="9304046" y="5093882"/>
                </a:lnTo>
                <a:lnTo>
                  <a:pt x="9809389" y="5598007"/>
                </a:lnTo>
                <a:lnTo>
                  <a:pt x="9978036" y="5598007"/>
                </a:lnTo>
                <a:lnTo>
                  <a:pt x="9976676" y="5594722"/>
                </a:lnTo>
                <a:lnTo>
                  <a:pt x="9984708" y="5575312"/>
                </a:lnTo>
                <a:lnTo>
                  <a:pt x="9941395" y="5531905"/>
                </a:lnTo>
                <a:lnTo>
                  <a:pt x="9862807" y="5532312"/>
                </a:lnTo>
                <a:lnTo>
                  <a:pt x="9415520" y="5085026"/>
                </a:lnTo>
                <a:lnTo>
                  <a:pt x="9400757" y="5091065"/>
                </a:lnTo>
                <a:cubicBezTo>
                  <a:pt x="9391997" y="5091065"/>
                  <a:pt x="9383239" y="5087781"/>
                  <a:pt x="9376669" y="5081211"/>
                </a:cubicBezTo>
                <a:lnTo>
                  <a:pt x="9370398" y="5065883"/>
                </a:lnTo>
                <a:close/>
                <a:moveTo>
                  <a:pt x="9150508" y="5065883"/>
                </a:moveTo>
                <a:lnTo>
                  <a:pt x="9662584" y="5579484"/>
                </a:lnTo>
                <a:lnTo>
                  <a:pt x="9678863" y="5572824"/>
                </a:lnTo>
                <a:cubicBezTo>
                  <a:pt x="9687623" y="5572824"/>
                  <a:pt x="9696382" y="5576109"/>
                  <a:pt x="9702951" y="5582679"/>
                </a:cubicBezTo>
                <a:lnTo>
                  <a:pt x="9709294" y="5598007"/>
                </a:lnTo>
                <a:lnTo>
                  <a:pt x="9745479" y="5598007"/>
                </a:lnTo>
                <a:lnTo>
                  <a:pt x="9273947" y="5125319"/>
                </a:lnTo>
                <a:lnTo>
                  <a:pt x="9270429" y="5127608"/>
                </a:lnTo>
                <a:cubicBezTo>
                  <a:pt x="9247333" y="5136641"/>
                  <a:pt x="9219003" y="5132125"/>
                  <a:pt x="9199294" y="5114058"/>
                </a:cubicBezTo>
                <a:cubicBezTo>
                  <a:pt x="9186155" y="5102015"/>
                  <a:pt x="9179586" y="5085590"/>
                  <a:pt x="9179586" y="5068893"/>
                </a:cubicBezTo>
                <a:lnTo>
                  <a:pt x="9180185" y="5065883"/>
                </a:lnTo>
                <a:close/>
                <a:moveTo>
                  <a:pt x="2927156" y="5065883"/>
                </a:moveTo>
                <a:lnTo>
                  <a:pt x="2927758" y="5068893"/>
                </a:lnTo>
                <a:cubicBezTo>
                  <a:pt x="2927758" y="5077242"/>
                  <a:pt x="2926116" y="5085522"/>
                  <a:pt x="2922831" y="5093221"/>
                </a:cubicBezTo>
                <a:lnTo>
                  <a:pt x="2908051" y="5114058"/>
                </a:lnTo>
                <a:lnTo>
                  <a:pt x="2885981" y="5127608"/>
                </a:lnTo>
                <a:cubicBezTo>
                  <a:pt x="2878006" y="5130619"/>
                  <a:pt x="2869590" y="5132125"/>
                  <a:pt x="2861242" y="5132125"/>
                </a:cubicBezTo>
                <a:lnTo>
                  <a:pt x="2836414" y="5122193"/>
                </a:lnTo>
                <a:lnTo>
                  <a:pt x="2360596" y="5598007"/>
                </a:lnTo>
                <a:lnTo>
                  <a:pt x="2398044" y="5598007"/>
                </a:lnTo>
                <a:lnTo>
                  <a:pt x="2404385" y="5582679"/>
                </a:lnTo>
                <a:cubicBezTo>
                  <a:pt x="2410956" y="5576109"/>
                  <a:pt x="2419714" y="5572824"/>
                  <a:pt x="2428473" y="5572824"/>
                </a:cubicBezTo>
                <a:lnTo>
                  <a:pt x="2443238" y="5578865"/>
                </a:lnTo>
                <a:lnTo>
                  <a:pt x="2908051" y="5114058"/>
                </a:lnTo>
                <a:lnTo>
                  <a:pt x="2956221" y="5065883"/>
                </a:lnTo>
                <a:close/>
                <a:moveTo>
                  <a:pt x="2736943" y="5065883"/>
                </a:moveTo>
                <a:lnTo>
                  <a:pt x="2730674" y="5081211"/>
                </a:lnTo>
                <a:cubicBezTo>
                  <a:pt x="2724104" y="5087781"/>
                  <a:pt x="2715343" y="5091065"/>
                  <a:pt x="2706584" y="5091065"/>
                </a:cubicBezTo>
                <a:lnTo>
                  <a:pt x="2690330" y="5084416"/>
                </a:lnTo>
                <a:lnTo>
                  <a:pt x="2244529" y="5532312"/>
                </a:lnTo>
                <a:lnTo>
                  <a:pt x="2163932" y="5531897"/>
                </a:lnTo>
                <a:lnTo>
                  <a:pt x="2120461" y="5575363"/>
                </a:lnTo>
                <a:lnTo>
                  <a:pt x="2128470" y="5594722"/>
                </a:lnTo>
                <a:lnTo>
                  <a:pt x="2127112" y="5598007"/>
                </a:lnTo>
                <a:lnTo>
                  <a:pt x="2295763" y="5598007"/>
                </a:lnTo>
                <a:lnTo>
                  <a:pt x="2802390" y="5092606"/>
                </a:lnTo>
                <a:lnTo>
                  <a:pt x="2801295" y="5091066"/>
                </a:lnTo>
                <a:lnTo>
                  <a:pt x="2798735" y="5065883"/>
                </a:lnTo>
                <a:close/>
                <a:moveTo>
                  <a:pt x="4620584" y="5061343"/>
                </a:moveTo>
                <a:lnTo>
                  <a:pt x="4403638" y="5278294"/>
                </a:lnTo>
                <a:lnTo>
                  <a:pt x="4403638" y="5340804"/>
                </a:lnTo>
                <a:lnTo>
                  <a:pt x="4414588" y="5336324"/>
                </a:lnTo>
                <a:lnTo>
                  <a:pt x="4421615" y="5339200"/>
                </a:lnTo>
                <a:lnTo>
                  <a:pt x="4622602" y="5138805"/>
                </a:lnTo>
                <a:lnTo>
                  <a:pt x="4622602" y="5062178"/>
                </a:lnTo>
                <a:close/>
                <a:moveTo>
                  <a:pt x="9427910" y="4984859"/>
                </a:moveTo>
                <a:lnTo>
                  <a:pt x="9959009" y="5514794"/>
                </a:lnTo>
                <a:lnTo>
                  <a:pt x="10294199" y="5514794"/>
                </a:lnTo>
                <a:lnTo>
                  <a:pt x="10362083" y="5582678"/>
                </a:lnTo>
                <a:lnTo>
                  <a:pt x="10435937" y="5582678"/>
                </a:lnTo>
                <a:lnTo>
                  <a:pt x="10345596" y="5492895"/>
                </a:lnTo>
                <a:lnTo>
                  <a:pt x="10270111" y="5492895"/>
                </a:lnTo>
                <a:lnTo>
                  <a:pt x="10104762" y="5326970"/>
                </a:lnTo>
                <a:lnTo>
                  <a:pt x="9856237" y="5328660"/>
                </a:lnTo>
                <a:lnTo>
                  <a:pt x="9684866" y="5157290"/>
                </a:lnTo>
                <a:lnTo>
                  <a:pt x="9670103" y="5163329"/>
                </a:lnTo>
                <a:cubicBezTo>
                  <a:pt x="9661344" y="5163329"/>
                  <a:pt x="9652585" y="5160044"/>
                  <a:pt x="9646015" y="5153475"/>
                </a:cubicBezTo>
                <a:cubicBezTo>
                  <a:pt x="9632877" y="5140337"/>
                  <a:pt x="9632877" y="5118438"/>
                  <a:pt x="9646015" y="5105300"/>
                </a:cubicBezTo>
                <a:cubicBezTo>
                  <a:pt x="9659154" y="5092160"/>
                  <a:pt x="9681052" y="5092160"/>
                  <a:pt x="9694191" y="5105300"/>
                </a:cubicBezTo>
                <a:cubicBezTo>
                  <a:pt x="9700761" y="5111869"/>
                  <a:pt x="9704046" y="5120628"/>
                  <a:pt x="9704046" y="5129387"/>
                </a:cubicBezTo>
                <a:lnTo>
                  <a:pt x="9697370" y="5145706"/>
                </a:lnTo>
                <a:lnTo>
                  <a:pt x="9864996" y="5313331"/>
                </a:lnTo>
                <a:lnTo>
                  <a:pt x="10088146" y="5310296"/>
                </a:lnTo>
                <a:lnTo>
                  <a:pt x="9763839" y="4984859"/>
                </a:lnTo>
                <a:close/>
                <a:moveTo>
                  <a:pt x="9069724" y="4984859"/>
                </a:moveTo>
                <a:lnTo>
                  <a:pt x="9133041" y="5048364"/>
                </a:lnTo>
                <a:lnTo>
                  <a:pt x="9183675" y="5048364"/>
                </a:lnTo>
                <a:lnTo>
                  <a:pt x="9184513" y="5044155"/>
                </a:lnTo>
                <a:cubicBezTo>
                  <a:pt x="9187798" y="5036183"/>
                  <a:pt x="9192725" y="5028656"/>
                  <a:pt x="9199294" y="5022086"/>
                </a:cubicBezTo>
                <a:cubicBezTo>
                  <a:pt x="9211339" y="5010043"/>
                  <a:pt x="9227762" y="5004020"/>
                  <a:pt x="9244459" y="5004021"/>
                </a:cubicBezTo>
                <a:cubicBezTo>
                  <a:pt x="9261156" y="5004020"/>
                  <a:pt x="9278127" y="5010043"/>
                  <a:pt x="9291266" y="5022086"/>
                </a:cubicBezTo>
                <a:lnTo>
                  <a:pt x="9306140" y="5048364"/>
                </a:lnTo>
                <a:lnTo>
                  <a:pt x="9370398" y="5048364"/>
                </a:lnTo>
                <a:lnTo>
                  <a:pt x="9376669" y="5033036"/>
                </a:lnTo>
                <a:cubicBezTo>
                  <a:pt x="9389808" y="5019896"/>
                  <a:pt x="9411706" y="5019896"/>
                  <a:pt x="9424845" y="5033036"/>
                </a:cubicBezTo>
                <a:cubicBezTo>
                  <a:pt x="9431414" y="5039605"/>
                  <a:pt x="9434699" y="5048365"/>
                  <a:pt x="9434699" y="5057124"/>
                </a:cubicBezTo>
                <a:lnTo>
                  <a:pt x="9428628" y="5071965"/>
                </a:lnTo>
                <a:lnTo>
                  <a:pt x="9869376" y="5514794"/>
                </a:lnTo>
                <a:lnTo>
                  <a:pt x="9924321" y="5514794"/>
                </a:lnTo>
                <a:lnTo>
                  <a:pt x="9395534" y="4984859"/>
                </a:lnTo>
                <a:close/>
                <a:moveTo>
                  <a:pt x="2710970" y="4984859"/>
                </a:moveTo>
                <a:lnTo>
                  <a:pt x="2181033" y="5514794"/>
                </a:lnTo>
                <a:lnTo>
                  <a:pt x="2235768" y="5514794"/>
                </a:lnTo>
                <a:lnTo>
                  <a:pt x="2678680" y="5071890"/>
                </a:lnTo>
                <a:lnTo>
                  <a:pt x="2672639" y="5057124"/>
                </a:lnTo>
                <a:cubicBezTo>
                  <a:pt x="2672639" y="5048365"/>
                  <a:pt x="2675925" y="5039605"/>
                  <a:pt x="2682493" y="5033036"/>
                </a:cubicBezTo>
                <a:cubicBezTo>
                  <a:pt x="2695634" y="5019896"/>
                  <a:pt x="2717533" y="5019896"/>
                  <a:pt x="2730674" y="5033036"/>
                </a:cubicBezTo>
                <a:lnTo>
                  <a:pt x="2736943" y="5048364"/>
                </a:lnTo>
                <a:lnTo>
                  <a:pt x="2801202" y="5048364"/>
                </a:lnTo>
                <a:lnTo>
                  <a:pt x="2816078" y="5022086"/>
                </a:lnTo>
                <a:cubicBezTo>
                  <a:pt x="2829217" y="5010043"/>
                  <a:pt x="2846187" y="5004020"/>
                  <a:pt x="2862883" y="5004021"/>
                </a:cubicBezTo>
                <a:cubicBezTo>
                  <a:pt x="2879580" y="5004020"/>
                  <a:pt x="2896005" y="5010043"/>
                  <a:pt x="2908051" y="5022086"/>
                </a:cubicBezTo>
                <a:cubicBezTo>
                  <a:pt x="2914621" y="5028656"/>
                  <a:pt x="2919547" y="5036183"/>
                  <a:pt x="2922831" y="5044155"/>
                </a:cubicBezTo>
                <a:lnTo>
                  <a:pt x="2923669" y="5048364"/>
                </a:lnTo>
                <a:lnTo>
                  <a:pt x="2973740" y="5048364"/>
                </a:lnTo>
                <a:lnTo>
                  <a:pt x="3037245" y="4984859"/>
                </a:lnTo>
                <a:close/>
                <a:moveTo>
                  <a:pt x="2343080" y="4984859"/>
                </a:moveTo>
                <a:lnTo>
                  <a:pt x="2017653" y="5310275"/>
                </a:lnTo>
                <a:lnTo>
                  <a:pt x="2242341" y="5313331"/>
                </a:lnTo>
                <a:lnTo>
                  <a:pt x="2408412" y="5147260"/>
                </a:lnTo>
                <a:lnTo>
                  <a:pt x="2401104" y="5129387"/>
                </a:lnTo>
                <a:cubicBezTo>
                  <a:pt x="2401104" y="5120628"/>
                  <a:pt x="2404388" y="5111869"/>
                  <a:pt x="2410957" y="5105300"/>
                </a:cubicBezTo>
                <a:cubicBezTo>
                  <a:pt x="2424095" y="5092160"/>
                  <a:pt x="2445994" y="5092160"/>
                  <a:pt x="2459132" y="5105300"/>
                </a:cubicBezTo>
                <a:cubicBezTo>
                  <a:pt x="2472272" y="5118438"/>
                  <a:pt x="2472272" y="5140337"/>
                  <a:pt x="2459132" y="5153475"/>
                </a:cubicBezTo>
                <a:cubicBezTo>
                  <a:pt x="2452564" y="5160044"/>
                  <a:pt x="2443805" y="5163329"/>
                  <a:pt x="2435046" y="5163329"/>
                </a:cubicBezTo>
                <a:lnTo>
                  <a:pt x="2420280" y="5157290"/>
                </a:lnTo>
                <a:lnTo>
                  <a:pt x="2248910" y="5328660"/>
                </a:lnTo>
                <a:lnTo>
                  <a:pt x="2000956" y="5326974"/>
                </a:lnTo>
                <a:lnTo>
                  <a:pt x="1835032" y="5492895"/>
                </a:lnTo>
                <a:lnTo>
                  <a:pt x="1760576" y="5492895"/>
                </a:lnTo>
                <a:lnTo>
                  <a:pt x="1670792" y="5582678"/>
                </a:lnTo>
                <a:lnTo>
                  <a:pt x="1745244" y="5582678"/>
                </a:lnTo>
                <a:lnTo>
                  <a:pt x="1813127" y="5514794"/>
                </a:lnTo>
                <a:lnTo>
                  <a:pt x="2148188" y="5514794"/>
                </a:lnTo>
                <a:lnTo>
                  <a:pt x="2678121" y="4984859"/>
                </a:lnTo>
                <a:close/>
                <a:moveTo>
                  <a:pt x="5080989" y="4966645"/>
                </a:moveTo>
                <a:lnTo>
                  <a:pt x="4802825" y="5244807"/>
                </a:lnTo>
                <a:lnTo>
                  <a:pt x="4815311" y="5275010"/>
                </a:lnTo>
                <a:cubicBezTo>
                  <a:pt x="4815311" y="5286507"/>
                  <a:pt x="4810944" y="5298003"/>
                  <a:pt x="4802182" y="5306762"/>
                </a:cubicBezTo>
                <a:lnTo>
                  <a:pt x="4780284" y="5315824"/>
                </a:lnTo>
                <a:lnTo>
                  <a:pt x="4780284" y="5556400"/>
                </a:lnTo>
                <a:lnTo>
                  <a:pt x="4962021" y="5374660"/>
                </a:lnTo>
                <a:lnTo>
                  <a:pt x="4962021" y="5356815"/>
                </a:lnTo>
                <a:lnTo>
                  <a:pt x="4949977" y="5351653"/>
                </a:lnTo>
                <a:cubicBezTo>
                  <a:pt x="4943954" y="5345631"/>
                  <a:pt x="4940122" y="5337419"/>
                  <a:pt x="4940122" y="5328659"/>
                </a:cubicBezTo>
                <a:cubicBezTo>
                  <a:pt x="4940122" y="5311141"/>
                  <a:pt x="4955450" y="5295813"/>
                  <a:pt x="4972970" y="5295813"/>
                </a:cubicBezTo>
                <a:cubicBezTo>
                  <a:pt x="4990490" y="5295813"/>
                  <a:pt x="5005818" y="5311141"/>
                  <a:pt x="5005818" y="5328659"/>
                </a:cubicBezTo>
                <a:lnTo>
                  <a:pt x="5004390" y="5332293"/>
                </a:lnTo>
                <a:lnTo>
                  <a:pt x="5093412" y="5243266"/>
                </a:lnTo>
                <a:lnTo>
                  <a:pt x="5093412" y="5033037"/>
                </a:lnTo>
                <a:lnTo>
                  <a:pt x="5082462" y="5028656"/>
                </a:lnTo>
                <a:cubicBezTo>
                  <a:pt x="5074250" y="5020444"/>
                  <a:pt x="5069323" y="5008947"/>
                  <a:pt x="5069323" y="4995808"/>
                </a:cubicBezTo>
                <a:close/>
                <a:moveTo>
                  <a:pt x="8673742" y="4952014"/>
                </a:moveTo>
                <a:lnTo>
                  <a:pt x="8673742" y="5103109"/>
                </a:lnTo>
                <a:lnTo>
                  <a:pt x="9015350" y="5103109"/>
                </a:lnTo>
                <a:lnTo>
                  <a:pt x="9089182" y="5176561"/>
                </a:lnTo>
                <a:lnTo>
                  <a:pt x="9103217" y="5170994"/>
                </a:lnTo>
                <a:cubicBezTo>
                  <a:pt x="9115534" y="5170994"/>
                  <a:pt x="9128126" y="5175374"/>
                  <a:pt x="9137980" y="5184133"/>
                </a:cubicBezTo>
                <a:cubicBezTo>
                  <a:pt x="9146739" y="5193987"/>
                  <a:pt x="9151119" y="5206031"/>
                  <a:pt x="9151119" y="5218075"/>
                </a:cubicBezTo>
                <a:lnTo>
                  <a:pt x="9145501" y="5232589"/>
                </a:lnTo>
                <a:lnTo>
                  <a:pt x="9440173" y="5525743"/>
                </a:lnTo>
                <a:lnTo>
                  <a:pt x="9440169" y="5527929"/>
                </a:lnTo>
                <a:lnTo>
                  <a:pt x="9755482" y="5843241"/>
                </a:lnTo>
                <a:lnTo>
                  <a:pt x="9768919" y="5837245"/>
                </a:lnTo>
                <a:cubicBezTo>
                  <a:pt x="9781236" y="5837244"/>
                  <a:pt x="9793828" y="5842171"/>
                  <a:pt x="9803682" y="5852025"/>
                </a:cubicBezTo>
                <a:cubicBezTo>
                  <a:pt x="9823390" y="5869543"/>
                  <a:pt x="9823390" y="5900200"/>
                  <a:pt x="9803682" y="5919908"/>
                </a:cubicBezTo>
                <a:lnTo>
                  <a:pt x="9786163" y="5926690"/>
                </a:lnTo>
                <a:lnTo>
                  <a:pt x="9786163" y="6116991"/>
                </a:lnTo>
                <a:lnTo>
                  <a:pt x="9910006" y="6239875"/>
                </a:lnTo>
                <a:lnTo>
                  <a:pt x="9931786" y="6230862"/>
                </a:lnTo>
                <a:cubicBezTo>
                  <a:pt x="9943282" y="6230862"/>
                  <a:pt x="9954779" y="6235242"/>
                  <a:pt x="9963538" y="6244001"/>
                </a:cubicBezTo>
                <a:cubicBezTo>
                  <a:pt x="9972297" y="6252761"/>
                  <a:pt x="9976676" y="6264257"/>
                  <a:pt x="9976676" y="6275753"/>
                </a:cubicBezTo>
                <a:lnTo>
                  <a:pt x="9967796" y="6297216"/>
                </a:lnTo>
                <a:lnTo>
                  <a:pt x="10068648" y="6397287"/>
                </a:lnTo>
                <a:lnTo>
                  <a:pt x="10215366" y="6397287"/>
                </a:lnTo>
                <a:lnTo>
                  <a:pt x="10121204" y="6303125"/>
                </a:lnTo>
                <a:lnTo>
                  <a:pt x="10121204" y="6031069"/>
                </a:lnTo>
                <a:lnTo>
                  <a:pt x="10121067" y="6031041"/>
                </a:lnTo>
                <a:cubicBezTo>
                  <a:pt x="10113266" y="6027757"/>
                  <a:pt x="10105874" y="6022830"/>
                  <a:pt x="10099305" y="6016261"/>
                </a:cubicBezTo>
                <a:cubicBezTo>
                  <a:pt x="10081239" y="5998195"/>
                  <a:pt x="10076723" y="5970275"/>
                  <a:pt x="10085756" y="5946357"/>
                </a:cubicBezTo>
                <a:lnTo>
                  <a:pt x="10088507" y="5941877"/>
                </a:lnTo>
                <a:lnTo>
                  <a:pt x="9762954" y="5615525"/>
                </a:lnTo>
                <a:lnTo>
                  <a:pt x="9708790" y="5615525"/>
                </a:lnTo>
                <a:lnTo>
                  <a:pt x="9702951" y="5628664"/>
                </a:lnTo>
                <a:lnTo>
                  <a:pt x="9702951" y="5630854"/>
                </a:lnTo>
                <a:cubicBezTo>
                  <a:pt x="9689812" y="5643993"/>
                  <a:pt x="9667914" y="5643993"/>
                  <a:pt x="9654775" y="5630854"/>
                </a:cubicBezTo>
                <a:cubicBezTo>
                  <a:pt x="9648205" y="5624285"/>
                  <a:pt x="9644921" y="5615526"/>
                  <a:pt x="9644921" y="5606766"/>
                </a:cubicBezTo>
                <a:lnTo>
                  <a:pt x="9650960" y="5592003"/>
                </a:lnTo>
                <a:lnTo>
                  <a:pt x="9124842" y="5065883"/>
                </a:lnTo>
                <a:lnTo>
                  <a:pt x="8787611" y="5065883"/>
                </a:lnTo>
                <a:close/>
                <a:moveTo>
                  <a:pt x="3431411" y="4952012"/>
                </a:moveTo>
                <a:lnTo>
                  <a:pt x="3317540" y="5065883"/>
                </a:lnTo>
                <a:lnTo>
                  <a:pt x="2981921" y="5065883"/>
                </a:lnTo>
                <a:lnTo>
                  <a:pt x="2455760" y="5590503"/>
                </a:lnTo>
                <a:lnTo>
                  <a:pt x="2462414" y="5606766"/>
                </a:lnTo>
                <a:cubicBezTo>
                  <a:pt x="2462414" y="5615526"/>
                  <a:pt x="2459128" y="5624285"/>
                  <a:pt x="2452560" y="5630854"/>
                </a:cubicBezTo>
                <a:cubicBezTo>
                  <a:pt x="2439422" y="5643993"/>
                  <a:pt x="2417526" y="5643993"/>
                  <a:pt x="2404385" y="5630854"/>
                </a:cubicBezTo>
                <a:lnTo>
                  <a:pt x="2404385" y="5628664"/>
                </a:lnTo>
                <a:lnTo>
                  <a:pt x="2398547" y="5615525"/>
                </a:lnTo>
                <a:lnTo>
                  <a:pt x="2343080" y="5615525"/>
                </a:lnTo>
                <a:lnTo>
                  <a:pt x="2018021" y="5940574"/>
                </a:lnTo>
                <a:lnTo>
                  <a:pt x="2021571" y="5946357"/>
                </a:lnTo>
                <a:cubicBezTo>
                  <a:pt x="2030605" y="5970275"/>
                  <a:pt x="2026088" y="5998195"/>
                  <a:pt x="2008023" y="6016261"/>
                </a:cubicBezTo>
                <a:lnTo>
                  <a:pt x="1983941" y="6026582"/>
                </a:lnTo>
                <a:lnTo>
                  <a:pt x="1983941" y="6303125"/>
                </a:lnTo>
                <a:lnTo>
                  <a:pt x="1889777" y="6397287"/>
                </a:lnTo>
                <a:lnTo>
                  <a:pt x="2036490" y="6397287"/>
                </a:lnTo>
                <a:lnTo>
                  <a:pt x="2137355" y="6297215"/>
                </a:lnTo>
                <a:lnTo>
                  <a:pt x="2128473" y="6275753"/>
                </a:lnTo>
                <a:cubicBezTo>
                  <a:pt x="2128473" y="6264257"/>
                  <a:pt x="2132854" y="6252761"/>
                  <a:pt x="2141613" y="6244001"/>
                </a:cubicBezTo>
                <a:cubicBezTo>
                  <a:pt x="2150375" y="6235242"/>
                  <a:pt x="2161872" y="6230862"/>
                  <a:pt x="2173367" y="6230862"/>
                </a:cubicBezTo>
                <a:lnTo>
                  <a:pt x="2195144" y="6239874"/>
                </a:lnTo>
                <a:lnTo>
                  <a:pt x="2318987" y="6116991"/>
                </a:lnTo>
                <a:lnTo>
                  <a:pt x="2318987" y="5926691"/>
                </a:lnTo>
                <a:lnTo>
                  <a:pt x="2301464" y="5919908"/>
                </a:lnTo>
                <a:cubicBezTo>
                  <a:pt x="2283947" y="5900200"/>
                  <a:pt x="2281755" y="5869543"/>
                  <a:pt x="2301464" y="5852025"/>
                </a:cubicBezTo>
                <a:cubicBezTo>
                  <a:pt x="2311319" y="5842171"/>
                  <a:pt x="2323909" y="5837244"/>
                  <a:pt x="2336229" y="5837245"/>
                </a:cubicBezTo>
                <a:lnTo>
                  <a:pt x="2349667" y="5843242"/>
                </a:lnTo>
                <a:lnTo>
                  <a:pt x="2959834" y="5233076"/>
                </a:lnTo>
                <a:lnTo>
                  <a:pt x="2954027" y="5218075"/>
                </a:lnTo>
                <a:cubicBezTo>
                  <a:pt x="2954026" y="5206031"/>
                  <a:pt x="2958407" y="5193987"/>
                  <a:pt x="2967168" y="5184133"/>
                </a:cubicBezTo>
                <a:cubicBezTo>
                  <a:pt x="2977021" y="5175374"/>
                  <a:pt x="2989613" y="5170994"/>
                  <a:pt x="3001932" y="5170994"/>
                </a:cubicBezTo>
                <a:lnTo>
                  <a:pt x="3016243" y="5176672"/>
                </a:lnTo>
                <a:lnTo>
                  <a:pt x="3089803" y="5103109"/>
                </a:lnTo>
                <a:lnTo>
                  <a:pt x="3431411" y="5103109"/>
                </a:lnTo>
                <a:close/>
                <a:moveTo>
                  <a:pt x="3156012" y="4892304"/>
                </a:moveTo>
                <a:lnTo>
                  <a:pt x="3087341" y="4960771"/>
                </a:lnTo>
                <a:lnTo>
                  <a:pt x="3107342" y="4960771"/>
                </a:lnTo>
                <a:lnTo>
                  <a:pt x="3170064" y="4898052"/>
                </a:lnTo>
                <a:close/>
                <a:moveTo>
                  <a:pt x="9305012" y="4862230"/>
                </a:moveTo>
                <a:lnTo>
                  <a:pt x="9403770" y="4960771"/>
                </a:lnTo>
                <a:lnTo>
                  <a:pt x="9739835" y="4960771"/>
                </a:lnTo>
                <a:lnTo>
                  <a:pt x="9667956" y="4888642"/>
                </a:lnTo>
                <a:lnTo>
                  <a:pt x="9647110" y="4897267"/>
                </a:lnTo>
                <a:cubicBezTo>
                  <a:pt x="9635615" y="4897267"/>
                  <a:pt x="9624119" y="4892888"/>
                  <a:pt x="9615359" y="4884128"/>
                </a:cubicBezTo>
                <a:lnTo>
                  <a:pt x="9606375" y="4862230"/>
                </a:lnTo>
                <a:close/>
                <a:moveTo>
                  <a:pt x="8978125" y="4862230"/>
                </a:moveTo>
                <a:lnTo>
                  <a:pt x="9076666" y="4960771"/>
                </a:lnTo>
                <a:lnTo>
                  <a:pt x="9371498" y="4960771"/>
                </a:lnTo>
                <a:lnTo>
                  <a:pt x="9273171" y="4862230"/>
                </a:lnTo>
                <a:close/>
                <a:moveTo>
                  <a:pt x="3203868" y="4862230"/>
                </a:moveTo>
                <a:lnTo>
                  <a:pt x="3204455" y="4863662"/>
                </a:lnTo>
                <a:lnTo>
                  <a:pt x="3205883" y="4862230"/>
                </a:lnTo>
                <a:close/>
                <a:moveTo>
                  <a:pt x="2833599" y="4862230"/>
                </a:moveTo>
                <a:lnTo>
                  <a:pt x="2735059" y="4960771"/>
                </a:lnTo>
                <a:lnTo>
                  <a:pt x="3061333" y="4960771"/>
                </a:lnTo>
                <a:lnTo>
                  <a:pt x="3143367" y="4878740"/>
                </a:lnTo>
                <a:lnTo>
                  <a:pt x="3136881" y="4864146"/>
                </a:lnTo>
                <a:lnTo>
                  <a:pt x="3137673" y="4862230"/>
                </a:lnTo>
                <a:close/>
                <a:moveTo>
                  <a:pt x="2500965" y="4862230"/>
                </a:moveTo>
                <a:lnTo>
                  <a:pt x="2491982" y="4884128"/>
                </a:lnTo>
                <a:cubicBezTo>
                  <a:pt x="2483223" y="4892888"/>
                  <a:pt x="2471726" y="4897267"/>
                  <a:pt x="2460230" y="4897267"/>
                </a:cubicBezTo>
                <a:lnTo>
                  <a:pt x="2439322" y="4888616"/>
                </a:lnTo>
                <a:lnTo>
                  <a:pt x="2367168" y="4960771"/>
                </a:lnTo>
                <a:lnTo>
                  <a:pt x="2702210" y="4960771"/>
                </a:lnTo>
                <a:lnTo>
                  <a:pt x="2800751" y="4862230"/>
                </a:lnTo>
                <a:close/>
                <a:moveTo>
                  <a:pt x="5221521" y="4826108"/>
                </a:moveTo>
                <a:lnTo>
                  <a:pt x="5086146" y="4961488"/>
                </a:lnTo>
                <a:lnTo>
                  <a:pt x="5115308" y="4949822"/>
                </a:lnTo>
                <a:cubicBezTo>
                  <a:pt x="5141584" y="4949822"/>
                  <a:pt x="5161292" y="4969530"/>
                  <a:pt x="5161292" y="4995808"/>
                </a:cubicBezTo>
                <a:cubicBezTo>
                  <a:pt x="5161292" y="5008947"/>
                  <a:pt x="5155819" y="5020444"/>
                  <a:pt x="5147331" y="5028656"/>
                </a:cubicBezTo>
                <a:lnTo>
                  <a:pt x="5115309" y="5041795"/>
                </a:lnTo>
                <a:lnTo>
                  <a:pt x="5115309" y="5221368"/>
                </a:lnTo>
                <a:lnTo>
                  <a:pt x="5154359" y="5182317"/>
                </a:lnTo>
                <a:lnTo>
                  <a:pt x="5143787" y="5156760"/>
                </a:lnTo>
                <a:cubicBezTo>
                  <a:pt x="5143787" y="5145263"/>
                  <a:pt x="5148168" y="5133766"/>
                  <a:pt x="5156928" y="5125007"/>
                </a:cubicBezTo>
                <a:cubicBezTo>
                  <a:pt x="5174443" y="5107488"/>
                  <a:pt x="5202910" y="5107488"/>
                  <a:pt x="5220422" y="5125007"/>
                </a:cubicBezTo>
                <a:cubicBezTo>
                  <a:pt x="5237951" y="5142525"/>
                  <a:pt x="5237951" y="5170994"/>
                  <a:pt x="5220422" y="5188511"/>
                </a:cubicBezTo>
                <a:cubicBezTo>
                  <a:pt x="5211666" y="5197271"/>
                  <a:pt x="5200178" y="5201651"/>
                  <a:pt x="5188684" y="5201650"/>
                </a:cubicBezTo>
                <a:lnTo>
                  <a:pt x="5172476" y="5194946"/>
                </a:lnTo>
                <a:lnTo>
                  <a:pt x="5115309" y="5252260"/>
                </a:lnTo>
                <a:lnTo>
                  <a:pt x="5115309" y="5409683"/>
                </a:lnTo>
                <a:lnTo>
                  <a:pt x="5277356" y="5571730"/>
                </a:lnTo>
                <a:lnTo>
                  <a:pt x="5277356" y="4881939"/>
                </a:lnTo>
                <a:close/>
                <a:moveTo>
                  <a:pt x="6869339" y="4809675"/>
                </a:moveTo>
                <a:lnTo>
                  <a:pt x="6869339" y="5302381"/>
                </a:lnTo>
                <a:lnTo>
                  <a:pt x="7327009" y="5760053"/>
                </a:lnTo>
                <a:lnTo>
                  <a:pt x="7327009" y="5589247"/>
                </a:lnTo>
                <a:lnTo>
                  <a:pt x="6932684" y="5194921"/>
                </a:lnTo>
                <a:lnTo>
                  <a:pt x="6916420" y="5201650"/>
                </a:lnTo>
                <a:cubicBezTo>
                  <a:pt x="6904923" y="5201651"/>
                  <a:pt x="6893427" y="5197271"/>
                  <a:pt x="6884668" y="5188511"/>
                </a:cubicBezTo>
                <a:cubicBezTo>
                  <a:pt x="6867149" y="5170994"/>
                  <a:pt x="6867149" y="5142525"/>
                  <a:pt x="6884668" y="5125007"/>
                </a:cubicBezTo>
                <a:cubicBezTo>
                  <a:pt x="6902186" y="5107488"/>
                  <a:pt x="6930653" y="5107488"/>
                  <a:pt x="6948172" y="5125007"/>
                </a:cubicBezTo>
                <a:cubicBezTo>
                  <a:pt x="6956931" y="5133766"/>
                  <a:pt x="6961311" y="5145263"/>
                  <a:pt x="6961311" y="5156760"/>
                </a:cubicBezTo>
                <a:lnTo>
                  <a:pt x="6950736" y="5182317"/>
                </a:lnTo>
                <a:lnTo>
                  <a:pt x="7327009" y="5558590"/>
                </a:lnTo>
                <a:lnTo>
                  <a:pt x="7327009" y="5316730"/>
                </a:lnTo>
                <a:lnTo>
                  <a:pt x="7302921" y="5306762"/>
                </a:lnTo>
                <a:cubicBezTo>
                  <a:pt x="7285402" y="5289244"/>
                  <a:pt x="7285402" y="5260777"/>
                  <a:pt x="7302921" y="5243258"/>
                </a:cubicBezTo>
                <a:lnTo>
                  <a:pt x="7302922" y="5243258"/>
                </a:lnTo>
                <a:close/>
                <a:moveTo>
                  <a:pt x="8375376" y="4804745"/>
                </a:moveTo>
                <a:lnTo>
                  <a:pt x="8374825" y="5049452"/>
                </a:lnTo>
                <a:lnTo>
                  <a:pt x="8426292" y="5100919"/>
                </a:lnTo>
                <a:lnTo>
                  <a:pt x="8426292" y="4855661"/>
                </a:lnTo>
                <a:close/>
                <a:moveTo>
                  <a:pt x="3731404" y="4803100"/>
                </a:moveTo>
                <a:lnTo>
                  <a:pt x="3678846" y="4855661"/>
                </a:lnTo>
                <a:lnTo>
                  <a:pt x="3678846" y="5100925"/>
                </a:lnTo>
                <a:lnTo>
                  <a:pt x="3731404" y="5048364"/>
                </a:lnTo>
                <a:close/>
                <a:moveTo>
                  <a:pt x="5932103" y="4787776"/>
                </a:moveTo>
                <a:lnTo>
                  <a:pt x="5826992" y="4892887"/>
                </a:lnTo>
                <a:lnTo>
                  <a:pt x="5826992" y="5679029"/>
                </a:lnTo>
                <a:lnTo>
                  <a:pt x="5932103" y="5784141"/>
                </a:lnTo>
                <a:lnTo>
                  <a:pt x="5932103" y="5681219"/>
                </a:lnTo>
                <a:lnTo>
                  <a:pt x="5910205" y="5672460"/>
                </a:lnTo>
                <a:cubicBezTo>
                  <a:pt x="5901994" y="5664249"/>
                  <a:pt x="5897067" y="5652753"/>
                  <a:pt x="5897067" y="5639614"/>
                </a:cubicBezTo>
                <a:cubicBezTo>
                  <a:pt x="5897067" y="5626475"/>
                  <a:pt x="5901994" y="5614978"/>
                  <a:pt x="5910205" y="5606766"/>
                </a:cubicBezTo>
                <a:lnTo>
                  <a:pt x="5932103" y="5598007"/>
                </a:lnTo>
                <a:lnTo>
                  <a:pt x="5932103" y="5096540"/>
                </a:lnTo>
                <a:lnTo>
                  <a:pt x="5932103" y="5096539"/>
                </a:lnTo>
                <a:close/>
                <a:moveTo>
                  <a:pt x="6839411" y="4746901"/>
                </a:moveTo>
                <a:lnTo>
                  <a:pt x="6845251" y="4752741"/>
                </a:lnTo>
                <a:lnTo>
                  <a:pt x="6845251" y="4749236"/>
                </a:lnTo>
                <a:close/>
                <a:moveTo>
                  <a:pt x="5323339" y="4724295"/>
                </a:moveTo>
                <a:lnTo>
                  <a:pt x="5237947" y="4809685"/>
                </a:lnTo>
                <a:lnTo>
                  <a:pt x="5301440" y="4873179"/>
                </a:lnTo>
                <a:lnTo>
                  <a:pt x="5301440" y="5324274"/>
                </a:lnTo>
                <a:lnTo>
                  <a:pt x="5304724" y="5316617"/>
                </a:lnTo>
                <a:cubicBezTo>
                  <a:pt x="5310745" y="5310594"/>
                  <a:pt x="5318958" y="5306762"/>
                  <a:pt x="5327717" y="5306762"/>
                </a:cubicBezTo>
                <a:cubicBezTo>
                  <a:pt x="5345233" y="5306762"/>
                  <a:pt x="5360564" y="5322090"/>
                  <a:pt x="5360564" y="5339609"/>
                </a:cubicBezTo>
                <a:cubicBezTo>
                  <a:pt x="5360564" y="5348368"/>
                  <a:pt x="5356731" y="5356580"/>
                  <a:pt x="5350709" y="5362602"/>
                </a:cubicBezTo>
                <a:lnTo>
                  <a:pt x="5327717" y="5372456"/>
                </a:lnTo>
                <a:lnTo>
                  <a:pt x="5327717" y="5622093"/>
                </a:lnTo>
                <a:lnTo>
                  <a:pt x="5448158" y="5742533"/>
                </a:lnTo>
                <a:lnTo>
                  <a:pt x="5448158" y="5363694"/>
                </a:lnTo>
                <a:lnTo>
                  <a:pt x="5399984" y="5315521"/>
                </a:lnTo>
                <a:lnTo>
                  <a:pt x="5399984" y="5207378"/>
                </a:lnTo>
                <a:lnTo>
                  <a:pt x="5323339" y="5129386"/>
                </a:lnTo>
                <a:close/>
                <a:moveTo>
                  <a:pt x="8664583" y="4710736"/>
                </a:moveTo>
                <a:lnTo>
                  <a:pt x="8664563" y="4725952"/>
                </a:lnTo>
                <a:lnTo>
                  <a:pt x="8673742" y="4735221"/>
                </a:lnTo>
                <a:lnTo>
                  <a:pt x="8673742" y="4927925"/>
                </a:lnTo>
                <a:lnTo>
                  <a:pt x="8794181" y="5048364"/>
                </a:lnTo>
                <a:lnTo>
                  <a:pt x="9107323" y="5048364"/>
                </a:lnTo>
                <a:lnTo>
                  <a:pt x="8951281" y="4892322"/>
                </a:lnTo>
                <a:lnTo>
                  <a:pt x="8936517" y="4898363"/>
                </a:lnTo>
                <a:cubicBezTo>
                  <a:pt x="8927758" y="4898362"/>
                  <a:pt x="8918999" y="4895078"/>
                  <a:pt x="8912430" y="4888507"/>
                </a:cubicBezTo>
                <a:cubicBezTo>
                  <a:pt x="8905860" y="4881938"/>
                  <a:pt x="8902575" y="4873179"/>
                  <a:pt x="8902575" y="4864420"/>
                </a:cubicBezTo>
                <a:lnTo>
                  <a:pt x="8903471" y="4862230"/>
                </a:lnTo>
                <a:lnTo>
                  <a:pt x="8816077" y="4862230"/>
                </a:lnTo>
                <a:close/>
                <a:moveTo>
                  <a:pt x="3442365" y="4708944"/>
                </a:moveTo>
                <a:lnTo>
                  <a:pt x="3289077" y="4862230"/>
                </a:lnTo>
                <a:lnTo>
                  <a:pt x="3238728" y="4862230"/>
                </a:lnTo>
                <a:lnTo>
                  <a:pt x="3116104" y="4984859"/>
                </a:lnTo>
                <a:lnTo>
                  <a:pt x="3063183" y="4984859"/>
                </a:lnTo>
                <a:lnTo>
                  <a:pt x="2999494" y="5048364"/>
                </a:lnTo>
                <a:lnTo>
                  <a:pt x="3310971" y="5048364"/>
                </a:lnTo>
                <a:lnTo>
                  <a:pt x="3431411" y="4927924"/>
                </a:lnTo>
                <a:lnTo>
                  <a:pt x="3431411" y="4735221"/>
                </a:lnTo>
                <a:lnTo>
                  <a:pt x="3442365" y="4724266"/>
                </a:lnTo>
                <a:close/>
                <a:moveTo>
                  <a:pt x="5106551" y="4678298"/>
                </a:moveTo>
                <a:lnTo>
                  <a:pt x="4644501" y="5140351"/>
                </a:lnTo>
                <a:lnTo>
                  <a:pt x="4644501" y="5354952"/>
                </a:lnTo>
                <a:lnTo>
                  <a:pt x="4698905" y="5300546"/>
                </a:lnTo>
                <a:lnTo>
                  <a:pt x="4691597" y="5282674"/>
                </a:lnTo>
                <a:cubicBezTo>
                  <a:pt x="4691597" y="5273915"/>
                  <a:pt x="4694880" y="5265155"/>
                  <a:pt x="4701450" y="5258585"/>
                </a:cubicBezTo>
                <a:cubicBezTo>
                  <a:pt x="4708018" y="5252017"/>
                  <a:pt x="4716775" y="5248731"/>
                  <a:pt x="4725537" y="5248732"/>
                </a:cubicBezTo>
                <a:lnTo>
                  <a:pt x="4732961" y="5251770"/>
                </a:lnTo>
                <a:lnTo>
                  <a:pt x="4736486" y="5243258"/>
                </a:lnTo>
                <a:cubicBezTo>
                  <a:pt x="4746338" y="5234499"/>
                  <a:pt x="4758382" y="5230119"/>
                  <a:pt x="4770151" y="5230119"/>
                </a:cubicBezTo>
                <a:lnTo>
                  <a:pt x="4778888" y="5233702"/>
                </a:lnTo>
                <a:lnTo>
                  <a:pt x="5204003" y="4808588"/>
                </a:lnTo>
                <a:lnTo>
                  <a:pt x="5106551" y="4711133"/>
                </a:lnTo>
                <a:close/>
                <a:moveTo>
                  <a:pt x="5964950" y="4667267"/>
                </a:moveTo>
                <a:lnTo>
                  <a:pt x="5954002" y="4678286"/>
                </a:lnTo>
                <a:lnTo>
                  <a:pt x="5954002" y="4719891"/>
                </a:lnTo>
                <a:lnTo>
                  <a:pt x="5964950" y="4708943"/>
                </a:lnTo>
                <a:close/>
                <a:moveTo>
                  <a:pt x="3442365" y="4658589"/>
                </a:moveTo>
                <a:lnTo>
                  <a:pt x="3260626" y="4840331"/>
                </a:lnTo>
                <a:lnTo>
                  <a:pt x="3280318" y="4840331"/>
                </a:lnTo>
                <a:lnTo>
                  <a:pt x="3442365" y="4678286"/>
                </a:lnTo>
                <a:close/>
                <a:moveTo>
                  <a:pt x="8375716" y="4653987"/>
                </a:moveTo>
                <a:lnTo>
                  <a:pt x="8375485" y="4756678"/>
                </a:lnTo>
                <a:lnTo>
                  <a:pt x="8461329" y="4842523"/>
                </a:lnTo>
                <a:lnTo>
                  <a:pt x="8461329" y="5103109"/>
                </a:lnTo>
                <a:lnTo>
                  <a:pt x="8640893" y="5103109"/>
                </a:lnTo>
                <a:lnTo>
                  <a:pt x="8640893" y="4919165"/>
                </a:lnTo>
                <a:close/>
                <a:moveTo>
                  <a:pt x="3731404" y="4652002"/>
                </a:moveTo>
                <a:lnTo>
                  <a:pt x="3464262" y="4919161"/>
                </a:lnTo>
                <a:lnTo>
                  <a:pt x="3464262" y="5103109"/>
                </a:lnTo>
                <a:lnTo>
                  <a:pt x="3646000" y="5103109"/>
                </a:lnTo>
                <a:lnTo>
                  <a:pt x="3646000" y="4842523"/>
                </a:lnTo>
                <a:lnTo>
                  <a:pt x="3731404" y="4756674"/>
                </a:lnTo>
                <a:close/>
                <a:moveTo>
                  <a:pt x="5399984" y="4647648"/>
                </a:moveTo>
                <a:lnTo>
                  <a:pt x="5338667" y="4708966"/>
                </a:lnTo>
                <a:lnTo>
                  <a:pt x="5338667" y="5122818"/>
                </a:lnTo>
                <a:lnTo>
                  <a:pt x="5399984" y="5183079"/>
                </a:lnTo>
                <a:close/>
                <a:moveTo>
                  <a:pt x="5354875" y="4634647"/>
                </a:moveTo>
                <a:lnTo>
                  <a:pt x="5354540" y="4635585"/>
                </a:lnTo>
                <a:lnTo>
                  <a:pt x="5338667" y="4641934"/>
                </a:lnTo>
                <a:lnTo>
                  <a:pt x="5338667" y="4673926"/>
                </a:lnTo>
                <a:lnTo>
                  <a:pt x="5366166" y="4646429"/>
                </a:lnTo>
                <a:lnTo>
                  <a:pt x="5358392" y="4643249"/>
                </a:lnTo>
                <a:close/>
                <a:moveTo>
                  <a:pt x="6754275" y="4630110"/>
                </a:moveTo>
                <a:lnTo>
                  <a:pt x="6748900" y="4643249"/>
                </a:lnTo>
                <a:lnTo>
                  <a:pt x="6739575" y="4647064"/>
                </a:lnTo>
                <a:lnTo>
                  <a:pt x="6813865" y="4721355"/>
                </a:lnTo>
                <a:lnTo>
                  <a:pt x="6808025" y="4706754"/>
                </a:lnTo>
                <a:cubicBezTo>
                  <a:pt x="6808025" y="4680476"/>
                  <a:pt x="6829923" y="4660767"/>
                  <a:pt x="6854010" y="4660767"/>
                </a:cubicBezTo>
                <a:cubicBezTo>
                  <a:pt x="6880288" y="4660767"/>
                  <a:pt x="6899996" y="4680476"/>
                  <a:pt x="6899996" y="4706754"/>
                </a:cubicBezTo>
                <a:cubicBezTo>
                  <a:pt x="6899996" y="4719892"/>
                  <a:pt x="6894523" y="4731390"/>
                  <a:pt x="6886037" y="4739601"/>
                </a:cubicBezTo>
                <a:lnTo>
                  <a:pt x="6869339" y="4746451"/>
                </a:lnTo>
                <a:lnTo>
                  <a:pt x="6869339" y="4776828"/>
                </a:lnTo>
                <a:lnTo>
                  <a:pt x="7326212" y="5233702"/>
                </a:lnTo>
                <a:lnTo>
                  <a:pt x="7334947" y="5230119"/>
                </a:lnTo>
                <a:cubicBezTo>
                  <a:pt x="7346718" y="5230119"/>
                  <a:pt x="7358762" y="5234499"/>
                  <a:pt x="7368615" y="5243258"/>
                </a:cubicBezTo>
                <a:lnTo>
                  <a:pt x="7372455" y="5252536"/>
                </a:lnTo>
                <a:lnTo>
                  <a:pt x="7381754" y="5248732"/>
                </a:lnTo>
                <a:cubicBezTo>
                  <a:pt x="7390513" y="5248731"/>
                  <a:pt x="7399272" y="5252017"/>
                  <a:pt x="7405842" y="5258585"/>
                </a:cubicBezTo>
                <a:cubicBezTo>
                  <a:pt x="7412411" y="5265155"/>
                  <a:pt x="7415696" y="5273915"/>
                  <a:pt x="7415696" y="5282674"/>
                </a:cubicBezTo>
                <a:lnTo>
                  <a:pt x="7407749" y="5302100"/>
                </a:lnTo>
                <a:lnTo>
                  <a:pt x="7683948" y="5578299"/>
                </a:lnTo>
                <a:lnTo>
                  <a:pt x="7683948" y="5401521"/>
                </a:lnTo>
                <a:lnTo>
                  <a:pt x="7666429" y="5394355"/>
                </a:lnTo>
                <a:cubicBezTo>
                  <a:pt x="7653291" y="5381216"/>
                  <a:pt x="7653291" y="5359318"/>
                  <a:pt x="7666429" y="5346179"/>
                </a:cubicBezTo>
                <a:lnTo>
                  <a:pt x="7666466" y="5346164"/>
                </a:lnTo>
                <a:lnTo>
                  <a:pt x="6952552" y="4630110"/>
                </a:lnTo>
                <a:close/>
                <a:moveTo>
                  <a:pt x="5154735" y="4630110"/>
                </a:moveTo>
                <a:lnTo>
                  <a:pt x="5130638" y="4654209"/>
                </a:lnTo>
                <a:lnTo>
                  <a:pt x="5130638" y="4702375"/>
                </a:lnTo>
                <a:lnTo>
                  <a:pt x="5220422" y="4792165"/>
                </a:lnTo>
                <a:lnTo>
                  <a:pt x="5323339" y="4689255"/>
                </a:lnTo>
                <a:lnTo>
                  <a:pt x="5323339" y="4642625"/>
                </a:lnTo>
                <a:lnTo>
                  <a:pt x="5306913" y="4635585"/>
                </a:lnTo>
                <a:lnTo>
                  <a:pt x="5304565" y="4630110"/>
                </a:lnTo>
                <a:close/>
                <a:moveTo>
                  <a:pt x="6641600" y="4581936"/>
                </a:moveTo>
                <a:lnTo>
                  <a:pt x="6641600" y="5039605"/>
                </a:lnTo>
                <a:lnTo>
                  <a:pt x="6674446" y="5052743"/>
                </a:lnTo>
                <a:cubicBezTo>
                  <a:pt x="6682658" y="5060955"/>
                  <a:pt x="6687585" y="5072451"/>
                  <a:pt x="6687585" y="5085590"/>
                </a:cubicBezTo>
                <a:cubicBezTo>
                  <a:pt x="6687585" y="5092160"/>
                  <a:pt x="6686216" y="5098319"/>
                  <a:pt x="6683788" y="5103862"/>
                </a:cubicBezTo>
                <a:lnTo>
                  <a:pt x="6678460" y="5111503"/>
                </a:lnTo>
                <a:lnTo>
                  <a:pt x="6845251" y="5278294"/>
                </a:lnTo>
                <a:lnTo>
                  <a:pt x="6845251" y="4785587"/>
                </a:lnTo>
                <a:lnTo>
                  <a:pt x="6704430" y="4644765"/>
                </a:lnTo>
                <a:lnTo>
                  <a:pt x="6700724" y="4643249"/>
                </a:lnTo>
                <a:lnTo>
                  <a:pt x="6699209" y="4639545"/>
                </a:lnTo>
                <a:close/>
                <a:moveTo>
                  <a:pt x="8664757" y="4581710"/>
                </a:moveTo>
                <a:lnTo>
                  <a:pt x="8664627" y="4677932"/>
                </a:lnTo>
                <a:lnTo>
                  <a:pt x="8827027" y="4840331"/>
                </a:lnTo>
                <a:lnTo>
                  <a:pt x="8912430" y="4840331"/>
                </a:lnTo>
                <a:lnTo>
                  <a:pt x="8920200" y="4837153"/>
                </a:lnTo>
                <a:close/>
                <a:moveTo>
                  <a:pt x="5446757" y="4565837"/>
                </a:moveTo>
                <a:lnTo>
                  <a:pt x="5446583" y="4565957"/>
                </a:lnTo>
                <a:lnTo>
                  <a:pt x="5445971" y="4566081"/>
                </a:lnTo>
                <a:lnTo>
                  <a:pt x="5445971" y="4566623"/>
                </a:lnTo>
                <a:close/>
                <a:moveTo>
                  <a:pt x="7629203" y="4564417"/>
                </a:moveTo>
                <a:lnTo>
                  <a:pt x="8202216" y="5137430"/>
                </a:lnTo>
                <a:lnTo>
                  <a:pt x="8221820" y="5129387"/>
                </a:lnTo>
                <a:cubicBezTo>
                  <a:pt x="8233590" y="5129387"/>
                  <a:pt x="8245634" y="5133767"/>
                  <a:pt x="8255488" y="5142526"/>
                </a:cubicBezTo>
                <a:cubicBezTo>
                  <a:pt x="8264247" y="5151286"/>
                  <a:pt x="8268627" y="5162782"/>
                  <a:pt x="8268627" y="5174279"/>
                </a:cubicBezTo>
                <a:lnTo>
                  <a:pt x="8259333" y="5196738"/>
                </a:lnTo>
                <a:lnTo>
                  <a:pt x="8329942" y="5267346"/>
                </a:lnTo>
                <a:lnTo>
                  <a:pt x="8329942" y="5120629"/>
                </a:lnTo>
                <a:lnTo>
                  <a:pt x="7773730" y="4564417"/>
                </a:lnTo>
                <a:close/>
                <a:moveTo>
                  <a:pt x="4331369" y="4564417"/>
                </a:moveTo>
                <a:lnTo>
                  <a:pt x="3777394" y="5118435"/>
                </a:lnTo>
                <a:lnTo>
                  <a:pt x="3777394" y="5265152"/>
                </a:lnTo>
                <a:lnTo>
                  <a:pt x="3847357" y="5195187"/>
                </a:lnTo>
                <a:lnTo>
                  <a:pt x="3838705" y="5174279"/>
                </a:lnTo>
                <a:cubicBezTo>
                  <a:pt x="3838705" y="5162782"/>
                  <a:pt x="3843085" y="5151286"/>
                  <a:pt x="3851844" y="5142526"/>
                </a:cubicBezTo>
                <a:cubicBezTo>
                  <a:pt x="3861699" y="5133767"/>
                  <a:pt x="3873743" y="5129387"/>
                  <a:pt x="3885511" y="5129387"/>
                </a:cubicBezTo>
                <a:lnTo>
                  <a:pt x="3905115" y="5137430"/>
                </a:lnTo>
                <a:lnTo>
                  <a:pt x="4261294" y="4781207"/>
                </a:lnTo>
                <a:lnTo>
                  <a:pt x="4478094" y="4564417"/>
                </a:lnTo>
                <a:close/>
                <a:moveTo>
                  <a:pt x="3808048" y="4549092"/>
                </a:moveTo>
                <a:lnTo>
                  <a:pt x="3777394" y="4579745"/>
                </a:lnTo>
                <a:lnTo>
                  <a:pt x="3777394" y="4581930"/>
                </a:lnTo>
                <a:lnTo>
                  <a:pt x="3808048" y="4551277"/>
                </a:lnTo>
                <a:close/>
                <a:moveTo>
                  <a:pt x="8297094" y="4546898"/>
                </a:moveTo>
                <a:lnTo>
                  <a:pt x="8297094" y="4551277"/>
                </a:lnTo>
                <a:lnTo>
                  <a:pt x="8329942" y="4584124"/>
                </a:lnTo>
                <a:lnTo>
                  <a:pt x="8329942" y="4579745"/>
                </a:lnTo>
                <a:close/>
                <a:moveTo>
                  <a:pt x="8473290" y="4519443"/>
                </a:moveTo>
                <a:lnTo>
                  <a:pt x="8475564" y="4524999"/>
                </a:lnTo>
                <a:lnTo>
                  <a:pt x="8472639" y="4532147"/>
                </a:lnTo>
                <a:lnTo>
                  <a:pt x="8640893" y="4702051"/>
                </a:lnTo>
                <a:lnTo>
                  <a:pt x="8640893" y="4687046"/>
                </a:lnTo>
                <a:close/>
                <a:moveTo>
                  <a:pt x="3635551" y="4515742"/>
                </a:moveTo>
                <a:lnTo>
                  <a:pt x="3464262" y="4687046"/>
                </a:lnTo>
                <a:lnTo>
                  <a:pt x="3464262" y="4702370"/>
                </a:lnTo>
                <a:lnTo>
                  <a:pt x="3634628" y="4531994"/>
                </a:lnTo>
                <a:lnTo>
                  <a:pt x="3631765" y="4524999"/>
                </a:lnTo>
                <a:close/>
                <a:moveTo>
                  <a:pt x="7517522" y="4500911"/>
                </a:moveTo>
                <a:lnTo>
                  <a:pt x="7545990" y="4529380"/>
                </a:lnTo>
                <a:lnTo>
                  <a:pt x="7559129" y="4529380"/>
                </a:lnTo>
                <a:lnTo>
                  <a:pt x="7530661" y="4500911"/>
                </a:lnTo>
                <a:close/>
                <a:moveTo>
                  <a:pt x="7236496" y="4500911"/>
                </a:moveTo>
                <a:lnTo>
                  <a:pt x="7252555" y="4507481"/>
                </a:lnTo>
                <a:cubicBezTo>
                  <a:pt x="7259125" y="4514050"/>
                  <a:pt x="7262410" y="4522809"/>
                  <a:pt x="7262410" y="4531569"/>
                </a:cubicBezTo>
                <a:lnTo>
                  <a:pt x="7256370" y="4546333"/>
                </a:lnTo>
                <a:lnTo>
                  <a:pt x="7491245" y="4781207"/>
                </a:lnTo>
                <a:lnTo>
                  <a:pt x="7810957" y="4781207"/>
                </a:lnTo>
                <a:lnTo>
                  <a:pt x="7594166" y="4564417"/>
                </a:lnTo>
                <a:lnTo>
                  <a:pt x="7530662" y="4564417"/>
                </a:lnTo>
                <a:lnTo>
                  <a:pt x="7467961" y="4500911"/>
                </a:lnTo>
                <a:close/>
                <a:moveTo>
                  <a:pt x="4637142" y="4500911"/>
                </a:moveTo>
                <a:lnTo>
                  <a:pt x="4574444" y="4564417"/>
                </a:lnTo>
                <a:lnTo>
                  <a:pt x="4510936" y="4564417"/>
                </a:lnTo>
                <a:lnTo>
                  <a:pt x="4294140" y="4781207"/>
                </a:lnTo>
                <a:lnTo>
                  <a:pt x="4616048" y="4781207"/>
                </a:lnTo>
                <a:lnTo>
                  <a:pt x="4848792" y="4546487"/>
                </a:lnTo>
                <a:lnTo>
                  <a:pt x="4842691" y="4531569"/>
                </a:lnTo>
                <a:cubicBezTo>
                  <a:pt x="4842691" y="4522809"/>
                  <a:pt x="4845974" y="4514050"/>
                  <a:pt x="4852540" y="4507481"/>
                </a:cubicBezTo>
                <a:lnTo>
                  <a:pt x="4868599" y="4500911"/>
                </a:lnTo>
                <a:close/>
                <a:moveTo>
                  <a:pt x="4574444" y="4500911"/>
                </a:moveTo>
                <a:lnTo>
                  <a:pt x="4545981" y="4529380"/>
                </a:lnTo>
                <a:lnTo>
                  <a:pt x="4561300" y="4529380"/>
                </a:lnTo>
                <a:lnTo>
                  <a:pt x="4589385" y="4500911"/>
                </a:lnTo>
                <a:close/>
                <a:moveTo>
                  <a:pt x="6165625" y="4465287"/>
                </a:moveTo>
                <a:lnTo>
                  <a:pt x="5997797" y="4634207"/>
                </a:lnTo>
                <a:lnTo>
                  <a:pt x="5997797" y="4722083"/>
                </a:lnTo>
                <a:lnTo>
                  <a:pt x="5954002" y="4765878"/>
                </a:lnTo>
                <a:lnTo>
                  <a:pt x="5954002" y="5074641"/>
                </a:lnTo>
                <a:lnTo>
                  <a:pt x="6181740" y="4846902"/>
                </a:lnTo>
                <a:lnTo>
                  <a:pt x="6181740" y="4514676"/>
                </a:lnTo>
                <a:lnTo>
                  <a:pt x="6167506" y="4508576"/>
                </a:lnTo>
                <a:cubicBezTo>
                  <a:pt x="6161483" y="4502554"/>
                  <a:pt x="6157652" y="4494342"/>
                  <a:pt x="6157652" y="4485583"/>
                </a:cubicBezTo>
                <a:close/>
                <a:moveTo>
                  <a:pt x="5106551" y="4446515"/>
                </a:moveTo>
                <a:lnTo>
                  <a:pt x="5051822" y="4500911"/>
                </a:lnTo>
                <a:lnTo>
                  <a:pt x="4884658" y="4500911"/>
                </a:lnTo>
                <a:lnTo>
                  <a:pt x="4900718" y="4507481"/>
                </a:lnTo>
                <a:cubicBezTo>
                  <a:pt x="4913861" y="4520620"/>
                  <a:pt x="4913861" y="4542518"/>
                  <a:pt x="4900718" y="4555657"/>
                </a:cubicBezTo>
                <a:cubicBezTo>
                  <a:pt x="4894151" y="4562226"/>
                  <a:pt x="4885386" y="4565511"/>
                  <a:pt x="4876628" y="4565511"/>
                </a:cubicBezTo>
                <a:lnTo>
                  <a:pt x="4861861" y="4559472"/>
                </a:lnTo>
                <a:lnTo>
                  <a:pt x="4622618" y="4798726"/>
                </a:lnTo>
                <a:lnTo>
                  <a:pt x="4276624" y="4798726"/>
                </a:lnTo>
                <a:lnTo>
                  <a:pt x="3922027" y="5153369"/>
                </a:lnTo>
                <a:lnTo>
                  <a:pt x="3930676" y="5174279"/>
                </a:lnTo>
                <a:cubicBezTo>
                  <a:pt x="3930676" y="5185775"/>
                  <a:pt x="3926294" y="5197271"/>
                  <a:pt x="3917541" y="5206030"/>
                </a:cubicBezTo>
                <a:cubicBezTo>
                  <a:pt x="3908780" y="5214789"/>
                  <a:pt x="3897284" y="5219169"/>
                  <a:pt x="3885786" y="5219169"/>
                </a:cubicBezTo>
                <a:lnTo>
                  <a:pt x="3860227" y="5208594"/>
                </a:lnTo>
                <a:lnTo>
                  <a:pt x="3787773" y="5281050"/>
                </a:lnTo>
                <a:lnTo>
                  <a:pt x="3793815" y="5295814"/>
                </a:lnTo>
                <a:cubicBezTo>
                  <a:pt x="3793815" y="5304572"/>
                  <a:pt x="3790529" y="5313331"/>
                  <a:pt x="3783961" y="5319901"/>
                </a:cubicBezTo>
                <a:lnTo>
                  <a:pt x="3777394" y="5322587"/>
                </a:lnTo>
                <a:lnTo>
                  <a:pt x="3777394" y="5549831"/>
                </a:lnTo>
                <a:lnTo>
                  <a:pt x="3464262" y="5862974"/>
                </a:lnTo>
                <a:lnTo>
                  <a:pt x="3464262" y="6044727"/>
                </a:lnTo>
                <a:lnTo>
                  <a:pt x="3178961" y="6330031"/>
                </a:lnTo>
                <a:lnTo>
                  <a:pt x="3178802" y="6360843"/>
                </a:lnTo>
                <a:lnTo>
                  <a:pt x="3615909" y="5923725"/>
                </a:lnTo>
                <a:lnTo>
                  <a:pt x="3609866" y="5908960"/>
                </a:lnTo>
                <a:cubicBezTo>
                  <a:pt x="3609866" y="5900200"/>
                  <a:pt x="3613152" y="5891441"/>
                  <a:pt x="3619721" y="5884872"/>
                </a:cubicBezTo>
                <a:cubicBezTo>
                  <a:pt x="3632858" y="5871734"/>
                  <a:pt x="3654756" y="5871734"/>
                  <a:pt x="3667894" y="5884872"/>
                </a:cubicBezTo>
                <a:lnTo>
                  <a:pt x="3674165" y="5900200"/>
                </a:lnTo>
                <a:lnTo>
                  <a:pt x="3956952" y="5900200"/>
                </a:lnTo>
                <a:lnTo>
                  <a:pt x="4125568" y="5731585"/>
                </a:lnTo>
                <a:lnTo>
                  <a:pt x="4125568" y="5365887"/>
                </a:lnTo>
                <a:lnTo>
                  <a:pt x="4289409" y="5202004"/>
                </a:lnTo>
                <a:lnTo>
                  <a:pt x="4282100" y="5184133"/>
                </a:lnTo>
                <a:cubicBezTo>
                  <a:pt x="4282100" y="5175374"/>
                  <a:pt x="4285380" y="5166615"/>
                  <a:pt x="4291951" y="5160045"/>
                </a:cubicBezTo>
                <a:cubicBezTo>
                  <a:pt x="4305093" y="5146905"/>
                  <a:pt x="4326991" y="5146905"/>
                  <a:pt x="4340129" y="5160045"/>
                </a:cubicBezTo>
                <a:cubicBezTo>
                  <a:pt x="4353268" y="5173183"/>
                  <a:pt x="4353268" y="5195082"/>
                  <a:pt x="4340129" y="5208220"/>
                </a:cubicBezTo>
                <a:cubicBezTo>
                  <a:pt x="4333558" y="5214789"/>
                  <a:pt x="4324802" y="5218075"/>
                  <a:pt x="4316042" y="5218075"/>
                </a:cubicBezTo>
                <a:lnTo>
                  <a:pt x="4302829" y="5212670"/>
                </a:lnTo>
                <a:lnTo>
                  <a:pt x="4143088" y="5372456"/>
                </a:lnTo>
                <a:lnTo>
                  <a:pt x="4143088" y="5738155"/>
                </a:lnTo>
                <a:lnTo>
                  <a:pt x="3981043" y="5900200"/>
                </a:lnTo>
                <a:lnTo>
                  <a:pt x="4099294" y="5900200"/>
                </a:lnTo>
                <a:lnTo>
                  <a:pt x="4381738" y="5617715"/>
                </a:lnTo>
                <a:lnTo>
                  <a:pt x="4381738" y="5372942"/>
                </a:lnTo>
                <a:lnTo>
                  <a:pt x="4380643" y="5370267"/>
                </a:lnTo>
                <a:lnTo>
                  <a:pt x="4381738" y="5367591"/>
                </a:lnTo>
                <a:lnTo>
                  <a:pt x="4381738" y="5267345"/>
                </a:lnTo>
                <a:lnTo>
                  <a:pt x="4601895" y="5047190"/>
                </a:lnTo>
                <a:lnTo>
                  <a:pt x="4591961" y="5023182"/>
                </a:lnTo>
                <a:lnTo>
                  <a:pt x="4599525" y="5004906"/>
                </a:lnTo>
                <a:lnTo>
                  <a:pt x="4589754" y="4980480"/>
                </a:lnTo>
                <a:cubicBezTo>
                  <a:pt x="4589754" y="4954202"/>
                  <a:pt x="4609464" y="4934494"/>
                  <a:pt x="4635740" y="4934494"/>
                </a:cubicBezTo>
                <a:cubicBezTo>
                  <a:pt x="4662019" y="4934494"/>
                  <a:pt x="4681728" y="4954202"/>
                  <a:pt x="4681728" y="4980480"/>
                </a:cubicBezTo>
                <a:lnTo>
                  <a:pt x="4673052" y="5002173"/>
                </a:lnTo>
                <a:lnTo>
                  <a:pt x="4681739" y="5023182"/>
                </a:lnTo>
                <a:cubicBezTo>
                  <a:pt x="4681739" y="5034678"/>
                  <a:pt x="4677360" y="5046175"/>
                  <a:pt x="4668605" y="5054934"/>
                </a:cubicBezTo>
                <a:lnTo>
                  <a:pt x="4644501" y="5064908"/>
                </a:lnTo>
                <a:lnTo>
                  <a:pt x="4644501" y="5116971"/>
                </a:lnTo>
                <a:lnTo>
                  <a:pt x="5106551" y="4656280"/>
                </a:lnTo>
                <a:close/>
                <a:moveTo>
                  <a:pt x="6455465" y="4395801"/>
                </a:moveTo>
                <a:lnTo>
                  <a:pt x="6455465" y="5372457"/>
                </a:lnTo>
                <a:lnTo>
                  <a:pt x="6455466" y="5372456"/>
                </a:lnTo>
                <a:cubicBezTo>
                  <a:pt x="6472984" y="5372456"/>
                  <a:pt x="6488312" y="5389975"/>
                  <a:pt x="6488312" y="5407493"/>
                </a:cubicBezTo>
                <a:lnTo>
                  <a:pt x="6482137" y="5423216"/>
                </a:lnTo>
                <a:lnTo>
                  <a:pt x="6608752" y="5549831"/>
                </a:lnTo>
                <a:lnTo>
                  <a:pt x="6608752" y="5158168"/>
                </a:lnTo>
                <a:lnTo>
                  <a:pt x="6590139" y="5150190"/>
                </a:lnTo>
                <a:cubicBezTo>
                  <a:pt x="6584117" y="5144169"/>
                  <a:pt x="6580284" y="5135957"/>
                  <a:pt x="6580284" y="5127197"/>
                </a:cubicBezTo>
                <a:cubicBezTo>
                  <a:pt x="6580284" y="5118438"/>
                  <a:pt x="6583569" y="5110226"/>
                  <a:pt x="6589317" y="5104204"/>
                </a:cubicBezTo>
                <a:lnTo>
                  <a:pt x="6601107" y="5099326"/>
                </a:lnTo>
                <a:lnTo>
                  <a:pt x="6595613" y="5085590"/>
                </a:lnTo>
                <a:cubicBezTo>
                  <a:pt x="6595613" y="5072451"/>
                  <a:pt x="6600540" y="5060955"/>
                  <a:pt x="6608752" y="5052743"/>
                </a:cubicBezTo>
                <a:lnTo>
                  <a:pt x="6617511" y="5049239"/>
                </a:lnTo>
                <a:lnTo>
                  <a:pt x="6617511" y="4557847"/>
                </a:lnTo>
                <a:close/>
                <a:moveTo>
                  <a:pt x="5909088" y="4275362"/>
                </a:moveTo>
                <a:lnTo>
                  <a:pt x="5791956" y="4393610"/>
                </a:lnTo>
                <a:lnTo>
                  <a:pt x="5791956" y="5643993"/>
                </a:lnTo>
                <a:lnTo>
                  <a:pt x="5794146" y="5646182"/>
                </a:lnTo>
                <a:lnTo>
                  <a:pt x="5794146" y="4879748"/>
                </a:lnTo>
                <a:lnTo>
                  <a:pt x="5932103" y="4741789"/>
                </a:lnTo>
                <a:lnTo>
                  <a:pt x="5932103" y="4667338"/>
                </a:lnTo>
                <a:lnTo>
                  <a:pt x="5964950" y="4634491"/>
                </a:lnTo>
                <a:lnTo>
                  <a:pt x="5964950" y="4518233"/>
                </a:lnTo>
                <a:lnTo>
                  <a:pt x="5950718" y="4508576"/>
                </a:lnTo>
                <a:cubicBezTo>
                  <a:pt x="5941960" y="4499817"/>
                  <a:pt x="5936485" y="4487772"/>
                  <a:pt x="5936485" y="4474634"/>
                </a:cubicBezTo>
                <a:cubicBezTo>
                  <a:pt x="5936485" y="4448356"/>
                  <a:pt x="5958383" y="4426458"/>
                  <a:pt x="5984660" y="4426458"/>
                </a:cubicBezTo>
                <a:cubicBezTo>
                  <a:pt x="6010936" y="4426458"/>
                  <a:pt x="6032834" y="4448356"/>
                  <a:pt x="6032834" y="4474634"/>
                </a:cubicBezTo>
                <a:cubicBezTo>
                  <a:pt x="6032834" y="4494342"/>
                  <a:pt x="6020517" y="4511587"/>
                  <a:pt x="6003275" y="4518977"/>
                </a:cubicBezTo>
                <a:lnTo>
                  <a:pt x="5997797" y="4520105"/>
                </a:lnTo>
                <a:lnTo>
                  <a:pt x="5997797" y="4601645"/>
                </a:lnTo>
                <a:lnTo>
                  <a:pt x="6269332" y="4330106"/>
                </a:lnTo>
                <a:lnTo>
                  <a:pt x="6269332" y="4275362"/>
                </a:lnTo>
                <a:lnTo>
                  <a:pt x="6115764" y="4275362"/>
                </a:lnTo>
                <a:lnTo>
                  <a:pt x="6109475" y="4290689"/>
                </a:lnTo>
                <a:cubicBezTo>
                  <a:pt x="6100716" y="4299448"/>
                  <a:pt x="6089220" y="4303828"/>
                  <a:pt x="6077724" y="4303828"/>
                </a:cubicBezTo>
                <a:lnTo>
                  <a:pt x="6052543" y="4293408"/>
                </a:lnTo>
                <a:lnTo>
                  <a:pt x="6027359" y="4303828"/>
                </a:lnTo>
                <a:cubicBezTo>
                  <a:pt x="6015865" y="4303828"/>
                  <a:pt x="6004367" y="4299449"/>
                  <a:pt x="5995609" y="4290690"/>
                </a:cubicBezTo>
                <a:lnTo>
                  <a:pt x="5989320" y="4275362"/>
                </a:lnTo>
                <a:close/>
                <a:moveTo>
                  <a:pt x="5772257" y="4275362"/>
                </a:moveTo>
                <a:lnTo>
                  <a:pt x="5445971" y="4601663"/>
                </a:lnTo>
                <a:lnTo>
                  <a:pt x="5445971" y="5228272"/>
                </a:lnTo>
                <a:lnTo>
                  <a:pt x="5465677" y="5247637"/>
                </a:lnTo>
                <a:lnTo>
                  <a:pt x="5465677" y="5317707"/>
                </a:lnTo>
                <a:lnTo>
                  <a:pt x="5537939" y="5389972"/>
                </a:lnTo>
                <a:lnTo>
                  <a:pt x="5537939" y="5020670"/>
                </a:lnTo>
                <a:lnTo>
                  <a:pt x="5536842" y="5020444"/>
                </a:lnTo>
                <a:cubicBezTo>
                  <a:pt x="5519597" y="5013053"/>
                  <a:pt x="5507278" y="4995808"/>
                  <a:pt x="5507278" y="4976100"/>
                </a:cubicBezTo>
                <a:cubicBezTo>
                  <a:pt x="5507278" y="4949822"/>
                  <a:pt x="5529177" y="4927924"/>
                  <a:pt x="5555455" y="4927924"/>
                </a:cubicBezTo>
                <a:cubicBezTo>
                  <a:pt x="5581732" y="4927924"/>
                  <a:pt x="5603630" y="4949822"/>
                  <a:pt x="5603630" y="4976100"/>
                </a:cubicBezTo>
                <a:cubicBezTo>
                  <a:pt x="5603630" y="4995808"/>
                  <a:pt x="5591312" y="5013053"/>
                  <a:pt x="5574068" y="5020444"/>
                </a:cubicBezTo>
                <a:lnTo>
                  <a:pt x="5572975" y="5020668"/>
                </a:lnTo>
                <a:lnTo>
                  <a:pt x="5572975" y="5425008"/>
                </a:lnTo>
                <a:lnTo>
                  <a:pt x="5745971" y="5598006"/>
                </a:lnTo>
                <a:lnTo>
                  <a:pt x="5745971" y="4376092"/>
                </a:lnTo>
                <a:lnTo>
                  <a:pt x="5845750" y="4275362"/>
                </a:lnTo>
                <a:close/>
                <a:moveTo>
                  <a:pt x="6596489" y="4219739"/>
                </a:moveTo>
                <a:lnTo>
                  <a:pt x="6455465" y="4360763"/>
                </a:lnTo>
                <a:lnTo>
                  <a:pt x="6455465" y="4362954"/>
                </a:lnTo>
                <a:lnTo>
                  <a:pt x="6617511" y="4525000"/>
                </a:lnTo>
                <a:lnTo>
                  <a:pt x="6617511" y="4221240"/>
                </a:lnTo>
                <a:lnTo>
                  <a:pt x="6608752" y="4224995"/>
                </a:lnTo>
                <a:close/>
                <a:moveTo>
                  <a:pt x="8421913" y="4172440"/>
                </a:moveTo>
                <a:lnTo>
                  <a:pt x="8664982" y="4415508"/>
                </a:lnTo>
                <a:lnTo>
                  <a:pt x="8664801" y="4548907"/>
                </a:lnTo>
                <a:lnTo>
                  <a:pt x="8927758" y="4811864"/>
                </a:lnTo>
                <a:lnTo>
                  <a:pt x="8927758" y="4518429"/>
                </a:lnTo>
                <a:lnTo>
                  <a:pt x="8701926" y="4292597"/>
                </a:lnTo>
                <a:lnTo>
                  <a:pt x="8682500" y="4300543"/>
                </a:lnTo>
                <a:cubicBezTo>
                  <a:pt x="8673741" y="4300544"/>
                  <a:pt x="8664981" y="4297259"/>
                  <a:pt x="8658412" y="4290690"/>
                </a:cubicBezTo>
                <a:cubicBezTo>
                  <a:pt x="8645272" y="4277551"/>
                  <a:pt x="8645272" y="4255653"/>
                  <a:pt x="8658412" y="4242514"/>
                </a:cubicBezTo>
                <a:cubicBezTo>
                  <a:pt x="8671550" y="4229376"/>
                  <a:pt x="8693449" y="4229376"/>
                  <a:pt x="8706587" y="4242514"/>
                </a:cubicBezTo>
                <a:cubicBezTo>
                  <a:pt x="8713156" y="4249083"/>
                  <a:pt x="8716441" y="4257843"/>
                  <a:pt x="8716442" y="4266602"/>
                </a:cubicBezTo>
                <a:lnTo>
                  <a:pt x="8711087" y="4279689"/>
                </a:lnTo>
                <a:lnTo>
                  <a:pt x="8945276" y="4511861"/>
                </a:lnTo>
                <a:lnTo>
                  <a:pt x="8945276" y="4829382"/>
                </a:lnTo>
                <a:lnTo>
                  <a:pt x="8953194" y="4837300"/>
                </a:lnTo>
                <a:lnTo>
                  <a:pt x="8960605" y="4840331"/>
                </a:lnTo>
                <a:lnTo>
                  <a:pt x="9251319" y="4840331"/>
                </a:lnTo>
                <a:lnTo>
                  <a:pt x="9039468" y="4628021"/>
                </a:lnTo>
                <a:lnTo>
                  <a:pt x="9018361" y="4636680"/>
                </a:lnTo>
                <a:cubicBezTo>
                  <a:pt x="9006591" y="4636680"/>
                  <a:pt x="8994547" y="4632301"/>
                  <a:pt x="8984693" y="4623541"/>
                </a:cubicBezTo>
                <a:cubicBezTo>
                  <a:pt x="8967174" y="4606023"/>
                  <a:pt x="8967174" y="4577555"/>
                  <a:pt x="8984693" y="4560037"/>
                </a:cubicBezTo>
                <a:lnTo>
                  <a:pt x="9006591" y="4550976"/>
                </a:lnTo>
                <a:lnTo>
                  <a:pt x="9006591" y="4417380"/>
                </a:lnTo>
                <a:lnTo>
                  <a:pt x="8762348" y="4172440"/>
                </a:lnTo>
                <a:close/>
                <a:moveTo>
                  <a:pt x="8288336" y="4172440"/>
                </a:moveTo>
                <a:lnTo>
                  <a:pt x="8640893" y="4524999"/>
                </a:lnTo>
                <a:lnTo>
                  <a:pt x="8640893" y="4424268"/>
                </a:lnTo>
                <a:lnTo>
                  <a:pt x="8389066" y="4172440"/>
                </a:lnTo>
                <a:lnTo>
                  <a:pt x="8359138" y="4172440"/>
                </a:lnTo>
                <a:lnTo>
                  <a:pt x="8348555" y="4176819"/>
                </a:lnTo>
                <a:lnTo>
                  <a:pt x="8337973" y="4172440"/>
                </a:lnTo>
                <a:close/>
                <a:moveTo>
                  <a:pt x="8159137" y="4172440"/>
                </a:moveTo>
                <a:lnTo>
                  <a:pt x="8640893" y="4654198"/>
                </a:lnTo>
                <a:lnTo>
                  <a:pt x="8640893" y="4557846"/>
                </a:lnTo>
                <a:lnTo>
                  <a:pt x="8255487" y="4172440"/>
                </a:lnTo>
                <a:close/>
                <a:moveTo>
                  <a:pt x="8095632" y="4172440"/>
                </a:moveTo>
                <a:lnTo>
                  <a:pt x="8297094" y="4373902"/>
                </a:lnTo>
                <a:lnTo>
                  <a:pt x="8297094" y="4481204"/>
                </a:lnTo>
                <a:lnTo>
                  <a:pt x="8375927" y="4560037"/>
                </a:lnTo>
                <a:lnTo>
                  <a:pt x="8375770" y="4629952"/>
                </a:lnTo>
                <a:lnTo>
                  <a:pt x="8640893" y="4895077"/>
                </a:lnTo>
                <a:lnTo>
                  <a:pt x="8640893" y="4724270"/>
                </a:lnTo>
                <a:lnTo>
                  <a:pt x="8465709" y="4549087"/>
                </a:lnTo>
                <a:cubicBezTo>
                  <a:pt x="8452570" y="4562225"/>
                  <a:pt x="8430672" y="4562225"/>
                  <a:pt x="8417533" y="4549087"/>
                </a:cubicBezTo>
                <a:cubicBezTo>
                  <a:pt x="8404395" y="4535947"/>
                  <a:pt x="8404395" y="4514050"/>
                  <a:pt x="8417533" y="4500910"/>
                </a:cubicBezTo>
                <a:cubicBezTo>
                  <a:pt x="8424103" y="4494342"/>
                  <a:pt x="8432862" y="4491058"/>
                  <a:pt x="8441622" y="4491058"/>
                </a:cubicBezTo>
                <a:lnTo>
                  <a:pt x="8447179" y="4493331"/>
                </a:lnTo>
                <a:lnTo>
                  <a:pt x="8130668" y="4176819"/>
                </a:lnTo>
                <a:lnTo>
                  <a:pt x="8130668" y="4172440"/>
                </a:lnTo>
                <a:close/>
                <a:moveTo>
                  <a:pt x="7988330" y="4172440"/>
                </a:moveTo>
                <a:lnTo>
                  <a:pt x="8279576" y="4463685"/>
                </a:lnTo>
                <a:lnTo>
                  <a:pt x="8279576" y="4380471"/>
                </a:lnTo>
                <a:lnTo>
                  <a:pt x="8072783" y="4172440"/>
                </a:lnTo>
                <a:close/>
                <a:moveTo>
                  <a:pt x="4032359" y="4172440"/>
                </a:moveTo>
                <a:lnTo>
                  <a:pt x="3825563" y="4380471"/>
                </a:lnTo>
                <a:lnTo>
                  <a:pt x="3825563" y="4465880"/>
                </a:lnTo>
                <a:lnTo>
                  <a:pt x="4119001" y="4172440"/>
                </a:lnTo>
                <a:close/>
                <a:moveTo>
                  <a:pt x="3974470" y="4172440"/>
                </a:moveTo>
                <a:lnTo>
                  <a:pt x="3974470" y="4176819"/>
                </a:lnTo>
                <a:lnTo>
                  <a:pt x="3656452" y="4494844"/>
                </a:lnTo>
                <a:lnTo>
                  <a:pt x="3665705" y="4491058"/>
                </a:lnTo>
                <a:cubicBezTo>
                  <a:pt x="3674466" y="4491058"/>
                  <a:pt x="3683224" y="4494342"/>
                  <a:pt x="3689796" y="4500910"/>
                </a:cubicBezTo>
                <a:cubicBezTo>
                  <a:pt x="3702933" y="4514050"/>
                  <a:pt x="3702933" y="4535947"/>
                  <a:pt x="3689796" y="4549087"/>
                </a:cubicBezTo>
                <a:cubicBezTo>
                  <a:pt x="3676656" y="4562225"/>
                  <a:pt x="3654759" y="4562225"/>
                  <a:pt x="3641622" y="4549087"/>
                </a:cubicBezTo>
                <a:lnTo>
                  <a:pt x="3641063" y="4547725"/>
                </a:lnTo>
                <a:lnTo>
                  <a:pt x="3464262" y="4726305"/>
                </a:lnTo>
                <a:lnTo>
                  <a:pt x="3464262" y="4895073"/>
                </a:lnTo>
                <a:lnTo>
                  <a:pt x="3731404" y="4627914"/>
                </a:lnTo>
                <a:lnTo>
                  <a:pt x="3731404" y="4560037"/>
                </a:lnTo>
                <a:lnTo>
                  <a:pt x="3808048" y="4483399"/>
                </a:lnTo>
                <a:lnTo>
                  <a:pt x="3808048" y="4373902"/>
                </a:lnTo>
                <a:lnTo>
                  <a:pt x="4009508" y="4172440"/>
                </a:lnTo>
                <a:close/>
                <a:moveTo>
                  <a:pt x="3928487" y="4172440"/>
                </a:moveTo>
                <a:lnTo>
                  <a:pt x="3464262" y="4636691"/>
                </a:lnTo>
                <a:lnTo>
                  <a:pt x="3464262" y="4656388"/>
                </a:lnTo>
                <a:lnTo>
                  <a:pt x="3948194" y="4172440"/>
                </a:lnTo>
                <a:close/>
                <a:moveTo>
                  <a:pt x="3716079" y="4172440"/>
                </a:moveTo>
                <a:lnTo>
                  <a:pt x="3464262" y="4424268"/>
                </a:lnTo>
                <a:lnTo>
                  <a:pt x="3464262" y="4603847"/>
                </a:lnTo>
                <a:lnTo>
                  <a:pt x="3895650" y="4172440"/>
                </a:lnTo>
                <a:lnTo>
                  <a:pt x="3767174" y="4172440"/>
                </a:lnTo>
                <a:lnTo>
                  <a:pt x="3756590" y="4176819"/>
                </a:lnTo>
                <a:lnTo>
                  <a:pt x="3746005" y="4172440"/>
                </a:lnTo>
                <a:close/>
                <a:moveTo>
                  <a:pt x="3421658" y="4172440"/>
                </a:moveTo>
                <a:lnTo>
                  <a:pt x="3100754" y="4494256"/>
                </a:lnTo>
                <a:lnTo>
                  <a:pt x="3100754" y="4551882"/>
                </a:lnTo>
                <a:lnTo>
                  <a:pt x="3120461" y="4560037"/>
                </a:lnTo>
                <a:cubicBezTo>
                  <a:pt x="3137981" y="4577555"/>
                  <a:pt x="3137981" y="4606023"/>
                  <a:pt x="3120461" y="4623541"/>
                </a:cubicBezTo>
                <a:cubicBezTo>
                  <a:pt x="3111701" y="4632301"/>
                  <a:pt x="3100205" y="4636680"/>
                  <a:pt x="3088708" y="4636680"/>
                </a:cubicBezTo>
                <a:lnTo>
                  <a:pt x="3067799" y="4628028"/>
                </a:lnTo>
                <a:lnTo>
                  <a:pt x="2855497" y="4840331"/>
                </a:lnTo>
                <a:lnTo>
                  <a:pt x="3146735" y="4840331"/>
                </a:lnTo>
                <a:lnTo>
                  <a:pt x="3162065" y="4834060"/>
                </a:lnTo>
                <a:lnTo>
                  <a:pt x="3162065" y="4511861"/>
                </a:lnTo>
                <a:lnTo>
                  <a:pt x="3394113" y="4279811"/>
                </a:lnTo>
                <a:lnTo>
                  <a:pt x="3388711" y="4266602"/>
                </a:lnTo>
                <a:cubicBezTo>
                  <a:pt x="3388711" y="4257843"/>
                  <a:pt x="3391994" y="4249083"/>
                  <a:pt x="3398565" y="4242514"/>
                </a:cubicBezTo>
                <a:cubicBezTo>
                  <a:pt x="3411703" y="4229376"/>
                  <a:pt x="3433601" y="4229376"/>
                  <a:pt x="3446737" y="4242514"/>
                </a:cubicBezTo>
                <a:cubicBezTo>
                  <a:pt x="3459878" y="4255653"/>
                  <a:pt x="3459878" y="4277551"/>
                  <a:pt x="3446737" y="4290690"/>
                </a:cubicBezTo>
                <a:cubicBezTo>
                  <a:pt x="3440171" y="4297259"/>
                  <a:pt x="3431411" y="4300544"/>
                  <a:pt x="3422652" y="4300543"/>
                </a:cubicBezTo>
                <a:lnTo>
                  <a:pt x="3404782" y="4293233"/>
                </a:lnTo>
                <a:lnTo>
                  <a:pt x="3179585" y="4518429"/>
                </a:lnTo>
                <a:lnTo>
                  <a:pt x="3179585" y="4834063"/>
                </a:lnTo>
                <a:lnTo>
                  <a:pt x="3194909" y="4840331"/>
                </a:lnTo>
                <a:lnTo>
                  <a:pt x="3227783" y="4840331"/>
                </a:lnTo>
                <a:lnTo>
                  <a:pt x="3442365" y="4625745"/>
                </a:lnTo>
                <a:lnTo>
                  <a:pt x="3442365" y="4415508"/>
                </a:lnTo>
                <a:lnTo>
                  <a:pt x="3685421" y="4172440"/>
                </a:lnTo>
                <a:close/>
                <a:moveTo>
                  <a:pt x="8956310" y="4072122"/>
                </a:moveTo>
                <a:lnTo>
                  <a:pt x="8855494" y="4172440"/>
                </a:lnTo>
                <a:lnTo>
                  <a:pt x="8786644" y="4172440"/>
                </a:lnTo>
                <a:lnTo>
                  <a:pt x="9006591" y="4391761"/>
                </a:lnTo>
                <a:lnTo>
                  <a:pt x="9006591" y="4122074"/>
                </a:lnTo>
                <a:close/>
                <a:moveTo>
                  <a:pt x="8154757" y="4071709"/>
                </a:moveTo>
                <a:lnTo>
                  <a:pt x="8154757" y="4148352"/>
                </a:lnTo>
                <a:lnTo>
                  <a:pt x="8231400" y="4148352"/>
                </a:lnTo>
                <a:close/>
                <a:moveTo>
                  <a:pt x="5106551" y="4062967"/>
                </a:moveTo>
                <a:lnTo>
                  <a:pt x="4986141" y="4183389"/>
                </a:lnTo>
                <a:lnTo>
                  <a:pt x="4659847" y="4183389"/>
                </a:lnTo>
                <a:lnTo>
                  <a:pt x="3777394" y="5065882"/>
                </a:lnTo>
                <a:lnTo>
                  <a:pt x="3777394" y="5071923"/>
                </a:lnTo>
                <a:lnTo>
                  <a:pt x="4318230" y="4529380"/>
                </a:lnTo>
                <a:lnTo>
                  <a:pt x="4513129" y="4529380"/>
                </a:lnTo>
                <a:lnTo>
                  <a:pt x="4565685" y="4476823"/>
                </a:lnTo>
                <a:lnTo>
                  <a:pt x="4613149" y="4476823"/>
                </a:lnTo>
                <a:lnTo>
                  <a:pt x="4694921" y="4393928"/>
                </a:lnTo>
                <a:lnTo>
                  <a:pt x="4691870" y="4376365"/>
                </a:lnTo>
                <a:cubicBezTo>
                  <a:pt x="4692144" y="4364047"/>
                  <a:pt x="4697069" y="4352004"/>
                  <a:pt x="4705826" y="4343245"/>
                </a:cubicBezTo>
                <a:cubicBezTo>
                  <a:pt x="4725537" y="4323537"/>
                  <a:pt x="4756193" y="4323537"/>
                  <a:pt x="4773709" y="4343245"/>
                </a:cubicBezTo>
                <a:cubicBezTo>
                  <a:pt x="4791232" y="4362954"/>
                  <a:pt x="4791232" y="4393610"/>
                  <a:pt x="4773709" y="4411128"/>
                </a:cubicBezTo>
                <a:cubicBezTo>
                  <a:pt x="4763859" y="4419887"/>
                  <a:pt x="4751265" y="4424267"/>
                  <a:pt x="4738949" y="4424267"/>
                </a:cubicBezTo>
                <a:lnTo>
                  <a:pt x="4720168" y="4416818"/>
                </a:lnTo>
                <a:lnTo>
                  <a:pt x="4660928" y="4476823"/>
                </a:lnTo>
                <a:lnTo>
                  <a:pt x="5043067" y="4476823"/>
                </a:lnTo>
                <a:lnTo>
                  <a:pt x="5106551" y="4413335"/>
                </a:lnTo>
                <a:close/>
                <a:moveTo>
                  <a:pt x="8949656" y="4034482"/>
                </a:moveTo>
                <a:lnTo>
                  <a:pt x="8955131" y="4039957"/>
                </a:lnTo>
                <a:lnTo>
                  <a:pt x="8960606" y="4034482"/>
                </a:lnTo>
                <a:close/>
                <a:moveTo>
                  <a:pt x="3188347" y="4034482"/>
                </a:moveTo>
                <a:lnTo>
                  <a:pt x="3100754" y="4122074"/>
                </a:lnTo>
                <a:lnTo>
                  <a:pt x="3100754" y="4468202"/>
                </a:lnTo>
                <a:lnTo>
                  <a:pt x="3397361" y="4172440"/>
                </a:lnTo>
                <a:lnTo>
                  <a:pt x="3328514" y="4172440"/>
                </a:lnTo>
                <a:lnTo>
                  <a:pt x="3190556" y="4034482"/>
                </a:lnTo>
                <a:close/>
                <a:moveTo>
                  <a:pt x="7814545" y="3944700"/>
                </a:moveTo>
                <a:lnTo>
                  <a:pt x="7830665" y="3955649"/>
                </a:lnTo>
                <a:cubicBezTo>
                  <a:pt x="7850373" y="3975358"/>
                  <a:pt x="7854069" y="4002456"/>
                  <a:pt x="7844522" y="4025860"/>
                </a:cubicBezTo>
                <a:lnTo>
                  <a:pt x="7843444" y="4027553"/>
                </a:lnTo>
                <a:lnTo>
                  <a:pt x="7964243" y="4148352"/>
                </a:lnTo>
                <a:lnTo>
                  <a:pt x="8048839" y="4148352"/>
                </a:lnTo>
                <a:lnTo>
                  <a:pt x="7941030" y="4039897"/>
                </a:lnTo>
                <a:lnTo>
                  <a:pt x="7924827" y="4046526"/>
                </a:lnTo>
                <a:cubicBezTo>
                  <a:pt x="7916068" y="4046526"/>
                  <a:pt x="7907309" y="4043241"/>
                  <a:pt x="7900740" y="4036672"/>
                </a:cubicBezTo>
                <a:cubicBezTo>
                  <a:pt x="7887600" y="4023532"/>
                  <a:pt x="7887600" y="4001636"/>
                  <a:pt x="7900740" y="3988496"/>
                </a:cubicBezTo>
                <a:cubicBezTo>
                  <a:pt x="7913878" y="3975358"/>
                  <a:pt x="7935777" y="3975358"/>
                  <a:pt x="7948914" y="3988496"/>
                </a:cubicBezTo>
                <a:cubicBezTo>
                  <a:pt x="7955484" y="3995065"/>
                  <a:pt x="7958769" y="4003825"/>
                  <a:pt x="7958769" y="4012584"/>
                </a:cubicBezTo>
                <a:lnTo>
                  <a:pt x="7952094" y="4028901"/>
                </a:lnTo>
                <a:lnTo>
                  <a:pt x="8071545" y="4148352"/>
                </a:lnTo>
                <a:lnTo>
                  <a:pt x="8130668" y="4148352"/>
                </a:lnTo>
                <a:lnTo>
                  <a:pt x="8130668" y="4047621"/>
                </a:lnTo>
                <a:lnTo>
                  <a:pt x="8064608" y="3981561"/>
                </a:lnTo>
                <a:lnTo>
                  <a:pt x="8056968" y="3986887"/>
                </a:lnTo>
                <a:cubicBezTo>
                  <a:pt x="8051425" y="3989316"/>
                  <a:pt x="8045266" y="3990685"/>
                  <a:pt x="8038696" y="3990685"/>
                </a:cubicBezTo>
                <a:cubicBezTo>
                  <a:pt x="8012419" y="3990685"/>
                  <a:pt x="7992710" y="3970978"/>
                  <a:pt x="7992710" y="3944700"/>
                </a:cubicBezTo>
                <a:close/>
                <a:moveTo>
                  <a:pt x="6956591" y="3944700"/>
                </a:moveTo>
                <a:lnTo>
                  <a:pt x="6954653" y="3955560"/>
                </a:lnTo>
                <a:lnTo>
                  <a:pt x="7136495" y="4137403"/>
                </a:lnTo>
                <a:lnTo>
                  <a:pt x="7464967" y="4139592"/>
                </a:lnTo>
                <a:lnTo>
                  <a:pt x="8329942" y="5004568"/>
                </a:lnTo>
                <a:lnTo>
                  <a:pt x="8329942" y="4759310"/>
                </a:lnTo>
                <a:lnTo>
                  <a:pt x="8041624" y="4470993"/>
                </a:lnTo>
                <a:lnTo>
                  <a:pt x="8024463" y="4478466"/>
                </a:lnTo>
                <a:cubicBezTo>
                  <a:pt x="8012420" y="4478466"/>
                  <a:pt x="8000375" y="4473539"/>
                  <a:pt x="7990521" y="4463684"/>
                </a:cubicBezTo>
                <a:cubicBezTo>
                  <a:pt x="7973002" y="4443977"/>
                  <a:pt x="7973002" y="4415509"/>
                  <a:pt x="7990521" y="4395801"/>
                </a:cubicBezTo>
                <a:cubicBezTo>
                  <a:pt x="8010229" y="4376092"/>
                  <a:pt x="8038697" y="4376092"/>
                  <a:pt x="8058405" y="4395801"/>
                </a:cubicBezTo>
                <a:cubicBezTo>
                  <a:pt x="8068259" y="4405655"/>
                  <a:pt x="8073186" y="4417699"/>
                  <a:pt x="8073186" y="4429743"/>
                </a:cubicBezTo>
                <a:lnTo>
                  <a:pt x="8065713" y="4446905"/>
                </a:lnTo>
                <a:lnTo>
                  <a:pt x="8329942" y="4711136"/>
                </a:lnTo>
                <a:lnTo>
                  <a:pt x="8329942" y="4608212"/>
                </a:lnTo>
                <a:lnTo>
                  <a:pt x="8279576" y="4557846"/>
                </a:lnTo>
                <a:lnTo>
                  <a:pt x="8279576" y="4529379"/>
                </a:lnTo>
                <a:lnTo>
                  <a:pt x="7922637" y="4172440"/>
                </a:lnTo>
                <a:lnTo>
                  <a:pt x="7699558" y="4172440"/>
                </a:lnTo>
                <a:lnTo>
                  <a:pt x="7692707" y="4189137"/>
                </a:lnTo>
                <a:cubicBezTo>
                  <a:pt x="7684496" y="4197622"/>
                  <a:pt x="7672999" y="4203097"/>
                  <a:pt x="7659860" y="4203097"/>
                </a:cubicBezTo>
                <a:cubicBezTo>
                  <a:pt x="7633583" y="4203097"/>
                  <a:pt x="7613874" y="4183389"/>
                  <a:pt x="7613874" y="4157111"/>
                </a:cubicBezTo>
                <a:cubicBezTo>
                  <a:pt x="7613874" y="4133023"/>
                  <a:pt x="7633583" y="4111125"/>
                  <a:pt x="7659860" y="4111125"/>
                </a:cubicBezTo>
                <a:cubicBezTo>
                  <a:pt x="7672999" y="4111125"/>
                  <a:pt x="7684496" y="4116052"/>
                  <a:pt x="7692707" y="4124264"/>
                </a:cubicBezTo>
                <a:lnTo>
                  <a:pt x="7702342" y="4148352"/>
                </a:lnTo>
                <a:lnTo>
                  <a:pt x="7898549" y="4148352"/>
                </a:lnTo>
                <a:lnTo>
                  <a:pt x="7811105" y="4060907"/>
                </a:lnTo>
                <a:lnTo>
                  <a:pt x="7808904" y="4062402"/>
                </a:lnTo>
                <a:cubicBezTo>
                  <a:pt x="7785500" y="4072256"/>
                  <a:pt x="7758401" y="4067329"/>
                  <a:pt x="7738693" y="4047621"/>
                </a:cubicBezTo>
                <a:cubicBezTo>
                  <a:pt x="7712415" y="4021344"/>
                  <a:pt x="7712415" y="3981927"/>
                  <a:pt x="7738693" y="3955649"/>
                </a:cubicBezTo>
                <a:lnTo>
                  <a:pt x="7754813" y="3944700"/>
                </a:lnTo>
                <a:lnTo>
                  <a:pt x="7145255" y="3944700"/>
                </a:lnTo>
                <a:close/>
                <a:moveTo>
                  <a:pt x="6641600" y="3944700"/>
                </a:moveTo>
                <a:lnTo>
                  <a:pt x="6641600" y="4549088"/>
                </a:lnTo>
                <a:lnTo>
                  <a:pt x="6696910" y="4604398"/>
                </a:lnTo>
                <a:lnTo>
                  <a:pt x="6700724" y="4595073"/>
                </a:lnTo>
                <a:cubicBezTo>
                  <a:pt x="6713863" y="4581935"/>
                  <a:pt x="6735761" y="4581935"/>
                  <a:pt x="6748900" y="4595073"/>
                </a:cubicBezTo>
                <a:lnTo>
                  <a:pt x="6756963" y="4614782"/>
                </a:lnTo>
                <a:lnTo>
                  <a:pt x="6959122" y="4614782"/>
                </a:lnTo>
                <a:lnTo>
                  <a:pt x="7683524" y="5339185"/>
                </a:lnTo>
                <a:lnTo>
                  <a:pt x="7690518" y="5336324"/>
                </a:lnTo>
                <a:lnTo>
                  <a:pt x="7701466" y="5340804"/>
                </a:lnTo>
                <a:lnTo>
                  <a:pt x="7701466" y="5278294"/>
                </a:lnTo>
                <a:lnTo>
                  <a:pt x="7484515" y="5061343"/>
                </a:lnTo>
                <a:lnTo>
                  <a:pt x="7468252" y="5068072"/>
                </a:lnTo>
                <a:cubicBezTo>
                  <a:pt x="7456756" y="5068072"/>
                  <a:pt x="7445260" y="5063694"/>
                  <a:pt x="7436500" y="5054934"/>
                </a:cubicBezTo>
                <a:cubicBezTo>
                  <a:pt x="7418981" y="5037416"/>
                  <a:pt x="7418981" y="5008947"/>
                  <a:pt x="7436500" y="4991429"/>
                </a:cubicBezTo>
                <a:cubicBezTo>
                  <a:pt x="7454019" y="4973910"/>
                  <a:pt x="7482485" y="4973910"/>
                  <a:pt x="7500004" y="4991429"/>
                </a:cubicBezTo>
                <a:cubicBezTo>
                  <a:pt x="7508764" y="5000188"/>
                  <a:pt x="7513144" y="5011686"/>
                  <a:pt x="7513144" y="5023182"/>
                </a:cubicBezTo>
                <a:lnTo>
                  <a:pt x="7503850" y="5045641"/>
                </a:lnTo>
                <a:lnTo>
                  <a:pt x="7725554" y="5267345"/>
                </a:lnTo>
                <a:lnTo>
                  <a:pt x="7725554" y="5619905"/>
                </a:lnTo>
                <a:lnTo>
                  <a:pt x="8005849" y="5900200"/>
                </a:lnTo>
                <a:lnTo>
                  <a:pt x="8124099" y="5900200"/>
                </a:lnTo>
                <a:lnTo>
                  <a:pt x="7962053" y="5738155"/>
                </a:lnTo>
                <a:lnTo>
                  <a:pt x="7962053" y="5372456"/>
                </a:lnTo>
                <a:lnTo>
                  <a:pt x="7802904" y="5213306"/>
                </a:lnTo>
                <a:lnTo>
                  <a:pt x="7791248" y="5218075"/>
                </a:lnTo>
                <a:cubicBezTo>
                  <a:pt x="7782489" y="5218075"/>
                  <a:pt x="7773730" y="5214789"/>
                  <a:pt x="7767161" y="5208220"/>
                </a:cubicBezTo>
                <a:cubicBezTo>
                  <a:pt x="7754021" y="5195082"/>
                  <a:pt x="7754021" y="5173183"/>
                  <a:pt x="7767161" y="5160045"/>
                </a:cubicBezTo>
                <a:cubicBezTo>
                  <a:pt x="7780299" y="5146905"/>
                  <a:pt x="7802198" y="5146905"/>
                  <a:pt x="7815336" y="5160045"/>
                </a:cubicBezTo>
                <a:cubicBezTo>
                  <a:pt x="7821905" y="5166615"/>
                  <a:pt x="7825190" y="5175374"/>
                  <a:pt x="7825190" y="5184133"/>
                </a:cubicBezTo>
                <a:lnTo>
                  <a:pt x="7817789" y="5202223"/>
                </a:lnTo>
                <a:lnTo>
                  <a:pt x="7979571" y="5365887"/>
                </a:lnTo>
                <a:lnTo>
                  <a:pt x="7979571" y="5731585"/>
                </a:lnTo>
                <a:lnTo>
                  <a:pt x="8148186" y="5900200"/>
                </a:lnTo>
                <a:lnTo>
                  <a:pt x="8433161" y="5900200"/>
                </a:lnTo>
                <a:lnTo>
                  <a:pt x="8439432" y="5884872"/>
                </a:lnTo>
                <a:cubicBezTo>
                  <a:pt x="8452570" y="5871734"/>
                  <a:pt x="8474469" y="5871734"/>
                  <a:pt x="8487607" y="5884872"/>
                </a:cubicBezTo>
                <a:cubicBezTo>
                  <a:pt x="8494176" y="5891441"/>
                  <a:pt x="8497462" y="5900200"/>
                  <a:pt x="8497462" y="5908960"/>
                </a:cubicBezTo>
                <a:lnTo>
                  <a:pt x="8491422" y="5923723"/>
                </a:lnTo>
                <a:lnTo>
                  <a:pt x="8927760" y="6360062"/>
                </a:lnTo>
                <a:lnTo>
                  <a:pt x="8927760" y="6331594"/>
                </a:lnTo>
                <a:lnTo>
                  <a:pt x="8640893" y="6044727"/>
                </a:lnTo>
                <a:lnTo>
                  <a:pt x="8640893" y="5860784"/>
                </a:lnTo>
                <a:lnTo>
                  <a:pt x="8329942" y="5549831"/>
                </a:lnTo>
                <a:lnTo>
                  <a:pt x="8329942" y="5323484"/>
                </a:lnTo>
                <a:lnTo>
                  <a:pt x="8321182" y="5319901"/>
                </a:lnTo>
                <a:cubicBezTo>
                  <a:pt x="8314612" y="5313331"/>
                  <a:pt x="8311327" y="5304572"/>
                  <a:pt x="8311327" y="5295814"/>
                </a:cubicBezTo>
                <a:lnTo>
                  <a:pt x="8318003" y="5279495"/>
                </a:lnTo>
                <a:lnTo>
                  <a:pt x="8247103" y="5208595"/>
                </a:lnTo>
                <a:lnTo>
                  <a:pt x="8221546" y="5219169"/>
                </a:lnTo>
                <a:cubicBezTo>
                  <a:pt x="8210050" y="5219169"/>
                  <a:pt x="8198552" y="5214789"/>
                  <a:pt x="8189793" y="5206030"/>
                </a:cubicBezTo>
                <a:cubicBezTo>
                  <a:pt x="8181034" y="5197271"/>
                  <a:pt x="8176654" y="5185775"/>
                  <a:pt x="8176654" y="5174279"/>
                </a:cubicBezTo>
                <a:lnTo>
                  <a:pt x="8184666" y="5154917"/>
                </a:lnTo>
                <a:lnTo>
                  <a:pt x="7828475" y="4798726"/>
                </a:lnTo>
                <a:lnTo>
                  <a:pt x="7482485" y="4798726"/>
                </a:lnTo>
                <a:lnTo>
                  <a:pt x="7244638" y="4558896"/>
                </a:lnTo>
                <a:lnTo>
                  <a:pt x="7228468" y="4565511"/>
                </a:lnTo>
                <a:cubicBezTo>
                  <a:pt x="7219709" y="4565511"/>
                  <a:pt x="7210950" y="4562226"/>
                  <a:pt x="7204381" y="4555657"/>
                </a:cubicBezTo>
                <a:cubicBezTo>
                  <a:pt x="7191241" y="4542518"/>
                  <a:pt x="7191241" y="4520620"/>
                  <a:pt x="7204381" y="4507481"/>
                </a:cubicBezTo>
                <a:lnTo>
                  <a:pt x="7220440" y="4500911"/>
                </a:lnTo>
                <a:lnTo>
                  <a:pt x="7053283" y="4500911"/>
                </a:lnTo>
                <a:lnTo>
                  <a:pt x="6729938" y="4177567"/>
                </a:lnTo>
                <a:lnTo>
                  <a:pt x="6710578" y="4185579"/>
                </a:lnTo>
                <a:cubicBezTo>
                  <a:pt x="6699081" y="4185579"/>
                  <a:pt x="6687585" y="4181199"/>
                  <a:pt x="6678826" y="4172440"/>
                </a:cubicBezTo>
                <a:cubicBezTo>
                  <a:pt x="6661307" y="4154921"/>
                  <a:pt x="6661307" y="4126454"/>
                  <a:pt x="6678826" y="4108936"/>
                </a:cubicBezTo>
                <a:cubicBezTo>
                  <a:pt x="6687585" y="4100176"/>
                  <a:pt x="6699081" y="4095797"/>
                  <a:pt x="6710852" y="4095797"/>
                </a:cubicBezTo>
                <a:cubicBezTo>
                  <a:pt x="6722622" y="4095797"/>
                  <a:pt x="6734666" y="4100176"/>
                  <a:pt x="6744520" y="4108936"/>
                </a:cubicBezTo>
                <a:cubicBezTo>
                  <a:pt x="6753280" y="4117695"/>
                  <a:pt x="6757659" y="4129191"/>
                  <a:pt x="6757660" y="4140687"/>
                </a:cubicBezTo>
                <a:lnTo>
                  <a:pt x="6748366" y="4163146"/>
                </a:lnTo>
                <a:lnTo>
                  <a:pt x="7062042" y="4476823"/>
                </a:lnTo>
                <a:lnTo>
                  <a:pt x="7444178" y="4476823"/>
                </a:lnTo>
                <a:lnTo>
                  <a:pt x="7384932" y="4416818"/>
                </a:lnTo>
                <a:lnTo>
                  <a:pt x="7366151" y="4424267"/>
                </a:lnTo>
                <a:cubicBezTo>
                  <a:pt x="7353834" y="4424267"/>
                  <a:pt x="7341243" y="4419887"/>
                  <a:pt x="7331388" y="4411128"/>
                </a:cubicBezTo>
                <a:cubicBezTo>
                  <a:pt x="7311680" y="4393610"/>
                  <a:pt x="7313870" y="4362954"/>
                  <a:pt x="7331388" y="4343245"/>
                </a:cubicBezTo>
                <a:cubicBezTo>
                  <a:pt x="7351097" y="4323537"/>
                  <a:pt x="7379564" y="4323537"/>
                  <a:pt x="7399272" y="4343245"/>
                </a:cubicBezTo>
                <a:cubicBezTo>
                  <a:pt x="7409127" y="4352004"/>
                  <a:pt x="7414054" y="4364047"/>
                  <a:pt x="7414054" y="4376365"/>
                </a:cubicBezTo>
                <a:lnTo>
                  <a:pt x="7407765" y="4391154"/>
                </a:lnTo>
                <a:lnTo>
                  <a:pt x="7493434" y="4476823"/>
                </a:lnTo>
                <a:lnTo>
                  <a:pt x="7541609" y="4476823"/>
                </a:lnTo>
                <a:lnTo>
                  <a:pt x="7594166" y="4529380"/>
                </a:lnTo>
                <a:lnTo>
                  <a:pt x="7786869" y="4529380"/>
                </a:lnTo>
                <a:lnTo>
                  <a:pt x="8329942" y="5072453"/>
                </a:lnTo>
                <a:lnTo>
                  <a:pt x="8329942" y="5068072"/>
                </a:lnTo>
                <a:lnTo>
                  <a:pt x="7445259" y="4183389"/>
                </a:lnTo>
                <a:lnTo>
                  <a:pt x="7118977" y="4183389"/>
                </a:lnTo>
                <a:lnTo>
                  <a:pt x="6924947" y="3989358"/>
                </a:lnTo>
                <a:lnTo>
                  <a:pt x="6917651" y="3994210"/>
                </a:lnTo>
                <a:cubicBezTo>
                  <a:pt x="6894248" y="4003551"/>
                  <a:pt x="6867149" y="3997802"/>
                  <a:pt x="6847441" y="3979737"/>
                </a:cubicBezTo>
                <a:cubicBezTo>
                  <a:pt x="6840871" y="3973715"/>
                  <a:pt x="6835944" y="3966598"/>
                  <a:pt x="6832659" y="3958933"/>
                </a:cubicBezTo>
                <a:lnTo>
                  <a:pt x="6829749" y="3944700"/>
                </a:lnTo>
                <a:close/>
                <a:moveTo>
                  <a:pt x="4340859" y="3944700"/>
                </a:moveTo>
                <a:lnTo>
                  <a:pt x="4366411" y="3955649"/>
                </a:lnTo>
                <a:cubicBezTo>
                  <a:pt x="4392686" y="3981927"/>
                  <a:pt x="4392686" y="4021344"/>
                  <a:pt x="4366411" y="4047621"/>
                </a:cubicBezTo>
                <a:cubicBezTo>
                  <a:pt x="4353268" y="4060760"/>
                  <a:pt x="4336845" y="4067329"/>
                  <a:pt x="4320421" y="4067329"/>
                </a:cubicBezTo>
                <a:lnTo>
                  <a:pt x="4298963" y="4058132"/>
                </a:lnTo>
                <a:lnTo>
                  <a:pt x="4208789" y="4148352"/>
                </a:lnTo>
                <a:lnTo>
                  <a:pt x="4481601" y="4148352"/>
                </a:lnTo>
                <a:lnTo>
                  <a:pt x="4491239" y="4124264"/>
                </a:lnTo>
                <a:cubicBezTo>
                  <a:pt x="4499448" y="4116052"/>
                  <a:pt x="4510936" y="4111125"/>
                  <a:pt x="4524078" y="4111125"/>
                </a:cubicBezTo>
                <a:cubicBezTo>
                  <a:pt x="4550358" y="4111125"/>
                  <a:pt x="4570064" y="4133023"/>
                  <a:pt x="4570064" y="4157111"/>
                </a:cubicBezTo>
                <a:cubicBezTo>
                  <a:pt x="4570064" y="4183389"/>
                  <a:pt x="4550358" y="4203097"/>
                  <a:pt x="4524078" y="4203097"/>
                </a:cubicBezTo>
                <a:cubicBezTo>
                  <a:pt x="4510936" y="4203097"/>
                  <a:pt x="4499448" y="4197622"/>
                  <a:pt x="4491239" y="4189137"/>
                </a:cubicBezTo>
                <a:lnTo>
                  <a:pt x="4484390" y="4172440"/>
                </a:lnTo>
                <a:lnTo>
                  <a:pt x="4184702" y="4172440"/>
                </a:lnTo>
                <a:lnTo>
                  <a:pt x="3825563" y="4531573"/>
                </a:lnTo>
                <a:lnTo>
                  <a:pt x="3825563" y="4557846"/>
                </a:lnTo>
                <a:lnTo>
                  <a:pt x="3777394" y="4606018"/>
                </a:lnTo>
                <a:lnTo>
                  <a:pt x="3777394" y="4710453"/>
                </a:lnTo>
                <a:lnTo>
                  <a:pt x="4040059" y="4446434"/>
                </a:lnTo>
                <a:lnTo>
                  <a:pt x="4033596" y="4429743"/>
                </a:lnTo>
                <a:cubicBezTo>
                  <a:pt x="4033596" y="4417699"/>
                  <a:pt x="4037976" y="4405655"/>
                  <a:pt x="4046736" y="4395801"/>
                </a:cubicBezTo>
                <a:cubicBezTo>
                  <a:pt x="4066444" y="4376092"/>
                  <a:pt x="4097104" y="4376092"/>
                  <a:pt x="4114621" y="4395801"/>
                </a:cubicBezTo>
                <a:cubicBezTo>
                  <a:pt x="4132140" y="4415509"/>
                  <a:pt x="4132140" y="4443977"/>
                  <a:pt x="4114621" y="4463684"/>
                </a:cubicBezTo>
                <a:cubicBezTo>
                  <a:pt x="4104767" y="4473539"/>
                  <a:pt x="4092725" y="4478466"/>
                  <a:pt x="4080683" y="4478466"/>
                </a:cubicBezTo>
                <a:lnTo>
                  <a:pt x="4063519" y="4470993"/>
                </a:lnTo>
                <a:lnTo>
                  <a:pt x="3777394" y="4757116"/>
                </a:lnTo>
                <a:lnTo>
                  <a:pt x="3777394" y="5002379"/>
                </a:lnTo>
                <a:lnTo>
                  <a:pt x="4640135" y="4139592"/>
                </a:lnTo>
                <a:lnTo>
                  <a:pt x="4968621" y="4137403"/>
                </a:lnTo>
                <a:lnTo>
                  <a:pt x="5079654" y="4027469"/>
                </a:lnTo>
                <a:lnTo>
                  <a:pt x="5073700" y="4012584"/>
                </a:lnTo>
                <a:cubicBezTo>
                  <a:pt x="5073700" y="3986306"/>
                  <a:pt x="5093409" y="3966598"/>
                  <a:pt x="5119685" y="3966598"/>
                </a:cubicBezTo>
                <a:lnTo>
                  <a:pt x="5134963" y="3972709"/>
                </a:lnTo>
                <a:lnTo>
                  <a:pt x="5150722" y="3957106"/>
                </a:lnTo>
                <a:lnTo>
                  <a:pt x="5148508" y="3944700"/>
                </a:lnTo>
                <a:lnTo>
                  <a:pt x="5038689" y="3944700"/>
                </a:lnTo>
                <a:close/>
                <a:moveTo>
                  <a:pt x="4191270" y="3944700"/>
                </a:moveTo>
                <a:cubicBezTo>
                  <a:pt x="4191270" y="3970978"/>
                  <a:pt x="4171560" y="3990685"/>
                  <a:pt x="4145280" y="3990685"/>
                </a:cubicBezTo>
                <a:cubicBezTo>
                  <a:pt x="4138710" y="3990685"/>
                  <a:pt x="4132551" y="3989316"/>
                  <a:pt x="4127007" y="3986887"/>
                </a:cubicBezTo>
                <a:lnTo>
                  <a:pt x="4119367" y="3981561"/>
                </a:lnTo>
                <a:lnTo>
                  <a:pt x="3974470" y="4126454"/>
                </a:lnTo>
                <a:lnTo>
                  <a:pt x="3974470" y="4148352"/>
                </a:lnTo>
                <a:lnTo>
                  <a:pt x="4033596" y="4148352"/>
                </a:lnTo>
                <a:lnTo>
                  <a:pt x="4153051" y="4028901"/>
                </a:lnTo>
                <a:lnTo>
                  <a:pt x="4146375" y="4012584"/>
                </a:lnTo>
                <a:cubicBezTo>
                  <a:pt x="4146375" y="4003825"/>
                  <a:pt x="4149661" y="3995065"/>
                  <a:pt x="4156229" y="3988496"/>
                </a:cubicBezTo>
                <a:cubicBezTo>
                  <a:pt x="4169371" y="3975358"/>
                  <a:pt x="4191270" y="3975358"/>
                  <a:pt x="4204412" y="3988496"/>
                </a:cubicBezTo>
                <a:cubicBezTo>
                  <a:pt x="4217498" y="4001636"/>
                  <a:pt x="4217498" y="4023532"/>
                  <a:pt x="4204412" y="4036672"/>
                </a:cubicBezTo>
                <a:cubicBezTo>
                  <a:pt x="4197842" y="4043241"/>
                  <a:pt x="4189081" y="4046526"/>
                  <a:pt x="4180322" y="4046526"/>
                </a:cubicBezTo>
                <a:lnTo>
                  <a:pt x="4164116" y="4039897"/>
                </a:lnTo>
                <a:lnTo>
                  <a:pt x="4056306" y="4148352"/>
                </a:lnTo>
                <a:lnTo>
                  <a:pt x="4143088" y="4148352"/>
                </a:lnTo>
                <a:lnTo>
                  <a:pt x="4262507" y="4028891"/>
                </a:lnTo>
                <a:lnTo>
                  <a:pt x="4260574" y="4025860"/>
                </a:lnTo>
                <a:cubicBezTo>
                  <a:pt x="4251028" y="4002456"/>
                  <a:pt x="4254725" y="3975358"/>
                  <a:pt x="4274436" y="3955649"/>
                </a:cubicBezTo>
                <a:lnTo>
                  <a:pt x="4299982" y="3944700"/>
                </a:lnTo>
                <a:close/>
                <a:moveTo>
                  <a:pt x="8573544" y="3927181"/>
                </a:moveTo>
                <a:lnTo>
                  <a:pt x="8658412" y="4012583"/>
                </a:lnTo>
                <a:lnTo>
                  <a:pt x="8896380" y="4012583"/>
                </a:lnTo>
                <a:lnTo>
                  <a:pt x="8810415" y="3927181"/>
                </a:lnTo>
                <a:close/>
                <a:moveTo>
                  <a:pt x="8540686" y="3927181"/>
                </a:moveTo>
                <a:lnTo>
                  <a:pt x="8762488" y="4148352"/>
                </a:lnTo>
                <a:lnTo>
                  <a:pt x="8846735" y="4148352"/>
                </a:lnTo>
                <a:lnTo>
                  <a:pt x="8939583" y="4055504"/>
                </a:lnTo>
                <a:lnTo>
                  <a:pt x="8918422" y="4034482"/>
                </a:lnTo>
                <a:lnTo>
                  <a:pt x="8649653" y="4034482"/>
                </a:lnTo>
                <a:lnTo>
                  <a:pt x="8542352" y="3927181"/>
                </a:lnTo>
                <a:close/>
                <a:moveTo>
                  <a:pt x="8154757" y="3927181"/>
                </a:moveTo>
                <a:lnTo>
                  <a:pt x="8154757" y="4038861"/>
                </a:lnTo>
                <a:lnTo>
                  <a:pt x="8264248" y="4148352"/>
                </a:lnTo>
                <a:lnTo>
                  <a:pt x="8310460" y="4148352"/>
                </a:lnTo>
                <a:lnTo>
                  <a:pt x="8303664" y="4131927"/>
                </a:lnTo>
                <a:cubicBezTo>
                  <a:pt x="8303664" y="4120431"/>
                  <a:pt x="8308044" y="4108935"/>
                  <a:pt x="8316803" y="4100176"/>
                </a:cubicBezTo>
                <a:cubicBezTo>
                  <a:pt x="8334322" y="4082657"/>
                  <a:pt x="8362788" y="4082657"/>
                  <a:pt x="8380307" y="4100176"/>
                </a:cubicBezTo>
                <a:cubicBezTo>
                  <a:pt x="8389066" y="4108935"/>
                  <a:pt x="8393446" y="4120431"/>
                  <a:pt x="8393446" y="4132201"/>
                </a:cubicBezTo>
                <a:lnTo>
                  <a:pt x="8390141" y="4140668"/>
                </a:lnTo>
                <a:lnTo>
                  <a:pt x="8397826" y="4148352"/>
                </a:lnTo>
                <a:lnTo>
                  <a:pt x="8738329" y="4148352"/>
                </a:lnTo>
                <a:lnTo>
                  <a:pt x="8517786" y="3927181"/>
                </a:lnTo>
                <a:close/>
                <a:moveTo>
                  <a:pt x="8108619" y="3927181"/>
                </a:moveTo>
                <a:lnTo>
                  <a:pt x="8103296" y="3940047"/>
                </a:lnTo>
                <a:lnTo>
                  <a:pt x="8083382" y="3947870"/>
                </a:lnTo>
                <a:lnTo>
                  <a:pt x="8077675" y="3961780"/>
                </a:lnTo>
                <a:lnTo>
                  <a:pt x="8130668" y="4014772"/>
                </a:lnTo>
                <a:lnTo>
                  <a:pt x="8130668" y="3935940"/>
                </a:lnTo>
                <a:lnTo>
                  <a:pt x="8121948" y="3927181"/>
                </a:lnTo>
                <a:close/>
                <a:moveTo>
                  <a:pt x="3983232" y="3927181"/>
                </a:moveTo>
                <a:lnTo>
                  <a:pt x="3974470" y="3935940"/>
                </a:lnTo>
                <a:lnTo>
                  <a:pt x="3974470" y="4093614"/>
                </a:lnTo>
                <a:lnTo>
                  <a:pt x="4106301" y="3961780"/>
                </a:lnTo>
                <a:lnTo>
                  <a:pt x="4100174" y="3946844"/>
                </a:lnTo>
                <a:lnTo>
                  <a:pt x="4082871" y="3940047"/>
                </a:lnTo>
                <a:lnTo>
                  <a:pt x="4077545" y="3927181"/>
                </a:lnTo>
                <a:close/>
                <a:moveTo>
                  <a:pt x="3666208" y="3927181"/>
                </a:moveTo>
                <a:lnTo>
                  <a:pt x="3445676" y="4148352"/>
                </a:lnTo>
                <a:lnTo>
                  <a:pt x="3709507" y="4148352"/>
                </a:lnTo>
                <a:lnTo>
                  <a:pt x="3715616" y="4142244"/>
                </a:lnTo>
                <a:lnTo>
                  <a:pt x="3711696" y="4132201"/>
                </a:lnTo>
                <a:cubicBezTo>
                  <a:pt x="3711696" y="4120431"/>
                  <a:pt x="3716076" y="4108935"/>
                  <a:pt x="3724837" y="4100176"/>
                </a:cubicBezTo>
                <a:cubicBezTo>
                  <a:pt x="3742353" y="4082657"/>
                  <a:pt x="3770824" y="4082657"/>
                  <a:pt x="3788346" y="4100176"/>
                </a:cubicBezTo>
                <a:cubicBezTo>
                  <a:pt x="3797104" y="4108935"/>
                  <a:pt x="3801482" y="4120431"/>
                  <a:pt x="3801482" y="4131927"/>
                </a:cubicBezTo>
                <a:lnTo>
                  <a:pt x="3794686" y="4148352"/>
                </a:lnTo>
                <a:lnTo>
                  <a:pt x="3919741" y="4148352"/>
                </a:lnTo>
                <a:lnTo>
                  <a:pt x="3952573" y="4115514"/>
                </a:lnTo>
                <a:lnTo>
                  <a:pt x="3952573" y="3927181"/>
                </a:lnTo>
                <a:close/>
                <a:moveTo>
                  <a:pt x="3641636" y="3927181"/>
                </a:moveTo>
                <a:lnTo>
                  <a:pt x="3534347" y="4034482"/>
                </a:lnTo>
                <a:lnTo>
                  <a:pt x="3223406" y="4034482"/>
                </a:lnTo>
                <a:lnTo>
                  <a:pt x="3337275" y="4148352"/>
                </a:lnTo>
                <a:lnTo>
                  <a:pt x="3421517" y="4148352"/>
                </a:lnTo>
                <a:lnTo>
                  <a:pt x="3643300" y="3927181"/>
                </a:lnTo>
                <a:close/>
                <a:moveTo>
                  <a:pt x="3295647" y="3927181"/>
                </a:moveTo>
                <a:lnTo>
                  <a:pt x="3210243" y="4012583"/>
                </a:lnTo>
                <a:lnTo>
                  <a:pt x="3525597" y="4012583"/>
                </a:lnTo>
                <a:lnTo>
                  <a:pt x="3610460" y="3927181"/>
                </a:lnTo>
                <a:close/>
                <a:moveTo>
                  <a:pt x="9064208" y="3826449"/>
                </a:moveTo>
                <a:lnTo>
                  <a:pt x="8962795" y="3927181"/>
                </a:lnTo>
                <a:lnTo>
                  <a:pt x="8842355" y="3927181"/>
                </a:lnTo>
                <a:lnTo>
                  <a:pt x="8927757" y="4012583"/>
                </a:lnTo>
                <a:lnTo>
                  <a:pt x="8982505" y="4012583"/>
                </a:lnTo>
                <a:lnTo>
                  <a:pt x="9168637" y="3826449"/>
                </a:lnTo>
                <a:close/>
                <a:moveTo>
                  <a:pt x="3142375" y="3826449"/>
                </a:moveTo>
                <a:lnTo>
                  <a:pt x="3227779" y="3911852"/>
                </a:lnTo>
                <a:lnTo>
                  <a:pt x="3278128" y="3911852"/>
                </a:lnTo>
                <a:lnTo>
                  <a:pt x="3363531" y="3826449"/>
                </a:lnTo>
                <a:close/>
                <a:moveTo>
                  <a:pt x="3015369" y="3826449"/>
                </a:moveTo>
                <a:lnTo>
                  <a:pt x="3189452" y="4000530"/>
                </a:lnTo>
                <a:lnTo>
                  <a:pt x="3262800" y="3927181"/>
                </a:lnTo>
                <a:lnTo>
                  <a:pt x="3221209" y="3927181"/>
                </a:lnTo>
                <a:lnTo>
                  <a:pt x="3119796" y="3826449"/>
                </a:lnTo>
                <a:close/>
                <a:moveTo>
                  <a:pt x="3796315" y="3772509"/>
                </a:moveTo>
                <a:lnTo>
                  <a:pt x="3656973" y="3911852"/>
                </a:lnTo>
                <a:lnTo>
                  <a:pt x="3658678" y="3911852"/>
                </a:lnTo>
                <a:lnTo>
                  <a:pt x="3796931" y="3773992"/>
                </a:lnTo>
                <a:close/>
                <a:moveTo>
                  <a:pt x="8387678" y="3772506"/>
                </a:moveTo>
                <a:lnTo>
                  <a:pt x="8387063" y="3773992"/>
                </a:lnTo>
                <a:lnTo>
                  <a:pt x="8525315" y="3911852"/>
                </a:lnTo>
                <a:lnTo>
                  <a:pt x="8527024" y="3911852"/>
                </a:lnTo>
                <a:close/>
                <a:moveTo>
                  <a:pt x="7986141" y="3758565"/>
                </a:moveTo>
                <a:lnTo>
                  <a:pt x="8139428" y="3911852"/>
                </a:lnTo>
                <a:lnTo>
                  <a:pt x="8502501" y="3911852"/>
                </a:lnTo>
                <a:lnTo>
                  <a:pt x="8376267" y="3785257"/>
                </a:lnTo>
                <a:lnTo>
                  <a:pt x="8360599" y="3791412"/>
                </a:lnTo>
                <a:cubicBezTo>
                  <a:pt x="8343080" y="3791412"/>
                  <a:pt x="8325562" y="3776084"/>
                  <a:pt x="8325562" y="3758566"/>
                </a:cubicBezTo>
                <a:lnTo>
                  <a:pt x="8325563" y="3758565"/>
                </a:lnTo>
                <a:close/>
                <a:moveTo>
                  <a:pt x="7313871" y="3758565"/>
                </a:moveTo>
                <a:lnTo>
                  <a:pt x="7172847" y="3899589"/>
                </a:lnTo>
                <a:lnTo>
                  <a:pt x="7178102" y="3911852"/>
                </a:lnTo>
                <a:lnTo>
                  <a:pt x="7174478" y="3920611"/>
                </a:lnTo>
                <a:lnTo>
                  <a:pt x="8002345" y="3920611"/>
                </a:lnTo>
                <a:lnTo>
                  <a:pt x="8005849" y="3911852"/>
                </a:lnTo>
                <a:cubicBezTo>
                  <a:pt x="8014061" y="3903640"/>
                  <a:pt x="8025558" y="3898713"/>
                  <a:pt x="8038696" y="3898713"/>
                </a:cubicBezTo>
                <a:lnTo>
                  <a:pt x="8052531" y="3904390"/>
                </a:lnTo>
                <a:lnTo>
                  <a:pt x="8057310" y="3893239"/>
                </a:lnTo>
                <a:lnTo>
                  <a:pt x="8078931" y="3883973"/>
                </a:lnTo>
                <a:lnTo>
                  <a:pt x="7954075" y="3758565"/>
                </a:lnTo>
                <a:close/>
                <a:moveTo>
                  <a:pt x="4151850" y="3758565"/>
                </a:moveTo>
                <a:lnTo>
                  <a:pt x="3998561" y="3911852"/>
                </a:lnTo>
                <a:lnTo>
                  <a:pt x="4074893" y="3911852"/>
                </a:lnTo>
                <a:lnTo>
                  <a:pt x="4082871" y="3893239"/>
                </a:lnTo>
                <a:cubicBezTo>
                  <a:pt x="4088893" y="3887217"/>
                  <a:pt x="4097104" y="3883385"/>
                  <a:pt x="4105864" y="3883385"/>
                </a:cubicBezTo>
                <a:cubicBezTo>
                  <a:pt x="4114621" y="3883385"/>
                  <a:pt x="4122830" y="3887217"/>
                  <a:pt x="4128853" y="3893239"/>
                </a:cubicBezTo>
                <a:lnTo>
                  <a:pt x="4133305" y="3903625"/>
                </a:lnTo>
                <a:lnTo>
                  <a:pt x="4145280" y="3898713"/>
                </a:lnTo>
                <a:cubicBezTo>
                  <a:pt x="4158420" y="3898713"/>
                  <a:pt x="4169917" y="3903640"/>
                  <a:pt x="4178130" y="3911852"/>
                </a:cubicBezTo>
                <a:lnTo>
                  <a:pt x="4181634" y="3920611"/>
                </a:lnTo>
                <a:lnTo>
                  <a:pt x="5009464" y="3920611"/>
                </a:lnTo>
                <a:lnTo>
                  <a:pt x="5005840" y="3911852"/>
                </a:lnTo>
                <a:lnTo>
                  <a:pt x="5011098" y="3899589"/>
                </a:lnTo>
                <a:lnTo>
                  <a:pt x="4870054" y="3758565"/>
                </a:lnTo>
                <a:close/>
                <a:moveTo>
                  <a:pt x="3858427" y="3758565"/>
                </a:moveTo>
                <a:lnTo>
                  <a:pt x="3858427" y="3758566"/>
                </a:lnTo>
                <a:cubicBezTo>
                  <a:pt x="3858427" y="3776084"/>
                  <a:pt x="3840912" y="3791412"/>
                  <a:pt x="3823396" y="3791412"/>
                </a:cubicBezTo>
                <a:lnTo>
                  <a:pt x="3807727" y="3785258"/>
                </a:lnTo>
                <a:lnTo>
                  <a:pt x="3681490" y="3911852"/>
                </a:lnTo>
                <a:lnTo>
                  <a:pt x="3967836" y="3911852"/>
                </a:lnTo>
                <a:lnTo>
                  <a:pt x="4120457" y="3758565"/>
                </a:lnTo>
                <a:close/>
                <a:moveTo>
                  <a:pt x="10224125" y="3732288"/>
                </a:moveTo>
                <a:lnTo>
                  <a:pt x="10254782" y="3762945"/>
                </a:lnTo>
                <a:lnTo>
                  <a:pt x="10364273" y="3762945"/>
                </a:lnTo>
                <a:lnTo>
                  <a:pt x="10374127" y="3739952"/>
                </a:lnTo>
                <a:lnTo>
                  <a:pt x="10392011" y="3732288"/>
                </a:lnTo>
                <a:close/>
                <a:moveTo>
                  <a:pt x="10103908" y="3732288"/>
                </a:moveTo>
                <a:lnTo>
                  <a:pt x="10134343" y="3762945"/>
                </a:lnTo>
                <a:lnTo>
                  <a:pt x="10223053" y="3762945"/>
                </a:lnTo>
                <a:lnTo>
                  <a:pt x="10192562" y="3732288"/>
                </a:lnTo>
                <a:close/>
                <a:moveTo>
                  <a:pt x="1992722" y="3732288"/>
                </a:moveTo>
                <a:lnTo>
                  <a:pt x="1962062" y="3762945"/>
                </a:lnTo>
                <a:lnTo>
                  <a:pt x="2049649" y="3762945"/>
                </a:lnTo>
                <a:lnTo>
                  <a:pt x="2080085" y="3732288"/>
                </a:lnTo>
                <a:close/>
                <a:moveTo>
                  <a:pt x="1791979" y="3732288"/>
                </a:moveTo>
                <a:lnTo>
                  <a:pt x="1809862" y="3739952"/>
                </a:lnTo>
                <a:lnTo>
                  <a:pt x="1819715" y="3762945"/>
                </a:lnTo>
                <a:lnTo>
                  <a:pt x="1929214" y="3762945"/>
                </a:lnTo>
                <a:lnTo>
                  <a:pt x="1959871" y="3732288"/>
                </a:lnTo>
                <a:close/>
                <a:moveTo>
                  <a:pt x="7995339" y="3686302"/>
                </a:moveTo>
                <a:lnTo>
                  <a:pt x="7988331" y="3703820"/>
                </a:lnTo>
                <a:cubicBezTo>
                  <a:pt x="7980120" y="3712032"/>
                  <a:pt x="7968623" y="3716959"/>
                  <a:pt x="7955484" y="3716959"/>
                </a:cubicBezTo>
                <a:lnTo>
                  <a:pt x="7937235" y="3709659"/>
                </a:lnTo>
                <a:lnTo>
                  <a:pt x="7970812" y="3743237"/>
                </a:lnTo>
                <a:lnTo>
                  <a:pt x="8332315" y="3743237"/>
                </a:lnTo>
                <a:lnTo>
                  <a:pt x="8335689" y="3735572"/>
                </a:lnTo>
                <a:lnTo>
                  <a:pt x="8346477" y="3731305"/>
                </a:lnTo>
                <a:lnTo>
                  <a:pt x="8301473" y="3686302"/>
                </a:lnTo>
                <a:close/>
                <a:moveTo>
                  <a:pt x="3882512" y="3686302"/>
                </a:moveTo>
                <a:lnTo>
                  <a:pt x="3837519" y="3731306"/>
                </a:lnTo>
                <a:lnTo>
                  <a:pt x="3848302" y="3735572"/>
                </a:lnTo>
                <a:lnTo>
                  <a:pt x="3851677" y="3743237"/>
                </a:lnTo>
                <a:lnTo>
                  <a:pt x="4135719" y="3743237"/>
                </a:lnTo>
                <a:lnTo>
                  <a:pt x="4189723" y="3689003"/>
                </a:lnTo>
                <a:lnTo>
                  <a:pt x="4188642" y="3686302"/>
                </a:lnTo>
                <a:close/>
                <a:moveTo>
                  <a:pt x="9975645" y="3603089"/>
                </a:moveTo>
                <a:lnTo>
                  <a:pt x="10079994" y="3708200"/>
                </a:lnTo>
                <a:lnTo>
                  <a:pt x="10168602" y="3708200"/>
                </a:lnTo>
                <a:lnTo>
                  <a:pt x="10064057" y="3603089"/>
                </a:lnTo>
                <a:close/>
                <a:moveTo>
                  <a:pt x="9315980" y="3603089"/>
                </a:moveTo>
                <a:lnTo>
                  <a:pt x="9309881" y="3617323"/>
                </a:lnTo>
                <a:cubicBezTo>
                  <a:pt x="9303858" y="3623345"/>
                  <a:pt x="9295647" y="3627177"/>
                  <a:pt x="9286887" y="3627177"/>
                </a:cubicBezTo>
                <a:lnTo>
                  <a:pt x="9271387" y="3620660"/>
                </a:lnTo>
                <a:lnTo>
                  <a:pt x="9081844" y="3808930"/>
                </a:lnTo>
                <a:lnTo>
                  <a:pt x="9186156" y="3808930"/>
                </a:lnTo>
                <a:lnTo>
                  <a:pt x="9253414" y="3741673"/>
                </a:lnTo>
                <a:lnTo>
                  <a:pt x="9245281" y="3721340"/>
                </a:lnTo>
                <a:cubicBezTo>
                  <a:pt x="9245281" y="3695061"/>
                  <a:pt x="9264989" y="3675353"/>
                  <a:pt x="9291266" y="3675353"/>
                </a:cubicBezTo>
                <a:cubicBezTo>
                  <a:pt x="9304405" y="3675353"/>
                  <a:pt x="9315901" y="3680280"/>
                  <a:pt x="9324113" y="3688492"/>
                </a:cubicBezTo>
                <a:lnTo>
                  <a:pt x="9331996" y="3708200"/>
                </a:lnTo>
                <a:lnTo>
                  <a:pt x="10057700" y="3708200"/>
                </a:lnTo>
                <a:lnTo>
                  <a:pt x="9952590" y="3603089"/>
                </a:lnTo>
                <a:close/>
                <a:moveTo>
                  <a:pt x="2232685" y="3603089"/>
                </a:moveTo>
                <a:lnTo>
                  <a:pt x="2126806" y="3708200"/>
                </a:lnTo>
                <a:lnTo>
                  <a:pt x="2852008" y="3708200"/>
                </a:lnTo>
                <a:lnTo>
                  <a:pt x="2859891" y="3688492"/>
                </a:lnTo>
                <a:cubicBezTo>
                  <a:pt x="2868103" y="3680280"/>
                  <a:pt x="2879601" y="3675353"/>
                  <a:pt x="2892740" y="3675353"/>
                </a:cubicBezTo>
                <a:cubicBezTo>
                  <a:pt x="2919018" y="3675353"/>
                  <a:pt x="2938720" y="3695061"/>
                  <a:pt x="2938720" y="3721340"/>
                </a:cubicBezTo>
                <a:lnTo>
                  <a:pt x="2930591" y="3741672"/>
                </a:lnTo>
                <a:lnTo>
                  <a:pt x="2997851" y="3808930"/>
                </a:lnTo>
                <a:lnTo>
                  <a:pt x="3102157" y="3808930"/>
                </a:lnTo>
                <a:lnTo>
                  <a:pt x="2912618" y="3620660"/>
                </a:lnTo>
                <a:lnTo>
                  <a:pt x="2897114" y="3627177"/>
                </a:lnTo>
                <a:cubicBezTo>
                  <a:pt x="2888355" y="3627177"/>
                  <a:pt x="2880143" y="3623345"/>
                  <a:pt x="2874122" y="3617323"/>
                </a:cubicBezTo>
                <a:lnTo>
                  <a:pt x="2868020" y="3603089"/>
                </a:lnTo>
                <a:close/>
                <a:moveTo>
                  <a:pt x="2121922" y="3603089"/>
                </a:moveTo>
                <a:lnTo>
                  <a:pt x="2016808" y="3708200"/>
                </a:lnTo>
                <a:lnTo>
                  <a:pt x="2103995" y="3708200"/>
                </a:lnTo>
                <a:lnTo>
                  <a:pt x="2208348" y="3603089"/>
                </a:lnTo>
                <a:close/>
                <a:moveTo>
                  <a:pt x="2143507" y="3581505"/>
                </a:moveTo>
                <a:lnTo>
                  <a:pt x="2139440" y="3585570"/>
                </a:lnTo>
                <a:lnTo>
                  <a:pt x="2153672" y="3585570"/>
                </a:lnTo>
                <a:close/>
                <a:moveTo>
                  <a:pt x="10041992" y="3580904"/>
                </a:moveTo>
                <a:lnTo>
                  <a:pt x="10030328" y="3585570"/>
                </a:lnTo>
                <a:lnTo>
                  <a:pt x="10046632" y="3585570"/>
                </a:lnTo>
                <a:close/>
                <a:moveTo>
                  <a:pt x="9936514" y="3563672"/>
                </a:moveTo>
                <a:lnTo>
                  <a:pt x="9958253" y="3585570"/>
                </a:lnTo>
                <a:lnTo>
                  <a:pt x="9992236" y="3585570"/>
                </a:lnTo>
                <a:lnTo>
                  <a:pt x="9988767" y="3584518"/>
                </a:lnTo>
                <a:cubicBezTo>
                  <a:pt x="9981390" y="3579669"/>
                  <a:pt x="9975359" y="3572740"/>
                  <a:pt x="9971715" y="3564426"/>
                </a:cubicBezTo>
                <a:lnTo>
                  <a:pt x="9971559" y="3563672"/>
                </a:lnTo>
                <a:close/>
                <a:moveTo>
                  <a:pt x="2212435" y="3563672"/>
                </a:moveTo>
                <a:lnTo>
                  <a:pt x="2212279" y="3564426"/>
                </a:lnTo>
                <a:cubicBezTo>
                  <a:pt x="2208638" y="3572740"/>
                  <a:pt x="2202610" y="3579669"/>
                  <a:pt x="2195230" y="3584519"/>
                </a:cubicBezTo>
                <a:lnTo>
                  <a:pt x="2191761" y="3585570"/>
                </a:lnTo>
                <a:lnTo>
                  <a:pt x="2225742" y="3585570"/>
                </a:lnTo>
                <a:lnTo>
                  <a:pt x="2247479" y="3563672"/>
                </a:lnTo>
                <a:close/>
                <a:moveTo>
                  <a:pt x="9453432" y="3478269"/>
                </a:moveTo>
                <a:lnTo>
                  <a:pt x="9516816" y="3541775"/>
                </a:lnTo>
                <a:lnTo>
                  <a:pt x="9891275" y="3541775"/>
                </a:lnTo>
                <a:lnTo>
                  <a:pt x="9840067" y="3490566"/>
                </a:lnTo>
                <a:lnTo>
                  <a:pt x="9821200" y="3497978"/>
                </a:lnTo>
                <a:cubicBezTo>
                  <a:pt x="9812441" y="3497978"/>
                  <a:pt x="9804229" y="3494146"/>
                  <a:pt x="9798207" y="3488124"/>
                </a:cubicBezTo>
                <a:lnTo>
                  <a:pt x="9793984" y="3478269"/>
                </a:lnTo>
                <a:close/>
                <a:moveTo>
                  <a:pt x="2390013" y="3478269"/>
                </a:moveTo>
                <a:lnTo>
                  <a:pt x="2385791" y="3488124"/>
                </a:lnTo>
                <a:cubicBezTo>
                  <a:pt x="2379769" y="3494146"/>
                  <a:pt x="2371554" y="3497978"/>
                  <a:pt x="2362797" y="3497978"/>
                </a:cubicBezTo>
                <a:lnTo>
                  <a:pt x="2345436" y="3491157"/>
                </a:lnTo>
                <a:lnTo>
                  <a:pt x="2294447" y="3541775"/>
                </a:lnTo>
                <a:lnTo>
                  <a:pt x="2667190" y="3541775"/>
                </a:lnTo>
                <a:lnTo>
                  <a:pt x="2730576" y="3478269"/>
                </a:lnTo>
                <a:close/>
                <a:moveTo>
                  <a:pt x="7672990" y="3476236"/>
                </a:moveTo>
                <a:lnTo>
                  <a:pt x="7652197" y="3484839"/>
                </a:lnTo>
                <a:lnTo>
                  <a:pt x="7681554" y="3484839"/>
                </a:lnTo>
                <a:close/>
                <a:moveTo>
                  <a:pt x="7414558" y="3472534"/>
                </a:moveTo>
                <a:lnTo>
                  <a:pt x="7291971" y="3594330"/>
                </a:lnTo>
                <a:lnTo>
                  <a:pt x="6836379" y="3594330"/>
                </a:lnTo>
                <a:lnTo>
                  <a:pt x="6827732" y="3615406"/>
                </a:lnTo>
                <a:cubicBezTo>
                  <a:pt x="6819521" y="3623891"/>
                  <a:pt x="6808025" y="3629366"/>
                  <a:pt x="6794886" y="3629366"/>
                </a:cubicBezTo>
                <a:cubicBezTo>
                  <a:pt x="6768608" y="3629366"/>
                  <a:pt x="6748900" y="3609659"/>
                  <a:pt x="6748900" y="3583381"/>
                </a:cubicBezTo>
                <a:lnTo>
                  <a:pt x="6762039" y="3550534"/>
                </a:lnTo>
                <a:lnTo>
                  <a:pt x="6641600" y="3670973"/>
                </a:lnTo>
                <a:lnTo>
                  <a:pt x="6641600" y="3920611"/>
                </a:lnTo>
                <a:lnTo>
                  <a:pt x="6830644" y="3920611"/>
                </a:lnTo>
                <a:lnTo>
                  <a:pt x="6832659" y="3910758"/>
                </a:lnTo>
                <a:cubicBezTo>
                  <a:pt x="6835944" y="3903093"/>
                  <a:pt x="6840871" y="3895976"/>
                  <a:pt x="6847441" y="3889955"/>
                </a:cubicBezTo>
                <a:cubicBezTo>
                  <a:pt x="6871528" y="3865867"/>
                  <a:pt x="6913134" y="3865867"/>
                  <a:pt x="6939412" y="3889955"/>
                </a:cubicBezTo>
                <a:cubicBezTo>
                  <a:pt x="6945435" y="3895976"/>
                  <a:pt x="6950088" y="3903093"/>
                  <a:pt x="6953270" y="3910792"/>
                </a:cubicBezTo>
                <a:lnTo>
                  <a:pt x="6955301" y="3920611"/>
                </a:lnTo>
                <a:lnTo>
                  <a:pt x="7116163" y="3920611"/>
                </a:lnTo>
                <a:lnTo>
                  <a:pt x="7112408" y="3911852"/>
                </a:lnTo>
                <a:cubicBezTo>
                  <a:pt x="7112408" y="3894335"/>
                  <a:pt x="7127736" y="3879005"/>
                  <a:pt x="7145255" y="3879005"/>
                </a:cubicBezTo>
                <a:lnTo>
                  <a:pt x="7162117" y="3886231"/>
                </a:lnTo>
                <a:lnTo>
                  <a:pt x="7305111" y="3743237"/>
                </a:lnTo>
                <a:lnTo>
                  <a:pt x="7938814" y="3743237"/>
                </a:lnTo>
                <a:lnTo>
                  <a:pt x="7698997" y="3502358"/>
                </a:lnTo>
                <a:lnTo>
                  <a:pt x="7467952" y="3502358"/>
                </a:lnTo>
                <a:lnTo>
                  <a:pt x="7461682" y="3517687"/>
                </a:lnTo>
                <a:cubicBezTo>
                  <a:pt x="7455660" y="3524256"/>
                  <a:pt x="7447448" y="3528636"/>
                  <a:pt x="7438689" y="3528636"/>
                </a:cubicBezTo>
                <a:cubicBezTo>
                  <a:pt x="7421170" y="3528636"/>
                  <a:pt x="7405842" y="3513307"/>
                  <a:pt x="7405842" y="3493599"/>
                </a:cubicBezTo>
                <a:close/>
                <a:moveTo>
                  <a:pt x="4769374" y="3472534"/>
                </a:moveTo>
                <a:lnTo>
                  <a:pt x="4770311" y="3474803"/>
                </a:lnTo>
                <a:lnTo>
                  <a:pt x="4770703" y="3473856"/>
                </a:lnTo>
                <a:close/>
                <a:moveTo>
                  <a:pt x="9826734" y="3434473"/>
                </a:moveTo>
                <a:lnTo>
                  <a:pt x="9846109" y="3442138"/>
                </a:lnTo>
                <a:cubicBezTo>
                  <a:pt x="9852404" y="3448160"/>
                  <a:pt x="9856237" y="3456371"/>
                  <a:pt x="9856237" y="3465131"/>
                </a:cubicBezTo>
                <a:lnTo>
                  <a:pt x="9854047" y="3465131"/>
                </a:lnTo>
                <a:lnTo>
                  <a:pt x="9849528" y="3476052"/>
                </a:lnTo>
                <a:lnTo>
                  <a:pt x="9914775" y="3541775"/>
                </a:lnTo>
                <a:lnTo>
                  <a:pt x="9969670" y="3541775"/>
                </a:lnTo>
                <a:lnTo>
                  <a:pt x="9981056" y="3513307"/>
                </a:lnTo>
                <a:cubicBezTo>
                  <a:pt x="9989269" y="3505095"/>
                  <a:pt x="10000765" y="3500168"/>
                  <a:pt x="10013903" y="3500168"/>
                </a:cubicBezTo>
                <a:cubicBezTo>
                  <a:pt x="10040181" y="3500168"/>
                  <a:pt x="10059889" y="3519877"/>
                  <a:pt x="10059889" y="3546154"/>
                </a:cubicBezTo>
                <a:lnTo>
                  <a:pt x="10053633" y="3561795"/>
                </a:lnTo>
                <a:lnTo>
                  <a:pt x="10077407" y="3585570"/>
                </a:lnTo>
                <a:lnTo>
                  <a:pt x="10449675" y="3585570"/>
                </a:lnTo>
                <a:lnTo>
                  <a:pt x="10520844" y="3514402"/>
                </a:lnTo>
                <a:lnTo>
                  <a:pt x="10471573" y="3465131"/>
                </a:lnTo>
                <a:lnTo>
                  <a:pt x="10217555" y="3465131"/>
                </a:lnTo>
                <a:lnTo>
                  <a:pt x="10186898" y="3434473"/>
                </a:lnTo>
                <a:close/>
                <a:moveTo>
                  <a:pt x="9424845" y="3434473"/>
                </a:moveTo>
                <a:lnTo>
                  <a:pt x="9451123" y="3460751"/>
                </a:lnTo>
                <a:lnTo>
                  <a:pt x="9790231" y="3460751"/>
                </a:lnTo>
                <a:lnTo>
                  <a:pt x="9798207" y="3442138"/>
                </a:lnTo>
                <a:lnTo>
                  <a:pt x="9816092" y="3434473"/>
                </a:lnTo>
                <a:close/>
                <a:moveTo>
                  <a:pt x="2367906" y="3434473"/>
                </a:moveTo>
                <a:lnTo>
                  <a:pt x="2385791" y="3442138"/>
                </a:lnTo>
                <a:lnTo>
                  <a:pt x="2393768" y="3460751"/>
                </a:lnTo>
                <a:lnTo>
                  <a:pt x="2732882" y="3460751"/>
                </a:lnTo>
                <a:lnTo>
                  <a:pt x="2759158" y="3434473"/>
                </a:lnTo>
                <a:close/>
                <a:moveTo>
                  <a:pt x="1997094" y="3434473"/>
                </a:moveTo>
                <a:lnTo>
                  <a:pt x="1966436" y="3465131"/>
                </a:lnTo>
                <a:lnTo>
                  <a:pt x="1712421" y="3465131"/>
                </a:lnTo>
                <a:lnTo>
                  <a:pt x="1663150" y="3514404"/>
                </a:lnTo>
                <a:lnTo>
                  <a:pt x="1734315" y="3585570"/>
                </a:lnTo>
                <a:lnTo>
                  <a:pt x="2106593" y="3585570"/>
                </a:lnTo>
                <a:lnTo>
                  <a:pt x="2130366" y="3561797"/>
                </a:lnTo>
                <a:lnTo>
                  <a:pt x="2124108" y="3546154"/>
                </a:lnTo>
                <a:cubicBezTo>
                  <a:pt x="2124108" y="3519877"/>
                  <a:pt x="2143818" y="3500168"/>
                  <a:pt x="2170097" y="3500168"/>
                </a:cubicBezTo>
                <a:cubicBezTo>
                  <a:pt x="2183234" y="3500168"/>
                  <a:pt x="2194730" y="3505095"/>
                  <a:pt x="2202941" y="3513307"/>
                </a:cubicBezTo>
                <a:lnTo>
                  <a:pt x="2214323" y="3541775"/>
                </a:lnTo>
                <a:lnTo>
                  <a:pt x="2269222" y="3541775"/>
                </a:lnTo>
                <a:lnTo>
                  <a:pt x="2334467" y="3476053"/>
                </a:lnTo>
                <a:lnTo>
                  <a:pt x="2329948" y="3465131"/>
                </a:lnTo>
                <a:lnTo>
                  <a:pt x="2327759" y="3465131"/>
                </a:lnTo>
                <a:cubicBezTo>
                  <a:pt x="2327759" y="3456371"/>
                  <a:pt x="2331591" y="3448160"/>
                  <a:pt x="2337886" y="3442138"/>
                </a:cubicBezTo>
                <a:lnTo>
                  <a:pt x="2357262" y="3434473"/>
                </a:lnTo>
                <a:close/>
                <a:moveTo>
                  <a:pt x="10133233" y="3380812"/>
                </a:moveTo>
                <a:lnTo>
                  <a:pt x="10129963" y="3384112"/>
                </a:lnTo>
                <a:lnTo>
                  <a:pt x="9374480" y="3384112"/>
                </a:lnTo>
                <a:lnTo>
                  <a:pt x="9381048" y="3390679"/>
                </a:lnTo>
                <a:lnTo>
                  <a:pt x="10143101" y="3390679"/>
                </a:lnTo>
                <a:close/>
                <a:moveTo>
                  <a:pt x="2050759" y="3380812"/>
                </a:moveTo>
                <a:lnTo>
                  <a:pt x="2040890" y="3390679"/>
                </a:lnTo>
                <a:lnTo>
                  <a:pt x="2802953" y="3390679"/>
                </a:lnTo>
                <a:lnTo>
                  <a:pt x="2809524" y="3384112"/>
                </a:lnTo>
                <a:lnTo>
                  <a:pt x="2054030" y="3384112"/>
                </a:lnTo>
                <a:close/>
                <a:moveTo>
                  <a:pt x="11141654" y="3360023"/>
                </a:moveTo>
                <a:lnTo>
                  <a:pt x="10955520" y="3543964"/>
                </a:lnTo>
                <a:lnTo>
                  <a:pt x="10550406" y="3543964"/>
                </a:lnTo>
                <a:lnTo>
                  <a:pt x="10532661" y="3526219"/>
                </a:lnTo>
                <a:lnTo>
                  <a:pt x="10456245" y="3603089"/>
                </a:lnTo>
                <a:lnTo>
                  <a:pt x="10094926" y="3603089"/>
                </a:lnTo>
                <a:lnTo>
                  <a:pt x="10200037" y="3708200"/>
                </a:lnTo>
                <a:lnTo>
                  <a:pt x="10865738" y="3708200"/>
                </a:lnTo>
                <a:lnTo>
                  <a:pt x="11213918" y="3360023"/>
                </a:lnTo>
                <a:close/>
                <a:moveTo>
                  <a:pt x="970075" y="3360023"/>
                </a:moveTo>
                <a:lnTo>
                  <a:pt x="1318259" y="3708200"/>
                </a:lnTo>
                <a:lnTo>
                  <a:pt x="1983961" y="3708200"/>
                </a:lnTo>
                <a:lnTo>
                  <a:pt x="2089072" y="3603089"/>
                </a:lnTo>
                <a:lnTo>
                  <a:pt x="1727746" y="3603089"/>
                </a:lnTo>
                <a:lnTo>
                  <a:pt x="1651332" y="3526222"/>
                </a:lnTo>
                <a:lnTo>
                  <a:pt x="1633589" y="3543964"/>
                </a:lnTo>
                <a:lnTo>
                  <a:pt x="1228477" y="3543964"/>
                </a:lnTo>
                <a:lnTo>
                  <a:pt x="1042340" y="3360023"/>
                </a:lnTo>
                <a:close/>
                <a:moveTo>
                  <a:pt x="10730536" y="3327176"/>
                </a:moveTo>
                <a:lnTo>
                  <a:pt x="10565406" y="3493281"/>
                </a:lnTo>
                <a:lnTo>
                  <a:pt x="10570114" y="3497978"/>
                </a:lnTo>
                <a:lnTo>
                  <a:pt x="10938002" y="3497978"/>
                </a:lnTo>
                <a:lnTo>
                  <a:pt x="11108806" y="3327176"/>
                </a:lnTo>
                <a:close/>
                <a:moveTo>
                  <a:pt x="10653328" y="3327176"/>
                </a:moveTo>
                <a:lnTo>
                  <a:pt x="10527281" y="3455252"/>
                </a:lnTo>
                <a:lnTo>
                  <a:pt x="10553670" y="3481575"/>
                </a:lnTo>
                <a:lnTo>
                  <a:pt x="10708071" y="3327176"/>
                </a:lnTo>
                <a:close/>
                <a:moveTo>
                  <a:pt x="1475917" y="3327176"/>
                </a:moveTo>
                <a:lnTo>
                  <a:pt x="1630322" y="3481578"/>
                </a:lnTo>
                <a:lnTo>
                  <a:pt x="1657730" y="3454239"/>
                </a:lnTo>
                <a:lnTo>
                  <a:pt x="1530662" y="3327176"/>
                </a:lnTo>
                <a:close/>
                <a:moveTo>
                  <a:pt x="1075192" y="3327176"/>
                </a:moveTo>
                <a:lnTo>
                  <a:pt x="1245995" y="3497978"/>
                </a:lnTo>
                <a:lnTo>
                  <a:pt x="1613881" y="3497978"/>
                </a:lnTo>
                <a:lnTo>
                  <a:pt x="1618586" y="3493283"/>
                </a:lnTo>
                <a:lnTo>
                  <a:pt x="1453453" y="3327176"/>
                </a:lnTo>
                <a:close/>
                <a:moveTo>
                  <a:pt x="4630938" y="3300901"/>
                </a:moveTo>
                <a:lnTo>
                  <a:pt x="4780138" y="3451065"/>
                </a:lnTo>
                <a:lnTo>
                  <a:pt x="4782472" y="3445423"/>
                </a:lnTo>
                <a:lnTo>
                  <a:pt x="4797804" y="3439080"/>
                </a:lnTo>
                <a:lnTo>
                  <a:pt x="4797804" y="3313673"/>
                </a:lnTo>
                <a:lnTo>
                  <a:pt x="4792327" y="3321701"/>
                </a:lnTo>
                <a:cubicBezTo>
                  <a:pt x="4783566" y="3330460"/>
                  <a:pt x="4771522" y="3335933"/>
                  <a:pt x="4758382" y="3335933"/>
                </a:cubicBezTo>
                <a:cubicBezTo>
                  <a:pt x="4738676" y="3335933"/>
                  <a:pt x="4721429" y="3323616"/>
                  <a:pt x="4714038" y="3306382"/>
                </a:cubicBezTo>
                <a:lnTo>
                  <a:pt x="4712909" y="3300901"/>
                </a:lnTo>
                <a:close/>
                <a:moveTo>
                  <a:pt x="4510936" y="3257105"/>
                </a:moveTo>
                <a:lnTo>
                  <a:pt x="4521885" y="3268091"/>
                </a:lnTo>
                <a:lnTo>
                  <a:pt x="4563559" y="3268091"/>
                </a:lnTo>
                <a:lnTo>
                  <a:pt x="4552552" y="3257105"/>
                </a:lnTo>
                <a:close/>
                <a:moveTo>
                  <a:pt x="4156229" y="3257105"/>
                </a:moveTo>
                <a:lnTo>
                  <a:pt x="4383927" y="3484839"/>
                </a:lnTo>
                <a:lnTo>
                  <a:pt x="4392955" y="3484839"/>
                </a:lnTo>
                <a:lnTo>
                  <a:pt x="4416893" y="3460791"/>
                </a:lnTo>
                <a:lnTo>
                  <a:pt x="4408016" y="3438032"/>
                </a:lnTo>
                <a:cubicBezTo>
                  <a:pt x="4408012" y="3426263"/>
                  <a:pt x="4412395" y="3414766"/>
                  <a:pt x="4421155" y="3406008"/>
                </a:cubicBezTo>
                <a:cubicBezTo>
                  <a:pt x="4438674" y="3388489"/>
                  <a:pt x="4467148" y="3388489"/>
                  <a:pt x="4484669" y="3406008"/>
                </a:cubicBezTo>
                <a:cubicBezTo>
                  <a:pt x="4502184" y="3425715"/>
                  <a:pt x="4502184" y="3454182"/>
                  <a:pt x="4484669" y="3471701"/>
                </a:cubicBezTo>
                <a:lnTo>
                  <a:pt x="4452912" y="3484839"/>
                </a:lnTo>
                <a:lnTo>
                  <a:pt x="4433542" y="3476828"/>
                </a:lnTo>
                <a:lnTo>
                  <a:pt x="4425538" y="3484839"/>
                </a:lnTo>
                <a:lnTo>
                  <a:pt x="4452912" y="3484839"/>
                </a:lnTo>
                <a:lnTo>
                  <a:pt x="4716151" y="3484839"/>
                </a:lnTo>
                <a:lnTo>
                  <a:pt x="4722251" y="3470605"/>
                </a:lnTo>
                <a:cubicBezTo>
                  <a:pt x="4728274" y="3464583"/>
                  <a:pt x="4736486" y="3460751"/>
                  <a:pt x="4745246" y="3460751"/>
                </a:cubicBezTo>
                <a:lnTo>
                  <a:pt x="4765540" y="3468725"/>
                </a:lnTo>
                <a:lnTo>
                  <a:pt x="4596626" y="3300901"/>
                </a:lnTo>
                <a:lnTo>
                  <a:pt x="4508751" y="3300901"/>
                </a:lnTo>
                <a:lnTo>
                  <a:pt x="4464957" y="3257105"/>
                </a:lnTo>
                <a:close/>
                <a:moveTo>
                  <a:pt x="7718985" y="3257102"/>
                </a:moveTo>
                <a:lnTo>
                  <a:pt x="7675188" y="3300899"/>
                </a:lnTo>
                <a:lnTo>
                  <a:pt x="7587310" y="3300899"/>
                </a:lnTo>
                <a:lnTo>
                  <a:pt x="7418392" y="3468726"/>
                </a:lnTo>
                <a:lnTo>
                  <a:pt x="7438689" y="3460751"/>
                </a:lnTo>
                <a:cubicBezTo>
                  <a:pt x="7447448" y="3460751"/>
                  <a:pt x="7455660" y="3464583"/>
                  <a:pt x="7461682" y="3470605"/>
                </a:cubicBezTo>
                <a:lnTo>
                  <a:pt x="7467782" y="3484839"/>
                </a:lnTo>
                <a:lnTo>
                  <a:pt x="7652195" y="3484839"/>
                </a:lnTo>
                <a:lnTo>
                  <a:pt x="7620444" y="3471701"/>
                </a:lnTo>
                <a:cubicBezTo>
                  <a:pt x="7602925" y="3454182"/>
                  <a:pt x="7602925" y="3425715"/>
                  <a:pt x="7620444" y="3406008"/>
                </a:cubicBezTo>
                <a:cubicBezTo>
                  <a:pt x="7637963" y="3388489"/>
                  <a:pt x="7666429" y="3388489"/>
                  <a:pt x="7683948" y="3406008"/>
                </a:cubicBezTo>
                <a:cubicBezTo>
                  <a:pt x="7692707" y="3414766"/>
                  <a:pt x="7697087" y="3426263"/>
                  <a:pt x="7697087" y="3438032"/>
                </a:cubicBezTo>
                <a:lnTo>
                  <a:pt x="7688251" y="3460675"/>
                </a:lnTo>
                <a:lnTo>
                  <a:pt x="7712414" y="3484839"/>
                </a:lnTo>
                <a:lnTo>
                  <a:pt x="7800007" y="3484839"/>
                </a:lnTo>
                <a:lnTo>
                  <a:pt x="8027747" y="3257102"/>
                </a:lnTo>
                <a:close/>
                <a:moveTo>
                  <a:pt x="7631391" y="3257102"/>
                </a:moveTo>
                <a:lnTo>
                  <a:pt x="7620371" y="3268051"/>
                </a:lnTo>
                <a:lnTo>
                  <a:pt x="7662050" y="3268051"/>
                </a:lnTo>
                <a:lnTo>
                  <a:pt x="7673000" y="3257102"/>
                </a:lnTo>
                <a:close/>
                <a:moveTo>
                  <a:pt x="1924337" y="3253265"/>
                </a:moveTo>
                <a:lnTo>
                  <a:pt x="1786876" y="3390679"/>
                </a:lnTo>
                <a:lnTo>
                  <a:pt x="1992714" y="3390679"/>
                </a:lnTo>
                <a:lnTo>
                  <a:pt x="2026782" y="3356612"/>
                </a:lnTo>
                <a:close/>
                <a:moveTo>
                  <a:pt x="10259656" y="3253218"/>
                </a:moveTo>
                <a:lnTo>
                  <a:pt x="10157334" y="3356487"/>
                </a:lnTo>
                <a:lnTo>
                  <a:pt x="10191412" y="3390679"/>
                </a:lnTo>
                <a:lnTo>
                  <a:pt x="10397119" y="3390679"/>
                </a:lnTo>
                <a:close/>
                <a:moveTo>
                  <a:pt x="3443585" y="3250581"/>
                </a:moveTo>
                <a:lnTo>
                  <a:pt x="3437727" y="3266694"/>
                </a:lnTo>
                <a:cubicBezTo>
                  <a:pt x="3431977" y="3272985"/>
                  <a:pt x="3423770" y="3276851"/>
                  <a:pt x="3413913" y="3276851"/>
                </a:cubicBezTo>
                <a:lnTo>
                  <a:pt x="3408125" y="3273855"/>
                </a:lnTo>
                <a:lnTo>
                  <a:pt x="3247491" y="3434473"/>
                </a:lnTo>
                <a:lnTo>
                  <a:pt x="2805396" y="3434473"/>
                </a:lnTo>
                <a:lnTo>
                  <a:pt x="2675948" y="3563672"/>
                </a:lnTo>
                <a:lnTo>
                  <a:pt x="2272388" y="3563672"/>
                </a:lnTo>
                <a:lnTo>
                  <a:pt x="2250332" y="3585570"/>
                </a:lnTo>
                <a:lnTo>
                  <a:pt x="2869272" y="3585570"/>
                </a:lnTo>
                <a:lnTo>
                  <a:pt x="2876310" y="3569146"/>
                </a:lnTo>
                <a:cubicBezTo>
                  <a:pt x="2882333" y="3563125"/>
                  <a:pt x="2890545" y="3559292"/>
                  <a:pt x="2899305" y="3559292"/>
                </a:cubicBezTo>
                <a:cubicBezTo>
                  <a:pt x="2916826" y="3559292"/>
                  <a:pt x="2932149" y="3572431"/>
                  <a:pt x="2932149" y="3592140"/>
                </a:cubicBezTo>
                <a:lnTo>
                  <a:pt x="2924797" y="3608871"/>
                </a:lnTo>
                <a:lnTo>
                  <a:pt x="3124855" y="3808930"/>
                </a:lnTo>
                <a:lnTo>
                  <a:pt x="3367926" y="3808930"/>
                </a:lnTo>
                <a:lnTo>
                  <a:pt x="3386129" y="3790729"/>
                </a:lnTo>
                <a:lnTo>
                  <a:pt x="3383241" y="3783747"/>
                </a:lnTo>
                <a:cubicBezTo>
                  <a:pt x="3383241" y="3772251"/>
                  <a:pt x="3387620" y="3760755"/>
                  <a:pt x="3396381" y="3751996"/>
                </a:cubicBezTo>
                <a:cubicBezTo>
                  <a:pt x="3405141" y="3743236"/>
                  <a:pt x="3416636" y="3738857"/>
                  <a:pt x="3428132" y="3738857"/>
                </a:cubicBezTo>
                <a:lnTo>
                  <a:pt x="3435111" y="3741745"/>
                </a:lnTo>
                <a:lnTo>
                  <a:pt x="3624120" y="3552723"/>
                </a:lnTo>
                <a:lnTo>
                  <a:pt x="3855924" y="3552723"/>
                </a:lnTo>
                <a:lnTo>
                  <a:pt x="3863899" y="3534109"/>
                </a:lnTo>
                <a:cubicBezTo>
                  <a:pt x="3869920" y="3528088"/>
                  <a:pt x="3878131" y="3524256"/>
                  <a:pt x="3886888" y="3524256"/>
                </a:cubicBezTo>
                <a:cubicBezTo>
                  <a:pt x="3904402" y="3524256"/>
                  <a:pt x="3919735" y="3537395"/>
                  <a:pt x="3919735" y="3557103"/>
                </a:cubicBezTo>
                <a:cubicBezTo>
                  <a:pt x="3919735" y="3574621"/>
                  <a:pt x="3904402" y="3589949"/>
                  <a:pt x="3886888" y="3589949"/>
                </a:cubicBezTo>
                <a:cubicBezTo>
                  <a:pt x="3878131" y="3589949"/>
                  <a:pt x="3869920" y="3586665"/>
                  <a:pt x="3863899" y="3580916"/>
                </a:cubicBezTo>
                <a:lnTo>
                  <a:pt x="3858578" y="3568051"/>
                </a:lnTo>
                <a:lnTo>
                  <a:pt x="3630690" y="3568051"/>
                </a:lnTo>
                <a:lnTo>
                  <a:pt x="3451682" y="3748603"/>
                </a:lnTo>
                <a:lnTo>
                  <a:pt x="3459881" y="3751996"/>
                </a:lnTo>
                <a:cubicBezTo>
                  <a:pt x="3477400" y="3769514"/>
                  <a:pt x="3477400" y="3797982"/>
                  <a:pt x="3459881" y="3815500"/>
                </a:cubicBezTo>
                <a:cubicBezTo>
                  <a:pt x="3451123" y="3824259"/>
                  <a:pt x="3439628" y="3828639"/>
                  <a:pt x="3428132" y="3828639"/>
                </a:cubicBezTo>
                <a:lnTo>
                  <a:pt x="3404127" y="3818705"/>
                </a:lnTo>
                <a:lnTo>
                  <a:pt x="3310976" y="3911852"/>
                </a:lnTo>
                <a:lnTo>
                  <a:pt x="3625685" y="3911852"/>
                </a:lnTo>
                <a:lnTo>
                  <a:pt x="3798739" y="3737712"/>
                </a:lnTo>
                <a:lnTo>
                  <a:pt x="3799580" y="3735572"/>
                </a:lnTo>
                <a:lnTo>
                  <a:pt x="3801763" y="3734670"/>
                </a:lnTo>
                <a:lnTo>
                  <a:pt x="3873757" y="3662213"/>
                </a:lnTo>
                <a:lnTo>
                  <a:pt x="4186014" y="3662213"/>
                </a:lnTo>
                <a:lnTo>
                  <a:pt x="4195651" y="3638126"/>
                </a:lnTo>
                <a:cubicBezTo>
                  <a:pt x="4203864" y="3629914"/>
                  <a:pt x="4215358" y="3624987"/>
                  <a:pt x="4228446" y="3624987"/>
                </a:cubicBezTo>
                <a:lnTo>
                  <a:pt x="4246298" y="3632129"/>
                </a:lnTo>
                <a:lnTo>
                  <a:pt x="4376436" y="3501428"/>
                </a:lnTo>
                <a:lnTo>
                  <a:pt x="4134273" y="3257105"/>
                </a:lnTo>
                <a:lnTo>
                  <a:pt x="3632883" y="3257105"/>
                </a:lnTo>
                <a:lnTo>
                  <a:pt x="3624125" y="3279048"/>
                </a:lnTo>
                <a:cubicBezTo>
                  <a:pt x="3615915" y="3287259"/>
                  <a:pt x="3604423" y="3292147"/>
                  <a:pt x="3591283" y="3292147"/>
                </a:cubicBezTo>
                <a:cubicBezTo>
                  <a:pt x="3578147" y="3292147"/>
                  <a:pt x="3566651" y="3287259"/>
                  <a:pt x="3558437" y="3279048"/>
                </a:cubicBezTo>
                <a:lnTo>
                  <a:pt x="3547051" y="3250581"/>
                </a:lnTo>
                <a:close/>
                <a:moveTo>
                  <a:pt x="8636952" y="3250532"/>
                </a:moveTo>
                <a:lnTo>
                  <a:pt x="8625565" y="3279002"/>
                </a:lnTo>
                <a:cubicBezTo>
                  <a:pt x="8617353" y="3287213"/>
                  <a:pt x="8605856" y="3292138"/>
                  <a:pt x="8592717" y="3292138"/>
                </a:cubicBezTo>
                <a:cubicBezTo>
                  <a:pt x="8579578" y="3292138"/>
                  <a:pt x="8568082" y="3287213"/>
                  <a:pt x="8559870" y="3279002"/>
                </a:cubicBezTo>
                <a:lnTo>
                  <a:pt x="8551111" y="3257102"/>
                </a:lnTo>
                <a:lnTo>
                  <a:pt x="8049703" y="3257102"/>
                </a:lnTo>
                <a:lnTo>
                  <a:pt x="7806578" y="3502358"/>
                </a:lnTo>
                <a:lnTo>
                  <a:pt x="7729933" y="3502358"/>
                </a:lnTo>
                <a:lnTo>
                  <a:pt x="7916797" y="3689222"/>
                </a:lnTo>
                <a:lnTo>
                  <a:pt x="7909498" y="3670973"/>
                </a:lnTo>
                <a:cubicBezTo>
                  <a:pt x="7909498" y="3644696"/>
                  <a:pt x="7929206" y="3624987"/>
                  <a:pt x="7955484" y="3624987"/>
                </a:cubicBezTo>
                <a:cubicBezTo>
                  <a:pt x="7968623" y="3624987"/>
                  <a:pt x="7980120" y="3629914"/>
                  <a:pt x="7988331" y="3638126"/>
                </a:cubicBezTo>
                <a:lnTo>
                  <a:pt x="7997966" y="3662213"/>
                </a:lnTo>
                <a:lnTo>
                  <a:pt x="8310233" y="3662213"/>
                </a:lnTo>
                <a:lnTo>
                  <a:pt x="8382241" y="3734674"/>
                </a:lnTo>
                <a:lnTo>
                  <a:pt x="8384413" y="3735572"/>
                </a:lnTo>
                <a:lnTo>
                  <a:pt x="8385250" y="3737701"/>
                </a:lnTo>
                <a:lnTo>
                  <a:pt x="8558311" y="3911852"/>
                </a:lnTo>
                <a:lnTo>
                  <a:pt x="8794986" y="3911852"/>
                </a:lnTo>
                <a:lnTo>
                  <a:pt x="8701169" y="3818648"/>
                </a:lnTo>
                <a:lnTo>
                  <a:pt x="8677026" y="3828639"/>
                </a:lnTo>
                <a:cubicBezTo>
                  <a:pt x="8665528" y="3828639"/>
                  <a:pt x="8654032" y="3824259"/>
                  <a:pt x="8645273" y="3815500"/>
                </a:cubicBezTo>
                <a:cubicBezTo>
                  <a:pt x="8627754" y="3797982"/>
                  <a:pt x="8627754" y="3769514"/>
                  <a:pt x="8645273" y="3751996"/>
                </a:cubicBezTo>
                <a:cubicBezTo>
                  <a:pt x="8662792" y="3734477"/>
                  <a:pt x="8691259" y="3734477"/>
                  <a:pt x="8708777" y="3751996"/>
                </a:cubicBezTo>
                <a:cubicBezTo>
                  <a:pt x="8717536" y="3760755"/>
                  <a:pt x="8721915" y="3772251"/>
                  <a:pt x="8721915" y="3783747"/>
                </a:cubicBezTo>
                <a:lnTo>
                  <a:pt x="8715186" y="3800011"/>
                </a:lnTo>
                <a:lnTo>
                  <a:pt x="8827027" y="3911852"/>
                </a:lnTo>
                <a:lnTo>
                  <a:pt x="8956227" y="3911852"/>
                </a:lnTo>
                <a:lnTo>
                  <a:pt x="9041630" y="3826449"/>
                </a:lnTo>
                <a:lnTo>
                  <a:pt x="8809509" y="3826449"/>
                </a:lnTo>
                <a:lnTo>
                  <a:pt x="8553302" y="3568051"/>
                </a:lnTo>
                <a:lnTo>
                  <a:pt x="8327600" y="3568051"/>
                </a:lnTo>
                <a:lnTo>
                  <a:pt x="8322277" y="3580916"/>
                </a:lnTo>
                <a:cubicBezTo>
                  <a:pt x="8316255" y="3586665"/>
                  <a:pt x="8308043" y="3589949"/>
                  <a:pt x="8299284" y="3589949"/>
                </a:cubicBezTo>
                <a:cubicBezTo>
                  <a:pt x="8281765" y="3589949"/>
                  <a:pt x="8266437" y="3574621"/>
                  <a:pt x="8266437" y="3557103"/>
                </a:cubicBezTo>
                <a:cubicBezTo>
                  <a:pt x="8266437" y="3537395"/>
                  <a:pt x="8281765" y="3524256"/>
                  <a:pt x="8299284" y="3524256"/>
                </a:cubicBezTo>
                <a:cubicBezTo>
                  <a:pt x="8308043" y="3524256"/>
                  <a:pt x="8316255" y="3528088"/>
                  <a:pt x="8322277" y="3534109"/>
                </a:cubicBezTo>
                <a:lnTo>
                  <a:pt x="8330254" y="3552723"/>
                </a:lnTo>
                <a:lnTo>
                  <a:pt x="8559871" y="3552723"/>
                </a:lnTo>
                <a:lnTo>
                  <a:pt x="8818268" y="3808930"/>
                </a:lnTo>
                <a:lnTo>
                  <a:pt x="9059148" y="3808930"/>
                </a:lnTo>
                <a:lnTo>
                  <a:pt x="9259205" y="3608872"/>
                </a:lnTo>
                <a:lnTo>
                  <a:pt x="9251850" y="3592140"/>
                </a:lnTo>
                <a:cubicBezTo>
                  <a:pt x="9251850" y="3572431"/>
                  <a:pt x="9267179" y="3559292"/>
                  <a:pt x="9284697" y="3559292"/>
                </a:cubicBezTo>
                <a:cubicBezTo>
                  <a:pt x="9293456" y="3559292"/>
                  <a:pt x="9301668" y="3563125"/>
                  <a:pt x="9307690" y="3569146"/>
                </a:cubicBezTo>
                <a:lnTo>
                  <a:pt x="9314729" y="3585570"/>
                </a:lnTo>
                <a:lnTo>
                  <a:pt x="9935071" y="3585570"/>
                </a:lnTo>
                <a:lnTo>
                  <a:pt x="9913173" y="3563672"/>
                </a:lnTo>
                <a:lnTo>
                  <a:pt x="9508056" y="3563672"/>
                </a:lnTo>
                <a:lnTo>
                  <a:pt x="9378611" y="3434473"/>
                </a:lnTo>
                <a:lnTo>
                  <a:pt x="8936517" y="3434473"/>
                </a:lnTo>
                <a:lnTo>
                  <a:pt x="8775885" y="3273844"/>
                </a:lnTo>
                <a:lnTo>
                  <a:pt x="8770092" y="3276809"/>
                </a:lnTo>
                <a:cubicBezTo>
                  <a:pt x="8760237" y="3276809"/>
                  <a:pt x="8752026" y="3272985"/>
                  <a:pt x="8746279" y="3266683"/>
                </a:cubicBezTo>
                <a:lnTo>
                  <a:pt x="8740422" y="3250532"/>
                </a:lnTo>
                <a:close/>
                <a:moveTo>
                  <a:pt x="840879" y="3230826"/>
                </a:moveTo>
                <a:lnTo>
                  <a:pt x="902194" y="3292148"/>
                </a:lnTo>
                <a:lnTo>
                  <a:pt x="1418624" y="3292148"/>
                </a:lnTo>
                <a:lnTo>
                  <a:pt x="1357669" y="3230826"/>
                </a:lnTo>
                <a:close/>
                <a:moveTo>
                  <a:pt x="10826322" y="3230824"/>
                </a:moveTo>
                <a:lnTo>
                  <a:pt x="10765368" y="3292141"/>
                </a:lnTo>
                <a:lnTo>
                  <a:pt x="11281801" y="3292141"/>
                </a:lnTo>
                <a:lnTo>
                  <a:pt x="11343117" y="3230824"/>
                </a:lnTo>
                <a:close/>
                <a:moveTo>
                  <a:pt x="1526286" y="3145425"/>
                </a:moveTo>
                <a:lnTo>
                  <a:pt x="1746530" y="3365663"/>
                </a:lnTo>
                <a:lnTo>
                  <a:pt x="1891990" y="3220573"/>
                </a:lnTo>
                <a:lnTo>
                  <a:pt x="1817529" y="3145425"/>
                </a:lnTo>
                <a:close/>
                <a:moveTo>
                  <a:pt x="10366463" y="3145422"/>
                </a:moveTo>
                <a:lnTo>
                  <a:pt x="10292002" y="3220571"/>
                </a:lnTo>
                <a:lnTo>
                  <a:pt x="10437463" y="3365666"/>
                </a:lnTo>
                <a:lnTo>
                  <a:pt x="10657708" y="3145422"/>
                </a:lnTo>
                <a:close/>
                <a:moveTo>
                  <a:pt x="3551867" y="3130141"/>
                </a:moveTo>
                <a:lnTo>
                  <a:pt x="3446764" y="3235246"/>
                </a:lnTo>
                <a:lnTo>
                  <a:pt x="3547578" y="3235246"/>
                </a:lnTo>
                <a:lnTo>
                  <a:pt x="3549096" y="3227886"/>
                </a:lnTo>
                <a:cubicBezTo>
                  <a:pt x="3556387" y="3211259"/>
                  <a:pt x="3573220" y="3200215"/>
                  <a:pt x="3591283" y="3200215"/>
                </a:cubicBezTo>
                <a:cubicBezTo>
                  <a:pt x="3604423" y="3200215"/>
                  <a:pt x="3615915" y="3205103"/>
                  <a:pt x="3624125" y="3213318"/>
                </a:cubicBezTo>
                <a:lnTo>
                  <a:pt x="3632007" y="3233059"/>
                </a:lnTo>
                <a:lnTo>
                  <a:pt x="4440868" y="3233059"/>
                </a:lnTo>
                <a:lnTo>
                  <a:pt x="4337940" y="3130141"/>
                </a:lnTo>
                <a:close/>
                <a:moveTo>
                  <a:pt x="3416105" y="3130141"/>
                </a:moveTo>
                <a:lnTo>
                  <a:pt x="3162085" y="3384112"/>
                </a:lnTo>
                <a:lnTo>
                  <a:pt x="2855860" y="3384112"/>
                </a:lnTo>
                <a:lnTo>
                  <a:pt x="2849279" y="3390679"/>
                </a:lnTo>
                <a:lnTo>
                  <a:pt x="3227785" y="3390679"/>
                </a:lnTo>
                <a:lnTo>
                  <a:pt x="3384346" y="3234160"/>
                </a:lnTo>
                <a:lnTo>
                  <a:pt x="3390920" y="3218831"/>
                </a:lnTo>
                <a:lnTo>
                  <a:pt x="3406259" y="3212215"/>
                </a:lnTo>
                <a:lnTo>
                  <a:pt x="3488365" y="3130141"/>
                </a:lnTo>
                <a:close/>
                <a:moveTo>
                  <a:pt x="8695637" y="3130094"/>
                </a:moveTo>
                <a:lnTo>
                  <a:pt x="8777754" y="3212215"/>
                </a:lnTo>
                <a:lnTo>
                  <a:pt x="8793086" y="3218786"/>
                </a:lnTo>
                <a:lnTo>
                  <a:pt x="8799655" y="3234112"/>
                </a:lnTo>
                <a:lnTo>
                  <a:pt x="8956226" y="3390679"/>
                </a:lnTo>
                <a:lnTo>
                  <a:pt x="9334730" y="3390679"/>
                </a:lnTo>
                <a:lnTo>
                  <a:pt x="9328150" y="3384112"/>
                </a:lnTo>
                <a:lnTo>
                  <a:pt x="9024110" y="3384112"/>
                </a:lnTo>
                <a:lnTo>
                  <a:pt x="8768998" y="3130094"/>
                </a:lnTo>
                <a:close/>
                <a:moveTo>
                  <a:pt x="7845994" y="3130094"/>
                </a:moveTo>
                <a:lnTo>
                  <a:pt x="7743073" y="3233012"/>
                </a:lnTo>
                <a:lnTo>
                  <a:pt x="8551986" y="3233012"/>
                </a:lnTo>
                <a:lnTo>
                  <a:pt x="8559870" y="3213306"/>
                </a:lnTo>
                <a:cubicBezTo>
                  <a:pt x="8568082" y="3205095"/>
                  <a:pt x="8579578" y="3200166"/>
                  <a:pt x="8592717" y="3200166"/>
                </a:cubicBezTo>
                <a:cubicBezTo>
                  <a:pt x="8610783" y="3200166"/>
                  <a:pt x="8627617" y="3211254"/>
                  <a:pt x="8634906" y="3227886"/>
                </a:cubicBezTo>
                <a:lnTo>
                  <a:pt x="8636428" y="3235203"/>
                </a:lnTo>
                <a:lnTo>
                  <a:pt x="8737244" y="3235203"/>
                </a:lnTo>
                <a:lnTo>
                  <a:pt x="8632132" y="3130094"/>
                </a:lnTo>
                <a:close/>
                <a:moveTo>
                  <a:pt x="2308051" y="3123571"/>
                </a:moveTo>
                <a:lnTo>
                  <a:pt x="2294911" y="3136665"/>
                </a:lnTo>
                <a:lnTo>
                  <a:pt x="2756094" y="3136665"/>
                </a:lnTo>
                <a:lnTo>
                  <a:pt x="2750842" y="3123571"/>
                </a:lnTo>
                <a:close/>
                <a:moveTo>
                  <a:pt x="2141628" y="3123571"/>
                </a:moveTo>
                <a:lnTo>
                  <a:pt x="2154765" y="3136665"/>
                </a:lnTo>
                <a:lnTo>
                  <a:pt x="2246734" y="3136665"/>
                </a:lnTo>
                <a:lnTo>
                  <a:pt x="2259871" y="3123571"/>
                </a:lnTo>
                <a:close/>
                <a:moveTo>
                  <a:pt x="2054033" y="3123571"/>
                </a:moveTo>
                <a:lnTo>
                  <a:pt x="1948919" y="3228645"/>
                </a:lnTo>
                <a:lnTo>
                  <a:pt x="2051841" y="3331554"/>
                </a:lnTo>
                <a:lnTo>
                  <a:pt x="2231407" y="3151993"/>
                </a:lnTo>
                <a:lnTo>
                  <a:pt x="2148195" y="3151993"/>
                </a:lnTo>
                <a:lnTo>
                  <a:pt x="2119727" y="3123571"/>
                </a:lnTo>
                <a:close/>
                <a:moveTo>
                  <a:pt x="10064269" y="3123525"/>
                </a:moveTo>
                <a:lnTo>
                  <a:pt x="10035802" y="3151991"/>
                </a:lnTo>
                <a:lnTo>
                  <a:pt x="9953538" y="3151991"/>
                </a:lnTo>
                <a:lnTo>
                  <a:pt x="10132402" y="3331468"/>
                </a:lnTo>
                <a:lnTo>
                  <a:pt x="10235628" y="3229189"/>
                </a:lnTo>
                <a:lnTo>
                  <a:pt x="10129963" y="3123525"/>
                </a:lnTo>
                <a:close/>
                <a:moveTo>
                  <a:pt x="9925168" y="3123525"/>
                </a:moveTo>
                <a:lnTo>
                  <a:pt x="9938262" y="3136665"/>
                </a:lnTo>
                <a:lnTo>
                  <a:pt x="10029232" y="3136665"/>
                </a:lnTo>
                <a:lnTo>
                  <a:pt x="10042371" y="3123525"/>
                </a:lnTo>
                <a:close/>
                <a:moveTo>
                  <a:pt x="9433167" y="3123525"/>
                </a:moveTo>
                <a:lnTo>
                  <a:pt x="9427912" y="3136665"/>
                </a:lnTo>
                <a:lnTo>
                  <a:pt x="9889085" y="3136665"/>
                </a:lnTo>
                <a:lnTo>
                  <a:pt x="9875946" y="3123525"/>
                </a:lnTo>
                <a:close/>
                <a:moveTo>
                  <a:pt x="4751814" y="3092874"/>
                </a:moveTo>
                <a:lnTo>
                  <a:pt x="4821890" y="3162990"/>
                </a:lnTo>
                <a:lnTo>
                  <a:pt x="4819927" y="3434647"/>
                </a:lnTo>
                <a:lnTo>
                  <a:pt x="4845972" y="3445423"/>
                </a:lnTo>
                <a:cubicBezTo>
                  <a:pt x="4863487" y="3462941"/>
                  <a:pt x="4863487" y="3491409"/>
                  <a:pt x="4845972" y="3508927"/>
                </a:cubicBezTo>
                <a:lnTo>
                  <a:pt x="4840058" y="3511375"/>
                </a:lnTo>
                <a:lnTo>
                  <a:pt x="4900718" y="3572431"/>
                </a:lnTo>
                <a:lnTo>
                  <a:pt x="5112475" y="3572431"/>
                </a:lnTo>
                <a:lnTo>
                  <a:pt x="5257668" y="3425719"/>
                </a:lnTo>
                <a:lnTo>
                  <a:pt x="5257668" y="3324987"/>
                </a:lnTo>
                <a:lnTo>
                  <a:pt x="5069345" y="3324987"/>
                </a:lnTo>
                <a:lnTo>
                  <a:pt x="4837217" y="3092874"/>
                </a:lnTo>
                <a:close/>
                <a:moveTo>
                  <a:pt x="3589095" y="3092874"/>
                </a:moveTo>
                <a:lnTo>
                  <a:pt x="3584715" y="3097294"/>
                </a:lnTo>
                <a:lnTo>
                  <a:pt x="4351079" y="3097294"/>
                </a:lnTo>
                <a:lnTo>
                  <a:pt x="4486861" y="3233059"/>
                </a:lnTo>
                <a:lnTo>
                  <a:pt x="4563493" y="3233059"/>
                </a:lnTo>
                <a:lnTo>
                  <a:pt x="4598303" y="3268091"/>
                </a:lnTo>
                <a:lnTo>
                  <a:pt x="4714779" y="3268091"/>
                </a:lnTo>
                <a:lnTo>
                  <a:pt x="4724440" y="3253822"/>
                </a:lnTo>
                <a:cubicBezTo>
                  <a:pt x="4733202" y="3245099"/>
                  <a:pt x="4745243" y="3239585"/>
                  <a:pt x="4758382" y="3239585"/>
                </a:cubicBezTo>
                <a:cubicBezTo>
                  <a:pt x="4771522" y="3239585"/>
                  <a:pt x="4783566" y="3245099"/>
                  <a:pt x="4792327" y="3253822"/>
                </a:cubicBezTo>
                <a:lnTo>
                  <a:pt x="4797804" y="3261927"/>
                </a:lnTo>
                <a:lnTo>
                  <a:pt x="4797804" y="3171749"/>
                </a:lnTo>
                <a:lnTo>
                  <a:pt x="4718964" y="3092874"/>
                </a:lnTo>
                <a:close/>
                <a:moveTo>
                  <a:pt x="7403616" y="3092868"/>
                </a:moveTo>
                <a:lnTo>
                  <a:pt x="7386134" y="3110385"/>
                </a:lnTo>
                <a:lnTo>
                  <a:pt x="7386134" y="3261884"/>
                </a:lnTo>
                <a:lnTo>
                  <a:pt x="7391609" y="3253815"/>
                </a:lnTo>
                <a:cubicBezTo>
                  <a:pt x="7400368" y="3245059"/>
                  <a:pt x="7412412" y="3239583"/>
                  <a:pt x="7425550" y="3239583"/>
                </a:cubicBezTo>
                <a:cubicBezTo>
                  <a:pt x="7438689" y="3239583"/>
                  <a:pt x="7450733" y="3245059"/>
                  <a:pt x="7459493" y="3253815"/>
                </a:cubicBezTo>
                <a:lnTo>
                  <a:pt x="7469153" y="3268051"/>
                </a:lnTo>
                <a:lnTo>
                  <a:pt x="7585633" y="3268051"/>
                </a:lnTo>
                <a:lnTo>
                  <a:pt x="7620443" y="3233012"/>
                </a:lnTo>
                <a:lnTo>
                  <a:pt x="7697087" y="3233012"/>
                </a:lnTo>
                <a:lnTo>
                  <a:pt x="7832855" y="3097248"/>
                </a:lnTo>
                <a:lnTo>
                  <a:pt x="8599285" y="3097248"/>
                </a:lnTo>
                <a:lnTo>
                  <a:pt x="8594907" y="3092868"/>
                </a:lnTo>
                <a:close/>
                <a:moveTo>
                  <a:pt x="2086881" y="3090681"/>
                </a:moveTo>
                <a:lnTo>
                  <a:pt x="2075933" y="3101634"/>
                </a:lnTo>
                <a:lnTo>
                  <a:pt x="2097824" y="3101634"/>
                </a:lnTo>
                <a:close/>
                <a:moveTo>
                  <a:pt x="10097115" y="3090678"/>
                </a:moveTo>
                <a:lnTo>
                  <a:pt x="10086166" y="3101628"/>
                </a:lnTo>
                <a:lnTo>
                  <a:pt x="10108064" y="3101628"/>
                </a:lnTo>
                <a:close/>
                <a:moveTo>
                  <a:pt x="3464250" y="3081951"/>
                </a:moveTo>
                <a:lnTo>
                  <a:pt x="3448947" y="3097294"/>
                </a:lnTo>
                <a:lnTo>
                  <a:pt x="3521214" y="3097294"/>
                </a:lnTo>
                <a:lnTo>
                  <a:pt x="3525597" y="3092874"/>
                </a:lnTo>
                <a:lnTo>
                  <a:pt x="3475232" y="3092874"/>
                </a:lnTo>
                <a:close/>
                <a:moveTo>
                  <a:pt x="8720200" y="3081506"/>
                </a:moveTo>
                <a:lnTo>
                  <a:pt x="8708777" y="3092868"/>
                </a:lnTo>
                <a:lnTo>
                  <a:pt x="8658412" y="3092868"/>
                </a:lnTo>
                <a:lnTo>
                  <a:pt x="8662790" y="3097248"/>
                </a:lnTo>
                <a:lnTo>
                  <a:pt x="8736009" y="3097248"/>
                </a:lnTo>
                <a:close/>
                <a:moveTo>
                  <a:pt x="8964466" y="3021123"/>
                </a:moveTo>
                <a:lnTo>
                  <a:pt x="8855494" y="3130094"/>
                </a:lnTo>
                <a:lnTo>
                  <a:pt x="8818269" y="3130094"/>
                </a:lnTo>
                <a:lnTo>
                  <a:pt x="9037249" y="3349073"/>
                </a:lnTo>
                <a:lnTo>
                  <a:pt x="9293045" y="3349073"/>
                </a:lnTo>
                <a:close/>
                <a:moveTo>
                  <a:pt x="3220245" y="3020423"/>
                </a:moveTo>
                <a:lnTo>
                  <a:pt x="2890964" y="3349073"/>
                </a:lnTo>
                <a:lnTo>
                  <a:pt x="3146756" y="3349073"/>
                </a:lnTo>
                <a:lnTo>
                  <a:pt x="3365737" y="3130141"/>
                </a:lnTo>
                <a:lnTo>
                  <a:pt x="3330700" y="3130141"/>
                </a:lnTo>
                <a:close/>
                <a:moveTo>
                  <a:pt x="1727752" y="2941812"/>
                </a:moveTo>
                <a:lnTo>
                  <a:pt x="1887607" y="3101634"/>
                </a:lnTo>
                <a:lnTo>
                  <a:pt x="2011243" y="3101634"/>
                </a:lnTo>
                <a:lnTo>
                  <a:pt x="2054587" y="3058398"/>
                </a:lnTo>
                <a:lnTo>
                  <a:pt x="1952281" y="2956126"/>
                </a:lnTo>
                <a:lnTo>
                  <a:pt x="1944536" y="2959329"/>
                </a:lnTo>
                <a:cubicBezTo>
                  <a:pt x="1934681" y="2959329"/>
                  <a:pt x="1925921" y="2956048"/>
                  <a:pt x="1919626" y="2950302"/>
                </a:cubicBezTo>
                <a:lnTo>
                  <a:pt x="1916017" y="2941812"/>
                </a:lnTo>
                <a:close/>
                <a:moveTo>
                  <a:pt x="10267969" y="2941777"/>
                </a:moveTo>
                <a:lnTo>
                  <a:pt x="10264363" y="2950256"/>
                </a:lnTo>
                <a:cubicBezTo>
                  <a:pt x="10258067" y="2956003"/>
                  <a:pt x="10249307" y="2959292"/>
                  <a:pt x="10239453" y="2959292"/>
                </a:cubicBezTo>
                <a:lnTo>
                  <a:pt x="10231712" y="2956085"/>
                </a:lnTo>
                <a:lnTo>
                  <a:pt x="10129406" y="3058392"/>
                </a:lnTo>
                <a:lnTo>
                  <a:pt x="10172756" y="3101628"/>
                </a:lnTo>
                <a:lnTo>
                  <a:pt x="10296388" y="3101628"/>
                </a:lnTo>
                <a:lnTo>
                  <a:pt x="10456248" y="2941777"/>
                </a:lnTo>
                <a:close/>
                <a:moveTo>
                  <a:pt x="3311169" y="2929709"/>
                </a:moveTo>
                <a:lnTo>
                  <a:pt x="3244008" y="2996707"/>
                </a:lnTo>
                <a:lnTo>
                  <a:pt x="3343840" y="3097294"/>
                </a:lnTo>
                <a:lnTo>
                  <a:pt x="3398585" y="3097294"/>
                </a:lnTo>
                <a:lnTo>
                  <a:pt x="3439005" y="3056828"/>
                </a:lnTo>
                <a:close/>
                <a:moveTo>
                  <a:pt x="8872838" y="2929668"/>
                </a:moveTo>
                <a:lnTo>
                  <a:pt x="8745006" y="3056840"/>
                </a:lnTo>
                <a:lnTo>
                  <a:pt x="8785422" y="3097248"/>
                </a:lnTo>
                <a:lnTo>
                  <a:pt x="8840166" y="3097248"/>
                </a:lnTo>
                <a:lnTo>
                  <a:pt x="8940355" y="2997062"/>
                </a:lnTo>
                <a:close/>
                <a:moveTo>
                  <a:pt x="3670106" y="2876085"/>
                </a:moveTo>
                <a:lnTo>
                  <a:pt x="3497123" y="3049073"/>
                </a:lnTo>
                <a:lnTo>
                  <a:pt x="3569388" y="3049073"/>
                </a:lnTo>
                <a:lnTo>
                  <a:pt x="3742376" y="2876085"/>
                </a:lnTo>
                <a:close/>
                <a:moveTo>
                  <a:pt x="8441619" y="2876074"/>
                </a:moveTo>
                <a:lnTo>
                  <a:pt x="8614616" y="3049073"/>
                </a:lnTo>
                <a:lnTo>
                  <a:pt x="8687629" y="3049073"/>
                </a:lnTo>
                <a:lnTo>
                  <a:pt x="8513885" y="2876074"/>
                </a:lnTo>
                <a:close/>
                <a:moveTo>
                  <a:pt x="1125549" y="2838859"/>
                </a:moveTo>
                <a:lnTo>
                  <a:pt x="1213143" y="2926449"/>
                </a:lnTo>
                <a:lnTo>
                  <a:pt x="1681766" y="2926449"/>
                </a:lnTo>
                <a:lnTo>
                  <a:pt x="1613254" y="2857935"/>
                </a:lnTo>
                <a:lnTo>
                  <a:pt x="1600743" y="2862978"/>
                </a:lnTo>
                <a:cubicBezTo>
                  <a:pt x="1587602" y="2862978"/>
                  <a:pt x="1576105" y="2857464"/>
                  <a:pt x="1567895" y="2848986"/>
                </a:cubicBezTo>
                <a:lnTo>
                  <a:pt x="1563740" y="2838859"/>
                </a:lnTo>
                <a:lnTo>
                  <a:pt x="1403657" y="2838859"/>
                </a:lnTo>
                <a:close/>
                <a:moveTo>
                  <a:pt x="10620256" y="2838848"/>
                </a:moveTo>
                <a:lnTo>
                  <a:pt x="10616101" y="2848975"/>
                </a:lnTo>
                <a:cubicBezTo>
                  <a:pt x="10607889" y="2857464"/>
                  <a:pt x="10596392" y="2862934"/>
                  <a:pt x="10583253" y="2862934"/>
                </a:cubicBezTo>
                <a:lnTo>
                  <a:pt x="10572196" y="2858520"/>
                </a:lnTo>
                <a:lnTo>
                  <a:pt x="10503751" y="2926449"/>
                </a:lnTo>
                <a:lnTo>
                  <a:pt x="10973040" y="2926449"/>
                </a:lnTo>
                <a:lnTo>
                  <a:pt x="11059241" y="2838848"/>
                </a:lnTo>
                <a:close/>
                <a:moveTo>
                  <a:pt x="2608057" y="2823531"/>
                </a:moveTo>
                <a:lnTo>
                  <a:pt x="2329949" y="3101634"/>
                </a:lnTo>
                <a:lnTo>
                  <a:pt x="2745586" y="3101634"/>
                </a:lnTo>
                <a:lnTo>
                  <a:pt x="2756970" y="3073160"/>
                </a:lnTo>
                <a:cubicBezTo>
                  <a:pt x="2765183" y="3064960"/>
                  <a:pt x="2776680" y="3060068"/>
                  <a:pt x="2789816" y="3060068"/>
                </a:cubicBezTo>
                <a:cubicBezTo>
                  <a:pt x="2816095" y="3060068"/>
                  <a:pt x="2835805" y="3081920"/>
                  <a:pt x="2835805" y="3106054"/>
                </a:cubicBezTo>
                <a:lnTo>
                  <a:pt x="2833881" y="3110822"/>
                </a:lnTo>
                <a:lnTo>
                  <a:pt x="2845655" y="3115868"/>
                </a:lnTo>
                <a:cubicBezTo>
                  <a:pt x="2851678" y="3121925"/>
                  <a:pt x="2855509" y="3130141"/>
                  <a:pt x="2855509" y="3138900"/>
                </a:cubicBezTo>
                <a:cubicBezTo>
                  <a:pt x="2855509" y="3156416"/>
                  <a:pt x="2840179" y="3171749"/>
                  <a:pt x="2822663" y="3171749"/>
                </a:cubicBezTo>
                <a:cubicBezTo>
                  <a:pt x="2813901" y="3172837"/>
                  <a:pt x="2805689" y="3169510"/>
                  <a:pt x="2799668" y="3163532"/>
                </a:cubicBezTo>
                <a:lnTo>
                  <a:pt x="2795068" y="3151993"/>
                </a:lnTo>
                <a:lnTo>
                  <a:pt x="2279583" y="3151993"/>
                </a:lnTo>
                <a:lnTo>
                  <a:pt x="2082498" y="3349073"/>
                </a:lnTo>
                <a:lnTo>
                  <a:pt x="2844562" y="3349073"/>
                </a:lnTo>
                <a:lnTo>
                  <a:pt x="3196647" y="2996992"/>
                </a:lnTo>
                <a:lnTo>
                  <a:pt x="3021937" y="2823531"/>
                </a:lnTo>
                <a:close/>
                <a:moveTo>
                  <a:pt x="9162068" y="2823519"/>
                </a:moveTo>
                <a:lnTo>
                  <a:pt x="8987978" y="2997608"/>
                </a:lnTo>
                <a:lnTo>
                  <a:pt x="9339442" y="3349073"/>
                </a:lnTo>
                <a:lnTo>
                  <a:pt x="10101494" y="3349073"/>
                </a:lnTo>
                <a:lnTo>
                  <a:pt x="9904413" y="3151991"/>
                </a:lnTo>
                <a:lnTo>
                  <a:pt x="9388933" y="3151991"/>
                </a:lnTo>
                <a:lnTo>
                  <a:pt x="9384334" y="3163489"/>
                </a:lnTo>
                <a:cubicBezTo>
                  <a:pt x="9378312" y="3169510"/>
                  <a:pt x="9370100" y="3172797"/>
                  <a:pt x="9361341" y="3171701"/>
                </a:cubicBezTo>
                <a:cubicBezTo>
                  <a:pt x="9343822" y="3171701"/>
                  <a:pt x="9328493" y="3156371"/>
                  <a:pt x="9328493" y="3138852"/>
                </a:cubicBezTo>
                <a:cubicBezTo>
                  <a:pt x="9328493" y="3130092"/>
                  <a:pt x="9332325" y="3121880"/>
                  <a:pt x="9338347" y="3115859"/>
                </a:cubicBezTo>
                <a:lnTo>
                  <a:pt x="9350124" y="3110813"/>
                </a:lnTo>
                <a:lnTo>
                  <a:pt x="9348202" y="3106006"/>
                </a:lnTo>
                <a:cubicBezTo>
                  <a:pt x="9348202" y="3081920"/>
                  <a:pt x="9367910" y="3060023"/>
                  <a:pt x="9394188" y="3060023"/>
                </a:cubicBezTo>
                <a:cubicBezTo>
                  <a:pt x="9407327" y="3060023"/>
                  <a:pt x="9418823" y="3064945"/>
                  <a:pt x="9427035" y="3073160"/>
                </a:cubicBezTo>
                <a:lnTo>
                  <a:pt x="9438423" y="3101628"/>
                </a:lnTo>
                <a:lnTo>
                  <a:pt x="9854049" y="3101628"/>
                </a:lnTo>
                <a:lnTo>
                  <a:pt x="9575942" y="2823519"/>
                </a:lnTo>
                <a:close/>
                <a:moveTo>
                  <a:pt x="3472374" y="2768820"/>
                </a:moveTo>
                <a:lnTo>
                  <a:pt x="3342687" y="2898261"/>
                </a:lnTo>
                <a:lnTo>
                  <a:pt x="3469813" y="3026062"/>
                </a:lnTo>
                <a:lnTo>
                  <a:pt x="3654783" y="2841041"/>
                </a:lnTo>
                <a:lnTo>
                  <a:pt x="3777414" y="2841041"/>
                </a:lnTo>
                <a:lnTo>
                  <a:pt x="3849676" y="2768820"/>
                </a:lnTo>
                <a:close/>
                <a:moveTo>
                  <a:pt x="8334319" y="2768773"/>
                </a:moveTo>
                <a:lnTo>
                  <a:pt x="8406582" y="2841039"/>
                </a:lnTo>
                <a:lnTo>
                  <a:pt x="8529213" y="2841039"/>
                </a:lnTo>
                <a:lnTo>
                  <a:pt x="8714193" y="3026017"/>
                </a:lnTo>
                <a:lnTo>
                  <a:pt x="8841322" y="2898214"/>
                </a:lnTo>
                <a:lnTo>
                  <a:pt x="8711633" y="2768773"/>
                </a:lnTo>
                <a:close/>
                <a:moveTo>
                  <a:pt x="4408012" y="2749115"/>
                </a:moveTo>
                <a:lnTo>
                  <a:pt x="4426096" y="2767189"/>
                </a:lnTo>
                <a:lnTo>
                  <a:pt x="4429915" y="2757872"/>
                </a:lnTo>
                <a:lnTo>
                  <a:pt x="4440868" y="2753355"/>
                </a:lnTo>
                <a:lnTo>
                  <a:pt x="4440868" y="2749115"/>
                </a:lnTo>
                <a:close/>
                <a:moveTo>
                  <a:pt x="4002601" y="2749115"/>
                </a:moveTo>
                <a:lnTo>
                  <a:pt x="3983233" y="2768820"/>
                </a:lnTo>
                <a:lnTo>
                  <a:pt x="3913178" y="2768820"/>
                </a:lnTo>
                <a:lnTo>
                  <a:pt x="3840916" y="2841041"/>
                </a:lnTo>
                <a:lnTo>
                  <a:pt x="4210206" y="2841041"/>
                </a:lnTo>
                <a:lnTo>
                  <a:pt x="4210433" y="2839945"/>
                </a:lnTo>
                <a:cubicBezTo>
                  <a:pt x="4217771" y="2822709"/>
                  <a:pt x="4235017" y="2810425"/>
                  <a:pt x="4254725" y="2810425"/>
                </a:cubicBezTo>
                <a:cubicBezTo>
                  <a:pt x="4281003" y="2810425"/>
                  <a:pt x="4302904" y="2832290"/>
                  <a:pt x="4302904" y="2858558"/>
                </a:cubicBezTo>
                <a:cubicBezTo>
                  <a:pt x="4302904" y="2884842"/>
                  <a:pt x="4281003" y="2906788"/>
                  <a:pt x="4254725" y="2906788"/>
                </a:cubicBezTo>
                <a:cubicBezTo>
                  <a:pt x="4235017" y="2906788"/>
                  <a:pt x="4217771" y="2894417"/>
                  <a:pt x="4210433" y="2877171"/>
                </a:cubicBezTo>
                <a:lnTo>
                  <a:pt x="4210206" y="2876085"/>
                </a:lnTo>
                <a:lnTo>
                  <a:pt x="3805881" y="2876085"/>
                </a:lnTo>
                <a:lnTo>
                  <a:pt x="3632883" y="3049073"/>
                </a:lnTo>
                <a:lnTo>
                  <a:pt x="4675166" y="3049073"/>
                </a:lnTo>
                <a:lnTo>
                  <a:pt x="4433622" y="2807526"/>
                </a:lnTo>
                <a:lnTo>
                  <a:pt x="4429915" y="2806014"/>
                </a:lnTo>
                <a:lnTo>
                  <a:pt x="4428398" y="2802349"/>
                </a:lnTo>
                <a:lnTo>
                  <a:pt x="4375170" y="2749115"/>
                </a:lnTo>
                <a:close/>
                <a:moveTo>
                  <a:pt x="3932866" y="2749115"/>
                </a:moveTo>
                <a:lnTo>
                  <a:pt x="3930676" y="2751303"/>
                </a:lnTo>
                <a:lnTo>
                  <a:pt x="3976662" y="2751303"/>
                </a:lnTo>
                <a:lnTo>
                  <a:pt x="3978853" y="2749115"/>
                </a:lnTo>
                <a:close/>
                <a:moveTo>
                  <a:pt x="8205123" y="2749065"/>
                </a:moveTo>
                <a:lnTo>
                  <a:pt x="8207312" y="2751254"/>
                </a:lnTo>
                <a:lnTo>
                  <a:pt x="8253297" y="2751254"/>
                </a:lnTo>
                <a:lnTo>
                  <a:pt x="8251107" y="2749065"/>
                </a:lnTo>
                <a:close/>
                <a:moveTo>
                  <a:pt x="7746663" y="2749065"/>
                </a:moveTo>
                <a:lnTo>
                  <a:pt x="7447316" y="3049073"/>
                </a:lnTo>
                <a:lnTo>
                  <a:pt x="8551111" y="3049073"/>
                </a:lnTo>
                <a:lnTo>
                  <a:pt x="8378115" y="2876074"/>
                </a:lnTo>
                <a:lnTo>
                  <a:pt x="7973776" y="2876074"/>
                </a:lnTo>
                <a:lnTo>
                  <a:pt x="7973551" y="2877170"/>
                </a:lnTo>
                <a:cubicBezTo>
                  <a:pt x="7966160" y="2894414"/>
                  <a:pt x="7948915" y="2906733"/>
                  <a:pt x="7929206" y="2906733"/>
                </a:cubicBezTo>
                <a:cubicBezTo>
                  <a:pt x="7902929" y="2906733"/>
                  <a:pt x="7881031" y="2884833"/>
                  <a:pt x="7881031" y="2858555"/>
                </a:cubicBezTo>
                <a:cubicBezTo>
                  <a:pt x="7881031" y="2832279"/>
                  <a:pt x="7902929" y="2810380"/>
                  <a:pt x="7929206" y="2810380"/>
                </a:cubicBezTo>
                <a:cubicBezTo>
                  <a:pt x="7948915" y="2810380"/>
                  <a:pt x="7966160" y="2822698"/>
                  <a:pt x="7973551" y="2839945"/>
                </a:cubicBezTo>
                <a:lnTo>
                  <a:pt x="7973776" y="2841039"/>
                </a:lnTo>
                <a:lnTo>
                  <a:pt x="8343078" y="2841039"/>
                </a:lnTo>
                <a:lnTo>
                  <a:pt x="8270815" y="2768773"/>
                </a:lnTo>
                <a:lnTo>
                  <a:pt x="8200743" y="2768773"/>
                </a:lnTo>
                <a:lnTo>
                  <a:pt x="8181376" y="2749065"/>
                </a:lnTo>
                <a:close/>
                <a:moveTo>
                  <a:pt x="2498569" y="2679041"/>
                </a:moveTo>
                <a:lnTo>
                  <a:pt x="2097828" y="3079774"/>
                </a:lnTo>
                <a:lnTo>
                  <a:pt x="2119726" y="3101634"/>
                </a:lnTo>
                <a:lnTo>
                  <a:pt x="2281775" y="3101634"/>
                </a:lnTo>
                <a:lnTo>
                  <a:pt x="2594917" y="2788486"/>
                </a:lnTo>
                <a:lnTo>
                  <a:pt x="3037263" y="2788486"/>
                </a:lnTo>
                <a:lnTo>
                  <a:pt x="3220556" y="2973131"/>
                </a:lnTo>
                <a:lnTo>
                  <a:pt x="3287506" y="2906170"/>
                </a:lnTo>
                <a:lnTo>
                  <a:pt x="3059163" y="2679041"/>
                </a:lnTo>
                <a:lnTo>
                  <a:pt x="2973482" y="2679041"/>
                </a:lnTo>
                <a:lnTo>
                  <a:pt x="2968281" y="2686666"/>
                </a:lnTo>
                <a:cubicBezTo>
                  <a:pt x="2959522" y="2695458"/>
                  <a:pt x="2947475" y="2700891"/>
                  <a:pt x="2934339" y="2700891"/>
                </a:cubicBezTo>
                <a:cubicBezTo>
                  <a:pt x="2921201" y="2700891"/>
                  <a:pt x="2909159" y="2695458"/>
                  <a:pt x="2900398" y="2686666"/>
                </a:cubicBezTo>
                <a:lnTo>
                  <a:pt x="2895198" y="2679041"/>
                </a:lnTo>
                <a:close/>
                <a:moveTo>
                  <a:pt x="9124841" y="2678995"/>
                </a:moveTo>
                <a:lnTo>
                  <a:pt x="8896500" y="2906134"/>
                </a:lnTo>
                <a:lnTo>
                  <a:pt x="8963890" y="2973522"/>
                </a:lnTo>
                <a:lnTo>
                  <a:pt x="9148929" y="2788483"/>
                </a:lnTo>
                <a:lnTo>
                  <a:pt x="9591270" y="2788483"/>
                </a:lnTo>
                <a:lnTo>
                  <a:pt x="9903346" y="3101628"/>
                </a:lnTo>
                <a:lnTo>
                  <a:pt x="10064268" y="3101628"/>
                </a:lnTo>
                <a:lnTo>
                  <a:pt x="10086166" y="3079729"/>
                </a:lnTo>
                <a:lnTo>
                  <a:pt x="9685431" y="2678995"/>
                </a:lnTo>
                <a:lnTo>
                  <a:pt x="9288803" y="2678995"/>
                </a:lnTo>
                <a:lnTo>
                  <a:pt x="9283603" y="2686655"/>
                </a:lnTo>
                <a:cubicBezTo>
                  <a:pt x="9274844" y="2695415"/>
                  <a:pt x="9262800" y="2700891"/>
                  <a:pt x="9249661" y="2700891"/>
                </a:cubicBezTo>
                <a:cubicBezTo>
                  <a:pt x="9236522" y="2700891"/>
                  <a:pt x="9224477" y="2695415"/>
                  <a:pt x="9215719" y="2686655"/>
                </a:cubicBezTo>
                <a:lnTo>
                  <a:pt x="9210519" y="2678995"/>
                </a:lnTo>
                <a:close/>
                <a:moveTo>
                  <a:pt x="9738073" y="2668045"/>
                </a:moveTo>
                <a:lnTo>
                  <a:pt x="10118443" y="3047457"/>
                </a:lnTo>
                <a:lnTo>
                  <a:pt x="10216223" y="2949679"/>
                </a:lnTo>
                <a:lnTo>
                  <a:pt x="10215640" y="2949435"/>
                </a:lnTo>
                <a:cubicBezTo>
                  <a:pt x="10209891" y="2943414"/>
                  <a:pt x="10206607" y="2935205"/>
                  <a:pt x="10206607" y="2926446"/>
                </a:cubicBezTo>
                <a:cubicBezTo>
                  <a:pt x="10206607" y="2908929"/>
                  <a:pt x="10221935" y="2893593"/>
                  <a:pt x="10239453" y="2893593"/>
                </a:cubicBezTo>
                <a:cubicBezTo>
                  <a:pt x="10256972" y="2893593"/>
                  <a:pt x="10274490" y="2908929"/>
                  <a:pt x="10274490" y="2926446"/>
                </a:cubicBezTo>
                <a:lnTo>
                  <a:pt x="10274488" y="2926449"/>
                </a:lnTo>
                <a:lnTo>
                  <a:pt x="10471577" y="2926449"/>
                </a:lnTo>
                <a:lnTo>
                  <a:pt x="10549781" y="2848239"/>
                </a:lnTo>
                <a:lnTo>
                  <a:pt x="10546025" y="2838848"/>
                </a:lnTo>
                <a:lnTo>
                  <a:pt x="10353323" y="2838848"/>
                </a:lnTo>
                <a:lnTo>
                  <a:pt x="10213058" y="2698584"/>
                </a:lnTo>
                <a:lnTo>
                  <a:pt x="10212081" y="2699246"/>
                </a:lnTo>
                <a:cubicBezTo>
                  <a:pt x="10206332" y="2701712"/>
                  <a:pt x="10200037" y="2703082"/>
                  <a:pt x="10193467" y="2703082"/>
                </a:cubicBezTo>
                <a:cubicBezTo>
                  <a:pt x="10173760" y="2703082"/>
                  <a:pt x="10156515" y="2690762"/>
                  <a:pt x="10149124" y="2673516"/>
                </a:cubicBezTo>
                <a:lnTo>
                  <a:pt x="10147997" y="2668045"/>
                </a:lnTo>
                <a:close/>
                <a:moveTo>
                  <a:pt x="2035991" y="2668045"/>
                </a:moveTo>
                <a:lnTo>
                  <a:pt x="2034864" y="2673559"/>
                </a:lnTo>
                <a:cubicBezTo>
                  <a:pt x="2027472" y="2690811"/>
                  <a:pt x="2010230" y="2703096"/>
                  <a:pt x="1990521" y="2703096"/>
                </a:cubicBezTo>
                <a:cubicBezTo>
                  <a:pt x="1983952" y="2703096"/>
                  <a:pt x="1977654" y="2701715"/>
                  <a:pt x="1971905" y="2699293"/>
                </a:cubicBezTo>
                <a:lnTo>
                  <a:pt x="1970931" y="2698638"/>
                </a:lnTo>
                <a:lnTo>
                  <a:pt x="1830666" y="2838859"/>
                </a:lnTo>
                <a:lnTo>
                  <a:pt x="1637967" y="2838859"/>
                </a:lnTo>
                <a:lnTo>
                  <a:pt x="1634214" y="2848239"/>
                </a:lnTo>
                <a:lnTo>
                  <a:pt x="1712422" y="2926449"/>
                </a:lnTo>
                <a:lnTo>
                  <a:pt x="1909498" y="2926449"/>
                </a:lnTo>
                <a:cubicBezTo>
                  <a:pt x="1909498" y="2908932"/>
                  <a:pt x="1927017" y="2893602"/>
                  <a:pt x="1944536" y="2893602"/>
                </a:cubicBezTo>
                <a:cubicBezTo>
                  <a:pt x="1962054" y="2893602"/>
                  <a:pt x="1977384" y="2908932"/>
                  <a:pt x="1977384" y="2926449"/>
                </a:cubicBezTo>
                <a:cubicBezTo>
                  <a:pt x="1977384" y="2935209"/>
                  <a:pt x="1974099" y="2943414"/>
                  <a:pt x="1968350" y="2949481"/>
                </a:cubicBezTo>
                <a:lnTo>
                  <a:pt x="1967769" y="2949714"/>
                </a:lnTo>
                <a:lnTo>
                  <a:pt x="2065551" y="3047463"/>
                </a:lnTo>
                <a:lnTo>
                  <a:pt x="2445924" y="2668045"/>
                </a:lnTo>
                <a:close/>
                <a:moveTo>
                  <a:pt x="4300711" y="2641775"/>
                </a:moveTo>
                <a:lnTo>
                  <a:pt x="4362028" y="2703096"/>
                </a:lnTo>
                <a:lnTo>
                  <a:pt x="4440868" y="2703096"/>
                </a:lnTo>
                <a:lnTo>
                  <a:pt x="4440868" y="2641775"/>
                </a:lnTo>
                <a:close/>
                <a:moveTo>
                  <a:pt x="4108054" y="2641775"/>
                </a:moveTo>
                <a:lnTo>
                  <a:pt x="4047795" y="2703096"/>
                </a:lnTo>
                <a:lnTo>
                  <a:pt x="4329179" y="2703096"/>
                </a:lnTo>
                <a:lnTo>
                  <a:pt x="4267863" y="2641775"/>
                </a:lnTo>
                <a:close/>
                <a:moveTo>
                  <a:pt x="7853729" y="2641769"/>
                </a:moveTo>
                <a:lnTo>
                  <a:pt x="7792546" y="2703082"/>
                </a:lnTo>
                <a:lnTo>
                  <a:pt x="8136183" y="2703082"/>
                </a:lnTo>
                <a:lnTo>
                  <a:pt x="8075924" y="2641769"/>
                </a:lnTo>
                <a:close/>
                <a:moveTo>
                  <a:pt x="7740882" y="2641769"/>
                </a:moveTo>
                <a:lnTo>
                  <a:pt x="7740882" y="2692040"/>
                </a:lnTo>
                <a:lnTo>
                  <a:pt x="7751832" y="2696511"/>
                </a:lnTo>
                <a:lnTo>
                  <a:pt x="7754518" y="2703082"/>
                </a:lnTo>
                <a:lnTo>
                  <a:pt x="7760603" y="2703082"/>
                </a:lnTo>
                <a:lnTo>
                  <a:pt x="7821920" y="2641769"/>
                </a:lnTo>
                <a:close/>
                <a:moveTo>
                  <a:pt x="10999317" y="2622059"/>
                </a:moveTo>
                <a:lnTo>
                  <a:pt x="10968347" y="2652716"/>
                </a:lnTo>
                <a:lnTo>
                  <a:pt x="11294942" y="2652716"/>
                </a:lnTo>
                <a:lnTo>
                  <a:pt x="11325603" y="2622059"/>
                </a:lnTo>
                <a:close/>
                <a:moveTo>
                  <a:pt x="858397" y="2622059"/>
                </a:moveTo>
                <a:lnTo>
                  <a:pt x="889055" y="2652764"/>
                </a:lnTo>
                <a:lnTo>
                  <a:pt x="1217524" y="2652764"/>
                </a:lnTo>
                <a:lnTo>
                  <a:pt x="1186867" y="2622059"/>
                </a:lnTo>
                <a:close/>
                <a:moveTo>
                  <a:pt x="3953251" y="2604549"/>
                </a:moveTo>
                <a:lnTo>
                  <a:pt x="3946002" y="2622059"/>
                </a:lnTo>
                <a:lnTo>
                  <a:pt x="3923956" y="2631184"/>
                </a:lnTo>
                <a:lnTo>
                  <a:pt x="3914266" y="2653849"/>
                </a:lnTo>
                <a:cubicBezTo>
                  <a:pt x="3908236" y="2659834"/>
                  <a:pt x="3900027" y="2663703"/>
                  <a:pt x="3891267" y="2663703"/>
                </a:cubicBezTo>
                <a:cubicBezTo>
                  <a:pt x="3873754" y="2663703"/>
                  <a:pt x="3858427" y="2648338"/>
                  <a:pt x="3858427" y="2630818"/>
                </a:cubicBezTo>
                <a:lnTo>
                  <a:pt x="3610585" y="2630818"/>
                </a:lnTo>
                <a:lnTo>
                  <a:pt x="3489922" y="2751303"/>
                </a:lnTo>
                <a:lnTo>
                  <a:pt x="3867191" y="2751303"/>
                </a:lnTo>
                <a:lnTo>
                  <a:pt x="3915369" y="2703096"/>
                </a:lnTo>
                <a:lnTo>
                  <a:pt x="4024840" y="2703096"/>
                </a:lnTo>
                <a:lnTo>
                  <a:pt x="4101484" y="2626477"/>
                </a:lnTo>
                <a:lnTo>
                  <a:pt x="4252533" y="2626477"/>
                </a:lnTo>
                <a:lnTo>
                  <a:pt x="4230636" y="2604549"/>
                </a:lnTo>
                <a:close/>
                <a:moveTo>
                  <a:pt x="3636901" y="2604549"/>
                </a:moveTo>
                <a:lnTo>
                  <a:pt x="3628128" y="2613303"/>
                </a:lnTo>
                <a:lnTo>
                  <a:pt x="3865934" y="2613303"/>
                </a:lnTo>
                <a:lnTo>
                  <a:pt x="3868279" y="2607824"/>
                </a:lnTo>
                <a:lnTo>
                  <a:pt x="3875361" y="2604792"/>
                </a:lnTo>
                <a:lnTo>
                  <a:pt x="3875258" y="2604549"/>
                </a:lnTo>
                <a:close/>
                <a:moveTo>
                  <a:pt x="8308054" y="2604543"/>
                </a:moveTo>
                <a:lnTo>
                  <a:pt x="8315707" y="2607823"/>
                </a:lnTo>
                <a:lnTo>
                  <a:pt x="8318054" y="2613303"/>
                </a:lnTo>
                <a:lnTo>
                  <a:pt x="8555859" y="2613303"/>
                </a:lnTo>
                <a:lnTo>
                  <a:pt x="8547088" y="2604543"/>
                </a:lnTo>
                <a:close/>
                <a:moveTo>
                  <a:pt x="7890870" y="2604543"/>
                </a:moveTo>
                <a:lnTo>
                  <a:pt x="7869024" y="2626439"/>
                </a:lnTo>
                <a:lnTo>
                  <a:pt x="8082493" y="2626439"/>
                </a:lnTo>
                <a:lnTo>
                  <a:pt x="8159138" y="2703082"/>
                </a:lnTo>
                <a:lnTo>
                  <a:pt x="8268626" y="2703082"/>
                </a:lnTo>
                <a:lnTo>
                  <a:pt x="8316801" y="2751254"/>
                </a:lnTo>
                <a:lnTo>
                  <a:pt x="8694080" y="2751254"/>
                </a:lnTo>
                <a:lnTo>
                  <a:pt x="8573411" y="2630818"/>
                </a:lnTo>
                <a:lnTo>
                  <a:pt x="8325560" y="2630818"/>
                </a:lnTo>
                <a:lnTo>
                  <a:pt x="8315707" y="2653809"/>
                </a:lnTo>
                <a:cubicBezTo>
                  <a:pt x="8309685" y="2659831"/>
                  <a:pt x="8301473" y="2663665"/>
                  <a:pt x="8292713" y="2663665"/>
                </a:cubicBezTo>
                <a:cubicBezTo>
                  <a:pt x="8275196" y="2663665"/>
                  <a:pt x="8259867" y="2648338"/>
                  <a:pt x="8259867" y="2630818"/>
                </a:cubicBezTo>
                <a:cubicBezTo>
                  <a:pt x="8259867" y="2622059"/>
                  <a:pt x="8263699" y="2613844"/>
                  <a:pt x="8269721" y="2607823"/>
                </a:cubicBezTo>
                <a:lnTo>
                  <a:pt x="8277374" y="2604543"/>
                </a:lnTo>
                <a:close/>
                <a:moveTo>
                  <a:pt x="4424435" y="2537751"/>
                </a:moveTo>
                <a:lnTo>
                  <a:pt x="4357650" y="2604549"/>
                </a:lnTo>
                <a:lnTo>
                  <a:pt x="4263486" y="2604549"/>
                </a:lnTo>
                <a:lnTo>
                  <a:pt x="4285380" y="2626477"/>
                </a:lnTo>
                <a:lnTo>
                  <a:pt x="4440868" y="2626477"/>
                </a:lnTo>
                <a:lnTo>
                  <a:pt x="4440868" y="2554183"/>
                </a:lnTo>
                <a:close/>
                <a:moveTo>
                  <a:pt x="8910993" y="2530091"/>
                </a:moveTo>
                <a:lnTo>
                  <a:pt x="8904766" y="2545142"/>
                </a:lnTo>
                <a:cubicBezTo>
                  <a:pt x="8898744" y="2550888"/>
                  <a:pt x="8890532" y="2554177"/>
                  <a:pt x="8881773" y="2554177"/>
                </a:cubicBezTo>
                <a:cubicBezTo>
                  <a:pt x="8873014" y="2554177"/>
                  <a:pt x="8864802" y="2550343"/>
                  <a:pt x="8858507" y="2544319"/>
                </a:cubicBezTo>
                <a:lnTo>
                  <a:pt x="8857859" y="2543059"/>
                </a:lnTo>
                <a:lnTo>
                  <a:pt x="8796370" y="2604543"/>
                </a:lnTo>
                <a:lnTo>
                  <a:pt x="8581368" y="2604543"/>
                </a:lnTo>
                <a:lnTo>
                  <a:pt x="8590106" y="2613303"/>
                </a:lnTo>
                <a:lnTo>
                  <a:pt x="8603667" y="2613303"/>
                </a:lnTo>
                <a:lnTo>
                  <a:pt x="8741625" y="2751254"/>
                </a:lnTo>
                <a:lnTo>
                  <a:pt x="8912430" y="2751254"/>
                </a:lnTo>
                <a:lnTo>
                  <a:pt x="9132478" y="2530091"/>
                </a:lnTo>
                <a:close/>
                <a:moveTo>
                  <a:pt x="3052593" y="2530091"/>
                </a:moveTo>
                <a:lnTo>
                  <a:pt x="3273765" y="2751303"/>
                </a:lnTo>
                <a:lnTo>
                  <a:pt x="3442380" y="2751303"/>
                </a:lnTo>
                <a:lnTo>
                  <a:pt x="3580331" y="2613303"/>
                </a:lnTo>
                <a:lnTo>
                  <a:pt x="3593892" y="2613303"/>
                </a:lnTo>
                <a:lnTo>
                  <a:pt x="3602634" y="2604549"/>
                </a:lnTo>
                <a:lnTo>
                  <a:pt x="3387642" y="2604549"/>
                </a:lnTo>
                <a:lnTo>
                  <a:pt x="3326148" y="2543096"/>
                </a:lnTo>
                <a:lnTo>
                  <a:pt x="3325498" y="2544333"/>
                </a:lnTo>
                <a:cubicBezTo>
                  <a:pt x="3319201" y="2550389"/>
                  <a:pt x="3310990" y="2554183"/>
                  <a:pt x="3302230" y="2554183"/>
                </a:cubicBezTo>
                <a:cubicBezTo>
                  <a:pt x="3293471" y="2554183"/>
                  <a:pt x="3285257" y="2550934"/>
                  <a:pt x="3279237" y="2545142"/>
                </a:cubicBezTo>
                <a:lnTo>
                  <a:pt x="3273007" y="2530091"/>
                </a:lnTo>
                <a:close/>
                <a:moveTo>
                  <a:pt x="7740882" y="2519135"/>
                </a:moveTo>
                <a:lnTo>
                  <a:pt x="7740882" y="2626439"/>
                </a:lnTo>
                <a:lnTo>
                  <a:pt x="7837250" y="2626439"/>
                </a:lnTo>
                <a:lnTo>
                  <a:pt x="7859142" y="2604543"/>
                </a:lnTo>
                <a:lnTo>
                  <a:pt x="7826286" y="2604543"/>
                </a:lnTo>
                <a:close/>
                <a:moveTo>
                  <a:pt x="3772982" y="2468734"/>
                </a:moveTo>
                <a:lnTo>
                  <a:pt x="3661043" y="2580456"/>
                </a:lnTo>
                <a:lnTo>
                  <a:pt x="3873446" y="2580456"/>
                </a:lnTo>
                <a:lnTo>
                  <a:pt x="3876738" y="2572503"/>
                </a:lnTo>
                <a:close/>
                <a:moveTo>
                  <a:pt x="2209511" y="2466592"/>
                </a:moveTo>
                <a:lnTo>
                  <a:pt x="2237972" y="2495058"/>
                </a:lnTo>
                <a:lnTo>
                  <a:pt x="2253301" y="2488534"/>
                </a:lnTo>
                <a:cubicBezTo>
                  <a:pt x="2262059" y="2488534"/>
                  <a:pt x="2270274" y="2492314"/>
                  <a:pt x="2276295" y="2498382"/>
                </a:cubicBezTo>
                <a:lnTo>
                  <a:pt x="2282397" y="2512574"/>
                </a:lnTo>
                <a:lnTo>
                  <a:pt x="3010097" y="2512574"/>
                </a:lnTo>
                <a:lnTo>
                  <a:pt x="2986665" y="2489062"/>
                </a:lnTo>
                <a:lnTo>
                  <a:pt x="2984709" y="2491810"/>
                </a:lnTo>
                <a:cubicBezTo>
                  <a:pt x="2972664" y="2503272"/>
                  <a:pt x="2956240" y="2510384"/>
                  <a:pt x="2938720" y="2510384"/>
                </a:cubicBezTo>
                <a:cubicBezTo>
                  <a:pt x="2912448" y="2510384"/>
                  <a:pt x="2889864" y="2494374"/>
                  <a:pt x="2880215" y="2471622"/>
                </a:cubicBezTo>
                <a:lnTo>
                  <a:pt x="2879204" y="2466592"/>
                </a:lnTo>
                <a:close/>
                <a:moveTo>
                  <a:pt x="1724204" y="2466592"/>
                </a:moveTo>
                <a:lnTo>
                  <a:pt x="1722752" y="2473813"/>
                </a:lnTo>
                <a:cubicBezTo>
                  <a:pt x="1713103" y="2496608"/>
                  <a:pt x="1690521" y="2512577"/>
                  <a:pt x="1664244" y="2512577"/>
                </a:cubicBezTo>
                <a:cubicBezTo>
                  <a:pt x="1655485" y="2512577"/>
                  <a:pt x="1647135" y="2510804"/>
                  <a:pt x="1639539" y="2507620"/>
                </a:cubicBezTo>
                <a:lnTo>
                  <a:pt x="1638970" y="2507233"/>
                </a:lnTo>
                <a:lnTo>
                  <a:pt x="1447456" y="2698747"/>
                </a:lnTo>
                <a:lnTo>
                  <a:pt x="1310567" y="2698747"/>
                </a:lnTo>
                <a:lnTo>
                  <a:pt x="1416795" y="2806014"/>
                </a:lnTo>
                <a:lnTo>
                  <a:pt x="1559137" y="2806014"/>
                </a:lnTo>
                <a:lnTo>
                  <a:pt x="1567895" y="2784147"/>
                </a:lnTo>
                <a:cubicBezTo>
                  <a:pt x="1576105" y="2775932"/>
                  <a:pt x="1587603" y="2770964"/>
                  <a:pt x="1600743" y="2770964"/>
                </a:cubicBezTo>
                <a:cubicBezTo>
                  <a:pt x="1613880" y="2770964"/>
                  <a:pt x="1625375" y="2775932"/>
                  <a:pt x="1633588" y="2784147"/>
                </a:cubicBezTo>
                <a:lnTo>
                  <a:pt x="1642347" y="2806014"/>
                </a:lnTo>
                <a:lnTo>
                  <a:pt x="1815339" y="2806014"/>
                </a:lnTo>
                <a:lnTo>
                  <a:pt x="1946841" y="2674505"/>
                </a:lnTo>
                <a:lnTo>
                  <a:pt x="1946175" y="2673559"/>
                </a:lnTo>
                <a:cubicBezTo>
                  <a:pt x="1943712" y="2667781"/>
                  <a:pt x="1942343" y="2661524"/>
                  <a:pt x="1942343" y="2654952"/>
                </a:cubicBezTo>
                <a:cubicBezTo>
                  <a:pt x="1942343" y="2628675"/>
                  <a:pt x="1964241" y="2606732"/>
                  <a:pt x="1990521" y="2606732"/>
                </a:cubicBezTo>
                <a:cubicBezTo>
                  <a:pt x="2003660" y="2606732"/>
                  <a:pt x="2015703" y="2612246"/>
                  <a:pt x="2024462" y="2621004"/>
                </a:cubicBezTo>
                <a:lnTo>
                  <a:pt x="2032635" y="2633015"/>
                </a:lnTo>
                <a:lnTo>
                  <a:pt x="2481050" y="2633015"/>
                </a:lnTo>
                <a:lnTo>
                  <a:pt x="2890739" y="2633015"/>
                </a:lnTo>
                <a:lnTo>
                  <a:pt x="2900398" y="2618822"/>
                </a:lnTo>
                <a:cubicBezTo>
                  <a:pt x="2909159" y="2610062"/>
                  <a:pt x="2921201" y="2604549"/>
                  <a:pt x="2934339" y="2604549"/>
                </a:cubicBezTo>
                <a:cubicBezTo>
                  <a:pt x="2947475" y="2605645"/>
                  <a:pt x="2959522" y="2611150"/>
                  <a:pt x="2968281" y="2619636"/>
                </a:cubicBezTo>
                <a:lnTo>
                  <a:pt x="2977696" y="2633015"/>
                </a:lnTo>
                <a:lnTo>
                  <a:pt x="3078873" y="2633015"/>
                </a:lnTo>
                <a:lnTo>
                  <a:pt x="3319117" y="2874521"/>
                </a:lnTo>
                <a:lnTo>
                  <a:pt x="3424863" y="2768820"/>
                </a:lnTo>
                <a:lnTo>
                  <a:pt x="3265005" y="2768820"/>
                </a:lnTo>
                <a:lnTo>
                  <a:pt x="3027529" y="2530091"/>
                </a:lnTo>
                <a:lnTo>
                  <a:pt x="2282397" y="2530091"/>
                </a:lnTo>
                <a:lnTo>
                  <a:pt x="2276295" y="2544333"/>
                </a:lnTo>
                <a:cubicBezTo>
                  <a:pt x="2270274" y="2550389"/>
                  <a:pt x="2262059" y="2554183"/>
                  <a:pt x="2253301" y="2554183"/>
                </a:cubicBezTo>
                <a:cubicBezTo>
                  <a:pt x="2235784" y="2554183"/>
                  <a:pt x="2220453" y="2541079"/>
                  <a:pt x="2220453" y="2521334"/>
                </a:cubicBezTo>
                <a:lnTo>
                  <a:pt x="2226370" y="2507578"/>
                </a:lnTo>
                <a:lnTo>
                  <a:pt x="2185423" y="2466592"/>
                </a:lnTo>
                <a:close/>
                <a:moveTo>
                  <a:pt x="9998574" y="2466580"/>
                </a:moveTo>
                <a:lnTo>
                  <a:pt x="9957627" y="2507532"/>
                </a:lnTo>
                <a:lnTo>
                  <a:pt x="9963538" y="2521328"/>
                </a:lnTo>
                <a:cubicBezTo>
                  <a:pt x="9963538" y="2541034"/>
                  <a:pt x="9948209" y="2554174"/>
                  <a:pt x="9930690" y="2554174"/>
                </a:cubicBezTo>
                <a:cubicBezTo>
                  <a:pt x="9921931" y="2554174"/>
                  <a:pt x="9913719" y="2550343"/>
                  <a:pt x="9907698" y="2544319"/>
                </a:cubicBezTo>
                <a:lnTo>
                  <a:pt x="9901600" y="2530091"/>
                </a:lnTo>
                <a:lnTo>
                  <a:pt x="9157688" y="2530091"/>
                </a:lnTo>
                <a:lnTo>
                  <a:pt x="8919000" y="2768773"/>
                </a:lnTo>
                <a:lnTo>
                  <a:pt x="8759143" y="2768773"/>
                </a:lnTo>
                <a:lnTo>
                  <a:pt x="8864890" y="2874521"/>
                </a:lnTo>
                <a:lnTo>
                  <a:pt x="9105133" y="2633009"/>
                </a:lnTo>
                <a:lnTo>
                  <a:pt x="9206299" y="2633009"/>
                </a:lnTo>
                <a:lnTo>
                  <a:pt x="9215719" y="2619594"/>
                </a:lnTo>
                <a:cubicBezTo>
                  <a:pt x="9224477" y="2611110"/>
                  <a:pt x="9236522" y="2605633"/>
                  <a:pt x="9249661" y="2604538"/>
                </a:cubicBezTo>
                <a:cubicBezTo>
                  <a:pt x="9262800" y="2604538"/>
                  <a:pt x="9274844" y="2610013"/>
                  <a:pt x="9283603" y="2618770"/>
                </a:cubicBezTo>
                <a:lnTo>
                  <a:pt x="9293264" y="2633009"/>
                </a:lnTo>
                <a:lnTo>
                  <a:pt x="10151350" y="2633009"/>
                </a:lnTo>
                <a:lnTo>
                  <a:pt x="10159526" y="2620963"/>
                </a:lnTo>
                <a:cubicBezTo>
                  <a:pt x="10168285" y="2612203"/>
                  <a:pt x="10180329" y="2606727"/>
                  <a:pt x="10193467" y="2606727"/>
                </a:cubicBezTo>
                <a:cubicBezTo>
                  <a:pt x="10219745" y="2606727"/>
                  <a:pt x="10241644" y="2628626"/>
                  <a:pt x="10241644" y="2654903"/>
                </a:cubicBezTo>
                <a:cubicBezTo>
                  <a:pt x="10241644" y="2661473"/>
                  <a:pt x="10240275" y="2667769"/>
                  <a:pt x="10237812" y="2673516"/>
                </a:cubicBezTo>
                <a:lnTo>
                  <a:pt x="10237146" y="2674497"/>
                </a:lnTo>
                <a:lnTo>
                  <a:pt x="10368651" y="2806002"/>
                </a:lnTo>
                <a:lnTo>
                  <a:pt x="10541647" y="2806002"/>
                </a:lnTo>
                <a:lnTo>
                  <a:pt x="10550406" y="2784103"/>
                </a:lnTo>
                <a:cubicBezTo>
                  <a:pt x="10558618" y="2775892"/>
                  <a:pt x="10570114" y="2770963"/>
                  <a:pt x="10583253" y="2770963"/>
                </a:cubicBezTo>
                <a:cubicBezTo>
                  <a:pt x="10596392" y="2770963"/>
                  <a:pt x="10607889" y="2775892"/>
                  <a:pt x="10616101" y="2784103"/>
                </a:cubicBezTo>
                <a:lnTo>
                  <a:pt x="10624860" y="2806002"/>
                </a:lnTo>
                <a:lnTo>
                  <a:pt x="10767197" y="2806002"/>
                </a:lnTo>
                <a:lnTo>
                  <a:pt x="10873423" y="2698702"/>
                </a:lnTo>
                <a:lnTo>
                  <a:pt x="10736540" y="2698702"/>
                </a:lnTo>
                <a:lnTo>
                  <a:pt x="10545025" y="2507185"/>
                </a:lnTo>
                <a:lnTo>
                  <a:pt x="10544453" y="2507575"/>
                </a:lnTo>
                <a:cubicBezTo>
                  <a:pt x="10536857" y="2510789"/>
                  <a:pt x="10528508" y="2512574"/>
                  <a:pt x="10519749" y="2512574"/>
                </a:cubicBezTo>
                <a:cubicBezTo>
                  <a:pt x="10493471" y="2512574"/>
                  <a:pt x="10470890" y="2496553"/>
                  <a:pt x="10461240" y="2473764"/>
                </a:cubicBezTo>
                <a:lnTo>
                  <a:pt x="10459787" y="2466580"/>
                </a:lnTo>
                <a:close/>
                <a:moveTo>
                  <a:pt x="9304800" y="2466580"/>
                </a:moveTo>
                <a:lnTo>
                  <a:pt x="9303790" y="2471574"/>
                </a:lnTo>
                <a:cubicBezTo>
                  <a:pt x="9294140" y="2494363"/>
                  <a:pt x="9271559" y="2510375"/>
                  <a:pt x="9245281" y="2510375"/>
                </a:cubicBezTo>
                <a:cubicBezTo>
                  <a:pt x="9227763" y="2510375"/>
                  <a:pt x="9211339" y="2503261"/>
                  <a:pt x="9199294" y="2491766"/>
                </a:cubicBezTo>
                <a:lnTo>
                  <a:pt x="9197929" y="2489845"/>
                </a:lnTo>
                <a:lnTo>
                  <a:pt x="9175207" y="2512566"/>
                </a:lnTo>
                <a:lnTo>
                  <a:pt x="9901597" y="2512566"/>
                </a:lnTo>
                <a:lnTo>
                  <a:pt x="9907698" y="2498335"/>
                </a:lnTo>
                <a:cubicBezTo>
                  <a:pt x="9913719" y="2492311"/>
                  <a:pt x="9921931" y="2488477"/>
                  <a:pt x="9930690" y="2488477"/>
                </a:cubicBezTo>
                <a:lnTo>
                  <a:pt x="9946019" y="2495047"/>
                </a:lnTo>
                <a:lnTo>
                  <a:pt x="9974486" y="2466580"/>
                </a:lnTo>
                <a:close/>
                <a:moveTo>
                  <a:pt x="4528460" y="2433745"/>
                </a:moveTo>
                <a:lnTo>
                  <a:pt x="4436485" y="2525759"/>
                </a:lnTo>
                <a:lnTo>
                  <a:pt x="4458388" y="2547611"/>
                </a:lnTo>
                <a:lnTo>
                  <a:pt x="4458388" y="2626477"/>
                </a:lnTo>
                <a:lnTo>
                  <a:pt x="4587269" y="2626477"/>
                </a:lnTo>
                <a:lnTo>
                  <a:pt x="4595246" y="2607824"/>
                </a:lnTo>
                <a:cubicBezTo>
                  <a:pt x="4601269" y="2601841"/>
                  <a:pt x="4609484" y="2597973"/>
                  <a:pt x="4618237" y="2597973"/>
                </a:cubicBezTo>
                <a:cubicBezTo>
                  <a:pt x="4635757" y="2597973"/>
                  <a:pt x="4651084" y="2611150"/>
                  <a:pt x="4651084" y="2630818"/>
                </a:cubicBezTo>
                <a:cubicBezTo>
                  <a:pt x="4651084" y="2650529"/>
                  <a:pt x="4635757" y="2665870"/>
                  <a:pt x="4618237" y="2665870"/>
                </a:cubicBezTo>
                <a:cubicBezTo>
                  <a:pt x="4609484" y="2666957"/>
                  <a:pt x="4601269" y="2663157"/>
                  <a:pt x="4595246" y="2656820"/>
                </a:cubicBezTo>
                <a:lnTo>
                  <a:pt x="4589017" y="2641775"/>
                </a:lnTo>
                <a:lnTo>
                  <a:pt x="4458388" y="2641775"/>
                </a:lnTo>
                <a:lnTo>
                  <a:pt x="4458388" y="2703096"/>
                </a:lnTo>
                <a:lnTo>
                  <a:pt x="4664274" y="2703096"/>
                </a:lnTo>
                <a:lnTo>
                  <a:pt x="4664844" y="2700275"/>
                </a:lnTo>
                <a:cubicBezTo>
                  <a:pt x="4674484" y="2677489"/>
                  <a:pt x="4697069" y="2661524"/>
                  <a:pt x="4723345" y="2661524"/>
                </a:cubicBezTo>
                <a:cubicBezTo>
                  <a:pt x="4758382" y="2661524"/>
                  <a:pt x="4786851" y="2687801"/>
                  <a:pt x="4786851" y="2725024"/>
                </a:cubicBezTo>
                <a:cubicBezTo>
                  <a:pt x="4786851" y="2762207"/>
                  <a:pt x="4758382" y="2790722"/>
                  <a:pt x="4723345" y="2790722"/>
                </a:cubicBezTo>
                <a:cubicBezTo>
                  <a:pt x="4697069" y="2790722"/>
                  <a:pt x="4674484" y="2774704"/>
                  <a:pt x="4664844" y="2750996"/>
                </a:cubicBezTo>
                <a:lnTo>
                  <a:pt x="4664478" y="2749115"/>
                </a:lnTo>
                <a:lnTo>
                  <a:pt x="4458388" y="2749115"/>
                </a:lnTo>
                <a:lnTo>
                  <a:pt x="4458388" y="2749810"/>
                </a:lnTo>
                <a:lnTo>
                  <a:pt x="4478099" y="2757872"/>
                </a:lnTo>
                <a:cubicBezTo>
                  <a:pt x="4491232" y="2770964"/>
                  <a:pt x="4491232" y="2792906"/>
                  <a:pt x="4478099" y="2806014"/>
                </a:cubicBezTo>
                <a:lnTo>
                  <a:pt x="4468772" y="2809855"/>
                </a:lnTo>
                <a:lnTo>
                  <a:pt x="4708018" y="3049073"/>
                </a:lnTo>
                <a:lnTo>
                  <a:pt x="4856918" y="3049073"/>
                </a:lnTo>
                <a:lnTo>
                  <a:pt x="5086856" y="3279047"/>
                </a:lnTo>
                <a:lnTo>
                  <a:pt x="5257668" y="3279047"/>
                </a:lnTo>
                <a:lnTo>
                  <a:pt x="5257668" y="2906788"/>
                </a:lnTo>
                <a:lnTo>
                  <a:pt x="5257668" y="2439256"/>
                </a:lnTo>
                <a:lnTo>
                  <a:pt x="5251098" y="2455688"/>
                </a:lnTo>
                <a:cubicBezTo>
                  <a:pt x="5242880" y="2463888"/>
                  <a:pt x="5231377" y="2468781"/>
                  <a:pt x="5218233" y="2468781"/>
                </a:cubicBezTo>
                <a:cubicBezTo>
                  <a:pt x="5205098" y="2468781"/>
                  <a:pt x="5193609" y="2463344"/>
                  <a:pt x="5185402" y="2454856"/>
                </a:cubicBezTo>
                <a:lnTo>
                  <a:pt x="5176754" y="2433745"/>
                </a:lnTo>
                <a:lnTo>
                  <a:pt x="5055930" y="2433745"/>
                </a:lnTo>
                <a:lnTo>
                  <a:pt x="5045255" y="2438161"/>
                </a:lnTo>
                <a:lnTo>
                  <a:pt x="5034310" y="2433745"/>
                </a:lnTo>
                <a:lnTo>
                  <a:pt x="4999274" y="2433745"/>
                </a:lnTo>
                <a:lnTo>
                  <a:pt x="5116080" y="2550595"/>
                </a:lnTo>
                <a:lnTo>
                  <a:pt x="5140231" y="2546242"/>
                </a:lnTo>
                <a:cubicBezTo>
                  <a:pt x="5156928" y="2546511"/>
                  <a:pt x="5173350" y="2553078"/>
                  <a:pt x="5185402" y="2565127"/>
                </a:cubicBezTo>
                <a:cubicBezTo>
                  <a:pt x="5209476" y="2591409"/>
                  <a:pt x="5209476" y="2633015"/>
                  <a:pt x="5185402" y="2657101"/>
                </a:cubicBezTo>
                <a:cubicBezTo>
                  <a:pt x="5159114" y="2683388"/>
                  <a:pt x="5117513" y="2683388"/>
                  <a:pt x="5093427" y="2657101"/>
                </a:cubicBezTo>
                <a:cubicBezTo>
                  <a:pt x="5075363" y="2637435"/>
                  <a:pt x="5069612" y="2610326"/>
                  <a:pt x="5078955" y="2586932"/>
                </a:cubicBezTo>
                <a:lnTo>
                  <a:pt x="5082058" y="2582226"/>
                </a:lnTo>
                <a:lnTo>
                  <a:pt x="4933573" y="2433745"/>
                </a:lnTo>
                <a:lnTo>
                  <a:pt x="4594191" y="2433745"/>
                </a:lnTo>
                <a:lnTo>
                  <a:pt x="4594153" y="2442502"/>
                </a:lnTo>
                <a:lnTo>
                  <a:pt x="4910013" y="2758401"/>
                </a:lnTo>
                <a:lnTo>
                  <a:pt x="4932478" y="2749113"/>
                </a:lnTo>
                <a:cubicBezTo>
                  <a:pt x="4943977" y="2749113"/>
                  <a:pt x="4955477" y="2753461"/>
                  <a:pt x="4964239" y="2762207"/>
                </a:cubicBezTo>
                <a:cubicBezTo>
                  <a:pt x="4981762" y="2781927"/>
                  <a:pt x="4981762" y="2810425"/>
                  <a:pt x="4964239" y="2827947"/>
                </a:cubicBezTo>
                <a:cubicBezTo>
                  <a:pt x="4946720" y="2845459"/>
                  <a:pt x="4918245" y="2845459"/>
                  <a:pt x="4900718" y="2827947"/>
                </a:cubicBezTo>
                <a:cubicBezTo>
                  <a:pt x="4891957" y="2819188"/>
                  <a:pt x="4887575" y="2807644"/>
                  <a:pt x="4887575" y="2796155"/>
                </a:cubicBezTo>
                <a:lnTo>
                  <a:pt x="4895589" y="2776832"/>
                </a:lnTo>
                <a:lnTo>
                  <a:pt x="4572256" y="2453483"/>
                </a:lnTo>
                <a:lnTo>
                  <a:pt x="4572256" y="2433745"/>
                </a:lnTo>
                <a:close/>
                <a:moveTo>
                  <a:pt x="3823402" y="2418447"/>
                </a:moveTo>
                <a:lnTo>
                  <a:pt x="3789242" y="2452505"/>
                </a:lnTo>
                <a:lnTo>
                  <a:pt x="3891734" y="2554740"/>
                </a:lnTo>
                <a:lnTo>
                  <a:pt x="3914266" y="2545423"/>
                </a:lnTo>
                <a:cubicBezTo>
                  <a:pt x="3925748" y="2545423"/>
                  <a:pt x="3937242" y="2549846"/>
                  <a:pt x="3946002" y="2558606"/>
                </a:cubicBezTo>
                <a:lnTo>
                  <a:pt x="3955064" y="2580456"/>
                </a:lnTo>
                <a:lnTo>
                  <a:pt x="4206600" y="2580456"/>
                </a:lnTo>
                <a:lnTo>
                  <a:pt x="4044545" y="2418447"/>
                </a:lnTo>
                <a:close/>
                <a:moveTo>
                  <a:pt x="8076596" y="2418404"/>
                </a:moveTo>
                <a:lnTo>
                  <a:pt x="7914905" y="2580456"/>
                </a:lnTo>
                <a:lnTo>
                  <a:pt x="8522954" y="2580456"/>
                </a:lnTo>
                <a:lnTo>
                  <a:pt x="8380329" y="2438097"/>
                </a:lnTo>
                <a:lnTo>
                  <a:pt x="8305695" y="2512729"/>
                </a:lnTo>
                <a:lnTo>
                  <a:pt x="8312424" y="2528990"/>
                </a:lnTo>
                <a:cubicBezTo>
                  <a:pt x="8312424" y="2540487"/>
                  <a:pt x="8308044" y="2551990"/>
                  <a:pt x="8299285" y="2560747"/>
                </a:cubicBezTo>
                <a:cubicBezTo>
                  <a:pt x="8281766" y="2578267"/>
                  <a:pt x="8253298" y="2578267"/>
                  <a:pt x="8235780" y="2560747"/>
                </a:cubicBezTo>
                <a:cubicBezTo>
                  <a:pt x="8218261" y="2543231"/>
                  <a:pt x="8218261" y="2514755"/>
                  <a:pt x="8235780" y="2497236"/>
                </a:cubicBezTo>
                <a:cubicBezTo>
                  <a:pt x="8244539" y="2488477"/>
                  <a:pt x="8256035" y="2484108"/>
                  <a:pt x="8267532" y="2484108"/>
                </a:cubicBezTo>
                <a:lnTo>
                  <a:pt x="8291480" y="2494008"/>
                </a:lnTo>
                <a:lnTo>
                  <a:pt x="8363751" y="2421553"/>
                </a:lnTo>
                <a:lnTo>
                  <a:pt x="8360598" y="2418404"/>
                </a:lnTo>
                <a:close/>
                <a:moveTo>
                  <a:pt x="5945246" y="2378891"/>
                </a:moveTo>
                <a:lnTo>
                  <a:pt x="5934296" y="2389941"/>
                </a:lnTo>
                <a:lnTo>
                  <a:pt x="5934296" y="2431554"/>
                </a:lnTo>
                <a:lnTo>
                  <a:pt x="5945246" y="2420638"/>
                </a:lnTo>
                <a:close/>
                <a:moveTo>
                  <a:pt x="3618942" y="2282684"/>
                </a:moveTo>
                <a:lnTo>
                  <a:pt x="3771774" y="2435083"/>
                </a:lnTo>
                <a:lnTo>
                  <a:pt x="3812452" y="2394361"/>
                </a:lnTo>
                <a:lnTo>
                  <a:pt x="4020457" y="2394361"/>
                </a:lnTo>
                <a:lnTo>
                  <a:pt x="3925202" y="2299115"/>
                </a:lnTo>
                <a:lnTo>
                  <a:pt x="3902213" y="2308961"/>
                </a:lnTo>
                <a:cubicBezTo>
                  <a:pt x="3893456" y="2308961"/>
                  <a:pt x="3885247" y="2305082"/>
                  <a:pt x="3879225" y="2299115"/>
                </a:cubicBezTo>
                <a:lnTo>
                  <a:pt x="3872189" y="2282684"/>
                </a:lnTo>
                <a:close/>
                <a:moveTo>
                  <a:pt x="3554055" y="2282684"/>
                </a:moveTo>
                <a:lnTo>
                  <a:pt x="3330574" y="2506177"/>
                </a:lnTo>
                <a:lnTo>
                  <a:pt x="3335537" y="2517439"/>
                </a:lnTo>
                <a:lnTo>
                  <a:pt x="3398593" y="2580456"/>
                </a:lnTo>
                <a:lnTo>
                  <a:pt x="3626668" y="2580456"/>
                </a:lnTo>
                <a:lnTo>
                  <a:pt x="3755564" y="2451314"/>
                </a:lnTo>
                <a:lnTo>
                  <a:pt x="3586893" y="2282684"/>
                </a:lnTo>
                <a:close/>
                <a:moveTo>
                  <a:pt x="8535791" y="2282637"/>
                </a:moveTo>
                <a:lnTo>
                  <a:pt x="8397804" y="2420624"/>
                </a:lnTo>
                <a:lnTo>
                  <a:pt x="8557325" y="2580456"/>
                </a:lnTo>
                <a:lnTo>
                  <a:pt x="8785421" y="2580456"/>
                </a:lnTo>
                <a:lnTo>
                  <a:pt x="8848458" y="2517419"/>
                </a:lnTo>
                <a:lnTo>
                  <a:pt x="8853432" y="2506128"/>
                </a:lnTo>
                <a:lnTo>
                  <a:pt x="8629944" y="2282637"/>
                </a:lnTo>
                <a:close/>
                <a:moveTo>
                  <a:pt x="2143818" y="2280494"/>
                </a:moveTo>
                <a:lnTo>
                  <a:pt x="2183234" y="2319864"/>
                </a:lnTo>
                <a:lnTo>
                  <a:pt x="2807124" y="2319864"/>
                </a:lnTo>
                <a:lnTo>
                  <a:pt x="2813901" y="2305639"/>
                </a:lnTo>
                <a:cubicBezTo>
                  <a:pt x="2820470" y="2299658"/>
                  <a:pt x="2829231" y="2295777"/>
                  <a:pt x="2837988" y="2295777"/>
                </a:cubicBezTo>
                <a:cubicBezTo>
                  <a:pt x="2855508" y="2295777"/>
                  <a:pt x="2870838" y="2311106"/>
                  <a:pt x="2870838" y="2328626"/>
                </a:cubicBezTo>
                <a:lnTo>
                  <a:pt x="2864926" y="2342458"/>
                </a:lnTo>
                <a:lnTo>
                  <a:pt x="2913416" y="2390911"/>
                </a:lnTo>
                <a:lnTo>
                  <a:pt x="2938720" y="2383380"/>
                </a:lnTo>
                <a:cubicBezTo>
                  <a:pt x="2975949" y="2383380"/>
                  <a:pt x="3004418" y="2411878"/>
                  <a:pt x="3004418" y="2446921"/>
                </a:cubicBezTo>
                <a:cubicBezTo>
                  <a:pt x="3004418" y="2455680"/>
                  <a:pt x="3002503" y="2464029"/>
                  <a:pt x="2999080" y="2471622"/>
                </a:cubicBezTo>
                <a:lnTo>
                  <a:pt x="2997004" y="2474542"/>
                </a:lnTo>
                <a:lnTo>
                  <a:pt x="3035075" y="2512574"/>
                </a:lnTo>
                <a:lnTo>
                  <a:pt x="3272823" y="2512574"/>
                </a:lnTo>
                <a:lnTo>
                  <a:pt x="3278417" y="2498382"/>
                </a:lnTo>
                <a:lnTo>
                  <a:pt x="3280550" y="2497494"/>
                </a:lnTo>
                <a:lnTo>
                  <a:pt x="3063549" y="2280494"/>
                </a:lnTo>
                <a:close/>
                <a:moveTo>
                  <a:pt x="2060600" y="2280494"/>
                </a:moveTo>
                <a:lnTo>
                  <a:pt x="2051842" y="2302347"/>
                </a:lnTo>
                <a:lnTo>
                  <a:pt x="2047149" y="2304224"/>
                </a:lnTo>
                <a:lnTo>
                  <a:pt x="2165714" y="2422785"/>
                </a:lnTo>
                <a:lnTo>
                  <a:pt x="2879789" y="2422785"/>
                </a:lnTo>
                <a:lnTo>
                  <a:pt x="2879908" y="2422209"/>
                </a:lnTo>
                <a:lnTo>
                  <a:pt x="2897852" y="2399749"/>
                </a:lnTo>
                <a:lnTo>
                  <a:pt x="2853260" y="2354931"/>
                </a:lnTo>
                <a:lnTo>
                  <a:pt x="2837988" y="2361515"/>
                </a:lnTo>
                <a:cubicBezTo>
                  <a:pt x="2829231" y="2361515"/>
                  <a:pt x="2821018" y="2357646"/>
                  <a:pt x="2814998" y="2351657"/>
                </a:cubicBezTo>
                <a:lnTo>
                  <a:pt x="2808896" y="2337383"/>
                </a:lnTo>
                <a:lnTo>
                  <a:pt x="2176664" y="2337383"/>
                </a:lnTo>
                <a:lnTo>
                  <a:pt x="2119727" y="2280494"/>
                </a:lnTo>
                <a:close/>
                <a:moveTo>
                  <a:pt x="10064268" y="2280447"/>
                </a:moveTo>
                <a:lnTo>
                  <a:pt x="10007334" y="2337381"/>
                </a:lnTo>
                <a:lnTo>
                  <a:pt x="9375106" y="2337381"/>
                </a:lnTo>
                <a:lnTo>
                  <a:pt x="9369005" y="2351618"/>
                </a:lnTo>
                <a:cubicBezTo>
                  <a:pt x="9362983" y="2357637"/>
                  <a:pt x="9354771" y="2361469"/>
                  <a:pt x="9346012" y="2361469"/>
                </a:cubicBezTo>
                <a:lnTo>
                  <a:pt x="9332217" y="2355557"/>
                </a:lnTo>
                <a:lnTo>
                  <a:pt x="9286987" y="2400790"/>
                </a:lnTo>
                <a:lnTo>
                  <a:pt x="9304098" y="2422175"/>
                </a:lnTo>
                <a:lnTo>
                  <a:pt x="9304215" y="2422784"/>
                </a:lnTo>
                <a:lnTo>
                  <a:pt x="10018283" y="2422784"/>
                </a:lnTo>
                <a:lnTo>
                  <a:pt x="10136845" y="2304224"/>
                </a:lnTo>
                <a:lnTo>
                  <a:pt x="10132152" y="2302345"/>
                </a:lnTo>
                <a:lnTo>
                  <a:pt x="10123393" y="2280447"/>
                </a:lnTo>
                <a:close/>
                <a:moveTo>
                  <a:pt x="9120462" y="2280447"/>
                </a:moveTo>
                <a:lnTo>
                  <a:pt x="8903460" y="2497452"/>
                </a:lnTo>
                <a:lnTo>
                  <a:pt x="8905587" y="2498335"/>
                </a:lnTo>
                <a:lnTo>
                  <a:pt x="8911178" y="2512566"/>
                </a:lnTo>
                <a:lnTo>
                  <a:pt x="9149907" y="2512566"/>
                </a:lnTo>
                <a:lnTo>
                  <a:pt x="9187329" y="2474961"/>
                </a:lnTo>
                <a:lnTo>
                  <a:pt x="9184924" y="2471574"/>
                </a:lnTo>
                <a:cubicBezTo>
                  <a:pt x="9181502" y="2463982"/>
                  <a:pt x="9179586" y="2455630"/>
                  <a:pt x="9179586" y="2446871"/>
                </a:cubicBezTo>
                <a:cubicBezTo>
                  <a:pt x="9179586" y="2411834"/>
                  <a:pt x="9208053" y="2383366"/>
                  <a:pt x="9245281" y="2383366"/>
                </a:cubicBezTo>
                <a:lnTo>
                  <a:pt x="9270870" y="2390992"/>
                </a:lnTo>
                <a:lnTo>
                  <a:pt x="9319112" y="2342503"/>
                </a:lnTo>
                <a:lnTo>
                  <a:pt x="9313165" y="2328623"/>
                </a:lnTo>
                <a:cubicBezTo>
                  <a:pt x="9313165" y="2311104"/>
                  <a:pt x="9328493" y="2295777"/>
                  <a:pt x="9346012" y="2295777"/>
                </a:cubicBezTo>
                <a:cubicBezTo>
                  <a:pt x="9354771" y="2295777"/>
                  <a:pt x="9363530" y="2299608"/>
                  <a:pt x="9370100" y="2305628"/>
                </a:cubicBezTo>
                <a:lnTo>
                  <a:pt x="9376878" y="2319864"/>
                </a:lnTo>
                <a:lnTo>
                  <a:pt x="10000764" y="2319864"/>
                </a:lnTo>
                <a:lnTo>
                  <a:pt x="10040179" y="2280447"/>
                </a:lnTo>
                <a:close/>
                <a:moveTo>
                  <a:pt x="3514640" y="2210392"/>
                </a:moveTo>
                <a:lnTo>
                  <a:pt x="3477420" y="2247650"/>
                </a:lnTo>
                <a:lnTo>
                  <a:pt x="3486176" y="2269500"/>
                </a:lnTo>
                <a:cubicBezTo>
                  <a:pt x="3486176" y="2295777"/>
                  <a:pt x="3466470" y="2315532"/>
                  <a:pt x="3440196" y="2315532"/>
                </a:cubicBezTo>
                <a:cubicBezTo>
                  <a:pt x="3427058" y="2315532"/>
                  <a:pt x="3415563" y="2310561"/>
                  <a:pt x="3407351" y="2302347"/>
                </a:cubicBezTo>
                <a:lnTo>
                  <a:pt x="3398589" y="2280494"/>
                </a:lnTo>
                <a:lnTo>
                  <a:pt x="3098586" y="2280494"/>
                </a:lnTo>
                <a:lnTo>
                  <a:pt x="3309490" y="2491395"/>
                </a:lnTo>
                <a:lnTo>
                  <a:pt x="3317808" y="2494653"/>
                </a:lnTo>
                <a:lnTo>
                  <a:pt x="3545297" y="2265167"/>
                </a:lnTo>
                <a:lnTo>
                  <a:pt x="3569377" y="2265167"/>
                </a:lnTo>
                <a:close/>
                <a:moveTo>
                  <a:pt x="3545305" y="2179757"/>
                </a:moveTo>
                <a:lnTo>
                  <a:pt x="3530550" y="2194520"/>
                </a:lnTo>
                <a:lnTo>
                  <a:pt x="3601378" y="2265167"/>
                </a:lnTo>
                <a:lnTo>
                  <a:pt x="3874067" y="2265167"/>
                </a:lnTo>
                <a:lnTo>
                  <a:pt x="3879224" y="2253083"/>
                </a:lnTo>
                <a:lnTo>
                  <a:pt x="3829959" y="2203846"/>
                </a:lnTo>
                <a:lnTo>
                  <a:pt x="3798207" y="2216946"/>
                </a:lnTo>
                <a:cubicBezTo>
                  <a:pt x="3786713" y="2216946"/>
                  <a:pt x="3775213" y="2212603"/>
                  <a:pt x="3766455" y="2203846"/>
                </a:cubicBezTo>
                <a:lnTo>
                  <a:pt x="3756485" y="2179757"/>
                </a:lnTo>
                <a:close/>
                <a:moveTo>
                  <a:pt x="2997853" y="2179757"/>
                </a:moveTo>
                <a:lnTo>
                  <a:pt x="3076686" y="2258551"/>
                </a:lnTo>
                <a:lnTo>
                  <a:pt x="3398589" y="2258551"/>
                </a:lnTo>
                <a:lnTo>
                  <a:pt x="3407351" y="2236700"/>
                </a:lnTo>
                <a:cubicBezTo>
                  <a:pt x="3415563" y="2228486"/>
                  <a:pt x="3427058" y="2223515"/>
                  <a:pt x="3440196" y="2223515"/>
                </a:cubicBezTo>
                <a:lnTo>
                  <a:pt x="3460654" y="2231746"/>
                </a:lnTo>
                <a:lnTo>
                  <a:pt x="3498427" y="2194211"/>
                </a:lnTo>
                <a:lnTo>
                  <a:pt x="3483979" y="2179757"/>
                </a:lnTo>
                <a:close/>
                <a:moveTo>
                  <a:pt x="8639468" y="2178959"/>
                </a:moveTo>
                <a:lnTo>
                  <a:pt x="8553310" y="2265120"/>
                </a:lnTo>
                <a:lnTo>
                  <a:pt x="8638704" y="2265120"/>
                </a:lnTo>
                <a:lnTo>
                  <a:pt x="8866195" y="2494641"/>
                </a:lnTo>
                <a:lnTo>
                  <a:pt x="8874533" y="2491347"/>
                </a:lnTo>
                <a:lnTo>
                  <a:pt x="9085424" y="2280447"/>
                </a:lnTo>
                <a:lnTo>
                  <a:pt x="8785421" y="2280447"/>
                </a:lnTo>
                <a:lnTo>
                  <a:pt x="8776662" y="2302345"/>
                </a:lnTo>
                <a:cubicBezTo>
                  <a:pt x="8768450" y="2310561"/>
                  <a:pt x="8756953" y="2315484"/>
                  <a:pt x="8743814" y="2315484"/>
                </a:cubicBezTo>
                <a:cubicBezTo>
                  <a:pt x="8717537" y="2315484"/>
                  <a:pt x="8697829" y="2295777"/>
                  <a:pt x="8697829" y="2269500"/>
                </a:cubicBezTo>
                <a:lnTo>
                  <a:pt x="8707149" y="2246205"/>
                </a:lnTo>
                <a:close/>
                <a:moveTo>
                  <a:pt x="8700018" y="2118407"/>
                </a:moveTo>
                <a:lnTo>
                  <a:pt x="8654819" y="2163617"/>
                </a:lnTo>
                <a:lnTo>
                  <a:pt x="8723352" y="2231700"/>
                </a:lnTo>
                <a:lnTo>
                  <a:pt x="8743814" y="2223515"/>
                </a:lnTo>
                <a:cubicBezTo>
                  <a:pt x="8756953" y="2223515"/>
                  <a:pt x="8768450" y="2228438"/>
                  <a:pt x="8776662" y="2236654"/>
                </a:cubicBezTo>
                <a:lnTo>
                  <a:pt x="8785422" y="2258551"/>
                </a:lnTo>
                <a:lnTo>
                  <a:pt x="9107323" y="2258551"/>
                </a:lnTo>
                <a:lnTo>
                  <a:pt x="9247462" y="2118407"/>
                </a:lnTo>
                <a:close/>
                <a:moveTo>
                  <a:pt x="8609322" y="2118407"/>
                </a:moveTo>
                <a:lnTo>
                  <a:pt x="8637846" y="2146749"/>
                </a:lnTo>
                <a:lnTo>
                  <a:pt x="8666111" y="2118407"/>
                </a:lnTo>
                <a:close/>
                <a:moveTo>
                  <a:pt x="8426593" y="2118407"/>
                </a:moveTo>
                <a:lnTo>
                  <a:pt x="8417533" y="2140307"/>
                </a:lnTo>
                <a:cubicBezTo>
                  <a:pt x="8408774" y="2149063"/>
                  <a:pt x="8397278" y="2153442"/>
                  <a:pt x="8385781" y="2153442"/>
                </a:cubicBezTo>
                <a:lnTo>
                  <a:pt x="8354065" y="2140321"/>
                </a:lnTo>
                <a:lnTo>
                  <a:pt x="8100630" y="2394316"/>
                </a:lnTo>
                <a:lnTo>
                  <a:pt x="8371547" y="2394316"/>
                </a:lnTo>
                <a:lnTo>
                  <a:pt x="8381234" y="2404022"/>
                </a:lnTo>
                <a:lnTo>
                  <a:pt x="8502306" y="2282637"/>
                </a:lnTo>
                <a:lnTo>
                  <a:pt x="8311796" y="2282637"/>
                </a:lnTo>
                <a:lnTo>
                  <a:pt x="8304759" y="2299059"/>
                </a:lnTo>
                <a:cubicBezTo>
                  <a:pt x="8298736" y="2305079"/>
                  <a:pt x="8290525" y="2308914"/>
                  <a:pt x="8281765" y="2308914"/>
                </a:cubicBezTo>
                <a:cubicBezTo>
                  <a:pt x="8264247" y="2308914"/>
                  <a:pt x="8248918" y="2293587"/>
                  <a:pt x="8248918" y="2276068"/>
                </a:cubicBezTo>
                <a:cubicBezTo>
                  <a:pt x="8248918" y="2258551"/>
                  <a:pt x="8264247" y="2243225"/>
                  <a:pt x="8281765" y="2243225"/>
                </a:cubicBezTo>
                <a:cubicBezTo>
                  <a:pt x="8290525" y="2243225"/>
                  <a:pt x="8298736" y="2247059"/>
                  <a:pt x="8304759" y="2253072"/>
                </a:cubicBezTo>
                <a:lnTo>
                  <a:pt x="8309921" y="2265120"/>
                </a:lnTo>
                <a:lnTo>
                  <a:pt x="8519780" y="2265120"/>
                </a:lnTo>
                <a:lnTo>
                  <a:pt x="8622516" y="2162117"/>
                </a:lnTo>
                <a:lnTo>
                  <a:pt x="8578521" y="2118407"/>
                </a:lnTo>
                <a:close/>
                <a:moveTo>
                  <a:pt x="3687450" y="2037625"/>
                </a:moveTo>
                <a:lnTo>
                  <a:pt x="3567200" y="2157822"/>
                </a:lnTo>
                <a:lnTo>
                  <a:pt x="3759204" y="2157822"/>
                </a:lnTo>
                <a:lnTo>
                  <a:pt x="3764649" y="2144701"/>
                </a:lnTo>
                <a:lnTo>
                  <a:pt x="3756592" y="2125011"/>
                </a:lnTo>
                <a:lnTo>
                  <a:pt x="3761971" y="2111823"/>
                </a:lnTo>
                <a:close/>
                <a:moveTo>
                  <a:pt x="1802205" y="2037445"/>
                </a:moveTo>
                <a:lnTo>
                  <a:pt x="1997102" y="2232274"/>
                </a:lnTo>
                <a:lnTo>
                  <a:pt x="2018994" y="2223515"/>
                </a:lnTo>
                <a:cubicBezTo>
                  <a:pt x="2032134" y="2223515"/>
                  <a:pt x="2043629" y="2228486"/>
                  <a:pt x="2051842" y="2236700"/>
                </a:cubicBezTo>
                <a:lnTo>
                  <a:pt x="2060600" y="2258551"/>
                </a:lnTo>
                <a:lnTo>
                  <a:pt x="2097825" y="2258551"/>
                </a:lnTo>
                <a:lnTo>
                  <a:pt x="1876654" y="2037445"/>
                </a:lnTo>
                <a:close/>
                <a:moveTo>
                  <a:pt x="10307338" y="2037395"/>
                </a:moveTo>
                <a:lnTo>
                  <a:pt x="10086165" y="2258551"/>
                </a:lnTo>
                <a:lnTo>
                  <a:pt x="10123392" y="2258551"/>
                </a:lnTo>
                <a:lnTo>
                  <a:pt x="10132152" y="2236654"/>
                </a:lnTo>
                <a:cubicBezTo>
                  <a:pt x="10140363" y="2228438"/>
                  <a:pt x="10151860" y="2223515"/>
                  <a:pt x="10164999" y="2223515"/>
                </a:cubicBezTo>
                <a:lnTo>
                  <a:pt x="10186901" y="2232274"/>
                </a:lnTo>
                <a:lnTo>
                  <a:pt x="10381797" y="2037395"/>
                </a:lnTo>
                <a:close/>
                <a:moveTo>
                  <a:pt x="5945246" y="2022116"/>
                </a:moveTo>
                <a:lnTo>
                  <a:pt x="5717515" y="2249792"/>
                </a:lnTo>
                <a:lnTo>
                  <a:pt x="5717515" y="2582024"/>
                </a:lnTo>
                <a:lnTo>
                  <a:pt x="5731747" y="2588119"/>
                </a:lnTo>
                <a:cubicBezTo>
                  <a:pt x="5737768" y="2594184"/>
                  <a:pt x="5741601" y="2602387"/>
                  <a:pt x="5741601" y="2611150"/>
                </a:cubicBezTo>
                <a:lnTo>
                  <a:pt x="5733098" y="2632759"/>
                </a:lnTo>
                <a:lnTo>
                  <a:pt x="5901451" y="2464433"/>
                </a:lnTo>
                <a:lnTo>
                  <a:pt x="5901451" y="2374611"/>
                </a:lnTo>
                <a:lnTo>
                  <a:pt x="5945246" y="2330827"/>
                </a:lnTo>
                <a:close/>
                <a:moveTo>
                  <a:pt x="2209503" y="2022116"/>
                </a:moveTo>
                <a:lnTo>
                  <a:pt x="2345276" y="2157822"/>
                </a:lnTo>
                <a:lnTo>
                  <a:pt x="2594919" y="2157822"/>
                </a:lnTo>
                <a:lnTo>
                  <a:pt x="2940916" y="2157822"/>
                </a:lnTo>
                <a:lnTo>
                  <a:pt x="2830488" y="2047454"/>
                </a:lnTo>
                <a:lnTo>
                  <a:pt x="2811715" y="2054963"/>
                </a:lnTo>
                <a:cubicBezTo>
                  <a:pt x="2798577" y="2054963"/>
                  <a:pt x="2787078" y="2050035"/>
                  <a:pt x="2778870" y="2041825"/>
                </a:cubicBezTo>
                <a:lnTo>
                  <a:pt x="2770987" y="2022116"/>
                </a:lnTo>
                <a:close/>
                <a:moveTo>
                  <a:pt x="2173140" y="2022116"/>
                </a:moveTo>
                <a:lnTo>
                  <a:pt x="2329949" y="2181915"/>
                </a:lnTo>
                <a:lnTo>
                  <a:pt x="2565824" y="2181915"/>
                </a:lnTo>
                <a:lnTo>
                  <a:pt x="2566762" y="2179757"/>
                </a:lnTo>
                <a:lnTo>
                  <a:pt x="2336515" y="2179757"/>
                </a:lnTo>
                <a:lnTo>
                  <a:pt x="2178235" y="2022116"/>
                </a:lnTo>
                <a:close/>
                <a:moveTo>
                  <a:pt x="9413018" y="2022073"/>
                </a:moveTo>
                <a:lnTo>
                  <a:pt x="9405136" y="2041778"/>
                </a:lnTo>
                <a:cubicBezTo>
                  <a:pt x="9396924" y="2049989"/>
                  <a:pt x="9385428" y="2054916"/>
                  <a:pt x="9372289" y="2054916"/>
                </a:cubicBezTo>
                <a:lnTo>
                  <a:pt x="9353522" y="2047409"/>
                </a:lnTo>
                <a:lnTo>
                  <a:pt x="9305794" y="2095115"/>
                </a:lnTo>
                <a:lnTo>
                  <a:pt x="9838720" y="2094320"/>
                </a:lnTo>
                <a:lnTo>
                  <a:pt x="9910992" y="2022073"/>
                </a:lnTo>
                <a:close/>
                <a:moveTo>
                  <a:pt x="8465788" y="2006436"/>
                </a:moveTo>
                <a:lnTo>
                  <a:pt x="8421961" y="2050416"/>
                </a:lnTo>
                <a:lnTo>
                  <a:pt x="8427388" y="2063683"/>
                </a:lnTo>
                <a:lnTo>
                  <a:pt x="8419784" y="2082268"/>
                </a:lnTo>
                <a:lnTo>
                  <a:pt x="8425654" y="2096421"/>
                </a:lnTo>
                <a:lnTo>
                  <a:pt x="8556193" y="2096230"/>
                </a:lnTo>
                <a:close/>
                <a:moveTo>
                  <a:pt x="2125610" y="1969698"/>
                </a:moveTo>
                <a:lnTo>
                  <a:pt x="2124426" y="1972459"/>
                </a:lnTo>
                <a:lnTo>
                  <a:pt x="2149511" y="1998028"/>
                </a:lnTo>
                <a:lnTo>
                  <a:pt x="2154054" y="1998028"/>
                </a:lnTo>
                <a:close/>
                <a:moveTo>
                  <a:pt x="1896367" y="1969560"/>
                </a:moveTo>
                <a:lnTo>
                  <a:pt x="1924834" y="1998028"/>
                </a:lnTo>
                <a:lnTo>
                  <a:pt x="2125755" y="1998028"/>
                </a:lnTo>
                <a:lnTo>
                  <a:pt x="2115327" y="1987400"/>
                </a:lnTo>
                <a:lnTo>
                  <a:pt x="2095636" y="1995840"/>
                </a:lnTo>
                <a:cubicBezTo>
                  <a:pt x="2086874" y="1995840"/>
                  <a:pt x="2078664" y="1992006"/>
                  <a:pt x="2072640" y="1985985"/>
                </a:cubicBezTo>
                <a:lnTo>
                  <a:pt x="2065601" y="1969560"/>
                </a:lnTo>
                <a:close/>
                <a:moveTo>
                  <a:pt x="1734321" y="1969560"/>
                </a:moveTo>
                <a:lnTo>
                  <a:pt x="1784687" y="2019926"/>
                </a:lnTo>
                <a:lnTo>
                  <a:pt x="1883223" y="2019926"/>
                </a:lnTo>
                <a:lnTo>
                  <a:pt x="2121919" y="2258551"/>
                </a:lnTo>
                <a:lnTo>
                  <a:pt x="3041650" y="2258551"/>
                </a:lnTo>
                <a:lnTo>
                  <a:pt x="2962815" y="2179757"/>
                </a:lnTo>
                <a:lnTo>
                  <a:pt x="2623073" y="2179757"/>
                </a:lnTo>
                <a:lnTo>
                  <a:pt x="2627766" y="2190669"/>
                </a:lnTo>
                <a:cubicBezTo>
                  <a:pt x="2629956" y="2208188"/>
                  <a:pt x="2612437" y="2223515"/>
                  <a:pt x="2594919" y="2223515"/>
                </a:cubicBezTo>
                <a:cubicBezTo>
                  <a:pt x="2586158" y="2224617"/>
                  <a:pt x="2577945" y="2220817"/>
                  <a:pt x="2571923" y="2214523"/>
                </a:cubicBezTo>
                <a:lnTo>
                  <a:pt x="2565693" y="2199429"/>
                </a:lnTo>
                <a:lnTo>
                  <a:pt x="2323381" y="2199429"/>
                </a:lnTo>
                <a:lnTo>
                  <a:pt x="2149387" y="2022116"/>
                </a:lnTo>
                <a:lnTo>
                  <a:pt x="1916075" y="2022116"/>
                </a:lnTo>
                <a:lnTo>
                  <a:pt x="1863521" y="1969560"/>
                </a:lnTo>
                <a:close/>
                <a:moveTo>
                  <a:pt x="10320484" y="1969511"/>
                </a:moveTo>
                <a:lnTo>
                  <a:pt x="10267921" y="2022073"/>
                </a:lnTo>
                <a:lnTo>
                  <a:pt x="10034605" y="2022073"/>
                </a:lnTo>
                <a:lnTo>
                  <a:pt x="9860616" y="2199429"/>
                </a:lnTo>
                <a:lnTo>
                  <a:pt x="9618301" y="2199429"/>
                </a:lnTo>
                <a:lnTo>
                  <a:pt x="9612073" y="2214477"/>
                </a:lnTo>
                <a:cubicBezTo>
                  <a:pt x="9606052" y="2220783"/>
                  <a:pt x="9597840" y="2224606"/>
                  <a:pt x="9589081" y="2223515"/>
                </a:cubicBezTo>
                <a:cubicBezTo>
                  <a:pt x="9571562" y="2223515"/>
                  <a:pt x="9554044" y="2208188"/>
                  <a:pt x="9556233" y="2190669"/>
                </a:cubicBezTo>
                <a:cubicBezTo>
                  <a:pt x="9556233" y="2173150"/>
                  <a:pt x="9571562" y="2157822"/>
                  <a:pt x="9589081" y="2157822"/>
                </a:cubicBezTo>
                <a:cubicBezTo>
                  <a:pt x="9597840" y="2157822"/>
                  <a:pt x="9606052" y="2161649"/>
                  <a:pt x="9612073" y="2167671"/>
                </a:cubicBezTo>
                <a:lnTo>
                  <a:pt x="9618174" y="2181909"/>
                </a:lnTo>
                <a:lnTo>
                  <a:pt x="9854047" y="2181909"/>
                </a:lnTo>
                <a:lnTo>
                  <a:pt x="10010851" y="2022073"/>
                </a:lnTo>
                <a:lnTo>
                  <a:pt x="9943839" y="2022073"/>
                </a:lnTo>
                <a:lnTo>
                  <a:pt x="9847479" y="2118407"/>
                </a:lnTo>
                <a:lnTo>
                  <a:pt x="9282500" y="2118407"/>
                </a:lnTo>
                <a:lnTo>
                  <a:pt x="9142361" y="2258551"/>
                </a:lnTo>
                <a:lnTo>
                  <a:pt x="10062077" y="2258551"/>
                </a:lnTo>
                <a:lnTo>
                  <a:pt x="10300769" y="2019877"/>
                </a:lnTo>
                <a:lnTo>
                  <a:pt x="10399316" y="2019877"/>
                </a:lnTo>
                <a:lnTo>
                  <a:pt x="10449682" y="1969511"/>
                </a:lnTo>
                <a:close/>
                <a:moveTo>
                  <a:pt x="10118386" y="1969511"/>
                </a:moveTo>
                <a:lnTo>
                  <a:pt x="10111350" y="1985931"/>
                </a:lnTo>
                <a:cubicBezTo>
                  <a:pt x="10105328" y="1991953"/>
                  <a:pt x="10097116" y="1995785"/>
                  <a:pt x="10088357" y="1995785"/>
                </a:cubicBezTo>
                <a:lnTo>
                  <a:pt x="10068670" y="1987348"/>
                </a:lnTo>
                <a:lnTo>
                  <a:pt x="10058235" y="1997986"/>
                </a:lnTo>
                <a:lnTo>
                  <a:pt x="10259162" y="1997986"/>
                </a:lnTo>
                <a:lnTo>
                  <a:pt x="10287636" y="1969511"/>
                </a:lnTo>
                <a:close/>
                <a:moveTo>
                  <a:pt x="3858419" y="1947663"/>
                </a:moveTo>
                <a:lnTo>
                  <a:pt x="4420061" y="2509285"/>
                </a:lnTo>
                <a:lnTo>
                  <a:pt x="4519696" y="2409694"/>
                </a:lnTo>
                <a:lnTo>
                  <a:pt x="4572256" y="2409694"/>
                </a:lnTo>
                <a:lnTo>
                  <a:pt x="4572256" y="2286291"/>
                </a:lnTo>
                <a:lnTo>
                  <a:pt x="4565685" y="2302347"/>
                </a:lnTo>
                <a:cubicBezTo>
                  <a:pt x="4552552" y="2315532"/>
                  <a:pt x="4530650" y="2315532"/>
                  <a:pt x="4517504" y="2302347"/>
                </a:cubicBezTo>
                <a:cubicBezTo>
                  <a:pt x="4510936" y="2295777"/>
                  <a:pt x="4507657" y="2287019"/>
                  <a:pt x="4507657" y="2278260"/>
                </a:cubicBezTo>
                <a:lnTo>
                  <a:pt x="4514268" y="2262095"/>
                </a:lnTo>
                <a:lnTo>
                  <a:pt x="4274436" y="2024306"/>
                </a:lnTo>
                <a:lnTo>
                  <a:pt x="4274436" y="1975007"/>
                </a:lnTo>
                <a:lnTo>
                  <a:pt x="4250344" y="1984888"/>
                </a:lnTo>
                <a:cubicBezTo>
                  <a:pt x="4237206" y="1984888"/>
                  <a:pt x="4225707" y="1979961"/>
                  <a:pt x="4217498" y="1971750"/>
                </a:cubicBezTo>
                <a:lnTo>
                  <a:pt x="4207915" y="1947663"/>
                </a:lnTo>
                <a:lnTo>
                  <a:pt x="3970860" y="1947663"/>
                </a:lnTo>
                <a:lnTo>
                  <a:pt x="4024677" y="2001945"/>
                </a:lnTo>
                <a:lnTo>
                  <a:pt x="4050021" y="1991459"/>
                </a:lnTo>
                <a:cubicBezTo>
                  <a:pt x="4061519" y="1991459"/>
                  <a:pt x="4073014" y="1995838"/>
                  <a:pt x="4081777" y="2004598"/>
                </a:cubicBezTo>
                <a:cubicBezTo>
                  <a:pt x="4099294" y="2022115"/>
                  <a:pt x="4099294" y="2050584"/>
                  <a:pt x="4081777" y="2068102"/>
                </a:cubicBezTo>
                <a:cubicBezTo>
                  <a:pt x="4064255" y="2085620"/>
                  <a:pt x="4035787" y="2085620"/>
                  <a:pt x="4018269" y="2068102"/>
                </a:cubicBezTo>
                <a:cubicBezTo>
                  <a:pt x="4009508" y="2059342"/>
                  <a:pt x="4005129" y="2047847"/>
                  <a:pt x="4005129" y="2036349"/>
                </a:cubicBezTo>
                <a:lnTo>
                  <a:pt x="4011219" y="2021636"/>
                </a:lnTo>
                <a:lnTo>
                  <a:pt x="3937242" y="1947663"/>
                </a:lnTo>
                <a:close/>
                <a:moveTo>
                  <a:pt x="3777417" y="1947663"/>
                </a:moveTo>
                <a:lnTo>
                  <a:pt x="3698569" y="2026505"/>
                </a:lnTo>
                <a:lnTo>
                  <a:pt x="3771111" y="2099028"/>
                </a:lnTo>
                <a:lnTo>
                  <a:pt x="3790535" y="2091074"/>
                </a:lnTo>
                <a:cubicBezTo>
                  <a:pt x="3799295" y="2091074"/>
                  <a:pt x="3808054" y="2094323"/>
                  <a:pt x="3814626" y="2100923"/>
                </a:cubicBezTo>
                <a:cubicBezTo>
                  <a:pt x="3821192" y="2107507"/>
                  <a:pt x="3824476" y="2116251"/>
                  <a:pt x="3824476" y="2125011"/>
                </a:cubicBezTo>
                <a:lnTo>
                  <a:pt x="3820676" y="2134310"/>
                </a:lnTo>
                <a:lnTo>
                  <a:pt x="3829959" y="2138116"/>
                </a:lnTo>
                <a:cubicBezTo>
                  <a:pt x="3838717" y="2147965"/>
                  <a:pt x="3843096" y="2160059"/>
                  <a:pt x="3843096" y="2171786"/>
                </a:cubicBezTo>
                <a:lnTo>
                  <a:pt x="3839512" y="2180514"/>
                </a:lnTo>
                <a:lnTo>
                  <a:pt x="3902212" y="2243239"/>
                </a:lnTo>
                <a:lnTo>
                  <a:pt x="3902213" y="2243230"/>
                </a:lnTo>
                <a:cubicBezTo>
                  <a:pt x="3919735" y="2243230"/>
                  <a:pt x="3935054" y="2258551"/>
                  <a:pt x="3935054" y="2276085"/>
                </a:cubicBezTo>
                <a:lnTo>
                  <a:pt x="4053306" y="2394361"/>
                </a:lnTo>
                <a:lnTo>
                  <a:pt x="4198718" y="2394361"/>
                </a:lnTo>
                <a:lnTo>
                  <a:pt x="4202219" y="2385602"/>
                </a:lnTo>
                <a:cubicBezTo>
                  <a:pt x="4210433" y="2377401"/>
                  <a:pt x="4221876" y="2372431"/>
                  <a:pt x="4235017" y="2372431"/>
                </a:cubicBezTo>
                <a:cubicBezTo>
                  <a:pt x="4261294" y="2372431"/>
                  <a:pt x="4281003" y="2392140"/>
                  <a:pt x="4281003" y="2418453"/>
                </a:cubicBezTo>
                <a:cubicBezTo>
                  <a:pt x="4281003" y="2444724"/>
                  <a:pt x="4261294" y="2464433"/>
                  <a:pt x="4235017" y="2464433"/>
                </a:cubicBezTo>
                <a:cubicBezTo>
                  <a:pt x="4208789" y="2464433"/>
                  <a:pt x="4189081" y="2442502"/>
                  <a:pt x="4189081" y="2418453"/>
                </a:cubicBezTo>
                <a:lnTo>
                  <a:pt x="4189082" y="2418447"/>
                </a:lnTo>
                <a:lnTo>
                  <a:pt x="4077396" y="2418447"/>
                </a:lnTo>
                <a:lnTo>
                  <a:pt x="4239395" y="2580456"/>
                </a:lnTo>
                <a:lnTo>
                  <a:pt x="4348890" y="2580456"/>
                </a:lnTo>
                <a:lnTo>
                  <a:pt x="4408021" y="2521334"/>
                </a:lnTo>
                <a:lnTo>
                  <a:pt x="3834333" y="1947663"/>
                </a:lnTo>
                <a:close/>
                <a:moveTo>
                  <a:pt x="8286149" y="1947621"/>
                </a:moveTo>
                <a:lnTo>
                  <a:pt x="7744167" y="2489576"/>
                </a:lnTo>
                <a:lnTo>
                  <a:pt x="7835044" y="2580456"/>
                </a:lnTo>
                <a:lnTo>
                  <a:pt x="7883231" y="2580456"/>
                </a:lnTo>
                <a:lnTo>
                  <a:pt x="8045275" y="2418404"/>
                </a:lnTo>
                <a:lnTo>
                  <a:pt x="7994900" y="2418404"/>
                </a:lnTo>
                <a:cubicBezTo>
                  <a:pt x="7994900" y="2442491"/>
                  <a:pt x="7975191" y="2464390"/>
                  <a:pt x="7948913" y="2464390"/>
                </a:cubicBezTo>
                <a:cubicBezTo>
                  <a:pt x="7922637" y="2464390"/>
                  <a:pt x="7902928" y="2444682"/>
                  <a:pt x="7902928" y="2418404"/>
                </a:cubicBezTo>
                <a:cubicBezTo>
                  <a:pt x="7902928" y="2392128"/>
                  <a:pt x="7922637" y="2372419"/>
                  <a:pt x="7948913" y="2372419"/>
                </a:cubicBezTo>
                <a:cubicBezTo>
                  <a:pt x="7962052" y="2372419"/>
                  <a:pt x="7973550" y="2377347"/>
                  <a:pt x="7981761" y="2385558"/>
                </a:cubicBezTo>
                <a:lnTo>
                  <a:pt x="7985265" y="2394316"/>
                </a:lnTo>
                <a:lnTo>
                  <a:pt x="8069362" y="2394316"/>
                </a:lnTo>
                <a:lnTo>
                  <a:pt x="8345111" y="2118562"/>
                </a:lnTo>
                <a:lnTo>
                  <a:pt x="8340890" y="2108273"/>
                </a:lnTo>
                <a:cubicBezTo>
                  <a:pt x="8340890" y="2096502"/>
                  <a:pt x="8345270" y="2084494"/>
                  <a:pt x="8354029" y="2074640"/>
                </a:cubicBezTo>
                <a:lnTo>
                  <a:pt x="8362545" y="2071116"/>
                </a:lnTo>
                <a:lnTo>
                  <a:pt x="8359504" y="2063683"/>
                </a:lnTo>
                <a:cubicBezTo>
                  <a:pt x="8359504" y="2054924"/>
                  <a:pt x="8362789" y="2046165"/>
                  <a:pt x="8369359" y="2039594"/>
                </a:cubicBezTo>
                <a:cubicBezTo>
                  <a:pt x="8375928" y="2033026"/>
                  <a:pt x="8384687" y="2029741"/>
                  <a:pt x="8393446" y="2029741"/>
                </a:cubicBezTo>
                <a:lnTo>
                  <a:pt x="8412809" y="2037662"/>
                </a:lnTo>
                <a:lnTo>
                  <a:pt x="8454802" y="1995522"/>
                </a:lnTo>
                <a:lnTo>
                  <a:pt x="8406585" y="1947621"/>
                </a:lnTo>
                <a:close/>
                <a:moveTo>
                  <a:pt x="7976068" y="1947621"/>
                </a:moveTo>
                <a:lnTo>
                  <a:pt x="7966432" y="1971706"/>
                </a:lnTo>
                <a:cubicBezTo>
                  <a:pt x="7958220" y="1979918"/>
                  <a:pt x="7946724" y="1984845"/>
                  <a:pt x="7933585" y="1984845"/>
                </a:cubicBezTo>
                <a:cubicBezTo>
                  <a:pt x="7921542" y="1984845"/>
                  <a:pt x="7910045" y="1979918"/>
                  <a:pt x="7901559" y="1971706"/>
                </a:cubicBezTo>
                <a:lnTo>
                  <a:pt x="7899454" y="1968686"/>
                </a:lnTo>
                <a:lnTo>
                  <a:pt x="7668632" y="2201403"/>
                </a:lnTo>
                <a:lnTo>
                  <a:pt x="7674093" y="2214755"/>
                </a:lnTo>
                <a:cubicBezTo>
                  <a:pt x="7674093" y="2223515"/>
                  <a:pt x="7670808" y="2232274"/>
                  <a:pt x="7664239" y="2238845"/>
                </a:cubicBezTo>
                <a:cubicBezTo>
                  <a:pt x="7651100" y="2251981"/>
                  <a:pt x="7629202" y="2251981"/>
                  <a:pt x="7616063" y="2238845"/>
                </a:cubicBezTo>
                <a:lnTo>
                  <a:pt x="7609494" y="2222786"/>
                </a:lnTo>
                <a:lnTo>
                  <a:pt x="7609494" y="2389938"/>
                </a:lnTo>
                <a:lnTo>
                  <a:pt x="7589909" y="2409645"/>
                </a:lnTo>
                <a:lnTo>
                  <a:pt x="7664240" y="2409645"/>
                </a:lnTo>
                <a:lnTo>
                  <a:pt x="7732124" y="2477529"/>
                </a:lnTo>
                <a:lnTo>
                  <a:pt x="8262061" y="1947621"/>
                </a:lnTo>
                <a:lnTo>
                  <a:pt x="8182853" y="1947621"/>
                </a:lnTo>
                <a:lnTo>
                  <a:pt x="8172032" y="1958539"/>
                </a:lnTo>
                <a:lnTo>
                  <a:pt x="8178845" y="1975004"/>
                </a:lnTo>
                <a:cubicBezTo>
                  <a:pt x="8178845" y="1986501"/>
                  <a:pt x="8174465" y="1997997"/>
                  <a:pt x="8165706" y="2006756"/>
                </a:cubicBezTo>
                <a:cubicBezTo>
                  <a:pt x="8148187" y="2024275"/>
                  <a:pt x="8119720" y="2024275"/>
                  <a:pt x="8102201" y="2006756"/>
                </a:cubicBezTo>
                <a:cubicBezTo>
                  <a:pt x="8093442" y="1997997"/>
                  <a:pt x="8089062" y="1986501"/>
                  <a:pt x="8089062" y="1975004"/>
                </a:cubicBezTo>
                <a:lnTo>
                  <a:pt x="8100393" y="1947621"/>
                </a:lnTo>
                <a:close/>
                <a:moveTo>
                  <a:pt x="4541597" y="1943284"/>
                </a:moveTo>
                <a:lnTo>
                  <a:pt x="4541597" y="1960803"/>
                </a:lnTo>
                <a:lnTo>
                  <a:pt x="4572256" y="1991460"/>
                </a:lnTo>
                <a:lnTo>
                  <a:pt x="4572256" y="1973941"/>
                </a:lnTo>
                <a:close/>
                <a:moveTo>
                  <a:pt x="7640151" y="1881940"/>
                </a:moveTo>
                <a:lnTo>
                  <a:pt x="7609494" y="1912597"/>
                </a:lnTo>
                <a:lnTo>
                  <a:pt x="7609494" y="1930109"/>
                </a:lnTo>
                <a:lnTo>
                  <a:pt x="7640151" y="1899452"/>
                </a:lnTo>
                <a:close/>
                <a:moveTo>
                  <a:pt x="1199130" y="1873209"/>
                </a:moveTo>
                <a:lnTo>
                  <a:pt x="1191247" y="1892918"/>
                </a:lnTo>
                <a:cubicBezTo>
                  <a:pt x="1183036" y="1901130"/>
                  <a:pt x="1171540" y="1906056"/>
                  <a:pt x="1158402" y="1906056"/>
                </a:cubicBezTo>
                <a:lnTo>
                  <a:pt x="1131812" y="1895422"/>
                </a:lnTo>
                <a:lnTo>
                  <a:pt x="871538" y="2155636"/>
                </a:lnTo>
                <a:lnTo>
                  <a:pt x="952555" y="2155636"/>
                </a:lnTo>
                <a:lnTo>
                  <a:pt x="1061944" y="2044512"/>
                </a:lnTo>
                <a:lnTo>
                  <a:pt x="1053284" y="2024306"/>
                </a:lnTo>
                <a:lnTo>
                  <a:pt x="1051095" y="2024306"/>
                </a:lnTo>
                <a:cubicBezTo>
                  <a:pt x="1051095" y="2006786"/>
                  <a:pt x="1068615" y="1991459"/>
                  <a:pt x="1086131" y="1991459"/>
                </a:cubicBezTo>
                <a:cubicBezTo>
                  <a:pt x="1094892" y="1991459"/>
                  <a:pt x="1103102" y="1995291"/>
                  <a:pt x="1109124" y="2001312"/>
                </a:cubicBezTo>
                <a:lnTo>
                  <a:pt x="1117102" y="2019926"/>
                </a:lnTo>
                <a:lnTo>
                  <a:pt x="1752641" y="2019926"/>
                </a:lnTo>
                <a:lnTo>
                  <a:pt x="1702009" y="1969560"/>
                </a:lnTo>
                <a:lnTo>
                  <a:pt x="1598550" y="1969560"/>
                </a:lnTo>
                <a:lnTo>
                  <a:pt x="1519713" y="1890726"/>
                </a:lnTo>
                <a:lnTo>
                  <a:pt x="1504383" y="1897297"/>
                </a:lnTo>
                <a:cubicBezTo>
                  <a:pt x="1495624" y="1897297"/>
                  <a:pt x="1487413" y="1893464"/>
                  <a:pt x="1481390" y="1887443"/>
                </a:cubicBezTo>
                <a:lnTo>
                  <a:pt x="1475289" y="1873209"/>
                </a:lnTo>
                <a:close/>
                <a:moveTo>
                  <a:pt x="10708695" y="1873160"/>
                </a:moveTo>
                <a:lnTo>
                  <a:pt x="10702598" y="1887387"/>
                </a:lnTo>
                <a:cubicBezTo>
                  <a:pt x="10696575" y="1893410"/>
                  <a:pt x="10688364" y="1897241"/>
                  <a:pt x="10679605" y="1897241"/>
                </a:cubicBezTo>
                <a:lnTo>
                  <a:pt x="10664281" y="1890674"/>
                </a:lnTo>
                <a:lnTo>
                  <a:pt x="10585443" y="1969511"/>
                </a:lnTo>
                <a:lnTo>
                  <a:pt x="10481994" y="1969511"/>
                </a:lnTo>
                <a:lnTo>
                  <a:pt x="10431360" y="2019877"/>
                </a:lnTo>
                <a:lnTo>
                  <a:pt x="11066887" y="2019877"/>
                </a:lnTo>
                <a:lnTo>
                  <a:pt x="11074866" y="2001258"/>
                </a:lnTo>
                <a:cubicBezTo>
                  <a:pt x="11080888" y="1995236"/>
                  <a:pt x="11089100" y="1991403"/>
                  <a:pt x="11097859" y="1991403"/>
                </a:cubicBezTo>
                <a:cubicBezTo>
                  <a:pt x="11115377" y="1991403"/>
                  <a:pt x="11132896" y="2006732"/>
                  <a:pt x="11132896" y="2024251"/>
                </a:cubicBezTo>
                <a:lnTo>
                  <a:pt x="11130706" y="2024251"/>
                </a:lnTo>
                <a:lnTo>
                  <a:pt x="11122045" y="2044460"/>
                </a:lnTo>
                <a:lnTo>
                  <a:pt x="11231437" y="2155633"/>
                </a:lnTo>
                <a:lnTo>
                  <a:pt x="11312457" y="2155633"/>
                </a:lnTo>
                <a:lnTo>
                  <a:pt x="11052182" y="1895374"/>
                </a:lnTo>
                <a:lnTo>
                  <a:pt x="11025593" y="1906009"/>
                </a:lnTo>
                <a:cubicBezTo>
                  <a:pt x="11012455" y="1906009"/>
                  <a:pt x="11000958" y="1901081"/>
                  <a:pt x="10992747" y="1892870"/>
                </a:cubicBezTo>
                <a:lnTo>
                  <a:pt x="10984862" y="1873160"/>
                </a:lnTo>
                <a:close/>
                <a:moveTo>
                  <a:pt x="1535351" y="1868830"/>
                </a:moveTo>
                <a:lnTo>
                  <a:pt x="1531317" y="1878243"/>
                </a:lnTo>
                <a:lnTo>
                  <a:pt x="1605119" y="1952042"/>
                </a:lnTo>
                <a:lnTo>
                  <a:pt x="1684398" y="1952042"/>
                </a:lnTo>
                <a:lnTo>
                  <a:pt x="1600745" y="1868830"/>
                </a:lnTo>
                <a:close/>
                <a:moveTo>
                  <a:pt x="10583254" y="1868788"/>
                </a:moveTo>
                <a:lnTo>
                  <a:pt x="10499607" y="1951992"/>
                </a:lnTo>
                <a:lnTo>
                  <a:pt x="10578874" y="1951992"/>
                </a:lnTo>
                <a:lnTo>
                  <a:pt x="10652671" y="1878194"/>
                </a:lnTo>
                <a:lnTo>
                  <a:pt x="10648640" y="1868788"/>
                </a:lnTo>
                <a:close/>
                <a:moveTo>
                  <a:pt x="5054012" y="1820655"/>
                </a:moveTo>
                <a:lnTo>
                  <a:pt x="5054012" y="2349696"/>
                </a:lnTo>
                <a:lnTo>
                  <a:pt x="5078097" y="2359329"/>
                </a:lnTo>
                <a:cubicBezTo>
                  <a:pt x="5086311" y="2367540"/>
                  <a:pt x="5091234" y="2379031"/>
                  <a:pt x="5091234" y="2392140"/>
                </a:cubicBezTo>
                <a:lnTo>
                  <a:pt x="5083792" y="2409694"/>
                </a:lnTo>
                <a:lnTo>
                  <a:pt x="5177523" y="2409694"/>
                </a:lnTo>
                <a:lnTo>
                  <a:pt x="5185402" y="2389941"/>
                </a:lnTo>
                <a:cubicBezTo>
                  <a:pt x="5193609" y="2381735"/>
                  <a:pt x="5205098" y="2376848"/>
                  <a:pt x="5218233" y="2376848"/>
                </a:cubicBezTo>
                <a:cubicBezTo>
                  <a:pt x="5231377" y="2376848"/>
                  <a:pt x="5242880" y="2381735"/>
                  <a:pt x="5251098" y="2389941"/>
                </a:cubicBezTo>
                <a:lnTo>
                  <a:pt x="5257668" y="2406368"/>
                </a:lnTo>
                <a:lnTo>
                  <a:pt x="5257668" y="2057151"/>
                </a:lnTo>
                <a:cubicBezTo>
                  <a:pt x="5231377" y="2057151"/>
                  <a:pt x="5211666" y="2035254"/>
                  <a:pt x="5211666" y="2011167"/>
                </a:cubicBezTo>
                <a:cubicBezTo>
                  <a:pt x="5211666" y="2004598"/>
                  <a:pt x="5213037" y="1998438"/>
                  <a:pt x="5215461" y="1992895"/>
                </a:cubicBezTo>
                <a:lnTo>
                  <a:pt x="5219888" y="1986546"/>
                </a:lnTo>
                <a:close/>
                <a:moveTo>
                  <a:pt x="3492731" y="1820653"/>
                </a:moveTo>
                <a:lnTo>
                  <a:pt x="3682960" y="2010895"/>
                </a:lnTo>
                <a:lnTo>
                  <a:pt x="3768653" y="1925765"/>
                </a:lnTo>
                <a:lnTo>
                  <a:pt x="3812437" y="1925765"/>
                </a:lnTo>
                <a:lnTo>
                  <a:pt x="3727029" y="1840362"/>
                </a:lnTo>
                <a:lnTo>
                  <a:pt x="3727029" y="1840363"/>
                </a:lnTo>
                <a:cubicBezTo>
                  <a:pt x="3713892" y="1853501"/>
                  <a:pt x="3691991" y="1853501"/>
                  <a:pt x="3678854" y="1840363"/>
                </a:cubicBezTo>
                <a:lnTo>
                  <a:pt x="3670790" y="1820653"/>
                </a:lnTo>
                <a:close/>
                <a:moveTo>
                  <a:pt x="3155703" y="1820653"/>
                </a:moveTo>
                <a:lnTo>
                  <a:pt x="3493805" y="2157822"/>
                </a:lnTo>
                <a:lnTo>
                  <a:pt x="3535013" y="2157822"/>
                </a:lnTo>
                <a:lnTo>
                  <a:pt x="3671779" y="2022006"/>
                </a:lnTo>
                <a:lnTo>
                  <a:pt x="3469735" y="1820653"/>
                </a:lnTo>
                <a:close/>
                <a:moveTo>
                  <a:pt x="3732403" y="1805326"/>
                </a:moveTo>
                <a:lnTo>
                  <a:pt x="3736882" y="1816274"/>
                </a:lnTo>
                <a:lnTo>
                  <a:pt x="3734022" y="1823267"/>
                </a:lnTo>
                <a:lnTo>
                  <a:pt x="3836523" y="1925765"/>
                </a:lnTo>
                <a:lnTo>
                  <a:pt x="3915358" y="1925765"/>
                </a:lnTo>
                <a:lnTo>
                  <a:pt x="3794922" y="1805326"/>
                </a:lnTo>
                <a:close/>
                <a:moveTo>
                  <a:pt x="6451086" y="1798751"/>
                </a:moveTo>
                <a:lnTo>
                  <a:pt x="6451086" y="1842552"/>
                </a:lnTo>
                <a:lnTo>
                  <a:pt x="6453275" y="1844780"/>
                </a:lnTo>
                <a:lnTo>
                  <a:pt x="6453275" y="1800946"/>
                </a:lnTo>
                <a:close/>
                <a:moveTo>
                  <a:pt x="8712064" y="1759301"/>
                </a:moveTo>
                <a:lnTo>
                  <a:pt x="8481111" y="1991059"/>
                </a:lnTo>
                <a:lnTo>
                  <a:pt x="8586949" y="2096183"/>
                </a:lnTo>
                <a:lnTo>
                  <a:pt x="8688429" y="2096028"/>
                </a:lnTo>
                <a:lnTo>
                  <a:pt x="9024318" y="1759301"/>
                </a:lnTo>
                <a:close/>
                <a:moveTo>
                  <a:pt x="8512292" y="1759301"/>
                </a:moveTo>
                <a:lnTo>
                  <a:pt x="8505125" y="1776819"/>
                </a:lnTo>
                <a:cubicBezTo>
                  <a:pt x="8498555" y="1783389"/>
                  <a:pt x="8489796" y="1786673"/>
                  <a:pt x="8481037" y="1786673"/>
                </a:cubicBezTo>
                <a:lnTo>
                  <a:pt x="8456950" y="1776819"/>
                </a:lnTo>
                <a:lnTo>
                  <a:pt x="8308047" y="1925723"/>
                </a:lnTo>
                <a:lnTo>
                  <a:pt x="8415344" y="1925723"/>
                </a:lnTo>
                <a:lnTo>
                  <a:pt x="8470124" y="1980146"/>
                </a:lnTo>
                <a:lnTo>
                  <a:pt x="8690196" y="1759301"/>
                </a:lnTo>
                <a:close/>
                <a:moveTo>
                  <a:pt x="8386875" y="1741793"/>
                </a:moveTo>
                <a:lnTo>
                  <a:pt x="8204560" y="1925723"/>
                </a:lnTo>
                <a:lnTo>
                  <a:pt x="8283959" y="1925723"/>
                </a:lnTo>
                <a:lnTo>
                  <a:pt x="8449957" y="1759725"/>
                </a:lnTo>
                <a:lnTo>
                  <a:pt x="8447095" y="1752731"/>
                </a:lnTo>
                <a:lnTo>
                  <a:pt x="8451570" y="1741793"/>
                </a:lnTo>
                <a:close/>
                <a:moveTo>
                  <a:pt x="4291951" y="1693645"/>
                </a:moveTo>
                <a:lnTo>
                  <a:pt x="4291951" y="1927955"/>
                </a:lnTo>
                <a:lnTo>
                  <a:pt x="4296330" y="1938904"/>
                </a:lnTo>
                <a:cubicBezTo>
                  <a:pt x="4296330" y="1945473"/>
                  <a:pt x="4294964" y="1951633"/>
                  <a:pt x="4292531" y="1957175"/>
                </a:cubicBezTo>
                <a:lnTo>
                  <a:pt x="4291951" y="1958008"/>
                </a:lnTo>
                <a:lnTo>
                  <a:pt x="4291951" y="2015547"/>
                </a:lnTo>
                <a:lnTo>
                  <a:pt x="4526832" y="2250365"/>
                </a:lnTo>
                <a:lnTo>
                  <a:pt x="4541597" y="2244326"/>
                </a:lnTo>
                <a:cubicBezTo>
                  <a:pt x="4550363" y="2244326"/>
                  <a:pt x="4559119" y="2247647"/>
                  <a:pt x="4565685" y="2254208"/>
                </a:cubicBezTo>
                <a:lnTo>
                  <a:pt x="4572256" y="2270236"/>
                </a:lnTo>
                <a:lnTo>
                  <a:pt x="4572256" y="2037446"/>
                </a:lnTo>
                <a:lnTo>
                  <a:pt x="4508751" y="1973941"/>
                </a:lnTo>
                <a:lnTo>
                  <a:pt x="4508751" y="1910435"/>
                </a:lnTo>
                <a:close/>
                <a:moveTo>
                  <a:pt x="7891980" y="1630110"/>
                </a:moveTo>
                <a:lnTo>
                  <a:pt x="7675188" y="1846903"/>
                </a:lnTo>
                <a:lnTo>
                  <a:pt x="7675188" y="1912590"/>
                </a:lnTo>
                <a:lnTo>
                  <a:pt x="7609494" y="1977453"/>
                </a:lnTo>
                <a:lnTo>
                  <a:pt x="7609494" y="2206727"/>
                </a:lnTo>
                <a:lnTo>
                  <a:pt x="7616063" y="2190669"/>
                </a:lnTo>
                <a:cubicBezTo>
                  <a:pt x="7622632" y="2184099"/>
                  <a:pt x="7631392" y="2180810"/>
                  <a:pt x="7640151" y="2180810"/>
                </a:cubicBezTo>
                <a:lnTo>
                  <a:pt x="7656621" y="2187547"/>
                </a:lnTo>
                <a:lnTo>
                  <a:pt x="7890992" y="1955176"/>
                </a:lnTo>
                <a:lnTo>
                  <a:pt x="7887600" y="1938860"/>
                </a:lnTo>
                <a:lnTo>
                  <a:pt x="7891980" y="1927909"/>
                </a:lnTo>
                <a:close/>
                <a:moveTo>
                  <a:pt x="3081054" y="1584154"/>
                </a:moveTo>
                <a:lnTo>
                  <a:pt x="3081054" y="1746201"/>
                </a:lnTo>
                <a:lnTo>
                  <a:pt x="3140333" y="1805325"/>
                </a:lnTo>
                <a:lnTo>
                  <a:pt x="3302224" y="1805325"/>
                </a:lnTo>
                <a:close/>
                <a:moveTo>
                  <a:pt x="5290514" y="1547363"/>
                </a:moveTo>
                <a:lnTo>
                  <a:pt x="5290514" y="1940636"/>
                </a:lnTo>
                <a:lnTo>
                  <a:pt x="5311042" y="1948757"/>
                </a:lnTo>
                <a:cubicBezTo>
                  <a:pt x="5317339" y="1954779"/>
                  <a:pt x="5321171" y="1962991"/>
                  <a:pt x="5321171" y="1971751"/>
                </a:cubicBezTo>
                <a:cubicBezTo>
                  <a:pt x="5321171" y="1980510"/>
                  <a:pt x="5317339" y="1988721"/>
                  <a:pt x="5311042" y="1994743"/>
                </a:cubicBezTo>
                <a:lnTo>
                  <a:pt x="5298884" y="1999552"/>
                </a:lnTo>
                <a:lnTo>
                  <a:pt x="5303646" y="2011167"/>
                </a:lnTo>
                <a:cubicBezTo>
                  <a:pt x="5303646" y="2024306"/>
                  <a:pt x="5298724" y="2035801"/>
                  <a:pt x="5290514" y="2044013"/>
                </a:cubicBezTo>
                <a:lnTo>
                  <a:pt x="5281753" y="2047517"/>
                </a:lnTo>
                <a:lnTo>
                  <a:pt x="5281753" y="2877685"/>
                </a:lnTo>
                <a:lnTo>
                  <a:pt x="5290514" y="2873896"/>
                </a:lnTo>
                <a:lnTo>
                  <a:pt x="5302771" y="2879190"/>
                </a:lnTo>
                <a:lnTo>
                  <a:pt x="5443800" y="2738120"/>
                </a:lnTo>
                <a:lnTo>
                  <a:pt x="5443800" y="1726492"/>
                </a:lnTo>
                <a:cubicBezTo>
                  <a:pt x="5426281" y="1726492"/>
                  <a:pt x="5410953" y="1708973"/>
                  <a:pt x="5410953" y="1691455"/>
                </a:cubicBezTo>
                <a:lnTo>
                  <a:pt x="5418158" y="1674644"/>
                </a:lnTo>
                <a:close/>
                <a:moveTo>
                  <a:pt x="6621892" y="1527220"/>
                </a:moveTo>
                <a:lnTo>
                  <a:pt x="6621892" y="1704567"/>
                </a:lnTo>
                <a:lnTo>
                  <a:pt x="6710564" y="1615894"/>
                </a:lnTo>
                <a:close/>
                <a:moveTo>
                  <a:pt x="9100754" y="1522809"/>
                </a:moveTo>
                <a:lnTo>
                  <a:pt x="8881780" y="1741783"/>
                </a:lnTo>
                <a:lnTo>
                  <a:pt x="9041790" y="1741783"/>
                </a:lnTo>
                <a:lnTo>
                  <a:pt x="9100754" y="1682667"/>
                </a:lnTo>
                <a:close/>
                <a:moveTo>
                  <a:pt x="10417613" y="1522797"/>
                </a:moveTo>
                <a:lnTo>
                  <a:pt x="10414013" y="1531569"/>
                </a:lnTo>
                <a:lnTo>
                  <a:pt x="10616101" y="1531569"/>
                </a:lnTo>
                <a:lnTo>
                  <a:pt x="10624873" y="1522797"/>
                </a:lnTo>
                <a:close/>
                <a:moveTo>
                  <a:pt x="6589044" y="1494373"/>
                </a:moveTo>
                <a:lnTo>
                  <a:pt x="6589044" y="1733998"/>
                </a:lnTo>
                <a:lnTo>
                  <a:pt x="6591435" y="1735024"/>
                </a:lnTo>
                <a:lnTo>
                  <a:pt x="6597803" y="1728654"/>
                </a:lnTo>
                <a:lnTo>
                  <a:pt x="6597803" y="1503131"/>
                </a:lnTo>
                <a:close/>
                <a:moveTo>
                  <a:pt x="5116774" y="1374123"/>
                </a:moveTo>
                <a:lnTo>
                  <a:pt x="5054012" y="1374694"/>
                </a:lnTo>
                <a:lnTo>
                  <a:pt x="5054012" y="1550708"/>
                </a:lnTo>
                <a:lnTo>
                  <a:pt x="5060581" y="1548022"/>
                </a:lnTo>
                <a:cubicBezTo>
                  <a:pt x="5069339" y="1548022"/>
                  <a:pt x="5078097" y="1551306"/>
                  <a:pt x="5084671" y="1557877"/>
                </a:cubicBezTo>
                <a:cubicBezTo>
                  <a:pt x="5097809" y="1571015"/>
                  <a:pt x="5097809" y="1592913"/>
                  <a:pt x="5084671" y="1606052"/>
                </a:cubicBezTo>
                <a:cubicBezTo>
                  <a:pt x="5078097" y="1612622"/>
                  <a:pt x="5069339" y="1615905"/>
                  <a:pt x="5060581" y="1615905"/>
                </a:cubicBezTo>
                <a:lnTo>
                  <a:pt x="5054012" y="1613219"/>
                </a:lnTo>
                <a:lnTo>
                  <a:pt x="5054012" y="1658233"/>
                </a:lnTo>
                <a:lnTo>
                  <a:pt x="5069340" y="1655050"/>
                </a:lnTo>
                <a:cubicBezTo>
                  <a:pt x="5085765" y="1654775"/>
                  <a:pt x="5102184" y="1660798"/>
                  <a:pt x="5115324" y="1673937"/>
                </a:cubicBezTo>
                <a:cubicBezTo>
                  <a:pt x="5141597" y="1700214"/>
                  <a:pt x="5141597" y="1739631"/>
                  <a:pt x="5115324" y="1765909"/>
                </a:cubicBezTo>
                <a:cubicBezTo>
                  <a:pt x="5102184" y="1779048"/>
                  <a:pt x="5085765" y="1785618"/>
                  <a:pt x="5069340" y="1785618"/>
                </a:cubicBezTo>
                <a:lnTo>
                  <a:pt x="5054012" y="1782500"/>
                </a:lnTo>
                <a:lnTo>
                  <a:pt x="5054012" y="1787329"/>
                </a:lnTo>
                <a:lnTo>
                  <a:pt x="5239090" y="1972799"/>
                </a:lnTo>
                <a:lnTo>
                  <a:pt x="5255770" y="1965959"/>
                </a:lnTo>
                <a:lnTo>
                  <a:pt x="5263140" y="1948757"/>
                </a:lnTo>
                <a:lnTo>
                  <a:pt x="5275187" y="1943596"/>
                </a:lnTo>
                <a:lnTo>
                  <a:pt x="5275187" y="1532079"/>
                </a:lnTo>
                <a:close/>
                <a:moveTo>
                  <a:pt x="6153272" y="1362985"/>
                </a:moveTo>
                <a:lnTo>
                  <a:pt x="6153272" y="1436351"/>
                </a:lnTo>
                <a:lnTo>
                  <a:pt x="6326267" y="1608794"/>
                </a:lnTo>
                <a:lnTo>
                  <a:pt x="6326267" y="1535979"/>
                </a:lnTo>
                <a:close/>
                <a:moveTo>
                  <a:pt x="6105096" y="1314810"/>
                </a:moveTo>
                <a:lnTo>
                  <a:pt x="6105096" y="1388329"/>
                </a:lnTo>
                <a:lnTo>
                  <a:pt x="6107286" y="1390515"/>
                </a:lnTo>
                <a:lnTo>
                  <a:pt x="6107286" y="1341089"/>
                </a:lnTo>
                <a:lnTo>
                  <a:pt x="6119362" y="1329079"/>
                </a:lnTo>
                <a:close/>
                <a:moveTo>
                  <a:pt x="5967143" y="1313258"/>
                </a:moveTo>
                <a:lnTo>
                  <a:pt x="5967143" y="1415543"/>
                </a:lnTo>
                <a:lnTo>
                  <a:pt x="5989038" y="1424300"/>
                </a:lnTo>
                <a:cubicBezTo>
                  <a:pt x="5997250" y="1432512"/>
                  <a:pt x="6002178" y="1444011"/>
                  <a:pt x="6002178" y="1457146"/>
                </a:cubicBezTo>
                <a:cubicBezTo>
                  <a:pt x="6002178" y="1470286"/>
                  <a:pt x="5997250" y="1481784"/>
                  <a:pt x="5989038" y="1489996"/>
                </a:cubicBezTo>
                <a:lnTo>
                  <a:pt x="5967143" y="1498754"/>
                </a:lnTo>
                <a:lnTo>
                  <a:pt x="5967143" y="2000219"/>
                </a:lnTo>
                <a:lnTo>
                  <a:pt x="5967143" y="2308961"/>
                </a:lnTo>
                <a:lnTo>
                  <a:pt x="6072250" y="2203846"/>
                </a:lnTo>
                <a:lnTo>
                  <a:pt x="6072250" y="1418707"/>
                </a:lnTo>
                <a:close/>
                <a:moveTo>
                  <a:pt x="5054012" y="1311539"/>
                </a:moveTo>
                <a:lnTo>
                  <a:pt x="5054012" y="1352041"/>
                </a:lnTo>
                <a:lnTo>
                  <a:pt x="5094624" y="1352041"/>
                </a:lnTo>
                <a:close/>
                <a:moveTo>
                  <a:pt x="3081054" y="1289528"/>
                </a:moveTo>
                <a:lnTo>
                  <a:pt x="3081054" y="1551308"/>
                </a:lnTo>
                <a:lnTo>
                  <a:pt x="3310986" y="1781238"/>
                </a:lnTo>
                <a:lnTo>
                  <a:pt x="3430185" y="1781238"/>
                </a:lnTo>
                <a:lnTo>
                  <a:pt x="3155505" y="1507511"/>
                </a:lnTo>
                <a:lnTo>
                  <a:pt x="3155505" y="1364328"/>
                </a:lnTo>
                <a:close/>
                <a:moveTo>
                  <a:pt x="9100754" y="1228371"/>
                </a:moveTo>
                <a:lnTo>
                  <a:pt x="9026300" y="1302477"/>
                </a:lnTo>
                <a:lnTo>
                  <a:pt x="9026300" y="1443971"/>
                </a:lnTo>
                <a:lnTo>
                  <a:pt x="8751334" y="1719893"/>
                </a:lnTo>
                <a:lnTo>
                  <a:pt x="8870823" y="1719893"/>
                </a:lnTo>
                <a:lnTo>
                  <a:pt x="9100754" y="1489963"/>
                </a:lnTo>
                <a:close/>
                <a:moveTo>
                  <a:pt x="4607292" y="1225027"/>
                </a:moveTo>
                <a:lnTo>
                  <a:pt x="5029930" y="1647658"/>
                </a:lnTo>
                <a:lnTo>
                  <a:pt x="5029930" y="1589994"/>
                </a:lnTo>
                <a:lnTo>
                  <a:pt x="5026646" y="1581964"/>
                </a:lnTo>
                <a:lnTo>
                  <a:pt x="5029930" y="1573933"/>
                </a:lnTo>
                <a:lnTo>
                  <a:pt x="5029930" y="1562256"/>
                </a:lnTo>
                <a:lnTo>
                  <a:pt x="4692688" y="1225027"/>
                </a:lnTo>
                <a:close/>
                <a:moveTo>
                  <a:pt x="6304370" y="1209701"/>
                </a:moveTo>
                <a:lnTo>
                  <a:pt x="6176265" y="1337804"/>
                </a:lnTo>
                <a:lnTo>
                  <a:pt x="6361304" y="1522840"/>
                </a:lnTo>
                <a:lnTo>
                  <a:pt x="6361304" y="1643720"/>
                </a:lnTo>
                <a:lnTo>
                  <a:pt x="6433567" y="1715752"/>
                </a:lnTo>
                <a:lnTo>
                  <a:pt x="6433567" y="1338898"/>
                </a:lnTo>
                <a:close/>
                <a:moveTo>
                  <a:pt x="6696217" y="1196438"/>
                </a:moveTo>
                <a:lnTo>
                  <a:pt x="6684935" y="1201406"/>
                </a:lnTo>
                <a:lnTo>
                  <a:pt x="6621892" y="1264447"/>
                </a:lnTo>
                <a:lnTo>
                  <a:pt x="6621892" y="1496564"/>
                </a:lnTo>
                <a:lnTo>
                  <a:pt x="6725893" y="1600566"/>
                </a:lnTo>
                <a:lnTo>
                  <a:pt x="6913119" y="1413338"/>
                </a:lnTo>
                <a:close/>
                <a:moveTo>
                  <a:pt x="4489048" y="1176852"/>
                </a:moveTo>
                <a:lnTo>
                  <a:pt x="4521885" y="1209699"/>
                </a:lnTo>
                <a:lnTo>
                  <a:pt x="4526264" y="1209699"/>
                </a:lnTo>
                <a:lnTo>
                  <a:pt x="4493424" y="1176852"/>
                </a:lnTo>
                <a:close/>
                <a:moveTo>
                  <a:pt x="4444805" y="1176852"/>
                </a:moveTo>
                <a:lnTo>
                  <a:pt x="5007978" y="1741191"/>
                </a:lnTo>
                <a:lnTo>
                  <a:pt x="5003651" y="1719922"/>
                </a:lnTo>
                <a:cubicBezTo>
                  <a:pt x="5003651" y="1711711"/>
                  <a:pt x="5005295" y="1703499"/>
                  <a:pt x="5008582" y="1695699"/>
                </a:cubicBezTo>
                <a:lnTo>
                  <a:pt x="5010074" y="1693497"/>
                </a:lnTo>
                <a:lnTo>
                  <a:pt x="4541597" y="1225027"/>
                </a:lnTo>
                <a:lnTo>
                  <a:pt x="4515318" y="1225027"/>
                </a:lnTo>
                <a:lnTo>
                  <a:pt x="4466937" y="1176852"/>
                </a:lnTo>
                <a:close/>
                <a:moveTo>
                  <a:pt x="4068634" y="1176852"/>
                </a:moveTo>
                <a:lnTo>
                  <a:pt x="4933573" y="2041826"/>
                </a:lnTo>
                <a:lnTo>
                  <a:pt x="4933573" y="2368089"/>
                </a:lnTo>
                <a:lnTo>
                  <a:pt x="4975189" y="2409694"/>
                </a:lnTo>
                <a:lnTo>
                  <a:pt x="5006279" y="2409694"/>
                </a:lnTo>
                <a:lnTo>
                  <a:pt x="4999274" y="2392140"/>
                </a:lnTo>
                <a:cubicBezTo>
                  <a:pt x="4999274" y="2379031"/>
                  <a:pt x="5004749" y="2367540"/>
                  <a:pt x="5013235" y="2359329"/>
                </a:cubicBezTo>
                <a:lnTo>
                  <a:pt x="5029930" y="2352477"/>
                </a:lnTo>
                <a:lnTo>
                  <a:pt x="5029930" y="1796567"/>
                </a:lnTo>
                <a:lnTo>
                  <a:pt x="4410194" y="1176852"/>
                </a:lnTo>
                <a:lnTo>
                  <a:pt x="4362031" y="1176852"/>
                </a:lnTo>
                <a:lnTo>
                  <a:pt x="4626957" y="1441779"/>
                </a:lnTo>
                <a:lnTo>
                  <a:pt x="4644243" y="1435247"/>
                </a:lnTo>
                <a:cubicBezTo>
                  <a:pt x="4656561" y="1435247"/>
                  <a:pt x="4668605" y="1439626"/>
                  <a:pt x="4677360" y="1448386"/>
                </a:cubicBezTo>
                <a:cubicBezTo>
                  <a:pt x="4697069" y="1468094"/>
                  <a:pt x="4697069" y="1498751"/>
                  <a:pt x="4677360" y="1516270"/>
                </a:cubicBezTo>
                <a:cubicBezTo>
                  <a:pt x="4657659" y="1533788"/>
                  <a:pt x="4629187" y="1535979"/>
                  <a:pt x="4609484" y="1516270"/>
                </a:cubicBezTo>
                <a:cubicBezTo>
                  <a:pt x="4599627" y="1506415"/>
                  <a:pt x="4594698" y="1494371"/>
                  <a:pt x="4594698" y="1482328"/>
                </a:cubicBezTo>
                <a:lnTo>
                  <a:pt x="4602791" y="1463754"/>
                </a:lnTo>
                <a:lnTo>
                  <a:pt x="4314361" y="1176852"/>
                </a:lnTo>
                <a:close/>
                <a:moveTo>
                  <a:pt x="4000751" y="1176852"/>
                </a:moveTo>
                <a:lnTo>
                  <a:pt x="4541597" y="1717734"/>
                </a:lnTo>
                <a:lnTo>
                  <a:pt x="4541597" y="1910435"/>
                </a:lnTo>
                <a:lnTo>
                  <a:pt x="4596340" y="1965181"/>
                </a:lnTo>
                <a:lnTo>
                  <a:pt x="4596111" y="2015318"/>
                </a:lnTo>
                <a:lnTo>
                  <a:pt x="4677298" y="2096448"/>
                </a:lnTo>
                <a:lnTo>
                  <a:pt x="4693782" y="2093532"/>
                </a:lnTo>
                <a:cubicBezTo>
                  <a:pt x="4705826" y="2093777"/>
                  <a:pt x="4717872" y="2098747"/>
                  <a:pt x="4727727" y="2107507"/>
                </a:cubicBezTo>
                <a:cubicBezTo>
                  <a:pt x="4745243" y="2127213"/>
                  <a:pt x="4745243" y="2157822"/>
                  <a:pt x="4727727" y="2175340"/>
                </a:cubicBezTo>
                <a:cubicBezTo>
                  <a:pt x="4708018" y="2192861"/>
                  <a:pt x="4677360" y="2195086"/>
                  <a:pt x="4659847" y="2175340"/>
                </a:cubicBezTo>
                <a:cubicBezTo>
                  <a:pt x="4651084" y="2165484"/>
                  <a:pt x="4646706" y="2152932"/>
                  <a:pt x="4646706" y="2140576"/>
                </a:cubicBezTo>
                <a:lnTo>
                  <a:pt x="4654869" y="2120009"/>
                </a:lnTo>
                <a:lnTo>
                  <a:pt x="4595901" y="2061094"/>
                </a:lnTo>
                <a:lnTo>
                  <a:pt x="4594301" y="2409694"/>
                </a:lnTo>
                <a:lnTo>
                  <a:pt x="4909479" y="2409694"/>
                </a:lnTo>
                <a:lnTo>
                  <a:pt x="4887580" y="2387791"/>
                </a:lnTo>
                <a:lnTo>
                  <a:pt x="4887580" y="2059344"/>
                </a:lnTo>
                <a:lnTo>
                  <a:pt x="4005130" y="1176852"/>
                </a:lnTo>
                <a:close/>
                <a:moveTo>
                  <a:pt x="3805870" y="1176852"/>
                </a:moveTo>
                <a:lnTo>
                  <a:pt x="3876470" y="1247459"/>
                </a:lnTo>
                <a:lnTo>
                  <a:pt x="3898929" y="1238167"/>
                </a:lnTo>
                <a:cubicBezTo>
                  <a:pt x="3910426" y="1238167"/>
                  <a:pt x="3921924" y="1242545"/>
                  <a:pt x="3930674" y="1251303"/>
                </a:cubicBezTo>
                <a:cubicBezTo>
                  <a:pt x="3939434" y="1261159"/>
                  <a:pt x="3943814" y="1273202"/>
                  <a:pt x="3943814" y="1284975"/>
                </a:cubicBezTo>
                <a:lnTo>
                  <a:pt x="3935771" y="1304575"/>
                </a:lnTo>
                <a:lnTo>
                  <a:pt x="4508751" y="1877588"/>
                </a:lnTo>
                <a:lnTo>
                  <a:pt x="4508751" y="1733062"/>
                </a:lnTo>
                <a:lnTo>
                  <a:pt x="3952573" y="1176852"/>
                </a:lnTo>
                <a:close/>
                <a:moveTo>
                  <a:pt x="7491245" y="1163676"/>
                </a:moveTo>
                <a:lnTo>
                  <a:pt x="7150673" y="1502221"/>
                </a:lnTo>
                <a:lnTo>
                  <a:pt x="7154498" y="1511572"/>
                </a:lnTo>
                <a:lnTo>
                  <a:pt x="7191507" y="1548825"/>
                </a:lnTo>
                <a:lnTo>
                  <a:pt x="7576655" y="1163676"/>
                </a:lnTo>
                <a:close/>
                <a:moveTo>
                  <a:pt x="8229686" y="1115507"/>
                </a:moveTo>
                <a:lnTo>
                  <a:pt x="7675188" y="1671711"/>
                </a:lnTo>
                <a:lnTo>
                  <a:pt x="7675188" y="1816246"/>
                </a:lnTo>
                <a:lnTo>
                  <a:pt x="7891980" y="1599453"/>
                </a:lnTo>
                <a:lnTo>
                  <a:pt x="7891980" y="1599446"/>
                </a:lnTo>
                <a:lnTo>
                  <a:pt x="8246648" y="1244779"/>
                </a:lnTo>
                <a:lnTo>
                  <a:pt x="8237969" y="1223626"/>
                </a:lnTo>
                <a:cubicBezTo>
                  <a:pt x="8237969" y="1211856"/>
                  <a:pt x="8242349" y="1199811"/>
                  <a:pt x="8251108" y="1189957"/>
                </a:cubicBezTo>
                <a:cubicBezTo>
                  <a:pt x="8259867" y="1181198"/>
                  <a:pt x="8271363" y="1176818"/>
                  <a:pt x="8283135" y="1176818"/>
                </a:cubicBezTo>
                <a:lnTo>
                  <a:pt x="8305774" y="1185652"/>
                </a:lnTo>
                <a:lnTo>
                  <a:pt x="8375919" y="1115507"/>
                </a:lnTo>
                <a:close/>
                <a:moveTo>
                  <a:pt x="8176653" y="1115507"/>
                </a:moveTo>
                <a:lnTo>
                  <a:pt x="7294162" y="1998000"/>
                </a:lnTo>
                <a:lnTo>
                  <a:pt x="7294162" y="2084745"/>
                </a:lnTo>
                <a:lnTo>
                  <a:pt x="7296352" y="2085620"/>
                </a:lnTo>
                <a:cubicBezTo>
                  <a:pt x="7304564" y="2093777"/>
                  <a:pt x="7309491" y="2105268"/>
                  <a:pt x="7309491" y="2118444"/>
                </a:cubicBezTo>
                <a:cubicBezTo>
                  <a:pt x="7309491" y="2131593"/>
                  <a:pt x="7304564" y="2143068"/>
                  <a:pt x="7296352" y="2151270"/>
                </a:cubicBezTo>
                <a:lnTo>
                  <a:pt x="7294162" y="2152154"/>
                </a:lnTo>
                <a:lnTo>
                  <a:pt x="7294162" y="2326447"/>
                </a:lnTo>
                <a:lnTo>
                  <a:pt x="7210964" y="2409645"/>
                </a:lnTo>
                <a:lnTo>
                  <a:pt x="7559130" y="2409645"/>
                </a:lnTo>
                <a:lnTo>
                  <a:pt x="7587597" y="2381178"/>
                </a:lnTo>
                <a:lnTo>
                  <a:pt x="7587597" y="1999073"/>
                </a:lnTo>
                <a:lnTo>
                  <a:pt x="7526969" y="2058934"/>
                </a:lnTo>
                <a:lnTo>
                  <a:pt x="7535042" y="2079283"/>
                </a:lnTo>
                <a:cubicBezTo>
                  <a:pt x="7535041" y="2091574"/>
                  <a:pt x="7530662" y="2104168"/>
                  <a:pt x="7521902" y="2114019"/>
                </a:cubicBezTo>
                <a:cubicBezTo>
                  <a:pt x="7502193" y="2131547"/>
                  <a:pt x="7473727" y="2131547"/>
                  <a:pt x="7454019" y="2114019"/>
                </a:cubicBezTo>
                <a:cubicBezTo>
                  <a:pt x="7434310" y="2096502"/>
                  <a:pt x="7434310" y="2065870"/>
                  <a:pt x="7454019" y="2046162"/>
                </a:cubicBezTo>
                <a:cubicBezTo>
                  <a:pt x="7462778" y="2037403"/>
                  <a:pt x="7474822" y="2032476"/>
                  <a:pt x="7487139" y="2032202"/>
                </a:cubicBezTo>
                <a:lnTo>
                  <a:pt x="7504401" y="2035202"/>
                </a:lnTo>
                <a:lnTo>
                  <a:pt x="7587597" y="1952007"/>
                </a:lnTo>
                <a:lnTo>
                  <a:pt x="7587597" y="1903838"/>
                </a:lnTo>
                <a:lnTo>
                  <a:pt x="7640151" y="1851283"/>
                </a:lnTo>
                <a:lnTo>
                  <a:pt x="7640151" y="1656382"/>
                </a:lnTo>
                <a:lnTo>
                  <a:pt x="8182691" y="1115507"/>
                </a:lnTo>
                <a:close/>
                <a:moveTo>
                  <a:pt x="7716997" y="1115507"/>
                </a:moveTo>
                <a:lnTo>
                  <a:pt x="7668620" y="1163676"/>
                </a:lnTo>
                <a:lnTo>
                  <a:pt x="7640347" y="1163676"/>
                </a:lnTo>
                <a:lnTo>
                  <a:pt x="7224059" y="1581590"/>
                </a:lnTo>
                <a:lnTo>
                  <a:pt x="7276643" y="1634521"/>
                </a:lnTo>
                <a:lnTo>
                  <a:pt x="7276643" y="1949824"/>
                </a:lnTo>
                <a:lnTo>
                  <a:pt x="8110960" y="1115507"/>
                </a:lnTo>
                <a:lnTo>
                  <a:pt x="7867884" y="1115507"/>
                </a:lnTo>
                <a:lnTo>
                  <a:pt x="7581767" y="1401624"/>
                </a:lnTo>
                <a:lnTo>
                  <a:pt x="7589239" y="1418783"/>
                </a:lnTo>
                <a:cubicBezTo>
                  <a:pt x="7589239" y="1430827"/>
                  <a:pt x="7584312" y="1442870"/>
                  <a:pt x="7574458" y="1452725"/>
                </a:cubicBezTo>
                <a:cubicBezTo>
                  <a:pt x="7556939" y="1470243"/>
                  <a:pt x="7526281" y="1470243"/>
                  <a:pt x="7506573" y="1452725"/>
                </a:cubicBezTo>
                <a:cubicBezTo>
                  <a:pt x="7489054" y="1435206"/>
                  <a:pt x="7489054" y="1404549"/>
                  <a:pt x="7506573" y="1384841"/>
                </a:cubicBezTo>
                <a:cubicBezTo>
                  <a:pt x="7516427" y="1376080"/>
                  <a:pt x="7528471" y="1371701"/>
                  <a:pt x="7540515" y="1371701"/>
                </a:cubicBezTo>
                <a:lnTo>
                  <a:pt x="7557096" y="1378120"/>
                </a:lnTo>
                <a:lnTo>
                  <a:pt x="7819708" y="1115507"/>
                </a:lnTo>
                <a:close/>
                <a:moveTo>
                  <a:pt x="7688328" y="1115507"/>
                </a:moveTo>
                <a:lnTo>
                  <a:pt x="7657797" y="1146158"/>
                </a:lnTo>
                <a:lnTo>
                  <a:pt x="7662050" y="1146158"/>
                </a:lnTo>
                <a:lnTo>
                  <a:pt x="7692701" y="1115507"/>
                </a:lnTo>
                <a:close/>
                <a:moveTo>
                  <a:pt x="6205087" y="1110423"/>
                </a:moveTo>
                <a:lnTo>
                  <a:pt x="6105096" y="1209701"/>
                </a:lnTo>
                <a:lnTo>
                  <a:pt x="6105096" y="1266638"/>
                </a:lnTo>
                <a:lnTo>
                  <a:pt x="6143513" y="1305053"/>
                </a:lnTo>
                <a:lnTo>
                  <a:pt x="6271955" y="1177291"/>
                </a:lnTo>
                <a:close/>
                <a:moveTo>
                  <a:pt x="5167876" y="1089263"/>
                </a:moveTo>
                <a:lnTo>
                  <a:pt x="5054012" y="1203131"/>
                </a:lnTo>
                <a:lnTo>
                  <a:pt x="5054012" y="1288535"/>
                </a:lnTo>
                <a:lnTo>
                  <a:pt x="5117513" y="1352041"/>
                </a:lnTo>
                <a:lnTo>
                  <a:pt x="5145978" y="1352041"/>
                </a:lnTo>
                <a:lnTo>
                  <a:pt x="5167876" y="1373938"/>
                </a:lnTo>
                <a:close/>
                <a:moveTo>
                  <a:pt x="3972277" y="1080498"/>
                </a:moveTo>
                <a:lnTo>
                  <a:pt x="4022647" y="1130865"/>
                </a:lnTo>
                <a:lnTo>
                  <a:pt x="4268133" y="1130865"/>
                </a:lnTo>
                <a:lnTo>
                  <a:pt x="4217498" y="1080498"/>
                </a:lnTo>
                <a:close/>
                <a:moveTo>
                  <a:pt x="3904401" y="1080498"/>
                </a:moveTo>
                <a:lnTo>
                  <a:pt x="3954762" y="1130865"/>
                </a:lnTo>
                <a:lnTo>
                  <a:pt x="3959143" y="1130865"/>
                </a:lnTo>
                <a:lnTo>
                  <a:pt x="3924113" y="1095829"/>
                </a:lnTo>
                <a:lnTo>
                  <a:pt x="3924169" y="1080498"/>
                </a:lnTo>
                <a:close/>
                <a:moveTo>
                  <a:pt x="8257677" y="1016958"/>
                </a:moveTo>
                <a:lnTo>
                  <a:pt x="8257677" y="1034483"/>
                </a:lnTo>
                <a:lnTo>
                  <a:pt x="8222639" y="1069521"/>
                </a:lnTo>
                <a:lnTo>
                  <a:pt x="8228818" y="1069521"/>
                </a:lnTo>
                <a:lnTo>
                  <a:pt x="8281543" y="1016958"/>
                </a:lnTo>
                <a:close/>
                <a:moveTo>
                  <a:pt x="7966433" y="1016958"/>
                </a:moveTo>
                <a:lnTo>
                  <a:pt x="7913871" y="1069521"/>
                </a:lnTo>
                <a:lnTo>
                  <a:pt x="8156946" y="1069521"/>
                </a:lnTo>
                <a:lnTo>
                  <a:pt x="8209508" y="1016958"/>
                </a:lnTo>
                <a:close/>
                <a:moveTo>
                  <a:pt x="6921894" y="964466"/>
                </a:moveTo>
                <a:lnTo>
                  <a:pt x="6710993" y="1175345"/>
                </a:lnTo>
                <a:lnTo>
                  <a:pt x="6707656" y="1183787"/>
                </a:lnTo>
                <a:lnTo>
                  <a:pt x="6925164" y="1401293"/>
                </a:lnTo>
                <a:lnTo>
                  <a:pt x="6968805" y="1357652"/>
                </a:lnTo>
                <a:lnTo>
                  <a:pt x="6954587" y="1343341"/>
                </a:lnTo>
                <a:lnTo>
                  <a:pt x="6932843" y="1352041"/>
                </a:lnTo>
                <a:cubicBezTo>
                  <a:pt x="6906566" y="1352041"/>
                  <a:pt x="6886858" y="1332330"/>
                  <a:pt x="6886858" y="1306051"/>
                </a:cubicBezTo>
                <a:cubicBezTo>
                  <a:pt x="6886858" y="1292913"/>
                  <a:pt x="6891784" y="1281418"/>
                  <a:pt x="6899996" y="1273208"/>
                </a:cubicBezTo>
                <a:lnTo>
                  <a:pt x="6921894" y="1264447"/>
                </a:lnTo>
                <a:close/>
                <a:moveTo>
                  <a:pt x="4241584" y="952485"/>
                </a:moveTo>
                <a:lnTo>
                  <a:pt x="4241584" y="973224"/>
                </a:lnTo>
                <a:lnTo>
                  <a:pt x="4398914" y="1130865"/>
                </a:lnTo>
                <a:lnTo>
                  <a:pt x="4420745" y="1130865"/>
                </a:lnTo>
                <a:close/>
                <a:moveTo>
                  <a:pt x="6672256" y="918474"/>
                </a:moveTo>
                <a:lnTo>
                  <a:pt x="6451086" y="1139632"/>
                </a:lnTo>
                <a:lnTo>
                  <a:pt x="6451086" y="1308600"/>
                </a:lnTo>
                <a:lnTo>
                  <a:pt x="6589044" y="1446198"/>
                </a:lnTo>
                <a:lnTo>
                  <a:pt x="6589044" y="1463716"/>
                </a:lnTo>
                <a:lnTo>
                  <a:pt x="6597803" y="1472474"/>
                </a:lnTo>
                <a:lnTo>
                  <a:pt x="6597803" y="1255690"/>
                </a:lnTo>
                <a:lnTo>
                  <a:pt x="6660740" y="1192753"/>
                </a:lnTo>
                <a:lnTo>
                  <a:pt x="6658024" y="1191359"/>
                </a:lnTo>
                <a:cubicBezTo>
                  <a:pt x="6652001" y="1185065"/>
                  <a:pt x="6648170" y="1176852"/>
                  <a:pt x="6648170" y="1168095"/>
                </a:cubicBezTo>
                <a:cubicBezTo>
                  <a:pt x="6648170" y="1159336"/>
                  <a:pt x="6651454" y="1151120"/>
                  <a:pt x="6657202" y="1145099"/>
                </a:cubicBezTo>
                <a:lnTo>
                  <a:pt x="6672256" y="1138869"/>
                </a:lnTo>
                <a:close/>
                <a:moveTo>
                  <a:pt x="4690499" y="907206"/>
                </a:moveTo>
                <a:lnTo>
                  <a:pt x="4690499" y="925044"/>
                </a:lnTo>
                <a:lnTo>
                  <a:pt x="4903709" y="1138240"/>
                </a:lnTo>
                <a:lnTo>
                  <a:pt x="4909400" y="1124491"/>
                </a:lnTo>
                <a:lnTo>
                  <a:pt x="4909208" y="1124294"/>
                </a:lnTo>
                <a:lnTo>
                  <a:pt x="4907289" y="1124294"/>
                </a:lnTo>
                <a:lnTo>
                  <a:pt x="4908663" y="1123763"/>
                </a:lnTo>
                <a:close/>
                <a:moveTo>
                  <a:pt x="5375914" y="881251"/>
                </a:moveTo>
                <a:lnTo>
                  <a:pt x="5189778" y="1067366"/>
                </a:lnTo>
                <a:lnTo>
                  <a:pt x="5189778" y="1391455"/>
                </a:lnTo>
                <a:lnTo>
                  <a:pt x="5275187" y="1476856"/>
                </a:lnTo>
                <a:lnTo>
                  <a:pt x="5275187" y="1087073"/>
                </a:lnTo>
                <a:lnTo>
                  <a:pt x="5375914" y="985677"/>
                </a:lnTo>
                <a:close/>
                <a:moveTo>
                  <a:pt x="4418961" y="865906"/>
                </a:moveTo>
                <a:lnTo>
                  <a:pt x="4905100" y="1352041"/>
                </a:lnTo>
                <a:lnTo>
                  <a:pt x="5029930" y="1352041"/>
                </a:lnTo>
                <a:lnTo>
                  <a:pt x="5029930" y="1287519"/>
                </a:lnTo>
                <a:lnTo>
                  <a:pt x="4942555" y="1200397"/>
                </a:lnTo>
                <a:lnTo>
                  <a:pt x="4941243" y="1200940"/>
                </a:lnTo>
                <a:cubicBezTo>
                  <a:pt x="4929739" y="1200940"/>
                  <a:pt x="4918245" y="1196561"/>
                  <a:pt x="4909479" y="1187800"/>
                </a:cubicBezTo>
                <a:cubicBezTo>
                  <a:pt x="4900718" y="1179041"/>
                  <a:pt x="4896340" y="1167545"/>
                  <a:pt x="4896340" y="1156047"/>
                </a:cubicBezTo>
                <a:lnTo>
                  <a:pt x="4896843" y="1154828"/>
                </a:lnTo>
                <a:lnTo>
                  <a:pt x="4672982" y="931613"/>
                </a:lnTo>
                <a:lnTo>
                  <a:pt x="4672982" y="889815"/>
                </a:lnTo>
                <a:lnTo>
                  <a:pt x="4648895" y="865906"/>
                </a:lnTo>
                <a:close/>
                <a:moveTo>
                  <a:pt x="4371114" y="865906"/>
                </a:moveTo>
                <a:lnTo>
                  <a:pt x="4541023" y="1034153"/>
                </a:lnTo>
                <a:lnTo>
                  <a:pt x="4548166" y="1031229"/>
                </a:lnTo>
                <a:lnTo>
                  <a:pt x="4555561" y="1034251"/>
                </a:lnTo>
                <a:lnTo>
                  <a:pt x="4387742" y="865906"/>
                </a:lnTo>
                <a:close/>
                <a:moveTo>
                  <a:pt x="4241584" y="865906"/>
                </a:moveTo>
                <a:lnTo>
                  <a:pt x="4241584" y="929406"/>
                </a:lnTo>
                <a:lnTo>
                  <a:pt x="4443057" y="1130865"/>
                </a:lnTo>
                <a:lnTo>
                  <a:pt x="4513129" y="1130865"/>
                </a:lnTo>
                <a:lnTo>
                  <a:pt x="4591961" y="1209699"/>
                </a:lnTo>
                <a:lnTo>
                  <a:pt x="4699258" y="1209699"/>
                </a:lnTo>
                <a:lnTo>
                  <a:pt x="5029930" y="1540358"/>
                </a:lnTo>
                <a:lnTo>
                  <a:pt x="5029930" y="1374911"/>
                </a:lnTo>
                <a:lnTo>
                  <a:pt x="4896340" y="1376128"/>
                </a:lnTo>
                <a:lnTo>
                  <a:pt x="4579140" y="1057906"/>
                </a:lnTo>
                <a:lnTo>
                  <a:pt x="4582110" y="1065171"/>
                </a:lnTo>
                <a:cubicBezTo>
                  <a:pt x="4582110" y="1073930"/>
                  <a:pt x="4578826" y="1082688"/>
                  <a:pt x="4572256" y="1089258"/>
                </a:cubicBezTo>
                <a:cubicBezTo>
                  <a:pt x="4559117" y="1102396"/>
                  <a:pt x="4537221" y="1102396"/>
                  <a:pt x="4524078" y="1089258"/>
                </a:cubicBezTo>
                <a:cubicBezTo>
                  <a:pt x="4517504" y="1082688"/>
                  <a:pt x="4514223" y="1073930"/>
                  <a:pt x="4514223" y="1065171"/>
                </a:cubicBezTo>
                <a:lnTo>
                  <a:pt x="4523517" y="1042445"/>
                </a:lnTo>
                <a:lnTo>
                  <a:pt x="4348721" y="865906"/>
                </a:lnTo>
                <a:close/>
                <a:moveTo>
                  <a:pt x="4178134" y="865906"/>
                </a:moveTo>
                <a:lnTo>
                  <a:pt x="4217498" y="905318"/>
                </a:lnTo>
                <a:lnTo>
                  <a:pt x="4217498" y="865906"/>
                </a:lnTo>
                <a:close/>
                <a:moveTo>
                  <a:pt x="3970092" y="865906"/>
                </a:moveTo>
                <a:lnTo>
                  <a:pt x="3970092" y="1045463"/>
                </a:lnTo>
                <a:lnTo>
                  <a:pt x="4230639" y="1045463"/>
                </a:lnTo>
                <a:lnTo>
                  <a:pt x="4316042" y="1130865"/>
                </a:lnTo>
                <a:lnTo>
                  <a:pt x="4364205" y="1130865"/>
                </a:lnTo>
                <a:lnTo>
                  <a:pt x="4217498" y="984172"/>
                </a:lnTo>
                <a:lnTo>
                  <a:pt x="4217498" y="928500"/>
                </a:lnTo>
                <a:lnTo>
                  <a:pt x="4154678" y="865906"/>
                </a:lnTo>
                <a:close/>
                <a:moveTo>
                  <a:pt x="3829955" y="865906"/>
                </a:moveTo>
                <a:lnTo>
                  <a:pt x="3829955" y="1006050"/>
                </a:lnTo>
                <a:lnTo>
                  <a:pt x="3869366" y="1045463"/>
                </a:lnTo>
                <a:lnTo>
                  <a:pt x="3924296" y="1045463"/>
                </a:lnTo>
                <a:lnTo>
                  <a:pt x="3924969" y="865906"/>
                </a:lnTo>
                <a:close/>
                <a:moveTo>
                  <a:pt x="3332884" y="865906"/>
                </a:moveTo>
                <a:lnTo>
                  <a:pt x="3512441" y="1045463"/>
                </a:lnTo>
                <a:lnTo>
                  <a:pt x="3821193" y="1045463"/>
                </a:lnTo>
                <a:lnTo>
                  <a:pt x="3797108" y="1021378"/>
                </a:lnTo>
                <a:lnTo>
                  <a:pt x="3797108" y="865906"/>
                </a:lnTo>
                <a:close/>
                <a:moveTo>
                  <a:pt x="3275385" y="865906"/>
                </a:moveTo>
                <a:lnTo>
                  <a:pt x="3540908" y="1130865"/>
                </a:lnTo>
                <a:lnTo>
                  <a:pt x="3764012" y="1130865"/>
                </a:lnTo>
                <a:lnTo>
                  <a:pt x="3777398" y="1125389"/>
                </a:lnTo>
                <a:lnTo>
                  <a:pt x="3790786" y="1130865"/>
                </a:lnTo>
                <a:lnTo>
                  <a:pt x="3906590" y="1130865"/>
                </a:lnTo>
                <a:lnTo>
                  <a:pt x="3856229" y="1080498"/>
                </a:lnTo>
                <a:lnTo>
                  <a:pt x="3499301" y="1080498"/>
                </a:lnTo>
                <a:lnTo>
                  <a:pt x="3284707" y="865906"/>
                </a:lnTo>
                <a:close/>
                <a:moveTo>
                  <a:pt x="8899284" y="802364"/>
                </a:moveTo>
                <a:lnTo>
                  <a:pt x="8684690" y="1016958"/>
                </a:lnTo>
                <a:lnTo>
                  <a:pt x="8327933" y="1016958"/>
                </a:lnTo>
                <a:lnTo>
                  <a:pt x="8275531" y="1069521"/>
                </a:lnTo>
                <a:lnTo>
                  <a:pt x="8390988" y="1069521"/>
                </a:lnTo>
                <a:lnTo>
                  <a:pt x="8404395" y="1064037"/>
                </a:lnTo>
                <a:lnTo>
                  <a:pt x="8417801" y="1069521"/>
                </a:lnTo>
                <a:lnTo>
                  <a:pt x="8640894" y="1069521"/>
                </a:lnTo>
                <a:lnTo>
                  <a:pt x="8908619" y="802364"/>
                </a:lnTo>
                <a:close/>
                <a:moveTo>
                  <a:pt x="8386875" y="802364"/>
                </a:moveTo>
                <a:lnTo>
                  <a:pt x="8386875" y="957833"/>
                </a:lnTo>
                <a:lnTo>
                  <a:pt x="8360679" y="984111"/>
                </a:lnTo>
                <a:lnTo>
                  <a:pt x="8671551" y="984111"/>
                </a:lnTo>
                <a:lnTo>
                  <a:pt x="8853298" y="802364"/>
                </a:lnTo>
                <a:close/>
                <a:moveTo>
                  <a:pt x="8257677" y="802364"/>
                </a:moveTo>
                <a:lnTo>
                  <a:pt x="8257677" y="984111"/>
                </a:lnTo>
                <a:lnTo>
                  <a:pt x="8314492" y="984111"/>
                </a:lnTo>
                <a:lnTo>
                  <a:pt x="8354029" y="944694"/>
                </a:lnTo>
                <a:lnTo>
                  <a:pt x="8353314" y="802364"/>
                </a:lnTo>
                <a:close/>
                <a:moveTo>
                  <a:pt x="8031496" y="802364"/>
                </a:moveTo>
                <a:lnTo>
                  <a:pt x="7763183" y="1069521"/>
                </a:lnTo>
                <a:lnTo>
                  <a:pt x="7865695" y="1069521"/>
                </a:lnTo>
                <a:lnTo>
                  <a:pt x="7951105" y="984111"/>
                </a:lnTo>
                <a:lnTo>
                  <a:pt x="8211691" y="984111"/>
                </a:lnTo>
                <a:lnTo>
                  <a:pt x="8211691" y="802364"/>
                </a:lnTo>
                <a:close/>
                <a:moveTo>
                  <a:pt x="7837073" y="802364"/>
                </a:moveTo>
                <a:lnTo>
                  <a:pt x="7658496" y="979172"/>
                </a:lnTo>
                <a:lnTo>
                  <a:pt x="7659860" y="979730"/>
                </a:lnTo>
                <a:cubicBezTo>
                  <a:pt x="7672999" y="992867"/>
                  <a:pt x="7672999" y="1014766"/>
                  <a:pt x="7659860" y="1027905"/>
                </a:cubicBezTo>
                <a:cubicBezTo>
                  <a:pt x="7646721" y="1041044"/>
                  <a:pt x="7624823" y="1041044"/>
                  <a:pt x="7611684" y="1027905"/>
                </a:cubicBezTo>
                <a:cubicBezTo>
                  <a:pt x="7605115" y="1021335"/>
                  <a:pt x="7601830" y="1012576"/>
                  <a:pt x="7601831" y="1003817"/>
                </a:cubicBezTo>
                <a:lnTo>
                  <a:pt x="7605614" y="994569"/>
                </a:lnTo>
                <a:lnTo>
                  <a:pt x="7287592" y="1312590"/>
                </a:lnTo>
                <a:lnTo>
                  <a:pt x="7044524" y="1312590"/>
                </a:lnTo>
                <a:lnTo>
                  <a:pt x="7000623" y="1356685"/>
                </a:lnTo>
                <a:lnTo>
                  <a:pt x="7130471" y="1487387"/>
                </a:lnTo>
                <a:lnTo>
                  <a:pt x="7139566" y="1491107"/>
                </a:lnTo>
                <a:lnTo>
                  <a:pt x="7482485" y="1146158"/>
                </a:lnTo>
                <a:lnTo>
                  <a:pt x="7594173" y="1146158"/>
                </a:lnTo>
                <a:lnTo>
                  <a:pt x="7670809" y="1069521"/>
                </a:lnTo>
                <a:lnTo>
                  <a:pt x="7738687" y="1069521"/>
                </a:lnTo>
                <a:lnTo>
                  <a:pt x="8005844" y="802364"/>
                </a:lnTo>
                <a:close/>
                <a:moveTo>
                  <a:pt x="7797820" y="802364"/>
                </a:moveTo>
                <a:lnTo>
                  <a:pt x="7626525" y="973658"/>
                </a:lnTo>
                <a:lnTo>
                  <a:pt x="7635772" y="969875"/>
                </a:lnTo>
                <a:lnTo>
                  <a:pt x="7642613" y="972673"/>
                </a:lnTo>
                <a:lnTo>
                  <a:pt x="7811268" y="802364"/>
                </a:lnTo>
                <a:close/>
                <a:moveTo>
                  <a:pt x="5853275" y="758622"/>
                </a:moveTo>
                <a:lnTo>
                  <a:pt x="5853275" y="1014825"/>
                </a:lnTo>
                <a:lnTo>
                  <a:pt x="6072250" y="1233788"/>
                </a:lnTo>
                <a:lnTo>
                  <a:pt x="6072250" y="1196565"/>
                </a:lnTo>
                <a:lnTo>
                  <a:pt x="6181349" y="1086687"/>
                </a:lnTo>
                <a:close/>
                <a:moveTo>
                  <a:pt x="6859268" y="731463"/>
                </a:moveTo>
                <a:lnTo>
                  <a:pt x="6812194" y="778535"/>
                </a:lnTo>
                <a:lnTo>
                  <a:pt x="6813978" y="781166"/>
                </a:lnTo>
                <a:cubicBezTo>
                  <a:pt x="6817195" y="788866"/>
                  <a:pt x="6818973" y="797488"/>
                  <a:pt x="6818973" y="806794"/>
                </a:cubicBezTo>
                <a:cubicBezTo>
                  <a:pt x="6818973" y="844021"/>
                  <a:pt x="6790506" y="872488"/>
                  <a:pt x="6755469" y="872488"/>
                </a:cubicBezTo>
                <a:lnTo>
                  <a:pt x="6729601" y="861131"/>
                </a:lnTo>
                <a:lnTo>
                  <a:pt x="6689775" y="900956"/>
                </a:lnTo>
                <a:lnTo>
                  <a:pt x="6689775" y="1138690"/>
                </a:lnTo>
                <a:lnTo>
                  <a:pt x="6704009" y="1144279"/>
                </a:lnTo>
                <a:lnTo>
                  <a:pt x="6705532" y="1147961"/>
                </a:lnTo>
                <a:lnTo>
                  <a:pt x="6921894" y="931618"/>
                </a:lnTo>
                <a:lnTo>
                  <a:pt x="6921894" y="798889"/>
                </a:lnTo>
                <a:lnTo>
                  <a:pt x="6892332" y="811121"/>
                </a:lnTo>
                <a:cubicBezTo>
                  <a:pt x="6880836" y="811121"/>
                  <a:pt x="6869339" y="806742"/>
                  <a:pt x="6860580" y="797982"/>
                </a:cubicBezTo>
                <a:cubicBezTo>
                  <a:pt x="6843061" y="780464"/>
                  <a:pt x="6843061" y="751997"/>
                  <a:pt x="6860580" y="734478"/>
                </a:cubicBezTo>
                <a:lnTo>
                  <a:pt x="6863493" y="733272"/>
                </a:lnTo>
                <a:close/>
                <a:moveTo>
                  <a:pt x="4241584" y="719287"/>
                </a:moveTo>
                <a:lnTo>
                  <a:pt x="4241584" y="833053"/>
                </a:lnTo>
                <a:lnTo>
                  <a:pt x="4337940" y="833053"/>
                </a:lnTo>
                <a:lnTo>
                  <a:pt x="4346786" y="841817"/>
                </a:lnTo>
                <a:lnTo>
                  <a:pt x="4363731" y="841817"/>
                </a:lnTo>
                <a:close/>
                <a:moveTo>
                  <a:pt x="5811673" y="717017"/>
                </a:moveTo>
                <a:lnTo>
                  <a:pt x="5811673" y="1095829"/>
                </a:lnTo>
                <a:lnTo>
                  <a:pt x="5970765" y="1254424"/>
                </a:lnTo>
                <a:lnTo>
                  <a:pt x="5981376" y="1258972"/>
                </a:lnTo>
                <a:lnTo>
                  <a:pt x="5985887" y="1269496"/>
                </a:lnTo>
                <a:lnTo>
                  <a:pt x="6072250" y="1355589"/>
                </a:lnTo>
                <a:lnTo>
                  <a:pt x="6072250" y="1281963"/>
                </a:lnTo>
                <a:lnTo>
                  <a:pt x="5818240" y="1027964"/>
                </a:lnTo>
                <a:lnTo>
                  <a:pt x="5818240" y="723586"/>
                </a:lnTo>
                <a:close/>
                <a:moveTo>
                  <a:pt x="4241584" y="579036"/>
                </a:moveTo>
                <a:lnTo>
                  <a:pt x="4241584" y="688533"/>
                </a:lnTo>
                <a:lnTo>
                  <a:pt x="4394876" y="841817"/>
                </a:lnTo>
                <a:lnTo>
                  <a:pt x="4657659" y="841817"/>
                </a:lnTo>
                <a:lnTo>
                  <a:pt x="4672982" y="857145"/>
                </a:lnTo>
                <a:lnTo>
                  <a:pt x="4672982" y="697286"/>
                </a:lnTo>
                <a:lnTo>
                  <a:pt x="4554736" y="579036"/>
                </a:lnTo>
                <a:close/>
                <a:moveTo>
                  <a:pt x="2772896" y="579035"/>
                </a:moveTo>
                <a:lnTo>
                  <a:pt x="3037260" y="841817"/>
                </a:lnTo>
                <a:lnTo>
                  <a:pt x="3126989" y="841817"/>
                </a:lnTo>
                <a:lnTo>
                  <a:pt x="2887645" y="604404"/>
                </a:lnTo>
                <a:lnTo>
                  <a:pt x="2877398" y="608595"/>
                </a:lnTo>
                <a:cubicBezTo>
                  <a:pt x="2868637" y="608595"/>
                  <a:pt x="2859880" y="605310"/>
                  <a:pt x="2853311" y="598741"/>
                </a:cubicBezTo>
                <a:lnTo>
                  <a:pt x="2845251" y="579035"/>
                </a:lnTo>
                <a:close/>
                <a:moveTo>
                  <a:pt x="2713163" y="579035"/>
                </a:moveTo>
                <a:lnTo>
                  <a:pt x="3149498" y="1015369"/>
                </a:lnTo>
                <a:lnTo>
                  <a:pt x="3164261" y="1009330"/>
                </a:lnTo>
                <a:cubicBezTo>
                  <a:pt x="3173023" y="1009330"/>
                  <a:pt x="3181780" y="1012615"/>
                  <a:pt x="3188351" y="1019185"/>
                </a:cubicBezTo>
                <a:cubicBezTo>
                  <a:pt x="3201489" y="1032323"/>
                  <a:pt x="3201489" y="1054219"/>
                  <a:pt x="3188351" y="1067358"/>
                </a:cubicBezTo>
                <a:lnTo>
                  <a:pt x="3173024" y="1073630"/>
                </a:lnTo>
                <a:lnTo>
                  <a:pt x="3173024" y="1358604"/>
                </a:lnTo>
                <a:lnTo>
                  <a:pt x="3341638" y="1527218"/>
                </a:lnTo>
                <a:lnTo>
                  <a:pt x="3707321" y="1527218"/>
                </a:lnTo>
                <a:lnTo>
                  <a:pt x="3869647" y="1689547"/>
                </a:lnTo>
                <a:lnTo>
                  <a:pt x="3889071" y="1681601"/>
                </a:lnTo>
                <a:cubicBezTo>
                  <a:pt x="3897831" y="1681601"/>
                  <a:pt x="3906589" y="1684885"/>
                  <a:pt x="3913161" y="1691453"/>
                </a:cubicBezTo>
                <a:cubicBezTo>
                  <a:pt x="3926298" y="1704594"/>
                  <a:pt x="3926298" y="1726490"/>
                  <a:pt x="3913161" y="1739631"/>
                </a:cubicBezTo>
                <a:cubicBezTo>
                  <a:pt x="3900019" y="1752769"/>
                  <a:pt x="3878124" y="1752769"/>
                  <a:pt x="3864986" y="1739631"/>
                </a:cubicBezTo>
                <a:cubicBezTo>
                  <a:pt x="3858418" y="1733061"/>
                  <a:pt x="3855131" y="1724301"/>
                  <a:pt x="3855131" y="1715543"/>
                </a:cubicBezTo>
                <a:lnTo>
                  <a:pt x="3859986" y="1703679"/>
                </a:lnTo>
                <a:lnTo>
                  <a:pt x="3700752" y="1542548"/>
                </a:lnTo>
                <a:lnTo>
                  <a:pt x="3335068" y="1544738"/>
                </a:lnTo>
                <a:lnTo>
                  <a:pt x="3173024" y="1381929"/>
                </a:lnTo>
                <a:lnTo>
                  <a:pt x="3173024" y="1500943"/>
                </a:lnTo>
                <a:lnTo>
                  <a:pt x="3453316" y="1781238"/>
                </a:lnTo>
                <a:lnTo>
                  <a:pt x="3805872" y="1781238"/>
                </a:lnTo>
                <a:lnTo>
                  <a:pt x="3949146" y="1925765"/>
                </a:lnTo>
                <a:lnTo>
                  <a:pt x="4209664" y="1925765"/>
                </a:lnTo>
                <a:lnTo>
                  <a:pt x="4217498" y="1906056"/>
                </a:lnTo>
                <a:cubicBezTo>
                  <a:pt x="4225707" y="1897843"/>
                  <a:pt x="4237206" y="1892917"/>
                  <a:pt x="4250344" y="1892917"/>
                </a:cubicBezTo>
                <a:lnTo>
                  <a:pt x="4274436" y="1902553"/>
                </a:lnTo>
                <a:lnTo>
                  <a:pt x="4274436" y="1676126"/>
                </a:lnTo>
                <a:lnTo>
                  <a:pt x="3919839" y="1321485"/>
                </a:lnTo>
                <a:lnTo>
                  <a:pt x="3898929" y="1330137"/>
                </a:lnTo>
                <a:cubicBezTo>
                  <a:pt x="3887433" y="1330137"/>
                  <a:pt x="3875940" y="1325760"/>
                  <a:pt x="3867181" y="1316999"/>
                </a:cubicBezTo>
                <a:cubicBezTo>
                  <a:pt x="3858422" y="1308238"/>
                  <a:pt x="3854044" y="1296742"/>
                  <a:pt x="3854044" y="1285246"/>
                </a:cubicBezTo>
                <a:lnTo>
                  <a:pt x="3864616" y="1259691"/>
                </a:lnTo>
                <a:lnTo>
                  <a:pt x="3792165" y="1187234"/>
                </a:lnTo>
                <a:lnTo>
                  <a:pt x="3777398" y="1193272"/>
                </a:lnTo>
                <a:cubicBezTo>
                  <a:pt x="3768637" y="1193272"/>
                  <a:pt x="3759878" y="1189989"/>
                  <a:pt x="3753308" y="1183418"/>
                </a:cubicBezTo>
                <a:lnTo>
                  <a:pt x="3750620" y="1176852"/>
                </a:lnTo>
                <a:lnTo>
                  <a:pt x="3523395" y="1176852"/>
                </a:lnTo>
                <a:lnTo>
                  <a:pt x="3212444" y="865906"/>
                </a:lnTo>
                <a:lnTo>
                  <a:pt x="3028500" y="865906"/>
                </a:lnTo>
                <a:lnTo>
                  <a:pt x="2741632" y="579035"/>
                </a:lnTo>
                <a:close/>
                <a:moveTo>
                  <a:pt x="2537972" y="579035"/>
                </a:moveTo>
                <a:lnTo>
                  <a:pt x="3049647" y="1090701"/>
                </a:lnTo>
                <a:lnTo>
                  <a:pt x="3069008" y="1082688"/>
                </a:lnTo>
                <a:cubicBezTo>
                  <a:pt x="3080503" y="1082688"/>
                  <a:pt x="3092001" y="1087068"/>
                  <a:pt x="3100760" y="1095828"/>
                </a:cubicBezTo>
                <a:cubicBezTo>
                  <a:pt x="3118280" y="1113346"/>
                  <a:pt x="3118280" y="1141814"/>
                  <a:pt x="3100760" y="1159332"/>
                </a:cubicBezTo>
                <a:lnTo>
                  <a:pt x="3081054" y="1167486"/>
                </a:lnTo>
                <a:lnTo>
                  <a:pt x="3081054" y="1266638"/>
                </a:lnTo>
                <a:lnTo>
                  <a:pt x="3155505" y="1341086"/>
                </a:lnTo>
                <a:lnTo>
                  <a:pt x="3155505" y="1073632"/>
                </a:lnTo>
                <a:lnTo>
                  <a:pt x="3140172" y="1067358"/>
                </a:lnTo>
                <a:cubicBezTo>
                  <a:pt x="3133602" y="1060790"/>
                  <a:pt x="3130319" y="1052031"/>
                  <a:pt x="3130319" y="1043272"/>
                </a:cubicBezTo>
                <a:lnTo>
                  <a:pt x="3136994" y="1026954"/>
                </a:lnTo>
                <a:lnTo>
                  <a:pt x="2689075" y="579035"/>
                </a:lnTo>
                <a:close/>
                <a:moveTo>
                  <a:pt x="2904520" y="557977"/>
                </a:moveTo>
                <a:lnTo>
                  <a:pt x="2911341" y="574654"/>
                </a:lnTo>
                <a:lnTo>
                  <a:pt x="2902758" y="595632"/>
                </a:lnTo>
                <a:lnTo>
                  <a:pt x="3140178" y="833053"/>
                </a:lnTo>
                <a:lnTo>
                  <a:pt x="3179595" y="833053"/>
                </a:lnTo>
                <a:close/>
                <a:moveTo>
                  <a:pt x="2664602" y="530476"/>
                </a:moveTo>
                <a:lnTo>
                  <a:pt x="2695642" y="561516"/>
                </a:lnTo>
                <a:lnTo>
                  <a:pt x="2724114" y="561516"/>
                </a:lnTo>
                <a:lnTo>
                  <a:pt x="2694581" y="531984"/>
                </a:lnTo>
                <a:lnTo>
                  <a:pt x="2681413" y="537432"/>
                </a:lnTo>
                <a:close/>
                <a:moveTo>
                  <a:pt x="9407788" y="517227"/>
                </a:moveTo>
                <a:lnTo>
                  <a:pt x="9337887" y="517587"/>
                </a:lnTo>
                <a:lnTo>
                  <a:pt x="9330683" y="535196"/>
                </a:lnTo>
                <a:cubicBezTo>
                  <a:pt x="9324113" y="541766"/>
                  <a:pt x="9315354" y="545051"/>
                  <a:pt x="9306595" y="545051"/>
                </a:cubicBezTo>
                <a:lnTo>
                  <a:pt x="9296496" y="540919"/>
                </a:lnTo>
                <a:lnTo>
                  <a:pt x="9056950" y="780465"/>
                </a:lnTo>
                <a:lnTo>
                  <a:pt x="9144550" y="780465"/>
                </a:lnTo>
                <a:close/>
                <a:moveTo>
                  <a:pt x="9471613" y="516897"/>
                </a:moveTo>
                <a:lnTo>
                  <a:pt x="9440807" y="517057"/>
                </a:lnTo>
                <a:lnTo>
                  <a:pt x="9155500" y="802364"/>
                </a:lnTo>
                <a:lnTo>
                  <a:pt x="8973746" y="802364"/>
                </a:lnTo>
                <a:lnTo>
                  <a:pt x="8660603" y="1115507"/>
                </a:lnTo>
                <a:lnTo>
                  <a:pt x="8431166" y="1115507"/>
                </a:lnTo>
                <a:lnTo>
                  <a:pt x="8428483" y="1122066"/>
                </a:lnTo>
                <a:cubicBezTo>
                  <a:pt x="8421913" y="1128636"/>
                  <a:pt x="8413154" y="1131920"/>
                  <a:pt x="8404395" y="1131920"/>
                </a:cubicBezTo>
                <a:lnTo>
                  <a:pt x="8389633" y="1125881"/>
                </a:lnTo>
                <a:lnTo>
                  <a:pt x="8317176" y="1198338"/>
                </a:lnTo>
                <a:lnTo>
                  <a:pt x="8327752" y="1223899"/>
                </a:lnTo>
                <a:cubicBezTo>
                  <a:pt x="8327752" y="1235396"/>
                  <a:pt x="8323372" y="1246891"/>
                  <a:pt x="8314613" y="1255650"/>
                </a:cubicBezTo>
                <a:cubicBezTo>
                  <a:pt x="8305854" y="1264411"/>
                  <a:pt x="8294357" y="1268791"/>
                  <a:pt x="8282861" y="1268791"/>
                </a:cubicBezTo>
                <a:lnTo>
                  <a:pt x="8261952" y="1260138"/>
                </a:lnTo>
                <a:lnTo>
                  <a:pt x="7907308" y="1614783"/>
                </a:lnTo>
                <a:lnTo>
                  <a:pt x="7907308" y="1903385"/>
                </a:lnTo>
                <a:lnTo>
                  <a:pt x="7933585" y="1892873"/>
                </a:lnTo>
                <a:cubicBezTo>
                  <a:pt x="7946724" y="1892873"/>
                  <a:pt x="7958220" y="1897800"/>
                  <a:pt x="7966432" y="1906012"/>
                </a:cubicBezTo>
                <a:lnTo>
                  <a:pt x="7974317" y="1925723"/>
                </a:lnTo>
                <a:lnTo>
                  <a:pt x="8172289" y="1925723"/>
                </a:lnTo>
                <a:lnTo>
                  <a:pt x="8378117" y="1719893"/>
                </a:lnTo>
                <a:lnTo>
                  <a:pt x="8478336" y="1719893"/>
                </a:lnTo>
                <a:lnTo>
                  <a:pt x="8481037" y="1718789"/>
                </a:lnTo>
                <a:lnTo>
                  <a:pt x="8483738" y="1719893"/>
                </a:lnTo>
                <a:lnTo>
                  <a:pt x="8729466" y="1719893"/>
                </a:lnTo>
                <a:lnTo>
                  <a:pt x="9010971" y="1437401"/>
                </a:lnTo>
                <a:lnTo>
                  <a:pt x="9010971" y="1317733"/>
                </a:lnTo>
                <a:lnTo>
                  <a:pt x="8846736" y="1481197"/>
                </a:lnTo>
                <a:lnTo>
                  <a:pt x="8483228" y="1481197"/>
                </a:lnTo>
                <a:lnTo>
                  <a:pt x="8323443" y="1640982"/>
                </a:lnTo>
                <a:lnTo>
                  <a:pt x="8328846" y="1654190"/>
                </a:lnTo>
                <a:cubicBezTo>
                  <a:pt x="8328846" y="1662950"/>
                  <a:pt x="8325562" y="1671709"/>
                  <a:pt x="8318992" y="1678278"/>
                </a:cubicBezTo>
                <a:cubicBezTo>
                  <a:pt x="8305853" y="1691416"/>
                  <a:pt x="8283956" y="1691416"/>
                  <a:pt x="8270817" y="1678278"/>
                </a:cubicBezTo>
                <a:cubicBezTo>
                  <a:pt x="8257677" y="1665139"/>
                  <a:pt x="8257677" y="1643240"/>
                  <a:pt x="8270817" y="1630103"/>
                </a:cubicBezTo>
                <a:cubicBezTo>
                  <a:pt x="8277386" y="1623533"/>
                  <a:pt x="8286145" y="1620248"/>
                  <a:pt x="8294905" y="1620248"/>
                </a:cubicBezTo>
                <a:lnTo>
                  <a:pt x="8312777" y="1627560"/>
                </a:lnTo>
                <a:lnTo>
                  <a:pt x="8476657" y="1463679"/>
                </a:lnTo>
                <a:lnTo>
                  <a:pt x="8840166" y="1463679"/>
                </a:lnTo>
                <a:lnTo>
                  <a:pt x="9010971" y="1292874"/>
                </a:lnTo>
                <a:lnTo>
                  <a:pt x="9010971" y="1012275"/>
                </a:lnTo>
                <a:lnTo>
                  <a:pt x="8995644" y="1006004"/>
                </a:lnTo>
                <a:cubicBezTo>
                  <a:pt x="8982504" y="992865"/>
                  <a:pt x="8982504" y="970968"/>
                  <a:pt x="8995644" y="957829"/>
                </a:cubicBezTo>
                <a:cubicBezTo>
                  <a:pt x="9002213" y="951259"/>
                  <a:pt x="9010972" y="947974"/>
                  <a:pt x="9019731" y="947974"/>
                </a:cubicBezTo>
                <a:lnTo>
                  <a:pt x="9034497" y="954015"/>
                </a:lnTo>
                <a:close/>
                <a:moveTo>
                  <a:pt x="9645512" y="516002"/>
                </a:moveTo>
                <a:lnTo>
                  <a:pt x="9494870" y="516779"/>
                </a:lnTo>
                <a:lnTo>
                  <a:pt x="9046378" y="964085"/>
                </a:lnTo>
                <a:lnTo>
                  <a:pt x="9053672" y="981917"/>
                </a:lnTo>
                <a:cubicBezTo>
                  <a:pt x="9053672" y="990676"/>
                  <a:pt x="9050388" y="999435"/>
                  <a:pt x="9043818" y="1006004"/>
                </a:cubicBezTo>
                <a:lnTo>
                  <a:pt x="9026300" y="1013171"/>
                </a:lnTo>
                <a:lnTo>
                  <a:pt x="9026300" y="1277546"/>
                </a:lnTo>
                <a:lnTo>
                  <a:pt x="9100754" y="1203092"/>
                </a:lnTo>
                <a:lnTo>
                  <a:pt x="9100754" y="1106529"/>
                </a:lnTo>
                <a:lnTo>
                  <a:pt x="9078855" y="1097982"/>
                </a:lnTo>
                <a:cubicBezTo>
                  <a:pt x="9061336" y="1080465"/>
                  <a:pt x="9061336" y="1051997"/>
                  <a:pt x="9078855" y="1034478"/>
                </a:cubicBezTo>
                <a:cubicBezTo>
                  <a:pt x="9087615" y="1025719"/>
                  <a:pt x="9099112" y="1021339"/>
                  <a:pt x="9110608" y="1021339"/>
                </a:cubicBezTo>
                <a:lnTo>
                  <a:pt x="9131522" y="1029993"/>
                </a:lnTo>
                <a:close/>
                <a:moveTo>
                  <a:pt x="4690499" y="500207"/>
                </a:moveTo>
                <a:lnTo>
                  <a:pt x="4690499" y="691840"/>
                </a:lnTo>
                <a:lnTo>
                  <a:pt x="4791929" y="794147"/>
                </a:lnTo>
                <a:lnTo>
                  <a:pt x="4806559" y="788161"/>
                </a:lnTo>
                <a:cubicBezTo>
                  <a:pt x="4815311" y="788161"/>
                  <a:pt x="4824084" y="791445"/>
                  <a:pt x="4830643" y="798014"/>
                </a:cubicBezTo>
                <a:cubicBezTo>
                  <a:pt x="4843783" y="811153"/>
                  <a:pt x="4843783" y="833052"/>
                  <a:pt x="4830643" y="846190"/>
                </a:cubicBezTo>
                <a:cubicBezTo>
                  <a:pt x="4817500" y="859329"/>
                  <a:pt x="4795614" y="859329"/>
                  <a:pt x="4782472" y="846190"/>
                </a:cubicBezTo>
                <a:cubicBezTo>
                  <a:pt x="4775901" y="839621"/>
                  <a:pt x="4772616" y="830861"/>
                  <a:pt x="4772616" y="822102"/>
                </a:cubicBezTo>
                <a:lnTo>
                  <a:pt x="4779930" y="804233"/>
                </a:lnTo>
                <a:lnTo>
                  <a:pt x="4690499" y="714805"/>
                </a:lnTo>
                <a:lnTo>
                  <a:pt x="4690499" y="874665"/>
                </a:lnTo>
                <a:lnTo>
                  <a:pt x="4930922" y="1115075"/>
                </a:lnTo>
                <a:lnTo>
                  <a:pt x="4940969" y="1111157"/>
                </a:lnTo>
                <a:cubicBezTo>
                  <a:pt x="4952739" y="1111157"/>
                  <a:pt x="4964239" y="1115539"/>
                  <a:pt x="4973001" y="1124294"/>
                </a:cubicBezTo>
                <a:cubicBezTo>
                  <a:pt x="4990516" y="1141816"/>
                  <a:pt x="4990516" y="1170281"/>
                  <a:pt x="4973001" y="1187800"/>
                </a:cubicBezTo>
                <a:lnTo>
                  <a:pt x="4959050" y="1193573"/>
                </a:lnTo>
                <a:lnTo>
                  <a:pt x="5029930" y="1264447"/>
                </a:lnTo>
                <a:lnTo>
                  <a:pt x="5029930" y="1194374"/>
                </a:lnTo>
                <a:lnTo>
                  <a:pt x="5167876" y="1056420"/>
                </a:lnTo>
                <a:lnTo>
                  <a:pt x="5167876" y="719189"/>
                </a:lnTo>
                <a:lnTo>
                  <a:pt x="4948905" y="500207"/>
                </a:lnTo>
                <a:close/>
                <a:moveTo>
                  <a:pt x="2634331" y="500206"/>
                </a:moveTo>
                <a:lnTo>
                  <a:pt x="2643475" y="509352"/>
                </a:lnTo>
                <a:lnTo>
                  <a:pt x="2639691" y="500206"/>
                </a:lnTo>
                <a:close/>
                <a:moveTo>
                  <a:pt x="2459140" y="500206"/>
                </a:moveTo>
                <a:lnTo>
                  <a:pt x="2520452" y="561516"/>
                </a:lnTo>
                <a:lnTo>
                  <a:pt x="2671554" y="561516"/>
                </a:lnTo>
                <a:lnTo>
                  <a:pt x="2610243" y="500206"/>
                </a:lnTo>
                <a:close/>
                <a:moveTo>
                  <a:pt x="2384028" y="500206"/>
                </a:moveTo>
                <a:lnTo>
                  <a:pt x="2446002" y="561516"/>
                </a:lnTo>
                <a:lnTo>
                  <a:pt x="2487605" y="561516"/>
                </a:lnTo>
                <a:lnTo>
                  <a:pt x="2426294" y="500206"/>
                </a:lnTo>
                <a:close/>
                <a:moveTo>
                  <a:pt x="9277952" y="498157"/>
                </a:moveTo>
                <a:lnTo>
                  <a:pt x="9006600" y="769509"/>
                </a:lnTo>
                <a:lnTo>
                  <a:pt x="9043817" y="769509"/>
                </a:lnTo>
                <a:lnTo>
                  <a:pt x="9281236" y="532090"/>
                </a:lnTo>
                <a:lnTo>
                  <a:pt x="9272653" y="511109"/>
                </a:lnTo>
                <a:close/>
                <a:moveTo>
                  <a:pt x="7180292" y="491409"/>
                </a:moveTo>
                <a:lnTo>
                  <a:pt x="6943792" y="727910"/>
                </a:lnTo>
                <a:lnTo>
                  <a:pt x="6943792" y="909721"/>
                </a:lnTo>
                <a:lnTo>
                  <a:pt x="7155579" y="697933"/>
                </a:lnTo>
                <a:lnTo>
                  <a:pt x="7147445" y="677596"/>
                </a:lnTo>
                <a:cubicBezTo>
                  <a:pt x="7147445" y="664457"/>
                  <a:pt x="7152372" y="652961"/>
                  <a:pt x="7160584" y="644749"/>
                </a:cubicBezTo>
                <a:lnTo>
                  <a:pt x="7180292" y="636866"/>
                </a:lnTo>
                <a:close/>
                <a:moveTo>
                  <a:pt x="9520930" y="467581"/>
                </a:moveTo>
                <a:lnTo>
                  <a:pt x="9500393" y="476079"/>
                </a:lnTo>
                <a:lnTo>
                  <a:pt x="9487231" y="470632"/>
                </a:lnTo>
                <a:lnTo>
                  <a:pt x="9457701" y="500162"/>
                </a:lnTo>
                <a:lnTo>
                  <a:pt x="9488349" y="500162"/>
                </a:lnTo>
                <a:close/>
                <a:moveTo>
                  <a:pt x="9755506" y="438856"/>
                </a:moveTo>
                <a:lnTo>
                  <a:pt x="9694199" y="500162"/>
                </a:lnTo>
                <a:lnTo>
                  <a:pt x="9737988" y="500162"/>
                </a:lnTo>
                <a:lnTo>
                  <a:pt x="9799295" y="438856"/>
                </a:lnTo>
                <a:close/>
                <a:moveTo>
                  <a:pt x="9573000" y="438856"/>
                </a:moveTo>
                <a:lnTo>
                  <a:pt x="9511531" y="500162"/>
                </a:lnTo>
                <a:lnTo>
                  <a:pt x="9661352" y="500162"/>
                </a:lnTo>
                <a:lnTo>
                  <a:pt x="9722659" y="438856"/>
                </a:lnTo>
                <a:close/>
                <a:moveTo>
                  <a:pt x="9542112" y="438856"/>
                </a:moveTo>
                <a:lnTo>
                  <a:pt x="9536788" y="451723"/>
                </a:lnTo>
                <a:lnTo>
                  <a:pt x="9549656" y="438856"/>
                </a:lnTo>
                <a:close/>
                <a:moveTo>
                  <a:pt x="4024839" y="399470"/>
                </a:moveTo>
                <a:lnTo>
                  <a:pt x="4024839" y="712614"/>
                </a:lnTo>
                <a:lnTo>
                  <a:pt x="4145280" y="833053"/>
                </a:lnTo>
                <a:lnTo>
                  <a:pt x="4217498" y="833053"/>
                </a:lnTo>
                <a:lnTo>
                  <a:pt x="4217498" y="695122"/>
                </a:lnTo>
                <a:lnTo>
                  <a:pt x="4210979" y="688532"/>
                </a:lnTo>
                <a:lnTo>
                  <a:pt x="4210979" y="603321"/>
                </a:lnTo>
                <a:lnTo>
                  <a:pt x="4208789" y="604216"/>
                </a:lnTo>
                <a:cubicBezTo>
                  <a:pt x="4200031" y="604216"/>
                  <a:pt x="4191270" y="600932"/>
                  <a:pt x="4184702" y="594361"/>
                </a:cubicBezTo>
                <a:cubicBezTo>
                  <a:pt x="4178130" y="587792"/>
                  <a:pt x="4174846" y="579033"/>
                  <a:pt x="4174846" y="570274"/>
                </a:cubicBezTo>
                <a:lnTo>
                  <a:pt x="4180885" y="555512"/>
                </a:lnTo>
                <a:close/>
                <a:moveTo>
                  <a:pt x="2288505" y="362414"/>
                </a:moveTo>
                <a:lnTo>
                  <a:pt x="2293808" y="375380"/>
                </a:lnTo>
                <a:cubicBezTo>
                  <a:pt x="2293808" y="384139"/>
                  <a:pt x="2290523" y="392898"/>
                  <a:pt x="2283956" y="399468"/>
                </a:cubicBezTo>
                <a:lnTo>
                  <a:pt x="2282707" y="399977"/>
                </a:lnTo>
                <a:lnTo>
                  <a:pt x="2361890" y="478309"/>
                </a:lnTo>
                <a:lnTo>
                  <a:pt x="2404399" y="478309"/>
                </a:lnTo>
                <a:close/>
                <a:moveTo>
                  <a:pt x="8159137" y="335926"/>
                </a:moveTo>
                <a:lnTo>
                  <a:pt x="8002459" y="492604"/>
                </a:lnTo>
                <a:lnTo>
                  <a:pt x="8009134" y="508919"/>
                </a:lnTo>
                <a:cubicBezTo>
                  <a:pt x="8009134" y="517678"/>
                  <a:pt x="8005849" y="526438"/>
                  <a:pt x="7999280" y="533007"/>
                </a:cubicBezTo>
                <a:cubicBezTo>
                  <a:pt x="7992711" y="539576"/>
                  <a:pt x="7983952" y="542860"/>
                  <a:pt x="7975192" y="542860"/>
                </a:cubicBezTo>
                <a:lnTo>
                  <a:pt x="7973003" y="541965"/>
                </a:lnTo>
                <a:lnTo>
                  <a:pt x="7973003" y="627180"/>
                </a:lnTo>
                <a:lnTo>
                  <a:pt x="7819719" y="780465"/>
                </a:lnTo>
                <a:lnTo>
                  <a:pt x="7832954" y="780465"/>
                </a:lnTo>
                <a:lnTo>
                  <a:pt x="7843803" y="769509"/>
                </a:lnTo>
                <a:lnTo>
                  <a:pt x="8038699" y="769509"/>
                </a:lnTo>
                <a:lnTo>
                  <a:pt x="8159137" y="649071"/>
                </a:lnTo>
                <a:close/>
                <a:moveTo>
                  <a:pt x="9896993" y="297369"/>
                </a:moveTo>
                <a:lnTo>
                  <a:pt x="9779594" y="414767"/>
                </a:lnTo>
                <a:lnTo>
                  <a:pt x="9823382" y="414767"/>
                </a:lnTo>
                <a:lnTo>
                  <a:pt x="9900036" y="338113"/>
                </a:lnTo>
                <a:lnTo>
                  <a:pt x="9900033" y="338112"/>
                </a:lnTo>
                <a:cubicBezTo>
                  <a:pt x="9893465" y="331543"/>
                  <a:pt x="9890180" y="322782"/>
                  <a:pt x="9890180" y="314023"/>
                </a:cubicBezTo>
                <a:close/>
                <a:moveTo>
                  <a:pt x="3060885" y="292171"/>
                </a:moveTo>
                <a:lnTo>
                  <a:pt x="3388247" y="621043"/>
                </a:lnTo>
                <a:lnTo>
                  <a:pt x="3387628" y="619550"/>
                </a:lnTo>
                <a:lnTo>
                  <a:pt x="3393049" y="606455"/>
                </a:lnTo>
                <a:lnTo>
                  <a:pt x="3077696" y="292171"/>
                </a:lnTo>
                <a:close/>
                <a:moveTo>
                  <a:pt x="2759151" y="292171"/>
                </a:moveTo>
                <a:lnTo>
                  <a:pt x="3300033" y="833053"/>
                </a:lnTo>
                <a:lnTo>
                  <a:pt x="3797108" y="833053"/>
                </a:lnTo>
                <a:lnTo>
                  <a:pt x="3797108" y="585606"/>
                </a:lnTo>
                <a:lnTo>
                  <a:pt x="3503680" y="292171"/>
                </a:lnTo>
                <a:lnTo>
                  <a:pt x="3109518" y="292171"/>
                </a:lnTo>
                <a:lnTo>
                  <a:pt x="3403867" y="586515"/>
                </a:lnTo>
                <a:lnTo>
                  <a:pt x="3432518" y="574657"/>
                </a:lnTo>
                <a:cubicBezTo>
                  <a:pt x="3444015" y="574657"/>
                  <a:pt x="3455513" y="579037"/>
                  <a:pt x="3464271" y="587797"/>
                </a:cubicBezTo>
                <a:cubicBezTo>
                  <a:pt x="3481789" y="605316"/>
                  <a:pt x="3481789" y="633783"/>
                  <a:pt x="3464271" y="651301"/>
                </a:cubicBezTo>
                <a:lnTo>
                  <a:pt x="3459076" y="653451"/>
                </a:lnTo>
                <a:lnTo>
                  <a:pt x="3465358" y="668815"/>
                </a:lnTo>
                <a:cubicBezTo>
                  <a:pt x="3465358" y="677574"/>
                  <a:pt x="3462074" y="686333"/>
                  <a:pt x="3455506" y="692903"/>
                </a:cubicBezTo>
                <a:cubicBezTo>
                  <a:pt x="3442369" y="706042"/>
                  <a:pt x="3420472" y="706042"/>
                  <a:pt x="3407333" y="692903"/>
                </a:cubicBezTo>
                <a:cubicBezTo>
                  <a:pt x="3400766" y="686333"/>
                  <a:pt x="3397479" y="677574"/>
                  <a:pt x="3397479" y="668815"/>
                </a:cubicBezTo>
                <a:lnTo>
                  <a:pt x="3402247" y="657161"/>
                </a:lnTo>
                <a:lnTo>
                  <a:pt x="3037254" y="292171"/>
                </a:lnTo>
                <a:close/>
                <a:moveTo>
                  <a:pt x="2700429" y="292171"/>
                </a:moveTo>
                <a:lnTo>
                  <a:pt x="3242463" y="833053"/>
                </a:lnTo>
                <a:lnTo>
                  <a:pt x="3251855" y="833053"/>
                </a:lnTo>
                <a:lnTo>
                  <a:pt x="2715352" y="296550"/>
                </a:lnTo>
                <a:lnTo>
                  <a:pt x="2715352" y="292171"/>
                </a:lnTo>
                <a:close/>
                <a:moveTo>
                  <a:pt x="4241584" y="264220"/>
                </a:moveTo>
                <a:lnTo>
                  <a:pt x="4241584" y="561517"/>
                </a:lnTo>
                <a:lnTo>
                  <a:pt x="4561306" y="561517"/>
                </a:lnTo>
                <a:lnTo>
                  <a:pt x="4672982" y="674169"/>
                </a:lnTo>
                <a:lnTo>
                  <a:pt x="4672982" y="500207"/>
                </a:lnTo>
                <a:lnTo>
                  <a:pt x="4521279" y="500207"/>
                </a:lnTo>
                <a:lnTo>
                  <a:pt x="4513129" y="519913"/>
                </a:lnTo>
                <a:cubicBezTo>
                  <a:pt x="4495615" y="537432"/>
                  <a:pt x="4467148" y="537432"/>
                  <a:pt x="4449629" y="519913"/>
                </a:cubicBezTo>
                <a:cubicBezTo>
                  <a:pt x="4440868" y="511154"/>
                  <a:pt x="4436485" y="499658"/>
                  <a:pt x="4436485" y="488160"/>
                </a:cubicBezTo>
                <a:lnTo>
                  <a:pt x="4445118" y="467304"/>
                </a:lnTo>
                <a:close/>
                <a:moveTo>
                  <a:pt x="5767879" y="233791"/>
                </a:moveTo>
                <a:lnTo>
                  <a:pt x="5760213" y="251675"/>
                </a:lnTo>
                <a:lnTo>
                  <a:pt x="5739412" y="260591"/>
                </a:lnTo>
                <a:lnTo>
                  <a:pt x="5739412" y="598762"/>
                </a:lnTo>
                <a:lnTo>
                  <a:pt x="5767879" y="627156"/>
                </a:lnTo>
                <a:close/>
                <a:moveTo>
                  <a:pt x="9466452" y="230816"/>
                </a:moveTo>
                <a:lnTo>
                  <a:pt x="9466452" y="235196"/>
                </a:lnTo>
                <a:lnTo>
                  <a:pt x="8932138" y="769509"/>
                </a:lnTo>
                <a:lnTo>
                  <a:pt x="8941544" y="769509"/>
                </a:lnTo>
                <a:lnTo>
                  <a:pt x="9481383" y="230816"/>
                </a:lnTo>
                <a:close/>
                <a:moveTo>
                  <a:pt x="9103977" y="230816"/>
                </a:moveTo>
                <a:lnTo>
                  <a:pt x="8790893" y="544962"/>
                </a:lnTo>
                <a:lnTo>
                  <a:pt x="8796049" y="557419"/>
                </a:lnTo>
                <a:lnTo>
                  <a:pt x="9122652" y="230816"/>
                </a:lnTo>
                <a:close/>
                <a:moveTo>
                  <a:pt x="8680310" y="230816"/>
                </a:moveTo>
                <a:lnTo>
                  <a:pt x="8386875" y="522060"/>
                </a:lnTo>
                <a:lnTo>
                  <a:pt x="8386875" y="769509"/>
                </a:lnTo>
                <a:lnTo>
                  <a:pt x="8886152" y="769509"/>
                </a:lnTo>
                <a:lnTo>
                  <a:pt x="9424846" y="230816"/>
                </a:lnTo>
                <a:lnTo>
                  <a:pt x="9146740" y="230816"/>
                </a:lnTo>
                <a:lnTo>
                  <a:pt x="8780830" y="596726"/>
                </a:lnTo>
                <a:lnTo>
                  <a:pt x="8784325" y="605270"/>
                </a:lnTo>
                <a:cubicBezTo>
                  <a:pt x="8784325" y="614029"/>
                  <a:pt x="8781041" y="622789"/>
                  <a:pt x="8774471" y="629358"/>
                </a:cubicBezTo>
                <a:cubicBezTo>
                  <a:pt x="8761332" y="642497"/>
                  <a:pt x="8739434" y="642497"/>
                  <a:pt x="8726295" y="629358"/>
                </a:cubicBezTo>
                <a:cubicBezTo>
                  <a:pt x="8719727" y="622789"/>
                  <a:pt x="8716442" y="614029"/>
                  <a:pt x="8716442" y="605270"/>
                </a:cubicBezTo>
                <a:lnTo>
                  <a:pt x="8722278" y="591004"/>
                </a:lnTo>
                <a:lnTo>
                  <a:pt x="8719727" y="589948"/>
                </a:lnTo>
                <a:cubicBezTo>
                  <a:pt x="8702208" y="572430"/>
                  <a:pt x="8702208" y="543962"/>
                  <a:pt x="8719727" y="526443"/>
                </a:cubicBezTo>
                <a:cubicBezTo>
                  <a:pt x="8728486" y="517684"/>
                  <a:pt x="8739982" y="513304"/>
                  <a:pt x="8751480" y="513304"/>
                </a:cubicBezTo>
                <a:lnTo>
                  <a:pt x="8780054" y="525129"/>
                </a:lnTo>
                <a:lnTo>
                  <a:pt x="9073361" y="230816"/>
                </a:lnTo>
                <a:close/>
                <a:moveTo>
                  <a:pt x="7948914" y="195259"/>
                </a:moveTo>
                <a:lnTo>
                  <a:pt x="7737232" y="407401"/>
                </a:lnTo>
                <a:lnTo>
                  <a:pt x="7745263" y="426807"/>
                </a:lnTo>
                <a:cubicBezTo>
                  <a:pt x="7745263" y="438305"/>
                  <a:pt x="7740883" y="449801"/>
                  <a:pt x="7732124" y="458560"/>
                </a:cubicBezTo>
                <a:cubicBezTo>
                  <a:pt x="7714605" y="476079"/>
                  <a:pt x="7686137" y="476079"/>
                  <a:pt x="7668619" y="458560"/>
                </a:cubicBezTo>
                <a:lnTo>
                  <a:pt x="7660465" y="438856"/>
                </a:lnTo>
                <a:lnTo>
                  <a:pt x="7232846" y="438856"/>
                </a:lnTo>
                <a:lnTo>
                  <a:pt x="7204380" y="467322"/>
                </a:lnTo>
                <a:lnTo>
                  <a:pt x="7204380" y="636264"/>
                </a:lnTo>
                <a:lnTo>
                  <a:pt x="7226279" y="645571"/>
                </a:lnTo>
                <a:cubicBezTo>
                  <a:pt x="7234491" y="654056"/>
                  <a:pt x="7239418" y="665552"/>
                  <a:pt x="7239418" y="677596"/>
                </a:cubicBezTo>
                <a:cubicBezTo>
                  <a:pt x="7239418" y="703875"/>
                  <a:pt x="7217519" y="723583"/>
                  <a:pt x="7193430" y="723583"/>
                </a:cubicBezTo>
                <a:lnTo>
                  <a:pt x="7171535" y="714824"/>
                </a:lnTo>
                <a:lnTo>
                  <a:pt x="6943792" y="942568"/>
                </a:lnTo>
                <a:lnTo>
                  <a:pt x="6943792" y="1264447"/>
                </a:lnTo>
                <a:lnTo>
                  <a:pt x="6965690" y="1273208"/>
                </a:lnTo>
                <a:cubicBezTo>
                  <a:pt x="6973902" y="1281418"/>
                  <a:pt x="6978829" y="1292913"/>
                  <a:pt x="6978829" y="1306051"/>
                </a:cubicBezTo>
                <a:lnTo>
                  <a:pt x="6970645" y="1326510"/>
                </a:lnTo>
                <a:lnTo>
                  <a:pt x="6985249" y="1341209"/>
                </a:lnTo>
                <a:lnTo>
                  <a:pt x="7035765" y="1290692"/>
                </a:lnTo>
                <a:lnTo>
                  <a:pt x="7276644" y="1290692"/>
                </a:lnTo>
                <a:lnTo>
                  <a:pt x="7764972" y="802364"/>
                </a:lnTo>
                <a:lnTo>
                  <a:pt x="7535041" y="802364"/>
                </a:lnTo>
                <a:lnTo>
                  <a:pt x="7275070" y="1062335"/>
                </a:lnTo>
                <a:lnTo>
                  <a:pt x="7276644" y="1062949"/>
                </a:lnTo>
                <a:lnTo>
                  <a:pt x="7274455" y="1062949"/>
                </a:lnTo>
                <a:lnTo>
                  <a:pt x="7274454" y="1062949"/>
                </a:lnTo>
                <a:lnTo>
                  <a:pt x="7287593" y="1094702"/>
                </a:lnTo>
                <a:cubicBezTo>
                  <a:pt x="7287593" y="1106198"/>
                  <a:pt x="7283213" y="1117695"/>
                  <a:pt x="7274454" y="1126453"/>
                </a:cubicBezTo>
                <a:cubicBezTo>
                  <a:pt x="7256935" y="1143973"/>
                  <a:pt x="7228467" y="1143973"/>
                  <a:pt x="7210949" y="1126453"/>
                </a:cubicBezTo>
                <a:cubicBezTo>
                  <a:pt x="7193430" y="1108936"/>
                  <a:pt x="7193430" y="1080468"/>
                  <a:pt x="7210949" y="1062949"/>
                </a:cubicBezTo>
                <a:cubicBezTo>
                  <a:pt x="7219708" y="1054190"/>
                  <a:pt x="7231205" y="1049811"/>
                  <a:pt x="7242976" y="1049811"/>
                </a:cubicBezTo>
                <a:lnTo>
                  <a:pt x="7251444" y="1053115"/>
                </a:lnTo>
                <a:lnTo>
                  <a:pt x="7524092" y="780465"/>
                </a:lnTo>
                <a:lnTo>
                  <a:pt x="7786871" y="780465"/>
                </a:lnTo>
                <a:lnTo>
                  <a:pt x="7948914" y="618421"/>
                </a:lnTo>
                <a:lnTo>
                  <a:pt x="7948914" y="527653"/>
                </a:lnTo>
                <a:lnTo>
                  <a:pt x="7944836" y="517681"/>
                </a:lnTo>
                <a:lnTo>
                  <a:pt x="7629202" y="517681"/>
                </a:lnTo>
                <a:lnTo>
                  <a:pt x="7404006" y="742878"/>
                </a:lnTo>
                <a:lnTo>
                  <a:pt x="7411317" y="760748"/>
                </a:lnTo>
                <a:cubicBezTo>
                  <a:pt x="7411317" y="769507"/>
                  <a:pt x="7408031" y="778266"/>
                  <a:pt x="7401462" y="784836"/>
                </a:cubicBezTo>
                <a:cubicBezTo>
                  <a:pt x="7388324" y="797975"/>
                  <a:pt x="7366425" y="797975"/>
                  <a:pt x="7353287" y="784836"/>
                </a:cubicBezTo>
                <a:cubicBezTo>
                  <a:pt x="7340147" y="771697"/>
                  <a:pt x="7340147" y="749799"/>
                  <a:pt x="7353287" y="736660"/>
                </a:cubicBezTo>
                <a:cubicBezTo>
                  <a:pt x="7359856" y="730091"/>
                  <a:pt x="7368615" y="726806"/>
                  <a:pt x="7377374" y="726806"/>
                </a:cubicBezTo>
                <a:lnTo>
                  <a:pt x="7389158" y="731626"/>
                </a:lnTo>
                <a:lnTo>
                  <a:pt x="7622633" y="500163"/>
                </a:lnTo>
                <a:lnTo>
                  <a:pt x="7944833" y="500163"/>
                </a:lnTo>
                <a:lnTo>
                  <a:pt x="7948914" y="490186"/>
                </a:lnTo>
                <a:close/>
                <a:moveTo>
                  <a:pt x="2962801" y="177664"/>
                </a:moveTo>
                <a:lnTo>
                  <a:pt x="2962801" y="193630"/>
                </a:lnTo>
                <a:lnTo>
                  <a:pt x="3028193" y="259325"/>
                </a:lnTo>
                <a:lnTo>
                  <a:pt x="3044739" y="259325"/>
                </a:lnTo>
                <a:close/>
                <a:moveTo>
                  <a:pt x="6065681" y="161869"/>
                </a:moveTo>
                <a:lnTo>
                  <a:pt x="6065681" y="624165"/>
                </a:lnTo>
                <a:lnTo>
                  <a:pt x="6078819" y="618910"/>
                </a:lnTo>
                <a:lnTo>
                  <a:pt x="6078819" y="174962"/>
                </a:lnTo>
                <a:close/>
                <a:moveTo>
                  <a:pt x="5660581" y="160800"/>
                </a:moveTo>
                <a:lnTo>
                  <a:pt x="5660581" y="535261"/>
                </a:lnTo>
                <a:lnTo>
                  <a:pt x="5724083" y="598766"/>
                </a:lnTo>
                <a:lnTo>
                  <a:pt x="5724083" y="255899"/>
                </a:lnTo>
                <a:lnTo>
                  <a:pt x="5714229" y="251675"/>
                </a:lnTo>
                <a:cubicBezTo>
                  <a:pt x="5708209" y="245654"/>
                  <a:pt x="5704375" y="237442"/>
                  <a:pt x="5704375" y="228683"/>
                </a:cubicBezTo>
                <a:lnTo>
                  <a:pt x="5711169" y="211390"/>
                </a:lnTo>
                <a:close/>
                <a:moveTo>
                  <a:pt x="5616786" y="117004"/>
                </a:moveTo>
                <a:lnTo>
                  <a:pt x="5616786" y="737342"/>
                </a:lnTo>
                <a:lnTo>
                  <a:pt x="5633211" y="744381"/>
                </a:lnTo>
                <a:cubicBezTo>
                  <a:pt x="5639233" y="750403"/>
                  <a:pt x="5643064" y="758614"/>
                  <a:pt x="5643064" y="767373"/>
                </a:cubicBezTo>
                <a:cubicBezTo>
                  <a:pt x="5643064" y="784892"/>
                  <a:pt x="5629926" y="800221"/>
                  <a:pt x="5610217" y="800221"/>
                </a:cubicBezTo>
                <a:lnTo>
                  <a:pt x="5593379" y="792818"/>
                </a:lnTo>
                <a:lnTo>
                  <a:pt x="5393435" y="991427"/>
                </a:lnTo>
                <a:lnTo>
                  <a:pt x="5393435" y="1233786"/>
                </a:lnTo>
                <a:lnTo>
                  <a:pt x="5649633" y="1492187"/>
                </a:lnTo>
                <a:lnTo>
                  <a:pt x="5649633" y="1721655"/>
                </a:lnTo>
                <a:lnTo>
                  <a:pt x="5670161" y="1729776"/>
                </a:lnTo>
                <a:cubicBezTo>
                  <a:pt x="5676457" y="1735798"/>
                  <a:pt x="5680291" y="1744011"/>
                  <a:pt x="5680291" y="1752770"/>
                </a:cubicBezTo>
                <a:cubicBezTo>
                  <a:pt x="5680291" y="1770288"/>
                  <a:pt x="5664962" y="1785616"/>
                  <a:pt x="5645252" y="1785616"/>
                </a:cubicBezTo>
                <a:cubicBezTo>
                  <a:pt x="5627738" y="1785616"/>
                  <a:pt x="5612406" y="1770288"/>
                  <a:pt x="5612406" y="1752770"/>
                </a:cubicBezTo>
                <a:cubicBezTo>
                  <a:pt x="5612406" y="1744011"/>
                  <a:pt x="5615693" y="1735798"/>
                  <a:pt x="5621440" y="1729776"/>
                </a:cubicBezTo>
                <a:lnTo>
                  <a:pt x="5634305" y="1724453"/>
                </a:lnTo>
                <a:lnTo>
                  <a:pt x="5634305" y="1498754"/>
                </a:lnTo>
                <a:lnTo>
                  <a:pt x="5375914" y="1240358"/>
                </a:lnTo>
                <a:lnTo>
                  <a:pt x="5375914" y="1008829"/>
                </a:lnTo>
                <a:lnTo>
                  <a:pt x="5290514" y="1093639"/>
                </a:lnTo>
                <a:lnTo>
                  <a:pt x="5290514" y="1492183"/>
                </a:lnTo>
                <a:lnTo>
                  <a:pt x="5465437" y="1667109"/>
                </a:lnTo>
                <a:lnTo>
                  <a:pt x="5466792" y="1667641"/>
                </a:lnTo>
                <a:lnTo>
                  <a:pt x="5467373" y="1669044"/>
                </a:lnTo>
                <a:lnTo>
                  <a:pt x="5540148" y="1741821"/>
                </a:lnTo>
                <a:lnTo>
                  <a:pt x="5540148" y="1746201"/>
                </a:lnTo>
                <a:lnTo>
                  <a:pt x="5612300" y="1818357"/>
                </a:lnTo>
                <a:lnTo>
                  <a:pt x="5633211" y="1809704"/>
                </a:lnTo>
                <a:cubicBezTo>
                  <a:pt x="5644706" y="1809704"/>
                  <a:pt x="5656203" y="1814084"/>
                  <a:pt x="5664962" y="1822844"/>
                </a:cubicBezTo>
                <a:cubicBezTo>
                  <a:pt x="5682480" y="1840362"/>
                  <a:pt x="5682480" y="1868830"/>
                  <a:pt x="5664962" y="1886348"/>
                </a:cubicBezTo>
                <a:cubicBezTo>
                  <a:pt x="5647443" y="1903867"/>
                  <a:pt x="5618976" y="1903867"/>
                  <a:pt x="5601460" y="1886348"/>
                </a:cubicBezTo>
                <a:cubicBezTo>
                  <a:pt x="5592700" y="1877589"/>
                  <a:pt x="5588321" y="1866092"/>
                  <a:pt x="5588321" y="1854595"/>
                </a:cubicBezTo>
                <a:lnTo>
                  <a:pt x="5596379" y="1835124"/>
                </a:lnTo>
                <a:lnTo>
                  <a:pt x="5540148" y="1778642"/>
                </a:lnTo>
                <a:lnTo>
                  <a:pt x="5540148" y="2054087"/>
                </a:lnTo>
                <a:lnTo>
                  <a:pt x="5564233" y="2063723"/>
                </a:lnTo>
                <a:cubicBezTo>
                  <a:pt x="5572447" y="2071934"/>
                  <a:pt x="5577372" y="2083431"/>
                  <a:pt x="5577372" y="2096511"/>
                </a:cubicBezTo>
                <a:cubicBezTo>
                  <a:pt x="5577372" y="2122790"/>
                  <a:pt x="5557665" y="2142527"/>
                  <a:pt x="5531390" y="2142527"/>
                </a:cubicBezTo>
                <a:cubicBezTo>
                  <a:pt x="5505114" y="2142527"/>
                  <a:pt x="5485404" y="2122790"/>
                  <a:pt x="5485404" y="2096511"/>
                </a:cubicBezTo>
                <a:cubicBezTo>
                  <a:pt x="5485404" y="2083431"/>
                  <a:pt x="5490333" y="2071934"/>
                  <a:pt x="5498542" y="2063723"/>
                </a:cubicBezTo>
                <a:lnTo>
                  <a:pt x="5516060" y="2056715"/>
                </a:lnTo>
                <a:lnTo>
                  <a:pt x="5516060" y="1754447"/>
                </a:lnTo>
                <a:lnTo>
                  <a:pt x="5470020" y="1708202"/>
                </a:lnTo>
                <a:lnTo>
                  <a:pt x="5466792" y="1716364"/>
                </a:lnTo>
                <a:lnTo>
                  <a:pt x="5459128" y="1719740"/>
                </a:lnTo>
                <a:lnTo>
                  <a:pt x="5459128" y="2744701"/>
                </a:lnTo>
                <a:lnTo>
                  <a:pt x="5315477" y="2888386"/>
                </a:lnTo>
                <a:lnTo>
                  <a:pt x="5323359" y="2906788"/>
                </a:lnTo>
                <a:cubicBezTo>
                  <a:pt x="5325546" y="2924292"/>
                  <a:pt x="5310220" y="2939634"/>
                  <a:pt x="5290514" y="2939634"/>
                </a:cubicBezTo>
                <a:lnTo>
                  <a:pt x="5281753" y="2935828"/>
                </a:lnTo>
                <a:lnTo>
                  <a:pt x="5281753" y="3279047"/>
                </a:lnTo>
                <a:lnTo>
                  <a:pt x="5346938" y="3279047"/>
                </a:lnTo>
                <a:lnTo>
                  <a:pt x="5359486" y="3260437"/>
                </a:lnTo>
                <a:cubicBezTo>
                  <a:pt x="5370982" y="3248897"/>
                  <a:pt x="5386863" y="3241822"/>
                  <a:pt x="5404386" y="3241822"/>
                </a:cubicBezTo>
                <a:cubicBezTo>
                  <a:pt x="5439418" y="3241822"/>
                  <a:pt x="5467886" y="3270284"/>
                  <a:pt x="5467886" y="3305318"/>
                </a:cubicBezTo>
                <a:cubicBezTo>
                  <a:pt x="5467886" y="3340314"/>
                  <a:pt x="5439418" y="3368783"/>
                  <a:pt x="5404386" y="3368783"/>
                </a:cubicBezTo>
                <a:cubicBezTo>
                  <a:pt x="5378106" y="3368783"/>
                  <a:pt x="5355519" y="3352770"/>
                  <a:pt x="5345873" y="3329981"/>
                </a:cubicBezTo>
                <a:lnTo>
                  <a:pt x="5344864" y="3324987"/>
                </a:lnTo>
                <a:lnTo>
                  <a:pt x="5281753" y="3324987"/>
                </a:lnTo>
                <a:lnTo>
                  <a:pt x="5281753" y="3436665"/>
                </a:lnTo>
                <a:lnTo>
                  <a:pt x="5144593" y="3572431"/>
                </a:lnTo>
                <a:lnTo>
                  <a:pt x="5347447" y="3572431"/>
                </a:lnTo>
                <a:lnTo>
                  <a:pt x="5356204" y="3550533"/>
                </a:lnTo>
                <a:cubicBezTo>
                  <a:pt x="5364420" y="3542321"/>
                  <a:pt x="5375914" y="3537395"/>
                  <a:pt x="5389055" y="3537395"/>
                </a:cubicBezTo>
                <a:cubicBezTo>
                  <a:pt x="5415331" y="3537395"/>
                  <a:pt x="5435038" y="3557103"/>
                  <a:pt x="5435038" y="3583381"/>
                </a:cubicBezTo>
                <a:cubicBezTo>
                  <a:pt x="5435038" y="3609659"/>
                  <a:pt x="5415331" y="3629366"/>
                  <a:pt x="5389055" y="3629366"/>
                </a:cubicBezTo>
                <a:cubicBezTo>
                  <a:pt x="5375914" y="3629366"/>
                  <a:pt x="5364420" y="3623891"/>
                  <a:pt x="5356204" y="3615406"/>
                </a:cubicBezTo>
                <a:lnTo>
                  <a:pt x="5347560" y="3594330"/>
                </a:lnTo>
                <a:lnTo>
                  <a:pt x="5122474" y="3594330"/>
                </a:lnTo>
                <a:lnTo>
                  <a:pt x="5088805" y="3627663"/>
                </a:lnTo>
                <a:lnTo>
                  <a:pt x="5099996" y="3655645"/>
                </a:lnTo>
                <a:cubicBezTo>
                  <a:pt x="5099996" y="3681923"/>
                  <a:pt x="5080290" y="3701630"/>
                  <a:pt x="5054012" y="3701630"/>
                </a:cubicBezTo>
                <a:cubicBezTo>
                  <a:pt x="5027742" y="3701630"/>
                  <a:pt x="5008032" y="3681923"/>
                  <a:pt x="5008032" y="3655645"/>
                </a:cubicBezTo>
                <a:cubicBezTo>
                  <a:pt x="5008032" y="3629367"/>
                  <a:pt x="5029930" y="3609659"/>
                  <a:pt x="5054012" y="3609659"/>
                </a:cubicBezTo>
                <a:lnTo>
                  <a:pt x="5069505" y="3615856"/>
                </a:lnTo>
                <a:lnTo>
                  <a:pt x="5090806" y="3594330"/>
                </a:lnTo>
                <a:lnTo>
                  <a:pt x="4891962" y="3594330"/>
                </a:lnTo>
                <a:lnTo>
                  <a:pt x="4817760" y="3520604"/>
                </a:lnTo>
                <a:lnTo>
                  <a:pt x="4814224" y="3522066"/>
                </a:lnTo>
                <a:cubicBezTo>
                  <a:pt x="4802724" y="3522066"/>
                  <a:pt x="4791228" y="3517686"/>
                  <a:pt x="4782472" y="3508927"/>
                </a:cubicBezTo>
                <a:lnTo>
                  <a:pt x="4777132" y="3496024"/>
                </a:lnTo>
                <a:lnTo>
                  <a:pt x="4768235" y="3518508"/>
                </a:lnTo>
                <a:cubicBezTo>
                  <a:pt x="4762216" y="3524803"/>
                  <a:pt x="4754004" y="3528636"/>
                  <a:pt x="4745246" y="3528636"/>
                </a:cubicBezTo>
                <a:cubicBezTo>
                  <a:pt x="4736486" y="3528636"/>
                  <a:pt x="4728274" y="3524256"/>
                  <a:pt x="4722251" y="3517686"/>
                </a:cubicBezTo>
                <a:lnTo>
                  <a:pt x="4715982" y="3502358"/>
                </a:lnTo>
                <a:lnTo>
                  <a:pt x="4408016" y="3502358"/>
                </a:lnTo>
                <a:lnTo>
                  <a:pt x="4264426" y="3645947"/>
                </a:lnTo>
                <a:lnTo>
                  <a:pt x="4274436" y="3670973"/>
                </a:lnTo>
                <a:cubicBezTo>
                  <a:pt x="4274436" y="3697251"/>
                  <a:pt x="4254725" y="3716959"/>
                  <a:pt x="4228446" y="3716959"/>
                </a:cubicBezTo>
                <a:lnTo>
                  <a:pt x="4203471" y="3706948"/>
                </a:lnTo>
                <a:lnTo>
                  <a:pt x="4167181" y="3743237"/>
                </a:lnTo>
                <a:lnTo>
                  <a:pt x="4878819" y="3743237"/>
                </a:lnTo>
                <a:lnTo>
                  <a:pt x="5021830" y="3886231"/>
                </a:lnTo>
                <a:lnTo>
                  <a:pt x="5038689" y="3879005"/>
                </a:lnTo>
                <a:cubicBezTo>
                  <a:pt x="5056201" y="3879005"/>
                  <a:pt x="5071530" y="3894335"/>
                  <a:pt x="5071530" y="3911852"/>
                </a:cubicBezTo>
                <a:lnTo>
                  <a:pt x="5067777" y="3920611"/>
                </a:lnTo>
                <a:lnTo>
                  <a:pt x="5149795" y="3920611"/>
                </a:lnTo>
                <a:lnTo>
                  <a:pt x="5151828" y="3910792"/>
                </a:lnTo>
                <a:cubicBezTo>
                  <a:pt x="5155008" y="3903093"/>
                  <a:pt x="5159664" y="3895976"/>
                  <a:pt x="5165683" y="3889955"/>
                </a:cubicBezTo>
                <a:cubicBezTo>
                  <a:pt x="5191966" y="3865867"/>
                  <a:pt x="5233567" y="3865867"/>
                  <a:pt x="5257668" y="3889955"/>
                </a:cubicBezTo>
                <a:cubicBezTo>
                  <a:pt x="5264237" y="3895976"/>
                  <a:pt x="5269165" y="3903093"/>
                  <a:pt x="5272445" y="3910758"/>
                </a:cubicBezTo>
                <a:lnTo>
                  <a:pt x="5274462" y="3920611"/>
                </a:lnTo>
                <a:lnTo>
                  <a:pt x="5568614" y="3920611"/>
                </a:lnTo>
                <a:lnTo>
                  <a:pt x="5760996" y="4113002"/>
                </a:lnTo>
                <a:lnTo>
                  <a:pt x="5787584" y="4102366"/>
                </a:lnTo>
                <a:cubicBezTo>
                  <a:pt x="5813862" y="4102366"/>
                  <a:pt x="5833567" y="4122075"/>
                  <a:pt x="5833567" y="4148352"/>
                </a:cubicBezTo>
                <a:cubicBezTo>
                  <a:pt x="5833567" y="4174630"/>
                  <a:pt x="5813862" y="4194338"/>
                  <a:pt x="5787584" y="4194338"/>
                </a:cubicBezTo>
                <a:cubicBezTo>
                  <a:pt x="5761309" y="4194338"/>
                  <a:pt x="5741601" y="4174630"/>
                  <a:pt x="5741601" y="4148352"/>
                </a:cubicBezTo>
                <a:lnTo>
                  <a:pt x="5747857" y="4132711"/>
                </a:lnTo>
                <a:lnTo>
                  <a:pt x="5559855" y="3944700"/>
                </a:lnTo>
                <a:lnTo>
                  <a:pt x="5275358" y="3944700"/>
                </a:lnTo>
                <a:lnTo>
                  <a:pt x="5272445" y="3958933"/>
                </a:lnTo>
                <a:cubicBezTo>
                  <a:pt x="5269165" y="3966598"/>
                  <a:pt x="5264237" y="3973715"/>
                  <a:pt x="5257668" y="3979737"/>
                </a:cubicBezTo>
                <a:cubicBezTo>
                  <a:pt x="5244521" y="3991781"/>
                  <a:pt x="5228091" y="3998350"/>
                  <a:pt x="5211666" y="3998624"/>
                </a:cubicBezTo>
                <a:lnTo>
                  <a:pt x="5182762" y="3986749"/>
                </a:lnTo>
                <a:lnTo>
                  <a:pt x="5163173" y="4006340"/>
                </a:lnTo>
                <a:lnTo>
                  <a:pt x="5165671" y="4012584"/>
                </a:lnTo>
                <a:cubicBezTo>
                  <a:pt x="5165671" y="4025723"/>
                  <a:pt x="5160744" y="4037219"/>
                  <a:pt x="5152531" y="4045430"/>
                </a:cubicBezTo>
                <a:lnTo>
                  <a:pt x="5130638" y="4054188"/>
                </a:lnTo>
                <a:lnTo>
                  <a:pt x="5130638" y="4389245"/>
                </a:lnTo>
                <a:lnTo>
                  <a:pt x="5358286" y="4161598"/>
                </a:lnTo>
                <a:lnTo>
                  <a:pt x="5349636" y="4140687"/>
                </a:lnTo>
                <a:cubicBezTo>
                  <a:pt x="5349639" y="4129191"/>
                  <a:pt x="5354015" y="4117695"/>
                  <a:pt x="5362776" y="4108936"/>
                </a:cubicBezTo>
                <a:cubicBezTo>
                  <a:pt x="5372634" y="4100176"/>
                  <a:pt x="5384674" y="4095797"/>
                  <a:pt x="5396446" y="4095797"/>
                </a:cubicBezTo>
                <a:cubicBezTo>
                  <a:pt x="5408215" y="4095797"/>
                  <a:pt x="5419715" y="4100176"/>
                  <a:pt x="5428472" y="4108936"/>
                </a:cubicBezTo>
                <a:cubicBezTo>
                  <a:pt x="5445989" y="4126454"/>
                  <a:pt x="5445989" y="4154921"/>
                  <a:pt x="5428472" y="4172440"/>
                </a:cubicBezTo>
                <a:cubicBezTo>
                  <a:pt x="5419715" y="4181199"/>
                  <a:pt x="5408215" y="4185579"/>
                  <a:pt x="5396719" y="4185579"/>
                </a:cubicBezTo>
                <a:lnTo>
                  <a:pt x="5377212" y="4177507"/>
                </a:lnTo>
                <a:lnTo>
                  <a:pt x="5130638" y="4422572"/>
                </a:lnTo>
                <a:lnTo>
                  <a:pt x="5130638" y="4632264"/>
                </a:lnTo>
                <a:lnTo>
                  <a:pt x="5148168" y="4614782"/>
                </a:lnTo>
                <a:lnTo>
                  <a:pt x="5297996" y="4614782"/>
                </a:lnTo>
                <a:lnTo>
                  <a:pt x="5297057" y="4612592"/>
                </a:lnTo>
                <a:cubicBezTo>
                  <a:pt x="5297057" y="4595074"/>
                  <a:pt x="5312386" y="4579745"/>
                  <a:pt x="5329905" y="4579745"/>
                </a:cubicBezTo>
                <a:cubicBezTo>
                  <a:pt x="5338664" y="4579745"/>
                  <a:pt x="5346875" y="4583577"/>
                  <a:pt x="5352897" y="4589600"/>
                </a:cubicBezTo>
                <a:lnTo>
                  <a:pt x="5356854" y="4598834"/>
                </a:lnTo>
                <a:lnTo>
                  <a:pt x="5358392" y="4595073"/>
                </a:lnTo>
                <a:cubicBezTo>
                  <a:pt x="5364964" y="4588504"/>
                  <a:pt x="5373724" y="4585219"/>
                  <a:pt x="5382485" y="4585220"/>
                </a:cubicBezTo>
                <a:lnTo>
                  <a:pt x="5399984" y="4592377"/>
                </a:lnTo>
                <a:lnTo>
                  <a:pt x="5399984" y="4565437"/>
                </a:lnTo>
                <a:lnTo>
                  <a:pt x="5397176" y="4564725"/>
                </a:lnTo>
                <a:cubicBezTo>
                  <a:pt x="5374388" y="4554152"/>
                  <a:pt x="5358376" y="4531569"/>
                  <a:pt x="5358376" y="4505291"/>
                </a:cubicBezTo>
                <a:cubicBezTo>
                  <a:pt x="5358376" y="4470255"/>
                  <a:pt x="5386843" y="4441787"/>
                  <a:pt x="5421880" y="4441787"/>
                </a:cubicBezTo>
                <a:cubicBezTo>
                  <a:pt x="5456916" y="4441787"/>
                  <a:pt x="5485384" y="4468065"/>
                  <a:pt x="5485384" y="4505291"/>
                </a:cubicBezTo>
                <a:cubicBezTo>
                  <a:pt x="5485384" y="4514598"/>
                  <a:pt x="5483604" y="4523358"/>
                  <a:pt x="5480388" y="4531262"/>
                </a:cubicBezTo>
                <a:lnTo>
                  <a:pt x="5478609" y="4533985"/>
                </a:lnTo>
                <a:lnTo>
                  <a:pt x="5761309" y="4251273"/>
                </a:lnTo>
                <a:lnTo>
                  <a:pt x="5869612" y="4251273"/>
                </a:lnTo>
                <a:lnTo>
                  <a:pt x="5975899" y="4143972"/>
                </a:lnTo>
                <a:lnTo>
                  <a:pt x="5975899" y="3882420"/>
                </a:lnTo>
                <a:lnTo>
                  <a:pt x="5959475" y="3871341"/>
                </a:lnTo>
                <a:cubicBezTo>
                  <a:pt x="5947978" y="3859844"/>
                  <a:pt x="5940862" y="3843967"/>
                  <a:pt x="5940862" y="3826449"/>
                </a:cubicBezTo>
                <a:cubicBezTo>
                  <a:pt x="5940862" y="3791412"/>
                  <a:pt x="5969329" y="3762945"/>
                  <a:pt x="6004366" y="3762945"/>
                </a:cubicBezTo>
                <a:cubicBezTo>
                  <a:pt x="6039403" y="3762945"/>
                  <a:pt x="6067869" y="3791412"/>
                  <a:pt x="6067869" y="3826449"/>
                </a:cubicBezTo>
                <a:cubicBezTo>
                  <a:pt x="6067869" y="3852727"/>
                  <a:pt x="6051857" y="3875310"/>
                  <a:pt x="6029069" y="3884958"/>
                </a:cubicBezTo>
                <a:lnTo>
                  <a:pt x="6021884" y="3886411"/>
                </a:lnTo>
                <a:lnTo>
                  <a:pt x="6021884" y="4161491"/>
                </a:lnTo>
                <a:lnTo>
                  <a:pt x="5932949" y="4251273"/>
                </a:lnTo>
                <a:lnTo>
                  <a:pt x="5985355" y="4251273"/>
                </a:lnTo>
                <a:lnTo>
                  <a:pt x="5995609" y="4224996"/>
                </a:lnTo>
                <a:cubicBezTo>
                  <a:pt x="6004367" y="4216236"/>
                  <a:pt x="6015865" y="4211856"/>
                  <a:pt x="6027359" y="4211856"/>
                </a:cubicBezTo>
                <a:lnTo>
                  <a:pt x="6052341" y="4222194"/>
                </a:lnTo>
                <a:lnTo>
                  <a:pt x="6077724" y="4211035"/>
                </a:lnTo>
                <a:cubicBezTo>
                  <a:pt x="6089220" y="4210761"/>
                  <a:pt x="6100716" y="4215141"/>
                  <a:pt x="6109475" y="4224995"/>
                </a:cubicBezTo>
                <a:lnTo>
                  <a:pt x="6119731" y="4251273"/>
                </a:lnTo>
                <a:lnTo>
                  <a:pt x="6269332" y="4251273"/>
                </a:lnTo>
                <a:lnTo>
                  <a:pt x="6269332" y="3883385"/>
                </a:lnTo>
                <a:lnTo>
                  <a:pt x="6247433" y="3874625"/>
                </a:lnTo>
                <a:cubicBezTo>
                  <a:pt x="6239222" y="3866414"/>
                  <a:pt x="6234295" y="3854918"/>
                  <a:pt x="6234295" y="3841779"/>
                </a:cubicBezTo>
                <a:cubicBezTo>
                  <a:pt x="6234295" y="3815501"/>
                  <a:pt x="6254003" y="3795792"/>
                  <a:pt x="6280281" y="3795792"/>
                </a:cubicBezTo>
                <a:cubicBezTo>
                  <a:pt x="6306558" y="3795792"/>
                  <a:pt x="6326266" y="3815501"/>
                  <a:pt x="6326266" y="3841779"/>
                </a:cubicBezTo>
                <a:cubicBezTo>
                  <a:pt x="6326266" y="3854918"/>
                  <a:pt x="6320792" y="3866414"/>
                  <a:pt x="6312307" y="3874625"/>
                </a:cubicBezTo>
                <a:lnTo>
                  <a:pt x="6291230" y="3883272"/>
                </a:lnTo>
                <a:lnTo>
                  <a:pt x="6291230" y="4251273"/>
                </a:lnTo>
                <a:lnTo>
                  <a:pt x="6343785" y="4251273"/>
                </a:lnTo>
                <a:lnTo>
                  <a:pt x="6442341" y="4349830"/>
                </a:lnTo>
                <a:lnTo>
                  <a:pt x="6583722" y="4210385"/>
                </a:lnTo>
                <a:lnTo>
                  <a:pt x="6575905" y="4192148"/>
                </a:lnTo>
                <a:cubicBezTo>
                  <a:pt x="6575905" y="4174629"/>
                  <a:pt x="6589044" y="4159301"/>
                  <a:pt x="6608752" y="4159301"/>
                </a:cubicBezTo>
                <a:lnTo>
                  <a:pt x="6617511" y="4163054"/>
                </a:lnTo>
                <a:lnTo>
                  <a:pt x="6617511" y="3951269"/>
                </a:lnTo>
                <a:lnTo>
                  <a:pt x="6436070" y="4132711"/>
                </a:lnTo>
                <a:lnTo>
                  <a:pt x="6442326" y="4148352"/>
                </a:lnTo>
                <a:cubicBezTo>
                  <a:pt x="6442326" y="4174630"/>
                  <a:pt x="6422618" y="4194338"/>
                  <a:pt x="6396340" y="4194338"/>
                </a:cubicBezTo>
                <a:cubicBezTo>
                  <a:pt x="6370063" y="4194338"/>
                  <a:pt x="6350354" y="4174630"/>
                  <a:pt x="6350354" y="4148352"/>
                </a:cubicBezTo>
                <a:cubicBezTo>
                  <a:pt x="6350354" y="4122075"/>
                  <a:pt x="6370063" y="4102366"/>
                  <a:pt x="6396340" y="4102366"/>
                </a:cubicBezTo>
                <a:lnTo>
                  <a:pt x="6422931" y="4113002"/>
                </a:lnTo>
                <a:lnTo>
                  <a:pt x="6615321" y="3920611"/>
                </a:lnTo>
                <a:lnTo>
                  <a:pt x="6617511" y="3920611"/>
                </a:lnTo>
                <a:lnTo>
                  <a:pt x="6617511" y="3662214"/>
                </a:lnTo>
                <a:lnTo>
                  <a:pt x="6809901" y="3469824"/>
                </a:lnTo>
                <a:lnTo>
                  <a:pt x="6799265" y="3443233"/>
                </a:lnTo>
                <a:cubicBezTo>
                  <a:pt x="6799265" y="3416956"/>
                  <a:pt x="6818973" y="3397249"/>
                  <a:pt x="6845251" y="3397249"/>
                </a:cubicBezTo>
                <a:cubicBezTo>
                  <a:pt x="6871528" y="3397249"/>
                  <a:pt x="6891236" y="3416956"/>
                  <a:pt x="6891236" y="3443233"/>
                </a:cubicBezTo>
                <a:cubicBezTo>
                  <a:pt x="6891236" y="3469511"/>
                  <a:pt x="6871528" y="3489219"/>
                  <a:pt x="6845251" y="3489219"/>
                </a:cubicBezTo>
                <a:lnTo>
                  <a:pt x="6829611" y="3482962"/>
                </a:lnTo>
                <a:lnTo>
                  <a:pt x="6762041" y="3550532"/>
                </a:lnTo>
                <a:lnTo>
                  <a:pt x="6794886" y="3537395"/>
                </a:lnTo>
                <a:cubicBezTo>
                  <a:pt x="6808025" y="3537395"/>
                  <a:pt x="6819521" y="3542321"/>
                  <a:pt x="6827732" y="3550533"/>
                </a:cubicBezTo>
                <a:lnTo>
                  <a:pt x="6836491" y="3572431"/>
                </a:lnTo>
                <a:lnTo>
                  <a:pt x="7283212" y="3572431"/>
                </a:lnTo>
                <a:lnTo>
                  <a:pt x="7552997" y="3300899"/>
                </a:lnTo>
                <a:lnTo>
                  <a:pt x="7471022" y="3300899"/>
                </a:lnTo>
                <a:lnTo>
                  <a:pt x="7469895" y="3306372"/>
                </a:lnTo>
                <a:cubicBezTo>
                  <a:pt x="7462505" y="3323616"/>
                  <a:pt x="7445259" y="3335933"/>
                  <a:pt x="7425550" y="3335933"/>
                </a:cubicBezTo>
                <a:cubicBezTo>
                  <a:pt x="7412412" y="3335933"/>
                  <a:pt x="7400368" y="3330460"/>
                  <a:pt x="7391609" y="3321701"/>
                </a:cubicBezTo>
                <a:lnTo>
                  <a:pt x="7386134" y="3313636"/>
                </a:lnTo>
                <a:lnTo>
                  <a:pt x="7386134" y="3377769"/>
                </a:lnTo>
                <a:lnTo>
                  <a:pt x="7401462" y="3384112"/>
                </a:lnTo>
                <a:cubicBezTo>
                  <a:pt x="7418981" y="3401628"/>
                  <a:pt x="7418981" y="3430094"/>
                  <a:pt x="7401462" y="3447612"/>
                </a:cubicBezTo>
                <a:cubicBezTo>
                  <a:pt x="7383944" y="3465131"/>
                  <a:pt x="7355477" y="3465131"/>
                  <a:pt x="7337958" y="3447612"/>
                </a:cubicBezTo>
                <a:cubicBezTo>
                  <a:pt x="7320439" y="3430094"/>
                  <a:pt x="7320439" y="3401628"/>
                  <a:pt x="7337958" y="3384112"/>
                </a:cubicBezTo>
                <a:lnTo>
                  <a:pt x="7362046" y="3374144"/>
                </a:lnTo>
                <a:lnTo>
                  <a:pt x="7362046" y="3101634"/>
                </a:lnTo>
                <a:lnTo>
                  <a:pt x="7370813" y="3092868"/>
                </a:lnTo>
                <a:lnTo>
                  <a:pt x="7346717" y="3092868"/>
                </a:lnTo>
                <a:lnTo>
                  <a:pt x="7114598" y="3324987"/>
                </a:lnTo>
                <a:lnTo>
                  <a:pt x="6839076" y="3324987"/>
                </a:lnTo>
                <a:lnTo>
                  <a:pt x="6838065" y="3329981"/>
                </a:lnTo>
                <a:cubicBezTo>
                  <a:pt x="6828417" y="3352770"/>
                  <a:pt x="6805834" y="3368783"/>
                  <a:pt x="6779556" y="3368783"/>
                </a:cubicBezTo>
                <a:cubicBezTo>
                  <a:pt x="6744520" y="3368783"/>
                  <a:pt x="6716052" y="3340314"/>
                  <a:pt x="6716052" y="3305278"/>
                </a:cubicBezTo>
                <a:cubicBezTo>
                  <a:pt x="6716052" y="3270242"/>
                  <a:pt x="6744520" y="3241772"/>
                  <a:pt x="6779556" y="3241772"/>
                </a:cubicBezTo>
                <a:cubicBezTo>
                  <a:pt x="6797075" y="3241772"/>
                  <a:pt x="6812951" y="3248897"/>
                  <a:pt x="6824448" y="3260388"/>
                </a:cubicBezTo>
                <a:lnTo>
                  <a:pt x="6837004" y="3279002"/>
                </a:lnTo>
                <a:lnTo>
                  <a:pt x="7097079" y="3279002"/>
                </a:lnTo>
                <a:lnTo>
                  <a:pt x="7327008" y="3049073"/>
                </a:lnTo>
                <a:lnTo>
                  <a:pt x="7414610" y="3049073"/>
                </a:lnTo>
                <a:lnTo>
                  <a:pt x="7714539" y="2749141"/>
                </a:lnTo>
                <a:lnTo>
                  <a:pt x="7714352" y="2749065"/>
                </a:lnTo>
                <a:lnTo>
                  <a:pt x="7519459" y="2749065"/>
                </a:lnTo>
                <a:lnTo>
                  <a:pt x="7519097" y="2750946"/>
                </a:lnTo>
                <a:cubicBezTo>
                  <a:pt x="7509448" y="2774660"/>
                  <a:pt x="7486865" y="2790672"/>
                  <a:pt x="7460587" y="2790672"/>
                </a:cubicBezTo>
                <a:cubicBezTo>
                  <a:pt x="7425550" y="2790672"/>
                  <a:pt x="7397083" y="2762204"/>
                  <a:pt x="7397083" y="2724978"/>
                </a:cubicBezTo>
                <a:cubicBezTo>
                  <a:pt x="7397083" y="2687754"/>
                  <a:pt x="7425550" y="2661476"/>
                  <a:pt x="7460587" y="2661476"/>
                </a:cubicBezTo>
                <a:cubicBezTo>
                  <a:pt x="7486865" y="2661476"/>
                  <a:pt x="7509448" y="2677488"/>
                  <a:pt x="7519097" y="2700274"/>
                </a:cubicBezTo>
                <a:lnTo>
                  <a:pt x="7519665" y="2703082"/>
                </a:lnTo>
                <a:lnTo>
                  <a:pt x="7700970" y="2703082"/>
                </a:lnTo>
                <a:lnTo>
                  <a:pt x="7703657" y="2696511"/>
                </a:lnTo>
                <a:lnTo>
                  <a:pt x="7725319" y="2687648"/>
                </a:lnTo>
                <a:lnTo>
                  <a:pt x="7724874" y="2641769"/>
                </a:lnTo>
                <a:lnTo>
                  <a:pt x="7594919" y="2641769"/>
                </a:lnTo>
                <a:lnTo>
                  <a:pt x="7588691" y="2656820"/>
                </a:lnTo>
                <a:cubicBezTo>
                  <a:pt x="7582669" y="2663117"/>
                  <a:pt x="7574458" y="2666948"/>
                  <a:pt x="7565698" y="2665855"/>
                </a:cubicBezTo>
                <a:cubicBezTo>
                  <a:pt x="7548180" y="2665855"/>
                  <a:pt x="7532851" y="2650526"/>
                  <a:pt x="7532851" y="2630816"/>
                </a:cubicBezTo>
                <a:cubicBezTo>
                  <a:pt x="7532851" y="2611110"/>
                  <a:pt x="7548180" y="2597970"/>
                  <a:pt x="7565698" y="2597970"/>
                </a:cubicBezTo>
                <a:cubicBezTo>
                  <a:pt x="7575552" y="2597970"/>
                  <a:pt x="7583764" y="2601801"/>
                  <a:pt x="7589512" y="2607823"/>
                </a:cubicBezTo>
                <a:lnTo>
                  <a:pt x="7596826" y="2626439"/>
                </a:lnTo>
                <a:lnTo>
                  <a:pt x="7724725" y="2626439"/>
                </a:lnTo>
                <a:lnTo>
                  <a:pt x="7723514" y="2501769"/>
                </a:lnTo>
                <a:lnTo>
                  <a:pt x="7655480" y="2433734"/>
                </a:lnTo>
                <a:lnTo>
                  <a:pt x="7565969" y="2433734"/>
                </a:lnTo>
                <a:lnTo>
                  <a:pt x="7287637" y="2713781"/>
                </a:lnTo>
                <a:lnTo>
                  <a:pt x="7296352" y="2734839"/>
                </a:lnTo>
                <a:cubicBezTo>
                  <a:pt x="7296351" y="2746332"/>
                  <a:pt x="7291972" y="2757827"/>
                  <a:pt x="7283212" y="2766584"/>
                </a:cubicBezTo>
                <a:cubicBezTo>
                  <a:pt x="7265694" y="2784103"/>
                  <a:pt x="7237226" y="2784103"/>
                  <a:pt x="7219708" y="2766584"/>
                </a:cubicBezTo>
                <a:cubicBezTo>
                  <a:pt x="7202189" y="2749070"/>
                  <a:pt x="7202189" y="2720598"/>
                  <a:pt x="7219708" y="2700891"/>
                </a:cubicBezTo>
                <a:cubicBezTo>
                  <a:pt x="7228467" y="2692131"/>
                  <a:pt x="7239963" y="2687754"/>
                  <a:pt x="7251461" y="2687754"/>
                </a:cubicBezTo>
                <a:lnTo>
                  <a:pt x="7272373" y="2696405"/>
                </a:lnTo>
                <a:lnTo>
                  <a:pt x="7535042" y="2433734"/>
                </a:lnTo>
                <a:lnTo>
                  <a:pt x="7186876" y="2433734"/>
                </a:lnTo>
                <a:lnTo>
                  <a:pt x="7099694" y="2520913"/>
                </a:lnTo>
                <a:lnTo>
                  <a:pt x="7102794" y="2525573"/>
                </a:lnTo>
                <a:cubicBezTo>
                  <a:pt x="7112135" y="2548976"/>
                  <a:pt x="7106386" y="2576076"/>
                  <a:pt x="7088320" y="2595784"/>
                </a:cubicBezTo>
                <a:cubicBezTo>
                  <a:pt x="7064232" y="2622059"/>
                  <a:pt x="7022626" y="2622059"/>
                  <a:pt x="6996348" y="2595784"/>
                </a:cubicBezTo>
                <a:cubicBezTo>
                  <a:pt x="6970070" y="2571697"/>
                  <a:pt x="6972261" y="2530091"/>
                  <a:pt x="6996348" y="2503807"/>
                </a:cubicBezTo>
                <a:cubicBezTo>
                  <a:pt x="7009487" y="2491766"/>
                  <a:pt x="7025911" y="2485196"/>
                  <a:pt x="7042334" y="2484920"/>
                </a:cubicBezTo>
                <a:lnTo>
                  <a:pt x="7065725" y="2489187"/>
                </a:lnTo>
                <a:lnTo>
                  <a:pt x="7121175" y="2433734"/>
                </a:lnTo>
                <a:lnTo>
                  <a:pt x="7007185" y="2433734"/>
                </a:lnTo>
                <a:lnTo>
                  <a:pt x="6998538" y="2454809"/>
                </a:lnTo>
                <a:cubicBezTo>
                  <a:pt x="6990325" y="2463297"/>
                  <a:pt x="6978829" y="2468770"/>
                  <a:pt x="6965690" y="2468770"/>
                </a:cubicBezTo>
                <a:cubicBezTo>
                  <a:pt x="6939413" y="2468770"/>
                  <a:pt x="6919705" y="2449061"/>
                  <a:pt x="6919705" y="2422784"/>
                </a:cubicBezTo>
                <a:cubicBezTo>
                  <a:pt x="6919705" y="2396508"/>
                  <a:pt x="6939413" y="2376798"/>
                  <a:pt x="6965690" y="2376798"/>
                </a:cubicBezTo>
                <a:cubicBezTo>
                  <a:pt x="6978829" y="2376798"/>
                  <a:pt x="6990325" y="2381724"/>
                  <a:pt x="6998538" y="2389938"/>
                </a:cubicBezTo>
                <a:lnTo>
                  <a:pt x="7006420" y="2409645"/>
                </a:lnTo>
                <a:lnTo>
                  <a:pt x="7145261" y="2409645"/>
                </a:lnTo>
                <a:lnTo>
                  <a:pt x="7248175" y="2306727"/>
                </a:lnTo>
                <a:lnTo>
                  <a:pt x="7248175" y="2158274"/>
                </a:lnTo>
                <a:lnTo>
                  <a:pt x="7230658" y="2151270"/>
                </a:lnTo>
                <a:cubicBezTo>
                  <a:pt x="7222445" y="2143068"/>
                  <a:pt x="7217519" y="2131593"/>
                  <a:pt x="7217519" y="2118444"/>
                </a:cubicBezTo>
                <a:cubicBezTo>
                  <a:pt x="7217519" y="2105268"/>
                  <a:pt x="7222446" y="2093777"/>
                  <a:pt x="7230658" y="2085620"/>
                </a:cubicBezTo>
                <a:lnTo>
                  <a:pt x="7248175" y="2078613"/>
                </a:lnTo>
                <a:lnTo>
                  <a:pt x="7248175" y="1978291"/>
                </a:lnTo>
                <a:lnTo>
                  <a:pt x="7254746" y="1971721"/>
                </a:lnTo>
                <a:lnTo>
                  <a:pt x="7254746" y="1645469"/>
                </a:lnTo>
                <a:lnTo>
                  <a:pt x="7207649" y="1598064"/>
                </a:lnTo>
                <a:lnTo>
                  <a:pt x="7172498" y="1633352"/>
                </a:lnTo>
                <a:lnTo>
                  <a:pt x="7173175" y="1634348"/>
                </a:lnTo>
                <a:cubicBezTo>
                  <a:pt x="7183030" y="1657752"/>
                  <a:pt x="7178103" y="1684852"/>
                  <a:pt x="7158393" y="1704560"/>
                </a:cubicBezTo>
                <a:cubicBezTo>
                  <a:pt x="7132116" y="1730838"/>
                  <a:pt x="7092700" y="1730838"/>
                  <a:pt x="7066422" y="1704560"/>
                </a:cubicBezTo>
                <a:cubicBezTo>
                  <a:pt x="7042334" y="1678282"/>
                  <a:pt x="7040145" y="1638866"/>
                  <a:pt x="7066422" y="1612588"/>
                </a:cubicBezTo>
                <a:cubicBezTo>
                  <a:pt x="7086130" y="1592879"/>
                  <a:pt x="7113230" y="1589184"/>
                  <a:pt x="7136632" y="1598731"/>
                </a:cubicBezTo>
                <a:lnTo>
                  <a:pt x="7139668" y="1600663"/>
                </a:lnTo>
                <a:lnTo>
                  <a:pt x="7175065" y="1565266"/>
                </a:lnTo>
                <a:lnTo>
                  <a:pt x="7148905" y="1538934"/>
                </a:lnTo>
                <a:lnTo>
                  <a:pt x="7147444" y="1542506"/>
                </a:lnTo>
                <a:cubicBezTo>
                  <a:pt x="7134306" y="1555645"/>
                  <a:pt x="7112407" y="1555645"/>
                  <a:pt x="7099268" y="1542506"/>
                </a:cubicBezTo>
                <a:cubicBezTo>
                  <a:pt x="7086130" y="1529367"/>
                  <a:pt x="7086130" y="1507469"/>
                  <a:pt x="7099268" y="1494330"/>
                </a:cubicBezTo>
                <a:lnTo>
                  <a:pt x="7103054" y="1492782"/>
                </a:lnTo>
                <a:lnTo>
                  <a:pt x="6984216" y="1373165"/>
                </a:lnTo>
                <a:lnTo>
                  <a:pt x="6937224" y="1420365"/>
                </a:lnTo>
                <a:lnTo>
                  <a:pt x="6937224" y="1743072"/>
                </a:lnTo>
                <a:lnTo>
                  <a:pt x="6947079" y="1747295"/>
                </a:lnTo>
                <a:cubicBezTo>
                  <a:pt x="6953100" y="1753317"/>
                  <a:pt x="6956932" y="1761528"/>
                  <a:pt x="6956932" y="1770288"/>
                </a:cubicBezTo>
                <a:cubicBezTo>
                  <a:pt x="6956932" y="1787805"/>
                  <a:pt x="6941604" y="1803134"/>
                  <a:pt x="6924085" y="1803134"/>
                </a:cubicBezTo>
                <a:cubicBezTo>
                  <a:pt x="6906567" y="1803134"/>
                  <a:pt x="6891238" y="1787805"/>
                  <a:pt x="6891238" y="1770288"/>
                </a:cubicBezTo>
                <a:cubicBezTo>
                  <a:pt x="6891238" y="1761528"/>
                  <a:pt x="6894523" y="1753317"/>
                  <a:pt x="6900270" y="1747295"/>
                </a:cubicBezTo>
                <a:lnTo>
                  <a:pt x="6919705" y="1739253"/>
                </a:lnTo>
                <a:lnTo>
                  <a:pt x="6919705" y="1437961"/>
                </a:lnTo>
                <a:lnTo>
                  <a:pt x="6741892" y="1616563"/>
                </a:lnTo>
                <a:lnTo>
                  <a:pt x="6805834" y="1680507"/>
                </a:lnTo>
                <a:lnTo>
                  <a:pt x="6805834" y="2065912"/>
                </a:lnTo>
                <a:lnTo>
                  <a:pt x="6816784" y="2070292"/>
                </a:lnTo>
                <a:cubicBezTo>
                  <a:pt x="6824996" y="2078503"/>
                  <a:pt x="6829923" y="2089990"/>
                  <a:pt x="6829923" y="2103083"/>
                </a:cubicBezTo>
                <a:cubicBezTo>
                  <a:pt x="6829923" y="2129356"/>
                  <a:pt x="6810214" y="2149063"/>
                  <a:pt x="6783936" y="2149063"/>
                </a:cubicBezTo>
                <a:cubicBezTo>
                  <a:pt x="6757660" y="2149063"/>
                  <a:pt x="6737951" y="2129356"/>
                  <a:pt x="6737951" y="2103083"/>
                </a:cubicBezTo>
                <a:cubicBezTo>
                  <a:pt x="6737951" y="2076862"/>
                  <a:pt x="6759849" y="2057152"/>
                  <a:pt x="6783936" y="2057152"/>
                </a:cubicBezTo>
                <a:lnTo>
                  <a:pt x="6783936" y="1689266"/>
                </a:lnTo>
                <a:lnTo>
                  <a:pt x="6726596" y="1631925"/>
                </a:lnTo>
                <a:lnTo>
                  <a:pt x="6621892" y="1737093"/>
                </a:lnTo>
                <a:lnTo>
                  <a:pt x="6621892" y="2214802"/>
                </a:lnTo>
                <a:lnTo>
                  <a:pt x="6792696" y="2385602"/>
                </a:lnTo>
                <a:lnTo>
                  <a:pt x="6792696" y="3045942"/>
                </a:lnTo>
                <a:lnTo>
                  <a:pt x="6812404" y="3054322"/>
                </a:lnTo>
                <a:cubicBezTo>
                  <a:pt x="6820616" y="3062800"/>
                  <a:pt x="6825543" y="3074261"/>
                  <a:pt x="6825543" y="3086345"/>
                </a:cubicBezTo>
                <a:cubicBezTo>
                  <a:pt x="6825543" y="3112621"/>
                  <a:pt x="6805834" y="3132330"/>
                  <a:pt x="6779556" y="3132330"/>
                </a:cubicBezTo>
                <a:cubicBezTo>
                  <a:pt x="6753280" y="3132330"/>
                  <a:pt x="6733571" y="3112621"/>
                  <a:pt x="6733571" y="3086345"/>
                </a:cubicBezTo>
                <a:cubicBezTo>
                  <a:pt x="6733571" y="3073160"/>
                  <a:pt x="6739046" y="3061701"/>
                  <a:pt x="6747531" y="3053489"/>
                </a:cubicBezTo>
                <a:lnTo>
                  <a:pt x="6768608" y="3044848"/>
                </a:lnTo>
                <a:lnTo>
                  <a:pt x="6768608" y="2396555"/>
                </a:lnTo>
                <a:lnTo>
                  <a:pt x="6597803" y="2225705"/>
                </a:lnTo>
                <a:lnTo>
                  <a:pt x="6597803" y="1774668"/>
                </a:lnTo>
                <a:lnTo>
                  <a:pt x="6594519" y="1782331"/>
                </a:lnTo>
                <a:lnTo>
                  <a:pt x="6591612" y="1783577"/>
                </a:lnTo>
                <a:lnTo>
                  <a:pt x="6595613" y="1793247"/>
                </a:lnTo>
                <a:cubicBezTo>
                  <a:pt x="6595613" y="1804744"/>
                  <a:pt x="6591233" y="1816240"/>
                  <a:pt x="6582475" y="1824999"/>
                </a:cubicBezTo>
                <a:cubicBezTo>
                  <a:pt x="6564955" y="1842518"/>
                  <a:pt x="6536488" y="1842518"/>
                  <a:pt x="6518970" y="1824999"/>
                </a:cubicBezTo>
                <a:cubicBezTo>
                  <a:pt x="6501452" y="1807481"/>
                  <a:pt x="6501452" y="1779013"/>
                  <a:pt x="6518970" y="1761495"/>
                </a:cubicBezTo>
                <a:lnTo>
                  <a:pt x="6541804" y="1752046"/>
                </a:lnTo>
                <a:lnTo>
                  <a:pt x="6548533" y="1736345"/>
                </a:lnTo>
                <a:lnTo>
                  <a:pt x="6571525" y="1726491"/>
                </a:lnTo>
                <a:lnTo>
                  <a:pt x="6571525" y="1476856"/>
                </a:lnTo>
                <a:lnTo>
                  <a:pt x="6451086" y="1356420"/>
                </a:lnTo>
                <a:lnTo>
                  <a:pt x="6451086" y="1733216"/>
                </a:lnTo>
                <a:lnTo>
                  <a:pt x="6499262" y="1781238"/>
                </a:lnTo>
                <a:lnTo>
                  <a:pt x="6499262" y="1891573"/>
                </a:lnTo>
                <a:lnTo>
                  <a:pt x="6575905" y="1969561"/>
                </a:lnTo>
                <a:lnTo>
                  <a:pt x="6575905" y="2454109"/>
                </a:lnTo>
                <a:lnTo>
                  <a:pt x="6592329" y="2461124"/>
                </a:lnTo>
                <a:cubicBezTo>
                  <a:pt x="6598351" y="2467134"/>
                  <a:pt x="6602183" y="2475352"/>
                  <a:pt x="6602183" y="2484109"/>
                </a:cubicBezTo>
                <a:cubicBezTo>
                  <a:pt x="6602183" y="2501626"/>
                  <a:pt x="6586853" y="2517000"/>
                  <a:pt x="6569335" y="2517000"/>
                </a:cubicBezTo>
                <a:cubicBezTo>
                  <a:pt x="6551816" y="2517000"/>
                  <a:pt x="6536488" y="2501626"/>
                  <a:pt x="6536488" y="2484109"/>
                </a:cubicBezTo>
                <a:cubicBezTo>
                  <a:pt x="6535393" y="2475352"/>
                  <a:pt x="6538679" y="2467134"/>
                  <a:pt x="6544700" y="2461124"/>
                </a:cubicBezTo>
                <a:lnTo>
                  <a:pt x="6560576" y="2454803"/>
                </a:lnTo>
                <a:lnTo>
                  <a:pt x="6560576" y="1976131"/>
                </a:lnTo>
                <a:lnTo>
                  <a:pt x="6499262" y="1914816"/>
                </a:lnTo>
                <a:lnTo>
                  <a:pt x="6499262" y="2536988"/>
                </a:lnTo>
                <a:lnTo>
                  <a:pt x="6522254" y="2546511"/>
                </a:lnTo>
                <a:cubicBezTo>
                  <a:pt x="6533752" y="2558052"/>
                  <a:pt x="6540869" y="2573887"/>
                  <a:pt x="6540869" y="2591407"/>
                </a:cubicBezTo>
                <a:cubicBezTo>
                  <a:pt x="6540869" y="2626477"/>
                  <a:pt x="6514590" y="2654952"/>
                  <a:pt x="6477363" y="2654952"/>
                </a:cubicBezTo>
                <a:cubicBezTo>
                  <a:pt x="6440137" y="2654952"/>
                  <a:pt x="6411669" y="2626477"/>
                  <a:pt x="6411669" y="2591407"/>
                </a:cubicBezTo>
                <a:cubicBezTo>
                  <a:pt x="6411669" y="2573887"/>
                  <a:pt x="6418786" y="2558052"/>
                  <a:pt x="6430557" y="2546511"/>
                </a:cubicBezTo>
                <a:lnTo>
                  <a:pt x="6453275" y="2537484"/>
                </a:lnTo>
                <a:lnTo>
                  <a:pt x="6453275" y="1868830"/>
                </a:lnTo>
                <a:lnTo>
                  <a:pt x="6433567" y="1849122"/>
                </a:lnTo>
                <a:lnTo>
                  <a:pt x="6433567" y="1781175"/>
                </a:lnTo>
                <a:lnTo>
                  <a:pt x="6361304" y="1708681"/>
                </a:lnTo>
                <a:lnTo>
                  <a:pt x="6361304" y="2082017"/>
                </a:lnTo>
                <a:lnTo>
                  <a:pt x="6377727" y="2088839"/>
                </a:lnTo>
                <a:cubicBezTo>
                  <a:pt x="6386487" y="2097599"/>
                  <a:pt x="6391961" y="2109682"/>
                  <a:pt x="6391961" y="2122790"/>
                </a:cubicBezTo>
                <a:cubicBezTo>
                  <a:pt x="6391961" y="2149063"/>
                  <a:pt x="6370063" y="2170998"/>
                  <a:pt x="6343785" y="2170998"/>
                </a:cubicBezTo>
                <a:cubicBezTo>
                  <a:pt x="6317507" y="2170998"/>
                  <a:pt x="6295609" y="2149063"/>
                  <a:pt x="6295609" y="2122790"/>
                </a:cubicBezTo>
                <a:cubicBezTo>
                  <a:pt x="6295609" y="2109682"/>
                  <a:pt x="6301084" y="2097599"/>
                  <a:pt x="6309843" y="2088839"/>
                </a:cubicBezTo>
                <a:lnTo>
                  <a:pt x="6326267" y="2082017"/>
                </a:lnTo>
                <a:lnTo>
                  <a:pt x="6326267" y="1673532"/>
                </a:lnTo>
                <a:lnTo>
                  <a:pt x="6153272" y="1499988"/>
                </a:lnTo>
                <a:lnTo>
                  <a:pt x="6153272" y="2722834"/>
                </a:lnTo>
                <a:lnTo>
                  <a:pt x="5923347" y="2954915"/>
                </a:lnTo>
                <a:lnTo>
                  <a:pt x="5923347" y="3218584"/>
                </a:lnTo>
                <a:lnTo>
                  <a:pt x="5939770" y="3225389"/>
                </a:lnTo>
                <a:cubicBezTo>
                  <a:pt x="5951266" y="3236862"/>
                  <a:pt x="5958383" y="3252765"/>
                  <a:pt x="5958383" y="3270284"/>
                </a:cubicBezTo>
                <a:cubicBezTo>
                  <a:pt x="5958383" y="3305319"/>
                  <a:pt x="5929916" y="3333747"/>
                  <a:pt x="5894880" y="3333747"/>
                </a:cubicBezTo>
                <a:cubicBezTo>
                  <a:pt x="5859846" y="3333747"/>
                  <a:pt x="5831380" y="3305319"/>
                  <a:pt x="5831380" y="3270284"/>
                </a:cubicBezTo>
                <a:cubicBezTo>
                  <a:pt x="5831380" y="3252765"/>
                  <a:pt x="5838495" y="3236862"/>
                  <a:pt x="5849993" y="3225389"/>
                </a:cubicBezTo>
                <a:lnTo>
                  <a:pt x="5877363" y="3214018"/>
                </a:lnTo>
                <a:lnTo>
                  <a:pt x="5877363" y="2935209"/>
                </a:lnTo>
                <a:lnTo>
                  <a:pt x="6107286" y="2703096"/>
                </a:lnTo>
                <a:lnTo>
                  <a:pt x="6107286" y="1453852"/>
                </a:lnTo>
                <a:lnTo>
                  <a:pt x="6105096" y="1451658"/>
                </a:lnTo>
                <a:lnTo>
                  <a:pt x="6105096" y="2216946"/>
                </a:lnTo>
                <a:lnTo>
                  <a:pt x="5967143" y="2356684"/>
                </a:lnTo>
                <a:lnTo>
                  <a:pt x="5967143" y="2429398"/>
                </a:lnTo>
                <a:lnTo>
                  <a:pt x="5934296" y="2462243"/>
                </a:lnTo>
                <a:lnTo>
                  <a:pt x="5934296" y="2584386"/>
                </a:lnTo>
                <a:lnTo>
                  <a:pt x="5948530" y="2590307"/>
                </a:lnTo>
                <a:cubicBezTo>
                  <a:pt x="5957288" y="2599067"/>
                  <a:pt x="5962763" y="2611150"/>
                  <a:pt x="5962763" y="2624258"/>
                </a:cubicBezTo>
                <a:cubicBezTo>
                  <a:pt x="5962763" y="2650529"/>
                  <a:pt x="5940865" y="2672471"/>
                  <a:pt x="5914589" y="2672471"/>
                </a:cubicBezTo>
                <a:cubicBezTo>
                  <a:pt x="5888311" y="2672471"/>
                  <a:pt x="5866416" y="2650529"/>
                  <a:pt x="5866416" y="2624258"/>
                </a:cubicBezTo>
                <a:cubicBezTo>
                  <a:pt x="5866416" y="2611150"/>
                  <a:pt x="5871890" y="2599067"/>
                  <a:pt x="5880648" y="2590307"/>
                </a:cubicBezTo>
                <a:lnTo>
                  <a:pt x="5901451" y="2581590"/>
                </a:lnTo>
                <a:lnTo>
                  <a:pt x="5901451" y="2495058"/>
                </a:lnTo>
                <a:lnTo>
                  <a:pt x="5629926" y="2766629"/>
                </a:lnTo>
                <a:lnTo>
                  <a:pt x="5629926" y="3215539"/>
                </a:lnTo>
                <a:lnTo>
                  <a:pt x="5651823" y="3224299"/>
                </a:lnTo>
                <a:cubicBezTo>
                  <a:pt x="5660036" y="3232514"/>
                  <a:pt x="5664962" y="3244005"/>
                  <a:pt x="5664962" y="3257105"/>
                </a:cubicBezTo>
                <a:cubicBezTo>
                  <a:pt x="5664962" y="3283390"/>
                  <a:pt x="5645252" y="3303130"/>
                  <a:pt x="5618976" y="3303130"/>
                </a:cubicBezTo>
                <a:cubicBezTo>
                  <a:pt x="5592701" y="3303130"/>
                  <a:pt x="5572994" y="3283390"/>
                  <a:pt x="5572994" y="3257105"/>
                </a:cubicBezTo>
                <a:cubicBezTo>
                  <a:pt x="5572994" y="3244005"/>
                  <a:pt x="5578468" y="3232514"/>
                  <a:pt x="5586952" y="3224299"/>
                </a:cubicBezTo>
                <a:lnTo>
                  <a:pt x="5608029" y="3215649"/>
                </a:lnTo>
                <a:lnTo>
                  <a:pt x="5608029" y="2757872"/>
                </a:lnTo>
                <a:lnTo>
                  <a:pt x="5731169" y="2634686"/>
                </a:lnTo>
                <a:lnTo>
                  <a:pt x="5708756" y="2643996"/>
                </a:lnTo>
                <a:cubicBezTo>
                  <a:pt x="5691237" y="2643996"/>
                  <a:pt x="5675908" y="2628675"/>
                  <a:pt x="5675908" y="2611150"/>
                </a:cubicBezTo>
                <a:cubicBezTo>
                  <a:pt x="5675908" y="2602387"/>
                  <a:pt x="5679740" y="2594184"/>
                  <a:pt x="5685764" y="2588119"/>
                </a:cubicBezTo>
                <a:lnTo>
                  <a:pt x="5699999" y="2582024"/>
                </a:lnTo>
                <a:lnTo>
                  <a:pt x="5699999" y="2243230"/>
                </a:lnTo>
                <a:lnTo>
                  <a:pt x="5945246" y="2000160"/>
                </a:lnTo>
                <a:lnTo>
                  <a:pt x="5945246" y="1498754"/>
                </a:lnTo>
                <a:lnTo>
                  <a:pt x="5923347" y="1489996"/>
                </a:lnTo>
                <a:cubicBezTo>
                  <a:pt x="5915136" y="1481784"/>
                  <a:pt x="5910209" y="1470286"/>
                  <a:pt x="5910209" y="1457146"/>
                </a:cubicBezTo>
                <a:cubicBezTo>
                  <a:pt x="5910209" y="1444011"/>
                  <a:pt x="5915136" y="1432512"/>
                  <a:pt x="5923347" y="1424300"/>
                </a:cubicBezTo>
                <a:lnTo>
                  <a:pt x="5951814" y="1412913"/>
                </a:lnTo>
                <a:lnTo>
                  <a:pt x="5951814" y="1312426"/>
                </a:lnTo>
                <a:lnTo>
                  <a:pt x="5933474" y="1305782"/>
                </a:lnTo>
                <a:cubicBezTo>
                  <a:pt x="5927180" y="1300029"/>
                  <a:pt x="5923347" y="1291820"/>
                  <a:pt x="5923347" y="1281963"/>
                </a:cubicBezTo>
                <a:lnTo>
                  <a:pt x="5927420" y="1273410"/>
                </a:lnTo>
                <a:lnTo>
                  <a:pt x="5767879" y="1113352"/>
                </a:lnTo>
                <a:lnTo>
                  <a:pt x="5767879" y="673220"/>
                </a:lnTo>
                <a:lnTo>
                  <a:pt x="5638685" y="544021"/>
                </a:lnTo>
                <a:lnTo>
                  <a:pt x="5638685" y="138902"/>
                </a:lnTo>
                <a:close/>
                <a:moveTo>
                  <a:pt x="9221193" y="113203"/>
                </a:moveTo>
                <a:lnTo>
                  <a:pt x="9138897" y="195778"/>
                </a:lnTo>
                <a:lnTo>
                  <a:pt x="9157690" y="195778"/>
                </a:lnTo>
                <a:lnTo>
                  <a:pt x="9221193" y="132276"/>
                </a:lnTo>
                <a:close/>
                <a:moveTo>
                  <a:pt x="2962801" y="112612"/>
                </a:moveTo>
                <a:lnTo>
                  <a:pt x="2962801" y="145453"/>
                </a:lnTo>
                <a:lnTo>
                  <a:pt x="3076671" y="259325"/>
                </a:lnTo>
                <a:lnTo>
                  <a:pt x="3516819" y="259325"/>
                </a:lnTo>
                <a:lnTo>
                  <a:pt x="3829955" y="572467"/>
                </a:lnTo>
                <a:lnTo>
                  <a:pt x="3829955" y="833053"/>
                </a:lnTo>
                <a:lnTo>
                  <a:pt x="3925090" y="833053"/>
                </a:lnTo>
                <a:lnTo>
                  <a:pt x="3926298" y="508966"/>
                </a:lnTo>
                <a:lnTo>
                  <a:pt x="3866171" y="448836"/>
                </a:lnTo>
                <a:lnTo>
                  <a:pt x="3855954" y="450654"/>
                </a:lnTo>
                <a:cubicBezTo>
                  <a:pt x="3843635" y="450380"/>
                  <a:pt x="3831046" y="445452"/>
                  <a:pt x="3821192" y="436693"/>
                </a:cubicBezTo>
                <a:cubicBezTo>
                  <a:pt x="3812432" y="426839"/>
                  <a:pt x="3808054" y="414247"/>
                  <a:pt x="3808054" y="401930"/>
                </a:cubicBezTo>
                <a:lnTo>
                  <a:pt x="3811238" y="393899"/>
                </a:lnTo>
                <a:lnTo>
                  <a:pt x="3529963" y="112612"/>
                </a:lnTo>
                <a:close/>
                <a:moveTo>
                  <a:pt x="2929960" y="112612"/>
                </a:moveTo>
                <a:lnTo>
                  <a:pt x="2945279" y="127935"/>
                </a:lnTo>
                <a:lnTo>
                  <a:pt x="2945279" y="112612"/>
                </a:lnTo>
                <a:close/>
                <a:moveTo>
                  <a:pt x="2750390" y="112612"/>
                </a:moveTo>
                <a:lnTo>
                  <a:pt x="2750390" y="259325"/>
                </a:lnTo>
                <a:lnTo>
                  <a:pt x="3004408" y="259325"/>
                </a:lnTo>
                <a:lnTo>
                  <a:pt x="2945279" y="200199"/>
                </a:lnTo>
                <a:lnTo>
                  <a:pt x="2945279" y="160205"/>
                </a:lnTo>
                <a:lnTo>
                  <a:pt x="2897529" y="112612"/>
                </a:lnTo>
                <a:close/>
                <a:moveTo>
                  <a:pt x="2520483" y="112612"/>
                </a:moveTo>
                <a:lnTo>
                  <a:pt x="2667512" y="259325"/>
                </a:lnTo>
                <a:lnTo>
                  <a:pt x="2715352" y="259325"/>
                </a:lnTo>
                <a:lnTo>
                  <a:pt x="2715352" y="112612"/>
                </a:lnTo>
                <a:close/>
                <a:moveTo>
                  <a:pt x="2465191" y="112612"/>
                </a:moveTo>
                <a:lnTo>
                  <a:pt x="2465713" y="113139"/>
                </a:lnTo>
                <a:lnTo>
                  <a:pt x="2465713" y="112612"/>
                </a:lnTo>
                <a:close/>
                <a:moveTo>
                  <a:pt x="2347460" y="112612"/>
                </a:moveTo>
                <a:lnTo>
                  <a:pt x="2347460" y="213337"/>
                </a:lnTo>
                <a:lnTo>
                  <a:pt x="2612434" y="478309"/>
                </a:lnTo>
                <a:lnTo>
                  <a:pt x="2642409" y="478309"/>
                </a:lnTo>
                <a:lnTo>
                  <a:pt x="2649660" y="460789"/>
                </a:lnTo>
                <a:cubicBezTo>
                  <a:pt x="2667179" y="443270"/>
                  <a:pt x="2695647" y="443270"/>
                  <a:pt x="2713166" y="460789"/>
                </a:cubicBezTo>
                <a:cubicBezTo>
                  <a:pt x="2721928" y="469549"/>
                  <a:pt x="2726306" y="481045"/>
                  <a:pt x="2726306" y="492541"/>
                </a:cubicBezTo>
                <a:lnTo>
                  <a:pt x="2714524" y="521014"/>
                </a:lnTo>
                <a:lnTo>
                  <a:pt x="2755272" y="561516"/>
                </a:lnTo>
                <a:lnTo>
                  <a:pt x="2848832" y="561516"/>
                </a:lnTo>
                <a:lnTo>
                  <a:pt x="2853311" y="550566"/>
                </a:lnTo>
                <a:cubicBezTo>
                  <a:pt x="2859880" y="543996"/>
                  <a:pt x="2868637" y="540711"/>
                  <a:pt x="2877398" y="540711"/>
                </a:cubicBezTo>
                <a:lnTo>
                  <a:pt x="2894073" y="547533"/>
                </a:lnTo>
                <a:lnTo>
                  <a:pt x="2638706" y="292171"/>
                </a:lnTo>
                <a:lnTo>
                  <a:pt x="2597101" y="292171"/>
                </a:lnTo>
                <a:lnTo>
                  <a:pt x="2417541" y="112612"/>
                </a:lnTo>
                <a:close/>
                <a:moveTo>
                  <a:pt x="6733571" y="79462"/>
                </a:moveTo>
                <a:lnTo>
                  <a:pt x="6707913" y="105306"/>
                </a:lnTo>
                <a:lnTo>
                  <a:pt x="6713863" y="119190"/>
                </a:lnTo>
                <a:cubicBezTo>
                  <a:pt x="6713863" y="127949"/>
                  <a:pt x="6710031" y="136161"/>
                  <a:pt x="6704009" y="142183"/>
                </a:cubicBezTo>
                <a:lnTo>
                  <a:pt x="6689775" y="148283"/>
                </a:lnTo>
                <a:lnTo>
                  <a:pt x="6689775" y="876867"/>
                </a:lnTo>
                <a:lnTo>
                  <a:pt x="6712861" y="853782"/>
                </a:lnTo>
                <a:lnTo>
                  <a:pt x="6710579" y="852781"/>
                </a:lnTo>
                <a:cubicBezTo>
                  <a:pt x="6699082" y="840737"/>
                  <a:pt x="6691965" y="824312"/>
                  <a:pt x="6691965" y="806794"/>
                </a:cubicBezTo>
                <a:cubicBezTo>
                  <a:pt x="6691965" y="789275"/>
                  <a:pt x="6699082" y="773399"/>
                  <a:pt x="6710579" y="761903"/>
                </a:cubicBezTo>
                <a:lnTo>
                  <a:pt x="6733571" y="752369"/>
                </a:lnTo>
                <a:close/>
                <a:moveTo>
                  <a:pt x="5616786" y="52405"/>
                </a:moveTo>
                <a:lnTo>
                  <a:pt x="5616786" y="95106"/>
                </a:lnTo>
                <a:lnTo>
                  <a:pt x="5638685" y="117005"/>
                </a:lnTo>
                <a:lnTo>
                  <a:pt x="5638685" y="74961"/>
                </a:lnTo>
                <a:lnTo>
                  <a:pt x="5623355" y="68830"/>
                </a:lnTo>
                <a:close/>
                <a:moveTo>
                  <a:pt x="9764597" y="51258"/>
                </a:moveTo>
                <a:lnTo>
                  <a:pt x="9586890" y="230816"/>
                </a:lnTo>
                <a:lnTo>
                  <a:pt x="9545292" y="230816"/>
                </a:lnTo>
                <a:lnTo>
                  <a:pt x="9293644" y="482465"/>
                </a:lnTo>
                <a:lnTo>
                  <a:pt x="9306595" y="477166"/>
                </a:lnTo>
                <a:cubicBezTo>
                  <a:pt x="9315354" y="477166"/>
                  <a:pt x="9324113" y="480452"/>
                  <a:pt x="9330683" y="487021"/>
                </a:cubicBezTo>
                <a:lnTo>
                  <a:pt x="9336059" y="500162"/>
                </a:lnTo>
                <a:lnTo>
                  <a:pt x="9424853" y="500162"/>
                </a:lnTo>
                <a:lnTo>
                  <a:pt x="9466720" y="458295"/>
                </a:lnTo>
                <a:lnTo>
                  <a:pt x="9455503" y="431188"/>
                </a:lnTo>
                <a:cubicBezTo>
                  <a:pt x="9455503" y="419691"/>
                  <a:pt x="9459883" y="408195"/>
                  <a:pt x="9468642" y="399436"/>
                </a:cubicBezTo>
                <a:cubicBezTo>
                  <a:pt x="9486160" y="381917"/>
                  <a:pt x="9514628" y="381917"/>
                  <a:pt x="9532146" y="399436"/>
                </a:cubicBezTo>
                <a:lnTo>
                  <a:pt x="9538490" y="414767"/>
                </a:lnTo>
                <a:lnTo>
                  <a:pt x="9573744" y="414767"/>
                </a:lnTo>
                <a:lnTo>
                  <a:pt x="9836528" y="151983"/>
                </a:lnTo>
                <a:lnTo>
                  <a:pt x="9836528" y="51258"/>
                </a:lnTo>
                <a:close/>
                <a:moveTo>
                  <a:pt x="9466452" y="51258"/>
                </a:moveTo>
                <a:lnTo>
                  <a:pt x="9466452" y="195778"/>
                </a:lnTo>
                <a:lnTo>
                  <a:pt x="9516495" y="195778"/>
                </a:lnTo>
                <a:lnTo>
                  <a:pt x="9661323" y="51258"/>
                </a:lnTo>
                <a:close/>
                <a:moveTo>
                  <a:pt x="9282929" y="51258"/>
                </a:moveTo>
                <a:lnTo>
                  <a:pt x="9238711" y="95625"/>
                </a:lnTo>
                <a:lnTo>
                  <a:pt x="9238711" y="138844"/>
                </a:lnTo>
                <a:lnTo>
                  <a:pt x="9181777" y="195778"/>
                </a:lnTo>
                <a:lnTo>
                  <a:pt x="9433605" y="195778"/>
                </a:lnTo>
                <a:lnTo>
                  <a:pt x="9433605" y="51258"/>
                </a:lnTo>
                <a:close/>
                <a:moveTo>
                  <a:pt x="9238711" y="51258"/>
                </a:moveTo>
                <a:lnTo>
                  <a:pt x="9238711" y="64900"/>
                </a:lnTo>
                <a:lnTo>
                  <a:pt x="9252306" y="51258"/>
                </a:lnTo>
                <a:close/>
                <a:moveTo>
                  <a:pt x="8654032" y="51258"/>
                </a:moveTo>
                <a:lnTo>
                  <a:pt x="8372766" y="332525"/>
                </a:lnTo>
                <a:lnTo>
                  <a:pt x="8375380" y="338384"/>
                </a:lnTo>
                <a:cubicBezTo>
                  <a:pt x="8375380" y="350702"/>
                  <a:pt x="8370453" y="363293"/>
                  <a:pt x="8360599" y="373148"/>
                </a:cubicBezTo>
                <a:cubicBezTo>
                  <a:pt x="8351840" y="381907"/>
                  <a:pt x="8339796" y="386834"/>
                  <a:pt x="8327477" y="387107"/>
                </a:cubicBezTo>
                <a:lnTo>
                  <a:pt x="8319559" y="385731"/>
                </a:lnTo>
                <a:lnTo>
                  <a:pt x="8257677" y="447613"/>
                </a:lnTo>
                <a:lnTo>
                  <a:pt x="8257677" y="769509"/>
                </a:lnTo>
                <a:lnTo>
                  <a:pt x="8353149" y="769509"/>
                </a:lnTo>
                <a:lnTo>
                  <a:pt x="8351839" y="508921"/>
                </a:lnTo>
                <a:lnTo>
                  <a:pt x="8664982" y="195778"/>
                </a:lnTo>
                <a:lnTo>
                  <a:pt x="9108279" y="195778"/>
                </a:lnTo>
                <a:lnTo>
                  <a:pt x="9221193" y="82477"/>
                </a:lnTo>
                <a:lnTo>
                  <a:pt x="9221193" y="51258"/>
                </a:lnTo>
                <a:close/>
                <a:moveTo>
                  <a:pt x="6921894" y="9991"/>
                </a:moveTo>
                <a:lnTo>
                  <a:pt x="6882478" y="49119"/>
                </a:lnTo>
                <a:lnTo>
                  <a:pt x="6882478" y="674046"/>
                </a:lnTo>
                <a:lnTo>
                  <a:pt x="6894522" y="679782"/>
                </a:lnTo>
                <a:cubicBezTo>
                  <a:pt x="6900544" y="686351"/>
                  <a:pt x="6904376" y="695110"/>
                  <a:pt x="6904376" y="703869"/>
                </a:cubicBezTo>
                <a:lnTo>
                  <a:pt x="6896204" y="722940"/>
                </a:lnTo>
                <a:lnTo>
                  <a:pt x="6910146" y="728710"/>
                </a:lnTo>
                <a:lnTo>
                  <a:pt x="6921894" y="716962"/>
                </a:lnTo>
                <a:close/>
                <a:moveTo>
                  <a:pt x="6078819" y="9567"/>
                </a:moveTo>
                <a:lnTo>
                  <a:pt x="6065681" y="22842"/>
                </a:lnTo>
                <a:lnTo>
                  <a:pt x="6065681" y="112625"/>
                </a:lnTo>
                <a:lnTo>
                  <a:pt x="6078819" y="125763"/>
                </a:lnTo>
                <a:close/>
                <a:moveTo>
                  <a:pt x="5616786" y="5327"/>
                </a:moveTo>
                <a:lnTo>
                  <a:pt x="5616786" y="19561"/>
                </a:lnTo>
                <a:lnTo>
                  <a:pt x="5620852" y="9393"/>
                </a:lnTo>
                <a:close/>
                <a:moveTo>
                  <a:pt x="7368615" y="0"/>
                </a:moveTo>
                <a:lnTo>
                  <a:pt x="7390513" y="0"/>
                </a:lnTo>
                <a:lnTo>
                  <a:pt x="7390513" y="307520"/>
                </a:lnTo>
                <a:lnTo>
                  <a:pt x="7412411" y="316279"/>
                </a:lnTo>
                <a:cubicBezTo>
                  <a:pt x="7420623" y="324491"/>
                  <a:pt x="7425550" y="335988"/>
                  <a:pt x="7425550" y="349127"/>
                </a:cubicBezTo>
                <a:cubicBezTo>
                  <a:pt x="7425550" y="375405"/>
                  <a:pt x="7405842" y="395112"/>
                  <a:pt x="7379564" y="395112"/>
                </a:cubicBezTo>
                <a:cubicBezTo>
                  <a:pt x="7353287" y="395112"/>
                  <a:pt x="7333579" y="375405"/>
                  <a:pt x="7333579" y="349127"/>
                </a:cubicBezTo>
                <a:cubicBezTo>
                  <a:pt x="7333579" y="335988"/>
                  <a:pt x="7338506" y="324491"/>
                  <a:pt x="7346718" y="316279"/>
                </a:cubicBezTo>
                <a:lnTo>
                  <a:pt x="7368615" y="307520"/>
                </a:lnTo>
                <a:close/>
                <a:moveTo>
                  <a:pt x="798334" y="0"/>
                </a:moveTo>
                <a:lnTo>
                  <a:pt x="831295" y="0"/>
                </a:lnTo>
                <a:lnTo>
                  <a:pt x="1957653" y="1124333"/>
                </a:lnTo>
                <a:lnTo>
                  <a:pt x="1957669" y="1124294"/>
                </a:lnTo>
                <a:lnTo>
                  <a:pt x="1959858" y="1124294"/>
                </a:lnTo>
                <a:cubicBezTo>
                  <a:pt x="1977378" y="1106778"/>
                  <a:pt x="2005845" y="1106778"/>
                  <a:pt x="2023363" y="1124294"/>
                </a:cubicBezTo>
                <a:lnTo>
                  <a:pt x="2035143" y="1152764"/>
                </a:lnTo>
                <a:lnTo>
                  <a:pt x="2633122" y="1152764"/>
                </a:lnTo>
                <a:lnTo>
                  <a:pt x="2643089" y="1128674"/>
                </a:lnTo>
                <a:cubicBezTo>
                  <a:pt x="2660608" y="1111155"/>
                  <a:pt x="2689080" y="1111155"/>
                  <a:pt x="2706597" y="1128674"/>
                </a:cubicBezTo>
                <a:cubicBezTo>
                  <a:pt x="2715358" y="1137433"/>
                  <a:pt x="2719738" y="1148930"/>
                  <a:pt x="2719738" y="1160426"/>
                </a:cubicBezTo>
                <a:lnTo>
                  <a:pt x="2711082" y="1181336"/>
                </a:lnTo>
                <a:lnTo>
                  <a:pt x="3059154" y="1529410"/>
                </a:lnTo>
                <a:lnTo>
                  <a:pt x="3059154" y="1267527"/>
                </a:lnTo>
                <a:lnTo>
                  <a:pt x="2887723" y="1095284"/>
                </a:lnTo>
                <a:lnTo>
                  <a:pt x="2873018" y="1101302"/>
                </a:lnTo>
                <a:cubicBezTo>
                  <a:pt x="2864260" y="1101302"/>
                  <a:pt x="2855499" y="1098015"/>
                  <a:pt x="2848931" y="1091447"/>
                </a:cubicBezTo>
                <a:lnTo>
                  <a:pt x="2843555" y="1078310"/>
                </a:lnTo>
                <a:lnTo>
                  <a:pt x="2393544" y="1078310"/>
                </a:lnTo>
                <a:lnTo>
                  <a:pt x="2389065" y="1089258"/>
                </a:lnTo>
                <a:cubicBezTo>
                  <a:pt x="2375929" y="1102396"/>
                  <a:pt x="2354029" y="1102396"/>
                  <a:pt x="2340889" y="1089258"/>
                </a:cubicBezTo>
                <a:cubicBezTo>
                  <a:pt x="2334319" y="1082688"/>
                  <a:pt x="2331036" y="1073930"/>
                  <a:pt x="2331036" y="1065171"/>
                </a:cubicBezTo>
                <a:lnTo>
                  <a:pt x="2333896" y="1058178"/>
                </a:lnTo>
                <a:lnTo>
                  <a:pt x="1445251" y="169542"/>
                </a:lnTo>
                <a:lnTo>
                  <a:pt x="1445251" y="0"/>
                </a:lnTo>
                <a:lnTo>
                  <a:pt x="1460578" y="0"/>
                </a:lnTo>
                <a:lnTo>
                  <a:pt x="1460578" y="162972"/>
                </a:lnTo>
                <a:lnTo>
                  <a:pt x="2340875" y="1041119"/>
                </a:lnTo>
                <a:lnTo>
                  <a:pt x="2340889" y="1041082"/>
                </a:lnTo>
                <a:cubicBezTo>
                  <a:pt x="2354029" y="1027944"/>
                  <a:pt x="2375929" y="1027944"/>
                  <a:pt x="2389065" y="1041082"/>
                </a:cubicBezTo>
                <a:lnTo>
                  <a:pt x="2398026" y="1062980"/>
                </a:lnTo>
                <a:lnTo>
                  <a:pt x="2840869" y="1062980"/>
                </a:lnTo>
                <a:lnTo>
                  <a:pt x="2848931" y="1043272"/>
                </a:lnTo>
                <a:cubicBezTo>
                  <a:pt x="2862070" y="1030133"/>
                  <a:pt x="2883968" y="1030133"/>
                  <a:pt x="2897106" y="1043272"/>
                </a:cubicBezTo>
                <a:cubicBezTo>
                  <a:pt x="2903676" y="1049841"/>
                  <a:pt x="2906962" y="1058599"/>
                  <a:pt x="2906962" y="1067358"/>
                </a:cubicBezTo>
                <a:lnTo>
                  <a:pt x="2899649" y="1085232"/>
                </a:lnTo>
                <a:lnTo>
                  <a:pt x="3059154" y="1244740"/>
                </a:lnTo>
                <a:lnTo>
                  <a:pt x="3059154" y="1168394"/>
                </a:lnTo>
                <a:lnTo>
                  <a:pt x="3037256" y="1159332"/>
                </a:lnTo>
                <a:cubicBezTo>
                  <a:pt x="3028496" y="1150573"/>
                  <a:pt x="3024119" y="1139077"/>
                  <a:pt x="3024119" y="1127579"/>
                </a:cubicBezTo>
                <a:lnTo>
                  <a:pt x="3032769" y="1106670"/>
                </a:lnTo>
                <a:lnTo>
                  <a:pt x="2505124" y="579035"/>
                </a:lnTo>
                <a:lnTo>
                  <a:pt x="2437243" y="579035"/>
                </a:lnTo>
                <a:lnTo>
                  <a:pt x="2359245" y="500206"/>
                </a:lnTo>
                <a:lnTo>
                  <a:pt x="2089063" y="500206"/>
                </a:lnTo>
                <a:lnTo>
                  <a:pt x="1855604" y="266749"/>
                </a:lnTo>
                <a:lnTo>
                  <a:pt x="1847082" y="270275"/>
                </a:lnTo>
                <a:cubicBezTo>
                  <a:pt x="1835586" y="270275"/>
                  <a:pt x="1824090" y="265895"/>
                  <a:pt x="1815331" y="257135"/>
                </a:cubicBezTo>
                <a:cubicBezTo>
                  <a:pt x="1797812" y="239618"/>
                  <a:pt x="1797812" y="211149"/>
                  <a:pt x="1815331" y="193631"/>
                </a:cubicBezTo>
                <a:cubicBezTo>
                  <a:pt x="1832850" y="176112"/>
                  <a:pt x="1861317" y="176112"/>
                  <a:pt x="1878835" y="193631"/>
                </a:cubicBezTo>
                <a:cubicBezTo>
                  <a:pt x="1896354" y="211149"/>
                  <a:pt x="1896354" y="239618"/>
                  <a:pt x="1878835" y="257135"/>
                </a:cubicBezTo>
                <a:lnTo>
                  <a:pt x="1877286" y="257776"/>
                </a:lnTo>
                <a:lnTo>
                  <a:pt x="2097822" y="478309"/>
                </a:lnTo>
                <a:lnTo>
                  <a:pt x="2337576" y="478309"/>
                </a:lnTo>
                <a:lnTo>
                  <a:pt x="2266592" y="406570"/>
                </a:lnTo>
                <a:lnTo>
                  <a:pt x="2259864" y="409321"/>
                </a:lnTo>
                <a:cubicBezTo>
                  <a:pt x="2251106" y="409321"/>
                  <a:pt x="2242345" y="406036"/>
                  <a:pt x="2235776" y="399468"/>
                </a:cubicBezTo>
                <a:cubicBezTo>
                  <a:pt x="2222635" y="386330"/>
                  <a:pt x="2222635" y="364430"/>
                  <a:pt x="2235776" y="351292"/>
                </a:cubicBezTo>
                <a:cubicBezTo>
                  <a:pt x="2242345" y="344723"/>
                  <a:pt x="2251106" y="341438"/>
                  <a:pt x="2259864" y="341438"/>
                </a:cubicBezTo>
                <a:lnTo>
                  <a:pt x="2272833" y="346742"/>
                </a:lnTo>
                <a:lnTo>
                  <a:pt x="1942342" y="16259"/>
                </a:lnTo>
                <a:lnTo>
                  <a:pt x="1942342" y="0"/>
                </a:lnTo>
                <a:lnTo>
                  <a:pt x="1964240" y="0"/>
                </a:lnTo>
                <a:lnTo>
                  <a:pt x="1964240" y="5310"/>
                </a:lnTo>
                <a:lnTo>
                  <a:pt x="2437245" y="478309"/>
                </a:lnTo>
                <a:lnTo>
                  <a:pt x="2588344" y="478309"/>
                </a:lnTo>
                <a:lnTo>
                  <a:pt x="2329940" y="219906"/>
                </a:lnTo>
                <a:lnTo>
                  <a:pt x="2329940" y="112612"/>
                </a:lnTo>
                <a:lnTo>
                  <a:pt x="2303668" y="112612"/>
                </a:lnTo>
                <a:lnTo>
                  <a:pt x="2191054" y="0"/>
                </a:lnTo>
                <a:lnTo>
                  <a:pt x="2254560" y="0"/>
                </a:lnTo>
                <a:lnTo>
                  <a:pt x="2323376" y="68815"/>
                </a:lnTo>
                <a:lnTo>
                  <a:pt x="2329940" y="68803"/>
                </a:lnTo>
                <a:lnTo>
                  <a:pt x="2329940" y="0"/>
                </a:lnTo>
                <a:lnTo>
                  <a:pt x="2347460" y="0"/>
                </a:lnTo>
                <a:lnTo>
                  <a:pt x="2347460" y="68771"/>
                </a:lnTo>
                <a:lnTo>
                  <a:pt x="2384688" y="68704"/>
                </a:lnTo>
                <a:lnTo>
                  <a:pt x="2384688" y="0"/>
                </a:lnTo>
                <a:lnTo>
                  <a:pt x="2419723" y="0"/>
                </a:lnTo>
                <a:lnTo>
                  <a:pt x="2419723" y="66620"/>
                </a:lnTo>
                <a:lnTo>
                  <a:pt x="2421716" y="68639"/>
                </a:lnTo>
                <a:lnTo>
                  <a:pt x="2465713" y="68560"/>
                </a:lnTo>
                <a:lnTo>
                  <a:pt x="2465713" y="0"/>
                </a:lnTo>
                <a:lnTo>
                  <a:pt x="2509509" y="0"/>
                </a:lnTo>
                <a:lnTo>
                  <a:pt x="2509509" y="68481"/>
                </a:lnTo>
                <a:lnTo>
                  <a:pt x="2715352" y="68114"/>
                </a:lnTo>
                <a:lnTo>
                  <a:pt x="2715352" y="0"/>
                </a:lnTo>
                <a:lnTo>
                  <a:pt x="2750390" y="0"/>
                </a:lnTo>
                <a:lnTo>
                  <a:pt x="2750390" y="68050"/>
                </a:lnTo>
                <a:lnTo>
                  <a:pt x="2852635" y="67868"/>
                </a:lnTo>
                <a:lnTo>
                  <a:pt x="2784536" y="0"/>
                </a:lnTo>
                <a:lnTo>
                  <a:pt x="2817349" y="0"/>
                </a:lnTo>
                <a:lnTo>
                  <a:pt x="2885159" y="67810"/>
                </a:lnTo>
                <a:lnTo>
                  <a:pt x="2945279" y="67702"/>
                </a:lnTo>
                <a:lnTo>
                  <a:pt x="2945279" y="0"/>
                </a:lnTo>
                <a:lnTo>
                  <a:pt x="2962801" y="0"/>
                </a:lnTo>
                <a:lnTo>
                  <a:pt x="2962801" y="67671"/>
                </a:lnTo>
                <a:lnTo>
                  <a:pt x="3498242" y="66713"/>
                </a:lnTo>
                <a:lnTo>
                  <a:pt x="3431309" y="0"/>
                </a:lnTo>
                <a:lnTo>
                  <a:pt x="3478667" y="0"/>
                </a:lnTo>
                <a:lnTo>
                  <a:pt x="3545295" y="66628"/>
                </a:lnTo>
                <a:lnTo>
                  <a:pt x="3547483" y="66624"/>
                </a:lnTo>
                <a:lnTo>
                  <a:pt x="3841845" y="361003"/>
                </a:lnTo>
                <a:lnTo>
                  <a:pt x="3855954" y="355670"/>
                </a:lnTo>
                <a:cubicBezTo>
                  <a:pt x="3868271" y="355670"/>
                  <a:pt x="3880314" y="360050"/>
                  <a:pt x="3889071" y="368809"/>
                </a:cubicBezTo>
                <a:cubicBezTo>
                  <a:pt x="3897831" y="378664"/>
                  <a:pt x="3902210" y="391255"/>
                  <a:pt x="3902210" y="403572"/>
                </a:cubicBezTo>
                <a:lnTo>
                  <a:pt x="3897153" y="416318"/>
                </a:lnTo>
                <a:lnTo>
                  <a:pt x="3970092" y="489259"/>
                </a:lnTo>
                <a:lnTo>
                  <a:pt x="3970092" y="833053"/>
                </a:lnTo>
                <a:lnTo>
                  <a:pt x="4121683" y="833053"/>
                </a:lnTo>
                <a:lnTo>
                  <a:pt x="4007319" y="719183"/>
                </a:lnTo>
                <a:lnTo>
                  <a:pt x="4007319" y="381952"/>
                </a:lnTo>
                <a:lnTo>
                  <a:pt x="3625382" y="0"/>
                </a:lnTo>
                <a:lnTo>
                  <a:pt x="3651136" y="0"/>
                </a:lnTo>
                <a:lnTo>
                  <a:pt x="4007319" y="357258"/>
                </a:lnTo>
                <a:lnTo>
                  <a:pt x="4007319" y="326762"/>
                </a:lnTo>
                <a:lnTo>
                  <a:pt x="4005130" y="327208"/>
                </a:lnTo>
                <a:cubicBezTo>
                  <a:pt x="3988707" y="327208"/>
                  <a:pt x="3972281" y="320638"/>
                  <a:pt x="3959143" y="307499"/>
                </a:cubicBezTo>
                <a:cubicBezTo>
                  <a:pt x="3939434" y="287792"/>
                  <a:pt x="3934507" y="259460"/>
                  <a:pt x="3944361" y="236365"/>
                </a:cubicBezTo>
                <a:lnTo>
                  <a:pt x="3947327" y="232184"/>
                </a:lnTo>
                <a:lnTo>
                  <a:pt x="3715154" y="0"/>
                </a:lnTo>
                <a:lnTo>
                  <a:pt x="3777067" y="0"/>
                </a:lnTo>
                <a:lnTo>
                  <a:pt x="3979319" y="202749"/>
                </a:lnTo>
                <a:lnTo>
                  <a:pt x="3982137" y="200746"/>
                </a:lnTo>
                <a:lnTo>
                  <a:pt x="4007319" y="198185"/>
                </a:lnTo>
                <a:lnTo>
                  <a:pt x="4007319" y="136392"/>
                </a:lnTo>
                <a:lnTo>
                  <a:pt x="3991989" y="130122"/>
                </a:lnTo>
                <a:cubicBezTo>
                  <a:pt x="3985421" y="123553"/>
                  <a:pt x="3982137" y="114793"/>
                  <a:pt x="3982137" y="106034"/>
                </a:cubicBezTo>
                <a:lnTo>
                  <a:pt x="3988177" y="91273"/>
                </a:lnTo>
                <a:lnTo>
                  <a:pt x="3896907" y="0"/>
                </a:lnTo>
                <a:lnTo>
                  <a:pt x="3922706" y="0"/>
                </a:lnTo>
                <a:lnTo>
                  <a:pt x="4001236" y="78164"/>
                </a:lnTo>
                <a:lnTo>
                  <a:pt x="4016079" y="72091"/>
                </a:lnTo>
                <a:cubicBezTo>
                  <a:pt x="4024840" y="72091"/>
                  <a:pt x="4033598" y="75376"/>
                  <a:pt x="4040167" y="81947"/>
                </a:cubicBezTo>
                <a:cubicBezTo>
                  <a:pt x="4053308" y="95085"/>
                  <a:pt x="4053308" y="116982"/>
                  <a:pt x="4040167" y="130122"/>
                </a:cubicBezTo>
                <a:lnTo>
                  <a:pt x="4024839" y="136393"/>
                </a:lnTo>
                <a:lnTo>
                  <a:pt x="4024839" y="200652"/>
                </a:lnTo>
                <a:lnTo>
                  <a:pt x="4051117" y="215528"/>
                </a:lnTo>
                <a:cubicBezTo>
                  <a:pt x="4075205" y="241805"/>
                  <a:pt x="4075205" y="283412"/>
                  <a:pt x="4051117" y="307499"/>
                </a:cubicBezTo>
                <a:cubicBezTo>
                  <a:pt x="4044546" y="314069"/>
                  <a:pt x="4037157" y="318996"/>
                  <a:pt x="4029356" y="322281"/>
                </a:cubicBezTo>
                <a:lnTo>
                  <a:pt x="4024839" y="323199"/>
                </a:lnTo>
                <a:lnTo>
                  <a:pt x="4024839" y="374830"/>
                </a:lnTo>
                <a:lnTo>
                  <a:pt x="4192509" y="542992"/>
                </a:lnTo>
                <a:lnTo>
                  <a:pt x="4208789" y="536333"/>
                </a:lnTo>
                <a:lnTo>
                  <a:pt x="4210979" y="537228"/>
                </a:lnTo>
                <a:lnTo>
                  <a:pt x="4210979" y="233629"/>
                </a:lnTo>
                <a:lnTo>
                  <a:pt x="3976847" y="0"/>
                </a:lnTo>
                <a:lnTo>
                  <a:pt x="4009637" y="0"/>
                </a:lnTo>
                <a:lnTo>
                  <a:pt x="4210979" y="201788"/>
                </a:lnTo>
                <a:lnTo>
                  <a:pt x="4210979" y="180417"/>
                </a:lnTo>
                <a:lnTo>
                  <a:pt x="4066444" y="33795"/>
                </a:lnTo>
                <a:lnTo>
                  <a:pt x="4066444" y="0"/>
                </a:lnTo>
                <a:lnTo>
                  <a:pt x="4088385" y="0"/>
                </a:lnTo>
                <a:lnTo>
                  <a:pt x="4088347" y="25036"/>
                </a:lnTo>
                <a:lnTo>
                  <a:pt x="4210979" y="145912"/>
                </a:lnTo>
                <a:lnTo>
                  <a:pt x="4210979" y="0"/>
                </a:lnTo>
                <a:lnTo>
                  <a:pt x="4232829" y="0"/>
                </a:lnTo>
                <a:lnTo>
                  <a:pt x="4232829" y="167498"/>
                </a:lnTo>
                <a:lnTo>
                  <a:pt x="4241584" y="176132"/>
                </a:lnTo>
                <a:lnTo>
                  <a:pt x="4241584" y="232513"/>
                </a:lnTo>
                <a:lnTo>
                  <a:pt x="4460508" y="451906"/>
                </a:lnTo>
                <a:lnTo>
                  <a:pt x="4481384" y="443270"/>
                </a:lnTo>
                <a:cubicBezTo>
                  <a:pt x="4492881" y="443270"/>
                  <a:pt x="4504374" y="447650"/>
                  <a:pt x="4513129" y="456409"/>
                </a:cubicBezTo>
                <a:lnTo>
                  <a:pt x="4522190" y="478310"/>
                </a:lnTo>
                <a:lnTo>
                  <a:pt x="4672982" y="478310"/>
                </a:lnTo>
                <a:lnTo>
                  <a:pt x="4672982" y="342553"/>
                </a:lnTo>
                <a:lnTo>
                  <a:pt x="4561306" y="230873"/>
                </a:lnTo>
                <a:lnTo>
                  <a:pt x="4561306" y="0"/>
                </a:lnTo>
                <a:lnTo>
                  <a:pt x="4578826" y="0"/>
                </a:lnTo>
                <a:lnTo>
                  <a:pt x="4578826" y="222114"/>
                </a:lnTo>
                <a:lnTo>
                  <a:pt x="4690499" y="335984"/>
                </a:lnTo>
                <a:lnTo>
                  <a:pt x="4690499" y="478310"/>
                </a:lnTo>
                <a:lnTo>
                  <a:pt x="4959857" y="478310"/>
                </a:lnTo>
                <a:lnTo>
                  <a:pt x="5167876" y="686342"/>
                </a:lnTo>
                <a:lnTo>
                  <a:pt x="5167876" y="543142"/>
                </a:lnTo>
                <a:lnTo>
                  <a:pt x="5148168" y="535259"/>
                </a:lnTo>
                <a:cubicBezTo>
                  <a:pt x="5139957" y="527048"/>
                  <a:pt x="5135030" y="515551"/>
                  <a:pt x="5135030" y="502412"/>
                </a:cubicBezTo>
                <a:lnTo>
                  <a:pt x="5141285" y="486771"/>
                </a:lnTo>
                <a:lnTo>
                  <a:pt x="4711144" y="56631"/>
                </a:lnTo>
                <a:lnTo>
                  <a:pt x="4697069" y="62260"/>
                </a:lnTo>
                <a:cubicBezTo>
                  <a:pt x="4670799" y="62260"/>
                  <a:pt x="4651088" y="42553"/>
                  <a:pt x="4651088" y="16275"/>
                </a:cubicBezTo>
                <a:lnTo>
                  <a:pt x="4657598" y="0"/>
                </a:lnTo>
                <a:lnTo>
                  <a:pt x="4736544" y="0"/>
                </a:lnTo>
                <a:lnTo>
                  <a:pt x="4743054" y="16275"/>
                </a:lnTo>
                <a:lnTo>
                  <a:pt x="4731749" y="44540"/>
                </a:lnTo>
                <a:lnTo>
                  <a:pt x="5152970" y="467642"/>
                </a:lnTo>
                <a:lnTo>
                  <a:pt x="5181020" y="456426"/>
                </a:lnTo>
                <a:cubicBezTo>
                  <a:pt x="5207287" y="456426"/>
                  <a:pt x="5226997" y="476134"/>
                  <a:pt x="5226997" y="502412"/>
                </a:cubicBezTo>
                <a:cubicBezTo>
                  <a:pt x="5226997" y="515551"/>
                  <a:pt x="5221518" y="527048"/>
                  <a:pt x="5213037" y="535259"/>
                </a:cubicBezTo>
                <a:lnTo>
                  <a:pt x="5189778" y="544804"/>
                </a:lnTo>
                <a:lnTo>
                  <a:pt x="5189778" y="708240"/>
                </a:lnTo>
                <a:lnTo>
                  <a:pt x="5273152" y="791611"/>
                </a:lnTo>
                <a:lnTo>
                  <a:pt x="5289417" y="784881"/>
                </a:lnTo>
                <a:cubicBezTo>
                  <a:pt x="5300909" y="784881"/>
                  <a:pt x="5312411" y="789260"/>
                  <a:pt x="5321171" y="798020"/>
                </a:cubicBezTo>
                <a:cubicBezTo>
                  <a:pt x="5338683" y="815539"/>
                  <a:pt x="5338683" y="844006"/>
                  <a:pt x="5321171" y="861524"/>
                </a:cubicBezTo>
                <a:cubicBezTo>
                  <a:pt x="5303646" y="879043"/>
                  <a:pt x="5275187" y="879043"/>
                  <a:pt x="5257668" y="861524"/>
                </a:cubicBezTo>
                <a:cubicBezTo>
                  <a:pt x="5248907" y="852765"/>
                  <a:pt x="5244521" y="841269"/>
                  <a:pt x="5244521" y="829773"/>
                </a:cubicBezTo>
                <a:lnTo>
                  <a:pt x="5254463" y="805766"/>
                </a:lnTo>
                <a:lnTo>
                  <a:pt x="5189778" y="741087"/>
                </a:lnTo>
                <a:lnTo>
                  <a:pt x="5189778" y="1034516"/>
                </a:lnTo>
                <a:lnTo>
                  <a:pt x="5375914" y="848404"/>
                </a:lnTo>
                <a:lnTo>
                  <a:pt x="5375914" y="603764"/>
                </a:lnTo>
                <a:lnTo>
                  <a:pt x="5361680" y="597665"/>
                </a:lnTo>
                <a:cubicBezTo>
                  <a:pt x="5355658" y="591642"/>
                  <a:pt x="5351823" y="583431"/>
                  <a:pt x="5351823" y="574672"/>
                </a:cubicBezTo>
                <a:lnTo>
                  <a:pt x="5356419" y="563943"/>
                </a:lnTo>
                <a:lnTo>
                  <a:pt x="5036861" y="244373"/>
                </a:lnTo>
                <a:lnTo>
                  <a:pt x="5027742" y="248390"/>
                </a:lnTo>
                <a:cubicBezTo>
                  <a:pt x="5010222" y="248390"/>
                  <a:pt x="4994898" y="230871"/>
                  <a:pt x="4994898" y="213353"/>
                </a:cubicBezTo>
                <a:cubicBezTo>
                  <a:pt x="4993799" y="204594"/>
                  <a:pt x="4997083" y="196382"/>
                  <a:pt x="5003102" y="190360"/>
                </a:cubicBezTo>
                <a:lnTo>
                  <a:pt x="5010222" y="187513"/>
                </a:lnTo>
                <a:lnTo>
                  <a:pt x="5010222" y="0"/>
                </a:lnTo>
                <a:lnTo>
                  <a:pt x="5027744" y="0"/>
                </a:lnTo>
                <a:lnTo>
                  <a:pt x="5027744" y="180506"/>
                </a:lnTo>
                <a:lnTo>
                  <a:pt x="5050731" y="190360"/>
                </a:lnTo>
                <a:cubicBezTo>
                  <a:pt x="5056747" y="196382"/>
                  <a:pt x="5060581" y="204594"/>
                  <a:pt x="5060581" y="213353"/>
                </a:cubicBezTo>
                <a:lnTo>
                  <a:pt x="5051895" y="235321"/>
                </a:lnTo>
                <a:lnTo>
                  <a:pt x="5366280" y="549709"/>
                </a:lnTo>
                <a:lnTo>
                  <a:pt x="5384675" y="541825"/>
                </a:lnTo>
                <a:cubicBezTo>
                  <a:pt x="5402195" y="541825"/>
                  <a:pt x="5417522" y="557153"/>
                  <a:pt x="5417522" y="574672"/>
                </a:cubicBezTo>
                <a:cubicBezTo>
                  <a:pt x="5417522" y="583431"/>
                  <a:pt x="5413690" y="591642"/>
                  <a:pt x="5407669" y="597665"/>
                </a:cubicBezTo>
                <a:lnTo>
                  <a:pt x="5393435" y="603765"/>
                </a:lnTo>
                <a:lnTo>
                  <a:pt x="5393435" y="830885"/>
                </a:lnTo>
                <a:lnTo>
                  <a:pt x="5443800" y="780520"/>
                </a:lnTo>
                <a:lnTo>
                  <a:pt x="5435038" y="758618"/>
                </a:lnTo>
                <a:cubicBezTo>
                  <a:pt x="5435038" y="745479"/>
                  <a:pt x="5439966" y="733984"/>
                  <a:pt x="5448179" y="725772"/>
                </a:cubicBezTo>
                <a:lnTo>
                  <a:pt x="5470075" y="717012"/>
                </a:lnTo>
                <a:lnTo>
                  <a:pt x="5470075" y="0"/>
                </a:lnTo>
                <a:lnTo>
                  <a:pt x="5494165" y="0"/>
                </a:lnTo>
                <a:lnTo>
                  <a:pt x="5494165" y="718218"/>
                </a:lnTo>
                <a:lnTo>
                  <a:pt x="5513870" y="726593"/>
                </a:lnTo>
                <a:cubicBezTo>
                  <a:pt x="5522082" y="735078"/>
                  <a:pt x="5527008" y="746574"/>
                  <a:pt x="5527008" y="758618"/>
                </a:cubicBezTo>
                <a:cubicBezTo>
                  <a:pt x="5527008" y="784896"/>
                  <a:pt x="5507300" y="804604"/>
                  <a:pt x="5481022" y="804604"/>
                </a:cubicBezTo>
                <a:lnTo>
                  <a:pt x="5460693" y="796472"/>
                </a:lnTo>
                <a:lnTo>
                  <a:pt x="5393435" y="863732"/>
                </a:lnTo>
                <a:lnTo>
                  <a:pt x="5393435" y="968039"/>
                </a:lnTo>
                <a:lnTo>
                  <a:pt x="5581054" y="779147"/>
                </a:lnTo>
                <a:lnTo>
                  <a:pt x="5575184" y="765184"/>
                </a:lnTo>
                <a:cubicBezTo>
                  <a:pt x="5575184" y="756425"/>
                  <a:pt x="5579016" y="748213"/>
                  <a:pt x="5585035" y="742191"/>
                </a:cubicBezTo>
                <a:lnTo>
                  <a:pt x="5599269" y="736091"/>
                </a:lnTo>
                <a:lnTo>
                  <a:pt x="5599269" y="99486"/>
                </a:lnTo>
                <a:lnTo>
                  <a:pt x="5499790" y="0"/>
                </a:lnTo>
                <a:lnTo>
                  <a:pt x="5521686" y="0"/>
                </a:lnTo>
                <a:lnTo>
                  <a:pt x="5599269" y="77588"/>
                </a:lnTo>
                <a:lnTo>
                  <a:pt x="5599269" y="0"/>
                </a:lnTo>
                <a:lnTo>
                  <a:pt x="5681208" y="0"/>
                </a:lnTo>
                <a:lnTo>
                  <a:pt x="5689047" y="3136"/>
                </a:lnTo>
                <a:cubicBezTo>
                  <a:pt x="5697259" y="11348"/>
                  <a:pt x="5702185" y="22844"/>
                  <a:pt x="5702185" y="35984"/>
                </a:cubicBezTo>
                <a:cubicBezTo>
                  <a:pt x="5702185" y="49122"/>
                  <a:pt x="5697260" y="60619"/>
                  <a:pt x="5689048" y="68830"/>
                </a:cubicBezTo>
                <a:lnTo>
                  <a:pt x="5660581" y="80216"/>
                </a:lnTo>
                <a:lnTo>
                  <a:pt x="5660581" y="138902"/>
                </a:lnTo>
                <a:lnTo>
                  <a:pt x="5723280" y="201604"/>
                </a:lnTo>
                <a:lnTo>
                  <a:pt x="5737221" y="195835"/>
                </a:lnTo>
                <a:lnTo>
                  <a:pt x="5737221" y="193645"/>
                </a:lnTo>
                <a:cubicBezTo>
                  <a:pt x="5745978" y="193645"/>
                  <a:pt x="5754192" y="197477"/>
                  <a:pt x="5760213" y="203773"/>
                </a:cubicBezTo>
                <a:lnTo>
                  <a:pt x="5767879" y="223148"/>
                </a:lnTo>
                <a:lnTo>
                  <a:pt x="5767879" y="0"/>
                </a:lnTo>
                <a:lnTo>
                  <a:pt x="5811673" y="0"/>
                </a:lnTo>
                <a:lnTo>
                  <a:pt x="5811673" y="670841"/>
                </a:lnTo>
                <a:lnTo>
                  <a:pt x="5818240" y="677393"/>
                </a:lnTo>
                <a:lnTo>
                  <a:pt x="5818240" y="0"/>
                </a:lnTo>
                <a:lnTo>
                  <a:pt x="5853275" y="0"/>
                </a:lnTo>
                <a:lnTo>
                  <a:pt x="5853275" y="712339"/>
                </a:lnTo>
                <a:lnTo>
                  <a:pt x="6204859" y="1063008"/>
                </a:lnTo>
                <a:lnTo>
                  <a:pt x="6378823" y="887817"/>
                </a:lnTo>
                <a:lnTo>
                  <a:pt x="6378823" y="473943"/>
                </a:lnTo>
                <a:lnTo>
                  <a:pt x="6100716" y="196785"/>
                </a:lnTo>
                <a:lnTo>
                  <a:pt x="6100716" y="613764"/>
                </a:lnTo>
                <a:lnTo>
                  <a:pt x="6129184" y="625863"/>
                </a:lnTo>
                <a:cubicBezTo>
                  <a:pt x="6137396" y="634349"/>
                  <a:pt x="6142323" y="645845"/>
                  <a:pt x="6142323" y="657889"/>
                </a:cubicBezTo>
                <a:cubicBezTo>
                  <a:pt x="6142323" y="684167"/>
                  <a:pt x="6120426" y="703874"/>
                  <a:pt x="6096338" y="703874"/>
                </a:cubicBezTo>
                <a:lnTo>
                  <a:pt x="6093024" y="702549"/>
                </a:lnTo>
                <a:lnTo>
                  <a:pt x="6089494" y="711534"/>
                </a:lnTo>
                <a:cubicBezTo>
                  <a:pt x="6083747" y="717557"/>
                  <a:pt x="6075534" y="721389"/>
                  <a:pt x="6065680" y="721389"/>
                </a:cubicBezTo>
                <a:cubicBezTo>
                  <a:pt x="6045972" y="721389"/>
                  <a:pt x="6030645" y="706060"/>
                  <a:pt x="6030645" y="688542"/>
                </a:cubicBezTo>
                <a:cubicBezTo>
                  <a:pt x="6030645" y="679783"/>
                  <a:pt x="6034477" y="671571"/>
                  <a:pt x="6040498" y="665548"/>
                </a:cubicBezTo>
                <a:lnTo>
                  <a:pt x="6048165" y="662264"/>
                </a:lnTo>
                <a:lnTo>
                  <a:pt x="6048165" y="144410"/>
                </a:lnTo>
                <a:lnTo>
                  <a:pt x="5903264" y="0"/>
                </a:lnTo>
                <a:lnTo>
                  <a:pt x="5953062" y="0"/>
                </a:lnTo>
                <a:lnTo>
                  <a:pt x="6048165" y="95106"/>
                </a:lnTo>
                <a:lnTo>
                  <a:pt x="6048165" y="14083"/>
                </a:lnTo>
                <a:lnTo>
                  <a:pt x="6062393" y="0"/>
                </a:lnTo>
                <a:lnTo>
                  <a:pt x="6100716" y="0"/>
                </a:lnTo>
                <a:lnTo>
                  <a:pt x="6100716" y="147661"/>
                </a:lnTo>
                <a:lnTo>
                  <a:pt x="6413860" y="460804"/>
                </a:lnTo>
                <a:lnTo>
                  <a:pt x="6413860" y="903146"/>
                </a:lnTo>
                <a:lnTo>
                  <a:pt x="6228795" y="1086885"/>
                </a:lnTo>
                <a:lnTo>
                  <a:pt x="6295728" y="1153642"/>
                </a:lnTo>
                <a:lnTo>
                  <a:pt x="6523351" y="927236"/>
                </a:lnTo>
                <a:lnTo>
                  <a:pt x="6523351" y="839566"/>
                </a:lnTo>
                <a:lnTo>
                  <a:pt x="6515685" y="836351"/>
                </a:lnTo>
                <a:cubicBezTo>
                  <a:pt x="6506926" y="827592"/>
                  <a:pt x="6501452" y="815549"/>
                  <a:pt x="6501452" y="802409"/>
                </a:cubicBezTo>
                <a:cubicBezTo>
                  <a:pt x="6501452" y="789270"/>
                  <a:pt x="6506926" y="777227"/>
                  <a:pt x="6515685" y="768467"/>
                </a:cubicBezTo>
                <a:lnTo>
                  <a:pt x="6523351" y="765253"/>
                </a:lnTo>
                <a:lnTo>
                  <a:pt x="6523351" y="366647"/>
                </a:lnTo>
                <a:lnTo>
                  <a:pt x="6157631" y="0"/>
                </a:lnTo>
                <a:lnTo>
                  <a:pt x="6222398" y="0"/>
                </a:lnTo>
                <a:lnTo>
                  <a:pt x="6534299" y="311901"/>
                </a:lnTo>
                <a:lnTo>
                  <a:pt x="6534299" y="0"/>
                </a:lnTo>
                <a:lnTo>
                  <a:pt x="6569335" y="0"/>
                </a:lnTo>
                <a:lnTo>
                  <a:pt x="6569335" y="346938"/>
                </a:lnTo>
                <a:lnTo>
                  <a:pt x="6569335" y="762499"/>
                </a:lnTo>
                <a:lnTo>
                  <a:pt x="6583569" y="768467"/>
                </a:lnTo>
                <a:cubicBezTo>
                  <a:pt x="6592330" y="777227"/>
                  <a:pt x="6597803" y="789270"/>
                  <a:pt x="6597803" y="802409"/>
                </a:cubicBezTo>
                <a:cubicBezTo>
                  <a:pt x="6596708" y="815549"/>
                  <a:pt x="6591234" y="827592"/>
                  <a:pt x="6582749" y="836351"/>
                </a:cubicBezTo>
                <a:lnTo>
                  <a:pt x="6569335" y="842115"/>
                </a:lnTo>
                <a:lnTo>
                  <a:pt x="6569335" y="944756"/>
                </a:lnTo>
                <a:lnTo>
                  <a:pt x="6328121" y="1185949"/>
                </a:lnTo>
                <a:lnTo>
                  <a:pt x="6433567" y="1291124"/>
                </a:lnTo>
                <a:lnTo>
                  <a:pt x="6433567" y="1133058"/>
                </a:lnTo>
                <a:lnTo>
                  <a:pt x="6672256" y="894386"/>
                </a:lnTo>
                <a:lnTo>
                  <a:pt x="6672256" y="148283"/>
                </a:lnTo>
                <a:lnTo>
                  <a:pt x="6658024" y="142183"/>
                </a:lnTo>
                <a:cubicBezTo>
                  <a:pt x="6652001" y="136161"/>
                  <a:pt x="6648170" y="127949"/>
                  <a:pt x="6648170" y="119190"/>
                </a:cubicBezTo>
                <a:cubicBezTo>
                  <a:pt x="6648170" y="101671"/>
                  <a:pt x="6661308" y="86343"/>
                  <a:pt x="6681016" y="86343"/>
                </a:cubicBezTo>
                <a:lnTo>
                  <a:pt x="6696348" y="92913"/>
                </a:lnTo>
                <a:lnTo>
                  <a:pt x="6733571" y="55690"/>
                </a:lnTo>
                <a:lnTo>
                  <a:pt x="6733571" y="0"/>
                </a:lnTo>
                <a:lnTo>
                  <a:pt x="6779557" y="0"/>
                </a:lnTo>
                <a:lnTo>
                  <a:pt x="6779557" y="9704"/>
                </a:lnTo>
                <a:lnTo>
                  <a:pt x="6789261" y="0"/>
                </a:lnTo>
                <a:lnTo>
                  <a:pt x="6812466" y="0"/>
                </a:lnTo>
                <a:lnTo>
                  <a:pt x="6779557" y="33145"/>
                </a:lnTo>
                <a:lnTo>
                  <a:pt x="6779557" y="752837"/>
                </a:lnTo>
                <a:lnTo>
                  <a:pt x="6800361" y="761082"/>
                </a:lnTo>
                <a:lnTo>
                  <a:pt x="6802462" y="764181"/>
                </a:lnTo>
                <a:lnTo>
                  <a:pt x="6845909" y="720733"/>
                </a:lnTo>
                <a:lnTo>
                  <a:pt x="6838682" y="703869"/>
                </a:lnTo>
                <a:cubicBezTo>
                  <a:pt x="6838682" y="695110"/>
                  <a:pt x="6843062" y="686898"/>
                  <a:pt x="6849631" y="680877"/>
                </a:cubicBezTo>
                <a:lnTo>
                  <a:pt x="6864960" y="674606"/>
                </a:lnTo>
                <a:lnTo>
                  <a:pt x="6864960" y="42550"/>
                </a:lnTo>
                <a:lnTo>
                  <a:pt x="6907509" y="0"/>
                </a:lnTo>
                <a:lnTo>
                  <a:pt x="6943792" y="0"/>
                </a:lnTo>
                <a:lnTo>
                  <a:pt x="6943792" y="695064"/>
                </a:lnTo>
                <a:lnTo>
                  <a:pt x="7180292" y="458564"/>
                </a:lnTo>
                <a:lnTo>
                  <a:pt x="7180292" y="40548"/>
                </a:lnTo>
                <a:lnTo>
                  <a:pt x="7020436" y="195836"/>
                </a:lnTo>
                <a:lnTo>
                  <a:pt x="7020436" y="431710"/>
                </a:lnTo>
                <a:lnTo>
                  <a:pt x="7034670" y="437809"/>
                </a:lnTo>
                <a:cubicBezTo>
                  <a:pt x="7040692" y="443832"/>
                  <a:pt x="7044524" y="452043"/>
                  <a:pt x="7044524" y="460803"/>
                </a:cubicBezTo>
                <a:cubicBezTo>
                  <a:pt x="7044524" y="478321"/>
                  <a:pt x="7031385" y="493650"/>
                  <a:pt x="7011676" y="493650"/>
                </a:cubicBezTo>
                <a:cubicBezTo>
                  <a:pt x="6994159" y="495840"/>
                  <a:pt x="6978830" y="478321"/>
                  <a:pt x="6978830" y="460803"/>
                </a:cubicBezTo>
                <a:cubicBezTo>
                  <a:pt x="6977735" y="452043"/>
                  <a:pt x="6981567" y="443832"/>
                  <a:pt x="6987863" y="437809"/>
                </a:cubicBezTo>
                <a:lnTo>
                  <a:pt x="7002918" y="431580"/>
                </a:lnTo>
                <a:lnTo>
                  <a:pt x="7002918" y="189268"/>
                </a:lnTo>
                <a:lnTo>
                  <a:pt x="7180292" y="15272"/>
                </a:lnTo>
                <a:lnTo>
                  <a:pt x="7180292" y="0"/>
                </a:lnTo>
                <a:lnTo>
                  <a:pt x="7222034" y="0"/>
                </a:lnTo>
                <a:lnTo>
                  <a:pt x="7204380" y="17149"/>
                </a:lnTo>
                <a:lnTo>
                  <a:pt x="7204380" y="434476"/>
                </a:lnTo>
                <a:lnTo>
                  <a:pt x="7224088" y="414768"/>
                </a:lnTo>
                <a:lnTo>
                  <a:pt x="7660462" y="414768"/>
                </a:lnTo>
                <a:lnTo>
                  <a:pt x="7668619" y="395056"/>
                </a:lnTo>
                <a:cubicBezTo>
                  <a:pt x="7677378" y="386296"/>
                  <a:pt x="7688875" y="381917"/>
                  <a:pt x="7700371" y="381917"/>
                </a:cubicBezTo>
                <a:lnTo>
                  <a:pt x="7721284" y="390570"/>
                </a:lnTo>
                <a:lnTo>
                  <a:pt x="7948914" y="162940"/>
                </a:lnTo>
                <a:lnTo>
                  <a:pt x="7948914" y="0"/>
                </a:lnTo>
                <a:lnTo>
                  <a:pt x="7973003" y="0"/>
                </a:lnTo>
                <a:lnTo>
                  <a:pt x="7973003" y="138851"/>
                </a:lnTo>
                <a:lnTo>
                  <a:pt x="8111853" y="0"/>
                </a:lnTo>
                <a:lnTo>
                  <a:pt x="8143751" y="0"/>
                </a:lnTo>
                <a:lnTo>
                  <a:pt x="7973003" y="171118"/>
                </a:lnTo>
                <a:lnTo>
                  <a:pt x="7973003" y="475770"/>
                </a:lnTo>
                <a:lnTo>
                  <a:pt x="7974919" y="474976"/>
                </a:lnTo>
                <a:lnTo>
                  <a:pt x="7989513" y="481463"/>
                </a:lnTo>
                <a:lnTo>
                  <a:pt x="8159137" y="311839"/>
                </a:lnTo>
                <a:lnTo>
                  <a:pt x="8159137" y="262201"/>
                </a:lnTo>
                <a:lnTo>
                  <a:pt x="8152737" y="260927"/>
                </a:lnTo>
                <a:cubicBezTo>
                  <a:pt x="8144766" y="257642"/>
                  <a:pt x="8137238" y="252715"/>
                  <a:pt x="8130668" y="246145"/>
                </a:cubicBezTo>
                <a:cubicBezTo>
                  <a:pt x="8106581" y="222058"/>
                  <a:pt x="8106581" y="180452"/>
                  <a:pt x="8130668" y="154174"/>
                </a:cubicBezTo>
                <a:lnTo>
                  <a:pt x="8159137" y="138574"/>
                </a:lnTo>
                <a:lnTo>
                  <a:pt x="8159137" y="75036"/>
                </a:lnTo>
                <a:lnTo>
                  <a:pt x="8143807" y="68764"/>
                </a:lnTo>
                <a:cubicBezTo>
                  <a:pt x="8130669" y="55627"/>
                  <a:pt x="8130669" y="33728"/>
                  <a:pt x="8143807" y="20590"/>
                </a:cubicBezTo>
                <a:cubicBezTo>
                  <a:pt x="8150377" y="14020"/>
                  <a:pt x="8159137" y="10735"/>
                  <a:pt x="8167896" y="10735"/>
                </a:cubicBezTo>
                <a:lnTo>
                  <a:pt x="8182584" y="16744"/>
                </a:lnTo>
                <a:lnTo>
                  <a:pt x="8199250" y="0"/>
                </a:lnTo>
                <a:lnTo>
                  <a:pt x="8223528" y="0"/>
                </a:lnTo>
                <a:lnTo>
                  <a:pt x="8195163" y="28365"/>
                </a:lnTo>
                <a:lnTo>
                  <a:pt x="8201838" y="44677"/>
                </a:lnTo>
                <a:cubicBezTo>
                  <a:pt x="8201838" y="53437"/>
                  <a:pt x="8198552" y="62196"/>
                  <a:pt x="8191983" y="68764"/>
                </a:cubicBezTo>
                <a:lnTo>
                  <a:pt x="8176655" y="75035"/>
                </a:lnTo>
                <a:lnTo>
                  <a:pt x="8176655" y="136939"/>
                </a:lnTo>
                <a:lnTo>
                  <a:pt x="8200879" y="139392"/>
                </a:lnTo>
                <a:lnTo>
                  <a:pt x="8201780" y="140005"/>
                </a:lnTo>
                <a:lnTo>
                  <a:pt x="8341784" y="0"/>
                </a:lnTo>
                <a:lnTo>
                  <a:pt x="8407478" y="0"/>
                </a:lnTo>
                <a:lnTo>
                  <a:pt x="8234723" y="172755"/>
                </a:lnTo>
                <a:lnTo>
                  <a:pt x="8236190" y="175011"/>
                </a:lnTo>
                <a:cubicBezTo>
                  <a:pt x="8245223" y="198106"/>
                  <a:pt x="8240707" y="226438"/>
                  <a:pt x="8222640" y="246145"/>
                </a:cubicBezTo>
                <a:cubicBezTo>
                  <a:pt x="8210597" y="259284"/>
                  <a:pt x="8194172" y="265854"/>
                  <a:pt x="8177475" y="265854"/>
                </a:cubicBezTo>
                <a:lnTo>
                  <a:pt x="8176655" y="265690"/>
                </a:lnTo>
                <a:lnTo>
                  <a:pt x="8176655" y="294320"/>
                </a:lnTo>
                <a:lnTo>
                  <a:pt x="8470974" y="0"/>
                </a:lnTo>
                <a:lnTo>
                  <a:pt x="8495062" y="0"/>
                </a:lnTo>
                <a:lnTo>
                  <a:pt x="8176655" y="318407"/>
                </a:lnTo>
                <a:lnTo>
                  <a:pt x="8176655" y="657830"/>
                </a:lnTo>
                <a:lnTo>
                  <a:pt x="8064492" y="769509"/>
                </a:lnTo>
                <a:lnTo>
                  <a:pt x="8211691" y="769509"/>
                </a:lnTo>
                <a:lnTo>
                  <a:pt x="8211691" y="427905"/>
                </a:lnTo>
                <a:lnTo>
                  <a:pt x="8285255" y="354343"/>
                </a:lnTo>
                <a:lnTo>
                  <a:pt x="8279576" y="340027"/>
                </a:lnTo>
                <a:cubicBezTo>
                  <a:pt x="8279576" y="327708"/>
                  <a:pt x="8283956" y="315117"/>
                  <a:pt x="8292714" y="305264"/>
                </a:cubicBezTo>
                <a:cubicBezTo>
                  <a:pt x="8302568" y="296503"/>
                  <a:pt x="8314612" y="292123"/>
                  <a:pt x="8326657" y="292123"/>
                </a:cubicBezTo>
                <a:lnTo>
                  <a:pt x="8341664" y="297934"/>
                </a:lnTo>
                <a:lnTo>
                  <a:pt x="8634324" y="5273"/>
                </a:lnTo>
                <a:lnTo>
                  <a:pt x="8636507" y="5273"/>
                </a:lnTo>
                <a:lnTo>
                  <a:pt x="8641780" y="0"/>
                </a:lnTo>
                <a:lnTo>
                  <a:pt x="8689957" y="0"/>
                </a:lnTo>
                <a:lnTo>
                  <a:pt x="8684684" y="5273"/>
                </a:lnTo>
                <a:lnTo>
                  <a:pt x="9221193" y="5273"/>
                </a:lnTo>
                <a:lnTo>
                  <a:pt x="9221193" y="0"/>
                </a:lnTo>
                <a:lnTo>
                  <a:pt x="9238711" y="0"/>
                </a:lnTo>
                <a:lnTo>
                  <a:pt x="9238711" y="5273"/>
                </a:lnTo>
                <a:lnTo>
                  <a:pt x="9298135" y="5273"/>
                </a:lnTo>
                <a:lnTo>
                  <a:pt x="9303390" y="0"/>
                </a:lnTo>
                <a:lnTo>
                  <a:pt x="9334014" y="0"/>
                </a:lnTo>
                <a:lnTo>
                  <a:pt x="9328759" y="5273"/>
                </a:lnTo>
                <a:lnTo>
                  <a:pt x="9433605" y="5273"/>
                </a:lnTo>
                <a:lnTo>
                  <a:pt x="9433605" y="0"/>
                </a:lnTo>
                <a:lnTo>
                  <a:pt x="9466452" y="0"/>
                </a:lnTo>
                <a:lnTo>
                  <a:pt x="9466452" y="5273"/>
                </a:lnTo>
                <a:lnTo>
                  <a:pt x="9672293" y="5273"/>
                </a:lnTo>
                <a:lnTo>
                  <a:pt x="9672293" y="0"/>
                </a:lnTo>
                <a:lnTo>
                  <a:pt x="9718280" y="0"/>
                </a:lnTo>
                <a:lnTo>
                  <a:pt x="9718280" y="5273"/>
                </a:lnTo>
                <a:lnTo>
                  <a:pt x="9764258" y="5273"/>
                </a:lnTo>
                <a:lnTo>
                  <a:pt x="9764265" y="5265"/>
                </a:lnTo>
                <a:lnTo>
                  <a:pt x="9764265" y="0"/>
                </a:lnTo>
                <a:lnTo>
                  <a:pt x="9797112" y="0"/>
                </a:lnTo>
                <a:lnTo>
                  <a:pt x="9797112" y="5273"/>
                </a:lnTo>
                <a:lnTo>
                  <a:pt x="9836528" y="5273"/>
                </a:lnTo>
                <a:lnTo>
                  <a:pt x="9836528" y="0"/>
                </a:lnTo>
                <a:lnTo>
                  <a:pt x="9854047" y="0"/>
                </a:lnTo>
                <a:lnTo>
                  <a:pt x="9854047" y="5273"/>
                </a:lnTo>
                <a:lnTo>
                  <a:pt x="9860616" y="5273"/>
                </a:lnTo>
                <a:lnTo>
                  <a:pt x="9865889" y="0"/>
                </a:lnTo>
                <a:lnTo>
                  <a:pt x="9929392" y="0"/>
                </a:lnTo>
                <a:lnTo>
                  <a:pt x="9878135" y="51258"/>
                </a:lnTo>
                <a:lnTo>
                  <a:pt x="9854047" y="51258"/>
                </a:lnTo>
                <a:lnTo>
                  <a:pt x="9854047" y="158552"/>
                </a:lnTo>
                <a:lnTo>
                  <a:pt x="9597153" y="414767"/>
                </a:lnTo>
                <a:lnTo>
                  <a:pt x="9746747" y="414767"/>
                </a:lnTo>
                <a:lnTo>
                  <a:pt x="10161512" y="0"/>
                </a:lnTo>
                <a:lnTo>
                  <a:pt x="10194360" y="0"/>
                </a:lnTo>
                <a:lnTo>
                  <a:pt x="9907466" y="286895"/>
                </a:lnTo>
                <a:lnTo>
                  <a:pt x="9924122" y="280082"/>
                </a:lnTo>
                <a:cubicBezTo>
                  <a:pt x="9932881" y="280082"/>
                  <a:pt x="9941640" y="283366"/>
                  <a:pt x="9948209" y="289936"/>
                </a:cubicBezTo>
                <a:cubicBezTo>
                  <a:pt x="9961348" y="303075"/>
                  <a:pt x="9961348" y="324973"/>
                  <a:pt x="9948209" y="338112"/>
                </a:cubicBezTo>
                <a:cubicBezTo>
                  <a:pt x="9941640" y="344681"/>
                  <a:pt x="9932881" y="347965"/>
                  <a:pt x="9924122" y="347965"/>
                </a:cubicBezTo>
                <a:lnTo>
                  <a:pt x="9916864" y="344997"/>
                </a:lnTo>
                <a:lnTo>
                  <a:pt x="9846353" y="414767"/>
                </a:lnTo>
                <a:lnTo>
                  <a:pt x="10083978" y="414767"/>
                </a:lnTo>
                <a:lnTo>
                  <a:pt x="10305152" y="193592"/>
                </a:lnTo>
                <a:lnTo>
                  <a:pt x="10305148" y="193591"/>
                </a:lnTo>
                <a:cubicBezTo>
                  <a:pt x="10287629" y="176074"/>
                  <a:pt x="10287629" y="147605"/>
                  <a:pt x="10305148" y="130087"/>
                </a:cubicBezTo>
                <a:cubicBezTo>
                  <a:pt x="10322666" y="112569"/>
                  <a:pt x="10351134" y="112569"/>
                  <a:pt x="10368652" y="130087"/>
                </a:cubicBezTo>
                <a:cubicBezTo>
                  <a:pt x="10386171" y="147605"/>
                  <a:pt x="10386171" y="176074"/>
                  <a:pt x="10368652" y="193591"/>
                </a:cubicBezTo>
                <a:cubicBezTo>
                  <a:pt x="10359893" y="202350"/>
                  <a:pt x="10348397" y="206730"/>
                  <a:pt x="10336900" y="206730"/>
                </a:cubicBezTo>
                <a:lnTo>
                  <a:pt x="10329934" y="203848"/>
                </a:lnTo>
                <a:lnTo>
                  <a:pt x="10094926" y="438856"/>
                </a:lnTo>
                <a:lnTo>
                  <a:pt x="9822008" y="438856"/>
                </a:lnTo>
                <a:lnTo>
                  <a:pt x="9744556" y="515492"/>
                </a:lnTo>
                <a:lnTo>
                  <a:pt x="9678529" y="515832"/>
                </a:lnTo>
                <a:lnTo>
                  <a:pt x="9149037" y="1045325"/>
                </a:lnTo>
                <a:lnTo>
                  <a:pt x="9157688" y="1066230"/>
                </a:lnTo>
                <a:cubicBezTo>
                  <a:pt x="9157688" y="1077727"/>
                  <a:pt x="9153308" y="1089223"/>
                  <a:pt x="9144549" y="1097982"/>
                </a:cubicBezTo>
                <a:lnTo>
                  <a:pt x="9124842" y="1106069"/>
                </a:lnTo>
                <a:lnTo>
                  <a:pt x="9124842" y="1179004"/>
                </a:lnTo>
                <a:lnTo>
                  <a:pt x="9283074" y="1020772"/>
                </a:lnTo>
                <a:lnTo>
                  <a:pt x="9277032" y="1006004"/>
                </a:lnTo>
                <a:cubicBezTo>
                  <a:pt x="9277032" y="997246"/>
                  <a:pt x="9280317" y="988485"/>
                  <a:pt x="9286887" y="981916"/>
                </a:cubicBezTo>
                <a:cubicBezTo>
                  <a:pt x="9300026" y="968778"/>
                  <a:pt x="9321924" y="968778"/>
                  <a:pt x="9335063" y="981916"/>
                </a:cubicBezTo>
                <a:lnTo>
                  <a:pt x="9342230" y="999440"/>
                </a:lnTo>
                <a:lnTo>
                  <a:pt x="9786858" y="999440"/>
                </a:lnTo>
                <a:lnTo>
                  <a:pt x="9794923" y="979728"/>
                </a:lnTo>
                <a:cubicBezTo>
                  <a:pt x="9801492" y="973158"/>
                  <a:pt x="9810251" y="969873"/>
                  <a:pt x="9819010" y="969873"/>
                </a:cubicBezTo>
                <a:lnTo>
                  <a:pt x="9841547" y="979093"/>
                </a:lnTo>
                <a:lnTo>
                  <a:pt x="10721211" y="99427"/>
                </a:lnTo>
                <a:lnTo>
                  <a:pt x="10721211" y="0"/>
                </a:lnTo>
                <a:lnTo>
                  <a:pt x="10738730" y="0"/>
                </a:lnTo>
                <a:lnTo>
                  <a:pt x="10738730" y="105997"/>
                </a:lnTo>
                <a:lnTo>
                  <a:pt x="9849457" y="995270"/>
                </a:lnTo>
                <a:lnTo>
                  <a:pt x="9852952" y="1003815"/>
                </a:lnTo>
                <a:cubicBezTo>
                  <a:pt x="9852952" y="1012574"/>
                  <a:pt x="9849668" y="1021334"/>
                  <a:pt x="9843099" y="1027903"/>
                </a:cubicBezTo>
                <a:cubicBezTo>
                  <a:pt x="9829960" y="1041042"/>
                  <a:pt x="9808062" y="1041042"/>
                  <a:pt x="9794923" y="1027903"/>
                </a:cubicBezTo>
                <a:lnTo>
                  <a:pt x="9790445" y="1016958"/>
                </a:lnTo>
                <a:lnTo>
                  <a:pt x="9340436" y="1016958"/>
                </a:lnTo>
                <a:lnTo>
                  <a:pt x="9335063" y="1030092"/>
                </a:lnTo>
                <a:cubicBezTo>
                  <a:pt x="9328493" y="1036661"/>
                  <a:pt x="9319734" y="1039947"/>
                  <a:pt x="9310975" y="1039947"/>
                </a:cubicBezTo>
                <a:lnTo>
                  <a:pt x="9296158" y="1033885"/>
                </a:lnTo>
                <a:lnTo>
                  <a:pt x="9124842" y="1204397"/>
                </a:lnTo>
                <a:lnTo>
                  <a:pt x="9124842" y="1465876"/>
                </a:lnTo>
                <a:lnTo>
                  <a:pt x="9471366" y="1119351"/>
                </a:lnTo>
                <a:lnTo>
                  <a:pt x="9462071" y="1096889"/>
                </a:lnTo>
                <a:cubicBezTo>
                  <a:pt x="9462071" y="1085392"/>
                  <a:pt x="9466450" y="1073896"/>
                  <a:pt x="9475210" y="1065137"/>
                </a:cubicBezTo>
                <a:cubicBezTo>
                  <a:pt x="9492728" y="1047618"/>
                  <a:pt x="9521196" y="1047618"/>
                  <a:pt x="9538715" y="1065137"/>
                </a:cubicBezTo>
                <a:lnTo>
                  <a:pt x="9549590" y="1091419"/>
                </a:lnTo>
                <a:lnTo>
                  <a:pt x="10151029" y="1091419"/>
                </a:lnTo>
                <a:lnTo>
                  <a:pt x="10162810" y="1062947"/>
                </a:lnTo>
                <a:cubicBezTo>
                  <a:pt x="10180329" y="1045429"/>
                  <a:pt x="10208795" y="1045429"/>
                  <a:pt x="10226314" y="1062947"/>
                </a:cubicBezTo>
                <a:lnTo>
                  <a:pt x="10226315" y="1062949"/>
                </a:lnTo>
                <a:lnTo>
                  <a:pt x="11289265" y="0"/>
                </a:lnTo>
                <a:lnTo>
                  <a:pt x="11321907" y="0"/>
                </a:lnTo>
                <a:lnTo>
                  <a:pt x="10235303" y="1084671"/>
                </a:lnTo>
                <a:lnTo>
                  <a:pt x="10239453" y="1094700"/>
                </a:lnTo>
                <a:cubicBezTo>
                  <a:pt x="10239453" y="1106196"/>
                  <a:pt x="10235073" y="1117692"/>
                  <a:pt x="10226314" y="1126451"/>
                </a:cubicBezTo>
                <a:cubicBezTo>
                  <a:pt x="10208795" y="1143971"/>
                  <a:pt x="10180329" y="1143971"/>
                  <a:pt x="10162810" y="1126451"/>
                </a:cubicBezTo>
                <a:lnTo>
                  <a:pt x="10157375" y="1113317"/>
                </a:lnTo>
                <a:lnTo>
                  <a:pt x="9545056" y="1113317"/>
                </a:lnTo>
                <a:lnTo>
                  <a:pt x="9538715" y="1128641"/>
                </a:lnTo>
                <a:cubicBezTo>
                  <a:pt x="9529956" y="1137401"/>
                  <a:pt x="9518459" y="1141781"/>
                  <a:pt x="9506963" y="1141781"/>
                </a:cubicBezTo>
                <a:lnTo>
                  <a:pt x="9489153" y="1134411"/>
                </a:lnTo>
                <a:lnTo>
                  <a:pt x="9124842" y="1498723"/>
                </a:lnTo>
                <a:lnTo>
                  <a:pt x="9124842" y="1693616"/>
                </a:lnTo>
                <a:lnTo>
                  <a:pt x="9076674" y="1741783"/>
                </a:lnTo>
                <a:lnTo>
                  <a:pt x="9556233" y="1741783"/>
                </a:lnTo>
                <a:lnTo>
                  <a:pt x="9972297" y="1325719"/>
                </a:lnTo>
                <a:lnTo>
                  <a:pt x="10129963" y="1325719"/>
                </a:lnTo>
                <a:lnTo>
                  <a:pt x="10887637" y="568045"/>
                </a:lnTo>
                <a:lnTo>
                  <a:pt x="10887637" y="449795"/>
                </a:lnTo>
                <a:lnTo>
                  <a:pt x="11187640" y="149792"/>
                </a:lnTo>
                <a:lnTo>
                  <a:pt x="11200780" y="160740"/>
                </a:lnTo>
                <a:lnTo>
                  <a:pt x="10905154" y="456365"/>
                </a:lnTo>
                <a:lnTo>
                  <a:pt x="10905154" y="574615"/>
                </a:lnTo>
                <a:lnTo>
                  <a:pt x="10138722" y="1343237"/>
                </a:lnTo>
                <a:lnTo>
                  <a:pt x="9978866" y="1343237"/>
                </a:lnTo>
                <a:lnTo>
                  <a:pt x="9562802" y="1759301"/>
                </a:lnTo>
                <a:lnTo>
                  <a:pt x="9059156" y="1759301"/>
                </a:lnTo>
                <a:lnTo>
                  <a:pt x="8722445" y="2095982"/>
                </a:lnTo>
                <a:lnTo>
                  <a:pt x="9270703" y="2095167"/>
                </a:lnTo>
                <a:lnTo>
                  <a:pt x="9335064" y="2030830"/>
                </a:lnTo>
                <a:lnTo>
                  <a:pt x="9326304" y="2008930"/>
                </a:lnTo>
                <a:cubicBezTo>
                  <a:pt x="9326304" y="1984842"/>
                  <a:pt x="9346012" y="1962944"/>
                  <a:pt x="9372289" y="1962944"/>
                </a:cubicBezTo>
                <a:cubicBezTo>
                  <a:pt x="9390356" y="1962944"/>
                  <a:pt x="9407190" y="1974029"/>
                  <a:pt x="9414478" y="1990659"/>
                </a:cubicBezTo>
                <a:lnTo>
                  <a:pt x="9416000" y="1997986"/>
                </a:lnTo>
                <a:lnTo>
                  <a:pt x="9935081" y="1997986"/>
                </a:lnTo>
                <a:lnTo>
                  <a:pt x="10373671" y="1559398"/>
                </a:lnTo>
                <a:lnTo>
                  <a:pt x="10349039" y="1549546"/>
                </a:lnTo>
                <a:lnTo>
                  <a:pt x="10070839" y="1833750"/>
                </a:lnTo>
                <a:lnTo>
                  <a:pt x="9742366" y="1833750"/>
                </a:lnTo>
                <a:lnTo>
                  <a:pt x="9733607" y="1855647"/>
                </a:lnTo>
                <a:cubicBezTo>
                  <a:pt x="9725395" y="1863858"/>
                  <a:pt x="9713899" y="1868785"/>
                  <a:pt x="9700760" y="1868785"/>
                </a:cubicBezTo>
                <a:cubicBezTo>
                  <a:pt x="9674483" y="1868785"/>
                  <a:pt x="9654774" y="1849077"/>
                  <a:pt x="9654774" y="1822800"/>
                </a:cubicBezTo>
                <a:cubicBezTo>
                  <a:pt x="9654774" y="1796522"/>
                  <a:pt x="9674483" y="1776813"/>
                  <a:pt x="9700760" y="1776813"/>
                </a:cubicBezTo>
                <a:cubicBezTo>
                  <a:pt x="9713899" y="1776813"/>
                  <a:pt x="9725395" y="1781740"/>
                  <a:pt x="9733607" y="1789952"/>
                </a:cubicBezTo>
                <a:lnTo>
                  <a:pt x="9742367" y="1811852"/>
                </a:lnTo>
                <a:lnTo>
                  <a:pt x="10062080" y="1811852"/>
                </a:lnTo>
                <a:lnTo>
                  <a:pt x="10335169" y="1528868"/>
                </a:lnTo>
                <a:lnTo>
                  <a:pt x="10329235" y="1514033"/>
                </a:lnTo>
                <a:cubicBezTo>
                  <a:pt x="10329235" y="1487755"/>
                  <a:pt x="10348944" y="1468047"/>
                  <a:pt x="10375222" y="1468047"/>
                </a:cubicBezTo>
                <a:cubicBezTo>
                  <a:pt x="10388361" y="1468047"/>
                  <a:pt x="10399857" y="1472974"/>
                  <a:pt x="10408069" y="1481186"/>
                </a:cubicBezTo>
                <a:lnTo>
                  <a:pt x="10415079" y="1498710"/>
                </a:lnTo>
                <a:lnTo>
                  <a:pt x="10648960" y="1498710"/>
                </a:lnTo>
                <a:lnTo>
                  <a:pt x="11640931" y="506740"/>
                </a:lnTo>
                <a:lnTo>
                  <a:pt x="11640931" y="346882"/>
                </a:lnTo>
                <a:lnTo>
                  <a:pt x="11987813" y="0"/>
                </a:lnTo>
                <a:lnTo>
                  <a:pt x="12018471" y="0"/>
                </a:lnTo>
                <a:lnTo>
                  <a:pt x="11662829" y="355643"/>
                </a:lnTo>
                <a:lnTo>
                  <a:pt x="11662829" y="517688"/>
                </a:lnTo>
                <a:lnTo>
                  <a:pt x="10681809" y="1498710"/>
                </a:lnTo>
                <a:lnTo>
                  <a:pt x="11040923" y="1498710"/>
                </a:lnTo>
                <a:lnTo>
                  <a:pt x="11136509" y="1404743"/>
                </a:lnTo>
                <a:lnTo>
                  <a:pt x="11132313" y="1398726"/>
                </a:lnTo>
                <a:cubicBezTo>
                  <a:pt x="11129884" y="1393182"/>
                  <a:pt x="11128516" y="1387024"/>
                  <a:pt x="11128516" y="1380454"/>
                </a:cubicBezTo>
                <a:cubicBezTo>
                  <a:pt x="11128516" y="1354177"/>
                  <a:pt x="11148224" y="1334468"/>
                  <a:pt x="11174501" y="1334468"/>
                </a:cubicBezTo>
                <a:cubicBezTo>
                  <a:pt x="11187641" y="1334468"/>
                  <a:pt x="11199137" y="1339395"/>
                  <a:pt x="11207349" y="1347607"/>
                </a:cubicBezTo>
                <a:lnTo>
                  <a:pt x="11216986" y="1371701"/>
                </a:lnTo>
                <a:lnTo>
                  <a:pt x="11707936" y="1371701"/>
                </a:lnTo>
                <a:lnTo>
                  <a:pt x="11717575" y="1347606"/>
                </a:lnTo>
                <a:cubicBezTo>
                  <a:pt x="11725786" y="1339395"/>
                  <a:pt x="11737283" y="1334467"/>
                  <a:pt x="11750421" y="1334467"/>
                </a:cubicBezTo>
                <a:cubicBezTo>
                  <a:pt x="11776699" y="1334467"/>
                  <a:pt x="11796407" y="1354177"/>
                  <a:pt x="11796407" y="1380454"/>
                </a:cubicBezTo>
                <a:lnTo>
                  <a:pt x="11787487" y="1402197"/>
                </a:lnTo>
                <a:lnTo>
                  <a:pt x="12100790" y="1715500"/>
                </a:lnTo>
                <a:lnTo>
                  <a:pt x="12085462" y="1730829"/>
                </a:lnTo>
                <a:lnTo>
                  <a:pt x="11772559" y="1419945"/>
                </a:lnTo>
                <a:lnTo>
                  <a:pt x="11768692" y="1422642"/>
                </a:lnTo>
                <a:cubicBezTo>
                  <a:pt x="11763149" y="1425071"/>
                  <a:pt x="11756990" y="1426439"/>
                  <a:pt x="11750421" y="1426439"/>
                </a:cubicBezTo>
                <a:cubicBezTo>
                  <a:pt x="11737283" y="1426439"/>
                  <a:pt x="11725786" y="1421512"/>
                  <a:pt x="11717575" y="1413301"/>
                </a:cubicBezTo>
                <a:lnTo>
                  <a:pt x="11709694" y="1393600"/>
                </a:lnTo>
                <a:lnTo>
                  <a:pt x="11215095" y="1393600"/>
                </a:lnTo>
                <a:lnTo>
                  <a:pt x="11207349" y="1412480"/>
                </a:lnTo>
                <a:cubicBezTo>
                  <a:pt x="11199137" y="1420965"/>
                  <a:pt x="11187641" y="1426440"/>
                  <a:pt x="11174501" y="1426440"/>
                </a:cubicBezTo>
                <a:lnTo>
                  <a:pt x="11154320" y="1418160"/>
                </a:lnTo>
                <a:lnTo>
                  <a:pt x="11049683" y="1522797"/>
                </a:lnTo>
                <a:lnTo>
                  <a:pt x="10657721" y="1522797"/>
                </a:lnTo>
                <a:lnTo>
                  <a:pt x="10627049" y="1553468"/>
                </a:lnTo>
                <a:lnTo>
                  <a:pt x="10412448" y="1553468"/>
                </a:lnTo>
                <a:lnTo>
                  <a:pt x="9967928" y="1997986"/>
                </a:lnTo>
                <a:lnTo>
                  <a:pt x="10034480" y="1997986"/>
                </a:lnTo>
                <a:lnTo>
                  <a:pt x="10059569" y="1972410"/>
                </a:lnTo>
                <a:lnTo>
                  <a:pt x="10055509" y="1962937"/>
                </a:lnTo>
                <a:cubicBezTo>
                  <a:pt x="10055509" y="1945419"/>
                  <a:pt x="10070839" y="1927900"/>
                  <a:pt x="10088357" y="1930090"/>
                </a:cubicBezTo>
                <a:cubicBezTo>
                  <a:pt x="10097116" y="1930090"/>
                  <a:pt x="10105328" y="1933923"/>
                  <a:pt x="10111350" y="1939944"/>
                </a:cubicBezTo>
                <a:lnTo>
                  <a:pt x="10116514" y="1951992"/>
                </a:lnTo>
                <a:lnTo>
                  <a:pt x="10305155" y="1951992"/>
                </a:lnTo>
                <a:lnTo>
                  <a:pt x="10664277" y="1592871"/>
                </a:lnTo>
                <a:lnTo>
                  <a:pt x="11695235" y="1592871"/>
                </a:lnTo>
                <a:lnTo>
                  <a:pt x="11706625" y="1564397"/>
                </a:lnTo>
                <a:cubicBezTo>
                  <a:pt x="11714836" y="1556187"/>
                  <a:pt x="11726333" y="1551259"/>
                  <a:pt x="11739471" y="1551259"/>
                </a:cubicBezTo>
                <a:cubicBezTo>
                  <a:pt x="11765749" y="1551259"/>
                  <a:pt x="11785458" y="1570967"/>
                  <a:pt x="11785458" y="1597245"/>
                </a:cubicBezTo>
                <a:lnTo>
                  <a:pt x="11774081" y="1625686"/>
                </a:lnTo>
                <a:lnTo>
                  <a:pt x="11921226" y="1774626"/>
                </a:lnTo>
                <a:lnTo>
                  <a:pt x="12100790" y="1774626"/>
                </a:lnTo>
                <a:lnTo>
                  <a:pt x="12100790" y="1796524"/>
                </a:lnTo>
                <a:lnTo>
                  <a:pt x="11912467" y="1796524"/>
                </a:lnTo>
                <a:lnTo>
                  <a:pt x="11752166" y="1638152"/>
                </a:lnTo>
                <a:lnTo>
                  <a:pt x="11739471" y="1643230"/>
                </a:lnTo>
                <a:cubicBezTo>
                  <a:pt x="11726333" y="1643230"/>
                  <a:pt x="11714836" y="1638304"/>
                  <a:pt x="11706625" y="1630092"/>
                </a:cubicBezTo>
                <a:lnTo>
                  <a:pt x="11701371" y="1616958"/>
                </a:lnTo>
                <a:lnTo>
                  <a:pt x="10673037" y="1616958"/>
                </a:lnTo>
                <a:lnTo>
                  <a:pt x="10338002" y="1951992"/>
                </a:lnTo>
                <a:lnTo>
                  <a:pt x="10467200" y="1951992"/>
                </a:lnTo>
                <a:lnTo>
                  <a:pt x="10574494" y="1844699"/>
                </a:lnTo>
                <a:lnTo>
                  <a:pt x="10655198" y="1844699"/>
                </a:lnTo>
                <a:lnTo>
                  <a:pt x="10656611" y="1841402"/>
                </a:lnTo>
                <a:cubicBezTo>
                  <a:pt x="10662634" y="1835381"/>
                  <a:pt x="10670845" y="1831547"/>
                  <a:pt x="10679605" y="1831547"/>
                </a:cubicBezTo>
                <a:cubicBezTo>
                  <a:pt x="10688364" y="1831547"/>
                  <a:pt x="10696575" y="1835381"/>
                  <a:pt x="10702598" y="1841402"/>
                </a:cubicBezTo>
                <a:lnTo>
                  <a:pt x="10704011" y="1844699"/>
                </a:lnTo>
                <a:lnTo>
                  <a:pt x="10985738" y="1844699"/>
                </a:lnTo>
                <a:lnTo>
                  <a:pt x="10992747" y="1827175"/>
                </a:lnTo>
                <a:cubicBezTo>
                  <a:pt x="11000958" y="1818963"/>
                  <a:pt x="11012455" y="1814036"/>
                  <a:pt x="11025593" y="1814036"/>
                </a:cubicBezTo>
                <a:cubicBezTo>
                  <a:pt x="11038733" y="1814036"/>
                  <a:pt x="11050230" y="1818963"/>
                  <a:pt x="11058442" y="1827175"/>
                </a:cubicBezTo>
                <a:lnTo>
                  <a:pt x="11069828" y="1855641"/>
                </a:lnTo>
                <a:lnTo>
                  <a:pt x="11075332" y="1855641"/>
                </a:lnTo>
                <a:lnTo>
                  <a:pt x="11081434" y="1841402"/>
                </a:lnTo>
                <a:cubicBezTo>
                  <a:pt x="11087457" y="1835380"/>
                  <a:pt x="11095668" y="1831547"/>
                  <a:pt x="11104427" y="1831547"/>
                </a:cubicBezTo>
                <a:cubicBezTo>
                  <a:pt x="11121946" y="1831547"/>
                  <a:pt x="11137274" y="1846876"/>
                  <a:pt x="11137274" y="1864396"/>
                </a:cubicBezTo>
                <a:lnTo>
                  <a:pt x="11131302" y="1878329"/>
                </a:lnTo>
                <a:lnTo>
                  <a:pt x="11362825" y="2111829"/>
                </a:lnTo>
                <a:lnTo>
                  <a:pt x="11351876" y="2122779"/>
                </a:lnTo>
                <a:lnTo>
                  <a:pt x="11119753" y="1890674"/>
                </a:lnTo>
                <a:lnTo>
                  <a:pt x="11104427" y="1897241"/>
                </a:lnTo>
                <a:cubicBezTo>
                  <a:pt x="11095668" y="1897241"/>
                  <a:pt x="11087457" y="1893409"/>
                  <a:pt x="11081434" y="1887387"/>
                </a:cubicBezTo>
                <a:lnTo>
                  <a:pt x="11075337" y="1873160"/>
                </a:lnTo>
                <a:lnTo>
                  <a:pt x="11066326" y="1873160"/>
                </a:lnTo>
                <a:lnTo>
                  <a:pt x="11065323" y="1875668"/>
                </a:lnTo>
                <a:lnTo>
                  <a:pt x="11345303" y="2155633"/>
                </a:lnTo>
                <a:lnTo>
                  <a:pt x="11362825" y="2155633"/>
                </a:lnTo>
                <a:lnTo>
                  <a:pt x="11362825" y="2170962"/>
                </a:lnTo>
                <a:lnTo>
                  <a:pt x="11360632" y="2170962"/>
                </a:lnTo>
                <a:lnTo>
                  <a:pt x="11470126" y="2280447"/>
                </a:lnTo>
                <a:lnTo>
                  <a:pt x="12078892" y="2280447"/>
                </a:lnTo>
                <a:lnTo>
                  <a:pt x="12078892" y="2302345"/>
                </a:lnTo>
                <a:lnTo>
                  <a:pt x="11459178" y="2302345"/>
                </a:lnTo>
                <a:lnTo>
                  <a:pt x="11327785" y="2170962"/>
                </a:lnTo>
                <a:lnTo>
                  <a:pt x="11222678" y="2170962"/>
                </a:lnTo>
                <a:lnTo>
                  <a:pt x="11105518" y="2053815"/>
                </a:lnTo>
                <a:lnTo>
                  <a:pt x="11097859" y="2057097"/>
                </a:lnTo>
                <a:cubicBezTo>
                  <a:pt x="11089100" y="2057097"/>
                  <a:pt x="11080888" y="2053265"/>
                  <a:pt x="11074866" y="2047243"/>
                </a:cubicBezTo>
                <a:lnTo>
                  <a:pt x="11070645" y="2037395"/>
                </a:lnTo>
                <a:lnTo>
                  <a:pt x="10413748" y="2037395"/>
                </a:lnTo>
                <a:lnTo>
                  <a:pt x="10242032" y="2208188"/>
                </a:lnTo>
                <a:lnTo>
                  <a:pt x="10538829" y="2208188"/>
                </a:lnTo>
                <a:lnTo>
                  <a:pt x="10544931" y="2193949"/>
                </a:lnTo>
                <a:cubicBezTo>
                  <a:pt x="10550954" y="2187925"/>
                  <a:pt x="10559165" y="2184096"/>
                  <a:pt x="10567924" y="2184096"/>
                </a:cubicBezTo>
                <a:cubicBezTo>
                  <a:pt x="10585443" y="2184096"/>
                  <a:pt x="10600771" y="2199426"/>
                  <a:pt x="10600771" y="2216942"/>
                </a:cubicBezTo>
                <a:lnTo>
                  <a:pt x="10595557" y="2229107"/>
                </a:lnTo>
                <a:lnTo>
                  <a:pt x="10896396" y="2527901"/>
                </a:lnTo>
                <a:lnTo>
                  <a:pt x="11345307" y="2527901"/>
                </a:lnTo>
                <a:lnTo>
                  <a:pt x="11345307" y="2545420"/>
                </a:lnTo>
                <a:lnTo>
                  <a:pt x="10889826" y="2545420"/>
                </a:lnTo>
                <a:lnTo>
                  <a:pt x="10586315" y="2241906"/>
                </a:lnTo>
                <a:lnTo>
                  <a:pt x="10567924" y="2249791"/>
                </a:lnTo>
                <a:cubicBezTo>
                  <a:pt x="10559165" y="2249791"/>
                  <a:pt x="10550954" y="2245957"/>
                  <a:pt x="10544931" y="2239935"/>
                </a:cubicBezTo>
                <a:lnTo>
                  <a:pt x="10537895" y="2223515"/>
                </a:lnTo>
                <a:lnTo>
                  <a:pt x="10241643" y="2223515"/>
                </a:lnTo>
                <a:lnTo>
                  <a:pt x="10206606" y="2258551"/>
                </a:lnTo>
                <a:lnTo>
                  <a:pt x="10210986" y="2269500"/>
                </a:lnTo>
                <a:cubicBezTo>
                  <a:pt x="10210986" y="2295777"/>
                  <a:pt x="10191278" y="2315484"/>
                  <a:pt x="10164999" y="2315484"/>
                </a:cubicBezTo>
                <a:lnTo>
                  <a:pt x="10154050" y="2311104"/>
                </a:lnTo>
                <a:lnTo>
                  <a:pt x="10042371" y="2422784"/>
                </a:lnTo>
                <a:lnTo>
                  <a:pt x="10462303" y="2422784"/>
                </a:lnTo>
                <a:lnTo>
                  <a:pt x="10474859" y="2404174"/>
                </a:lnTo>
                <a:cubicBezTo>
                  <a:pt x="10486355" y="2392674"/>
                  <a:pt x="10502231" y="2385558"/>
                  <a:pt x="10519749" y="2385558"/>
                </a:cubicBezTo>
                <a:cubicBezTo>
                  <a:pt x="10554786" y="2385558"/>
                  <a:pt x="10583254" y="2414025"/>
                  <a:pt x="10583254" y="2449061"/>
                </a:cubicBezTo>
                <a:cubicBezTo>
                  <a:pt x="10583254" y="2457821"/>
                  <a:pt x="10581475" y="2466171"/>
                  <a:pt x="10578259" y="2473764"/>
                </a:cubicBezTo>
                <a:lnTo>
                  <a:pt x="10577193" y="2475349"/>
                </a:lnTo>
                <a:lnTo>
                  <a:pt x="10756248" y="2652716"/>
                </a:lnTo>
                <a:lnTo>
                  <a:pt x="10918947" y="2652716"/>
                </a:lnTo>
                <a:lnTo>
                  <a:pt x="10983988" y="2587025"/>
                </a:lnTo>
                <a:lnTo>
                  <a:pt x="11360639" y="2587025"/>
                </a:lnTo>
                <a:lnTo>
                  <a:pt x="11588376" y="2359279"/>
                </a:lnTo>
                <a:lnTo>
                  <a:pt x="12100790" y="2359279"/>
                </a:lnTo>
                <a:lnTo>
                  <a:pt x="12100790" y="2405265"/>
                </a:lnTo>
                <a:lnTo>
                  <a:pt x="11608084" y="2405265"/>
                </a:lnTo>
                <a:lnTo>
                  <a:pt x="11312460" y="2698702"/>
                </a:lnTo>
                <a:lnTo>
                  <a:pt x="10921898" y="2698702"/>
                </a:lnTo>
                <a:lnTo>
                  <a:pt x="10802455" y="2816949"/>
                </a:lnTo>
                <a:lnTo>
                  <a:pt x="11080792" y="2816949"/>
                </a:lnTo>
                <a:lnTo>
                  <a:pt x="11087568" y="2810066"/>
                </a:lnTo>
                <a:lnTo>
                  <a:pt x="11082530" y="2797242"/>
                </a:lnTo>
                <a:cubicBezTo>
                  <a:pt x="11082530" y="2779723"/>
                  <a:pt x="11097859" y="2764393"/>
                  <a:pt x="11115377" y="2764393"/>
                </a:cubicBezTo>
                <a:cubicBezTo>
                  <a:pt x="11124136" y="2764393"/>
                  <a:pt x="11132348" y="2768228"/>
                  <a:pt x="11138369" y="2774252"/>
                </a:cubicBezTo>
                <a:lnTo>
                  <a:pt x="11144470" y="2788483"/>
                </a:lnTo>
                <a:lnTo>
                  <a:pt x="11391292" y="2788483"/>
                </a:lnTo>
                <a:lnTo>
                  <a:pt x="11391292" y="2806002"/>
                </a:lnTo>
                <a:lnTo>
                  <a:pt x="11144469" y="2806002"/>
                </a:lnTo>
                <a:lnTo>
                  <a:pt x="11139777" y="2816949"/>
                </a:lnTo>
                <a:lnTo>
                  <a:pt x="11573046" y="2816949"/>
                </a:lnTo>
                <a:lnTo>
                  <a:pt x="11726333" y="2663665"/>
                </a:lnTo>
                <a:lnTo>
                  <a:pt x="11717574" y="2641769"/>
                </a:lnTo>
                <a:cubicBezTo>
                  <a:pt x="11717574" y="2617679"/>
                  <a:pt x="11737282" y="2595784"/>
                  <a:pt x="11763560" y="2595784"/>
                </a:cubicBezTo>
                <a:cubicBezTo>
                  <a:pt x="11776699" y="2595784"/>
                  <a:pt x="11788195" y="2600705"/>
                  <a:pt x="11796407" y="2608923"/>
                </a:cubicBezTo>
                <a:lnTo>
                  <a:pt x="11806043" y="2633009"/>
                </a:lnTo>
                <a:lnTo>
                  <a:pt x="12138017" y="2633009"/>
                </a:lnTo>
                <a:lnTo>
                  <a:pt x="12138017" y="2654906"/>
                </a:lnTo>
                <a:lnTo>
                  <a:pt x="11804290" y="2654906"/>
                </a:lnTo>
                <a:lnTo>
                  <a:pt x="11796407" y="2674615"/>
                </a:lnTo>
                <a:cubicBezTo>
                  <a:pt x="11788195" y="2682829"/>
                  <a:pt x="11776699" y="2687754"/>
                  <a:pt x="11763560" y="2687754"/>
                </a:cubicBezTo>
                <a:lnTo>
                  <a:pt x="11741663" y="2678995"/>
                </a:lnTo>
                <a:lnTo>
                  <a:pt x="11581806" y="2838848"/>
                </a:lnTo>
                <a:lnTo>
                  <a:pt x="11082530" y="2838848"/>
                </a:lnTo>
                <a:lnTo>
                  <a:pt x="10979609" y="2941777"/>
                </a:lnTo>
                <a:lnTo>
                  <a:pt x="10488304" y="2941777"/>
                </a:lnTo>
                <a:lnTo>
                  <a:pt x="10305148" y="3123525"/>
                </a:lnTo>
                <a:lnTo>
                  <a:pt x="10194710" y="3123525"/>
                </a:lnTo>
                <a:lnTo>
                  <a:pt x="10268244" y="3196872"/>
                </a:lnTo>
                <a:lnTo>
                  <a:pt x="10353323" y="3112575"/>
                </a:lnTo>
                <a:lnTo>
                  <a:pt x="10690556" y="3112575"/>
                </a:lnTo>
                <a:lnTo>
                  <a:pt x="10734350" y="3068780"/>
                </a:lnTo>
                <a:lnTo>
                  <a:pt x="12100789" y="3068780"/>
                </a:lnTo>
                <a:lnTo>
                  <a:pt x="12100789" y="3114765"/>
                </a:lnTo>
                <a:lnTo>
                  <a:pt x="11362825" y="3114765"/>
                </a:lnTo>
                <a:lnTo>
                  <a:pt x="11362825" y="3145422"/>
                </a:lnTo>
                <a:lnTo>
                  <a:pt x="10723192" y="3145422"/>
                </a:lnTo>
                <a:lnTo>
                  <a:pt x="10469383" y="3397501"/>
                </a:lnTo>
                <a:lnTo>
                  <a:pt x="10502059" y="3430094"/>
                </a:lnTo>
                <a:lnTo>
                  <a:pt x="10502230" y="3430094"/>
                </a:lnTo>
                <a:lnTo>
                  <a:pt x="10640189" y="3292141"/>
                </a:lnTo>
                <a:lnTo>
                  <a:pt x="10743108" y="3292141"/>
                </a:lnTo>
                <a:lnTo>
                  <a:pt x="10819752" y="3215496"/>
                </a:lnTo>
                <a:lnTo>
                  <a:pt x="11358445" y="3215496"/>
                </a:lnTo>
                <a:lnTo>
                  <a:pt x="11367204" y="3206736"/>
                </a:lnTo>
                <a:lnTo>
                  <a:pt x="12138017" y="3206736"/>
                </a:lnTo>
                <a:lnTo>
                  <a:pt x="12138017" y="3230826"/>
                </a:lnTo>
                <a:lnTo>
                  <a:pt x="11375964" y="3230826"/>
                </a:lnTo>
                <a:lnTo>
                  <a:pt x="11314917" y="3292141"/>
                </a:lnTo>
                <a:lnTo>
                  <a:pt x="11384724" y="3292141"/>
                </a:lnTo>
                <a:lnTo>
                  <a:pt x="11384724" y="3314038"/>
                </a:lnTo>
                <a:lnTo>
                  <a:pt x="12131448" y="3314038"/>
                </a:lnTo>
                <a:lnTo>
                  <a:pt x="12131448" y="3360023"/>
                </a:lnTo>
                <a:lnTo>
                  <a:pt x="11247330" y="3360023"/>
                </a:lnTo>
                <a:lnTo>
                  <a:pt x="10876687" y="3732288"/>
                </a:lnTo>
                <a:lnTo>
                  <a:pt x="10402229" y="3732288"/>
                </a:lnTo>
                <a:lnTo>
                  <a:pt x="10420113" y="3739952"/>
                </a:lnTo>
                <a:cubicBezTo>
                  <a:pt x="10426135" y="3745975"/>
                  <a:pt x="10429967" y="3754186"/>
                  <a:pt x="10429967" y="3762946"/>
                </a:cubicBezTo>
                <a:cubicBezTo>
                  <a:pt x="10429967" y="3782654"/>
                  <a:pt x="10414639" y="3795792"/>
                  <a:pt x="10397120" y="3795792"/>
                </a:cubicBezTo>
                <a:cubicBezTo>
                  <a:pt x="10388361" y="3795792"/>
                  <a:pt x="10380150" y="3791960"/>
                  <a:pt x="10374127" y="3785939"/>
                </a:cubicBezTo>
                <a:lnTo>
                  <a:pt x="10370842" y="3778273"/>
                </a:lnTo>
                <a:lnTo>
                  <a:pt x="10270110" y="3778273"/>
                </a:lnTo>
                <a:lnTo>
                  <a:pt x="10438725" y="3946889"/>
                </a:lnTo>
                <a:lnTo>
                  <a:pt x="10749679" y="3946889"/>
                </a:lnTo>
                <a:cubicBezTo>
                  <a:pt x="10749679" y="3920611"/>
                  <a:pt x="10769387" y="3900903"/>
                  <a:pt x="10795664" y="3900903"/>
                </a:cubicBezTo>
                <a:cubicBezTo>
                  <a:pt x="10821942" y="3900903"/>
                  <a:pt x="10841650" y="3920611"/>
                  <a:pt x="10841650" y="3946889"/>
                </a:cubicBezTo>
                <a:cubicBezTo>
                  <a:pt x="10841650" y="3973167"/>
                  <a:pt x="10821942" y="3992875"/>
                  <a:pt x="10795664" y="3992875"/>
                </a:cubicBezTo>
                <a:cubicBezTo>
                  <a:pt x="10782525" y="3992875"/>
                  <a:pt x="10771029" y="3987948"/>
                  <a:pt x="10762818" y="3979736"/>
                </a:cubicBezTo>
                <a:lnTo>
                  <a:pt x="10759314" y="3970977"/>
                </a:lnTo>
                <a:lnTo>
                  <a:pt x="10429967" y="3970977"/>
                </a:lnTo>
                <a:lnTo>
                  <a:pt x="10238299" y="3778273"/>
                </a:lnTo>
                <a:lnTo>
                  <a:pt x="10127773" y="3778273"/>
                </a:lnTo>
                <a:lnTo>
                  <a:pt x="10081788" y="3732288"/>
                </a:lnTo>
                <a:lnTo>
                  <a:pt x="9332872" y="3732288"/>
                </a:lnTo>
                <a:lnTo>
                  <a:pt x="9324113" y="3754186"/>
                </a:lnTo>
                <a:cubicBezTo>
                  <a:pt x="9315901" y="3762398"/>
                  <a:pt x="9304405" y="3767325"/>
                  <a:pt x="9291266" y="3767325"/>
                </a:cubicBezTo>
                <a:lnTo>
                  <a:pt x="9270836" y="3759153"/>
                </a:lnTo>
                <a:lnTo>
                  <a:pt x="9220813" y="3808930"/>
                </a:lnTo>
                <a:lnTo>
                  <a:pt x="9446117" y="3808930"/>
                </a:lnTo>
                <a:lnTo>
                  <a:pt x="9452216" y="3794698"/>
                </a:lnTo>
                <a:cubicBezTo>
                  <a:pt x="9458239" y="3788676"/>
                  <a:pt x="9466450" y="3784844"/>
                  <a:pt x="9475210" y="3784844"/>
                </a:cubicBezTo>
                <a:cubicBezTo>
                  <a:pt x="9492728" y="3784844"/>
                  <a:pt x="9508056" y="3800172"/>
                  <a:pt x="9508056" y="3817691"/>
                </a:cubicBezTo>
                <a:lnTo>
                  <a:pt x="9500962" y="3834837"/>
                </a:lnTo>
                <a:lnTo>
                  <a:pt x="9814666" y="4150432"/>
                </a:lnTo>
                <a:lnTo>
                  <a:pt x="9836528" y="4141783"/>
                </a:lnTo>
                <a:cubicBezTo>
                  <a:pt x="9846382" y="4141783"/>
                  <a:pt x="9854594" y="4145615"/>
                  <a:pt x="9860343" y="4151637"/>
                </a:cubicBezTo>
                <a:lnTo>
                  <a:pt x="9869375" y="4174629"/>
                </a:lnTo>
                <a:lnTo>
                  <a:pt x="11113187" y="4174629"/>
                </a:lnTo>
                <a:lnTo>
                  <a:pt x="11343117" y="3944699"/>
                </a:lnTo>
                <a:lnTo>
                  <a:pt x="11424140" y="3944699"/>
                </a:lnTo>
                <a:lnTo>
                  <a:pt x="11424140" y="3962218"/>
                </a:lnTo>
                <a:lnTo>
                  <a:pt x="11349687" y="3962218"/>
                </a:lnTo>
                <a:lnTo>
                  <a:pt x="11119757" y="4192147"/>
                </a:lnTo>
                <a:lnTo>
                  <a:pt x="9862369" y="4192147"/>
                </a:lnTo>
                <a:lnTo>
                  <a:pt x="9859521" y="4199266"/>
                </a:lnTo>
                <a:cubicBezTo>
                  <a:pt x="9853499" y="4205287"/>
                  <a:pt x="9845287" y="4208571"/>
                  <a:pt x="9836528" y="4207477"/>
                </a:cubicBezTo>
                <a:cubicBezTo>
                  <a:pt x="9819010" y="4207477"/>
                  <a:pt x="9801491" y="4192148"/>
                  <a:pt x="9801491" y="4174630"/>
                </a:cubicBezTo>
                <a:lnTo>
                  <a:pt x="9805510" y="4165507"/>
                </a:lnTo>
                <a:lnTo>
                  <a:pt x="9486216" y="3846214"/>
                </a:lnTo>
                <a:lnTo>
                  <a:pt x="9475210" y="3850538"/>
                </a:lnTo>
                <a:cubicBezTo>
                  <a:pt x="9466450" y="3850538"/>
                  <a:pt x="9458239" y="3846706"/>
                  <a:pt x="9452216" y="3840684"/>
                </a:cubicBezTo>
                <a:lnTo>
                  <a:pt x="9446116" y="3826449"/>
                </a:lnTo>
                <a:lnTo>
                  <a:pt x="9203206" y="3826449"/>
                </a:lnTo>
                <a:lnTo>
                  <a:pt x="9016147" y="4012583"/>
                </a:lnTo>
                <a:lnTo>
                  <a:pt x="9505081" y="4012583"/>
                </a:lnTo>
                <a:lnTo>
                  <a:pt x="9514627" y="3989316"/>
                </a:lnTo>
                <a:cubicBezTo>
                  <a:pt x="9522839" y="3980831"/>
                  <a:pt x="9534335" y="3975357"/>
                  <a:pt x="9547473" y="3975357"/>
                </a:cubicBezTo>
                <a:cubicBezTo>
                  <a:pt x="9573752" y="3975357"/>
                  <a:pt x="9593461" y="3995065"/>
                  <a:pt x="9593461" y="4021343"/>
                </a:cubicBezTo>
                <a:lnTo>
                  <a:pt x="9582824" y="4047933"/>
                </a:lnTo>
                <a:lnTo>
                  <a:pt x="10006084" y="4471193"/>
                </a:lnTo>
                <a:lnTo>
                  <a:pt x="10035802" y="4459305"/>
                </a:lnTo>
                <a:cubicBezTo>
                  <a:pt x="10048941" y="4459305"/>
                  <a:pt x="10060437" y="4464233"/>
                  <a:pt x="10068649" y="4472444"/>
                </a:cubicBezTo>
                <a:lnTo>
                  <a:pt x="10081788" y="4505290"/>
                </a:lnTo>
                <a:lnTo>
                  <a:pt x="11761370" y="4505290"/>
                </a:lnTo>
                <a:lnTo>
                  <a:pt x="12072323" y="4194338"/>
                </a:lnTo>
                <a:lnTo>
                  <a:pt x="12184003" y="4194338"/>
                </a:lnTo>
                <a:lnTo>
                  <a:pt x="12184003" y="4216236"/>
                </a:lnTo>
                <a:lnTo>
                  <a:pt x="12083272" y="4216236"/>
                </a:lnTo>
                <a:lnTo>
                  <a:pt x="11772319" y="4529379"/>
                </a:lnTo>
                <a:lnTo>
                  <a:pt x="10072153" y="4529379"/>
                </a:lnTo>
                <a:lnTo>
                  <a:pt x="10068649" y="4538139"/>
                </a:lnTo>
                <a:cubicBezTo>
                  <a:pt x="10060437" y="4546350"/>
                  <a:pt x="10048941" y="4551277"/>
                  <a:pt x="10035802" y="4551277"/>
                </a:cubicBezTo>
                <a:cubicBezTo>
                  <a:pt x="10009524" y="4551277"/>
                  <a:pt x="9989815" y="4531569"/>
                  <a:pt x="9989815" y="4505291"/>
                </a:cubicBezTo>
                <a:lnTo>
                  <a:pt x="9994867" y="4492662"/>
                </a:lnTo>
                <a:lnTo>
                  <a:pt x="9564597" y="4060479"/>
                </a:lnTo>
                <a:lnTo>
                  <a:pt x="9547473" y="4067328"/>
                </a:lnTo>
                <a:cubicBezTo>
                  <a:pt x="9534335" y="4067328"/>
                  <a:pt x="9522839" y="4062401"/>
                  <a:pt x="9514627" y="4054189"/>
                </a:cubicBezTo>
                <a:lnTo>
                  <a:pt x="9506743" y="4034482"/>
                </a:lnTo>
                <a:lnTo>
                  <a:pt x="8994139" y="4034482"/>
                </a:lnTo>
                <a:lnTo>
                  <a:pt x="8971842" y="4056668"/>
                </a:lnTo>
                <a:lnTo>
                  <a:pt x="9028489" y="4113315"/>
                </a:lnTo>
                <a:lnTo>
                  <a:pt x="9028489" y="4413598"/>
                </a:lnTo>
                <a:lnTo>
                  <a:pt x="9127031" y="4511860"/>
                </a:lnTo>
                <a:lnTo>
                  <a:pt x="9716089" y="4511860"/>
                </a:lnTo>
                <a:lnTo>
                  <a:pt x="9827770" y="4623541"/>
                </a:lnTo>
                <a:lnTo>
                  <a:pt x="10898586" y="4623541"/>
                </a:lnTo>
                <a:lnTo>
                  <a:pt x="10983988" y="4540327"/>
                </a:lnTo>
                <a:lnTo>
                  <a:pt x="11408811" y="4540327"/>
                </a:lnTo>
                <a:lnTo>
                  <a:pt x="11408811" y="4555657"/>
                </a:lnTo>
                <a:lnTo>
                  <a:pt x="10990558" y="4555657"/>
                </a:lnTo>
                <a:lnTo>
                  <a:pt x="10905155" y="4641059"/>
                </a:lnTo>
                <a:lnTo>
                  <a:pt x="9821201" y="4641059"/>
                </a:lnTo>
                <a:lnTo>
                  <a:pt x="9709521" y="4529379"/>
                </a:lnTo>
                <a:lnTo>
                  <a:pt x="9118272" y="4529379"/>
                </a:lnTo>
                <a:lnTo>
                  <a:pt x="9028489" y="4439340"/>
                </a:lnTo>
                <a:lnTo>
                  <a:pt x="9028489" y="4551881"/>
                </a:lnTo>
                <a:lnTo>
                  <a:pt x="9048197" y="4560037"/>
                </a:lnTo>
                <a:cubicBezTo>
                  <a:pt x="9056956" y="4568796"/>
                  <a:pt x="9061336" y="4580293"/>
                  <a:pt x="9061336" y="4591789"/>
                </a:cubicBezTo>
                <a:lnTo>
                  <a:pt x="9053341" y="4611111"/>
                </a:lnTo>
                <a:lnTo>
                  <a:pt x="9283065" y="4840331"/>
                </a:lnTo>
                <a:lnTo>
                  <a:pt x="9606813" y="4840331"/>
                </a:lnTo>
                <a:lnTo>
                  <a:pt x="9615359" y="4818434"/>
                </a:lnTo>
                <a:cubicBezTo>
                  <a:pt x="9632877" y="4800915"/>
                  <a:pt x="9661344" y="4800915"/>
                  <a:pt x="9678863" y="4818434"/>
                </a:cubicBezTo>
                <a:cubicBezTo>
                  <a:pt x="9687622" y="4827193"/>
                  <a:pt x="9692002" y="4838690"/>
                  <a:pt x="9692002" y="4850186"/>
                </a:cubicBezTo>
                <a:lnTo>
                  <a:pt x="9682708" y="4872645"/>
                </a:lnTo>
                <a:lnTo>
                  <a:pt x="9770834" y="4960771"/>
                </a:lnTo>
                <a:lnTo>
                  <a:pt x="9873755" y="4960771"/>
                </a:lnTo>
                <a:lnTo>
                  <a:pt x="10024852" y="5111868"/>
                </a:lnTo>
                <a:lnTo>
                  <a:pt x="10156241" y="5111868"/>
                </a:lnTo>
                <a:lnTo>
                  <a:pt x="10031529" y="4987156"/>
                </a:lnTo>
                <a:lnTo>
                  <a:pt x="10010620" y="4995808"/>
                </a:lnTo>
                <a:cubicBezTo>
                  <a:pt x="9999122" y="4995808"/>
                  <a:pt x="9987626" y="4991428"/>
                  <a:pt x="9978867" y="4982669"/>
                </a:cubicBezTo>
                <a:cubicBezTo>
                  <a:pt x="9961348" y="4965150"/>
                  <a:pt x="9961348" y="4936684"/>
                  <a:pt x="9978867" y="4919165"/>
                </a:cubicBezTo>
                <a:cubicBezTo>
                  <a:pt x="9987626" y="4910406"/>
                  <a:pt x="9999122" y="4906026"/>
                  <a:pt x="10010620" y="4906026"/>
                </a:cubicBezTo>
                <a:cubicBezTo>
                  <a:pt x="10022115" y="4906026"/>
                  <a:pt x="10033611" y="4910406"/>
                  <a:pt x="10042371" y="4919165"/>
                </a:cubicBezTo>
                <a:cubicBezTo>
                  <a:pt x="10051130" y="4927925"/>
                  <a:pt x="10055510" y="4939421"/>
                  <a:pt x="10055510" y="4950918"/>
                </a:cubicBezTo>
                <a:lnTo>
                  <a:pt x="10046857" y="4971829"/>
                </a:lnTo>
                <a:lnTo>
                  <a:pt x="10186898" y="5111868"/>
                </a:lnTo>
                <a:lnTo>
                  <a:pt x="11474506" y="5111868"/>
                </a:lnTo>
                <a:lnTo>
                  <a:pt x="11588375" y="4997999"/>
                </a:lnTo>
                <a:lnTo>
                  <a:pt x="12162105" y="4997999"/>
                </a:lnTo>
                <a:lnTo>
                  <a:pt x="12162105" y="5022086"/>
                </a:lnTo>
                <a:lnTo>
                  <a:pt x="11597135" y="5022086"/>
                </a:lnTo>
                <a:lnTo>
                  <a:pt x="11483264" y="5135957"/>
                </a:lnTo>
                <a:lnTo>
                  <a:pt x="10210986" y="5135957"/>
                </a:lnTo>
                <a:lnTo>
                  <a:pt x="10272301" y="5197271"/>
                </a:lnTo>
                <a:lnTo>
                  <a:pt x="10667344" y="5191316"/>
                </a:lnTo>
                <a:lnTo>
                  <a:pt x="10673035" y="5177563"/>
                </a:lnTo>
                <a:cubicBezTo>
                  <a:pt x="10690553" y="5160044"/>
                  <a:pt x="10719022" y="5160044"/>
                  <a:pt x="10736540" y="5177563"/>
                </a:cubicBezTo>
                <a:cubicBezTo>
                  <a:pt x="10745299" y="5186323"/>
                  <a:pt x="10749679" y="5197819"/>
                  <a:pt x="10749679" y="5209590"/>
                </a:cubicBezTo>
                <a:lnTo>
                  <a:pt x="10743302" y="5225930"/>
                </a:lnTo>
                <a:lnTo>
                  <a:pt x="11185451" y="5668081"/>
                </a:lnTo>
                <a:lnTo>
                  <a:pt x="11326405" y="5669779"/>
                </a:lnTo>
                <a:lnTo>
                  <a:pt x="11334358" y="5650562"/>
                </a:lnTo>
                <a:cubicBezTo>
                  <a:pt x="11351877" y="5633043"/>
                  <a:pt x="11380344" y="5633043"/>
                  <a:pt x="11397862" y="5650562"/>
                </a:cubicBezTo>
                <a:cubicBezTo>
                  <a:pt x="11406621" y="5659322"/>
                  <a:pt x="11411001" y="5670818"/>
                  <a:pt x="11411001" y="5682588"/>
                </a:cubicBezTo>
                <a:lnTo>
                  <a:pt x="11402217" y="5705098"/>
                </a:lnTo>
                <a:lnTo>
                  <a:pt x="11750190" y="6051241"/>
                </a:lnTo>
                <a:lnTo>
                  <a:pt x="11771225" y="6042538"/>
                </a:lnTo>
                <a:cubicBezTo>
                  <a:pt x="11782721" y="6042538"/>
                  <a:pt x="11794219" y="6046918"/>
                  <a:pt x="11802978" y="6055677"/>
                </a:cubicBezTo>
                <a:cubicBezTo>
                  <a:pt x="11820496" y="6073194"/>
                  <a:pt x="11820496" y="6101663"/>
                  <a:pt x="11802978" y="6121371"/>
                </a:cubicBezTo>
                <a:lnTo>
                  <a:pt x="11802978" y="6119181"/>
                </a:lnTo>
                <a:lnTo>
                  <a:pt x="11783268" y="6127336"/>
                </a:lnTo>
                <a:lnTo>
                  <a:pt x="11783268" y="6572472"/>
                </a:lnTo>
                <a:lnTo>
                  <a:pt x="11761370" y="6572472"/>
                </a:lnTo>
                <a:lnTo>
                  <a:pt x="11759338" y="6127402"/>
                </a:lnTo>
                <a:lnTo>
                  <a:pt x="11739472" y="6119181"/>
                </a:lnTo>
                <a:cubicBezTo>
                  <a:pt x="11730713" y="6110422"/>
                  <a:pt x="11726333" y="6098925"/>
                  <a:pt x="11726333" y="6087429"/>
                </a:cubicBezTo>
                <a:lnTo>
                  <a:pt x="11734345" y="6068068"/>
                </a:lnTo>
                <a:lnTo>
                  <a:pt x="11385470" y="5719195"/>
                </a:lnTo>
                <a:lnTo>
                  <a:pt x="11366110" y="5727205"/>
                </a:lnTo>
                <a:cubicBezTo>
                  <a:pt x="11354614" y="5727205"/>
                  <a:pt x="11343118" y="5722825"/>
                  <a:pt x="11334358" y="5714066"/>
                </a:cubicBezTo>
                <a:lnTo>
                  <a:pt x="11325297" y="5692169"/>
                </a:lnTo>
                <a:lnTo>
                  <a:pt x="11176691" y="5692169"/>
                </a:lnTo>
                <a:lnTo>
                  <a:pt x="10728795" y="5244272"/>
                </a:lnTo>
                <a:lnTo>
                  <a:pt x="10704788" y="5254206"/>
                </a:lnTo>
                <a:cubicBezTo>
                  <a:pt x="10693291" y="5254206"/>
                  <a:pt x="10681794" y="5249826"/>
                  <a:pt x="10673035" y="5241067"/>
                </a:cubicBezTo>
                <a:lnTo>
                  <a:pt x="10662316" y="5215162"/>
                </a:lnTo>
                <a:lnTo>
                  <a:pt x="10263541" y="5219169"/>
                </a:lnTo>
                <a:lnTo>
                  <a:pt x="10180328" y="5135957"/>
                </a:lnTo>
                <a:lnTo>
                  <a:pt x="10016093" y="5135957"/>
                </a:lnTo>
                <a:lnTo>
                  <a:pt x="9864996" y="4984859"/>
                </a:lnTo>
                <a:lnTo>
                  <a:pt x="9794922" y="4984859"/>
                </a:lnTo>
                <a:lnTo>
                  <a:pt x="10119926" y="5309864"/>
                </a:lnTo>
                <a:lnTo>
                  <a:pt x="10153766" y="5309404"/>
                </a:lnTo>
                <a:lnTo>
                  <a:pt x="10158430" y="5298002"/>
                </a:lnTo>
                <a:cubicBezTo>
                  <a:pt x="10171569" y="5284864"/>
                  <a:pt x="10193467" y="5284864"/>
                  <a:pt x="10206606" y="5298002"/>
                </a:cubicBezTo>
                <a:cubicBezTo>
                  <a:pt x="10213175" y="5304571"/>
                  <a:pt x="10216460" y="5313330"/>
                  <a:pt x="10216461" y="5322090"/>
                </a:cubicBezTo>
                <a:lnTo>
                  <a:pt x="10211692" y="5333746"/>
                </a:lnTo>
                <a:lnTo>
                  <a:pt x="10346753" y="5468807"/>
                </a:lnTo>
                <a:lnTo>
                  <a:pt x="10852600" y="5468807"/>
                </a:lnTo>
                <a:lnTo>
                  <a:pt x="11583637" y="6199846"/>
                </a:lnTo>
                <a:lnTo>
                  <a:pt x="11609453" y="6189255"/>
                </a:lnTo>
                <a:cubicBezTo>
                  <a:pt x="11621222" y="6189255"/>
                  <a:pt x="11633266" y="6193635"/>
                  <a:pt x="11643120" y="6202394"/>
                </a:cubicBezTo>
                <a:cubicBezTo>
                  <a:pt x="11660639" y="6219913"/>
                  <a:pt x="11660639" y="6248380"/>
                  <a:pt x="11643120" y="6265899"/>
                </a:cubicBezTo>
                <a:lnTo>
                  <a:pt x="11614652" y="6277577"/>
                </a:lnTo>
                <a:lnTo>
                  <a:pt x="11614652" y="6487069"/>
                </a:lnTo>
                <a:lnTo>
                  <a:pt x="11741661" y="6611888"/>
                </a:lnTo>
                <a:lnTo>
                  <a:pt x="11724143" y="6629407"/>
                </a:lnTo>
                <a:lnTo>
                  <a:pt x="11590565" y="6495828"/>
                </a:lnTo>
                <a:lnTo>
                  <a:pt x="11590565" y="6271026"/>
                </a:lnTo>
                <a:lnTo>
                  <a:pt x="11577426" y="6265899"/>
                </a:lnTo>
                <a:cubicBezTo>
                  <a:pt x="11567572" y="6257140"/>
                  <a:pt x="11563192" y="6245643"/>
                  <a:pt x="11563466" y="6234147"/>
                </a:cubicBezTo>
                <a:lnTo>
                  <a:pt x="11570070" y="6219126"/>
                </a:lnTo>
                <a:lnTo>
                  <a:pt x="10843841" y="5492895"/>
                </a:lnTo>
                <a:lnTo>
                  <a:pt x="10370841" y="5492895"/>
                </a:lnTo>
                <a:lnTo>
                  <a:pt x="10460624" y="5582678"/>
                </a:lnTo>
                <a:lnTo>
                  <a:pt x="10611721" y="5582678"/>
                </a:lnTo>
                <a:lnTo>
                  <a:pt x="10666961" y="5637919"/>
                </a:lnTo>
                <a:lnTo>
                  <a:pt x="10670845" y="5636329"/>
                </a:lnTo>
                <a:cubicBezTo>
                  <a:pt x="10679605" y="5636329"/>
                  <a:pt x="10688364" y="5639614"/>
                  <a:pt x="10694933" y="5646182"/>
                </a:cubicBezTo>
                <a:cubicBezTo>
                  <a:pt x="10701503" y="5652752"/>
                  <a:pt x="10704788" y="5661510"/>
                  <a:pt x="10704788" y="5670270"/>
                </a:cubicBezTo>
                <a:lnTo>
                  <a:pt x="10703198" y="5674156"/>
                </a:lnTo>
                <a:lnTo>
                  <a:pt x="10903767" y="5874725"/>
                </a:lnTo>
                <a:lnTo>
                  <a:pt x="10921580" y="5867354"/>
                </a:lnTo>
                <a:cubicBezTo>
                  <a:pt x="10933075" y="5867354"/>
                  <a:pt x="10944571" y="5871734"/>
                  <a:pt x="10953331" y="5880493"/>
                </a:cubicBezTo>
                <a:cubicBezTo>
                  <a:pt x="10962090" y="5889253"/>
                  <a:pt x="10966469" y="5900749"/>
                  <a:pt x="10966469" y="5912245"/>
                </a:cubicBezTo>
                <a:lnTo>
                  <a:pt x="10954613" y="5940900"/>
                </a:lnTo>
                <a:lnTo>
                  <a:pt x="10958276" y="5944562"/>
                </a:lnTo>
                <a:lnTo>
                  <a:pt x="10973040" y="5938522"/>
                </a:lnTo>
                <a:cubicBezTo>
                  <a:pt x="10981799" y="5938522"/>
                  <a:pt x="10990558" y="5941807"/>
                  <a:pt x="10997127" y="5948377"/>
                </a:cubicBezTo>
                <a:cubicBezTo>
                  <a:pt x="11010265" y="5961516"/>
                  <a:pt x="11010265" y="5983414"/>
                  <a:pt x="10997127" y="5996553"/>
                </a:cubicBezTo>
                <a:lnTo>
                  <a:pt x="10981799" y="6002823"/>
                </a:lnTo>
                <a:lnTo>
                  <a:pt x="10981799" y="6329404"/>
                </a:lnTo>
                <a:lnTo>
                  <a:pt x="10964280" y="6329404"/>
                </a:lnTo>
                <a:lnTo>
                  <a:pt x="10964280" y="6002823"/>
                </a:lnTo>
                <a:lnTo>
                  <a:pt x="10948951" y="5996553"/>
                </a:lnTo>
                <a:cubicBezTo>
                  <a:pt x="10942382" y="5989983"/>
                  <a:pt x="10939097" y="5981224"/>
                  <a:pt x="10939097" y="5972465"/>
                </a:cubicBezTo>
                <a:lnTo>
                  <a:pt x="10945136" y="5957702"/>
                </a:lnTo>
                <a:lnTo>
                  <a:pt x="10938002" y="5950566"/>
                </a:lnTo>
                <a:lnTo>
                  <a:pt x="10938002" y="6346922"/>
                </a:lnTo>
                <a:lnTo>
                  <a:pt x="10951141" y="6360061"/>
                </a:lnTo>
                <a:lnTo>
                  <a:pt x="10938003" y="6371009"/>
                </a:lnTo>
                <a:lnTo>
                  <a:pt x="10938002" y="6371008"/>
                </a:lnTo>
                <a:lnTo>
                  <a:pt x="10938002" y="6524297"/>
                </a:lnTo>
                <a:lnTo>
                  <a:pt x="11271506" y="6857801"/>
                </a:lnTo>
                <a:lnTo>
                  <a:pt x="11238660" y="6857801"/>
                </a:lnTo>
                <a:lnTo>
                  <a:pt x="10913914" y="6533054"/>
                </a:lnTo>
                <a:lnTo>
                  <a:pt x="10913914" y="6346921"/>
                </a:lnTo>
                <a:lnTo>
                  <a:pt x="10839461" y="6272468"/>
                </a:lnTo>
                <a:lnTo>
                  <a:pt x="10839461" y="6108332"/>
                </a:lnTo>
                <a:lnTo>
                  <a:pt x="10828512" y="6103852"/>
                </a:lnTo>
                <a:cubicBezTo>
                  <a:pt x="10821943" y="6097284"/>
                  <a:pt x="10818658" y="6088525"/>
                  <a:pt x="10818658" y="6079765"/>
                </a:cubicBezTo>
                <a:lnTo>
                  <a:pt x="10823426" y="6068109"/>
                </a:lnTo>
                <a:lnTo>
                  <a:pt x="10362083" y="5606765"/>
                </a:lnTo>
                <a:lnTo>
                  <a:pt x="10123392" y="5606765"/>
                </a:lnTo>
                <a:lnTo>
                  <a:pt x="10329165" y="5812538"/>
                </a:lnTo>
                <a:lnTo>
                  <a:pt x="10342373" y="5807134"/>
                </a:lnTo>
                <a:cubicBezTo>
                  <a:pt x="10351133" y="5807134"/>
                  <a:pt x="10359892" y="5810419"/>
                  <a:pt x="10366462" y="5816988"/>
                </a:cubicBezTo>
                <a:cubicBezTo>
                  <a:pt x="10379601" y="5830126"/>
                  <a:pt x="10379601" y="5852025"/>
                  <a:pt x="10366462" y="5865163"/>
                </a:cubicBezTo>
                <a:lnTo>
                  <a:pt x="10355513" y="5869643"/>
                </a:lnTo>
                <a:lnTo>
                  <a:pt x="10355513" y="6294367"/>
                </a:lnTo>
                <a:lnTo>
                  <a:pt x="10673035" y="6611888"/>
                </a:lnTo>
                <a:lnTo>
                  <a:pt x="10662086" y="6625028"/>
                </a:lnTo>
                <a:lnTo>
                  <a:pt x="10337994" y="6300935"/>
                </a:lnTo>
                <a:lnTo>
                  <a:pt x="10337994" y="5873226"/>
                </a:lnTo>
                <a:lnTo>
                  <a:pt x="10318286" y="5865163"/>
                </a:lnTo>
                <a:cubicBezTo>
                  <a:pt x="10311717" y="5858595"/>
                  <a:pt x="10308432" y="5849835"/>
                  <a:pt x="10308432" y="5841076"/>
                </a:cubicBezTo>
                <a:lnTo>
                  <a:pt x="10315171" y="5824604"/>
                </a:lnTo>
                <a:lnTo>
                  <a:pt x="10108065" y="5615525"/>
                </a:lnTo>
                <a:lnTo>
                  <a:pt x="10057851" y="5615525"/>
                </a:lnTo>
                <a:lnTo>
                  <a:pt x="10053320" y="5626474"/>
                </a:lnTo>
                <a:cubicBezTo>
                  <a:pt x="10035802" y="5643993"/>
                  <a:pt x="10007334" y="5643993"/>
                  <a:pt x="9989815" y="5626474"/>
                </a:cubicBezTo>
                <a:lnTo>
                  <a:pt x="9985285" y="5615525"/>
                </a:lnTo>
                <a:lnTo>
                  <a:pt x="9826949" y="5615525"/>
                </a:lnTo>
                <a:lnTo>
                  <a:pt x="10121544" y="5909410"/>
                </a:lnTo>
                <a:lnTo>
                  <a:pt x="10145291" y="5904580"/>
                </a:lnTo>
                <a:cubicBezTo>
                  <a:pt x="10161715" y="5904580"/>
                  <a:pt x="10178139" y="5911149"/>
                  <a:pt x="10191278" y="5924288"/>
                </a:cubicBezTo>
                <a:cubicBezTo>
                  <a:pt x="10217555" y="5950565"/>
                  <a:pt x="10217555" y="5989982"/>
                  <a:pt x="10191278" y="6016261"/>
                </a:cubicBezTo>
                <a:cubicBezTo>
                  <a:pt x="10184708" y="6022830"/>
                  <a:pt x="10177318" y="6027757"/>
                  <a:pt x="10169517" y="6031041"/>
                </a:cubicBezTo>
                <a:lnTo>
                  <a:pt x="10167189" y="6031515"/>
                </a:lnTo>
                <a:lnTo>
                  <a:pt x="10167189" y="6283417"/>
                </a:lnTo>
                <a:lnTo>
                  <a:pt x="10281060" y="6397287"/>
                </a:lnTo>
                <a:lnTo>
                  <a:pt x="10375222" y="6397287"/>
                </a:lnTo>
                <a:lnTo>
                  <a:pt x="10642379" y="6664444"/>
                </a:lnTo>
                <a:lnTo>
                  <a:pt x="10964280" y="6664444"/>
                </a:lnTo>
                <a:lnTo>
                  <a:pt x="11158808" y="6857801"/>
                </a:lnTo>
                <a:lnTo>
                  <a:pt x="11094132" y="6857801"/>
                </a:lnTo>
                <a:lnTo>
                  <a:pt x="10946762" y="6710430"/>
                </a:lnTo>
                <a:lnTo>
                  <a:pt x="10528508" y="6710430"/>
                </a:lnTo>
                <a:lnTo>
                  <a:pt x="10250403" y="6432324"/>
                </a:lnTo>
                <a:lnTo>
                  <a:pt x="10086166" y="6432324"/>
                </a:lnTo>
                <a:lnTo>
                  <a:pt x="10283249" y="6629407"/>
                </a:lnTo>
                <a:lnTo>
                  <a:pt x="10290118" y="6629407"/>
                </a:lnTo>
                <a:lnTo>
                  <a:pt x="10296389" y="6614079"/>
                </a:lnTo>
                <a:cubicBezTo>
                  <a:pt x="10309528" y="6600939"/>
                  <a:pt x="10331426" y="6600939"/>
                  <a:pt x="10344565" y="6614079"/>
                </a:cubicBezTo>
                <a:cubicBezTo>
                  <a:pt x="10351134" y="6620648"/>
                  <a:pt x="10354419" y="6629407"/>
                  <a:pt x="10354419" y="6638166"/>
                </a:cubicBezTo>
                <a:lnTo>
                  <a:pt x="10347192" y="6655832"/>
                </a:lnTo>
                <a:lnTo>
                  <a:pt x="10521939" y="6828680"/>
                </a:lnTo>
                <a:lnTo>
                  <a:pt x="10508801" y="6841819"/>
                </a:lnTo>
                <a:lnTo>
                  <a:pt x="10335071" y="6666138"/>
                </a:lnTo>
                <a:lnTo>
                  <a:pt x="10324361" y="6670519"/>
                </a:lnTo>
                <a:lnTo>
                  <a:pt x="10511643" y="6857801"/>
                </a:lnTo>
                <a:lnTo>
                  <a:pt x="10478795" y="6857801"/>
                </a:lnTo>
                <a:lnTo>
                  <a:pt x="10265730" y="6644736"/>
                </a:lnTo>
                <a:lnTo>
                  <a:pt x="10121205" y="6644736"/>
                </a:lnTo>
                <a:lnTo>
                  <a:pt x="9775216" y="6298746"/>
                </a:lnTo>
                <a:lnTo>
                  <a:pt x="9516816" y="6298746"/>
                </a:lnTo>
                <a:lnTo>
                  <a:pt x="9438931" y="6220596"/>
                </a:lnTo>
                <a:lnTo>
                  <a:pt x="9438747" y="6322834"/>
                </a:lnTo>
                <a:lnTo>
                  <a:pt x="9558423" y="6322834"/>
                </a:lnTo>
                <a:lnTo>
                  <a:pt x="9797111" y="6561523"/>
                </a:lnTo>
                <a:lnTo>
                  <a:pt x="9858427" y="6561523"/>
                </a:lnTo>
                <a:lnTo>
                  <a:pt x="10155376" y="6857801"/>
                </a:lnTo>
                <a:lnTo>
                  <a:pt x="10045843" y="6857801"/>
                </a:lnTo>
                <a:lnTo>
                  <a:pt x="9796329" y="6607509"/>
                </a:lnTo>
                <a:lnTo>
                  <a:pt x="9438239" y="6607509"/>
                </a:lnTo>
                <a:lnTo>
                  <a:pt x="9438160" y="6651481"/>
                </a:lnTo>
                <a:lnTo>
                  <a:pt x="9440174" y="6653495"/>
                </a:lnTo>
                <a:lnTo>
                  <a:pt x="9632877" y="6653495"/>
                </a:lnTo>
                <a:lnTo>
                  <a:pt x="9705141" y="6725759"/>
                </a:lnTo>
                <a:lnTo>
                  <a:pt x="9816821" y="6725759"/>
                </a:lnTo>
                <a:lnTo>
                  <a:pt x="9948863" y="6857801"/>
                </a:lnTo>
                <a:lnTo>
                  <a:pt x="9924774" y="6857801"/>
                </a:lnTo>
                <a:lnTo>
                  <a:pt x="9810251" y="6743278"/>
                </a:lnTo>
                <a:lnTo>
                  <a:pt x="9722660" y="6743278"/>
                </a:lnTo>
                <a:lnTo>
                  <a:pt x="9837183" y="6857801"/>
                </a:lnTo>
                <a:lnTo>
                  <a:pt x="9789007" y="6857801"/>
                </a:lnTo>
                <a:lnTo>
                  <a:pt x="9674484" y="6743278"/>
                </a:lnTo>
                <a:lnTo>
                  <a:pt x="9437996" y="6743278"/>
                </a:lnTo>
                <a:lnTo>
                  <a:pt x="9437984" y="6749847"/>
                </a:lnTo>
                <a:lnTo>
                  <a:pt x="9545938" y="6857801"/>
                </a:lnTo>
                <a:lnTo>
                  <a:pt x="9481761" y="6857801"/>
                </a:lnTo>
                <a:lnTo>
                  <a:pt x="9394188" y="6769554"/>
                </a:lnTo>
                <a:lnTo>
                  <a:pt x="9394188" y="6743278"/>
                </a:lnTo>
                <a:lnTo>
                  <a:pt x="9286887" y="6743278"/>
                </a:lnTo>
                <a:lnTo>
                  <a:pt x="9028490" y="6485565"/>
                </a:lnTo>
                <a:lnTo>
                  <a:pt x="9028490" y="6635977"/>
                </a:lnTo>
                <a:lnTo>
                  <a:pt x="9250314" y="6857801"/>
                </a:lnTo>
                <a:lnTo>
                  <a:pt x="9217467" y="6857801"/>
                </a:lnTo>
                <a:lnTo>
                  <a:pt x="9156338" y="6796672"/>
                </a:lnTo>
                <a:lnTo>
                  <a:pt x="9163163" y="6813352"/>
                </a:lnTo>
                <a:cubicBezTo>
                  <a:pt x="9163163" y="6822111"/>
                  <a:pt x="9159877" y="6830870"/>
                  <a:pt x="9153308" y="6837440"/>
                </a:cubicBezTo>
                <a:cubicBezTo>
                  <a:pt x="9140170" y="6850578"/>
                  <a:pt x="9118271" y="6850578"/>
                  <a:pt x="9105133" y="6837440"/>
                </a:cubicBezTo>
                <a:cubicBezTo>
                  <a:pt x="9098563" y="6830870"/>
                  <a:pt x="9095279" y="6822111"/>
                  <a:pt x="9095279" y="6813352"/>
                </a:cubicBezTo>
                <a:lnTo>
                  <a:pt x="9098249" y="6806091"/>
                </a:lnTo>
                <a:lnTo>
                  <a:pt x="9028490" y="6735590"/>
                </a:lnTo>
                <a:lnTo>
                  <a:pt x="9028490" y="6857801"/>
                </a:lnTo>
                <a:lnTo>
                  <a:pt x="9006592" y="6857801"/>
                </a:lnTo>
                <a:lnTo>
                  <a:pt x="9006592" y="6713459"/>
                </a:lnTo>
                <a:lnTo>
                  <a:pt x="8927760" y="6633787"/>
                </a:lnTo>
                <a:lnTo>
                  <a:pt x="8927760" y="6568093"/>
                </a:lnTo>
                <a:lnTo>
                  <a:pt x="8400123" y="6040456"/>
                </a:lnTo>
                <a:lnTo>
                  <a:pt x="8379212" y="6049108"/>
                </a:lnTo>
                <a:cubicBezTo>
                  <a:pt x="8367716" y="6049108"/>
                  <a:pt x="8356220" y="6044728"/>
                  <a:pt x="8347460" y="6035969"/>
                </a:cubicBezTo>
                <a:lnTo>
                  <a:pt x="8338476" y="6014070"/>
                </a:lnTo>
                <a:lnTo>
                  <a:pt x="8262057" y="6014070"/>
                </a:lnTo>
                <a:lnTo>
                  <a:pt x="8421560" y="6173574"/>
                </a:lnTo>
                <a:lnTo>
                  <a:pt x="8439432" y="6166262"/>
                </a:lnTo>
                <a:cubicBezTo>
                  <a:pt x="8448191" y="6166262"/>
                  <a:pt x="8456950" y="6169547"/>
                  <a:pt x="8463519" y="6176117"/>
                </a:cubicBezTo>
                <a:cubicBezTo>
                  <a:pt x="8476657" y="6189254"/>
                  <a:pt x="8476657" y="6211153"/>
                  <a:pt x="8463519" y="6224291"/>
                </a:cubicBezTo>
                <a:lnTo>
                  <a:pt x="8443811" y="6232354"/>
                </a:lnTo>
                <a:lnTo>
                  <a:pt x="8443811" y="6675194"/>
                </a:lnTo>
                <a:lnTo>
                  <a:pt x="8465709" y="6684152"/>
                </a:lnTo>
                <a:cubicBezTo>
                  <a:pt x="8478848" y="6697290"/>
                  <a:pt x="8478848" y="6719189"/>
                  <a:pt x="8465709" y="6732328"/>
                </a:cubicBezTo>
                <a:lnTo>
                  <a:pt x="8591182" y="6857801"/>
                </a:lnTo>
                <a:lnTo>
                  <a:pt x="8567093" y="6857801"/>
                </a:lnTo>
                <a:lnTo>
                  <a:pt x="8448614" y="6739322"/>
                </a:lnTo>
                <a:lnTo>
                  <a:pt x="8441622" y="6742182"/>
                </a:lnTo>
                <a:cubicBezTo>
                  <a:pt x="8432862" y="6742182"/>
                  <a:pt x="8424103" y="6738898"/>
                  <a:pt x="8417533" y="6732328"/>
                </a:cubicBezTo>
                <a:cubicBezTo>
                  <a:pt x="8404395" y="6719189"/>
                  <a:pt x="8404395" y="6697290"/>
                  <a:pt x="8417533" y="6684152"/>
                </a:cubicBezTo>
                <a:lnTo>
                  <a:pt x="8428315" y="6679741"/>
                </a:lnTo>
                <a:lnTo>
                  <a:pt x="8426405" y="6228816"/>
                </a:lnTo>
                <a:lnTo>
                  <a:pt x="8415344" y="6224291"/>
                </a:lnTo>
                <a:cubicBezTo>
                  <a:pt x="8408774" y="6217723"/>
                  <a:pt x="8405489" y="6208964"/>
                  <a:pt x="8405489" y="6200204"/>
                </a:cubicBezTo>
                <a:lnTo>
                  <a:pt x="8410893" y="6186995"/>
                </a:lnTo>
                <a:lnTo>
                  <a:pt x="8237969" y="6014070"/>
                </a:lnTo>
                <a:lnTo>
                  <a:pt x="7976505" y="6014070"/>
                </a:lnTo>
                <a:lnTo>
                  <a:pt x="8322430" y="6361205"/>
                </a:lnTo>
                <a:lnTo>
                  <a:pt x="8346365" y="6351301"/>
                </a:lnTo>
                <a:cubicBezTo>
                  <a:pt x="8357861" y="6351301"/>
                  <a:pt x="8369358" y="6355681"/>
                  <a:pt x="8378117" y="6364440"/>
                </a:cubicBezTo>
                <a:cubicBezTo>
                  <a:pt x="8395635" y="6381958"/>
                  <a:pt x="8395635" y="6410426"/>
                  <a:pt x="8378117" y="6427944"/>
                </a:cubicBezTo>
                <a:lnTo>
                  <a:pt x="8351840" y="6438818"/>
                </a:lnTo>
                <a:lnTo>
                  <a:pt x="8351840" y="6857801"/>
                </a:lnTo>
                <a:lnTo>
                  <a:pt x="8329942" y="6857801"/>
                </a:lnTo>
                <a:lnTo>
                  <a:pt x="8329942" y="6434288"/>
                </a:lnTo>
                <a:lnTo>
                  <a:pt x="8314612" y="6427944"/>
                </a:lnTo>
                <a:cubicBezTo>
                  <a:pt x="8305853" y="6419185"/>
                  <a:pt x="8301473" y="6407689"/>
                  <a:pt x="8301473" y="6396192"/>
                </a:cubicBezTo>
                <a:lnTo>
                  <a:pt x="8308845" y="6378380"/>
                </a:lnTo>
                <a:lnTo>
                  <a:pt x="7944534" y="6014070"/>
                </a:lnTo>
                <a:lnTo>
                  <a:pt x="7751832" y="6014070"/>
                </a:lnTo>
                <a:lnTo>
                  <a:pt x="7701466" y="5963704"/>
                </a:lnTo>
                <a:lnTo>
                  <a:pt x="7701466" y="6445464"/>
                </a:lnTo>
                <a:lnTo>
                  <a:pt x="8115975" y="6857801"/>
                </a:lnTo>
                <a:lnTo>
                  <a:pt x="8089716" y="6857801"/>
                </a:lnTo>
                <a:lnTo>
                  <a:pt x="7683948" y="6452032"/>
                </a:lnTo>
                <a:lnTo>
                  <a:pt x="7683948" y="5946186"/>
                </a:lnTo>
                <a:lnTo>
                  <a:pt x="7348907" y="5611145"/>
                </a:lnTo>
                <a:lnTo>
                  <a:pt x="7348907" y="5781950"/>
                </a:lnTo>
                <a:lnTo>
                  <a:pt x="7681759" y="6114802"/>
                </a:lnTo>
                <a:lnTo>
                  <a:pt x="7681759" y="6857801"/>
                </a:lnTo>
                <a:lnTo>
                  <a:pt x="7657670" y="6857801"/>
                </a:lnTo>
                <a:lnTo>
                  <a:pt x="7657670" y="6123561"/>
                </a:lnTo>
                <a:lnTo>
                  <a:pt x="7348907" y="5814798"/>
                </a:lnTo>
                <a:lnTo>
                  <a:pt x="7348907" y="6727949"/>
                </a:lnTo>
                <a:lnTo>
                  <a:pt x="7478759" y="6857801"/>
                </a:lnTo>
                <a:lnTo>
                  <a:pt x="7447632" y="6857801"/>
                </a:lnTo>
                <a:lnTo>
                  <a:pt x="7327009" y="6736708"/>
                </a:lnTo>
                <a:lnTo>
                  <a:pt x="7327009" y="5792900"/>
                </a:lnTo>
                <a:lnTo>
                  <a:pt x="6869339" y="5335229"/>
                </a:lnTo>
                <a:lnTo>
                  <a:pt x="6869339" y="5810418"/>
                </a:lnTo>
                <a:lnTo>
                  <a:pt x="7226278" y="6167357"/>
                </a:lnTo>
                <a:lnTo>
                  <a:pt x="7226278" y="6756416"/>
                </a:lnTo>
                <a:lnTo>
                  <a:pt x="7327662" y="6857801"/>
                </a:lnTo>
                <a:lnTo>
                  <a:pt x="7303575" y="6857801"/>
                </a:lnTo>
                <a:lnTo>
                  <a:pt x="7208759" y="6762986"/>
                </a:lnTo>
                <a:lnTo>
                  <a:pt x="7208759" y="6173926"/>
                </a:lnTo>
                <a:lnTo>
                  <a:pt x="6869339" y="5834506"/>
                </a:lnTo>
                <a:lnTo>
                  <a:pt x="6869339" y="5902390"/>
                </a:lnTo>
                <a:lnTo>
                  <a:pt x="6731382" y="6041034"/>
                </a:lnTo>
                <a:lnTo>
                  <a:pt x="6731382" y="6553641"/>
                </a:lnTo>
                <a:lnTo>
                  <a:pt x="6751089" y="6561524"/>
                </a:lnTo>
                <a:cubicBezTo>
                  <a:pt x="6759302" y="6569736"/>
                  <a:pt x="6764229" y="6581232"/>
                  <a:pt x="6764229" y="6594371"/>
                </a:cubicBezTo>
                <a:lnTo>
                  <a:pt x="6757380" y="6611493"/>
                </a:lnTo>
                <a:lnTo>
                  <a:pt x="7004782" y="6857801"/>
                </a:lnTo>
                <a:lnTo>
                  <a:pt x="6972915" y="6857801"/>
                </a:lnTo>
                <a:lnTo>
                  <a:pt x="6744834" y="6629720"/>
                </a:lnTo>
                <a:lnTo>
                  <a:pt x="6718243" y="6640357"/>
                </a:lnTo>
                <a:cubicBezTo>
                  <a:pt x="6691965" y="6640357"/>
                  <a:pt x="6672256" y="6620648"/>
                  <a:pt x="6672256" y="6594371"/>
                </a:cubicBezTo>
                <a:cubicBezTo>
                  <a:pt x="6672256" y="6581232"/>
                  <a:pt x="6677731" y="6569736"/>
                  <a:pt x="6686217" y="6561524"/>
                </a:cubicBezTo>
                <a:lnTo>
                  <a:pt x="6709484" y="6551978"/>
                </a:lnTo>
                <a:lnTo>
                  <a:pt x="6709484" y="6063042"/>
                </a:lnTo>
                <a:lnTo>
                  <a:pt x="6523351" y="6250102"/>
                </a:lnTo>
                <a:lnTo>
                  <a:pt x="6523351" y="6493014"/>
                </a:lnTo>
                <a:lnTo>
                  <a:pt x="6537583" y="6499113"/>
                </a:lnTo>
                <a:cubicBezTo>
                  <a:pt x="6543605" y="6505136"/>
                  <a:pt x="6547436" y="6513347"/>
                  <a:pt x="6547436" y="6522106"/>
                </a:cubicBezTo>
                <a:lnTo>
                  <a:pt x="6542216" y="6534290"/>
                </a:lnTo>
                <a:lnTo>
                  <a:pt x="6862296" y="6852455"/>
                </a:lnTo>
                <a:lnTo>
                  <a:pt x="6871529" y="6848388"/>
                </a:lnTo>
                <a:lnTo>
                  <a:pt x="6891297" y="6857801"/>
                </a:lnTo>
                <a:lnTo>
                  <a:pt x="6843549" y="6857801"/>
                </a:lnTo>
                <a:lnTo>
                  <a:pt x="6531561" y="6547681"/>
                </a:lnTo>
                <a:lnTo>
                  <a:pt x="6514590" y="6554953"/>
                </a:lnTo>
                <a:cubicBezTo>
                  <a:pt x="6497072" y="6554953"/>
                  <a:pt x="6481743" y="6539625"/>
                  <a:pt x="6481743" y="6522106"/>
                </a:cubicBezTo>
                <a:cubicBezTo>
                  <a:pt x="6481743" y="6513347"/>
                  <a:pt x="6485575" y="6505136"/>
                  <a:pt x="6491598" y="6499113"/>
                </a:cubicBezTo>
                <a:lnTo>
                  <a:pt x="6505831" y="6493013"/>
                </a:lnTo>
                <a:lnTo>
                  <a:pt x="6505831" y="6267707"/>
                </a:lnTo>
                <a:lnTo>
                  <a:pt x="6456053" y="6317733"/>
                </a:lnTo>
                <a:lnTo>
                  <a:pt x="6464225" y="6338163"/>
                </a:lnTo>
                <a:cubicBezTo>
                  <a:pt x="6464225" y="6351302"/>
                  <a:pt x="6459298" y="6362799"/>
                  <a:pt x="6451086" y="6371010"/>
                </a:cubicBezTo>
                <a:lnTo>
                  <a:pt x="6429188" y="6379769"/>
                </a:lnTo>
                <a:lnTo>
                  <a:pt x="6429188" y="6857801"/>
                </a:lnTo>
                <a:lnTo>
                  <a:pt x="6405100" y="6857801"/>
                </a:lnTo>
                <a:lnTo>
                  <a:pt x="6405100" y="6378894"/>
                </a:lnTo>
                <a:lnTo>
                  <a:pt x="6385393" y="6371010"/>
                </a:lnTo>
                <a:cubicBezTo>
                  <a:pt x="6377181" y="6362799"/>
                  <a:pt x="6372253" y="6351302"/>
                  <a:pt x="6372253" y="6338163"/>
                </a:cubicBezTo>
                <a:cubicBezTo>
                  <a:pt x="6372253" y="6311885"/>
                  <a:pt x="6391962" y="6292177"/>
                  <a:pt x="6418239" y="6292177"/>
                </a:cubicBezTo>
                <a:lnTo>
                  <a:pt x="6438572" y="6300310"/>
                </a:lnTo>
                <a:lnTo>
                  <a:pt x="6505831" y="6233051"/>
                </a:lnTo>
                <a:lnTo>
                  <a:pt x="6505831" y="6128739"/>
                </a:lnTo>
                <a:lnTo>
                  <a:pt x="6317560" y="6318282"/>
                </a:lnTo>
                <a:lnTo>
                  <a:pt x="6324077" y="6333782"/>
                </a:lnTo>
                <a:cubicBezTo>
                  <a:pt x="6324077" y="6342542"/>
                  <a:pt x="6320245" y="6350754"/>
                  <a:pt x="6314224" y="6356776"/>
                </a:cubicBezTo>
                <a:lnTo>
                  <a:pt x="6299990" y="6362876"/>
                </a:lnTo>
                <a:lnTo>
                  <a:pt x="6299990" y="6857801"/>
                </a:lnTo>
                <a:lnTo>
                  <a:pt x="6282472" y="6857801"/>
                </a:lnTo>
                <a:lnTo>
                  <a:pt x="6282472" y="6361625"/>
                </a:lnTo>
                <a:lnTo>
                  <a:pt x="6266048" y="6354586"/>
                </a:lnTo>
                <a:cubicBezTo>
                  <a:pt x="6260025" y="6348564"/>
                  <a:pt x="6256193" y="6340352"/>
                  <a:pt x="6256193" y="6331592"/>
                </a:cubicBezTo>
                <a:cubicBezTo>
                  <a:pt x="6256193" y="6314073"/>
                  <a:pt x="6269332" y="6298745"/>
                  <a:pt x="6289041" y="6298745"/>
                </a:cubicBezTo>
                <a:lnTo>
                  <a:pt x="6305775" y="6306101"/>
                </a:lnTo>
                <a:lnTo>
                  <a:pt x="6505831" y="6106044"/>
                </a:lnTo>
                <a:lnTo>
                  <a:pt x="6505831" y="5865163"/>
                </a:lnTo>
                <a:lnTo>
                  <a:pt x="6249624" y="5606765"/>
                </a:lnTo>
                <a:lnTo>
                  <a:pt x="6249624" y="5377149"/>
                </a:lnTo>
                <a:lnTo>
                  <a:pt x="6231011" y="5369171"/>
                </a:lnTo>
                <a:cubicBezTo>
                  <a:pt x="6224987" y="5363150"/>
                  <a:pt x="6221155" y="5354938"/>
                  <a:pt x="6221155" y="5346178"/>
                </a:cubicBezTo>
                <a:cubicBezTo>
                  <a:pt x="6221155" y="5328659"/>
                  <a:pt x="6234295" y="5313330"/>
                  <a:pt x="6254003" y="5313330"/>
                </a:cubicBezTo>
                <a:cubicBezTo>
                  <a:pt x="6271521" y="5313330"/>
                  <a:pt x="6286849" y="5328659"/>
                  <a:pt x="6286849" y="5346178"/>
                </a:cubicBezTo>
                <a:cubicBezTo>
                  <a:pt x="6286849" y="5354938"/>
                  <a:pt x="6283565" y="5363150"/>
                  <a:pt x="6277818" y="5369171"/>
                </a:cubicBezTo>
                <a:lnTo>
                  <a:pt x="6264952" y="5374494"/>
                </a:lnTo>
                <a:lnTo>
                  <a:pt x="6264952" y="5600197"/>
                </a:lnTo>
                <a:lnTo>
                  <a:pt x="6523351" y="5856405"/>
                </a:lnTo>
                <a:lnTo>
                  <a:pt x="6523351" y="6088525"/>
                </a:lnTo>
                <a:lnTo>
                  <a:pt x="6608752" y="6003122"/>
                </a:lnTo>
                <a:lnTo>
                  <a:pt x="6608752" y="5604576"/>
                </a:lnTo>
                <a:lnTo>
                  <a:pt x="6437432" y="5433255"/>
                </a:lnTo>
                <a:lnTo>
                  <a:pt x="6432474" y="5431307"/>
                </a:lnTo>
                <a:lnTo>
                  <a:pt x="6430348" y="5426172"/>
                </a:lnTo>
                <a:lnTo>
                  <a:pt x="6361304" y="5357127"/>
                </a:lnTo>
                <a:lnTo>
                  <a:pt x="6361304" y="5045738"/>
                </a:lnTo>
                <a:lnTo>
                  <a:pt x="6335026" y="5035226"/>
                </a:lnTo>
                <a:cubicBezTo>
                  <a:pt x="6326814" y="5027014"/>
                  <a:pt x="6321887" y="5015518"/>
                  <a:pt x="6321887" y="5002379"/>
                </a:cubicBezTo>
                <a:cubicBezTo>
                  <a:pt x="6321887" y="4976101"/>
                  <a:pt x="6341594" y="4956392"/>
                  <a:pt x="6367872" y="4956392"/>
                </a:cubicBezTo>
                <a:cubicBezTo>
                  <a:pt x="6394150" y="4956392"/>
                  <a:pt x="6413859" y="4976101"/>
                  <a:pt x="6413859" y="5002379"/>
                </a:cubicBezTo>
                <a:cubicBezTo>
                  <a:pt x="6413859" y="5015518"/>
                  <a:pt x="6408932" y="5027014"/>
                  <a:pt x="6400720" y="5035226"/>
                </a:cubicBezTo>
                <a:lnTo>
                  <a:pt x="6383202" y="5042233"/>
                </a:lnTo>
                <a:lnTo>
                  <a:pt x="6383202" y="5348368"/>
                </a:lnTo>
                <a:lnTo>
                  <a:pt x="6428206" y="5393372"/>
                </a:lnTo>
                <a:lnTo>
                  <a:pt x="6432474" y="5382583"/>
                </a:lnTo>
                <a:lnTo>
                  <a:pt x="6440137" y="5379208"/>
                </a:lnTo>
                <a:lnTo>
                  <a:pt x="6440137" y="4380472"/>
                </a:lnTo>
                <a:lnTo>
                  <a:pt x="6335026" y="4275362"/>
                </a:lnTo>
                <a:lnTo>
                  <a:pt x="6291230" y="4275362"/>
                </a:lnTo>
                <a:lnTo>
                  <a:pt x="6291230" y="4338865"/>
                </a:lnTo>
                <a:lnTo>
                  <a:pt x="6169436" y="4461451"/>
                </a:lnTo>
                <a:lnTo>
                  <a:pt x="6190499" y="4452736"/>
                </a:lnTo>
                <a:cubicBezTo>
                  <a:pt x="6208016" y="4452736"/>
                  <a:pt x="6223345" y="4468064"/>
                  <a:pt x="6223345" y="4485583"/>
                </a:cubicBezTo>
                <a:cubicBezTo>
                  <a:pt x="6223345" y="4494342"/>
                  <a:pt x="6219513" y="4502554"/>
                  <a:pt x="6213491" y="4508576"/>
                </a:cubicBezTo>
                <a:lnTo>
                  <a:pt x="6199259" y="4514676"/>
                </a:lnTo>
                <a:lnTo>
                  <a:pt x="6199259" y="4853471"/>
                </a:lnTo>
                <a:lnTo>
                  <a:pt x="5954002" y="5096596"/>
                </a:lnTo>
                <a:lnTo>
                  <a:pt x="5954002" y="5598007"/>
                </a:lnTo>
                <a:lnTo>
                  <a:pt x="5975898" y="5606766"/>
                </a:lnTo>
                <a:cubicBezTo>
                  <a:pt x="5984111" y="5614978"/>
                  <a:pt x="5989038" y="5626475"/>
                  <a:pt x="5989038" y="5639614"/>
                </a:cubicBezTo>
                <a:cubicBezTo>
                  <a:pt x="5989038" y="5652753"/>
                  <a:pt x="5984111" y="5664249"/>
                  <a:pt x="5975899" y="5672460"/>
                </a:cubicBezTo>
                <a:lnTo>
                  <a:pt x="5947431" y="5683847"/>
                </a:lnTo>
                <a:lnTo>
                  <a:pt x="5947431" y="5787317"/>
                </a:lnTo>
                <a:lnTo>
                  <a:pt x="5963581" y="5793174"/>
                </a:lnTo>
                <a:cubicBezTo>
                  <a:pt x="5969876" y="5798923"/>
                  <a:pt x="5973709" y="5807135"/>
                  <a:pt x="5973709" y="5816988"/>
                </a:cubicBezTo>
                <a:lnTo>
                  <a:pt x="5970884" y="5822921"/>
                </a:lnTo>
                <a:lnTo>
                  <a:pt x="6131373" y="5983414"/>
                </a:lnTo>
                <a:lnTo>
                  <a:pt x="6131373" y="6425754"/>
                </a:lnTo>
                <a:lnTo>
                  <a:pt x="6260573" y="6554953"/>
                </a:lnTo>
                <a:lnTo>
                  <a:pt x="6260573" y="6857801"/>
                </a:lnTo>
                <a:lnTo>
                  <a:pt x="6238675" y="6857801"/>
                </a:lnTo>
                <a:lnTo>
                  <a:pt x="6238675" y="6563713"/>
                </a:lnTo>
                <a:lnTo>
                  <a:pt x="6175170" y="6500209"/>
                </a:lnTo>
                <a:lnTo>
                  <a:pt x="6175170" y="6840880"/>
                </a:lnTo>
                <a:lnTo>
                  <a:pt x="6185024" y="6845104"/>
                </a:lnTo>
                <a:lnTo>
                  <a:pt x="6190466" y="6857801"/>
                </a:lnTo>
                <a:lnTo>
                  <a:pt x="6133596" y="6857801"/>
                </a:lnTo>
                <a:lnTo>
                  <a:pt x="6139038" y="6845104"/>
                </a:lnTo>
                <a:lnTo>
                  <a:pt x="6157652" y="6837126"/>
                </a:lnTo>
                <a:lnTo>
                  <a:pt x="6157652" y="6498018"/>
                </a:lnTo>
                <a:lnTo>
                  <a:pt x="6131373" y="6471740"/>
                </a:lnTo>
                <a:lnTo>
                  <a:pt x="6131373" y="6857801"/>
                </a:lnTo>
                <a:lnTo>
                  <a:pt x="6087577" y="6857801"/>
                </a:lnTo>
                <a:lnTo>
                  <a:pt x="6087577" y="6427945"/>
                </a:lnTo>
                <a:lnTo>
                  <a:pt x="6081009" y="6421376"/>
                </a:lnTo>
                <a:lnTo>
                  <a:pt x="6081009" y="6857801"/>
                </a:lnTo>
                <a:lnTo>
                  <a:pt x="6045972" y="6857801"/>
                </a:lnTo>
                <a:lnTo>
                  <a:pt x="6045972" y="6386340"/>
                </a:lnTo>
                <a:lnTo>
                  <a:pt x="5694509" y="6034874"/>
                </a:lnTo>
                <a:lnTo>
                  <a:pt x="5520420" y="6208963"/>
                </a:lnTo>
                <a:lnTo>
                  <a:pt x="5520420" y="6622839"/>
                </a:lnTo>
                <a:lnTo>
                  <a:pt x="5755381" y="6857801"/>
                </a:lnTo>
                <a:lnTo>
                  <a:pt x="5705768" y="6857801"/>
                </a:lnTo>
                <a:lnTo>
                  <a:pt x="5485384" y="6638167"/>
                </a:lnTo>
                <a:lnTo>
                  <a:pt x="5485384" y="6195825"/>
                </a:lnTo>
                <a:lnTo>
                  <a:pt x="5670422" y="6010786"/>
                </a:lnTo>
                <a:lnTo>
                  <a:pt x="5603634" y="5943999"/>
                </a:lnTo>
                <a:lnTo>
                  <a:pt x="5375897" y="6171738"/>
                </a:lnTo>
                <a:lnTo>
                  <a:pt x="5375897" y="6257419"/>
                </a:lnTo>
                <a:lnTo>
                  <a:pt x="5383555" y="6262614"/>
                </a:lnTo>
                <a:cubicBezTo>
                  <a:pt x="5392313" y="6271373"/>
                  <a:pt x="5397788" y="6283418"/>
                  <a:pt x="5397788" y="6296556"/>
                </a:cubicBezTo>
                <a:cubicBezTo>
                  <a:pt x="5397788" y="6309694"/>
                  <a:pt x="5392313" y="6321739"/>
                  <a:pt x="5383555" y="6330499"/>
                </a:cubicBezTo>
                <a:lnTo>
                  <a:pt x="5375897" y="6335694"/>
                </a:lnTo>
                <a:lnTo>
                  <a:pt x="5375897" y="6732329"/>
                </a:lnTo>
                <a:lnTo>
                  <a:pt x="5501368" y="6857801"/>
                </a:lnTo>
                <a:lnTo>
                  <a:pt x="5435942" y="6857801"/>
                </a:lnTo>
                <a:lnTo>
                  <a:pt x="5364944" y="6786982"/>
                </a:lnTo>
                <a:lnTo>
                  <a:pt x="5364944" y="6857801"/>
                </a:lnTo>
                <a:lnTo>
                  <a:pt x="5329908" y="6857801"/>
                </a:lnTo>
                <a:lnTo>
                  <a:pt x="5329908" y="6338674"/>
                </a:lnTo>
                <a:lnTo>
                  <a:pt x="5317860" y="6330499"/>
                </a:lnTo>
                <a:cubicBezTo>
                  <a:pt x="5309101" y="6321739"/>
                  <a:pt x="5303626" y="6309694"/>
                  <a:pt x="5303626" y="6296556"/>
                </a:cubicBezTo>
                <a:cubicBezTo>
                  <a:pt x="5303626" y="6283418"/>
                  <a:pt x="5308554" y="6271373"/>
                  <a:pt x="5316765" y="6262614"/>
                </a:cubicBezTo>
                <a:lnTo>
                  <a:pt x="5329910" y="6253233"/>
                </a:lnTo>
                <a:lnTo>
                  <a:pt x="5329910" y="6152029"/>
                </a:lnTo>
                <a:lnTo>
                  <a:pt x="5571422" y="5911787"/>
                </a:lnTo>
                <a:lnTo>
                  <a:pt x="5465677" y="5806040"/>
                </a:lnTo>
                <a:lnTo>
                  <a:pt x="5465677" y="5965895"/>
                </a:lnTo>
                <a:lnTo>
                  <a:pt x="5226985" y="6204584"/>
                </a:lnTo>
                <a:lnTo>
                  <a:pt x="5226985" y="6857801"/>
                </a:lnTo>
                <a:lnTo>
                  <a:pt x="5209466" y="6857801"/>
                </a:lnTo>
                <a:lnTo>
                  <a:pt x="5209466" y="6222103"/>
                </a:lnTo>
                <a:lnTo>
                  <a:pt x="5186745" y="6244825"/>
                </a:lnTo>
                <a:lnTo>
                  <a:pt x="5188665" y="6246190"/>
                </a:lnTo>
                <a:cubicBezTo>
                  <a:pt x="5200159" y="6258234"/>
                  <a:pt x="5207275" y="6274658"/>
                  <a:pt x="5207275" y="6292176"/>
                </a:cubicBezTo>
                <a:cubicBezTo>
                  <a:pt x="5207275" y="6318454"/>
                  <a:pt x="5191265" y="6341037"/>
                  <a:pt x="5168476" y="6350685"/>
                </a:cubicBezTo>
                <a:lnTo>
                  <a:pt x="5165676" y="6351252"/>
                </a:lnTo>
                <a:lnTo>
                  <a:pt x="5165676" y="6857801"/>
                </a:lnTo>
                <a:lnTo>
                  <a:pt x="5119687" y="6857801"/>
                </a:lnTo>
                <a:lnTo>
                  <a:pt x="5119687" y="6351110"/>
                </a:lnTo>
                <a:lnTo>
                  <a:pt x="5119068" y="6350994"/>
                </a:lnTo>
                <a:lnTo>
                  <a:pt x="5097689" y="6333883"/>
                </a:lnTo>
                <a:lnTo>
                  <a:pt x="5052457" y="6379115"/>
                </a:lnTo>
                <a:lnTo>
                  <a:pt x="5058369" y="6392907"/>
                </a:lnTo>
                <a:cubicBezTo>
                  <a:pt x="5058369" y="6401667"/>
                  <a:pt x="5054536" y="6409879"/>
                  <a:pt x="5048515" y="6415901"/>
                </a:cubicBezTo>
                <a:lnTo>
                  <a:pt x="5034286" y="6421999"/>
                </a:lnTo>
                <a:lnTo>
                  <a:pt x="5034286" y="6857801"/>
                </a:lnTo>
                <a:lnTo>
                  <a:pt x="5016767" y="6857801"/>
                </a:lnTo>
                <a:lnTo>
                  <a:pt x="5016767" y="6423775"/>
                </a:lnTo>
                <a:lnTo>
                  <a:pt x="5002529" y="6416995"/>
                </a:lnTo>
                <a:cubicBezTo>
                  <a:pt x="4996507" y="6410426"/>
                  <a:pt x="4992676" y="6401667"/>
                  <a:pt x="4992676" y="6392907"/>
                </a:cubicBezTo>
                <a:cubicBezTo>
                  <a:pt x="4992676" y="6375389"/>
                  <a:pt x="5008004" y="6360061"/>
                  <a:pt x="5025522" y="6360061"/>
                </a:cubicBezTo>
                <a:lnTo>
                  <a:pt x="5040853" y="6366631"/>
                </a:lnTo>
                <a:lnTo>
                  <a:pt x="5088309" y="6319174"/>
                </a:lnTo>
                <a:lnTo>
                  <a:pt x="5080269" y="6292176"/>
                </a:lnTo>
                <a:cubicBezTo>
                  <a:pt x="5080269" y="6254949"/>
                  <a:pt x="5108737" y="6226482"/>
                  <a:pt x="5143772" y="6226482"/>
                </a:cubicBezTo>
                <a:cubicBezTo>
                  <a:pt x="5152533" y="6226482"/>
                  <a:pt x="5160882" y="6228398"/>
                  <a:pt x="5168476" y="6231820"/>
                </a:cubicBezTo>
                <a:lnTo>
                  <a:pt x="5172672" y="6234808"/>
                </a:lnTo>
                <a:lnTo>
                  <a:pt x="5209466" y="6198014"/>
                </a:lnTo>
                <a:lnTo>
                  <a:pt x="5209466" y="5958075"/>
                </a:lnTo>
                <a:lnTo>
                  <a:pt x="5195231" y="5952483"/>
                </a:lnTo>
                <a:lnTo>
                  <a:pt x="5194352" y="5950356"/>
                </a:lnTo>
                <a:lnTo>
                  <a:pt x="4977359" y="6167358"/>
                </a:lnTo>
                <a:lnTo>
                  <a:pt x="4977359" y="6857801"/>
                </a:lnTo>
                <a:lnTo>
                  <a:pt x="4955458" y="6857801"/>
                </a:lnTo>
                <a:lnTo>
                  <a:pt x="4955458" y="6189255"/>
                </a:lnTo>
                <a:lnTo>
                  <a:pt x="4780284" y="6364425"/>
                </a:lnTo>
                <a:lnTo>
                  <a:pt x="4780284" y="6736708"/>
                </a:lnTo>
                <a:lnTo>
                  <a:pt x="4718953" y="6798042"/>
                </a:lnTo>
                <a:lnTo>
                  <a:pt x="4718953" y="6857801"/>
                </a:lnTo>
                <a:lnTo>
                  <a:pt x="4694866" y="6857801"/>
                </a:lnTo>
                <a:lnTo>
                  <a:pt x="4694866" y="6822131"/>
                </a:lnTo>
                <a:lnTo>
                  <a:pt x="4659199" y="6857801"/>
                </a:lnTo>
                <a:lnTo>
                  <a:pt x="4626351" y="6857801"/>
                </a:lnTo>
                <a:lnTo>
                  <a:pt x="4694866" y="6789280"/>
                </a:lnTo>
                <a:lnTo>
                  <a:pt x="4694866" y="6465086"/>
                </a:lnTo>
                <a:lnTo>
                  <a:pt x="4687541" y="6463563"/>
                </a:lnTo>
                <a:cubicBezTo>
                  <a:pt x="4670913" y="6456275"/>
                  <a:pt x="4659826" y="6439441"/>
                  <a:pt x="4659826" y="6421375"/>
                </a:cubicBezTo>
                <a:cubicBezTo>
                  <a:pt x="4659826" y="6395098"/>
                  <a:pt x="4681725" y="6375389"/>
                  <a:pt x="4705812" y="6375389"/>
                </a:cubicBezTo>
                <a:lnTo>
                  <a:pt x="4727625" y="6384115"/>
                </a:lnTo>
                <a:lnTo>
                  <a:pt x="4756193" y="6355439"/>
                </a:lnTo>
                <a:lnTo>
                  <a:pt x="4756193" y="5612302"/>
                </a:lnTo>
                <a:lnTo>
                  <a:pt x="4421155" y="5948207"/>
                </a:lnTo>
                <a:lnTo>
                  <a:pt x="4421155" y="6452032"/>
                </a:lnTo>
                <a:lnTo>
                  <a:pt x="4017550" y="6857801"/>
                </a:lnTo>
                <a:lnTo>
                  <a:pt x="3991338" y="6857801"/>
                </a:lnTo>
                <a:lnTo>
                  <a:pt x="4403638" y="6445464"/>
                </a:lnTo>
                <a:lnTo>
                  <a:pt x="4403638" y="5965771"/>
                </a:lnTo>
                <a:lnTo>
                  <a:pt x="4355458" y="6014070"/>
                </a:lnTo>
                <a:lnTo>
                  <a:pt x="4160611" y="6014070"/>
                </a:lnTo>
                <a:lnTo>
                  <a:pt x="3796301" y="6378382"/>
                </a:lnTo>
                <a:lnTo>
                  <a:pt x="3803669" y="6396192"/>
                </a:lnTo>
                <a:cubicBezTo>
                  <a:pt x="3803669" y="6407689"/>
                  <a:pt x="3799290" y="6419185"/>
                  <a:pt x="3790532" y="6427944"/>
                </a:cubicBezTo>
                <a:lnTo>
                  <a:pt x="3775207" y="6434287"/>
                </a:lnTo>
                <a:lnTo>
                  <a:pt x="3775207" y="6857801"/>
                </a:lnTo>
                <a:lnTo>
                  <a:pt x="3753304" y="6857801"/>
                </a:lnTo>
                <a:lnTo>
                  <a:pt x="3753304" y="6438819"/>
                </a:lnTo>
                <a:lnTo>
                  <a:pt x="3727024" y="6427944"/>
                </a:lnTo>
                <a:cubicBezTo>
                  <a:pt x="3709504" y="6410426"/>
                  <a:pt x="3709504" y="6381958"/>
                  <a:pt x="3727024" y="6364440"/>
                </a:cubicBezTo>
                <a:cubicBezTo>
                  <a:pt x="3735781" y="6355681"/>
                  <a:pt x="3747278" y="6351301"/>
                  <a:pt x="3758777" y="6351301"/>
                </a:cubicBezTo>
                <a:lnTo>
                  <a:pt x="3782790" y="6361236"/>
                </a:lnTo>
                <a:lnTo>
                  <a:pt x="4129948" y="6014070"/>
                </a:lnTo>
                <a:lnTo>
                  <a:pt x="3867170" y="6014070"/>
                </a:lnTo>
                <a:lnTo>
                  <a:pt x="3694244" y="6186996"/>
                </a:lnTo>
                <a:lnTo>
                  <a:pt x="3699645" y="6200204"/>
                </a:lnTo>
                <a:cubicBezTo>
                  <a:pt x="3699645" y="6208964"/>
                  <a:pt x="3696360" y="6217723"/>
                  <a:pt x="3689794" y="6224291"/>
                </a:cubicBezTo>
                <a:lnTo>
                  <a:pt x="3678846" y="6228770"/>
                </a:lnTo>
                <a:lnTo>
                  <a:pt x="3678846" y="6680570"/>
                </a:lnTo>
                <a:lnTo>
                  <a:pt x="3687602" y="6684152"/>
                </a:lnTo>
                <a:cubicBezTo>
                  <a:pt x="3700738" y="6697290"/>
                  <a:pt x="3700738" y="6719189"/>
                  <a:pt x="3687602" y="6732328"/>
                </a:cubicBezTo>
                <a:cubicBezTo>
                  <a:pt x="3681033" y="6738898"/>
                  <a:pt x="3672277" y="6742182"/>
                  <a:pt x="3663516" y="6742182"/>
                </a:cubicBezTo>
                <a:lnTo>
                  <a:pt x="3658045" y="6739943"/>
                </a:lnTo>
                <a:lnTo>
                  <a:pt x="3539905" y="6857801"/>
                </a:lnTo>
                <a:lnTo>
                  <a:pt x="3513960" y="6857801"/>
                </a:lnTo>
                <a:lnTo>
                  <a:pt x="3639431" y="6732328"/>
                </a:lnTo>
                <a:cubicBezTo>
                  <a:pt x="3626289" y="6719189"/>
                  <a:pt x="3626289" y="6697290"/>
                  <a:pt x="3639431" y="6684152"/>
                </a:cubicBezTo>
                <a:lnTo>
                  <a:pt x="3661327" y="6675193"/>
                </a:lnTo>
                <a:lnTo>
                  <a:pt x="3661327" y="6232354"/>
                </a:lnTo>
                <a:lnTo>
                  <a:pt x="3641620" y="6224291"/>
                </a:lnTo>
                <a:cubicBezTo>
                  <a:pt x="3628481" y="6211153"/>
                  <a:pt x="3628481" y="6189254"/>
                  <a:pt x="3641620" y="6176117"/>
                </a:cubicBezTo>
                <a:cubicBezTo>
                  <a:pt x="3648188" y="6169547"/>
                  <a:pt x="3656947" y="6166262"/>
                  <a:pt x="3665705" y="6166262"/>
                </a:cubicBezTo>
                <a:lnTo>
                  <a:pt x="3683578" y="6173574"/>
                </a:lnTo>
                <a:lnTo>
                  <a:pt x="3843082" y="6014070"/>
                </a:lnTo>
                <a:lnTo>
                  <a:pt x="3768856" y="6014070"/>
                </a:lnTo>
                <a:lnTo>
                  <a:pt x="3759873" y="6035969"/>
                </a:lnTo>
                <a:cubicBezTo>
                  <a:pt x="3751111" y="6044728"/>
                  <a:pt x="3739613" y="6049108"/>
                  <a:pt x="3728119" y="6049108"/>
                </a:cubicBezTo>
                <a:lnTo>
                  <a:pt x="3705663" y="6039815"/>
                </a:lnTo>
                <a:lnTo>
                  <a:pt x="3177735" y="6567755"/>
                </a:lnTo>
                <a:lnTo>
                  <a:pt x="3177396" y="6633787"/>
                </a:lnTo>
                <a:lnTo>
                  <a:pt x="3098564" y="6713454"/>
                </a:lnTo>
                <a:lnTo>
                  <a:pt x="3098564" y="6857801"/>
                </a:lnTo>
                <a:lnTo>
                  <a:pt x="3076666" y="6857801"/>
                </a:lnTo>
                <a:lnTo>
                  <a:pt x="3076666" y="6735584"/>
                </a:lnTo>
                <a:lnTo>
                  <a:pt x="3006901" y="6806094"/>
                </a:lnTo>
                <a:lnTo>
                  <a:pt x="3009868" y="6813352"/>
                </a:lnTo>
                <a:cubicBezTo>
                  <a:pt x="3009868" y="6822111"/>
                  <a:pt x="3006586" y="6830870"/>
                  <a:pt x="3000015" y="6837440"/>
                </a:cubicBezTo>
                <a:cubicBezTo>
                  <a:pt x="2986877" y="6850578"/>
                  <a:pt x="2964979" y="6850578"/>
                  <a:pt x="2951839" y="6837440"/>
                </a:cubicBezTo>
                <a:cubicBezTo>
                  <a:pt x="2945268" y="6830870"/>
                  <a:pt x="2941984" y="6822111"/>
                  <a:pt x="2941984" y="6813352"/>
                </a:cubicBezTo>
                <a:lnTo>
                  <a:pt x="2948802" y="6796684"/>
                </a:lnTo>
                <a:lnTo>
                  <a:pt x="2887686" y="6857801"/>
                </a:lnTo>
                <a:lnTo>
                  <a:pt x="2854840" y="6857801"/>
                </a:lnTo>
                <a:lnTo>
                  <a:pt x="3076666" y="6635975"/>
                </a:lnTo>
                <a:lnTo>
                  <a:pt x="3076666" y="6487064"/>
                </a:lnTo>
                <a:lnTo>
                  <a:pt x="2820455" y="6743278"/>
                </a:lnTo>
                <a:lnTo>
                  <a:pt x="2713158" y="6743278"/>
                </a:lnTo>
                <a:lnTo>
                  <a:pt x="2713158" y="6769554"/>
                </a:lnTo>
                <a:lnTo>
                  <a:pt x="2624911" y="6857801"/>
                </a:lnTo>
                <a:lnTo>
                  <a:pt x="2559215" y="6857801"/>
                </a:lnTo>
                <a:lnTo>
                  <a:pt x="2667171" y="6749847"/>
                </a:lnTo>
                <a:lnTo>
                  <a:pt x="2667171" y="6743278"/>
                </a:lnTo>
                <a:lnTo>
                  <a:pt x="2430666" y="6743278"/>
                </a:lnTo>
                <a:lnTo>
                  <a:pt x="2316144" y="6857801"/>
                </a:lnTo>
                <a:lnTo>
                  <a:pt x="2267963" y="6857801"/>
                </a:lnTo>
                <a:lnTo>
                  <a:pt x="2382490" y="6743278"/>
                </a:lnTo>
                <a:lnTo>
                  <a:pt x="2297088" y="6743278"/>
                </a:lnTo>
                <a:lnTo>
                  <a:pt x="2182561" y="6857801"/>
                </a:lnTo>
                <a:lnTo>
                  <a:pt x="2157755" y="6857801"/>
                </a:lnTo>
                <a:lnTo>
                  <a:pt x="2290519" y="6725759"/>
                </a:lnTo>
                <a:lnTo>
                  <a:pt x="2400011" y="6725759"/>
                </a:lnTo>
                <a:lnTo>
                  <a:pt x="2472270" y="6653495"/>
                </a:lnTo>
                <a:lnTo>
                  <a:pt x="2667168" y="6653495"/>
                </a:lnTo>
                <a:lnTo>
                  <a:pt x="2667171" y="6653491"/>
                </a:lnTo>
                <a:lnTo>
                  <a:pt x="2667171" y="6607509"/>
                </a:lnTo>
                <a:lnTo>
                  <a:pt x="2310227" y="6607509"/>
                </a:lnTo>
                <a:lnTo>
                  <a:pt x="2059929" y="6857801"/>
                </a:lnTo>
                <a:lnTo>
                  <a:pt x="1950445" y="6857801"/>
                </a:lnTo>
                <a:lnTo>
                  <a:pt x="2246724" y="6561523"/>
                </a:lnTo>
                <a:lnTo>
                  <a:pt x="2308037" y="6561523"/>
                </a:lnTo>
                <a:lnTo>
                  <a:pt x="2546725" y="6322834"/>
                </a:lnTo>
                <a:lnTo>
                  <a:pt x="2667171" y="6322834"/>
                </a:lnTo>
                <a:lnTo>
                  <a:pt x="2667171" y="6219913"/>
                </a:lnTo>
                <a:lnTo>
                  <a:pt x="2588338" y="6298746"/>
                </a:lnTo>
                <a:lnTo>
                  <a:pt x="2331401" y="6298746"/>
                </a:lnTo>
                <a:lnTo>
                  <a:pt x="1983935" y="6644736"/>
                </a:lnTo>
                <a:lnTo>
                  <a:pt x="1839411" y="6644736"/>
                </a:lnTo>
                <a:lnTo>
                  <a:pt x="1626347" y="6857801"/>
                </a:lnTo>
                <a:lnTo>
                  <a:pt x="1593501" y="6857801"/>
                </a:lnTo>
                <a:lnTo>
                  <a:pt x="1781415" y="6669885"/>
                </a:lnTo>
                <a:lnTo>
                  <a:pt x="1770696" y="6665500"/>
                </a:lnTo>
                <a:lnTo>
                  <a:pt x="1596338" y="6841819"/>
                </a:lnTo>
                <a:lnTo>
                  <a:pt x="1585388" y="6828680"/>
                </a:lnTo>
                <a:lnTo>
                  <a:pt x="1759582" y="6654485"/>
                </a:lnTo>
                <a:lnTo>
                  <a:pt x="1752906" y="6638166"/>
                </a:lnTo>
                <a:cubicBezTo>
                  <a:pt x="1752906" y="6629407"/>
                  <a:pt x="1756191" y="6620648"/>
                  <a:pt x="1762760" y="6614079"/>
                </a:cubicBezTo>
                <a:cubicBezTo>
                  <a:pt x="1775899" y="6600939"/>
                  <a:pt x="1797798" y="6600939"/>
                  <a:pt x="1810937" y="6614079"/>
                </a:cubicBezTo>
                <a:lnTo>
                  <a:pt x="1817207" y="6629407"/>
                </a:lnTo>
                <a:lnTo>
                  <a:pt x="1821893" y="6629407"/>
                </a:lnTo>
                <a:lnTo>
                  <a:pt x="2018976" y="6432324"/>
                </a:lnTo>
                <a:lnTo>
                  <a:pt x="1854742" y="6432324"/>
                </a:lnTo>
                <a:lnTo>
                  <a:pt x="1576635" y="6710430"/>
                </a:lnTo>
                <a:lnTo>
                  <a:pt x="1160574" y="6710430"/>
                </a:lnTo>
                <a:lnTo>
                  <a:pt x="1012277" y="6857801"/>
                </a:lnTo>
                <a:lnTo>
                  <a:pt x="947509" y="6857801"/>
                </a:lnTo>
                <a:lnTo>
                  <a:pt x="1140865" y="6664444"/>
                </a:lnTo>
                <a:lnTo>
                  <a:pt x="1464932" y="6664444"/>
                </a:lnTo>
                <a:lnTo>
                  <a:pt x="1729917" y="6397287"/>
                </a:lnTo>
                <a:lnTo>
                  <a:pt x="1824083" y="6397287"/>
                </a:lnTo>
                <a:lnTo>
                  <a:pt x="1937953" y="6283417"/>
                </a:lnTo>
                <a:lnTo>
                  <a:pt x="1937953" y="6025648"/>
                </a:lnTo>
                <a:lnTo>
                  <a:pt x="1916050" y="6016261"/>
                </a:lnTo>
                <a:cubicBezTo>
                  <a:pt x="1889772" y="5989982"/>
                  <a:pt x="1889772" y="5950565"/>
                  <a:pt x="1916050" y="5924288"/>
                </a:cubicBezTo>
                <a:cubicBezTo>
                  <a:pt x="1929188" y="5911149"/>
                  <a:pt x="1945612" y="5904580"/>
                  <a:pt x="1962037" y="5904580"/>
                </a:cubicBezTo>
                <a:lnTo>
                  <a:pt x="1980505" y="5912496"/>
                </a:lnTo>
                <a:lnTo>
                  <a:pt x="2278206" y="5615525"/>
                </a:lnTo>
                <a:lnTo>
                  <a:pt x="2119863" y="5615525"/>
                </a:lnTo>
                <a:lnTo>
                  <a:pt x="2115333" y="5626474"/>
                </a:lnTo>
                <a:cubicBezTo>
                  <a:pt x="2097809" y="5643993"/>
                  <a:pt x="2069340" y="5643993"/>
                  <a:pt x="2051820" y="5626474"/>
                </a:cubicBezTo>
                <a:lnTo>
                  <a:pt x="2047290" y="5615525"/>
                </a:lnTo>
                <a:lnTo>
                  <a:pt x="1999265" y="5615525"/>
                </a:lnTo>
                <a:lnTo>
                  <a:pt x="1790027" y="5824762"/>
                </a:lnTo>
                <a:lnTo>
                  <a:pt x="1796700" y="5841076"/>
                </a:lnTo>
                <a:cubicBezTo>
                  <a:pt x="1796700" y="5849835"/>
                  <a:pt x="1793416" y="5858595"/>
                  <a:pt x="1786846" y="5865163"/>
                </a:cubicBezTo>
                <a:lnTo>
                  <a:pt x="1767144" y="5873224"/>
                </a:lnTo>
                <a:lnTo>
                  <a:pt x="1767144" y="6300935"/>
                </a:lnTo>
                <a:lnTo>
                  <a:pt x="1445242" y="6625028"/>
                </a:lnTo>
                <a:lnTo>
                  <a:pt x="1432103" y="6611888"/>
                </a:lnTo>
                <a:lnTo>
                  <a:pt x="1749625" y="6294367"/>
                </a:lnTo>
                <a:lnTo>
                  <a:pt x="1749625" y="5869645"/>
                </a:lnTo>
                <a:lnTo>
                  <a:pt x="1738671" y="5865163"/>
                </a:lnTo>
                <a:cubicBezTo>
                  <a:pt x="1725533" y="5852025"/>
                  <a:pt x="1725533" y="5830126"/>
                  <a:pt x="1738671" y="5816988"/>
                </a:cubicBezTo>
                <a:cubicBezTo>
                  <a:pt x="1745240" y="5810419"/>
                  <a:pt x="1753999" y="5807134"/>
                  <a:pt x="1762759" y="5807134"/>
                </a:cubicBezTo>
                <a:lnTo>
                  <a:pt x="1775971" y="5812540"/>
                </a:lnTo>
                <a:lnTo>
                  <a:pt x="1981745" y="5606765"/>
                </a:lnTo>
                <a:lnTo>
                  <a:pt x="1743054" y="5606765"/>
                </a:lnTo>
                <a:lnTo>
                  <a:pt x="1281711" y="6068113"/>
                </a:lnTo>
                <a:lnTo>
                  <a:pt x="1286478" y="6079765"/>
                </a:lnTo>
                <a:cubicBezTo>
                  <a:pt x="1286478" y="6088525"/>
                  <a:pt x="1283193" y="6097284"/>
                  <a:pt x="1276623" y="6103852"/>
                </a:cubicBezTo>
                <a:lnTo>
                  <a:pt x="1265959" y="6108215"/>
                </a:lnTo>
                <a:lnTo>
                  <a:pt x="1267868" y="6272468"/>
                </a:lnTo>
                <a:lnTo>
                  <a:pt x="1191231" y="6347440"/>
                </a:lnTo>
                <a:lnTo>
                  <a:pt x="1191231" y="6533054"/>
                </a:lnTo>
                <a:lnTo>
                  <a:pt x="868110" y="6857801"/>
                </a:lnTo>
                <a:lnTo>
                  <a:pt x="834128" y="6857801"/>
                </a:lnTo>
                <a:lnTo>
                  <a:pt x="1169333" y="6524297"/>
                </a:lnTo>
                <a:lnTo>
                  <a:pt x="1169333" y="6368862"/>
                </a:lnTo>
                <a:lnTo>
                  <a:pt x="1167139" y="6371009"/>
                </a:lnTo>
                <a:lnTo>
                  <a:pt x="1156189" y="6360061"/>
                </a:lnTo>
                <a:lnTo>
                  <a:pt x="1169333" y="6346917"/>
                </a:lnTo>
                <a:lnTo>
                  <a:pt x="1169333" y="5950342"/>
                </a:lnTo>
                <a:lnTo>
                  <a:pt x="1167940" y="5949766"/>
                </a:lnTo>
                <a:lnTo>
                  <a:pt x="1161554" y="5956151"/>
                </a:lnTo>
                <a:lnTo>
                  <a:pt x="1168228" y="5972465"/>
                </a:lnTo>
                <a:cubicBezTo>
                  <a:pt x="1168228" y="5981224"/>
                  <a:pt x="1164944" y="5989983"/>
                  <a:pt x="1158374" y="5996553"/>
                </a:cubicBezTo>
                <a:lnTo>
                  <a:pt x="1140861" y="6003717"/>
                </a:lnTo>
                <a:lnTo>
                  <a:pt x="1140861" y="6329404"/>
                </a:lnTo>
                <a:lnTo>
                  <a:pt x="1125532" y="6329404"/>
                </a:lnTo>
                <a:lnTo>
                  <a:pt x="1125532" y="6002825"/>
                </a:lnTo>
                <a:lnTo>
                  <a:pt x="1110199" y="5996553"/>
                </a:lnTo>
                <a:cubicBezTo>
                  <a:pt x="1097061" y="5983414"/>
                  <a:pt x="1097061" y="5961516"/>
                  <a:pt x="1110199" y="5948377"/>
                </a:cubicBezTo>
                <a:cubicBezTo>
                  <a:pt x="1116768" y="5941807"/>
                  <a:pt x="1125527" y="5938522"/>
                  <a:pt x="1134287" y="5938522"/>
                </a:cubicBezTo>
                <a:lnTo>
                  <a:pt x="1149055" y="5944564"/>
                </a:lnTo>
                <a:lnTo>
                  <a:pt x="1152719" y="5940899"/>
                </a:lnTo>
                <a:lnTo>
                  <a:pt x="1140861" y="5912245"/>
                </a:lnTo>
                <a:cubicBezTo>
                  <a:pt x="1140861" y="5900749"/>
                  <a:pt x="1145241" y="5889253"/>
                  <a:pt x="1154001" y="5880493"/>
                </a:cubicBezTo>
                <a:cubicBezTo>
                  <a:pt x="1162760" y="5871734"/>
                  <a:pt x="1174256" y="5867354"/>
                  <a:pt x="1185752" y="5867354"/>
                </a:cubicBezTo>
                <a:lnTo>
                  <a:pt x="1203566" y="5874726"/>
                </a:lnTo>
                <a:lnTo>
                  <a:pt x="1402576" y="5675715"/>
                </a:lnTo>
                <a:lnTo>
                  <a:pt x="1400348" y="5670270"/>
                </a:lnTo>
                <a:cubicBezTo>
                  <a:pt x="1400348" y="5661510"/>
                  <a:pt x="1403633" y="5652752"/>
                  <a:pt x="1410202" y="5646182"/>
                </a:cubicBezTo>
                <a:cubicBezTo>
                  <a:pt x="1416771" y="5639614"/>
                  <a:pt x="1425531" y="5636329"/>
                  <a:pt x="1434289" y="5636329"/>
                </a:cubicBezTo>
                <a:lnTo>
                  <a:pt x="1439735" y="5638556"/>
                </a:lnTo>
                <a:lnTo>
                  <a:pt x="1495612" y="5582678"/>
                </a:lnTo>
                <a:lnTo>
                  <a:pt x="1645005" y="5582678"/>
                </a:lnTo>
                <a:lnTo>
                  <a:pt x="1735345" y="5492895"/>
                </a:lnTo>
                <a:lnTo>
                  <a:pt x="1263495" y="5492895"/>
                </a:lnTo>
                <a:lnTo>
                  <a:pt x="534786" y="6219477"/>
                </a:lnTo>
                <a:lnTo>
                  <a:pt x="540857" y="6234147"/>
                </a:lnTo>
                <a:cubicBezTo>
                  <a:pt x="540857" y="6245643"/>
                  <a:pt x="536477" y="6257140"/>
                  <a:pt x="527717" y="6265899"/>
                </a:cubicBezTo>
                <a:lnTo>
                  <a:pt x="514583" y="6271024"/>
                </a:lnTo>
                <a:lnTo>
                  <a:pt x="514583" y="6495828"/>
                </a:lnTo>
                <a:lnTo>
                  <a:pt x="381005" y="6629407"/>
                </a:lnTo>
                <a:lnTo>
                  <a:pt x="365677" y="6611888"/>
                </a:lnTo>
                <a:lnTo>
                  <a:pt x="492684" y="6487069"/>
                </a:lnTo>
                <a:lnTo>
                  <a:pt x="492684" y="6278478"/>
                </a:lnTo>
                <a:lnTo>
                  <a:pt x="462025" y="6265899"/>
                </a:lnTo>
                <a:lnTo>
                  <a:pt x="464214" y="6265899"/>
                </a:lnTo>
                <a:cubicBezTo>
                  <a:pt x="446695" y="6248380"/>
                  <a:pt x="446695" y="6219913"/>
                  <a:pt x="464214" y="6202394"/>
                </a:cubicBezTo>
                <a:cubicBezTo>
                  <a:pt x="472973" y="6193635"/>
                  <a:pt x="484469" y="6189255"/>
                  <a:pt x="495966" y="6189255"/>
                </a:cubicBezTo>
                <a:lnTo>
                  <a:pt x="523012" y="6200448"/>
                </a:lnTo>
                <a:lnTo>
                  <a:pt x="1252546" y="5468807"/>
                </a:lnTo>
                <a:lnTo>
                  <a:pt x="1759582" y="5468807"/>
                </a:lnTo>
                <a:lnTo>
                  <a:pt x="1894032" y="5335188"/>
                </a:lnTo>
                <a:lnTo>
                  <a:pt x="1888674" y="5322090"/>
                </a:lnTo>
                <a:cubicBezTo>
                  <a:pt x="1888674" y="5313330"/>
                  <a:pt x="1891958" y="5304571"/>
                  <a:pt x="1898526" y="5298002"/>
                </a:cubicBezTo>
                <a:cubicBezTo>
                  <a:pt x="1911665" y="5284864"/>
                  <a:pt x="1933564" y="5284864"/>
                  <a:pt x="1946705" y="5298002"/>
                </a:cubicBezTo>
                <a:lnTo>
                  <a:pt x="1951355" y="5309373"/>
                </a:lnTo>
                <a:lnTo>
                  <a:pt x="1985247" y="5309835"/>
                </a:lnTo>
                <a:lnTo>
                  <a:pt x="2159136" y="5135957"/>
                </a:lnTo>
                <a:lnTo>
                  <a:pt x="1924813" y="5135957"/>
                </a:lnTo>
                <a:lnTo>
                  <a:pt x="1841601" y="5219169"/>
                </a:lnTo>
                <a:lnTo>
                  <a:pt x="1442833" y="5215142"/>
                </a:lnTo>
                <a:lnTo>
                  <a:pt x="1432105" y="5241067"/>
                </a:lnTo>
                <a:cubicBezTo>
                  <a:pt x="1423346" y="5249826"/>
                  <a:pt x="1411850" y="5254206"/>
                  <a:pt x="1400353" y="5254206"/>
                </a:cubicBezTo>
                <a:lnTo>
                  <a:pt x="1377897" y="5244914"/>
                </a:lnTo>
                <a:lnTo>
                  <a:pt x="930644" y="5692169"/>
                </a:lnTo>
                <a:lnTo>
                  <a:pt x="782036" y="5692169"/>
                </a:lnTo>
                <a:lnTo>
                  <a:pt x="772974" y="5714066"/>
                </a:lnTo>
                <a:cubicBezTo>
                  <a:pt x="764215" y="5722825"/>
                  <a:pt x="752719" y="5727205"/>
                  <a:pt x="741223" y="5727205"/>
                </a:cubicBezTo>
                <a:lnTo>
                  <a:pt x="720316" y="5718554"/>
                </a:lnTo>
                <a:lnTo>
                  <a:pt x="370801" y="6068070"/>
                </a:lnTo>
                <a:lnTo>
                  <a:pt x="378812" y="6087429"/>
                </a:lnTo>
                <a:cubicBezTo>
                  <a:pt x="378812" y="6098925"/>
                  <a:pt x="374432" y="6110422"/>
                  <a:pt x="365673" y="6119181"/>
                </a:cubicBezTo>
                <a:lnTo>
                  <a:pt x="345968" y="6127335"/>
                </a:lnTo>
                <a:lnTo>
                  <a:pt x="345968" y="6572472"/>
                </a:lnTo>
                <a:lnTo>
                  <a:pt x="324071" y="6572472"/>
                </a:lnTo>
                <a:lnTo>
                  <a:pt x="324071" y="6128244"/>
                </a:lnTo>
                <a:lnTo>
                  <a:pt x="302169" y="6119181"/>
                </a:lnTo>
                <a:lnTo>
                  <a:pt x="302169" y="6121371"/>
                </a:lnTo>
                <a:cubicBezTo>
                  <a:pt x="284650" y="6101663"/>
                  <a:pt x="284650" y="6073194"/>
                  <a:pt x="302169" y="6055677"/>
                </a:cubicBezTo>
                <a:cubicBezTo>
                  <a:pt x="310928" y="6046918"/>
                  <a:pt x="322424" y="6042538"/>
                  <a:pt x="333920" y="6042538"/>
                </a:cubicBezTo>
                <a:lnTo>
                  <a:pt x="356382" y="6051832"/>
                </a:lnTo>
                <a:lnTo>
                  <a:pt x="704554" y="5703658"/>
                </a:lnTo>
                <a:lnTo>
                  <a:pt x="696332" y="5682588"/>
                </a:lnTo>
                <a:cubicBezTo>
                  <a:pt x="696332" y="5670818"/>
                  <a:pt x="700712" y="5659322"/>
                  <a:pt x="709471" y="5650562"/>
                </a:cubicBezTo>
                <a:cubicBezTo>
                  <a:pt x="726989" y="5633043"/>
                  <a:pt x="755456" y="5633043"/>
                  <a:pt x="772974" y="5650562"/>
                </a:cubicBezTo>
                <a:lnTo>
                  <a:pt x="780915" y="5669753"/>
                </a:lnTo>
                <a:lnTo>
                  <a:pt x="919694" y="5668081"/>
                </a:lnTo>
                <a:lnTo>
                  <a:pt x="1362408" y="5227387"/>
                </a:lnTo>
                <a:lnTo>
                  <a:pt x="1355462" y="5209590"/>
                </a:lnTo>
                <a:cubicBezTo>
                  <a:pt x="1355462" y="5197819"/>
                  <a:pt x="1359842" y="5186323"/>
                  <a:pt x="1368602" y="5177563"/>
                </a:cubicBezTo>
                <a:cubicBezTo>
                  <a:pt x="1386120" y="5160044"/>
                  <a:pt x="1414587" y="5160044"/>
                  <a:pt x="1432105" y="5177563"/>
                </a:cubicBezTo>
                <a:lnTo>
                  <a:pt x="1437783" y="5191286"/>
                </a:lnTo>
                <a:lnTo>
                  <a:pt x="1832842" y="5197271"/>
                </a:lnTo>
                <a:lnTo>
                  <a:pt x="1894155" y="5135957"/>
                </a:lnTo>
                <a:lnTo>
                  <a:pt x="700732" y="5135957"/>
                </a:lnTo>
                <a:lnTo>
                  <a:pt x="586864" y="5022086"/>
                </a:lnTo>
                <a:lnTo>
                  <a:pt x="21898" y="5022086"/>
                </a:lnTo>
                <a:lnTo>
                  <a:pt x="21898" y="4997999"/>
                </a:lnTo>
                <a:lnTo>
                  <a:pt x="595623" y="4997999"/>
                </a:lnTo>
                <a:lnTo>
                  <a:pt x="711682" y="5111868"/>
                </a:lnTo>
                <a:lnTo>
                  <a:pt x="1918245" y="5111868"/>
                </a:lnTo>
                <a:lnTo>
                  <a:pt x="2058288" y="4971829"/>
                </a:lnTo>
                <a:lnTo>
                  <a:pt x="2049633" y="4950918"/>
                </a:lnTo>
                <a:cubicBezTo>
                  <a:pt x="2049633" y="4939421"/>
                  <a:pt x="2054014" y="4927925"/>
                  <a:pt x="2062773" y="4919165"/>
                </a:cubicBezTo>
                <a:cubicBezTo>
                  <a:pt x="2080292" y="4901646"/>
                  <a:pt x="2108769" y="4901646"/>
                  <a:pt x="2126284" y="4919165"/>
                </a:cubicBezTo>
                <a:cubicBezTo>
                  <a:pt x="2143805" y="4936684"/>
                  <a:pt x="2143805" y="4965150"/>
                  <a:pt x="2126284" y="4982669"/>
                </a:cubicBezTo>
                <a:cubicBezTo>
                  <a:pt x="2117527" y="4991428"/>
                  <a:pt x="2106030" y="4995808"/>
                  <a:pt x="2094526" y="4995808"/>
                </a:cubicBezTo>
                <a:lnTo>
                  <a:pt x="2073618" y="4987156"/>
                </a:lnTo>
                <a:lnTo>
                  <a:pt x="1948902" y="5111868"/>
                </a:lnTo>
                <a:lnTo>
                  <a:pt x="2159149" y="5111868"/>
                </a:lnTo>
                <a:lnTo>
                  <a:pt x="2310246" y="4960771"/>
                </a:lnTo>
                <a:lnTo>
                  <a:pt x="2334319" y="4960771"/>
                </a:lnTo>
                <a:lnTo>
                  <a:pt x="2423990" y="4871098"/>
                </a:lnTo>
                <a:lnTo>
                  <a:pt x="2415338" y="4850186"/>
                </a:lnTo>
                <a:cubicBezTo>
                  <a:pt x="2415338" y="4838690"/>
                  <a:pt x="2419716" y="4827193"/>
                  <a:pt x="2428479" y="4818434"/>
                </a:cubicBezTo>
                <a:cubicBezTo>
                  <a:pt x="2445995" y="4800915"/>
                  <a:pt x="2474462" y="4800915"/>
                  <a:pt x="2491982" y="4818434"/>
                </a:cubicBezTo>
                <a:lnTo>
                  <a:pt x="2500525" y="4840331"/>
                </a:lnTo>
                <a:lnTo>
                  <a:pt x="2822650" y="4840331"/>
                </a:lnTo>
                <a:lnTo>
                  <a:pt x="3051828" y="4611150"/>
                </a:lnTo>
                <a:lnTo>
                  <a:pt x="3043817" y="4591789"/>
                </a:lnTo>
                <a:cubicBezTo>
                  <a:pt x="3043817" y="4580293"/>
                  <a:pt x="3048197" y="4568796"/>
                  <a:pt x="3056953" y="4560037"/>
                </a:cubicBezTo>
                <a:lnTo>
                  <a:pt x="3076666" y="4551881"/>
                </a:lnTo>
                <a:lnTo>
                  <a:pt x="3076666" y="4518413"/>
                </a:lnTo>
                <a:lnTo>
                  <a:pt x="3065729" y="4529379"/>
                </a:lnTo>
                <a:lnTo>
                  <a:pt x="2474477" y="4529379"/>
                </a:lnTo>
                <a:lnTo>
                  <a:pt x="2362798" y="4641059"/>
                </a:lnTo>
                <a:lnTo>
                  <a:pt x="1278837" y="4641059"/>
                </a:lnTo>
                <a:lnTo>
                  <a:pt x="1193434" y="4555657"/>
                </a:lnTo>
                <a:lnTo>
                  <a:pt x="777370" y="4555657"/>
                </a:lnTo>
                <a:lnTo>
                  <a:pt x="777370" y="4540327"/>
                </a:lnTo>
                <a:lnTo>
                  <a:pt x="1200003" y="4540327"/>
                </a:lnTo>
                <a:lnTo>
                  <a:pt x="1285407" y="4623541"/>
                </a:lnTo>
                <a:lnTo>
                  <a:pt x="2356228" y="4623541"/>
                </a:lnTo>
                <a:lnTo>
                  <a:pt x="2467906" y="4511860"/>
                </a:lnTo>
                <a:lnTo>
                  <a:pt x="3056970" y="4511860"/>
                </a:lnTo>
                <a:lnTo>
                  <a:pt x="3076666" y="4492222"/>
                </a:lnTo>
                <a:lnTo>
                  <a:pt x="3076666" y="4113315"/>
                </a:lnTo>
                <a:lnTo>
                  <a:pt x="3155500" y="4034482"/>
                </a:lnTo>
                <a:lnTo>
                  <a:pt x="2677261" y="4034482"/>
                </a:lnTo>
                <a:lnTo>
                  <a:pt x="2669376" y="4054189"/>
                </a:lnTo>
                <a:cubicBezTo>
                  <a:pt x="2661164" y="4062401"/>
                  <a:pt x="2649669" y="4067328"/>
                  <a:pt x="2636527" y="4067328"/>
                </a:cubicBezTo>
                <a:lnTo>
                  <a:pt x="2619408" y="4060480"/>
                </a:lnTo>
                <a:lnTo>
                  <a:pt x="2189129" y="4492664"/>
                </a:lnTo>
                <a:lnTo>
                  <a:pt x="2194181" y="4505291"/>
                </a:lnTo>
                <a:cubicBezTo>
                  <a:pt x="2194181" y="4531569"/>
                  <a:pt x="2174474" y="4551277"/>
                  <a:pt x="2148200" y="4551277"/>
                </a:cubicBezTo>
                <a:cubicBezTo>
                  <a:pt x="2135056" y="4551277"/>
                  <a:pt x="2123561" y="4546350"/>
                  <a:pt x="2115346" y="4538139"/>
                </a:cubicBezTo>
                <a:lnTo>
                  <a:pt x="2111844" y="4529379"/>
                </a:lnTo>
                <a:lnTo>
                  <a:pt x="411681" y="4529379"/>
                </a:lnTo>
                <a:lnTo>
                  <a:pt x="100731" y="4216236"/>
                </a:lnTo>
                <a:lnTo>
                  <a:pt x="0" y="4216236"/>
                </a:lnTo>
                <a:lnTo>
                  <a:pt x="0" y="4194338"/>
                </a:lnTo>
                <a:lnTo>
                  <a:pt x="111679" y="4194338"/>
                </a:lnTo>
                <a:lnTo>
                  <a:pt x="422629" y="4505290"/>
                </a:lnTo>
                <a:lnTo>
                  <a:pt x="2102207" y="4505290"/>
                </a:lnTo>
                <a:lnTo>
                  <a:pt x="2115346" y="4472444"/>
                </a:lnTo>
                <a:cubicBezTo>
                  <a:pt x="2123561" y="4464232"/>
                  <a:pt x="2135056" y="4459305"/>
                  <a:pt x="2148200" y="4459305"/>
                </a:cubicBezTo>
                <a:lnTo>
                  <a:pt x="2177917" y="4471193"/>
                </a:lnTo>
                <a:lnTo>
                  <a:pt x="2601178" y="4047934"/>
                </a:lnTo>
                <a:lnTo>
                  <a:pt x="2590543" y="4021343"/>
                </a:lnTo>
                <a:cubicBezTo>
                  <a:pt x="2590543" y="3995065"/>
                  <a:pt x="2610252" y="3975357"/>
                  <a:pt x="2636527" y="3975357"/>
                </a:cubicBezTo>
                <a:cubicBezTo>
                  <a:pt x="2649669" y="3975357"/>
                  <a:pt x="2661164" y="3980831"/>
                  <a:pt x="2669376" y="3989316"/>
                </a:cubicBezTo>
                <a:lnTo>
                  <a:pt x="2678922" y="4012583"/>
                </a:lnTo>
                <a:lnTo>
                  <a:pt x="3168658" y="4012583"/>
                </a:lnTo>
                <a:lnTo>
                  <a:pt x="2982522" y="3826449"/>
                </a:lnTo>
                <a:lnTo>
                  <a:pt x="2737887" y="3826449"/>
                </a:lnTo>
                <a:lnTo>
                  <a:pt x="2731786" y="3840684"/>
                </a:lnTo>
                <a:cubicBezTo>
                  <a:pt x="2725763" y="3846706"/>
                  <a:pt x="2717551" y="3850538"/>
                  <a:pt x="2708792" y="3850538"/>
                </a:cubicBezTo>
                <a:lnTo>
                  <a:pt x="2697785" y="3846214"/>
                </a:lnTo>
                <a:lnTo>
                  <a:pt x="2378487" y="4165509"/>
                </a:lnTo>
                <a:lnTo>
                  <a:pt x="2382504" y="4174630"/>
                </a:lnTo>
                <a:cubicBezTo>
                  <a:pt x="2382504" y="4192148"/>
                  <a:pt x="2364985" y="4207477"/>
                  <a:pt x="2347467" y="4207477"/>
                </a:cubicBezTo>
                <a:cubicBezTo>
                  <a:pt x="2338708" y="4208571"/>
                  <a:pt x="2330496" y="4205287"/>
                  <a:pt x="2324473" y="4199266"/>
                </a:cubicBezTo>
                <a:lnTo>
                  <a:pt x="2321625" y="4192147"/>
                </a:lnTo>
                <a:lnTo>
                  <a:pt x="1064236" y="4192147"/>
                </a:lnTo>
                <a:lnTo>
                  <a:pt x="834305" y="3962218"/>
                </a:lnTo>
                <a:lnTo>
                  <a:pt x="759852" y="3962218"/>
                </a:lnTo>
                <a:lnTo>
                  <a:pt x="759852" y="3944699"/>
                </a:lnTo>
                <a:lnTo>
                  <a:pt x="840875" y="3944699"/>
                </a:lnTo>
                <a:lnTo>
                  <a:pt x="1070806" y="4174629"/>
                </a:lnTo>
                <a:lnTo>
                  <a:pt x="2314619" y="4174629"/>
                </a:lnTo>
                <a:lnTo>
                  <a:pt x="2323652" y="4151637"/>
                </a:lnTo>
                <a:cubicBezTo>
                  <a:pt x="2329399" y="4145615"/>
                  <a:pt x="2337613" y="4141783"/>
                  <a:pt x="2347467" y="4141783"/>
                </a:cubicBezTo>
                <a:lnTo>
                  <a:pt x="2369435" y="4150473"/>
                </a:lnTo>
                <a:lnTo>
                  <a:pt x="2683634" y="3836278"/>
                </a:lnTo>
                <a:lnTo>
                  <a:pt x="2675943" y="3817691"/>
                </a:lnTo>
                <a:cubicBezTo>
                  <a:pt x="2675943" y="3800172"/>
                  <a:pt x="2691271" y="3784844"/>
                  <a:pt x="2708792" y="3784844"/>
                </a:cubicBezTo>
                <a:cubicBezTo>
                  <a:pt x="2717551" y="3784844"/>
                  <a:pt x="2725763" y="3788676"/>
                  <a:pt x="2731786" y="3794698"/>
                </a:cubicBezTo>
                <a:lnTo>
                  <a:pt x="2737887" y="3808930"/>
                </a:lnTo>
                <a:lnTo>
                  <a:pt x="2965002" y="3808930"/>
                </a:lnTo>
                <a:lnTo>
                  <a:pt x="2914640" y="3758565"/>
                </a:lnTo>
                <a:lnTo>
                  <a:pt x="2892740" y="3767325"/>
                </a:lnTo>
                <a:cubicBezTo>
                  <a:pt x="2879601" y="3767325"/>
                  <a:pt x="2868103" y="3762398"/>
                  <a:pt x="2859891" y="3754186"/>
                </a:cubicBezTo>
                <a:lnTo>
                  <a:pt x="2851131" y="3732288"/>
                </a:lnTo>
                <a:lnTo>
                  <a:pt x="2102539" y="3732288"/>
                </a:lnTo>
                <a:lnTo>
                  <a:pt x="2056219" y="3778273"/>
                </a:lnTo>
                <a:lnTo>
                  <a:pt x="1946732" y="3778273"/>
                </a:lnTo>
                <a:lnTo>
                  <a:pt x="1754028" y="3970977"/>
                </a:lnTo>
                <a:lnTo>
                  <a:pt x="1424679" y="3970977"/>
                </a:lnTo>
                <a:lnTo>
                  <a:pt x="1421176" y="3979736"/>
                </a:lnTo>
                <a:cubicBezTo>
                  <a:pt x="1412965" y="3987948"/>
                  <a:pt x="1401469" y="3992875"/>
                  <a:pt x="1388331" y="3992875"/>
                </a:cubicBezTo>
                <a:cubicBezTo>
                  <a:pt x="1362053" y="3992875"/>
                  <a:pt x="1342345" y="3973167"/>
                  <a:pt x="1342345" y="3946889"/>
                </a:cubicBezTo>
                <a:cubicBezTo>
                  <a:pt x="1342345" y="3920611"/>
                  <a:pt x="1362053" y="3900903"/>
                  <a:pt x="1388331" y="3900903"/>
                </a:cubicBezTo>
                <a:cubicBezTo>
                  <a:pt x="1414606" y="3900903"/>
                  <a:pt x="1434314" y="3920611"/>
                  <a:pt x="1434314" y="3946889"/>
                </a:cubicBezTo>
                <a:lnTo>
                  <a:pt x="1745268" y="3946889"/>
                </a:lnTo>
                <a:lnTo>
                  <a:pt x="1913886" y="3778273"/>
                </a:lnTo>
                <a:lnTo>
                  <a:pt x="1813146" y="3778273"/>
                </a:lnTo>
                <a:lnTo>
                  <a:pt x="1809862" y="3785939"/>
                </a:lnTo>
                <a:cubicBezTo>
                  <a:pt x="1803840" y="3791960"/>
                  <a:pt x="1795627" y="3795792"/>
                  <a:pt x="1786870" y="3795792"/>
                </a:cubicBezTo>
                <a:cubicBezTo>
                  <a:pt x="1769351" y="3795792"/>
                  <a:pt x="1754020" y="3782654"/>
                  <a:pt x="1754020" y="3762946"/>
                </a:cubicBezTo>
                <a:cubicBezTo>
                  <a:pt x="1754020" y="3754186"/>
                  <a:pt x="1757853" y="3745975"/>
                  <a:pt x="1763876" y="3739952"/>
                </a:cubicBezTo>
                <a:lnTo>
                  <a:pt x="1781760" y="3732288"/>
                </a:lnTo>
                <a:lnTo>
                  <a:pt x="1307309" y="3732288"/>
                </a:lnTo>
                <a:lnTo>
                  <a:pt x="936665" y="3360023"/>
                </a:lnTo>
                <a:lnTo>
                  <a:pt x="52555" y="3360023"/>
                </a:lnTo>
                <a:lnTo>
                  <a:pt x="52555" y="3314077"/>
                </a:lnTo>
                <a:lnTo>
                  <a:pt x="799268" y="3314077"/>
                </a:lnTo>
                <a:lnTo>
                  <a:pt x="799268" y="3292148"/>
                </a:lnTo>
                <a:lnTo>
                  <a:pt x="869079" y="3292148"/>
                </a:lnTo>
                <a:lnTo>
                  <a:pt x="808032" y="3230826"/>
                </a:lnTo>
                <a:lnTo>
                  <a:pt x="45984" y="3230826"/>
                </a:lnTo>
                <a:lnTo>
                  <a:pt x="45984" y="3206780"/>
                </a:lnTo>
                <a:lnTo>
                  <a:pt x="816791" y="3206780"/>
                </a:lnTo>
                <a:lnTo>
                  <a:pt x="825550" y="3215539"/>
                </a:lnTo>
                <a:lnTo>
                  <a:pt x="1364240" y="3215539"/>
                </a:lnTo>
                <a:lnTo>
                  <a:pt x="1440881" y="3292148"/>
                </a:lnTo>
                <a:lnTo>
                  <a:pt x="1543801" y="3292148"/>
                </a:lnTo>
                <a:lnTo>
                  <a:pt x="1681760" y="3430094"/>
                </a:lnTo>
                <a:lnTo>
                  <a:pt x="1681935" y="3430094"/>
                </a:lnTo>
                <a:lnTo>
                  <a:pt x="1714612" y="3397501"/>
                </a:lnTo>
                <a:lnTo>
                  <a:pt x="1460805" y="3145425"/>
                </a:lnTo>
                <a:lnTo>
                  <a:pt x="821167" y="3145425"/>
                </a:lnTo>
                <a:lnTo>
                  <a:pt x="821167" y="3114811"/>
                </a:lnTo>
                <a:lnTo>
                  <a:pt x="83212" y="3114811"/>
                </a:lnTo>
                <a:lnTo>
                  <a:pt x="83212" y="3068828"/>
                </a:lnTo>
                <a:lnTo>
                  <a:pt x="1449645" y="3068828"/>
                </a:lnTo>
                <a:lnTo>
                  <a:pt x="1493443" y="3112621"/>
                </a:lnTo>
                <a:lnTo>
                  <a:pt x="1832856" y="3112621"/>
                </a:lnTo>
                <a:lnTo>
                  <a:pt x="1916454" y="3196175"/>
                </a:lnTo>
                <a:lnTo>
                  <a:pt x="1989285" y="3123571"/>
                </a:lnTo>
                <a:lnTo>
                  <a:pt x="1878847" y="3123571"/>
                </a:lnTo>
                <a:lnTo>
                  <a:pt x="1697094" y="2941812"/>
                </a:lnTo>
                <a:lnTo>
                  <a:pt x="1204384" y="2941812"/>
                </a:lnTo>
                <a:lnTo>
                  <a:pt x="1101461" y="2838859"/>
                </a:lnTo>
                <a:lnTo>
                  <a:pt x="602192" y="2838859"/>
                </a:lnTo>
                <a:lnTo>
                  <a:pt x="442337" y="2679041"/>
                </a:lnTo>
                <a:lnTo>
                  <a:pt x="420437" y="2687801"/>
                </a:lnTo>
                <a:cubicBezTo>
                  <a:pt x="407299" y="2687801"/>
                  <a:pt x="395802" y="2682829"/>
                  <a:pt x="387591" y="2674629"/>
                </a:cubicBezTo>
                <a:lnTo>
                  <a:pt x="379707" y="2654952"/>
                </a:lnTo>
                <a:lnTo>
                  <a:pt x="45986" y="2654952"/>
                </a:lnTo>
                <a:lnTo>
                  <a:pt x="45986" y="2633015"/>
                </a:lnTo>
                <a:lnTo>
                  <a:pt x="377956" y="2633015"/>
                </a:lnTo>
                <a:lnTo>
                  <a:pt x="387591" y="2608969"/>
                </a:lnTo>
                <a:cubicBezTo>
                  <a:pt x="395802" y="2600755"/>
                  <a:pt x="407299" y="2595801"/>
                  <a:pt x="420437" y="2595801"/>
                </a:cubicBezTo>
                <a:cubicBezTo>
                  <a:pt x="446714" y="2595801"/>
                  <a:pt x="466423" y="2617720"/>
                  <a:pt x="466423" y="2641775"/>
                </a:cubicBezTo>
                <a:lnTo>
                  <a:pt x="457664" y="2663703"/>
                </a:lnTo>
                <a:lnTo>
                  <a:pt x="610951" y="2816994"/>
                </a:lnTo>
                <a:lnTo>
                  <a:pt x="1044211" y="2816994"/>
                </a:lnTo>
                <a:lnTo>
                  <a:pt x="1039519" y="2806014"/>
                </a:lnTo>
                <a:lnTo>
                  <a:pt x="792699" y="2806014"/>
                </a:lnTo>
                <a:lnTo>
                  <a:pt x="792699" y="2788486"/>
                </a:lnTo>
                <a:lnTo>
                  <a:pt x="1039519" y="2788486"/>
                </a:lnTo>
                <a:lnTo>
                  <a:pt x="1045618" y="2774289"/>
                </a:lnTo>
                <a:cubicBezTo>
                  <a:pt x="1051644" y="2768277"/>
                  <a:pt x="1059856" y="2764399"/>
                  <a:pt x="1068616" y="2764399"/>
                </a:cubicBezTo>
                <a:cubicBezTo>
                  <a:pt x="1086132" y="2764399"/>
                  <a:pt x="1101461" y="2779726"/>
                  <a:pt x="1101461" y="2797246"/>
                </a:cubicBezTo>
                <a:lnTo>
                  <a:pt x="1096521" y="2809865"/>
                </a:lnTo>
                <a:lnTo>
                  <a:pt x="1103650" y="2816994"/>
                </a:lnTo>
                <a:lnTo>
                  <a:pt x="1381760" y="2816994"/>
                </a:lnTo>
                <a:lnTo>
                  <a:pt x="1263510" y="2698747"/>
                </a:lnTo>
                <a:lnTo>
                  <a:pt x="871536" y="2698747"/>
                </a:lnTo>
                <a:lnTo>
                  <a:pt x="575915" y="2405314"/>
                </a:lnTo>
                <a:lnTo>
                  <a:pt x="83213" y="2405314"/>
                </a:lnTo>
                <a:lnTo>
                  <a:pt x="83213" y="2359329"/>
                </a:lnTo>
                <a:lnTo>
                  <a:pt x="595623" y="2359329"/>
                </a:lnTo>
                <a:lnTo>
                  <a:pt x="823362" y="2587072"/>
                </a:lnTo>
                <a:lnTo>
                  <a:pt x="1200005" y="2587072"/>
                </a:lnTo>
                <a:lnTo>
                  <a:pt x="1265043" y="2652764"/>
                </a:lnTo>
                <a:lnTo>
                  <a:pt x="1429938" y="2652764"/>
                </a:lnTo>
                <a:lnTo>
                  <a:pt x="1607004" y="2475651"/>
                </a:lnTo>
                <a:lnTo>
                  <a:pt x="1605734" y="2473813"/>
                </a:lnTo>
                <a:cubicBezTo>
                  <a:pt x="1602518" y="2466173"/>
                  <a:pt x="1600740" y="2457832"/>
                  <a:pt x="1600740" y="2449072"/>
                </a:cubicBezTo>
                <a:cubicBezTo>
                  <a:pt x="1600740" y="2414028"/>
                  <a:pt x="1629206" y="2385602"/>
                  <a:pt x="1664244" y="2385602"/>
                </a:cubicBezTo>
                <a:cubicBezTo>
                  <a:pt x="1681762" y="2385602"/>
                  <a:pt x="1697637" y="2392716"/>
                  <a:pt x="1709134" y="2404211"/>
                </a:cubicBezTo>
                <a:lnTo>
                  <a:pt x="1721689" y="2422785"/>
                </a:lnTo>
                <a:lnTo>
                  <a:pt x="2141628" y="2422785"/>
                </a:lnTo>
                <a:lnTo>
                  <a:pt x="2029942" y="2311106"/>
                </a:lnTo>
                <a:lnTo>
                  <a:pt x="2018994" y="2315532"/>
                </a:lnTo>
                <a:cubicBezTo>
                  <a:pt x="1992717" y="2315532"/>
                  <a:pt x="1973007" y="2295777"/>
                  <a:pt x="1973007" y="2269500"/>
                </a:cubicBezTo>
                <a:lnTo>
                  <a:pt x="1977387" y="2258551"/>
                </a:lnTo>
                <a:lnTo>
                  <a:pt x="1942349" y="2223515"/>
                </a:lnTo>
                <a:lnTo>
                  <a:pt x="1646095" y="2223515"/>
                </a:lnTo>
                <a:lnTo>
                  <a:pt x="1639056" y="2239977"/>
                </a:lnTo>
                <a:cubicBezTo>
                  <a:pt x="1633033" y="2246002"/>
                  <a:pt x="1624821" y="2249792"/>
                  <a:pt x="1616062" y="2249792"/>
                </a:cubicBezTo>
                <a:lnTo>
                  <a:pt x="1597672" y="2241910"/>
                </a:lnTo>
                <a:lnTo>
                  <a:pt x="1294166" y="2545423"/>
                </a:lnTo>
                <a:lnTo>
                  <a:pt x="838685" y="2545423"/>
                </a:lnTo>
                <a:lnTo>
                  <a:pt x="838685" y="2527901"/>
                </a:lnTo>
                <a:lnTo>
                  <a:pt x="1287597" y="2527901"/>
                </a:lnTo>
                <a:lnTo>
                  <a:pt x="1588429" y="2229152"/>
                </a:lnTo>
                <a:lnTo>
                  <a:pt x="1583216" y="2216946"/>
                </a:lnTo>
                <a:cubicBezTo>
                  <a:pt x="1583216" y="2199429"/>
                  <a:pt x="1598545" y="2184099"/>
                  <a:pt x="1616062" y="2184099"/>
                </a:cubicBezTo>
                <a:cubicBezTo>
                  <a:pt x="1624821" y="2184099"/>
                  <a:pt x="1633033" y="2187974"/>
                  <a:pt x="1639056" y="2193992"/>
                </a:cubicBezTo>
                <a:lnTo>
                  <a:pt x="1645157" y="2208188"/>
                </a:lnTo>
                <a:lnTo>
                  <a:pt x="1941969" y="2208188"/>
                </a:lnTo>
                <a:lnTo>
                  <a:pt x="1770255" y="2037445"/>
                </a:lnTo>
                <a:lnTo>
                  <a:pt x="1113347" y="2037445"/>
                </a:lnTo>
                <a:lnTo>
                  <a:pt x="1109124" y="2047298"/>
                </a:lnTo>
                <a:cubicBezTo>
                  <a:pt x="1103102" y="2053319"/>
                  <a:pt x="1094892" y="2057151"/>
                  <a:pt x="1086131" y="2057151"/>
                </a:cubicBezTo>
                <a:lnTo>
                  <a:pt x="1078470" y="2053869"/>
                </a:lnTo>
                <a:lnTo>
                  <a:pt x="961313" y="2170998"/>
                </a:lnTo>
                <a:lnTo>
                  <a:pt x="856210" y="2170998"/>
                </a:lnTo>
                <a:lnTo>
                  <a:pt x="724821" y="2302347"/>
                </a:lnTo>
                <a:lnTo>
                  <a:pt x="105111" y="2302347"/>
                </a:lnTo>
                <a:lnTo>
                  <a:pt x="105111" y="2280494"/>
                </a:lnTo>
                <a:lnTo>
                  <a:pt x="713872" y="2280494"/>
                </a:lnTo>
                <a:lnTo>
                  <a:pt x="823363" y="2170998"/>
                </a:lnTo>
                <a:lnTo>
                  <a:pt x="821167" y="2170998"/>
                </a:lnTo>
                <a:lnTo>
                  <a:pt x="821167" y="2155636"/>
                </a:lnTo>
                <a:lnTo>
                  <a:pt x="838691" y="2155636"/>
                </a:lnTo>
                <a:lnTo>
                  <a:pt x="1118672" y="1875714"/>
                </a:lnTo>
                <a:lnTo>
                  <a:pt x="1117670" y="1873209"/>
                </a:lnTo>
                <a:lnTo>
                  <a:pt x="1108654" y="1873209"/>
                </a:lnTo>
                <a:lnTo>
                  <a:pt x="1102552" y="1887443"/>
                </a:lnTo>
                <a:cubicBezTo>
                  <a:pt x="1096533" y="1893464"/>
                  <a:pt x="1088321" y="1897297"/>
                  <a:pt x="1079562" y="1897297"/>
                </a:cubicBezTo>
                <a:lnTo>
                  <a:pt x="1065658" y="1891337"/>
                </a:lnTo>
                <a:lnTo>
                  <a:pt x="832118" y="2122790"/>
                </a:lnTo>
                <a:lnTo>
                  <a:pt x="821168" y="2111838"/>
                </a:lnTo>
                <a:lnTo>
                  <a:pt x="1052687" y="1878384"/>
                </a:lnTo>
                <a:lnTo>
                  <a:pt x="1046712" y="1864450"/>
                </a:lnTo>
                <a:cubicBezTo>
                  <a:pt x="1046712" y="1846931"/>
                  <a:pt x="1062043" y="1831603"/>
                  <a:pt x="1079562" y="1831603"/>
                </a:cubicBezTo>
                <a:cubicBezTo>
                  <a:pt x="1088321" y="1831603"/>
                  <a:pt x="1096533" y="1835435"/>
                  <a:pt x="1102552" y="1841458"/>
                </a:cubicBezTo>
                <a:lnTo>
                  <a:pt x="1108654" y="1855690"/>
                </a:lnTo>
                <a:lnTo>
                  <a:pt x="1114166" y="1855690"/>
                </a:lnTo>
                <a:lnTo>
                  <a:pt x="1125552" y="1827224"/>
                </a:lnTo>
                <a:cubicBezTo>
                  <a:pt x="1133764" y="1819011"/>
                  <a:pt x="1145262" y="1814084"/>
                  <a:pt x="1158402" y="1814084"/>
                </a:cubicBezTo>
                <a:cubicBezTo>
                  <a:pt x="1171540" y="1814084"/>
                  <a:pt x="1183036" y="1819011"/>
                  <a:pt x="1191247" y="1827224"/>
                </a:cubicBezTo>
                <a:lnTo>
                  <a:pt x="1198254" y="1844742"/>
                </a:lnTo>
                <a:lnTo>
                  <a:pt x="1479982" y="1844742"/>
                </a:lnTo>
                <a:lnTo>
                  <a:pt x="1481390" y="1841458"/>
                </a:lnTo>
                <a:cubicBezTo>
                  <a:pt x="1487413" y="1835435"/>
                  <a:pt x="1495624" y="1831603"/>
                  <a:pt x="1504383" y="1831603"/>
                </a:cubicBezTo>
                <a:cubicBezTo>
                  <a:pt x="1513142" y="1831603"/>
                  <a:pt x="1521351" y="1835435"/>
                  <a:pt x="1527373" y="1841458"/>
                </a:cubicBezTo>
                <a:lnTo>
                  <a:pt x="1528783" y="1844742"/>
                </a:lnTo>
                <a:lnTo>
                  <a:pt x="1609501" y="1844742"/>
                </a:lnTo>
                <a:lnTo>
                  <a:pt x="1716802" y="1952042"/>
                </a:lnTo>
                <a:lnTo>
                  <a:pt x="1846001" y="1952042"/>
                </a:lnTo>
                <a:lnTo>
                  <a:pt x="1510964" y="1617001"/>
                </a:lnTo>
                <a:lnTo>
                  <a:pt x="482626" y="1617001"/>
                </a:lnTo>
                <a:lnTo>
                  <a:pt x="477370" y="1630140"/>
                </a:lnTo>
                <a:cubicBezTo>
                  <a:pt x="469159" y="1638352"/>
                  <a:pt x="457663" y="1643278"/>
                  <a:pt x="444524" y="1643278"/>
                </a:cubicBezTo>
                <a:lnTo>
                  <a:pt x="431829" y="1638201"/>
                </a:lnTo>
                <a:lnTo>
                  <a:pt x="271534" y="1796566"/>
                </a:lnTo>
                <a:lnTo>
                  <a:pt x="83213" y="1796566"/>
                </a:lnTo>
                <a:lnTo>
                  <a:pt x="83213" y="1774668"/>
                </a:lnTo>
                <a:lnTo>
                  <a:pt x="262775" y="1774668"/>
                </a:lnTo>
                <a:lnTo>
                  <a:pt x="409915" y="1625733"/>
                </a:lnTo>
                <a:lnTo>
                  <a:pt x="398538" y="1597293"/>
                </a:lnTo>
                <a:cubicBezTo>
                  <a:pt x="398538" y="1571015"/>
                  <a:pt x="418247" y="1551307"/>
                  <a:pt x="444524" y="1551307"/>
                </a:cubicBezTo>
                <a:cubicBezTo>
                  <a:pt x="457663" y="1551307"/>
                  <a:pt x="469159" y="1556234"/>
                  <a:pt x="477370" y="1564446"/>
                </a:cubicBezTo>
                <a:lnTo>
                  <a:pt x="488758" y="1592913"/>
                </a:lnTo>
                <a:lnTo>
                  <a:pt x="1519718" y="1592913"/>
                </a:lnTo>
                <a:lnTo>
                  <a:pt x="1878847" y="1952042"/>
                </a:lnTo>
                <a:lnTo>
                  <a:pt x="2067478" y="1952042"/>
                </a:lnTo>
                <a:lnTo>
                  <a:pt x="2072640" y="1939999"/>
                </a:lnTo>
                <a:lnTo>
                  <a:pt x="2088827" y="1933062"/>
                </a:lnTo>
                <a:lnTo>
                  <a:pt x="1771537" y="1617002"/>
                </a:lnTo>
                <a:lnTo>
                  <a:pt x="1556937" y="1617002"/>
                </a:lnTo>
                <a:lnTo>
                  <a:pt x="1462773" y="1522840"/>
                </a:lnTo>
                <a:lnTo>
                  <a:pt x="1134315" y="1522840"/>
                </a:lnTo>
                <a:lnTo>
                  <a:pt x="1029677" y="1418207"/>
                </a:lnTo>
                <a:lnTo>
                  <a:pt x="1009490" y="1426490"/>
                </a:lnTo>
                <a:cubicBezTo>
                  <a:pt x="996351" y="1426490"/>
                  <a:pt x="984855" y="1421016"/>
                  <a:pt x="976643" y="1412531"/>
                </a:cubicBezTo>
                <a:lnTo>
                  <a:pt x="968896" y="1393646"/>
                </a:lnTo>
                <a:lnTo>
                  <a:pt x="474304" y="1393646"/>
                </a:lnTo>
                <a:lnTo>
                  <a:pt x="466422" y="1413352"/>
                </a:lnTo>
                <a:cubicBezTo>
                  <a:pt x="458211" y="1421564"/>
                  <a:pt x="446714" y="1426490"/>
                  <a:pt x="433576" y="1426490"/>
                </a:cubicBezTo>
                <a:cubicBezTo>
                  <a:pt x="427007" y="1426490"/>
                  <a:pt x="420847" y="1425119"/>
                  <a:pt x="415305" y="1422692"/>
                </a:cubicBezTo>
                <a:lnTo>
                  <a:pt x="411438" y="1419998"/>
                </a:lnTo>
                <a:lnTo>
                  <a:pt x="98541" y="1730871"/>
                </a:lnTo>
                <a:lnTo>
                  <a:pt x="83213" y="1715543"/>
                </a:lnTo>
                <a:lnTo>
                  <a:pt x="396510" y="1402251"/>
                </a:lnTo>
                <a:lnTo>
                  <a:pt x="387590" y="1380509"/>
                </a:lnTo>
                <a:cubicBezTo>
                  <a:pt x="387590" y="1354231"/>
                  <a:pt x="407299" y="1334523"/>
                  <a:pt x="433576" y="1334523"/>
                </a:cubicBezTo>
                <a:cubicBezTo>
                  <a:pt x="446714" y="1334523"/>
                  <a:pt x="458211" y="1339445"/>
                  <a:pt x="466422" y="1347658"/>
                </a:cubicBezTo>
                <a:lnTo>
                  <a:pt x="476058" y="1371747"/>
                </a:lnTo>
                <a:lnTo>
                  <a:pt x="967008" y="1371747"/>
                </a:lnTo>
                <a:lnTo>
                  <a:pt x="976643" y="1347658"/>
                </a:lnTo>
                <a:cubicBezTo>
                  <a:pt x="984855" y="1339445"/>
                  <a:pt x="996351" y="1334523"/>
                  <a:pt x="1009490" y="1334523"/>
                </a:cubicBezTo>
                <a:cubicBezTo>
                  <a:pt x="1035767" y="1334523"/>
                  <a:pt x="1055479" y="1354231"/>
                  <a:pt x="1055479" y="1380509"/>
                </a:cubicBezTo>
                <a:cubicBezTo>
                  <a:pt x="1055479" y="1387073"/>
                  <a:pt x="1054110" y="1393231"/>
                  <a:pt x="1051681" y="1398777"/>
                </a:cubicBezTo>
                <a:lnTo>
                  <a:pt x="1047485" y="1404788"/>
                </a:lnTo>
                <a:lnTo>
                  <a:pt x="1143076" y="1498754"/>
                </a:lnTo>
                <a:lnTo>
                  <a:pt x="1438689" y="1498754"/>
                </a:lnTo>
                <a:lnTo>
                  <a:pt x="518970" y="579039"/>
                </a:lnTo>
                <a:lnTo>
                  <a:pt x="518970" y="419183"/>
                </a:lnTo>
                <a:lnTo>
                  <a:pt x="120428" y="18447"/>
                </a:lnTo>
                <a:lnTo>
                  <a:pt x="135757" y="3119"/>
                </a:lnTo>
                <a:lnTo>
                  <a:pt x="543058" y="408234"/>
                </a:lnTo>
                <a:lnTo>
                  <a:pt x="543058" y="570280"/>
                </a:lnTo>
                <a:lnTo>
                  <a:pt x="1471536" y="1498754"/>
                </a:lnTo>
                <a:lnTo>
                  <a:pt x="1768915" y="1498754"/>
                </a:lnTo>
                <a:lnTo>
                  <a:pt x="1775925" y="1481232"/>
                </a:lnTo>
                <a:cubicBezTo>
                  <a:pt x="1784136" y="1473021"/>
                  <a:pt x="1795632" y="1468094"/>
                  <a:pt x="1808770" y="1468094"/>
                </a:cubicBezTo>
                <a:cubicBezTo>
                  <a:pt x="1835048" y="1468094"/>
                  <a:pt x="1854757" y="1487802"/>
                  <a:pt x="1854757" y="1514081"/>
                </a:cubicBezTo>
                <a:lnTo>
                  <a:pt x="1848826" y="1528908"/>
                </a:lnTo>
                <a:lnTo>
                  <a:pt x="2121919" y="1811893"/>
                </a:lnTo>
                <a:lnTo>
                  <a:pt x="2441632" y="1811893"/>
                </a:lnTo>
                <a:lnTo>
                  <a:pt x="2450392" y="1789997"/>
                </a:lnTo>
                <a:cubicBezTo>
                  <a:pt x="2458603" y="1781785"/>
                  <a:pt x="2470100" y="1776857"/>
                  <a:pt x="2483240" y="1776857"/>
                </a:cubicBezTo>
                <a:cubicBezTo>
                  <a:pt x="2509516" y="1776857"/>
                  <a:pt x="2529224" y="1796566"/>
                  <a:pt x="2529224" y="1822844"/>
                </a:cubicBezTo>
                <a:cubicBezTo>
                  <a:pt x="2529224" y="1849122"/>
                  <a:pt x="2509516" y="1868829"/>
                  <a:pt x="2483240" y="1868829"/>
                </a:cubicBezTo>
                <a:cubicBezTo>
                  <a:pt x="2470100" y="1868829"/>
                  <a:pt x="2458603" y="1863902"/>
                  <a:pt x="2450392" y="1855690"/>
                </a:cubicBezTo>
                <a:lnTo>
                  <a:pt x="2441632" y="1833791"/>
                </a:lnTo>
                <a:lnTo>
                  <a:pt x="2113162" y="1833791"/>
                </a:lnTo>
                <a:lnTo>
                  <a:pt x="1834962" y="1549590"/>
                </a:lnTo>
                <a:lnTo>
                  <a:pt x="1808770" y="1560065"/>
                </a:lnTo>
                <a:cubicBezTo>
                  <a:pt x="1795632" y="1560065"/>
                  <a:pt x="1784136" y="1554591"/>
                  <a:pt x="1775925" y="1546106"/>
                </a:cubicBezTo>
                <a:lnTo>
                  <a:pt x="1766379" y="1522840"/>
                </a:lnTo>
                <a:lnTo>
                  <a:pt x="1495622" y="1522840"/>
                </a:lnTo>
                <a:lnTo>
                  <a:pt x="1565696" y="1592913"/>
                </a:lnTo>
                <a:lnTo>
                  <a:pt x="1780297" y="1592913"/>
                </a:lnTo>
                <a:lnTo>
                  <a:pt x="2185418" y="1998028"/>
                </a:lnTo>
                <a:lnTo>
                  <a:pt x="2768005" y="1998028"/>
                </a:lnTo>
                <a:lnTo>
                  <a:pt x="2769527" y="1990706"/>
                </a:lnTo>
                <a:cubicBezTo>
                  <a:pt x="2776817" y="1974077"/>
                  <a:pt x="2793648" y="1962991"/>
                  <a:pt x="2811715" y="1962991"/>
                </a:cubicBezTo>
                <a:cubicBezTo>
                  <a:pt x="2837993" y="1962991"/>
                  <a:pt x="2857702" y="1984888"/>
                  <a:pt x="2857702" y="2008978"/>
                </a:cubicBezTo>
                <a:lnTo>
                  <a:pt x="2848945" y="2030873"/>
                </a:lnTo>
                <a:lnTo>
                  <a:pt x="2975956" y="2157822"/>
                </a:lnTo>
                <a:lnTo>
                  <a:pt x="3462080" y="2157822"/>
                </a:lnTo>
                <a:lnTo>
                  <a:pt x="3124849" y="1820653"/>
                </a:lnTo>
                <a:lnTo>
                  <a:pt x="2621189" y="1820653"/>
                </a:lnTo>
                <a:lnTo>
                  <a:pt x="2202932" y="1404589"/>
                </a:lnTo>
                <a:lnTo>
                  <a:pt x="2045258" y="1404589"/>
                </a:lnTo>
                <a:lnTo>
                  <a:pt x="1276637" y="638159"/>
                </a:lnTo>
                <a:lnTo>
                  <a:pt x="1276637" y="517721"/>
                </a:lnTo>
                <a:lnTo>
                  <a:pt x="983202" y="222096"/>
                </a:lnTo>
                <a:lnTo>
                  <a:pt x="994151" y="211146"/>
                </a:lnTo>
                <a:lnTo>
                  <a:pt x="1294155" y="511150"/>
                </a:lnTo>
                <a:lnTo>
                  <a:pt x="1294155" y="631590"/>
                </a:lnTo>
                <a:lnTo>
                  <a:pt x="2051829" y="1387071"/>
                </a:lnTo>
                <a:lnTo>
                  <a:pt x="2211688" y="1387071"/>
                </a:lnTo>
                <a:lnTo>
                  <a:pt x="2627758" y="1805325"/>
                </a:lnTo>
                <a:lnTo>
                  <a:pt x="3109520" y="1805325"/>
                </a:lnTo>
                <a:lnTo>
                  <a:pt x="3059154" y="1754960"/>
                </a:lnTo>
                <a:lnTo>
                  <a:pt x="3059154" y="1562258"/>
                </a:lnTo>
                <a:lnTo>
                  <a:pt x="2694204" y="1197307"/>
                </a:lnTo>
                <a:lnTo>
                  <a:pt x="2674843" y="1205320"/>
                </a:lnTo>
                <a:cubicBezTo>
                  <a:pt x="2663346" y="1205320"/>
                  <a:pt x="2651848" y="1200938"/>
                  <a:pt x="2643089" y="1192179"/>
                </a:cubicBezTo>
                <a:lnTo>
                  <a:pt x="2636748" y="1176852"/>
                </a:lnTo>
                <a:lnTo>
                  <a:pt x="2027893" y="1176852"/>
                </a:lnTo>
                <a:lnTo>
                  <a:pt x="2023363" y="1187800"/>
                </a:lnTo>
                <a:cubicBezTo>
                  <a:pt x="2003656" y="1205320"/>
                  <a:pt x="1975188" y="1205320"/>
                  <a:pt x="1957669" y="1187800"/>
                </a:cubicBezTo>
                <a:cubicBezTo>
                  <a:pt x="1948909" y="1179041"/>
                  <a:pt x="1944529" y="1167545"/>
                  <a:pt x="1944529" y="1156047"/>
                </a:cubicBezTo>
                <a:lnTo>
                  <a:pt x="1947414" y="1149078"/>
                </a:lnTo>
                <a:close/>
              </a:path>
            </a:pathLst>
          </a:custGeom>
          <a:gradFill>
            <a:gsLst>
              <a:gs pos="100000">
                <a:schemeClr val="accent5">
                  <a:alpha val="18000"/>
                </a:schemeClr>
              </a:gs>
              <a:gs pos="0">
                <a:schemeClr val="accent6">
                  <a:alpha val="18000"/>
                </a:schemeClr>
              </a:gs>
            </a:gsLst>
            <a:path path="circle">
              <a:fillToRect l="50000" t="50000" r="50000" b="50000"/>
            </a:path>
          </a:gradFill>
          <a:ln w="21737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Share Tech" panose="00000500000000000000" pitchFamily="2" charset="0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7DD30727-15D4-3090-8738-F57D6921CC0B}"/>
              </a:ext>
            </a:extLst>
          </p:cNvPr>
          <p:cNvSpPr/>
          <p:nvPr/>
        </p:nvSpPr>
        <p:spPr>
          <a:xfrm>
            <a:off x="5239731" y="560450"/>
            <a:ext cx="412027" cy="412027"/>
          </a:xfrm>
          <a:custGeom>
            <a:avLst/>
            <a:gdLst>
              <a:gd name="connsiteX0" fmla="*/ 206014 w 412027"/>
              <a:gd name="connsiteY0" fmla="*/ 412028 h 412027"/>
              <a:gd name="connsiteX1" fmla="*/ 0 w 412027"/>
              <a:gd name="connsiteY1" fmla="*/ 206014 h 412027"/>
              <a:gd name="connsiteX2" fmla="*/ 206014 w 412027"/>
              <a:gd name="connsiteY2" fmla="*/ 0 h 412027"/>
              <a:gd name="connsiteX3" fmla="*/ 412028 w 412027"/>
              <a:gd name="connsiteY3" fmla="*/ 206014 h 412027"/>
              <a:gd name="connsiteX4" fmla="*/ 206014 w 412027"/>
              <a:gd name="connsiteY4" fmla="*/ 412028 h 412027"/>
              <a:gd name="connsiteX5" fmla="*/ 206014 w 412027"/>
              <a:gd name="connsiteY5" fmla="*/ 24834 h 412027"/>
              <a:gd name="connsiteX6" fmla="*/ 24834 w 412027"/>
              <a:gd name="connsiteY6" fmla="*/ 206014 h 412027"/>
              <a:gd name="connsiteX7" fmla="*/ 206014 w 412027"/>
              <a:gd name="connsiteY7" fmla="*/ 387194 h 412027"/>
              <a:gd name="connsiteX8" fmla="*/ 387194 w 412027"/>
              <a:gd name="connsiteY8" fmla="*/ 206014 h 412027"/>
              <a:gd name="connsiteX9" fmla="*/ 206014 w 412027"/>
              <a:gd name="connsiteY9" fmla="*/ 24834 h 412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2027" h="412027">
                <a:moveTo>
                  <a:pt x="206014" y="412028"/>
                </a:moveTo>
                <a:cubicBezTo>
                  <a:pt x="92417" y="412028"/>
                  <a:pt x="0" y="319611"/>
                  <a:pt x="0" y="206014"/>
                </a:cubicBezTo>
                <a:cubicBezTo>
                  <a:pt x="0" y="92417"/>
                  <a:pt x="92417" y="0"/>
                  <a:pt x="206014" y="0"/>
                </a:cubicBezTo>
                <a:cubicBezTo>
                  <a:pt x="319611" y="0"/>
                  <a:pt x="412028" y="92417"/>
                  <a:pt x="412028" y="206014"/>
                </a:cubicBezTo>
                <a:cubicBezTo>
                  <a:pt x="412028" y="319611"/>
                  <a:pt x="319611" y="412028"/>
                  <a:pt x="206014" y="412028"/>
                </a:cubicBezTo>
                <a:close/>
                <a:moveTo>
                  <a:pt x="206014" y="24834"/>
                </a:moveTo>
                <a:cubicBezTo>
                  <a:pt x="106111" y="24834"/>
                  <a:pt x="24834" y="106111"/>
                  <a:pt x="24834" y="206014"/>
                </a:cubicBezTo>
                <a:cubicBezTo>
                  <a:pt x="24834" y="305917"/>
                  <a:pt x="106111" y="387194"/>
                  <a:pt x="206014" y="387194"/>
                </a:cubicBezTo>
                <a:cubicBezTo>
                  <a:pt x="305917" y="387194"/>
                  <a:pt x="387194" y="305917"/>
                  <a:pt x="387194" y="206014"/>
                </a:cubicBezTo>
                <a:cubicBezTo>
                  <a:pt x="387194" y="106111"/>
                  <a:pt x="305917" y="24834"/>
                  <a:pt x="206014" y="2483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>
                  <a:alpha val="0"/>
                </a:schemeClr>
              </a:gs>
            </a:gsLst>
            <a:lin ang="0" scaled="1"/>
            <a:tileRect/>
          </a:gradFill>
          <a:ln w="35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Share Tech" panose="00000500000000000000" pitchFamily="2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CA02B931-0BA1-679F-4123-8EA5F7099463}"/>
              </a:ext>
            </a:extLst>
          </p:cNvPr>
          <p:cNvSpPr/>
          <p:nvPr/>
        </p:nvSpPr>
        <p:spPr>
          <a:xfrm>
            <a:off x="5835742" y="6130170"/>
            <a:ext cx="574298" cy="574298"/>
          </a:xfrm>
          <a:custGeom>
            <a:avLst/>
            <a:gdLst>
              <a:gd name="connsiteX0" fmla="*/ 287149 w 574298"/>
              <a:gd name="connsiteY0" fmla="*/ 574299 h 574298"/>
              <a:gd name="connsiteX1" fmla="*/ 0 w 574298"/>
              <a:gd name="connsiteY1" fmla="*/ 287149 h 574298"/>
              <a:gd name="connsiteX2" fmla="*/ 287149 w 574298"/>
              <a:gd name="connsiteY2" fmla="*/ 0 h 574298"/>
              <a:gd name="connsiteX3" fmla="*/ 574299 w 574298"/>
              <a:gd name="connsiteY3" fmla="*/ 287149 h 574298"/>
              <a:gd name="connsiteX4" fmla="*/ 287149 w 574298"/>
              <a:gd name="connsiteY4" fmla="*/ 574299 h 574298"/>
              <a:gd name="connsiteX5" fmla="*/ 287149 w 574298"/>
              <a:gd name="connsiteY5" fmla="*/ 24834 h 574298"/>
              <a:gd name="connsiteX6" fmla="*/ 24834 w 574298"/>
              <a:gd name="connsiteY6" fmla="*/ 287149 h 574298"/>
              <a:gd name="connsiteX7" fmla="*/ 287149 w 574298"/>
              <a:gd name="connsiteY7" fmla="*/ 549465 h 574298"/>
              <a:gd name="connsiteX8" fmla="*/ 549465 w 574298"/>
              <a:gd name="connsiteY8" fmla="*/ 287149 h 574298"/>
              <a:gd name="connsiteX9" fmla="*/ 287149 w 574298"/>
              <a:gd name="connsiteY9" fmla="*/ 24834 h 574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4298" h="574298">
                <a:moveTo>
                  <a:pt x="287149" y="574299"/>
                </a:moveTo>
                <a:cubicBezTo>
                  <a:pt x="128816" y="574299"/>
                  <a:pt x="0" y="445482"/>
                  <a:pt x="0" y="287149"/>
                </a:cubicBezTo>
                <a:cubicBezTo>
                  <a:pt x="0" y="128816"/>
                  <a:pt x="128816" y="0"/>
                  <a:pt x="287149" y="0"/>
                </a:cubicBezTo>
                <a:cubicBezTo>
                  <a:pt x="445482" y="0"/>
                  <a:pt x="574299" y="128816"/>
                  <a:pt x="574299" y="287149"/>
                </a:cubicBezTo>
                <a:cubicBezTo>
                  <a:pt x="574299" y="445482"/>
                  <a:pt x="445482" y="574299"/>
                  <a:pt x="287149" y="574299"/>
                </a:cubicBezTo>
                <a:close/>
                <a:moveTo>
                  <a:pt x="287149" y="24834"/>
                </a:moveTo>
                <a:cubicBezTo>
                  <a:pt x="142511" y="24834"/>
                  <a:pt x="24834" y="142511"/>
                  <a:pt x="24834" y="287149"/>
                </a:cubicBezTo>
                <a:cubicBezTo>
                  <a:pt x="24834" y="431788"/>
                  <a:pt x="142511" y="549465"/>
                  <a:pt x="287149" y="549465"/>
                </a:cubicBezTo>
                <a:cubicBezTo>
                  <a:pt x="431788" y="549465"/>
                  <a:pt x="549465" y="431788"/>
                  <a:pt x="549465" y="287149"/>
                </a:cubicBezTo>
                <a:cubicBezTo>
                  <a:pt x="549465" y="142511"/>
                  <a:pt x="431788" y="24834"/>
                  <a:pt x="287149" y="2483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>
                  <a:alpha val="0"/>
                </a:schemeClr>
              </a:gs>
            </a:gsLst>
            <a:lin ang="0" scaled="1"/>
            <a:tileRect/>
          </a:gradFill>
          <a:ln w="35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Share Tech" panose="00000500000000000000" pitchFamily="2" charset="0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1308CE7-645F-4301-AF72-6ACA60F52E9A}"/>
              </a:ext>
            </a:extLst>
          </p:cNvPr>
          <p:cNvSpPr/>
          <p:nvPr/>
        </p:nvSpPr>
        <p:spPr>
          <a:xfrm>
            <a:off x="6611123" y="788814"/>
            <a:ext cx="276435" cy="276435"/>
          </a:xfrm>
          <a:custGeom>
            <a:avLst/>
            <a:gdLst>
              <a:gd name="connsiteX0" fmla="*/ 138218 w 276435"/>
              <a:gd name="connsiteY0" fmla="*/ 276435 h 276435"/>
              <a:gd name="connsiteX1" fmla="*/ 0 w 276435"/>
              <a:gd name="connsiteY1" fmla="*/ 138218 h 276435"/>
              <a:gd name="connsiteX2" fmla="*/ 138218 w 276435"/>
              <a:gd name="connsiteY2" fmla="*/ 0 h 276435"/>
              <a:gd name="connsiteX3" fmla="*/ 276436 w 276435"/>
              <a:gd name="connsiteY3" fmla="*/ 138218 h 276435"/>
              <a:gd name="connsiteX4" fmla="*/ 138218 w 276435"/>
              <a:gd name="connsiteY4" fmla="*/ 276435 h 276435"/>
              <a:gd name="connsiteX5" fmla="*/ 138218 w 276435"/>
              <a:gd name="connsiteY5" fmla="*/ 24834 h 276435"/>
              <a:gd name="connsiteX6" fmla="*/ 24834 w 276435"/>
              <a:gd name="connsiteY6" fmla="*/ 138218 h 276435"/>
              <a:gd name="connsiteX7" fmla="*/ 138218 w 276435"/>
              <a:gd name="connsiteY7" fmla="*/ 251602 h 276435"/>
              <a:gd name="connsiteX8" fmla="*/ 251602 w 276435"/>
              <a:gd name="connsiteY8" fmla="*/ 138218 h 276435"/>
              <a:gd name="connsiteX9" fmla="*/ 138218 w 276435"/>
              <a:gd name="connsiteY9" fmla="*/ 24834 h 276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76435" h="276435">
                <a:moveTo>
                  <a:pt x="138218" y="276435"/>
                </a:moveTo>
                <a:cubicBezTo>
                  <a:pt x="62014" y="276435"/>
                  <a:pt x="0" y="214422"/>
                  <a:pt x="0" y="138218"/>
                </a:cubicBezTo>
                <a:cubicBezTo>
                  <a:pt x="0" y="62013"/>
                  <a:pt x="62014" y="0"/>
                  <a:pt x="138218" y="0"/>
                </a:cubicBezTo>
                <a:cubicBezTo>
                  <a:pt x="214422" y="0"/>
                  <a:pt x="276436" y="62013"/>
                  <a:pt x="276436" y="138218"/>
                </a:cubicBezTo>
                <a:cubicBezTo>
                  <a:pt x="276436" y="214422"/>
                  <a:pt x="214422" y="276435"/>
                  <a:pt x="138218" y="276435"/>
                </a:cubicBezTo>
                <a:close/>
                <a:moveTo>
                  <a:pt x="138218" y="24834"/>
                </a:moveTo>
                <a:cubicBezTo>
                  <a:pt x="75708" y="24834"/>
                  <a:pt x="24834" y="75708"/>
                  <a:pt x="24834" y="138218"/>
                </a:cubicBezTo>
                <a:cubicBezTo>
                  <a:pt x="24834" y="200728"/>
                  <a:pt x="75708" y="251602"/>
                  <a:pt x="138218" y="251602"/>
                </a:cubicBezTo>
                <a:cubicBezTo>
                  <a:pt x="200728" y="251602"/>
                  <a:pt x="251602" y="200728"/>
                  <a:pt x="251602" y="138218"/>
                </a:cubicBezTo>
                <a:cubicBezTo>
                  <a:pt x="251602" y="75708"/>
                  <a:pt x="200728" y="24834"/>
                  <a:pt x="138218" y="2483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>
                  <a:alpha val="0"/>
                </a:schemeClr>
              </a:gs>
            </a:gsLst>
            <a:lin ang="0" scaled="1"/>
            <a:tileRect/>
          </a:gradFill>
          <a:ln w="35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Share Tech" panose="00000500000000000000" pitchFamily="2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20262EC-82E9-43CF-B5E0-6C71360E8F81}"/>
              </a:ext>
            </a:extLst>
          </p:cNvPr>
          <p:cNvSpPr/>
          <p:nvPr/>
        </p:nvSpPr>
        <p:spPr>
          <a:xfrm>
            <a:off x="270767" y="3286934"/>
            <a:ext cx="485039" cy="485039"/>
          </a:xfrm>
          <a:custGeom>
            <a:avLst/>
            <a:gdLst>
              <a:gd name="connsiteX0" fmla="*/ 242520 w 485039"/>
              <a:gd name="connsiteY0" fmla="*/ 485039 h 485039"/>
              <a:gd name="connsiteX1" fmla="*/ 0 w 485039"/>
              <a:gd name="connsiteY1" fmla="*/ 242520 h 485039"/>
              <a:gd name="connsiteX2" fmla="*/ 242520 w 485039"/>
              <a:gd name="connsiteY2" fmla="*/ 0 h 485039"/>
              <a:gd name="connsiteX3" fmla="*/ 485039 w 485039"/>
              <a:gd name="connsiteY3" fmla="*/ 242520 h 485039"/>
              <a:gd name="connsiteX4" fmla="*/ 242520 w 485039"/>
              <a:gd name="connsiteY4" fmla="*/ 485039 h 485039"/>
              <a:gd name="connsiteX5" fmla="*/ 242520 w 485039"/>
              <a:gd name="connsiteY5" fmla="*/ 24869 h 485039"/>
              <a:gd name="connsiteX6" fmla="*/ 24834 w 485039"/>
              <a:gd name="connsiteY6" fmla="*/ 242555 h 485039"/>
              <a:gd name="connsiteX7" fmla="*/ 242520 w 485039"/>
              <a:gd name="connsiteY7" fmla="*/ 460241 h 485039"/>
              <a:gd name="connsiteX8" fmla="*/ 460205 w 485039"/>
              <a:gd name="connsiteY8" fmla="*/ 242555 h 485039"/>
              <a:gd name="connsiteX9" fmla="*/ 242520 w 485039"/>
              <a:gd name="connsiteY9" fmla="*/ 24869 h 485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85039" h="485039">
                <a:moveTo>
                  <a:pt x="242520" y="485039"/>
                </a:moveTo>
                <a:cubicBezTo>
                  <a:pt x="108807" y="485039"/>
                  <a:pt x="0" y="376232"/>
                  <a:pt x="0" y="242520"/>
                </a:cubicBezTo>
                <a:cubicBezTo>
                  <a:pt x="0" y="108807"/>
                  <a:pt x="108807" y="0"/>
                  <a:pt x="242520" y="0"/>
                </a:cubicBezTo>
                <a:cubicBezTo>
                  <a:pt x="376232" y="0"/>
                  <a:pt x="485039" y="108807"/>
                  <a:pt x="485039" y="242520"/>
                </a:cubicBezTo>
                <a:cubicBezTo>
                  <a:pt x="485039" y="376232"/>
                  <a:pt x="376232" y="485039"/>
                  <a:pt x="242520" y="485039"/>
                </a:cubicBezTo>
                <a:close/>
                <a:moveTo>
                  <a:pt x="242520" y="24869"/>
                </a:moveTo>
                <a:cubicBezTo>
                  <a:pt x="122501" y="24869"/>
                  <a:pt x="24834" y="122501"/>
                  <a:pt x="24834" y="242555"/>
                </a:cubicBezTo>
                <a:cubicBezTo>
                  <a:pt x="24834" y="362609"/>
                  <a:pt x="122466" y="460241"/>
                  <a:pt x="242520" y="460241"/>
                </a:cubicBezTo>
                <a:cubicBezTo>
                  <a:pt x="362573" y="460241"/>
                  <a:pt x="460205" y="362609"/>
                  <a:pt x="460205" y="242555"/>
                </a:cubicBezTo>
                <a:cubicBezTo>
                  <a:pt x="460205" y="122501"/>
                  <a:pt x="362573" y="24869"/>
                  <a:pt x="242520" y="2486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>
                  <a:alpha val="0"/>
                </a:schemeClr>
              </a:gs>
            </a:gsLst>
            <a:lin ang="0" scaled="1"/>
            <a:tileRect/>
          </a:gradFill>
          <a:ln w="35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Share Tech" panose="00000500000000000000" pitchFamily="2" charset="0"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9689E154-EA15-ED88-C0B0-2ABC1D9F4B4F}"/>
              </a:ext>
            </a:extLst>
          </p:cNvPr>
          <p:cNvSpPr/>
          <p:nvPr/>
        </p:nvSpPr>
        <p:spPr>
          <a:xfrm>
            <a:off x="821544" y="2965301"/>
            <a:ext cx="238688" cy="238688"/>
          </a:xfrm>
          <a:custGeom>
            <a:avLst/>
            <a:gdLst>
              <a:gd name="connsiteX0" fmla="*/ 119344 w 238688"/>
              <a:gd name="connsiteY0" fmla="*/ 238688 h 238688"/>
              <a:gd name="connsiteX1" fmla="*/ 0 w 238688"/>
              <a:gd name="connsiteY1" fmla="*/ 119344 h 238688"/>
              <a:gd name="connsiteX2" fmla="*/ 119344 w 238688"/>
              <a:gd name="connsiteY2" fmla="*/ 0 h 238688"/>
              <a:gd name="connsiteX3" fmla="*/ 238688 w 238688"/>
              <a:gd name="connsiteY3" fmla="*/ 119344 h 238688"/>
              <a:gd name="connsiteX4" fmla="*/ 119344 w 238688"/>
              <a:gd name="connsiteY4" fmla="*/ 238688 h 238688"/>
              <a:gd name="connsiteX5" fmla="*/ 119344 w 238688"/>
              <a:gd name="connsiteY5" fmla="*/ 24798 h 238688"/>
              <a:gd name="connsiteX6" fmla="*/ 24834 w 238688"/>
              <a:gd name="connsiteY6" fmla="*/ 119309 h 238688"/>
              <a:gd name="connsiteX7" fmla="*/ 119344 w 238688"/>
              <a:gd name="connsiteY7" fmla="*/ 213819 h 238688"/>
              <a:gd name="connsiteX8" fmla="*/ 213854 w 238688"/>
              <a:gd name="connsiteY8" fmla="*/ 119309 h 238688"/>
              <a:gd name="connsiteX9" fmla="*/ 119344 w 238688"/>
              <a:gd name="connsiteY9" fmla="*/ 24798 h 238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8688" h="238688">
                <a:moveTo>
                  <a:pt x="119344" y="238688"/>
                </a:moveTo>
                <a:cubicBezTo>
                  <a:pt x="53535" y="238688"/>
                  <a:pt x="0" y="185154"/>
                  <a:pt x="0" y="119344"/>
                </a:cubicBezTo>
                <a:cubicBezTo>
                  <a:pt x="0" y="53535"/>
                  <a:pt x="53535" y="0"/>
                  <a:pt x="119344" y="0"/>
                </a:cubicBezTo>
                <a:cubicBezTo>
                  <a:pt x="185154" y="0"/>
                  <a:pt x="238688" y="53535"/>
                  <a:pt x="238688" y="119344"/>
                </a:cubicBezTo>
                <a:cubicBezTo>
                  <a:pt x="238688" y="185154"/>
                  <a:pt x="185154" y="238688"/>
                  <a:pt x="119344" y="238688"/>
                </a:cubicBezTo>
                <a:close/>
                <a:moveTo>
                  <a:pt x="119344" y="24798"/>
                </a:moveTo>
                <a:cubicBezTo>
                  <a:pt x="67229" y="24798"/>
                  <a:pt x="24834" y="67193"/>
                  <a:pt x="24834" y="119309"/>
                </a:cubicBezTo>
                <a:cubicBezTo>
                  <a:pt x="24834" y="171424"/>
                  <a:pt x="67229" y="213819"/>
                  <a:pt x="119344" y="213819"/>
                </a:cubicBezTo>
                <a:cubicBezTo>
                  <a:pt x="171460" y="213819"/>
                  <a:pt x="213854" y="171424"/>
                  <a:pt x="213854" y="119309"/>
                </a:cubicBezTo>
                <a:cubicBezTo>
                  <a:pt x="213854" y="67193"/>
                  <a:pt x="171460" y="24798"/>
                  <a:pt x="119344" y="24798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>
                  <a:alpha val="0"/>
                </a:schemeClr>
              </a:gs>
            </a:gsLst>
            <a:lin ang="0" scaled="1"/>
            <a:tileRect/>
          </a:gradFill>
          <a:ln w="35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Share Tech" panose="00000500000000000000" pitchFamily="2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06AA5B6-21E5-2497-A909-4EA585E43B5D}"/>
              </a:ext>
            </a:extLst>
          </p:cNvPr>
          <p:cNvSpPr/>
          <p:nvPr/>
        </p:nvSpPr>
        <p:spPr>
          <a:xfrm>
            <a:off x="11475291" y="3446757"/>
            <a:ext cx="445943" cy="445943"/>
          </a:xfrm>
          <a:custGeom>
            <a:avLst/>
            <a:gdLst>
              <a:gd name="connsiteX0" fmla="*/ 222971 w 445943"/>
              <a:gd name="connsiteY0" fmla="*/ 445944 h 445943"/>
              <a:gd name="connsiteX1" fmla="*/ 0 w 445943"/>
              <a:gd name="connsiteY1" fmla="*/ 222972 h 445943"/>
              <a:gd name="connsiteX2" fmla="*/ 222971 w 445943"/>
              <a:gd name="connsiteY2" fmla="*/ 0 h 445943"/>
              <a:gd name="connsiteX3" fmla="*/ 445944 w 445943"/>
              <a:gd name="connsiteY3" fmla="*/ 222972 h 445943"/>
              <a:gd name="connsiteX4" fmla="*/ 222971 w 445943"/>
              <a:gd name="connsiteY4" fmla="*/ 445944 h 445943"/>
              <a:gd name="connsiteX5" fmla="*/ 222971 w 445943"/>
              <a:gd name="connsiteY5" fmla="*/ 24834 h 445943"/>
              <a:gd name="connsiteX6" fmla="*/ 24834 w 445943"/>
              <a:gd name="connsiteY6" fmla="*/ 222972 h 445943"/>
              <a:gd name="connsiteX7" fmla="*/ 222971 w 445943"/>
              <a:gd name="connsiteY7" fmla="*/ 421110 h 445943"/>
              <a:gd name="connsiteX8" fmla="*/ 421110 w 445943"/>
              <a:gd name="connsiteY8" fmla="*/ 222972 h 445943"/>
              <a:gd name="connsiteX9" fmla="*/ 222971 w 445943"/>
              <a:gd name="connsiteY9" fmla="*/ 24834 h 445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5943" h="445943">
                <a:moveTo>
                  <a:pt x="222971" y="445944"/>
                </a:moveTo>
                <a:cubicBezTo>
                  <a:pt x="100009" y="445944"/>
                  <a:pt x="0" y="345899"/>
                  <a:pt x="0" y="222972"/>
                </a:cubicBezTo>
                <a:cubicBezTo>
                  <a:pt x="0" y="100045"/>
                  <a:pt x="100044" y="0"/>
                  <a:pt x="222971" y="0"/>
                </a:cubicBezTo>
                <a:cubicBezTo>
                  <a:pt x="345899" y="0"/>
                  <a:pt x="445944" y="100045"/>
                  <a:pt x="445944" y="222972"/>
                </a:cubicBezTo>
                <a:cubicBezTo>
                  <a:pt x="445944" y="345899"/>
                  <a:pt x="345899" y="445944"/>
                  <a:pt x="222971" y="445944"/>
                </a:cubicBezTo>
                <a:close/>
                <a:moveTo>
                  <a:pt x="222971" y="24834"/>
                </a:moveTo>
                <a:cubicBezTo>
                  <a:pt x="113703" y="24834"/>
                  <a:pt x="24834" y="113739"/>
                  <a:pt x="24834" y="222972"/>
                </a:cubicBezTo>
                <a:cubicBezTo>
                  <a:pt x="24834" y="332205"/>
                  <a:pt x="113703" y="421110"/>
                  <a:pt x="222971" y="421110"/>
                </a:cubicBezTo>
                <a:cubicBezTo>
                  <a:pt x="332240" y="421110"/>
                  <a:pt x="421110" y="332240"/>
                  <a:pt x="421110" y="222972"/>
                </a:cubicBezTo>
                <a:cubicBezTo>
                  <a:pt x="421110" y="113703"/>
                  <a:pt x="332205" y="24834"/>
                  <a:pt x="222971" y="2483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>
                  <a:alpha val="0"/>
                </a:schemeClr>
              </a:gs>
            </a:gsLst>
            <a:lin ang="0" scaled="1"/>
            <a:tileRect/>
          </a:gradFill>
          <a:ln w="35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Share Tech" panose="00000500000000000000" pitchFamily="2" charset="0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28145693-2C89-B908-8C6E-42FDA1D4ADDF}"/>
              </a:ext>
            </a:extLst>
          </p:cNvPr>
          <p:cNvSpPr/>
          <p:nvPr/>
        </p:nvSpPr>
        <p:spPr>
          <a:xfrm>
            <a:off x="11155893" y="3217542"/>
            <a:ext cx="238687" cy="238688"/>
          </a:xfrm>
          <a:custGeom>
            <a:avLst/>
            <a:gdLst>
              <a:gd name="connsiteX0" fmla="*/ 119344 w 238687"/>
              <a:gd name="connsiteY0" fmla="*/ 238688 h 238688"/>
              <a:gd name="connsiteX1" fmla="*/ 0 w 238687"/>
              <a:gd name="connsiteY1" fmla="*/ 119344 h 238688"/>
              <a:gd name="connsiteX2" fmla="*/ 119344 w 238687"/>
              <a:gd name="connsiteY2" fmla="*/ 0 h 238688"/>
              <a:gd name="connsiteX3" fmla="*/ 238688 w 238687"/>
              <a:gd name="connsiteY3" fmla="*/ 119344 h 238688"/>
              <a:gd name="connsiteX4" fmla="*/ 119344 w 238687"/>
              <a:gd name="connsiteY4" fmla="*/ 238688 h 238688"/>
              <a:gd name="connsiteX5" fmla="*/ 119344 w 238687"/>
              <a:gd name="connsiteY5" fmla="*/ 24798 h 238688"/>
              <a:gd name="connsiteX6" fmla="*/ 24834 w 238687"/>
              <a:gd name="connsiteY6" fmla="*/ 119309 h 238688"/>
              <a:gd name="connsiteX7" fmla="*/ 119344 w 238687"/>
              <a:gd name="connsiteY7" fmla="*/ 213819 h 238688"/>
              <a:gd name="connsiteX8" fmla="*/ 213854 w 238687"/>
              <a:gd name="connsiteY8" fmla="*/ 119309 h 238688"/>
              <a:gd name="connsiteX9" fmla="*/ 119344 w 238687"/>
              <a:gd name="connsiteY9" fmla="*/ 24798 h 238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8687" h="238688">
                <a:moveTo>
                  <a:pt x="119344" y="238688"/>
                </a:moveTo>
                <a:cubicBezTo>
                  <a:pt x="53534" y="238688"/>
                  <a:pt x="0" y="185154"/>
                  <a:pt x="0" y="119344"/>
                </a:cubicBezTo>
                <a:cubicBezTo>
                  <a:pt x="0" y="53535"/>
                  <a:pt x="53534" y="0"/>
                  <a:pt x="119344" y="0"/>
                </a:cubicBezTo>
                <a:cubicBezTo>
                  <a:pt x="185153" y="0"/>
                  <a:pt x="238688" y="53535"/>
                  <a:pt x="238688" y="119344"/>
                </a:cubicBezTo>
                <a:cubicBezTo>
                  <a:pt x="238688" y="185154"/>
                  <a:pt x="185153" y="238688"/>
                  <a:pt x="119344" y="238688"/>
                </a:cubicBezTo>
                <a:close/>
                <a:moveTo>
                  <a:pt x="119344" y="24798"/>
                </a:moveTo>
                <a:cubicBezTo>
                  <a:pt x="67228" y="24798"/>
                  <a:pt x="24834" y="67193"/>
                  <a:pt x="24834" y="119309"/>
                </a:cubicBezTo>
                <a:cubicBezTo>
                  <a:pt x="24834" y="171424"/>
                  <a:pt x="67228" y="213819"/>
                  <a:pt x="119344" y="213819"/>
                </a:cubicBezTo>
                <a:cubicBezTo>
                  <a:pt x="171459" y="213819"/>
                  <a:pt x="213854" y="171424"/>
                  <a:pt x="213854" y="119309"/>
                </a:cubicBezTo>
                <a:cubicBezTo>
                  <a:pt x="213854" y="67193"/>
                  <a:pt x="171459" y="24798"/>
                  <a:pt x="119344" y="24798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>
                  <a:alpha val="0"/>
                </a:schemeClr>
              </a:gs>
            </a:gsLst>
            <a:lin ang="0" scaled="1"/>
            <a:tileRect/>
          </a:gradFill>
          <a:ln w="35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Share Tech" panose="00000500000000000000" pitchFamily="2" charset="0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4AEECF28-9CAB-ED23-5692-9980EB449A5F}"/>
              </a:ext>
            </a:extLst>
          </p:cNvPr>
          <p:cNvSpPr/>
          <p:nvPr/>
        </p:nvSpPr>
        <p:spPr>
          <a:xfrm>
            <a:off x="5468414" y="5964173"/>
            <a:ext cx="298431" cy="298431"/>
          </a:xfrm>
          <a:custGeom>
            <a:avLst/>
            <a:gdLst>
              <a:gd name="connsiteX0" fmla="*/ 149216 w 298431"/>
              <a:gd name="connsiteY0" fmla="*/ 298431 h 298431"/>
              <a:gd name="connsiteX1" fmla="*/ 0 w 298431"/>
              <a:gd name="connsiteY1" fmla="*/ 149216 h 298431"/>
              <a:gd name="connsiteX2" fmla="*/ 149216 w 298431"/>
              <a:gd name="connsiteY2" fmla="*/ 0 h 298431"/>
              <a:gd name="connsiteX3" fmla="*/ 298431 w 298431"/>
              <a:gd name="connsiteY3" fmla="*/ 149216 h 298431"/>
              <a:gd name="connsiteX4" fmla="*/ 149216 w 298431"/>
              <a:gd name="connsiteY4" fmla="*/ 298431 h 298431"/>
              <a:gd name="connsiteX5" fmla="*/ 149216 w 298431"/>
              <a:gd name="connsiteY5" fmla="*/ 24869 h 298431"/>
              <a:gd name="connsiteX6" fmla="*/ 24834 w 298431"/>
              <a:gd name="connsiteY6" fmla="*/ 149251 h 298431"/>
              <a:gd name="connsiteX7" fmla="*/ 149216 w 298431"/>
              <a:gd name="connsiteY7" fmla="*/ 273633 h 298431"/>
              <a:gd name="connsiteX8" fmla="*/ 273597 w 298431"/>
              <a:gd name="connsiteY8" fmla="*/ 149251 h 298431"/>
              <a:gd name="connsiteX9" fmla="*/ 149216 w 298431"/>
              <a:gd name="connsiteY9" fmla="*/ 24869 h 298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8431" h="298431">
                <a:moveTo>
                  <a:pt x="149216" y="298431"/>
                </a:moveTo>
                <a:cubicBezTo>
                  <a:pt x="66945" y="298431"/>
                  <a:pt x="0" y="231486"/>
                  <a:pt x="0" y="149216"/>
                </a:cubicBezTo>
                <a:cubicBezTo>
                  <a:pt x="0" y="66945"/>
                  <a:pt x="66945" y="0"/>
                  <a:pt x="149216" y="0"/>
                </a:cubicBezTo>
                <a:cubicBezTo>
                  <a:pt x="231486" y="0"/>
                  <a:pt x="298431" y="66945"/>
                  <a:pt x="298431" y="149216"/>
                </a:cubicBezTo>
                <a:cubicBezTo>
                  <a:pt x="298431" y="231486"/>
                  <a:pt x="231486" y="298431"/>
                  <a:pt x="149216" y="298431"/>
                </a:cubicBezTo>
                <a:close/>
                <a:moveTo>
                  <a:pt x="149216" y="24869"/>
                </a:moveTo>
                <a:cubicBezTo>
                  <a:pt x="80639" y="24869"/>
                  <a:pt x="24834" y="80674"/>
                  <a:pt x="24834" y="149251"/>
                </a:cubicBezTo>
                <a:cubicBezTo>
                  <a:pt x="24834" y="217828"/>
                  <a:pt x="80639" y="273633"/>
                  <a:pt x="149216" y="273633"/>
                </a:cubicBezTo>
                <a:cubicBezTo>
                  <a:pt x="217792" y="273633"/>
                  <a:pt x="273597" y="217828"/>
                  <a:pt x="273597" y="149251"/>
                </a:cubicBezTo>
                <a:cubicBezTo>
                  <a:pt x="273597" y="80674"/>
                  <a:pt x="217792" y="24869"/>
                  <a:pt x="149216" y="2486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>
                  <a:alpha val="0"/>
                </a:schemeClr>
              </a:gs>
            </a:gsLst>
            <a:lin ang="0" scaled="1"/>
            <a:tileRect/>
          </a:gradFill>
          <a:ln w="35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Share Tech" panose="00000500000000000000" pitchFamily="2" charset="0"/>
            </a:endParaRP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C575F256-936A-EF5E-53E7-B643E3858A1C}"/>
              </a:ext>
            </a:extLst>
          </p:cNvPr>
          <p:cNvSpPr/>
          <p:nvPr/>
        </p:nvSpPr>
        <p:spPr>
          <a:xfrm>
            <a:off x="5880123" y="152715"/>
            <a:ext cx="171069" cy="171069"/>
          </a:xfrm>
          <a:custGeom>
            <a:avLst/>
            <a:gdLst>
              <a:gd name="connsiteX0" fmla="*/ 85535 w 171069"/>
              <a:gd name="connsiteY0" fmla="*/ 171069 h 171069"/>
              <a:gd name="connsiteX1" fmla="*/ 0 w 171069"/>
              <a:gd name="connsiteY1" fmla="*/ 85535 h 171069"/>
              <a:gd name="connsiteX2" fmla="*/ 85535 w 171069"/>
              <a:gd name="connsiteY2" fmla="*/ 0 h 171069"/>
              <a:gd name="connsiteX3" fmla="*/ 171069 w 171069"/>
              <a:gd name="connsiteY3" fmla="*/ 85535 h 171069"/>
              <a:gd name="connsiteX4" fmla="*/ 85535 w 171069"/>
              <a:gd name="connsiteY4" fmla="*/ 171069 h 171069"/>
              <a:gd name="connsiteX5" fmla="*/ 85535 w 171069"/>
              <a:gd name="connsiteY5" fmla="*/ 24834 h 171069"/>
              <a:gd name="connsiteX6" fmla="*/ 24834 w 171069"/>
              <a:gd name="connsiteY6" fmla="*/ 85535 h 171069"/>
              <a:gd name="connsiteX7" fmla="*/ 85535 w 171069"/>
              <a:gd name="connsiteY7" fmla="*/ 146235 h 171069"/>
              <a:gd name="connsiteX8" fmla="*/ 146235 w 171069"/>
              <a:gd name="connsiteY8" fmla="*/ 85535 h 171069"/>
              <a:gd name="connsiteX9" fmla="*/ 85535 w 171069"/>
              <a:gd name="connsiteY9" fmla="*/ 24834 h 171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1069" h="171069">
                <a:moveTo>
                  <a:pt x="85535" y="171069"/>
                </a:moveTo>
                <a:cubicBezTo>
                  <a:pt x="38386" y="171069"/>
                  <a:pt x="0" y="132683"/>
                  <a:pt x="0" y="85535"/>
                </a:cubicBezTo>
                <a:cubicBezTo>
                  <a:pt x="0" y="38386"/>
                  <a:pt x="38386" y="0"/>
                  <a:pt x="85535" y="0"/>
                </a:cubicBezTo>
                <a:cubicBezTo>
                  <a:pt x="132683" y="0"/>
                  <a:pt x="171069" y="38386"/>
                  <a:pt x="171069" y="85535"/>
                </a:cubicBezTo>
                <a:cubicBezTo>
                  <a:pt x="171069" y="132683"/>
                  <a:pt x="132683" y="171069"/>
                  <a:pt x="85535" y="171069"/>
                </a:cubicBezTo>
                <a:close/>
                <a:moveTo>
                  <a:pt x="85535" y="24834"/>
                </a:moveTo>
                <a:cubicBezTo>
                  <a:pt x="52080" y="24834"/>
                  <a:pt x="24834" y="52045"/>
                  <a:pt x="24834" y="85535"/>
                </a:cubicBezTo>
                <a:cubicBezTo>
                  <a:pt x="24834" y="119025"/>
                  <a:pt x="52044" y="146235"/>
                  <a:pt x="85535" y="146235"/>
                </a:cubicBezTo>
                <a:cubicBezTo>
                  <a:pt x="119025" y="146235"/>
                  <a:pt x="146235" y="119025"/>
                  <a:pt x="146235" y="85535"/>
                </a:cubicBezTo>
                <a:cubicBezTo>
                  <a:pt x="146235" y="52045"/>
                  <a:pt x="119025" y="24834"/>
                  <a:pt x="85535" y="2483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>
                  <a:alpha val="0"/>
                </a:schemeClr>
              </a:gs>
            </a:gsLst>
            <a:lin ang="0" scaled="1"/>
            <a:tileRect/>
          </a:gradFill>
          <a:ln w="35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Share Tech" panose="00000500000000000000" pitchFamily="2" charset="0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BA8E87B-5267-D084-5B3A-9ED6695D27A1}"/>
              </a:ext>
            </a:extLst>
          </p:cNvPr>
          <p:cNvSpPr/>
          <p:nvPr/>
        </p:nvSpPr>
        <p:spPr>
          <a:xfrm>
            <a:off x="6898485" y="1512187"/>
            <a:ext cx="174404" cy="174403"/>
          </a:xfrm>
          <a:custGeom>
            <a:avLst/>
            <a:gdLst>
              <a:gd name="connsiteX0" fmla="*/ 87202 w 174404"/>
              <a:gd name="connsiteY0" fmla="*/ 174404 h 174403"/>
              <a:gd name="connsiteX1" fmla="*/ 0 w 174404"/>
              <a:gd name="connsiteY1" fmla="*/ 87202 h 174403"/>
              <a:gd name="connsiteX2" fmla="*/ 87202 w 174404"/>
              <a:gd name="connsiteY2" fmla="*/ 0 h 174403"/>
              <a:gd name="connsiteX3" fmla="*/ 174404 w 174404"/>
              <a:gd name="connsiteY3" fmla="*/ 87202 h 174403"/>
              <a:gd name="connsiteX4" fmla="*/ 87202 w 174404"/>
              <a:gd name="connsiteY4" fmla="*/ 174404 h 174403"/>
              <a:gd name="connsiteX5" fmla="*/ 87202 w 174404"/>
              <a:gd name="connsiteY5" fmla="*/ 24834 h 174403"/>
              <a:gd name="connsiteX6" fmla="*/ 24834 w 174404"/>
              <a:gd name="connsiteY6" fmla="*/ 87202 h 174403"/>
              <a:gd name="connsiteX7" fmla="*/ 87202 w 174404"/>
              <a:gd name="connsiteY7" fmla="*/ 149570 h 174403"/>
              <a:gd name="connsiteX8" fmla="*/ 149570 w 174404"/>
              <a:gd name="connsiteY8" fmla="*/ 87202 h 174403"/>
              <a:gd name="connsiteX9" fmla="*/ 87202 w 174404"/>
              <a:gd name="connsiteY9" fmla="*/ 24834 h 174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404" h="174403">
                <a:moveTo>
                  <a:pt x="87202" y="174404"/>
                </a:moveTo>
                <a:cubicBezTo>
                  <a:pt x="39131" y="174404"/>
                  <a:pt x="0" y="135273"/>
                  <a:pt x="0" y="87202"/>
                </a:cubicBezTo>
                <a:cubicBezTo>
                  <a:pt x="0" y="39131"/>
                  <a:pt x="39131" y="0"/>
                  <a:pt x="87202" y="0"/>
                </a:cubicBezTo>
                <a:cubicBezTo>
                  <a:pt x="135273" y="0"/>
                  <a:pt x="174404" y="39131"/>
                  <a:pt x="174404" y="87202"/>
                </a:cubicBezTo>
                <a:cubicBezTo>
                  <a:pt x="174404" y="135273"/>
                  <a:pt x="135273" y="174404"/>
                  <a:pt x="87202" y="174404"/>
                </a:cubicBezTo>
                <a:close/>
                <a:moveTo>
                  <a:pt x="87202" y="24834"/>
                </a:moveTo>
                <a:cubicBezTo>
                  <a:pt x="52825" y="24834"/>
                  <a:pt x="24834" y="52825"/>
                  <a:pt x="24834" y="87202"/>
                </a:cubicBezTo>
                <a:cubicBezTo>
                  <a:pt x="24834" y="121579"/>
                  <a:pt x="52825" y="149570"/>
                  <a:pt x="87202" y="149570"/>
                </a:cubicBezTo>
                <a:cubicBezTo>
                  <a:pt x="121579" y="149570"/>
                  <a:pt x="149570" y="121579"/>
                  <a:pt x="149570" y="87202"/>
                </a:cubicBezTo>
                <a:cubicBezTo>
                  <a:pt x="149570" y="52825"/>
                  <a:pt x="121579" y="24834"/>
                  <a:pt x="87202" y="2483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>
                  <a:alpha val="0"/>
                </a:schemeClr>
              </a:gs>
            </a:gsLst>
            <a:lin ang="0" scaled="1"/>
            <a:tileRect/>
          </a:gradFill>
          <a:ln w="35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Share Tech" panose="00000500000000000000" pitchFamily="2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CAD8AB0-4BED-2BF1-CE3F-71BEACB270FE}"/>
              </a:ext>
            </a:extLst>
          </p:cNvPr>
          <p:cNvGrpSpPr/>
          <p:nvPr/>
        </p:nvGrpSpPr>
        <p:grpSpPr>
          <a:xfrm>
            <a:off x="0" y="0"/>
            <a:ext cx="2620521" cy="2461650"/>
            <a:chOff x="0" y="0"/>
            <a:chExt cx="2620521" cy="2461650"/>
          </a:xfrm>
        </p:grpSpPr>
        <p:sp>
          <p:nvSpPr>
            <p:cNvPr id="1972" name="Freeform: Shape 1971">
              <a:extLst>
                <a:ext uri="{FF2B5EF4-FFF2-40B4-BE49-F238E27FC236}">
                  <a16:creationId xmlns:a16="http://schemas.microsoft.com/office/drawing/2014/main" id="{8FFFDD21-22DD-5B5E-8BED-7D3A81D6BD3A}"/>
                </a:ext>
              </a:extLst>
            </p:cNvPr>
            <p:cNvSpPr/>
            <p:nvPr/>
          </p:nvSpPr>
          <p:spPr>
            <a:xfrm flipH="1">
              <a:off x="1" y="1420008"/>
              <a:ext cx="550337" cy="379814"/>
            </a:xfrm>
            <a:custGeom>
              <a:avLst/>
              <a:gdLst>
                <a:gd name="connsiteX0" fmla="*/ 641002 w 641002"/>
                <a:gd name="connsiteY0" fmla="*/ 0 h 442386"/>
                <a:gd name="connsiteX1" fmla="*/ 641002 w 641002"/>
                <a:gd name="connsiteY1" fmla="*/ 37469 h 442386"/>
                <a:gd name="connsiteX2" fmla="*/ 226860 w 641002"/>
                <a:gd name="connsiteY2" fmla="*/ 442386 h 442386"/>
                <a:gd name="connsiteX3" fmla="*/ 0 w 641002"/>
                <a:gd name="connsiteY3" fmla="*/ 442386 h 442386"/>
                <a:gd name="connsiteX4" fmla="*/ 0 w 641002"/>
                <a:gd name="connsiteY4" fmla="*/ 415598 h 442386"/>
                <a:gd name="connsiteX5" fmla="*/ 215953 w 641002"/>
                <a:gd name="connsiteY5" fmla="*/ 415598 h 442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41002" h="442386">
                  <a:moveTo>
                    <a:pt x="641002" y="0"/>
                  </a:moveTo>
                  <a:lnTo>
                    <a:pt x="641002" y="37469"/>
                  </a:lnTo>
                  <a:lnTo>
                    <a:pt x="226860" y="442386"/>
                  </a:lnTo>
                  <a:lnTo>
                    <a:pt x="0" y="442386"/>
                  </a:lnTo>
                  <a:lnTo>
                    <a:pt x="0" y="415598"/>
                  </a:lnTo>
                  <a:lnTo>
                    <a:pt x="215953" y="41559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973" name="Freeform: Shape 1972">
              <a:extLst>
                <a:ext uri="{FF2B5EF4-FFF2-40B4-BE49-F238E27FC236}">
                  <a16:creationId xmlns:a16="http://schemas.microsoft.com/office/drawing/2014/main" id="{4EB0081C-8823-0059-7713-08B943B1FB4C}"/>
                </a:ext>
              </a:extLst>
            </p:cNvPr>
            <p:cNvSpPr/>
            <p:nvPr/>
          </p:nvSpPr>
          <p:spPr>
            <a:xfrm flipH="1">
              <a:off x="1" y="1213277"/>
              <a:ext cx="1222019" cy="704828"/>
            </a:xfrm>
            <a:custGeom>
              <a:avLst/>
              <a:gdLst>
                <a:gd name="connsiteX0" fmla="*/ 1423340 w 1423340"/>
                <a:gd name="connsiteY0" fmla="*/ 0 h 820944"/>
                <a:gd name="connsiteX1" fmla="*/ 1423340 w 1423340"/>
                <a:gd name="connsiteY1" fmla="*/ 37887 h 820944"/>
                <a:gd name="connsiteX2" fmla="*/ 1048654 w 1423340"/>
                <a:gd name="connsiteY2" fmla="*/ 412573 h 820944"/>
                <a:gd name="connsiteX3" fmla="*/ 559535 w 1423340"/>
                <a:gd name="connsiteY3" fmla="*/ 412573 h 820944"/>
                <a:gd name="connsiteX4" fmla="*/ 559535 w 1423340"/>
                <a:gd name="connsiteY4" fmla="*/ 820944 h 820944"/>
                <a:gd name="connsiteX5" fmla="*/ 0 w 1423340"/>
                <a:gd name="connsiteY5" fmla="*/ 820944 h 820944"/>
                <a:gd name="connsiteX6" fmla="*/ 0 w 1423340"/>
                <a:gd name="connsiteY6" fmla="*/ 794155 h 820944"/>
                <a:gd name="connsiteX7" fmla="*/ 532746 w 1423340"/>
                <a:gd name="connsiteY7" fmla="*/ 794155 h 820944"/>
                <a:gd name="connsiteX8" fmla="*/ 532746 w 1423340"/>
                <a:gd name="connsiteY8" fmla="*/ 385785 h 820944"/>
                <a:gd name="connsiteX9" fmla="*/ 1037556 w 1423340"/>
                <a:gd name="connsiteY9" fmla="*/ 385785 h 82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3340" h="820944">
                  <a:moveTo>
                    <a:pt x="1423340" y="0"/>
                  </a:moveTo>
                  <a:lnTo>
                    <a:pt x="1423340" y="37887"/>
                  </a:lnTo>
                  <a:lnTo>
                    <a:pt x="1048654" y="412573"/>
                  </a:lnTo>
                  <a:lnTo>
                    <a:pt x="559535" y="412573"/>
                  </a:lnTo>
                  <a:lnTo>
                    <a:pt x="559535" y="820944"/>
                  </a:lnTo>
                  <a:lnTo>
                    <a:pt x="0" y="820944"/>
                  </a:lnTo>
                  <a:lnTo>
                    <a:pt x="0" y="794155"/>
                  </a:lnTo>
                  <a:lnTo>
                    <a:pt x="532746" y="794155"/>
                  </a:lnTo>
                  <a:lnTo>
                    <a:pt x="532746" y="385785"/>
                  </a:lnTo>
                  <a:lnTo>
                    <a:pt x="1037556" y="38578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974" name="Freeform: Shape 1973">
              <a:extLst>
                <a:ext uri="{FF2B5EF4-FFF2-40B4-BE49-F238E27FC236}">
                  <a16:creationId xmlns:a16="http://schemas.microsoft.com/office/drawing/2014/main" id="{A3E45BA0-B480-536A-1352-F35809DB9284}"/>
                </a:ext>
              </a:extLst>
            </p:cNvPr>
            <p:cNvSpPr/>
            <p:nvPr/>
          </p:nvSpPr>
          <p:spPr>
            <a:xfrm flipH="1">
              <a:off x="0" y="1044329"/>
              <a:ext cx="689747" cy="383756"/>
            </a:xfrm>
            <a:custGeom>
              <a:avLst/>
              <a:gdLst>
                <a:gd name="connsiteX0" fmla="*/ 803379 w 803379"/>
                <a:gd name="connsiteY0" fmla="*/ 0 h 446978"/>
                <a:gd name="connsiteX1" fmla="*/ 803379 w 803379"/>
                <a:gd name="connsiteY1" fmla="*/ 37812 h 446978"/>
                <a:gd name="connsiteX2" fmla="*/ 394250 w 803379"/>
                <a:gd name="connsiteY2" fmla="*/ 446978 h 446978"/>
                <a:gd name="connsiteX3" fmla="*/ 0 w 803379"/>
                <a:gd name="connsiteY3" fmla="*/ 446978 h 446978"/>
                <a:gd name="connsiteX4" fmla="*/ 0 w 803379"/>
                <a:gd name="connsiteY4" fmla="*/ 420189 h 446978"/>
                <a:gd name="connsiteX5" fmla="*/ 383152 w 803379"/>
                <a:gd name="connsiteY5" fmla="*/ 420189 h 446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3379" h="446978">
                  <a:moveTo>
                    <a:pt x="803379" y="0"/>
                  </a:moveTo>
                  <a:lnTo>
                    <a:pt x="803379" y="37812"/>
                  </a:lnTo>
                  <a:lnTo>
                    <a:pt x="394250" y="446978"/>
                  </a:lnTo>
                  <a:lnTo>
                    <a:pt x="0" y="446978"/>
                  </a:lnTo>
                  <a:lnTo>
                    <a:pt x="0" y="420189"/>
                  </a:lnTo>
                  <a:lnTo>
                    <a:pt x="383152" y="42018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975" name="Freeform: Shape 1974">
              <a:extLst>
                <a:ext uri="{FF2B5EF4-FFF2-40B4-BE49-F238E27FC236}">
                  <a16:creationId xmlns:a16="http://schemas.microsoft.com/office/drawing/2014/main" id="{EBFF3168-CA75-F81B-E1E8-1265A4B2A3F6}"/>
                </a:ext>
              </a:extLst>
            </p:cNvPr>
            <p:cNvSpPr/>
            <p:nvPr/>
          </p:nvSpPr>
          <p:spPr>
            <a:xfrm flipH="1">
              <a:off x="0" y="822024"/>
              <a:ext cx="1230168" cy="849888"/>
            </a:xfrm>
            <a:custGeom>
              <a:avLst/>
              <a:gdLst>
                <a:gd name="connsiteX0" fmla="*/ 1432831 w 1432831"/>
                <a:gd name="connsiteY0" fmla="*/ 0 h 989902"/>
                <a:gd name="connsiteX1" fmla="*/ 1432831 w 1432831"/>
                <a:gd name="connsiteY1" fmla="*/ 37886 h 989902"/>
                <a:gd name="connsiteX2" fmla="*/ 991709 w 1432831"/>
                <a:gd name="connsiteY2" fmla="*/ 479008 h 989902"/>
                <a:gd name="connsiteX3" fmla="*/ 529876 w 1432831"/>
                <a:gd name="connsiteY3" fmla="*/ 479008 h 989902"/>
                <a:gd name="connsiteX4" fmla="*/ 18943 w 1432831"/>
                <a:gd name="connsiteY4" fmla="*/ 989902 h 989902"/>
                <a:gd name="connsiteX5" fmla="*/ 0 w 1432831"/>
                <a:gd name="connsiteY5" fmla="*/ 970959 h 989902"/>
                <a:gd name="connsiteX6" fmla="*/ 518778 w 1432831"/>
                <a:gd name="connsiteY6" fmla="*/ 452220 h 989902"/>
                <a:gd name="connsiteX7" fmla="*/ 980611 w 1432831"/>
                <a:gd name="connsiteY7" fmla="*/ 452220 h 989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32831" h="989902">
                  <a:moveTo>
                    <a:pt x="1432831" y="0"/>
                  </a:moveTo>
                  <a:lnTo>
                    <a:pt x="1432831" y="37886"/>
                  </a:lnTo>
                  <a:lnTo>
                    <a:pt x="991709" y="479008"/>
                  </a:lnTo>
                  <a:lnTo>
                    <a:pt x="529876" y="479008"/>
                  </a:lnTo>
                  <a:lnTo>
                    <a:pt x="18943" y="989902"/>
                  </a:lnTo>
                  <a:lnTo>
                    <a:pt x="0" y="970959"/>
                  </a:lnTo>
                  <a:lnTo>
                    <a:pt x="518778" y="452220"/>
                  </a:lnTo>
                  <a:lnTo>
                    <a:pt x="980611" y="45222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976" name="Freeform: Shape 1975">
              <a:extLst>
                <a:ext uri="{FF2B5EF4-FFF2-40B4-BE49-F238E27FC236}">
                  <a16:creationId xmlns:a16="http://schemas.microsoft.com/office/drawing/2014/main" id="{414CB480-37D8-EED1-6766-82867DC631D7}"/>
                </a:ext>
              </a:extLst>
            </p:cNvPr>
            <p:cNvSpPr/>
            <p:nvPr/>
          </p:nvSpPr>
          <p:spPr>
            <a:xfrm flipH="1">
              <a:off x="1" y="611285"/>
              <a:ext cx="604846" cy="447169"/>
            </a:xfrm>
            <a:custGeom>
              <a:avLst/>
              <a:gdLst>
                <a:gd name="connsiteX0" fmla="*/ 704491 w 704491"/>
                <a:gd name="connsiteY0" fmla="*/ 0 h 520837"/>
                <a:gd name="connsiteX1" fmla="*/ 704491 w 704491"/>
                <a:gd name="connsiteY1" fmla="*/ 37887 h 520837"/>
                <a:gd name="connsiteX2" fmla="*/ 221540 w 704491"/>
                <a:gd name="connsiteY2" fmla="*/ 520837 h 520837"/>
                <a:gd name="connsiteX3" fmla="*/ 0 w 704491"/>
                <a:gd name="connsiteY3" fmla="*/ 520837 h 520837"/>
                <a:gd name="connsiteX4" fmla="*/ 0 w 704491"/>
                <a:gd name="connsiteY4" fmla="*/ 494049 h 520837"/>
                <a:gd name="connsiteX5" fmla="*/ 210443 w 704491"/>
                <a:gd name="connsiteY5" fmla="*/ 494049 h 52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4491" h="520837">
                  <a:moveTo>
                    <a:pt x="704491" y="0"/>
                  </a:moveTo>
                  <a:lnTo>
                    <a:pt x="704491" y="37887"/>
                  </a:lnTo>
                  <a:lnTo>
                    <a:pt x="221540" y="520837"/>
                  </a:lnTo>
                  <a:lnTo>
                    <a:pt x="0" y="520837"/>
                  </a:lnTo>
                  <a:lnTo>
                    <a:pt x="0" y="494049"/>
                  </a:lnTo>
                  <a:lnTo>
                    <a:pt x="210443" y="49404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977" name="Freeform: Shape 1976">
              <a:extLst>
                <a:ext uri="{FF2B5EF4-FFF2-40B4-BE49-F238E27FC236}">
                  <a16:creationId xmlns:a16="http://schemas.microsoft.com/office/drawing/2014/main" id="{D1ED0AF1-A8A0-3D7C-52D0-CFD78ECB5BEC}"/>
                </a:ext>
              </a:extLst>
            </p:cNvPr>
            <p:cNvSpPr/>
            <p:nvPr/>
          </p:nvSpPr>
          <p:spPr>
            <a:xfrm flipH="1">
              <a:off x="1" y="359012"/>
              <a:ext cx="1230168" cy="938042"/>
            </a:xfrm>
            <a:custGeom>
              <a:avLst/>
              <a:gdLst>
                <a:gd name="connsiteX0" fmla="*/ 1432831 w 1432831"/>
                <a:gd name="connsiteY0" fmla="*/ 0 h 1092579"/>
                <a:gd name="connsiteX1" fmla="*/ 1432831 w 1432831"/>
                <a:gd name="connsiteY1" fmla="*/ 37886 h 1092579"/>
                <a:gd name="connsiteX2" fmla="*/ 886469 w 1432831"/>
                <a:gd name="connsiteY2" fmla="*/ 584249 h 1092579"/>
                <a:gd name="connsiteX3" fmla="*/ 527312 w 1432831"/>
                <a:gd name="connsiteY3" fmla="*/ 584249 h 1092579"/>
                <a:gd name="connsiteX4" fmla="*/ 18943 w 1432831"/>
                <a:gd name="connsiteY4" fmla="*/ 1092579 h 1092579"/>
                <a:gd name="connsiteX5" fmla="*/ 0 w 1432831"/>
                <a:gd name="connsiteY5" fmla="*/ 1073636 h 1092579"/>
                <a:gd name="connsiteX6" fmla="*/ 516214 w 1432831"/>
                <a:gd name="connsiteY6" fmla="*/ 557460 h 1092579"/>
                <a:gd name="connsiteX7" fmla="*/ 875371 w 1432831"/>
                <a:gd name="connsiteY7" fmla="*/ 557460 h 1092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32831" h="1092579">
                  <a:moveTo>
                    <a:pt x="1432831" y="0"/>
                  </a:moveTo>
                  <a:lnTo>
                    <a:pt x="1432831" y="37886"/>
                  </a:lnTo>
                  <a:lnTo>
                    <a:pt x="886469" y="584249"/>
                  </a:lnTo>
                  <a:lnTo>
                    <a:pt x="527312" y="584249"/>
                  </a:lnTo>
                  <a:lnTo>
                    <a:pt x="18943" y="1092579"/>
                  </a:lnTo>
                  <a:lnTo>
                    <a:pt x="0" y="1073636"/>
                  </a:lnTo>
                  <a:lnTo>
                    <a:pt x="516214" y="557460"/>
                  </a:lnTo>
                  <a:lnTo>
                    <a:pt x="875371" y="55746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978" name="Freeform: Shape 1977">
              <a:extLst>
                <a:ext uri="{FF2B5EF4-FFF2-40B4-BE49-F238E27FC236}">
                  <a16:creationId xmlns:a16="http://schemas.microsoft.com/office/drawing/2014/main" id="{C74EB606-7038-8351-83D2-530A61AAFA67}"/>
                </a:ext>
              </a:extLst>
            </p:cNvPr>
            <p:cNvSpPr/>
            <p:nvPr/>
          </p:nvSpPr>
          <p:spPr>
            <a:xfrm flipH="1">
              <a:off x="0" y="63798"/>
              <a:ext cx="900652" cy="752602"/>
            </a:xfrm>
            <a:custGeom>
              <a:avLst/>
              <a:gdLst>
                <a:gd name="connsiteX0" fmla="*/ 1049029 w 1049029"/>
                <a:gd name="connsiteY0" fmla="*/ 0 h 876589"/>
                <a:gd name="connsiteX1" fmla="*/ 1049029 w 1049029"/>
                <a:gd name="connsiteY1" fmla="*/ 37849 h 876589"/>
                <a:gd name="connsiteX2" fmla="*/ 612002 w 1049029"/>
                <a:gd name="connsiteY2" fmla="*/ 474876 h 876589"/>
                <a:gd name="connsiteX3" fmla="*/ 420655 w 1049029"/>
                <a:gd name="connsiteY3" fmla="*/ 474876 h 876589"/>
                <a:gd name="connsiteX4" fmla="*/ 18943 w 1049029"/>
                <a:gd name="connsiteY4" fmla="*/ 876589 h 876589"/>
                <a:gd name="connsiteX5" fmla="*/ 0 w 1049029"/>
                <a:gd name="connsiteY5" fmla="*/ 857645 h 876589"/>
                <a:gd name="connsiteX6" fmla="*/ 409558 w 1049029"/>
                <a:gd name="connsiteY6" fmla="*/ 448088 h 876589"/>
                <a:gd name="connsiteX7" fmla="*/ 600904 w 1049029"/>
                <a:gd name="connsiteY7" fmla="*/ 448088 h 876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9029" h="876589">
                  <a:moveTo>
                    <a:pt x="1049029" y="0"/>
                  </a:moveTo>
                  <a:lnTo>
                    <a:pt x="1049029" y="37849"/>
                  </a:lnTo>
                  <a:lnTo>
                    <a:pt x="612002" y="474876"/>
                  </a:lnTo>
                  <a:lnTo>
                    <a:pt x="420655" y="474876"/>
                  </a:lnTo>
                  <a:lnTo>
                    <a:pt x="18943" y="876589"/>
                  </a:lnTo>
                  <a:lnTo>
                    <a:pt x="0" y="857645"/>
                  </a:lnTo>
                  <a:lnTo>
                    <a:pt x="409558" y="448088"/>
                  </a:lnTo>
                  <a:lnTo>
                    <a:pt x="600904" y="44808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979" name="Freeform: Shape 1978">
              <a:extLst>
                <a:ext uri="{FF2B5EF4-FFF2-40B4-BE49-F238E27FC236}">
                  <a16:creationId xmlns:a16="http://schemas.microsoft.com/office/drawing/2014/main" id="{8C21951B-97EF-8399-45BE-250F8BA0A532}"/>
                </a:ext>
              </a:extLst>
            </p:cNvPr>
            <p:cNvSpPr/>
            <p:nvPr/>
          </p:nvSpPr>
          <p:spPr>
            <a:xfrm flipH="1">
              <a:off x="484805" y="0"/>
              <a:ext cx="935931" cy="1150614"/>
            </a:xfrm>
            <a:custGeom>
              <a:avLst/>
              <a:gdLst>
                <a:gd name="connsiteX0" fmla="*/ 1052237 w 1090121"/>
                <a:gd name="connsiteY0" fmla="*/ 0 h 1340171"/>
                <a:gd name="connsiteX1" fmla="*/ 1090121 w 1090121"/>
                <a:gd name="connsiteY1" fmla="*/ 0 h 1340171"/>
                <a:gd name="connsiteX2" fmla="*/ 567380 w 1090121"/>
                <a:gd name="connsiteY2" fmla="*/ 522741 h 1340171"/>
                <a:gd name="connsiteX3" fmla="*/ 567380 w 1090121"/>
                <a:gd name="connsiteY3" fmla="*/ 791735 h 1340171"/>
                <a:gd name="connsiteX4" fmla="*/ 563476 w 1090121"/>
                <a:gd name="connsiteY4" fmla="*/ 795639 h 1340171"/>
                <a:gd name="connsiteX5" fmla="*/ 18943 w 1090121"/>
                <a:gd name="connsiteY5" fmla="*/ 1340171 h 1340171"/>
                <a:gd name="connsiteX6" fmla="*/ 0 w 1090121"/>
                <a:gd name="connsiteY6" fmla="*/ 1321228 h 1340171"/>
                <a:gd name="connsiteX7" fmla="*/ 540591 w 1090121"/>
                <a:gd name="connsiteY7" fmla="*/ 780637 h 1340171"/>
                <a:gd name="connsiteX8" fmla="*/ 540591 w 1090121"/>
                <a:gd name="connsiteY8" fmla="*/ 511643 h 1340171"/>
                <a:gd name="connsiteX9" fmla="*/ 544533 w 1090121"/>
                <a:gd name="connsiteY9" fmla="*/ 507739 h 1340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90121" h="1340171">
                  <a:moveTo>
                    <a:pt x="1052237" y="0"/>
                  </a:moveTo>
                  <a:lnTo>
                    <a:pt x="1090121" y="0"/>
                  </a:lnTo>
                  <a:lnTo>
                    <a:pt x="567380" y="522741"/>
                  </a:lnTo>
                  <a:lnTo>
                    <a:pt x="567380" y="791735"/>
                  </a:lnTo>
                  <a:lnTo>
                    <a:pt x="563476" y="795639"/>
                  </a:lnTo>
                  <a:lnTo>
                    <a:pt x="18943" y="1340171"/>
                  </a:lnTo>
                  <a:lnTo>
                    <a:pt x="0" y="1321228"/>
                  </a:lnTo>
                  <a:lnTo>
                    <a:pt x="540591" y="780637"/>
                  </a:lnTo>
                  <a:lnTo>
                    <a:pt x="540591" y="511643"/>
                  </a:lnTo>
                  <a:lnTo>
                    <a:pt x="544533" y="50773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980" name="Freeform: Shape 1979">
              <a:extLst>
                <a:ext uri="{FF2B5EF4-FFF2-40B4-BE49-F238E27FC236}">
                  <a16:creationId xmlns:a16="http://schemas.microsoft.com/office/drawing/2014/main" id="{6AA47023-F9AF-658E-34E4-D268824AD607}"/>
                </a:ext>
              </a:extLst>
            </p:cNvPr>
            <p:cNvSpPr/>
            <p:nvPr/>
          </p:nvSpPr>
          <p:spPr>
            <a:xfrm flipH="1">
              <a:off x="728862" y="1"/>
              <a:ext cx="419232" cy="629907"/>
            </a:xfrm>
            <a:custGeom>
              <a:avLst/>
              <a:gdLst>
                <a:gd name="connsiteX0" fmla="*/ 450412 w 488298"/>
                <a:gd name="connsiteY0" fmla="*/ 0 h 733681"/>
                <a:gd name="connsiteX1" fmla="*/ 488298 w 488298"/>
                <a:gd name="connsiteY1" fmla="*/ 0 h 733681"/>
                <a:gd name="connsiteX2" fmla="*/ 26788 w 488298"/>
                <a:gd name="connsiteY2" fmla="*/ 461510 h 733681"/>
                <a:gd name="connsiteX3" fmla="*/ 26788 w 488298"/>
                <a:gd name="connsiteY3" fmla="*/ 733681 h 733681"/>
                <a:gd name="connsiteX4" fmla="*/ 0 w 488298"/>
                <a:gd name="connsiteY4" fmla="*/ 733681 h 733681"/>
                <a:gd name="connsiteX5" fmla="*/ 0 w 488298"/>
                <a:gd name="connsiteY5" fmla="*/ 450412 h 733681"/>
                <a:gd name="connsiteX6" fmla="*/ 3904 w 488298"/>
                <a:gd name="connsiteY6" fmla="*/ 446509 h 7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8298" h="733681">
                  <a:moveTo>
                    <a:pt x="450412" y="0"/>
                  </a:moveTo>
                  <a:lnTo>
                    <a:pt x="488298" y="0"/>
                  </a:lnTo>
                  <a:lnTo>
                    <a:pt x="26788" y="461510"/>
                  </a:lnTo>
                  <a:lnTo>
                    <a:pt x="26788" y="733681"/>
                  </a:lnTo>
                  <a:lnTo>
                    <a:pt x="0" y="733681"/>
                  </a:lnTo>
                  <a:lnTo>
                    <a:pt x="0" y="450412"/>
                  </a:lnTo>
                  <a:lnTo>
                    <a:pt x="3904" y="44650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981" name="Freeform: Shape 1980">
              <a:extLst>
                <a:ext uri="{FF2B5EF4-FFF2-40B4-BE49-F238E27FC236}">
                  <a16:creationId xmlns:a16="http://schemas.microsoft.com/office/drawing/2014/main" id="{06A00DCB-AC3D-0B3D-957B-2D484D6E798C}"/>
                </a:ext>
              </a:extLst>
            </p:cNvPr>
            <p:cNvSpPr/>
            <p:nvPr/>
          </p:nvSpPr>
          <p:spPr>
            <a:xfrm flipH="1">
              <a:off x="973904" y="0"/>
              <a:ext cx="777268" cy="1150614"/>
            </a:xfrm>
            <a:custGeom>
              <a:avLst/>
              <a:gdLst>
                <a:gd name="connsiteX0" fmla="*/ 867435 w 905318"/>
                <a:gd name="connsiteY0" fmla="*/ 0 h 1340171"/>
                <a:gd name="connsiteX1" fmla="*/ 905318 w 905318"/>
                <a:gd name="connsiteY1" fmla="*/ 0 h 1340171"/>
                <a:gd name="connsiteX2" fmla="*/ 500676 w 905318"/>
                <a:gd name="connsiteY2" fmla="*/ 404641 h 1340171"/>
                <a:gd name="connsiteX3" fmla="*/ 500676 w 905318"/>
                <a:gd name="connsiteY3" fmla="*/ 858399 h 1340171"/>
                <a:gd name="connsiteX4" fmla="*/ 496773 w 905318"/>
                <a:gd name="connsiteY4" fmla="*/ 862341 h 1340171"/>
                <a:gd name="connsiteX5" fmla="*/ 18943 w 905318"/>
                <a:gd name="connsiteY5" fmla="*/ 1340171 h 1340171"/>
                <a:gd name="connsiteX6" fmla="*/ 0 w 905318"/>
                <a:gd name="connsiteY6" fmla="*/ 1321227 h 1340171"/>
                <a:gd name="connsiteX7" fmla="*/ 473888 w 905318"/>
                <a:gd name="connsiteY7" fmla="*/ 847301 h 1340171"/>
                <a:gd name="connsiteX8" fmla="*/ 473888 w 905318"/>
                <a:gd name="connsiteY8" fmla="*/ 393543 h 1340171"/>
                <a:gd name="connsiteX9" fmla="*/ 477830 w 905318"/>
                <a:gd name="connsiteY9" fmla="*/ 389640 h 1340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318" h="1340171">
                  <a:moveTo>
                    <a:pt x="867435" y="0"/>
                  </a:moveTo>
                  <a:lnTo>
                    <a:pt x="905318" y="0"/>
                  </a:lnTo>
                  <a:lnTo>
                    <a:pt x="500676" y="404641"/>
                  </a:lnTo>
                  <a:lnTo>
                    <a:pt x="500676" y="858399"/>
                  </a:lnTo>
                  <a:lnTo>
                    <a:pt x="496773" y="862341"/>
                  </a:lnTo>
                  <a:lnTo>
                    <a:pt x="18943" y="1340171"/>
                  </a:lnTo>
                  <a:lnTo>
                    <a:pt x="0" y="1321227"/>
                  </a:lnTo>
                  <a:lnTo>
                    <a:pt x="473888" y="847301"/>
                  </a:lnTo>
                  <a:lnTo>
                    <a:pt x="473888" y="393543"/>
                  </a:lnTo>
                  <a:lnTo>
                    <a:pt x="477830" y="38964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982" name="Freeform: Shape 1981">
              <a:extLst>
                <a:ext uri="{FF2B5EF4-FFF2-40B4-BE49-F238E27FC236}">
                  <a16:creationId xmlns:a16="http://schemas.microsoft.com/office/drawing/2014/main" id="{38CA69C6-208B-7AC1-76A5-3184C73D1F4B}"/>
                </a:ext>
              </a:extLst>
            </p:cNvPr>
            <p:cNvSpPr/>
            <p:nvPr/>
          </p:nvSpPr>
          <p:spPr>
            <a:xfrm flipH="1">
              <a:off x="1333418" y="0"/>
              <a:ext cx="697098" cy="1142465"/>
            </a:xfrm>
            <a:custGeom>
              <a:avLst/>
              <a:gdLst>
                <a:gd name="connsiteX0" fmla="*/ 774054 w 811941"/>
                <a:gd name="connsiteY0" fmla="*/ 0 h 1330680"/>
                <a:gd name="connsiteX1" fmla="*/ 811941 w 811941"/>
                <a:gd name="connsiteY1" fmla="*/ 0 h 1330680"/>
                <a:gd name="connsiteX2" fmla="*/ 437915 w 811941"/>
                <a:gd name="connsiteY2" fmla="*/ 374026 h 1330680"/>
                <a:gd name="connsiteX3" fmla="*/ 437915 w 811941"/>
                <a:gd name="connsiteY3" fmla="*/ 869536 h 1330680"/>
                <a:gd name="connsiteX4" fmla="*/ 26788 w 811941"/>
                <a:gd name="connsiteY4" fmla="*/ 869536 h 1330680"/>
                <a:gd name="connsiteX5" fmla="*/ 26788 w 811941"/>
                <a:gd name="connsiteY5" fmla="*/ 1330680 h 1330680"/>
                <a:gd name="connsiteX6" fmla="*/ 0 w 811941"/>
                <a:gd name="connsiteY6" fmla="*/ 1330680 h 1330680"/>
                <a:gd name="connsiteX7" fmla="*/ 0 w 811941"/>
                <a:gd name="connsiteY7" fmla="*/ 842747 h 1330680"/>
                <a:gd name="connsiteX8" fmla="*/ 411127 w 811941"/>
                <a:gd name="connsiteY8" fmla="*/ 842747 h 1330680"/>
                <a:gd name="connsiteX9" fmla="*/ 411127 w 811941"/>
                <a:gd name="connsiteY9" fmla="*/ 362928 h 1330680"/>
                <a:gd name="connsiteX10" fmla="*/ 415030 w 811941"/>
                <a:gd name="connsiteY10" fmla="*/ 359024 h 1330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1941" h="1330680">
                  <a:moveTo>
                    <a:pt x="774054" y="0"/>
                  </a:moveTo>
                  <a:lnTo>
                    <a:pt x="811941" y="0"/>
                  </a:lnTo>
                  <a:lnTo>
                    <a:pt x="437915" y="374026"/>
                  </a:lnTo>
                  <a:lnTo>
                    <a:pt x="437915" y="869536"/>
                  </a:lnTo>
                  <a:lnTo>
                    <a:pt x="26788" y="869536"/>
                  </a:lnTo>
                  <a:lnTo>
                    <a:pt x="26788" y="1330680"/>
                  </a:lnTo>
                  <a:lnTo>
                    <a:pt x="0" y="1330680"/>
                  </a:lnTo>
                  <a:lnTo>
                    <a:pt x="0" y="842747"/>
                  </a:lnTo>
                  <a:lnTo>
                    <a:pt x="411127" y="842747"/>
                  </a:lnTo>
                  <a:lnTo>
                    <a:pt x="411127" y="362928"/>
                  </a:lnTo>
                  <a:lnTo>
                    <a:pt x="415030" y="35902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983" name="Freeform: Shape 1982">
              <a:extLst>
                <a:ext uri="{FF2B5EF4-FFF2-40B4-BE49-F238E27FC236}">
                  <a16:creationId xmlns:a16="http://schemas.microsoft.com/office/drawing/2014/main" id="{B4331DBC-0283-F02B-38F1-557617E1463C}"/>
                </a:ext>
              </a:extLst>
            </p:cNvPr>
            <p:cNvSpPr/>
            <p:nvPr/>
          </p:nvSpPr>
          <p:spPr>
            <a:xfrm flipH="1">
              <a:off x="2168913" y="0"/>
              <a:ext cx="325741" cy="309478"/>
            </a:xfrm>
            <a:custGeom>
              <a:avLst/>
              <a:gdLst>
                <a:gd name="connsiteX0" fmla="*/ 341521 w 379405"/>
                <a:gd name="connsiteY0" fmla="*/ 0 h 360463"/>
                <a:gd name="connsiteX1" fmla="*/ 379405 w 379405"/>
                <a:gd name="connsiteY1" fmla="*/ 0 h 360463"/>
                <a:gd name="connsiteX2" fmla="*/ 18942 w 379405"/>
                <a:gd name="connsiteY2" fmla="*/ 360463 h 360463"/>
                <a:gd name="connsiteX3" fmla="*/ 0 w 379405"/>
                <a:gd name="connsiteY3" fmla="*/ 341521 h 360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405" h="360463">
                  <a:moveTo>
                    <a:pt x="341521" y="0"/>
                  </a:moveTo>
                  <a:lnTo>
                    <a:pt x="379405" y="0"/>
                  </a:lnTo>
                  <a:lnTo>
                    <a:pt x="18942" y="360463"/>
                  </a:lnTo>
                  <a:lnTo>
                    <a:pt x="0" y="34152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984" name="Freeform: Shape 1983">
              <a:extLst>
                <a:ext uri="{FF2B5EF4-FFF2-40B4-BE49-F238E27FC236}">
                  <a16:creationId xmlns:a16="http://schemas.microsoft.com/office/drawing/2014/main" id="{526018ED-23DC-818A-9EA4-8D61F98185AF}"/>
                </a:ext>
              </a:extLst>
            </p:cNvPr>
            <p:cNvSpPr/>
            <p:nvPr/>
          </p:nvSpPr>
          <p:spPr>
            <a:xfrm flipH="1">
              <a:off x="1776507" y="1"/>
              <a:ext cx="791382" cy="775120"/>
            </a:xfrm>
            <a:custGeom>
              <a:avLst/>
              <a:gdLst>
                <a:gd name="connsiteX0" fmla="*/ 883874 w 921758"/>
                <a:gd name="connsiteY0" fmla="*/ 0 h 902817"/>
                <a:gd name="connsiteX1" fmla="*/ 921758 w 921758"/>
                <a:gd name="connsiteY1" fmla="*/ 0 h 902817"/>
                <a:gd name="connsiteX2" fmla="*/ 18942 w 921758"/>
                <a:gd name="connsiteY2" fmla="*/ 902817 h 902817"/>
                <a:gd name="connsiteX3" fmla="*/ 0 w 921758"/>
                <a:gd name="connsiteY3" fmla="*/ 883875 h 902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1758" h="902817">
                  <a:moveTo>
                    <a:pt x="883874" y="0"/>
                  </a:moveTo>
                  <a:lnTo>
                    <a:pt x="921758" y="0"/>
                  </a:lnTo>
                  <a:lnTo>
                    <a:pt x="18942" y="902817"/>
                  </a:lnTo>
                  <a:lnTo>
                    <a:pt x="0" y="88387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985" name="Freeform: Shape 1984">
              <a:extLst>
                <a:ext uri="{FF2B5EF4-FFF2-40B4-BE49-F238E27FC236}">
                  <a16:creationId xmlns:a16="http://schemas.microsoft.com/office/drawing/2014/main" id="{2B099F85-D876-23CE-DF66-95B64E6F4C57}"/>
                </a:ext>
              </a:extLst>
            </p:cNvPr>
            <p:cNvSpPr/>
            <p:nvPr/>
          </p:nvSpPr>
          <p:spPr>
            <a:xfrm flipH="1">
              <a:off x="1543700" y="0"/>
              <a:ext cx="467826" cy="551281"/>
            </a:xfrm>
            <a:custGeom>
              <a:avLst/>
              <a:gdLst>
                <a:gd name="connsiteX0" fmla="*/ 507012 w 544898"/>
                <a:gd name="connsiteY0" fmla="*/ 0 h 642102"/>
                <a:gd name="connsiteX1" fmla="*/ 544898 w 544898"/>
                <a:gd name="connsiteY1" fmla="*/ 0 h 642102"/>
                <a:gd name="connsiteX2" fmla="*/ 177416 w 544898"/>
                <a:gd name="connsiteY2" fmla="*/ 367482 h 642102"/>
                <a:gd name="connsiteX3" fmla="*/ 177416 w 544898"/>
                <a:gd name="connsiteY3" fmla="*/ 642102 h 642102"/>
                <a:gd name="connsiteX4" fmla="*/ 0 w 544898"/>
                <a:gd name="connsiteY4" fmla="*/ 642102 h 642102"/>
                <a:gd name="connsiteX5" fmla="*/ 0 w 544898"/>
                <a:gd name="connsiteY5" fmla="*/ 615314 h 642102"/>
                <a:gd name="connsiteX6" fmla="*/ 150628 w 544898"/>
                <a:gd name="connsiteY6" fmla="*/ 615314 h 642102"/>
                <a:gd name="connsiteX7" fmla="*/ 150628 w 544898"/>
                <a:gd name="connsiteY7" fmla="*/ 356384 h 642102"/>
                <a:gd name="connsiteX8" fmla="*/ 154569 w 544898"/>
                <a:gd name="connsiteY8" fmla="*/ 352442 h 642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44898" h="642102">
                  <a:moveTo>
                    <a:pt x="507012" y="0"/>
                  </a:moveTo>
                  <a:lnTo>
                    <a:pt x="544898" y="0"/>
                  </a:lnTo>
                  <a:lnTo>
                    <a:pt x="177416" y="367482"/>
                  </a:lnTo>
                  <a:lnTo>
                    <a:pt x="177416" y="642102"/>
                  </a:lnTo>
                  <a:lnTo>
                    <a:pt x="0" y="642102"/>
                  </a:lnTo>
                  <a:lnTo>
                    <a:pt x="0" y="615314"/>
                  </a:lnTo>
                  <a:lnTo>
                    <a:pt x="150628" y="615314"/>
                  </a:lnTo>
                  <a:lnTo>
                    <a:pt x="150628" y="356384"/>
                  </a:lnTo>
                  <a:lnTo>
                    <a:pt x="154569" y="352442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986" name="Freeform: Shape 1985">
              <a:extLst>
                <a:ext uri="{FF2B5EF4-FFF2-40B4-BE49-F238E27FC236}">
                  <a16:creationId xmlns:a16="http://schemas.microsoft.com/office/drawing/2014/main" id="{33222272-00D2-77BA-4F0A-6035588169A6}"/>
                </a:ext>
              </a:extLst>
            </p:cNvPr>
            <p:cNvSpPr/>
            <p:nvPr/>
          </p:nvSpPr>
          <p:spPr>
            <a:xfrm flipH="1">
              <a:off x="0" y="1598168"/>
              <a:ext cx="795037" cy="810748"/>
            </a:xfrm>
            <a:custGeom>
              <a:avLst/>
              <a:gdLst>
                <a:gd name="connsiteX0" fmla="*/ 926014 w 926014"/>
                <a:gd name="connsiteY0" fmla="*/ 0 h 944315"/>
                <a:gd name="connsiteX1" fmla="*/ 926014 w 926014"/>
                <a:gd name="connsiteY1" fmla="*/ 37870 h 944315"/>
                <a:gd name="connsiteX2" fmla="*/ 18935 w 926014"/>
                <a:gd name="connsiteY2" fmla="*/ 944315 h 944315"/>
                <a:gd name="connsiteX3" fmla="*/ 0 w 926014"/>
                <a:gd name="connsiteY3" fmla="*/ 925367 h 944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6014" h="944315">
                  <a:moveTo>
                    <a:pt x="926014" y="0"/>
                  </a:moveTo>
                  <a:lnTo>
                    <a:pt x="926014" y="37870"/>
                  </a:lnTo>
                  <a:lnTo>
                    <a:pt x="18935" y="944315"/>
                  </a:lnTo>
                  <a:lnTo>
                    <a:pt x="0" y="925367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987" name="Freeform: Shape 1986">
              <a:extLst>
                <a:ext uri="{FF2B5EF4-FFF2-40B4-BE49-F238E27FC236}">
                  <a16:creationId xmlns:a16="http://schemas.microsoft.com/office/drawing/2014/main" id="{95F384D6-B959-3071-FA6D-85AFC2B02E69}"/>
                </a:ext>
              </a:extLst>
            </p:cNvPr>
            <p:cNvSpPr/>
            <p:nvPr/>
          </p:nvSpPr>
          <p:spPr>
            <a:xfrm flipH="1">
              <a:off x="0" y="1994158"/>
              <a:ext cx="334409" cy="338820"/>
            </a:xfrm>
            <a:custGeom>
              <a:avLst/>
              <a:gdLst>
                <a:gd name="connsiteX0" fmla="*/ 389501 w 389501"/>
                <a:gd name="connsiteY0" fmla="*/ 0 h 394639"/>
                <a:gd name="connsiteX1" fmla="*/ 389501 w 389501"/>
                <a:gd name="connsiteY1" fmla="*/ 37202 h 394639"/>
                <a:gd name="connsiteX2" fmla="*/ 18588 w 389501"/>
                <a:gd name="connsiteY2" fmla="*/ 394639 h 394639"/>
                <a:gd name="connsiteX3" fmla="*/ 0 w 389501"/>
                <a:gd name="connsiteY3" fmla="*/ 375350 h 394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9501" h="394639">
                  <a:moveTo>
                    <a:pt x="389501" y="0"/>
                  </a:moveTo>
                  <a:lnTo>
                    <a:pt x="389501" y="37202"/>
                  </a:lnTo>
                  <a:lnTo>
                    <a:pt x="18588" y="394639"/>
                  </a:lnTo>
                  <a:lnTo>
                    <a:pt x="0" y="37535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988" name="Freeform: Shape 1987">
              <a:extLst>
                <a:ext uri="{FF2B5EF4-FFF2-40B4-BE49-F238E27FC236}">
                  <a16:creationId xmlns:a16="http://schemas.microsoft.com/office/drawing/2014/main" id="{7325C338-26B7-6EEE-27F2-3F8AC5784D46}"/>
                </a:ext>
              </a:extLst>
            </p:cNvPr>
            <p:cNvSpPr/>
            <p:nvPr/>
          </p:nvSpPr>
          <p:spPr>
            <a:xfrm>
              <a:off x="2420584" y="245715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7"/>
                    <a:pt x="26197" y="0"/>
                    <a:pt x="58514" y="0"/>
                  </a:cubicBezTo>
                  <a:cubicBezTo>
                    <a:pt x="90830" y="0"/>
                    <a:pt x="117027" y="26197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989" name="Freeform: Shape 1988">
              <a:extLst>
                <a:ext uri="{FF2B5EF4-FFF2-40B4-BE49-F238E27FC236}">
                  <a16:creationId xmlns:a16="http://schemas.microsoft.com/office/drawing/2014/main" id="{4A3D4008-E4FC-9EAA-17E5-922D43E8A747}"/>
                </a:ext>
              </a:extLst>
            </p:cNvPr>
            <p:cNvSpPr/>
            <p:nvPr/>
          </p:nvSpPr>
          <p:spPr>
            <a:xfrm>
              <a:off x="2498946" y="706196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8"/>
                    <a:pt x="26197" y="0"/>
                    <a:pt x="58514" y="0"/>
                  </a:cubicBezTo>
                  <a:cubicBezTo>
                    <a:pt x="90830" y="0"/>
                    <a:pt x="117027" y="26198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990" name="Freeform: Shape 1989">
              <a:extLst>
                <a:ext uri="{FF2B5EF4-FFF2-40B4-BE49-F238E27FC236}">
                  <a16:creationId xmlns:a16="http://schemas.microsoft.com/office/drawing/2014/main" id="{370433F9-DB9D-7F98-A83A-8FB2A14379D6}"/>
                </a:ext>
              </a:extLst>
            </p:cNvPr>
            <p:cNvSpPr/>
            <p:nvPr/>
          </p:nvSpPr>
          <p:spPr>
            <a:xfrm>
              <a:off x="1958229" y="1081678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7"/>
                    <a:pt x="26197" y="0"/>
                    <a:pt x="58514" y="0"/>
                  </a:cubicBezTo>
                  <a:cubicBezTo>
                    <a:pt x="90830" y="0"/>
                    <a:pt x="117027" y="26197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991" name="Freeform: Shape 1990">
              <a:extLst>
                <a:ext uri="{FF2B5EF4-FFF2-40B4-BE49-F238E27FC236}">
                  <a16:creationId xmlns:a16="http://schemas.microsoft.com/office/drawing/2014/main" id="{3044FCCD-8E5D-020F-816B-10533A6DE790}"/>
                </a:ext>
              </a:extLst>
            </p:cNvPr>
            <p:cNvSpPr/>
            <p:nvPr/>
          </p:nvSpPr>
          <p:spPr>
            <a:xfrm>
              <a:off x="1678951" y="1081678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7"/>
                    <a:pt x="26197" y="0"/>
                    <a:pt x="58514" y="0"/>
                  </a:cubicBezTo>
                  <a:cubicBezTo>
                    <a:pt x="90830" y="0"/>
                    <a:pt x="117027" y="26197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992" name="Freeform: Shape 1991">
              <a:extLst>
                <a:ext uri="{FF2B5EF4-FFF2-40B4-BE49-F238E27FC236}">
                  <a16:creationId xmlns:a16="http://schemas.microsoft.com/office/drawing/2014/main" id="{DA1CD7F9-8D26-7031-3F3D-53FF06085566}"/>
                </a:ext>
              </a:extLst>
            </p:cNvPr>
            <p:cNvSpPr/>
            <p:nvPr/>
          </p:nvSpPr>
          <p:spPr>
            <a:xfrm>
              <a:off x="1345097" y="1081678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7"/>
                    <a:pt x="26197" y="0"/>
                    <a:pt x="58514" y="0"/>
                  </a:cubicBezTo>
                  <a:cubicBezTo>
                    <a:pt x="90830" y="0"/>
                    <a:pt x="117027" y="26197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993" name="Freeform: Shape 1992">
              <a:extLst>
                <a:ext uri="{FF2B5EF4-FFF2-40B4-BE49-F238E27FC236}">
                  <a16:creationId xmlns:a16="http://schemas.microsoft.com/office/drawing/2014/main" id="{8317E855-933D-48F6-9F53-371FBA37DA34}"/>
                </a:ext>
              </a:extLst>
            </p:cNvPr>
            <p:cNvSpPr/>
            <p:nvPr/>
          </p:nvSpPr>
          <p:spPr>
            <a:xfrm>
              <a:off x="1150751" y="1228118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7"/>
                    <a:pt x="26197" y="0"/>
                    <a:pt x="58514" y="0"/>
                  </a:cubicBezTo>
                  <a:cubicBezTo>
                    <a:pt x="90830" y="0"/>
                    <a:pt x="117027" y="26197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994" name="Freeform: Shape 1993">
              <a:extLst>
                <a:ext uri="{FF2B5EF4-FFF2-40B4-BE49-F238E27FC236}">
                  <a16:creationId xmlns:a16="http://schemas.microsoft.com/office/drawing/2014/main" id="{32E0EFF8-7ED2-0278-EC44-A8AAC9F79602}"/>
                </a:ext>
              </a:extLst>
            </p:cNvPr>
            <p:cNvSpPr/>
            <p:nvPr/>
          </p:nvSpPr>
          <p:spPr>
            <a:xfrm>
              <a:off x="1150751" y="1602976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8"/>
                    <a:pt x="26197" y="0"/>
                    <a:pt x="58514" y="0"/>
                  </a:cubicBezTo>
                  <a:cubicBezTo>
                    <a:pt x="90830" y="0"/>
                    <a:pt x="117027" y="26198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995" name="Freeform: Shape 1994">
              <a:extLst>
                <a:ext uri="{FF2B5EF4-FFF2-40B4-BE49-F238E27FC236}">
                  <a16:creationId xmlns:a16="http://schemas.microsoft.com/office/drawing/2014/main" id="{42877F51-D2C7-A61D-94C5-A0BA13CCAEDD}"/>
                </a:ext>
              </a:extLst>
            </p:cNvPr>
            <p:cNvSpPr/>
            <p:nvPr/>
          </p:nvSpPr>
          <p:spPr>
            <a:xfrm>
              <a:off x="1150751" y="1845818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7"/>
                    <a:pt x="26197" y="0"/>
                    <a:pt x="58514" y="0"/>
                  </a:cubicBezTo>
                  <a:cubicBezTo>
                    <a:pt x="90830" y="0"/>
                    <a:pt x="117027" y="26198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996" name="Freeform: Shape 1995">
              <a:extLst>
                <a:ext uri="{FF2B5EF4-FFF2-40B4-BE49-F238E27FC236}">
                  <a16:creationId xmlns:a16="http://schemas.microsoft.com/office/drawing/2014/main" id="{DF9F8B8D-57F5-F6F6-BD48-5F010E3AD29E}"/>
                </a:ext>
              </a:extLst>
            </p:cNvPr>
            <p:cNvSpPr/>
            <p:nvPr/>
          </p:nvSpPr>
          <p:spPr>
            <a:xfrm>
              <a:off x="726117" y="2340075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8" y="117027"/>
                    <a:pt x="0" y="90830"/>
                    <a:pt x="0" y="58514"/>
                  </a:cubicBezTo>
                  <a:cubicBezTo>
                    <a:pt x="0" y="26197"/>
                    <a:pt x="26198" y="0"/>
                    <a:pt x="58514" y="0"/>
                  </a:cubicBezTo>
                  <a:cubicBezTo>
                    <a:pt x="90830" y="0"/>
                    <a:pt x="117027" y="26198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997" name="Freeform: Shape 1996">
              <a:extLst>
                <a:ext uri="{FF2B5EF4-FFF2-40B4-BE49-F238E27FC236}">
                  <a16:creationId xmlns:a16="http://schemas.microsoft.com/office/drawing/2014/main" id="{6FC74DD7-77E6-05FC-6403-1B603FBB9720}"/>
                </a:ext>
              </a:extLst>
            </p:cNvPr>
            <p:cNvSpPr/>
            <p:nvPr/>
          </p:nvSpPr>
          <p:spPr>
            <a:xfrm>
              <a:off x="259096" y="2267923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7"/>
                    <a:pt x="26198" y="0"/>
                    <a:pt x="58514" y="0"/>
                  </a:cubicBezTo>
                  <a:cubicBezTo>
                    <a:pt x="90830" y="0"/>
                    <a:pt x="117027" y="26198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998" name="Freeform: Shape 1997">
              <a:extLst>
                <a:ext uri="{FF2B5EF4-FFF2-40B4-BE49-F238E27FC236}">
                  <a16:creationId xmlns:a16="http://schemas.microsoft.com/office/drawing/2014/main" id="{02311634-CD9D-1474-AC69-4D2CD937AF39}"/>
                </a:ext>
              </a:extLst>
            </p:cNvPr>
            <p:cNvSpPr/>
            <p:nvPr/>
          </p:nvSpPr>
          <p:spPr>
            <a:xfrm>
              <a:off x="510535" y="1752264"/>
              <a:ext cx="72117" cy="72117"/>
            </a:xfrm>
            <a:custGeom>
              <a:avLst/>
              <a:gdLst>
                <a:gd name="connsiteX0" fmla="*/ 69420 w 69420"/>
                <a:gd name="connsiteY0" fmla="*/ 34710 h 69420"/>
                <a:gd name="connsiteX1" fmla="*/ 34710 w 69420"/>
                <a:gd name="connsiteY1" fmla="*/ 69420 h 69420"/>
                <a:gd name="connsiteX2" fmla="*/ 0 w 69420"/>
                <a:gd name="connsiteY2" fmla="*/ 34710 h 69420"/>
                <a:gd name="connsiteX3" fmla="*/ 34710 w 69420"/>
                <a:gd name="connsiteY3" fmla="*/ 0 h 69420"/>
                <a:gd name="connsiteX4" fmla="*/ 69420 w 69420"/>
                <a:gd name="connsiteY4" fmla="*/ 34710 h 6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20" h="69420">
                  <a:moveTo>
                    <a:pt x="69420" y="34710"/>
                  </a:moveTo>
                  <a:cubicBezTo>
                    <a:pt x="69420" y="53880"/>
                    <a:pt x="53880" y="69420"/>
                    <a:pt x="34710" y="69420"/>
                  </a:cubicBezTo>
                  <a:cubicBezTo>
                    <a:pt x="15540" y="69420"/>
                    <a:pt x="0" y="53880"/>
                    <a:pt x="0" y="34710"/>
                  </a:cubicBezTo>
                  <a:cubicBezTo>
                    <a:pt x="0" y="15540"/>
                    <a:pt x="15540" y="0"/>
                    <a:pt x="34710" y="0"/>
                  </a:cubicBezTo>
                  <a:cubicBezTo>
                    <a:pt x="53880" y="0"/>
                    <a:pt x="69420" y="15540"/>
                    <a:pt x="69420" y="3471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999" name="Freeform: Shape 1998">
              <a:extLst>
                <a:ext uri="{FF2B5EF4-FFF2-40B4-BE49-F238E27FC236}">
                  <a16:creationId xmlns:a16="http://schemas.microsoft.com/office/drawing/2014/main" id="{29423E06-77D1-22C3-26C2-B576C3EAEA9B}"/>
                </a:ext>
              </a:extLst>
            </p:cNvPr>
            <p:cNvSpPr/>
            <p:nvPr/>
          </p:nvSpPr>
          <p:spPr>
            <a:xfrm>
              <a:off x="653690" y="1380527"/>
              <a:ext cx="72117" cy="72117"/>
            </a:xfrm>
            <a:custGeom>
              <a:avLst/>
              <a:gdLst>
                <a:gd name="connsiteX0" fmla="*/ 69420 w 69420"/>
                <a:gd name="connsiteY0" fmla="*/ 34710 h 69420"/>
                <a:gd name="connsiteX1" fmla="*/ 34710 w 69420"/>
                <a:gd name="connsiteY1" fmla="*/ 69420 h 69420"/>
                <a:gd name="connsiteX2" fmla="*/ 0 w 69420"/>
                <a:gd name="connsiteY2" fmla="*/ 34710 h 69420"/>
                <a:gd name="connsiteX3" fmla="*/ 34710 w 69420"/>
                <a:gd name="connsiteY3" fmla="*/ 0 h 69420"/>
                <a:gd name="connsiteX4" fmla="*/ 69420 w 69420"/>
                <a:gd name="connsiteY4" fmla="*/ 34710 h 6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20" h="69420">
                  <a:moveTo>
                    <a:pt x="69420" y="34710"/>
                  </a:moveTo>
                  <a:cubicBezTo>
                    <a:pt x="69420" y="53880"/>
                    <a:pt x="53880" y="69420"/>
                    <a:pt x="34710" y="69420"/>
                  </a:cubicBezTo>
                  <a:cubicBezTo>
                    <a:pt x="15540" y="69420"/>
                    <a:pt x="0" y="53880"/>
                    <a:pt x="0" y="34710"/>
                  </a:cubicBezTo>
                  <a:cubicBezTo>
                    <a:pt x="0" y="15540"/>
                    <a:pt x="15540" y="0"/>
                    <a:pt x="34710" y="0"/>
                  </a:cubicBezTo>
                  <a:cubicBezTo>
                    <a:pt x="53880" y="0"/>
                    <a:pt x="69420" y="15540"/>
                    <a:pt x="69420" y="3471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000" name="Freeform: Shape 1999">
              <a:extLst>
                <a:ext uri="{FF2B5EF4-FFF2-40B4-BE49-F238E27FC236}">
                  <a16:creationId xmlns:a16="http://schemas.microsoft.com/office/drawing/2014/main" id="{D02839B6-8560-E777-0E19-118923DC23F3}"/>
                </a:ext>
              </a:extLst>
            </p:cNvPr>
            <p:cNvSpPr/>
            <p:nvPr/>
          </p:nvSpPr>
          <p:spPr>
            <a:xfrm>
              <a:off x="578580" y="1010893"/>
              <a:ext cx="72117" cy="72117"/>
            </a:xfrm>
            <a:custGeom>
              <a:avLst/>
              <a:gdLst>
                <a:gd name="connsiteX0" fmla="*/ 69420 w 69420"/>
                <a:gd name="connsiteY0" fmla="*/ 34710 h 69420"/>
                <a:gd name="connsiteX1" fmla="*/ 34710 w 69420"/>
                <a:gd name="connsiteY1" fmla="*/ 69420 h 69420"/>
                <a:gd name="connsiteX2" fmla="*/ 0 w 69420"/>
                <a:gd name="connsiteY2" fmla="*/ 34710 h 69420"/>
                <a:gd name="connsiteX3" fmla="*/ 34710 w 69420"/>
                <a:gd name="connsiteY3" fmla="*/ 0 h 69420"/>
                <a:gd name="connsiteX4" fmla="*/ 69420 w 69420"/>
                <a:gd name="connsiteY4" fmla="*/ 34710 h 6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20" h="69420">
                  <a:moveTo>
                    <a:pt x="69420" y="34710"/>
                  </a:moveTo>
                  <a:cubicBezTo>
                    <a:pt x="69420" y="53880"/>
                    <a:pt x="53880" y="69420"/>
                    <a:pt x="34710" y="69420"/>
                  </a:cubicBezTo>
                  <a:cubicBezTo>
                    <a:pt x="15540" y="69420"/>
                    <a:pt x="0" y="53880"/>
                    <a:pt x="0" y="34710"/>
                  </a:cubicBezTo>
                  <a:cubicBezTo>
                    <a:pt x="0" y="15540"/>
                    <a:pt x="15540" y="0"/>
                    <a:pt x="34710" y="0"/>
                  </a:cubicBezTo>
                  <a:cubicBezTo>
                    <a:pt x="53880" y="0"/>
                    <a:pt x="69420" y="15540"/>
                    <a:pt x="69420" y="3471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001" name="Freeform: Shape 2000">
              <a:extLst>
                <a:ext uri="{FF2B5EF4-FFF2-40B4-BE49-F238E27FC236}">
                  <a16:creationId xmlns:a16="http://schemas.microsoft.com/office/drawing/2014/main" id="{B21CAFE2-714F-9A96-269A-B84AC28616EA}"/>
                </a:ext>
              </a:extLst>
            </p:cNvPr>
            <p:cNvSpPr/>
            <p:nvPr/>
          </p:nvSpPr>
          <p:spPr>
            <a:xfrm>
              <a:off x="856479" y="772225"/>
              <a:ext cx="72117" cy="72117"/>
            </a:xfrm>
            <a:custGeom>
              <a:avLst/>
              <a:gdLst>
                <a:gd name="connsiteX0" fmla="*/ 69421 w 69420"/>
                <a:gd name="connsiteY0" fmla="*/ 34710 h 69420"/>
                <a:gd name="connsiteX1" fmla="*/ 34710 w 69420"/>
                <a:gd name="connsiteY1" fmla="*/ 69420 h 69420"/>
                <a:gd name="connsiteX2" fmla="*/ 0 w 69420"/>
                <a:gd name="connsiteY2" fmla="*/ 34710 h 69420"/>
                <a:gd name="connsiteX3" fmla="*/ 34710 w 69420"/>
                <a:gd name="connsiteY3" fmla="*/ 0 h 69420"/>
                <a:gd name="connsiteX4" fmla="*/ 69421 w 69420"/>
                <a:gd name="connsiteY4" fmla="*/ 34710 h 6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20" h="69420">
                  <a:moveTo>
                    <a:pt x="69421" y="34710"/>
                  </a:moveTo>
                  <a:cubicBezTo>
                    <a:pt x="69421" y="53880"/>
                    <a:pt x="53880" y="69420"/>
                    <a:pt x="34710" y="69420"/>
                  </a:cubicBezTo>
                  <a:cubicBezTo>
                    <a:pt x="15540" y="69420"/>
                    <a:pt x="0" y="53880"/>
                    <a:pt x="0" y="34710"/>
                  </a:cubicBezTo>
                  <a:cubicBezTo>
                    <a:pt x="0" y="15540"/>
                    <a:pt x="15540" y="0"/>
                    <a:pt x="34710" y="0"/>
                  </a:cubicBezTo>
                  <a:cubicBezTo>
                    <a:pt x="53880" y="0"/>
                    <a:pt x="69421" y="15540"/>
                    <a:pt x="69421" y="3471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002" name="Freeform: Shape 2001">
              <a:extLst>
                <a:ext uri="{FF2B5EF4-FFF2-40B4-BE49-F238E27FC236}">
                  <a16:creationId xmlns:a16="http://schemas.microsoft.com/office/drawing/2014/main" id="{39E3B0FB-1BDF-5058-E469-72260C6FE228}"/>
                </a:ext>
              </a:extLst>
            </p:cNvPr>
            <p:cNvSpPr/>
            <p:nvPr/>
          </p:nvSpPr>
          <p:spPr>
            <a:xfrm>
              <a:off x="1100536" y="596082"/>
              <a:ext cx="72117" cy="72117"/>
            </a:xfrm>
            <a:custGeom>
              <a:avLst/>
              <a:gdLst>
                <a:gd name="connsiteX0" fmla="*/ 69420 w 69420"/>
                <a:gd name="connsiteY0" fmla="*/ 34710 h 69420"/>
                <a:gd name="connsiteX1" fmla="*/ 34710 w 69420"/>
                <a:gd name="connsiteY1" fmla="*/ 69420 h 69420"/>
                <a:gd name="connsiteX2" fmla="*/ 0 w 69420"/>
                <a:gd name="connsiteY2" fmla="*/ 34710 h 69420"/>
                <a:gd name="connsiteX3" fmla="*/ 34710 w 69420"/>
                <a:gd name="connsiteY3" fmla="*/ 0 h 69420"/>
                <a:gd name="connsiteX4" fmla="*/ 69420 w 69420"/>
                <a:gd name="connsiteY4" fmla="*/ 34710 h 6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20" h="69420">
                  <a:moveTo>
                    <a:pt x="69420" y="34710"/>
                  </a:moveTo>
                  <a:cubicBezTo>
                    <a:pt x="69420" y="53880"/>
                    <a:pt x="53880" y="69420"/>
                    <a:pt x="34710" y="69420"/>
                  </a:cubicBezTo>
                  <a:cubicBezTo>
                    <a:pt x="15540" y="69420"/>
                    <a:pt x="0" y="53880"/>
                    <a:pt x="0" y="34710"/>
                  </a:cubicBezTo>
                  <a:cubicBezTo>
                    <a:pt x="0" y="15540"/>
                    <a:pt x="15540" y="0"/>
                    <a:pt x="34710" y="0"/>
                  </a:cubicBezTo>
                  <a:cubicBezTo>
                    <a:pt x="53880" y="0"/>
                    <a:pt x="69420" y="15540"/>
                    <a:pt x="69420" y="3471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003" name="Freeform: Shape 2002">
              <a:extLst>
                <a:ext uri="{FF2B5EF4-FFF2-40B4-BE49-F238E27FC236}">
                  <a16:creationId xmlns:a16="http://schemas.microsoft.com/office/drawing/2014/main" id="{A4BFD444-3FBE-E31A-6696-D25748043C05}"/>
                </a:ext>
              </a:extLst>
            </p:cNvPr>
            <p:cNvSpPr/>
            <p:nvPr/>
          </p:nvSpPr>
          <p:spPr>
            <a:xfrm>
              <a:off x="1975467" y="503723"/>
              <a:ext cx="72117" cy="72117"/>
            </a:xfrm>
            <a:custGeom>
              <a:avLst/>
              <a:gdLst>
                <a:gd name="connsiteX0" fmla="*/ 69420 w 69420"/>
                <a:gd name="connsiteY0" fmla="*/ 34710 h 69420"/>
                <a:gd name="connsiteX1" fmla="*/ 34710 w 69420"/>
                <a:gd name="connsiteY1" fmla="*/ 69420 h 69420"/>
                <a:gd name="connsiteX2" fmla="*/ 0 w 69420"/>
                <a:gd name="connsiteY2" fmla="*/ 34710 h 69420"/>
                <a:gd name="connsiteX3" fmla="*/ 34710 w 69420"/>
                <a:gd name="connsiteY3" fmla="*/ 0 h 69420"/>
                <a:gd name="connsiteX4" fmla="*/ 69420 w 69420"/>
                <a:gd name="connsiteY4" fmla="*/ 34710 h 6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20" h="69420">
                  <a:moveTo>
                    <a:pt x="69420" y="34710"/>
                  </a:moveTo>
                  <a:cubicBezTo>
                    <a:pt x="69420" y="53880"/>
                    <a:pt x="53880" y="69420"/>
                    <a:pt x="34710" y="69420"/>
                  </a:cubicBezTo>
                  <a:cubicBezTo>
                    <a:pt x="15540" y="69420"/>
                    <a:pt x="0" y="53880"/>
                    <a:pt x="0" y="34710"/>
                  </a:cubicBezTo>
                  <a:cubicBezTo>
                    <a:pt x="0" y="15540"/>
                    <a:pt x="15540" y="0"/>
                    <a:pt x="34710" y="0"/>
                  </a:cubicBezTo>
                  <a:cubicBezTo>
                    <a:pt x="53880" y="0"/>
                    <a:pt x="69420" y="15540"/>
                    <a:pt x="69420" y="3471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C8C176B-6BF6-1B19-EE72-B5C4F5C57ACB}"/>
              </a:ext>
            </a:extLst>
          </p:cNvPr>
          <p:cNvGrpSpPr/>
          <p:nvPr/>
        </p:nvGrpSpPr>
        <p:grpSpPr>
          <a:xfrm flipH="1">
            <a:off x="9571479" y="0"/>
            <a:ext cx="2620521" cy="2461650"/>
            <a:chOff x="0" y="0"/>
            <a:chExt cx="2620521" cy="2461650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693567FA-A682-FEF5-A971-97E32865C9E7}"/>
                </a:ext>
              </a:extLst>
            </p:cNvPr>
            <p:cNvSpPr/>
            <p:nvPr/>
          </p:nvSpPr>
          <p:spPr>
            <a:xfrm flipH="1">
              <a:off x="1" y="1420008"/>
              <a:ext cx="550337" cy="379814"/>
            </a:xfrm>
            <a:custGeom>
              <a:avLst/>
              <a:gdLst>
                <a:gd name="connsiteX0" fmla="*/ 641002 w 641002"/>
                <a:gd name="connsiteY0" fmla="*/ 0 h 442386"/>
                <a:gd name="connsiteX1" fmla="*/ 641002 w 641002"/>
                <a:gd name="connsiteY1" fmla="*/ 37469 h 442386"/>
                <a:gd name="connsiteX2" fmla="*/ 226860 w 641002"/>
                <a:gd name="connsiteY2" fmla="*/ 442386 h 442386"/>
                <a:gd name="connsiteX3" fmla="*/ 0 w 641002"/>
                <a:gd name="connsiteY3" fmla="*/ 442386 h 442386"/>
                <a:gd name="connsiteX4" fmla="*/ 0 w 641002"/>
                <a:gd name="connsiteY4" fmla="*/ 415598 h 442386"/>
                <a:gd name="connsiteX5" fmla="*/ 215953 w 641002"/>
                <a:gd name="connsiteY5" fmla="*/ 415598 h 442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41002" h="442386">
                  <a:moveTo>
                    <a:pt x="641002" y="0"/>
                  </a:moveTo>
                  <a:lnTo>
                    <a:pt x="641002" y="37469"/>
                  </a:lnTo>
                  <a:lnTo>
                    <a:pt x="226860" y="442386"/>
                  </a:lnTo>
                  <a:lnTo>
                    <a:pt x="0" y="442386"/>
                  </a:lnTo>
                  <a:lnTo>
                    <a:pt x="0" y="415598"/>
                  </a:lnTo>
                  <a:lnTo>
                    <a:pt x="215953" y="41559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F384A45-C9B4-0934-445F-2B731E4D3CD7}"/>
                </a:ext>
              </a:extLst>
            </p:cNvPr>
            <p:cNvSpPr/>
            <p:nvPr/>
          </p:nvSpPr>
          <p:spPr>
            <a:xfrm flipH="1">
              <a:off x="1" y="1213277"/>
              <a:ext cx="1222019" cy="704828"/>
            </a:xfrm>
            <a:custGeom>
              <a:avLst/>
              <a:gdLst>
                <a:gd name="connsiteX0" fmla="*/ 1423340 w 1423340"/>
                <a:gd name="connsiteY0" fmla="*/ 0 h 820944"/>
                <a:gd name="connsiteX1" fmla="*/ 1423340 w 1423340"/>
                <a:gd name="connsiteY1" fmla="*/ 37887 h 820944"/>
                <a:gd name="connsiteX2" fmla="*/ 1048654 w 1423340"/>
                <a:gd name="connsiteY2" fmla="*/ 412573 h 820944"/>
                <a:gd name="connsiteX3" fmla="*/ 559535 w 1423340"/>
                <a:gd name="connsiteY3" fmla="*/ 412573 h 820944"/>
                <a:gd name="connsiteX4" fmla="*/ 559535 w 1423340"/>
                <a:gd name="connsiteY4" fmla="*/ 820944 h 820944"/>
                <a:gd name="connsiteX5" fmla="*/ 0 w 1423340"/>
                <a:gd name="connsiteY5" fmla="*/ 820944 h 820944"/>
                <a:gd name="connsiteX6" fmla="*/ 0 w 1423340"/>
                <a:gd name="connsiteY6" fmla="*/ 794155 h 820944"/>
                <a:gd name="connsiteX7" fmla="*/ 532746 w 1423340"/>
                <a:gd name="connsiteY7" fmla="*/ 794155 h 820944"/>
                <a:gd name="connsiteX8" fmla="*/ 532746 w 1423340"/>
                <a:gd name="connsiteY8" fmla="*/ 385785 h 820944"/>
                <a:gd name="connsiteX9" fmla="*/ 1037556 w 1423340"/>
                <a:gd name="connsiteY9" fmla="*/ 385785 h 82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3340" h="820944">
                  <a:moveTo>
                    <a:pt x="1423340" y="0"/>
                  </a:moveTo>
                  <a:lnTo>
                    <a:pt x="1423340" y="37887"/>
                  </a:lnTo>
                  <a:lnTo>
                    <a:pt x="1048654" y="412573"/>
                  </a:lnTo>
                  <a:lnTo>
                    <a:pt x="559535" y="412573"/>
                  </a:lnTo>
                  <a:lnTo>
                    <a:pt x="559535" y="820944"/>
                  </a:lnTo>
                  <a:lnTo>
                    <a:pt x="0" y="820944"/>
                  </a:lnTo>
                  <a:lnTo>
                    <a:pt x="0" y="794155"/>
                  </a:lnTo>
                  <a:lnTo>
                    <a:pt x="532746" y="794155"/>
                  </a:lnTo>
                  <a:lnTo>
                    <a:pt x="532746" y="385785"/>
                  </a:lnTo>
                  <a:lnTo>
                    <a:pt x="1037556" y="38578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2D6B339-1135-C6A7-F06D-E8D9291B29C3}"/>
                </a:ext>
              </a:extLst>
            </p:cNvPr>
            <p:cNvSpPr/>
            <p:nvPr/>
          </p:nvSpPr>
          <p:spPr>
            <a:xfrm flipH="1">
              <a:off x="0" y="1044329"/>
              <a:ext cx="689747" cy="383756"/>
            </a:xfrm>
            <a:custGeom>
              <a:avLst/>
              <a:gdLst>
                <a:gd name="connsiteX0" fmla="*/ 803379 w 803379"/>
                <a:gd name="connsiteY0" fmla="*/ 0 h 446978"/>
                <a:gd name="connsiteX1" fmla="*/ 803379 w 803379"/>
                <a:gd name="connsiteY1" fmla="*/ 37812 h 446978"/>
                <a:gd name="connsiteX2" fmla="*/ 394250 w 803379"/>
                <a:gd name="connsiteY2" fmla="*/ 446978 h 446978"/>
                <a:gd name="connsiteX3" fmla="*/ 0 w 803379"/>
                <a:gd name="connsiteY3" fmla="*/ 446978 h 446978"/>
                <a:gd name="connsiteX4" fmla="*/ 0 w 803379"/>
                <a:gd name="connsiteY4" fmla="*/ 420189 h 446978"/>
                <a:gd name="connsiteX5" fmla="*/ 383152 w 803379"/>
                <a:gd name="connsiteY5" fmla="*/ 420189 h 446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3379" h="446978">
                  <a:moveTo>
                    <a:pt x="803379" y="0"/>
                  </a:moveTo>
                  <a:lnTo>
                    <a:pt x="803379" y="37812"/>
                  </a:lnTo>
                  <a:lnTo>
                    <a:pt x="394250" y="446978"/>
                  </a:lnTo>
                  <a:lnTo>
                    <a:pt x="0" y="446978"/>
                  </a:lnTo>
                  <a:lnTo>
                    <a:pt x="0" y="420189"/>
                  </a:lnTo>
                  <a:lnTo>
                    <a:pt x="383152" y="42018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12BCAEB-4395-7DA9-18C3-8098E9F74C8D}"/>
                </a:ext>
              </a:extLst>
            </p:cNvPr>
            <p:cNvSpPr/>
            <p:nvPr/>
          </p:nvSpPr>
          <p:spPr>
            <a:xfrm flipH="1">
              <a:off x="0" y="822024"/>
              <a:ext cx="1230168" cy="849888"/>
            </a:xfrm>
            <a:custGeom>
              <a:avLst/>
              <a:gdLst>
                <a:gd name="connsiteX0" fmla="*/ 1432831 w 1432831"/>
                <a:gd name="connsiteY0" fmla="*/ 0 h 989902"/>
                <a:gd name="connsiteX1" fmla="*/ 1432831 w 1432831"/>
                <a:gd name="connsiteY1" fmla="*/ 37886 h 989902"/>
                <a:gd name="connsiteX2" fmla="*/ 991709 w 1432831"/>
                <a:gd name="connsiteY2" fmla="*/ 479008 h 989902"/>
                <a:gd name="connsiteX3" fmla="*/ 529876 w 1432831"/>
                <a:gd name="connsiteY3" fmla="*/ 479008 h 989902"/>
                <a:gd name="connsiteX4" fmla="*/ 18943 w 1432831"/>
                <a:gd name="connsiteY4" fmla="*/ 989902 h 989902"/>
                <a:gd name="connsiteX5" fmla="*/ 0 w 1432831"/>
                <a:gd name="connsiteY5" fmla="*/ 970959 h 989902"/>
                <a:gd name="connsiteX6" fmla="*/ 518778 w 1432831"/>
                <a:gd name="connsiteY6" fmla="*/ 452220 h 989902"/>
                <a:gd name="connsiteX7" fmla="*/ 980611 w 1432831"/>
                <a:gd name="connsiteY7" fmla="*/ 452220 h 989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32831" h="989902">
                  <a:moveTo>
                    <a:pt x="1432831" y="0"/>
                  </a:moveTo>
                  <a:lnTo>
                    <a:pt x="1432831" y="37886"/>
                  </a:lnTo>
                  <a:lnTo>
                    <a:pt x="991709" y="479008"/>
                  </a:lnTo>
                  <a:lnTo>
                    <a:pt x="529876" y="479008"/>
                  </a:lnTo>
                  <a:lnTo>
                    <a:pt x="18943" y="989902"/>
                  </a:lnTo>
                  <a:lnTo>
                    <a:pt x="0" y="970959"/>
                  </a:lnTo>
                  <a:lnTo>
                    <a:pt x="518778" y="452220"/>
                  </a:lnTo>
                  <a:lnTo>
                    <a:pt x="980611" y="45222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CD5215E-5520-CFCB-E591-1641894339A5}"/>
                </a:ext>
              </a:extLst>
            </p:cNvPr>
            <p:cNvSpPr/>
            <p:nvPr/>
          </p:nvSpPr>
          <p:spPr>
            <a:xfrm flipH="1">
              <a:off x="1" y="611285"/>
              <a:ext cx="604846" cy="447169"/>
            </a:xfrm>
            <a:custGeom>
              <a:avLst/>
              <a:gdLst>
                <a:gd name="connsiteX0" fmla="*/ 704491 w 704491"/>
                <a:gd name="connsiteY0" fmla="*/ 0 h 520837"/>
                <a:gd name="connsiteX1" fmla="*/ 704491 w 704491"/>
                <a:gd name="connsiteY1" fmla="*/ 37887 h 520837"/>
                <a:gd name="connsiteX2" fmla="*/ 221540 w 704491"/>
                <a:gd name="connsiteY2" fmla="*/ 520837 h 520837"/>
                <a:gd name="connsiteX3" fmla="*/ 0 w 704491"/>
                <a:gd name="connsiteY3" fmla="*/ 520837 h 520837"/>
                <a:gd name="connsiteX4" fmla="*/ 0 w 704491"/>
                <a:gd name="connsiteY4" fmla="*/ 494049 h 520837"/>
                <a:gd name="connsiteX5" fmla="*/ 210443 w 704491"/>
                <a:gd name="connsiteY5" fmla="*/ 494049 h 52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4491" h="520837">
                  <a:moveTo>
                    <a:pt x="704491" y="0"/>
                  </a:moveTo>
                  <a:lnTo>
                    <a:pt x="704491" y="37887"/>
                  </a:lnTo>
                  <a:lnTo>
                    <a:pt x="221540" y="520837"/>
                  </a:lnTo>
                  <a:lnTo>
                    <a:pt x="0" y="520837"/>
                  </a:lnTo>
                  <a:lnTo>
                    <a:pt x="0" y="494049"/>
                  </a:lnTo>
                  <a:lnTo>
                    <a:pt x="210443" y="49404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9BDAA63-2D36-17D2-1877-4CEEB375DC57}"/>
                </a:ext>
              </a:extLst>
            </p:cNvPr>
            <p:cNvSpPr/>
            <p:nvPr/>
          </p:nvSpPr>
          <p:spPr>
            <a:xfrm flipH="1">
              <a:off x="1" y="359012"/>
              <a:ext cx="1230168" cy="938042"/>
            </a:xfrm>
            <a:custGeom>
              <a:avLst/>
              <a:gdLst>
                <a:gd name="connsiteX0" fmla="*/ 1432831 w 1432831"/>
                <a:gd name="connsiteY0" fmla="*/ 0 h 1092579"/>
                <a:gd name="connsiteX1" fmla="*/ 1432831 w 1432831"/>
                <a:gd name="connsiteY1" fmla="*/ 37886 h 1092579"/>
                <a:gd name="connsiteX2" fmla="*/ 886469 w 1432831"/>
                <a:gd name="connsiteY2" fmla="*/ 584249 h 1092579"/>
                <a:gd name="connsiteX3" fmla="*/ 527312 w 1432831"/>
                <a:gd name="connsiteY3" fmla="*/ 584249 h 1092579"/>
                <a:gd name="connsiteX4" fmla="*/ 18943 w 1432831"/>
                <a:gd name="connsiteY4" fmla="*/ 1092579 h 1092579"/>
                <a:gd name="connsiteX5" fmla="*/ 0 w 1432831"/>
                <a:gd name="connsiteY5" fmla="*/ 1073636 h 1092579"/>
                <a:gd name="connsiteX6" fmla="*/ 516214 w 1432831"/>
                <a:gd name="connsiteY6" fmla="*/ 557460 h 1092579"/>
                <a:gd name="connsiteX7" fmla="*/ 875371 w 1432831"/>
                <a:gd name="connsiteY7" fmla="*/ 557460 h 1092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32831" h="1092579">
                  <a:moveTo>
                    <a:pt x="1432831" y="0"/>
                  </a:moveTo>
                  <a:lnTo>
                    <a:pt x="1432831" y="37886"/>
                  </a:lnTo>
                  <a:lnTo>
                    <a:pt x="886469" y="584249"/>
                  </a:lnTo>
                  <a:lnTo>
                    <a:pt x="527312" y="584249"/>
                  </a:lnTo>
                  <a:lnTo>
                    <a:pt x="18943" y="1092579"/>
                  </a:lnTo>
                  <a:lnTo>
                    <a:pt x="0" y="1073636"/>
                  </a:lnTo>
                  <a:lnTo>
                    <a:pt x="516214" y="557460"/>
                  </a:lnTo>
                  <a:lnTo>
                    <a:pt x="875371" y="55746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9B35FF9-0E81-F2AA-7CEE-45AD8350A487}"/>
                </a:ext>
              </a:extLst>
            </p:cNvPr>
            <p:cNvSpPr/>
            <p:nvPr/>
          </p:nvSpPr>
          <p:spPr>
            <a:xfrm flipH="1">
              <a:off x="0" y="63798"/>
              <a:ext cx="900652" cy="752602"/>
            </a:xfrm>
            <a:custGeom>
              <a:avLst/>
              <a:gdLst>
                <a:gd name="connsiteX0" fmla="*/ 1049029 w 1049029"/>
                <a:gd name="connsiteY0" fmla="*/ 0 h 876589"/>
                <a:gd name="connsiteX1" fmla="*/ 1049029 w 1049029"/>
                <a:gd name="connsiteY1" fmla="*/ 37849 h 876589"/>
                <a:gd name="connsiteX2" fmla="*/ 612002 w 1049029"/>
                <a:gd name="connsiteY2" fmla="*/ 474876 h 876589"/>
                <a:gd name="connsiteX3" fmla="*/ 420655 w 1049029"/>
                <a:gd name="connsiteY3" fmla="*/ 474876 h 876589"/>
                <a:gd name="connsiteX4" fmla="*/ 18943 w 1049029"/>
                <a:gd name="connsiteY4" fmla="*/ 876589 h 876589"/>
                <a:gd name="connsiteX5" fmla="*/ 0 w 1049029"/>
                <a:gd name="connsiteY5" fmla="*/ 857645 h 876589"/>
                <a:gd name="connsiteX6" fmla="*/ 409558 w 1049029"/>
                <a:gd name="connsiteY6" fmla="*/ 448088 h 876589"/>
                <a:gd name="connsiteX7" fmla="*/ 600904 w 1049029"/>
                <a:gd name="connsiteY7" fmla="*/ 448088 h 876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9029" h="876589">
                  <a:moveTo>
                    <a:pt x="1049029" y="0"/>
                  </a:moveTo>
                  <a:lnTo>
                    <a:pt x="1049029" y="37849"/>
                  </a:lnTo>
                  <a:lnTo>
                    <a:pt x="612002" y="474876"/>
                  </a:lnTo>
                  <a:lnTo>
                    <a:pt x="420655" y="474876"/>
                  </a:lnTo>
                  <a:lnTo>
                    <a:pt x="18943" y="876589"/>
                  </a:lnTo>
                  <a:lnTo>
                    <a:pt x="0" y="857645"/>
                  </a:lnTo>
                  <a:lnTo>
                    <a:pt x="409558" y="448088"/>
                  </a:lnTo>
                  <a:lnTo>
                    <a:pt x="600904" y="44808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2D7BCFB-4733-D3D3-88C7-A7B7BDDFF12E}"/>
                </a:ext>
              </a:extLst>
            </p:cNvPr>
            <p:cNvSpPr/>
            <p:nvPr/>
          </p:nvSpPr>
          <p:spPr>
            <a:xfrm flipH="1">
              <a:off x="484805" y="0"/>
              <a:ext cx="935931" cy="1150614"/>
            </a:xfrm>
            <a:custGeom>
              <a:avLst/>
              <a:gdLst>
                <a:gd name="connsiteX0" fmla="*/ 1052237 w 1090121"/>
                <a:gd name="connsiteY0" fmla="*/ 0 h 1340171"/>
                <a:gd name="connsiteX1" fmla="*/ 1090121 w 1090121"/>
                <a:gd name="connsiteY1" fmla="*/ 0 h 1340171"/>
                <a:gd name="connsiteX2" fmla="*/ 567380 w 1090121"/>
                <a:gd name="connsiteY2" fmla="*/ 522741 h 1340171"/>
                <a:gd name="connsiteX3" fmla="*/ 567380 w 1090121"/>
                <a:gd name="connsiteY3" fmla="*/ 791735 h 1340171"/>
                <a:gd name="connsiteX4" fmla="*/ 563476 w 1090121"/>
                <a:gd name="connsiteY4" fmla="*/ 795639 h 1340171"/>
                <a:gd name="connsiteX5" fmla="*/ 18943 w 1090121"/>
                <a:gd name="connsiteY5" fmla="*/ 1340171 h 1340171"/>
                <a:gd name="connsiteX6" fmla="*/ 0 w 1090121"/>
                <a:gd name="connsiteY6" fmla="*/ 1321228 h 1340171"/>
                <a:gd name="connsiteX7" fmla="*/ 540591 w 1090121"/>
                <a:gd name="connsiteY7" fmla="*/ 780637 h 1340171"/>
                <a:gd name="connsiteX8" fmla="*/ 540591 w 1090121"/>
                <a:gd name="connsiteY8" fmla="*/ 511643 h 1340171"/>
                <a:gd name="connsiteX9" fmla="*/ 544533 w 1090121"/>
                <a:gd name="connsiteY9" fmla="*/ 507739 h 1340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90121" h="1340171">
                  <a:moveTo>
                    <a:pt x="1052237" y="0"/>
                  </a:moveTo>
                  <a:lnTo>
                    <a:pt x="1090121" y="0"/>
                  </a:lnTo>
                  <a:lnTo>
                    <a:pt x="567380" y="522741"/>
                  </a:lnTo>
                  <a:lnTo>
                    <a:pt x="567380" y="791735"/>
                  </a:lnTo>
                  <a:lnTo>
                    <a:pt x="563476" y="795639"/>
                  </a:lnTo>
                  <a:lnTo>
                    <a:pt x="18943" y="1340171"/>
                  </a:lnTo>
                  <a:lnTo>
                    <a:pt x="0" y="1321228"/>
                  </a:lnTo>
                  <a:lnTo>
                    <a:pt x="540591" y="780637"/>
                  </a:lnTo>
                  <a:lnTo>
                    <a:pt x="540591" y="511643"/>
                  </a:lnTo>
                  <a:lnTo>
                    <a:pt x="544533" y="50773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95D95CE-3D39-3BC1-420E-CF7166E77153}"/>
                </a:ext>
              </a:extLst>
            </p:cNvPr>
            <p:cNvSpPr/>
            <p:nvPr/>
          </p:nvSpPr>
          <p:spPr>
            <a:xfrm flipH="1">
              <a:off x="728862" y="1"/>
              <a:ext cx="419232" cy="629907"/>
            </a:xfrm>
            <a:custGeom>
              <a:avLst/>
              <a:gdLst>
                <a:gd name="connsiteX0" fmla="*/ 450412 w 488298"/>
                <a:gd name="connsiteY0" fmla="*/ 0 h 733681"/>
                <a:gd name="connsiteX1" fmla="*/ 488298 w 488298"/>
                <a:gd name="connsiteY1" fmla="*/ 0 h 733681"/>
                <a:gd name="connsiteX2" fmla="*/ 26788 w 488298"/>
                <a:gd name="connsiteY2" fmla="*/ 461510 h 733681"/>
                <a:gd name="connsiteX3" fmla="*/ 26788 w 488298"/>
                <a:gd name="connsiteY3" fmla="*/ 733681 h 733681"/>
                <a:gd name="connsiteX4" fmla="*/ 0 w 488298"/>
                <a:gd name="connsiteY4" fmla="*/ 733681 h 733681"/>
                <a:gd name="connsiteX5" fmla="*/ 0 w 488298"/>
                <a:gd name="connsiteY5" fmla="*/ 450412 h 733681"/>
                <a:gd name="connsiteX6" fmla="*/ 3904 w 488298"/>
                <a:gd name="connsiteY6" fmla="*/ 446509 h 7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8298" h="733681">
                  <a:moveTo>
                    <a:pt x="450412" y="0"/>
                  </a:moveTo>
                  <a:lnTo>
                    <a:pt x="488298" y="0"/>
                  </a:lnTo>
                  <a:lnTo>
                    <a:pt x="26788" y="461510"/>
                  </a:lnTo>
                  <a:lnTo>
                    <a:pt x="26788" y="733681"/>
                  </a:lnTo>
                  <a:lnTo>
                    <a:pt x="0" y="733681"/>
                  </a:lnTo>
                  <a:lnTo>
                    <a:pt x="0" y="450412"/>
                  </a:lnTo>
                  <a:lnTo>
                    <a:pt x="3904" y="44650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29FD5E2-67EF-A619-5926-C2B110799CC2}"/>
                </a:ext>
              </a:extLst>
            </p:cNvPr>
            <p:cNvSpPr/>
            <p:nvPr/>
          </p:nvSpPr>
          <p:spPr>
            <a:xfrm flipH="1">
              <a:off x="973904" y="0"/>
              <a:ext cx="777268" cy="1150614"/>
            </a:xfrm>
            <a:custGeom>
              <a:avLst/>
              <a:gdLst>
                <a:gd name="connsiteX0" fmla="*/ 867435 w 905318"/>
                <a:gd name="connsiteY0" fmla="*/ 0 h 1340171"/>
                <a:gd name="connsiteX1" fmla="*/ 905318 w 905318"/>
                <a:gd name="connsiteY1" fmla="*/ 0 h 1340171"/>
                <a:gd name="connsiteX2" fmla="*/ 500676 w 905318"/>
                <a:gd name="connsiteY2" fmla="*/ 404641 h 1340171"/>
                <a:gd name="connsiteX3" fmla="*/ 500676 w 905318"/>
                <a:gd name="connsiteY3" fmla="*/ 858399 h 1340171"/>
                <a:gd name="connsiteX4" fmla="*/ 496773 w 905318"/>
                <a:gd name="connsiteY4" fmla="*/ 862341 h 1340171"/>
                <a:gd name="connsiteX5" fmla="*/ 18943 w 905318"/>
                <a:gd name="connsiteY5" fmla="*/ 1340171 h 1340171"/>
                <a:gd name="connsiteX6" fmla="*/ 0 w 905318"/>
                <a:gd name="connsiteY6" fmla="*/ 1321227 h 1340171"/>
                <a:gd name="connsiteX7" fmla="*/ 473888 w 905318"/>
                <a:gd name="connsiteY7" fmla="*/ 847301 h 1340171"/>
                <a:gd name="connsiteX8" fmla="*/ 473888 w 905318"/>
                <a:gd name="connsiteY8" fmla="*/ 393543 h 1340171"/>
                <a:gd name="connsiteX9" fmla="*/ 477830 w 905318"/>
                <a:gd name="connsiteY9" fmla="*/ 389640 h 1340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318" h="1340171">
                  <a:moveTo>
                    <a:pt x="867435" y="0"/>
                  </a:moveTo>
                  <a:lnTo>
                    <a:pt x="905318" y="0"/>
                  </a:lnTo>
                  <a:lnTo>
                    <a:pt x="500676" y="404641"/>
                  </a:lnTo>
                  <a:lnTo>
                    <a:pt x="500676" y="858399"/>
                  </a:lnTo>
                  <a:lnTo>
                    <a:pt x="496773" y="862341"/>
                  </a:lnTo>
                  <a:lnTo>
                    <a:pt x="18943" y="1340171"/>
                  </a:lnTo>
                  <a:lnTo>
                    <a:pt x="0" y="1321227"/>
                  </a:lnTo>
                  <a:lnTo>
                    <a:pt x="473888" y="847301"/>
                  </a:lnTo>
                  <a:lnTo>
                    <a:pt x="473888" y="393543"/>
                  </a:lnTo>
                  <a:lnTo>
                    <a:pt x="477830" y="38964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FA5184E-EA34-5669-8F26-779A194364D5}"/>
                </a:ext>
              </a:extLst>
            </p:cNvPr>
            <p:cNvSpPr/>
            <p:nvPr/>
          </p:nvSpPr>
          <p:spPr>
            <a:xfrm flipH="1">
              <a:off x="1333418" y="0"/>
              <a:ext cx="697098" cy="1142465"/>
            </a:xfrm>
            <a:custGeom>
              <a:avLst/>
              <a:gdLst>
                <a:gd name="connsiteX0" fmla="*/ 774054 w 811941"/>
                <a:gd name="connsiteY0" fmla="*/ 0 h 1330680"/>
                <a:gd name="connsiteX1" fmla="*/ 811941 w 811941"/>
                <a:gd name="connsiteY1" fmla="*/ 0 h 1330680"/>
                <a:gd name="connsiteX2" fmla="*/ 437915 w 811941"/>
                <a:gd name="connsiteY2" fmla="*/ 374026 h 1330680"/>
                <a:gd name="connsiteX3" fmla="*/ 437915 w 811941"/>
                <a:gd name="connsiteY3" fmla="*/ 869536 h 1330680"/>
                <a:gd name="connsiteX4" fmla="*/ 26788 w 811941"/>
                <a:gd name="connsiteY4" fmla="*/ 869536 h 1330680"/>
                <a:gd name="connsiteX5" fmla="*/ 26788 w 811941"/>
                <a:gd name="connsiteY5" fmla="*/ 1330680 h 1330680"/>
                <a:gd name="connsiteX6" fmla="*/ 0 w 811941"/>
                <a:gd name="connsiteY6" fmla="*/ 1330680 h 1330680"/>
                <a:gd name="connsiteX7" fmla="*/ 0 w 811941"/>
                <a:gd name="connsiteY7" fmla="*/ 842747 h 1330680"/>
                <a:gd name="connsiteX8" fmla="*/ 411127 w 811941"/>
                <a:gd name="connsiteY8" fmla="*/ 842747 h 1330680"/>
                <a:gd name="connsiteX9" fmla="*/ 411127 w 811941"/>
                <a:gd name="connsiteY9" fmla="*/ 362928 h 1330680"/>
                <a:gd name="connsiteX10" fmla="*/ 415030 w 811941"/>
                <a:gd name="connsiteY10" fmla="*/ 359024 h 1330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1941" h="1330680">
                  <a:moveTo>
                    <a:pt x="774054" y="0"/>
                  </a:moveTo>
                  <a:lnTo>
                    <a:pt x="811941" y="0"/>
                  </a:lnTo>
                  <a:lnTo>
                    <a:pt x="437915" y="374026"/>
                  </a:lnTo>
                  <a:lnTo>
                    <a:pt x="437915" y="869536"/>
                  </a:lnTo>
                  <a:lnTo>
                    <a:pt x="26788" y="869536"/>
                  </a:lnTo>
                  <a:lnTo>
                    <a:pt x="26788" y="1330680"/>
                  </a:lnTo>
                  <a:lnTo>
                    <a:pt x="0" y="1330680"/>
                  </a:lnTo>
                  <a:lnTo>
                    <a:pt x="0" y="842747"/>
                  </a:lnTo>
                  <a:lnTo>
                    <a:pt x="411127" y="842747"/>
                  </a:lnTo>
                  <a:lnTo>
                    <a:pt x="411127" y="362928"/>
                  </a:lnTo>
                  <a:lnTo>
                    <a:pt x="415030" y="35902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DB3AC95-0EC4-B645-2C0A-0996D2154CB6}"/>
                </a:ext>
              </a:extLst>
            </p:cNvPr>
            <p:cNvSpPr/>
            <p:nvPr/>
          </p:nvSpPr>
          <p:spPr>
            <a:xfrm flipH="1">
              <a:off x="2168913" y="0"/>
              <a:ext cx="325741" cy="309478"/>
            </a:xfrm>
            <a:custGeom>
              <a:avLst/>
              <a:gdLst>
                <a:gd name="connsiteX0" fmla="*/ 341521 w 379405"/>
                <a:gd name="connsiteY0" fmla="*/ 0 h 360463"/>
                <a:gd name="connsiteX1" fmla="*/ 379405 w 379405"/>
                <a:gd name="connsiteY1" fmla="*/ 0 h 360463"/>
                <a:gd name="connsiteX2" fmla="*/ 18942 w 379405"/>
                <a:gd name="connsiteY2" fmla="*/ 360463 h 360463"/>
                <a:gd name="connsiteX3" fmla="*/ 0 w 379405"/>
                <a:gd name="connsiteY3" fmla="*/ 341521 h 360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405" h="360463">
                  <a:moveTo>
                    <a:pt x="341521" y="0"/>
                  </a:moveTo>
                  <a:lnTo>
                    <a:pt x="379405" y="0"/>
                  </a:lnTo>
                  <a:lnTo>
                    <a:pt x="18942" y="360463"/>
                  </a:lnTo>
                  <a:lnTo>
                    <a:pt x="0" y="34152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BC4040F-D5E2-7AF0-6BEF-1722ABE86B91}"/>
                </a:ext>
              </a:extLst>
            </p:cNvPr>
            <p:cNvSpPr/>
            <p:nvPr/>
          </p:nvSpPr>
          <p:spPr>
            <a:xfrm flipH="1">
              <a:off x="1776507" y="1"/>
              <a:ext cx="791382" cy="775120"/>
            </a:xfrm>
            <a:custGeom>
              <a:avLst/>
              <a:gdLst>
                <a:gd name="connsiteX0" fmla="*/ 883874 w 921758"/>
                <a:gd name="connsiteY0" fmla="*/ 0 h 902817"/>
                <a:gd name="connsiteX1" fmla="*/ 921758 w 921758"/>
                <a:gd name="connsiteY1" fmla="*/ 0 h 902817"/>
                <a:gd name="connsiteX2" fmla="*/ 18942 w 921758"/>
                <a:gd name="connsiteY2" fmla="*/ 902817 h 902817"/>
                <a:gd name="connsiteX3" fmla="*/ 0 w 921758"/>
                <a:gd name="connsiteY3" fmla="*/ 883875 h 902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1758" h="902817">
                  <a:moveTo>
                    <a:pt x="883874" y="0"/>
                  </a:moveTo>
                  <a:lnTo>
                    <a:pt x="921758" y="0"/>
                  </a:lnTo>
                  <a:lnTo>
                    <a:pt x="18942" y="902817"/>
                  </a:lnTo>
                  <a:lnTo>
                    <a:pt x="0" y="88387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6650055-D884-BD1C-9785-C8E625282263}"/>
                </a:ext>
              </a:extLst>
            </p:cNvPr>
            <p:cNvSpPr/>
            <p:nvPr/>
          </p:nvSpPr>
          <p:spPr>
            <a:xfrm flipH="1">
              <a:off x="1543700" y="0"/>
              <a:ext cx="467826" cy="551281"/>
            </a:xfrm>
            <a:custGeom>
              <a:avLst/>
              <a:gdLst>
                <a:gd name="connsiteX0" fmla="*/ 507012 w 544898"/>
                <a:gd name="connsiteY0" fmla="*/ 0 h 642102"/>
                <a:gd name="connsiteX1" fmla="*/ 544898 w 544898"/>
                <a:gd name="connsiteY1" fmla="*/ 0 h 642102"/>
                <a:gd name="connsiteX2" fmla="*/ 177416 w 544898"/>
                <a:gd name="connsiteY2" fmla="*/ 367482 h 642102"/>
                <a:gd name="connsiteX3" fmla="*/ 177416 w 544898"/>
                <a:gd name="connsiteY3" fmla="*/ 642102 h 642102"/>
                <a:gd name="connsiteX4" fmla="*/ 0 w 544898"/>
                <a:gd name="connsiteY4" fmla="*/ 642102 h 642102"/>
                <a:gd name="connsiteX5" fmla="*/ 0 w 544898"/>
                <a:gd name="connsiteY5" fmla="*/ 615314 h 642102"/>
                <a:gd name="connsiteX6" fmla="*/ 150628 w 544898"/>
                <a:gd name="connsiteY6" fmla="*/ 615314 h 642102"/>
                <a:gd name="connsiteX7" fmla="*/ 150628 w 544898"/>
                <a:gd name="connsiteY7" fmla="*/ 356384 h 642102"/>
                <a:gd name="connsiteX8" fmla="*/ 154569 w 544898"/>
                <a:gd name="connsiteY8" fmla="*/ 352442 h 642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44898" h="642102">
                  <a:moveTo>
                    <a:pt x="507012" y="0"/>
                  </a:moveTo>
                  <a:lnTo>
                    <a:pt x="544898" y="0"/>
                  </a:lnTo>
                  <a:lnTo>
                    <a:pt x="177416" y="367482"/>
                  </a:lnTo>
                  <a:lnTo>
                    <a:pt x="177416" y="642102"/>
                  </a:lnTo>
                  <a:lnTo>
                    <a:pt x="0" y="642102"/>
                  </a:lnTo>
                  <a:lnTo>
                    <a:pt x="0" y="615314"/>
                  </a:lnTo>
                  <a:lnTo>
                    <a:pt x="150628" y="615314"/>
                  </a:lnTo>
                  <a:lnTo>
                    <a:pt x="150628" y="356384"/>
                  </a:lnTo>
                  <a:lnTo>
                    <a:pt x="154569" y="352442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DAA5F68-FA9A-F349-4164-D9FA84003F69}"/>
                </a:ext>
              </a:extLst>
            </p:cNvPr>
            <p:cNvSpPr/>
            <p:nvPr/>
          </p:nvSpPr>
          <p:spPr>
            <a:xfrm flipH="1">
              <a:off x="0" y="1598168"/>
              <a:ext cx="795037" cy="810748"/>
            </a:xfrm>
            <a:custGeom>
              <a:avLst/>
              <a:gdLst>
                <a:gd name="connsiteX0" fmla="*/ 926014 w 926014"/>
                <a:gd name="connsiteY0" fmla="*/ 0 h 944315"/>
                <a:gd name="connsiteX1" fmla="*/ 926014 w 926014"/>
                <a:gd name="connsiteY1" fmla="*/ 37870 h 944315"/>
                <a:gd name="connsiteX2" fmla="*/ 18935 w 926014"/>
                <a:gd name="connsiteY2" fmla="*/ 944315 h 944315"/>
                <a:gd name="connsiteX3" fmla="*/ 0 w 926014"/>
                <a:gd name="connsiteY3" fmla="*/ 925367 h 944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6014" h="944315">
                  <a:moveTo>
                    <a:pt x="926014" y="0"/>
                  </a:moveTo>
                  <a:lnTo>
                    <a:pt x="926014" y="37870"/>
                  </a:lnTo>
                  <a:lnTo>
                    <a:pt x="18935" y="944315"/>
                  </a:lnTo>
                  <a:lnTo>
                    <a:pt x="0" y="925367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CF0E3D4-AF86-4704-CB51-CE2842D5E99D}"/>
                </a:ext>
              </a:extLst>
            </p:cNvPr>
            <p:cNvSpPr/>
            <p:nvPr/>
          </p:nvSpPr>
          <p:spPr>
            <a:xfrm flipH="1">
              <a:off x="0" y="1994158"/>
              <a:ext cx="334409" cy="338820"/>
            </a:xfrm>
            <a:custGeom>
              <a:avLst/>
              <a:gdLst>
                <a:gd name="connsiteX0" fmla="*/ 389501 w 389501"/>
                <a:gd name="connsiteY0" fmla="*/ 0 h 394639"/>
                <a:gd name="connsiteX1" fmla="*/ 389501 w 389501"/>
                <a:gd name="connsiteY1" fmla="*/ 37202 h 394639"/>
                <a:gd name="connsiteX2" fmla="*/ 18588 w 389501"/>
                <a:gd name="connsiteY2" fmla="*/ 394639 h 394639"/>
                <a:gd name="connsiteX3" fmla="*/ 0 w 389501"/>
                <a:gd name="connsiteY3" fmla="*/ 375350 h 394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9501" h="394639">
                  <a:moveTo>
                    <a:pt x="389501" y="0"/>
                  </a:moveTo>
                  <a:lnTo>
                    <a:pt x="389501" y="37202"/>
                  </a:lnTo>
                  <a:lnTo>
                    <a:pt x="18588" y="394639"/>
                  </a:lnTo>
                  <a:lnTo>
                    <a:pt x="0" y="37535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493BB86-3EFC-73E1-853B-0979396A8EE5}"/>
                </a:ext>
              </a:extLst>
            </p:cNvPr>
            <p:cNvSpPr/>
            <p:nvPr/>
          </p:nvSpPr>
          <p:spPr>
            <a:xfrm>
              <a:off x="2420584" y="245715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7"/>
                    <a:pt x="26197" y="0"/>
                    <a:pt x="58514" y="0"/>
                  </a:cubicBezTo>
                  <a:cubicBezTo>
                    <a:pt x="90830" y="0"/>
                    <a:pt x="117027" y="26197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0E04208-38CA-C349-8737-76287C5DECD5}"/>
                </a:ext>
              </a:extLst>
            </p:cNvPr>
            <p:cNvSpPr/>
            <p:nvPr/>
          </p:nvSpPr>
          <p:spPr>
            <a:xfrm>
              <a:off x="2498946" y="706196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8"/>
                    <a:pt x="26197" y="0"/>
                    <a:pt x="58514" y="0"/>
                  </a:cubicBezTo>
                  <a:cubicBezTo>
                    <a:pt x="90830" y="0"/>
                    <a:pt x="117027" y="26198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5831F1B-0D2E-0FDF-7E37-4B1975A85BC1}"/>
                </a:ext>
              </a:extLst>
            </p:cNvPr>
            <p:cNvSpPr/>
            <p:nvPr/>
          </p:nvSpPr>
          <p:spPr>
            <a:xfrm>
              <a:off x="1958229" y="1081678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7"/>
                    <a:pt x="26197" y="0"/>
                    <a:pt x="58514" y="0"/>
                  </a:cubicBezTo>
                  <a:cubicBezTo>
                    <a:pt x="90830" y="0"/>
                    <a:pt x="117027" y="26197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319057BA-A135-2557-AB61-25993D996ABC}"/>
                </a:ext>
              </a:extLst>
            </p:cNvPr>
            <p:cNvSpPr/>
            <p:nvPr/>
          </p:nvSpPr>
          <p:spPr>
            <a:xfrm>
              <a:off x="1678951" y="1081678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7"/>
                    <a:pt x="26197" y="0"/>
                    <a:pt x="58514" y="0"/>
                  </a:cubicBezTo>
                  <a:cubicBezTo>
                    <a:pt x="90830" y="0"/>
                    <a:pt x="117027" y="26197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6A7CEEC-16B5-ECCB-9150-C7B86974F5FF}"/>
                </a:ext>
              </a:extLst>
            </p:cNvPr>
            <p:cNvSpPr/>
            <p:nvPr/>
          </p:nvSpPr>
          <p:spPr>
            <a:xfrm>
              <a:off x="1345097" y="1081678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7"/>
                    <a:pt x="26197" y="0"/>
                    <a:pt x="58514" y="0"/>
                  </a:cubicBezTo>
                  <a:cubicBezTo>
                    <a:pt x="90830" y="0"/>
                    <a:pt x="117027" y="26197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7A6EBE4A-7044-C1A3-86D6-D264DA75E419}"/>
                </a:ext>
              </a:extLst>
            </p:cNvPr>
            <p:cNvSpPr/>
            <p:nvPr/>
          </p:nvSpPr>
          <p:spPr>
            <a:xfrm>
              <a:off x="1150751" y="1228118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7"/>
                    <a:pt x="26197" y="0"/>
                    <a:pt x="58514" y="0"/>
                  </a:cubicBezTo>
                  <a:cubicBezTo>
                    <a:pt x="90830" y="0"/>
                    <a:pt x="117027" y="26197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D8AC76BF-4780-7596-FEB9-C6138A50150C}"/>
                </a:ext>
              </a:extLst>
            </p:cNvPr>
            <p:cNvSpPr/>
            <p:nvPr/>
          </p:nvSpPr>
          <p:spPr>
            <a:xfrm>
              <a:off x="1150751" y="1602976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8"/>
                    <a:pt x="26197" y="0"/>
                    <a:pt x="58514" y="0"/>
                  </a:cubicBezTo>
                  <a:cubicBezTo>
                    <a:pt x="90830" y="0"/>
                    <a:pt x="117027" y="26198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896871BF-0BC8-C6B1-E3BF-50F834766B9B}"/>
                </a:ext>
              </a:extLst>
            </p:cNvPr>
            <p:cNvSpPr/>
            <p:nvPr/>
          </p:nvSpPr>
          <p:spPr>
            <a:xfrm>
              <a:off x="1150751" y="1845818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7"/>
                    <a:pt x="26197" y="0"/>
                    <a:pt x="58514" y="0"/>
                  </a:cubicBezTo>
                  <a:cubicBezTo>
                    <a:pt x="90830" y="0"/>
                    <a:pt x="117027" y="26198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1F62CD9C-E226-1744-0CC4-8770D7E2408B}"/>
                </a:ext>
              </a:extLst>
            </p:cNvPr>
            <p:cNvSpPr/>
            <p:nvPr/>
          </p:nvSpPr>
          <p:spPr>
            <a:xfrm>
              <a:off x="726117" y="2340075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8" y="117027"/>
                    <a:pt x="0" y="90830"/>
                    <a:pt x="0" y="58514"/>
                  </a:cubicBezTo>
                  <a:cubicBezTo>
                    <a:pt x="0" y="26197"/>
                    <a:pt x="26198" y="0"/>
                    <a:pt x="58514" y="0"/>
                  </a:cubicBezTo>
                  <a:cubicBezTo>
                    <a:pt x="90830" y="0"/>
                    <a:pt x="117027" y="26198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FCCF6F3-5109-C660-1EBB-F2BA1A65E9E8}"/>
                </a:ext>
              </a:extLst>
            </p:cNvPr>
            <p:cNvSpPr/>
            <p:nvPr/>
          </p:nvSpPr>
          <p:spPr>
            <a:xfrm>
              <a:off x="259096" y="2267923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7"/>
                    <a:pt x="26198" y="0"/>
                    <a:pt x="58514" y="0"/>
                  </a:cubicBezTo>
                  <a:cubicBezTo>
                    <a:pt x="90830" y="0"/>
                    <a:pt x="117027" y="26198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87FA77-59D1-7D1D-510A-67A790A5FC5C}"/>
                </a:ext>
              </a:extLst>
            </p:cNvPr>
            <p:cNvSpPr/>
            <p:nvPr/>
          </p:nvSpPr>
          <p:spPr>
            <a:xfrm>
              <a:off x="510535" y="1752264"/>
              <a:ext cx="72117" cy="72117"/>
            </a:xfrm>
            <a:custGeom>
              <a:avLst/>
              <a:gdLst>
                <a:gd name="connsiteX0" fmla="*/ 69420 w 69420"/>
                <a:gd name="connsiteY0" fmla="*/ 34710 h 69420"/>
                <a:gd name="connsiteX1" fmla="*/ 34710 w 69420"/>
                <a:gd name="connsiteY1" fmla="*/ 69420 h 69420"/>
                <a:gd name="connsiteX2" fmla="*/ 0 w 69420"/>
                <a:gd name="connsiteY2" fmla="*/ 34710 h 69420"/>
                <a:gd name="connsiteX3" fmla="*/ 34710 w 69420"/>
                <a:gd name="connsiteY3" fmla="*/ 0 h 69420"/>
                <a:gd name="connsiteX4" fmla="*/ 69420 w 69420"/>
                <a:gd name="connsiteY4" fmla="*/ 34710 h 6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20" h="69420">
                  <a:moveTo>
                    <a:pt x="69420" y="34710"/>
                  </a:moveTo>
                  <a:cubicBezTo>
                    <a:pt x="69420" y="53880"/>
                    <a:pt x="53880" y="69420"/>
                    <a:pt x="34710" y="69420"/>
                  </a:cubicBezTo>
                  <a:cubicBezTo>
                    <a:pt x="15540" y="69420"/>
                    <a:pt x="0" y="53880"/>
                    <a:pt x="0" y="34710"/>
                  </a:cubicBezTo>
                  <a:cubicBezTo>
                    <a:pt x="0" y="15540"/>
                    <a:pt x="15540" y="0"/>
                    <a:pt x="34710" y="0"/>
                  </a:cubicBezTo>
                  <a:cubicBezTo>
                    <a:pt x="53880" y="0"/>
                    <a:pt x="69420" y="15540"/>
                    <a:pt x="69420" y="3471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EF50C41-96DD-97DA-E951-7FB1817449C4}"/>
                </a:ext>
              </a:extLst>
            </p:cNvPr>
            <p:cNvSpPr/>
            <p:nvPr/>
          </p:nvSpPr>
          <p:spPr>
            <a:xfrm>
              <a:off x="653690" y="1380527"/>
              <a:ext cx="72117" cy="72117"/>
            </a:xfrm>
            <a:custGeom>
              <a:avLst/>
              <a:gdLst>
                <a:gd name="connsiteX0" fmla="*/ 69420 w 69420"/>
                <a:gd name="connsiteY0" fmla="*/ 34710 h 69420"/>
                <a:gd name="connsiteX1" fmla="*/ 34710 w 69420"/>
                <a:gd name="connsiteY1" fmla="*/ 69420 h 69420"/>
                <a:gd name="connsiteX2" fmla="*/ 0 w 69420"/>
                <a:gd name="connsiteY2" fmla="*/ 34710 h 69420"/>
                <a:gd name="connsiteX3" fmla="*/ 34710 w 69420"/>
                <a:gd name="connsiteY3" fmla="*/ 0 h 69420"/>
                <a:gd name="connsiteX4" fmla="*/ 69420 w 69420"/>
                <a:gd name="connsiteY4" fmla="*/ 34710 h 6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20" h="69420">
                  <a:moveTo>
                    <a:pt x="69420" y="34710"/>
                  </a:moveTo>
                  <a:cubicBezTo>
                    <a:pt x="69420" y="53880"/>
                    <a:pt x="53880" y="69420"/>
                    <a:pt x="34710" y="69420"/>
                  </a:cubicBezTo>
                  <a:cubicBezTo>
                    <a:pt x="15540" y="69420"/>
                    <a:pt x="0" y="53880"/>
                    <a:pt x="0" y="34710"/>
                  </a:cubicBezTo>
                  <a:cubicBezTo>
                    <a:pt x="0" y="15540"/>
                    <a:pt x="15540" y="0"/>
                    <a:pt x="34710" y="0"/>
                  </a:cubicBezTo>
                  <a:cubicBezTo>
                    <a:pt x="53880" y="0"/>
                    <a:pt x="69420" y="15540"/>
                    <a:pt x="69420" y="3471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15AFFB2-0AC6-1BEE-BFC8-FE58A5D0AB2D}"/>
                </a:ext>
              </a:extLst>
            </p:cNvPr>
            <p:cNvSpPr/>
            <p:nvPr/>
          </p:nvSpPr>
          <p:spPr>
            <a:xfrm>
              <a:off x="578580" y="1010893"/>
              <a:ext cx="72117" cy="72117"/>
            </a:xfrm>
            <a:custGeom>
              <a:avLst/>
              <a:gdLst>
                <a:gd name="connsiteX0" fmla="*/ 69420 w 69420"/>
                <a:gd name="connsiteY0" fmla="*/ 34710 h 69420"/>
                <a:gd name="connsiteX1" fmla="*/ 34710 w 69420"/>
                <a:gd name="connsiteY1" fmla="*/ 69420 h 69420"/>
                <a:gd name="connsiteX2" fmla="*/ 0 w 69420"/>
                <a:gd name="connsiteY2" fmla="*/ 34710 h 69420"/>
                <a:gd name="connsiteX3" fmla="*/ 34710 w 69420"/>
                <a:gd name="connsiteY3" fmla="*/ 0 h 69420"/>
                <a:gd name="connsiteX4" fmla="*/ 69420 w 69420"/>
                <a:gd name="connsiteY4" fmla="*/ 34710 h 6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20" h="69420">
                  <a:moveTo>
                    <a:pt x="69420" y="34710"/>
                  </a:moveTo>
                  <a:cubicBezTo>
                    <a:pt x="69420" y="53880"/>
                    <a:pt x="53880" y="69420"/>
                    <a:pt x="34710" y="69420"/>
                  </a:cubicBezTo>
                  <a:cubicBezTo>
                    <a:pt x="15540" y="69420"/>
                    <a:pt x="0" y="53880"/>
                    <a:pt x="0" y="34710"/>
                  </a:cubicBezTo>
                  <a:cubicBezTo>
                    <a:pt x="0" y="15540"/>
                    <a:pt x="15540" y="0"/>
                    <a:pt x="34710" y="0"/>
                  </a:cubicBezTo>
                  <a:cubicBezTo>
                    <a:pt x="53880" y="0"/>
                    <a:pt x="69420" y="15540"/>
                    <a:pt x="69420" y="3471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9EADE7E-813C-6010-4DFA-7B5EAF8A7254}"/>
                </a:ext>
              </a:extLst>
            </p:cNvPr>
            <p:cNvSpPr/>
            <p:nvPr/>
          </p:nvSpPr>
          <p:spPr>
            <a:xfrm>
              <a:off x="856479" y="772225"/>
              <a:ext cx="72117" cy="72117"/>
            </a:xfrm>
            <a:custGeom>
              <a:avLst/>
              <a:gdLst>
                <a:gd name="connsiteX0" fmla="*/ 69421 w 69420"/>
                <a:gd name="connsiteY0" fmla="*/ 34710 h 69420"/>
                <a:gd name="connsiteX1" fmla="*/ 34710 w 69420"/>
                <a:gd name="connsiteY1" fmla="*/ 69420 h 69420"/>
                <a:gd name="connsiteX2" fmla="*/ 0 w 69420"/>
                <a:gd name="connsiteY2" fmla="*/ 34710 h 69420"/>
                <a:gd name="connsiteX3" fmla="*/ 34710 w 69420"/>
                <a:gd name="connsiteY3" fmla="*/ 0 h 69420"/>
                <a:gd name="connsiteX4" fmla="*/ 69421 w 69420"/>
                <a:gd name="connsiteY4" fmla="*/ 34710 h 6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20" h="69420">
                  <a:moveTo>
                    <a:pt x="69421" y="34710"/>
                  </a:moveTo>
                  <a:cubicBezTo>
                    <a:pt x="69421" y="53880"/>
                    <a:pt x="53880" y="69420"/>
                    <a:pt x="34710" y="69420"/>
                  </a:cubicBezTo>
                  <a:cubicBezTo>
                    <a:pt x="15540" y="69420"/>
                    <a:pt x="0" y="53880"/>
                    <a:pt x="0" y="34710"/>
                  </a:cubicBezTo>
                  <a:cubicBezTo>
                    <a:pt x="0" y="15540"/>
                    <a:pt x="15540" y="0"/>
                    <a:pt x="34710" y="0"/>
                  </a:cubicBezTo>
                  <a:cubicBezTo>
                    <a:pt x="53880" y="0"/>
                    <a:pt x="69421" y="15540"/>
                    <a:pt x="69421" y="3471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C0E04C9-FBC2-3061-931C-92BF19E9242C}"/>
                </a:ext>
              </a:extLst>
            </p:cNvPr>
            <p:cNvSpPr/>
            <p:nvPr/>
          </p:nvSpPr>
          <p:spPr>
            <a:xfrm>
              <a:off x="1100536" y="596082"/>
              <a:ext cx="72117" cy="72117"/>
            </a:xfrm>
            <a:custGeom>
              <a:avLst/>
              <a:gdLst>
                <a:gd name="connsiteX0" fmla="*/ 69420 w 69420"/>
                <a:gd name="connsiteY0" fmla="*/ 34710 h 69420"/>
                <a:gd name="connsiteX1" fmla="*/ 34710 w 69420"/>
                <a:gd name="connsiteY1" fmla="*/ 69420 h 69420"/>
                <a:gd name="connsiteX2" fmla="*/ 0 w 69420"/>
                <a:gd name="connsiteY2" fmla="*/ 34710 h 69420"/>
                <a:gd name="connsiteX3" fmla="*/ 34710 w 69420"/>
                <a:gd name="connsiteY3" fmla="*/ 0 h 69420"/>
                <a:gd name="connsiteX4" fmla="*/ 69420 w 69420"/>
                <a:gd name="connsiteY4" fmla="*/ 34710 h 6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20" h="69420">
                  <a:moveTo>
                    <a:pt x="69420" y="34710"/>
                  </a:moveTo>
                  <a:cubicBezTo>
                    <a:pt x="69420" y="53880"/>
                    <a:pt x="53880" y="69420"/>
                    <a:pt x="34710" y="69420"/>
                  </a:cubicBezTo>
                  <a:cubicBezTo>
                    <a:pt x="15540" y="69420"/>
                    <a:pt x="0" y="53880"/>
                    <a:pt x="0" y="34710"/>
                  </a:cubicBezTo>
                  <a:cubicBezTo>
                    <a:pt x="0" y="15540"/>
                    <a:pt x="15540" y="0"/>
                    <a:pt x="34710" y="0"/>
                  </a:cubicBezTo>
                  <a:cubicBezTo>
                    <a:pt x="53880" y="0"/>
                    <a:pt x="69420" y="15540"/>
                    <a:pt x="69420" y="3471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D92D487-0DE0-F669-CCDF-FEEAC235932D}"/>
                </a:ext>
              </a:extLst>
            </p:cNvPr>
            <p:cNvSpPr/>
            <p:nvPr/>
          </p:nvSpPr>
          <p:spPr>
            <a:xfrm>
              <a:off x="1975467" y="503723"/>
              <a:ext cx="72117" cy="72117"/>
            </a:xfrm>
            <a:custGeom>
              <a:avLst/>
              <a:gdLst>
                <a:gd name="connsiteX0" fmla="*/ 69420 w 69420"/>
                <a:gd name="connsiteY0" fmla="*/ 34710 h 69420"/>
                <a:gd name="connsiteX1" fmla="*/ 34710 w 69420"/>
                <a:gd name="connsiteY1" fmla="*/ 69420 h 69420"/>
                <a:gd name="connsiteX2" fmla="*/ 0 w 69420"/>
                <a:gd name="connsiteY2" fmla="*/ 34710 h 69420"/>
                <a:gd name="connsiteX3" fmla="*/ 34710 w 69420"/>
                <a:gd name="connsiteY3" fmla="*/ 0 h 69420"/>
                <a:gd name="connsiteX4" fmla="*/ 69420 w 69420"/>
                <a:gd name="connsiteY4" fmla="*/ 34710 h 6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20" h="69420">
                  <a:moveTo>
                    <a:pt x="69420" y="34710"/>
                  </a:moveTo>
                  <a:cubicBezTo>
                    <a:pt x="69420" y="53880"/>
                    <a:pt x="53880" y="69420"/>
                    <a:pt x="34710" y="69420"/>
                  </a:cubicBezTo>
                  <a:cubicBezTo>
                    <a:pt x="15540" y="69420"/>
                    <a:pt x="0" y="53880"/>
                    <a:pt x="0" y="34710"/>
                  </a:cubicBezTo>
                  <a:cubicBezTo>
                    <a:pt x="0" y="15540"/>
                    <a:pt x="15540" y="0"/>
                    <a:pt x="34710" y="0"/>
                  </a:cubicBezTo>
                  <a:cubicBezTo>
                    <a:pt x="53880" y="0"/>
                    <a:pt x="69420" y="15540"/>
                    <a:pt x="69420" y="3471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23E1755-D62D-545B-CA9E-EBF64ED87A66}"/>
              </a:ext>
            </a:extLst>
          </p:cNvPr>
          <p:cNvGrpSpPr/>
          <p:nvPr/>
        </p:nvGrpSpPr>
        <p:grpSpPr>
          <a:xfrm flipV="1">
            <a:off x="0" y="4396350"/>
            <a:ext cx="2620521" cy="2461650"/>
            <a:chOff x="0" y="0"/>
            <a:chExt cx="2620521" cy="2461650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8DEB5078-8F34-BF0C-2FD4-13ECD3DC3E69}"/>
                </a:ext>
              </a:extLst>
            </p:cNvPr>
            <p:cNvSpPr/>
            <p:nvPr/>
          </p:nvSpPr>
          <p:spPr>
            <a:xfrm flipH="1">
              <a:off x="1" y="1420008"/>
              <a:ext cx="550337" cy="379814"/>
            </a:xfrm>
            <a:custGeom>
              <a:avLst/>
              <a:gdLst>
                <a:gd name="connsiteX0" fmla="*/ 641002 w 641002"/>
                <a:gd name="connsiteY0" fmla="*/ 0 h 442386"/>
                <a:gd name="connsiteX1" fmla="*/ 641002 w 641002"/>
                <a:gd name="connsiteY1" fmla="*/ 37469 h 442386"/>
                <a:gd name="connsiteX2" fmla="*/ 226860 w 641002"/>
                <a:gd name="connsiteY2" fmla="*/ 442386 h 442386"/>
                <a:gd name="connsiteX3" fmla="*/ 0 w 641002"/>
                <a:gd name="connsiteY3" fmla="*/ 442386 h 442386"/>
                <a:gd name="connsiteX4" fmla="*/ 0 w 641002"/>
                <a:gd name="connsiteY4" fmla="*/ 415598 h 442386"/>
                <a:gd name="connsiteX5" fmla="*/ 215953 w 641002"/>
                <a:gd name="connsiteY5" fmla="*/ 415598 h 442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41002" h="442386">
                  <a:moveTo>
                    <a:pt x="641002" y="0"/>
                  </a:moveTo>
                  <a:lnTo>
                    <a:pt x="641002" y="37469"/>
                  </a:lnTo>
                  <a:lnTo>
                    <a:pt x="226860" y="442386"/>
                  </a:lnTo>
                  <a:lnTo>
                    <a:pt x="0" y="442386"/>
                  </a:lnTo>
                  <a:lnTo>
                    <a:pt x="0" y="415598"/>
                  </a:lnTo>
                  <a:lnTo>
                    <a:pt x="215953" y="41559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2665F6A-B4E2-F0FE-7221-9C45DB210722}"/>
                </a:ext>
              </a:extLst>
            </p:cNvPr>
            <p:cNvSpPr/>
            <p:nvPr/>
          </p:nvSpPr>
          <p:spPr>
            <a:xfrm flipH="1">
              <a:off x="1" y="1213277"/>
              <a:ext cx="1222019" cy="704828"/>
            </a:xfrm>
            <a:custGeom>
              <a:avLst/>
              <a:gdLst>
                <a:gd name="connsiteX0" fmla="*/ 1423340 w 1423340"/>
                <a:gd name="connsiteY0" fmla="*/ 0 h 820944"/>
                <a:gd name="connsiteX1" fmla="*/ 1423340 w 1423340"/>
                <a:gd name="connsiteY1" fmla="*/ 37887 h 820944"/>
                <a:gd name="connsiteX2" fmla="*/ 1048654 w 1423340"/>
                <a:gd name="connsiteY2" fmla="*/ 412573 h 820944"/>
                <a:gd name="connsiteX3" fmla="*/ 559535 w 1423340"/>
                <a:gd name="connsiteY3" fmla="*/ 412573 h 820944"/>
                <a:gd name="connsiteX4" fmla="*/ 559535 w 1423340"/>
                <a:gd name="connsiteY4" fmla="*/ 820944 h 820944"/>
                <a:gd name="connsiteX5" fmla="*/ 0 w 1423340"/>
                <a:gd name="connsiteY5" fmla="*/ 820944 h 820944"/>
                <a:gd name="connsiteX6" fmla="*/ 0 w 1423340"/>
                <a:gd name="connsiteY6" fmla="*/ 794155 h 820944"/>
                <a:gd name="connsiteX7" fmla="*/ 532746 w 1423340"/>
                <a:gd name="connsiteY7" fmla="*/ 794155 h 820944"/>
                <a:gd name="connsiteX8" fmla="*/ 532746 w 1423340"/>
                <a:gd name="connsiteY8" fmla="*/ 385785 h 820944"/>
                <a:gd name="connsiteX9" fmla="*/ 1037556 w 1423340"/>
                <a:gd name="connsiteY9" fmla="*/ 385785 h 82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3340" h="820944">
                  <a:moveTo>
                    <a:pt x="1423340" y="0"/>
                  </a:moveTo>
                  <a:lnTo>
                    <a:pt x="1423340" y="37887"/>
                  </a:lnTo>
                  <a:lnTo>
                    <a:pt x="1048654" y="412573"/>
                  </a:lnTo>
                  <a:lnTo>
                    <a:pt x="559535" y="412573"/>
                  </a:lnTo>
                  <a:lnTo>
                    <a:pt x="559535" y="820944"/>
                  </a:lnTo>
                  <a:lnTo>
                    <a:pt x="0" y="820944"/>
                  </a:lnTo>
                  <a:lnTo>
                    <a:pt x="0" y="794155"/>
                  </a:lnTo>
                  <a:lnTo>
                    <a:pt x="532746" y="794155"/>
                  </a:lnTo>
                  <a:lnTo>
                    <a:pt x="532746" y="385785"/>
                  </a:lnTo>
                  <a:lnTo>
                    <a:pt x="1037556" y="38578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E646521A-9623-0B3A-8D6A-0E3BD3F13329}"/>
                </a:ext>
              </a:extLst>
            </p:cNvPr>
            <p:cNvSpPr/>
            <p:nvPr/>
          </p:nvSpPr>
          <p:spPr>
            <a:xfrm flipH="1">
              <a:off x="0" y="1044329"/>
              <a:ext cx="689747" cy="383756"/>
            </a:xfrm>
            <a:custGeom>
              <a:avLst/>
              <a:gdLst>
                <a:gd name="connsiteX0" fmla="*/ 803379 w 803379"/>
                <a:gd name="connsiteY0" fmla="*/ 0 h 446978"/>
                <a:gd name="connsiteX1" fmla="*/ 803379 w 803379"/>
                <a:gd name="connsiteY1" fmla="*/ 37812 h 446978"/>
                <a:gd name="connsiteX2" fmla="*/ 394250 w 803379"/>
                <a:gd name="connsiteY2" fmla="*/ 446978 h 446978"/>
                <a:gd name="connsiteX3" fmla="*/ 0 w 803379"/>
                <a:gd name="connsiteY3" fmla="*/ 446978 h 446978"/>
                <a:gd name="connsiteX4" fmla="*/ 0 w 803379"/>
                <a:gd name="connsiteY4" fmla="*/ 420189 h 446978"/>
                <a:gd name="connsiteX5" fmla="*/ 383152 w 803379"/>
                <a:gd name="connsiteY5" fmla="*/ 420189 h 446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3379" h="446978">
                  <a:moveTo>
                    <a:pt x="803379" y="0"/>
                  </a:moveTo>
                  <a:lnTo>
                    <a:pt x="803379" y="37812"/>
                  </a:lnTo>
                  <a:lnTo>
                    <a:pt x="394250" y="446978"/>
                  </a:lnTo>
                  <a:lnTo>
                    <a:pt x="0" y="446978"/>
                  </a:lnTo>
                  <a:lnTo>
                    <a:pt x="0" y="420189"/>
                  </a:lnTo>
                  <a:lnTo>
                    <a:pt x="383152" y="42018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FBE5CFC1-45DB-E9B1-387E-708E3515F69E}"/>
                </a:ext>
              </a:extLst>
            </p:cNvPr>
            <p:cNvSpPr/>
            <p:nvPr/>
          </p:nvSpPr>
          <p:spPr>
            <a:xfrm flipH="1">
              <a:off x="0" y="822024"/>
              <a:ext cx="1230168" cy="849888"/>
            </a:xfrm>
            <a:custGeom>
              <a:avLst/>
              <a:gdLst>
                <a:gd name="connsiteX0" fmla="*/ 1432831 w 1432831"/>
                <a:gd name="connsiteY0" fmla="*/ 0 h 989902"/>
                <a:gd name="connsiteX1" fmla="*/ 1432831 w 1432831"/>
                <a:gd name="connsiteY1" fmla="*/ 37886 h 989902"/>
                <a:gd name="connsiteX2" fmla="*/ 991709 w 1432831"/>
                <a:gd name="connsiteY2" fmla="*/ 479008 h 989902"/>
                <a:gd name="connsiteX3" fmla="*/ 529876 w 1432831"/>
                <a:gd name="connsiteY3" fmla="*/ 479008 h 989902"/>
                <a:gd name="connsiteX4" fmla="*/ 18943 w 1432831"/>
                <a:gd name="connsiteY4" fmla="*/ 989902 h 989902"/>
                <a:gd name="connsiteX5" fmla="*/ 0 w 1432831"/>
                <a:gd name="connsiteY5" fmla="*/ 970959 h 989902"/>
                <a:gd name="connsiteX6" fmla="*/ 518778 w 1432831"/>
                <a:gd name="connsiteY6" fmla="*/ 452220 h 989902"/>
                <a:gd name="connsiteX7" fmla="*/ 980611 w 1432831"/>
                <a:gd name="connsiteY7" fmla="*/ 452220 h 989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32831" h="989902">
                  <a:moveTo>
                    <a:pt x="1432831" y="0"/>
                  </a:moveTo>
                  <a:lnTo>
                    <a:pt x="1432831" y="37886"/>
                  </a:lnTo>
                  <a:lnTo>
                    <a:pt x="991709" y="479008"/>
                  </a:lnTo>
                  <a:lnTo>
                    <a:pt x="529876" y="479008"/>
                  </a:lnTo>
                  <a:lnTo>
                    <a:pt x="18943" y="989902"/>
                  </a:lnTo>
                  <a:lnTo>
                    <a:pt x="0" y="970959"/>
                  </a:lnTo>
                  <a:lnTo>
                    <a:pt x="518778" y="452220"/>
                  </a:lnTo>
                  <a:lnTo>
                    <a:pt x="980611" y="45222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81088E81-3017-B2AA-ECD4-271C1A18322C}"/>
                </a:ext>
              </a:extLst>
            </p:cNvPr>
            <p:cNvSpPr/>
            <p:nvPr/>
          </p:nvSpPr>
          <p:spPr>
            <a:xfrm flipH="1">
              <a:off x="1" y="611285"/>
              <a:ext cx="604846" cy="447169"/>
            </a:xfrm>
            <a:custGeom>
              <a:avLst/>
              <a:gdLst>
                <a:gd name="connsiteX0" fmla="*/ 704491 w 704491"/>
                <a:gd name="connsiteY0" fmla="*/ 0 h 520837"/>
                <a:gd name="connsiteX1" fmla="*/ 704491 w 704491"/>
                <a:gd name="connsiteY1" fmla="*/ 37887 h 520837"/>
                <a:gd name="connsiteX2" fmla="*/ 221540 w 704491"/>
                <a:gd name="connsiteY2" fmla="*/ 520837 h 520837"/>
                <a:gd name="connsiteX3" fmla="*/ 0 w 704491"/>
                <a:gd name="connsiteY3" fmla="*/ 520837 h 520837"/>
                <a:gd name="connsiteX4" fmla="*/ 0 w 704491"/>
                <a:gd name="connsiteY4" fmla="*/ 494049 h 520837"/>
                <a:gd name="connsiteX5" fmla="*/ 210443 w 704491"/>
                <a:gd name="connsiteY5" fmla="*/ 494049 h 52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4491" h="520837">
                  <a:moveTo>
                    <a:pt x="704491" y="0"/>
                  </a:moveTo>
                  <a:lnTo>
                    <a:pt x="704491" y="37887"/>
                  </a:lnTo>
                  <a:lnTo>
                    <a:pt x="221540" y="520837"/>
                  </a:lnTo>
                  <a:lnTo>
                    <a:pt x="0" y="520837"/>
                  </a:lnTo>
                  <a:lnTo>
                    <a:pt x="0" y="494049"/>
                  </a:lnTo>
                  <a:lnTo>
                    <a:pt x="210443" y="49404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A565A266-BBBB-A217-267D-872F22C33C5D}"/>
                </a:ext>
              </a:extLst>
            </p:cNvPr>
            <p:cNvSpPr/>
            <p:nvPr/>
          </p:nvSpPr>
          <p:spPr>
            <a:xfrm flipH="1">
              <a:off x="1" y="359012"/>
              <a:ext cx="1230168" cy="938042"/>
            </a:xfrm>
            <a:custGeom>
              <a:avLst/>
              <a:gdLst>
                <a:gd name="connsiteX0" fmla="*/ 1432831 w 1432831"/>
                <a:gd name="connsiteY0" fmla="*/ 0 h 1092579"/>
                <a:gd name="connsiteX1" fmla="*/ 1432831 w 1432831"/>
                <a:gd name="connsiteY1" fmla="*/ 37886 h 1092579"/>
                <a:gd name="connsiteX2" fmla="*/ 886469 w 1432831"/>
                <a:gd name="connsiteY2" fmla="*/ 584249 h 1092579"/>
                <a:gd name="connsiteX3" fmla="*/ 527312 w 1432831"/>
                <a:gd name="connsiteY3" fmla="*/ 584249 h 1092579"/>
                <a:gd name="connsiteX4" fmla="*/ 18943 w 1432831"/>
                <a:gd name="connsiteY4" fmla="*/ 1092579 h 1092579"/>
                <a:gd name="connsiteX5" fmla="*/ 0 w 1432831"/>
                <a:gd name="connsiteY5" fmla="*/ 1073636 h 1092579"/>
                <a:gd name="connsiteX6" fmla="*/ 516214 w 1432831"/>
                <a:gd name="connsiteY6" fmla="*/ 557460 h 1092579"/>
                <a:gd name="connsiteX7" fmla="*/ 875371 w 1432831"/>
                <a:gd name="connsiteY7" fmla="*/ 557460 h 1092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32831" h="1092579">
                  <a:moveTo>
                    <a:pt x="1432831" y="0"/>
                  </a:moveTo>
                  <a:lnTo>
                    <a:pt x="1432831" y="37886"/>
                  </a:lnTo>
                  <a:lnTo>
                    <a:pt x="886469" y="584249"/>
                  </a:lnTo>
                  <a:lnTo>
                    <a:pt x="527312" y="584249"/>
                  </a:lnTo>
                  <a:lnTo>
                    <a:pt x="18943" y="1092579"/>
                  </a:lnTo>
                  <a:lnTo>
                    <a:pt x="0" y="1073636"/>
                  </a:lnTo>
                  <a:lnTo>
                    <a:pt x="516214" y="557460"/>
                  </a:lnTo>
                  <a:lnTo>
                    <a:pt x="875371" y="55746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79CADF69-7EC5-DECF-085E-23BD067AF11B}"/>
                </a:ext>
              </a:extLst>
            </p:cNvPr>
            <p:cNvSpPr/>
            <p:nvPr/>
          </p:nvSpPr>
          <p:spPr>
            <a:xfrm flipH="1">
              <a:off x="0" y="63798"/>
              <a:ext cx="900652" cy="752602"/>
            </a:xfrm>
            <a:custGeom>
              <a:avLst/>
              <a:gdLst>
                <a:gd name="connsiteX0" fmla="*/ 1049029 w 1049029"/>
                <a:gd name="connsiteY0" fmla="*/ 0 h 876589"/>
                <a:gd name="connsiteX1" fmla="*/ 1049029 w 1049029"/>
                <a:gd name="connsiteY1" fmla="*/ 37849 h 876589"/>
                <a:gd name="connsiteX2" fmla="*/ 612002 w 1049029"/>
                <a:gd name="connsiteY2" fmla="*/ 474876 h 876589"/>
                <a:gd name="connsiteX3" fmla="*/ 420655 w 1049029"/>
                <a:gd name="connsiteY3" fmla="*/ 474876 h 876589"/>
                <a:gd name="connsiteX4" fmla="*/ 18943 w 1049029"/>
                <a:gd name="connsiteY4" fmla="*/ 876589 h 876589"/>
                <a:gd name="connsiteX5" fmla="*/ 0 w 1049029"/>
                <a:gd name="connsiteY5" fmla="*/ 857645 h 876589"/>
                <a:gd name="connsiteX6" fmla="*/ 409558 w 1049029"/>
                <a:gd name="connsiteY6" fmla="*/ 448088 h 876589"/>
                <a:gd name="connsiteX7" fmla="*/ 600904 w 1049029"/>
                <a:gd name="connsiteY7" fmla="*/ 448088 h 876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9029" h="876589">
                  <a:moveTo>
                    <a:pt x="1049029" y="0"/>
                  </a:moveTo>
                  <a:lnTo>
                    <a:pt x="1049029" y="37849"/>
                  </a:lnTo>
                  <a:lnTo>
                    <a:pt x="612002" y="474876"/>
                  </a:lnTo>
                  <a:lnTo>
                    <a:pt x="420655" y="474876"/>
                  </a:lnTo>
                  <a:lnTo>
                    <a:pt x="18943" y="876589"/>
                  </a:lnTo>
                  <a:lnTo>
                    <a:pt x="0" y="857645"/>
                  </a:lnTo>
                  <a:lnTo>
                    <a:pt x="409558" y="448088"/>
                  </a:lnTo>
                  <a:lnTo>
                    <a:pt x="600904" y="44808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26C143E9-BD8C-B89C-308A-802E85E0511B}"/>
                </a:ext>
              </a:extLst>
            </p:cNvPr>
            <p:cNvSpPr/>
            <p:nvPr/>
          </p:nvSpPr>
          <p:spPr>
            <a:xfrm flipH="1">
              <a:off x="484805" y="0"/>
              <a:ext cx="935931" cy="1150614"/>
            </a:xfrm>
            <a:custGeom>
              <a:avLst/>
              <a:gdLst>
                <a:gd name="connsiteX0" fmla="*/ 1052237 w 1090121"/>
                <a:gd name="connsiteY0" fmla="*/ 0 h 1340171"/>
                <a:gd name="connsiteX1" fmla="*/ 1090121 w 1090121"/>
                <a:gd name="connsiteY1" fmla="*/ 0 h 1340171"/>
                <a:gd name="connsiteX2" fmla="*/ 567380 w 1090121"/>
                <a:gd name="connsiteY2" fmla="*/ 522741 h 1340171"/>
                <a:gd name="connsiteX3" fmla="*/ 567380 w 1090121"/>
                <a:gd name="connsiteY3" fmla="*/ 791735 h 1340171"/>
                <a:gd name="connsiteX4" fmla="*/ 563476 w 1090121"/>
                <a:gd name="connsiteY4" fmla="*/ 795639 h 1340171"/>
                <a:gd name="connsiteX5" fmla="*/ 18943 w 1090121"/>
                <a:gd name="connsiteY5" fmla="*/ 1340171 h 1340171"/>
                <a:gd name="connsiteX6" fmla="*/ 0 w 1090121"/>
                <a:gd name="connsiteY6" fmla="*/ 1321228 h 1340171"/>
                <a:gd name="connsiteX7" fmla="*/ 540591 w 1090121"/>
                <a:gd name="connsiteY7" fmla="*/ 780637 h 1340171"/>
                <a:gd name="connsiteX8" fmla="*/ 540591 w 1090121"/>
                <a:gd name="connsiteY8" fmla="*/ 511643 h 1340171"/>
                <a:gd name="connsiteX9" fmla="*/ 544533 w 1090121"/>
                <a:gd name="connsiteY9" fmla="*/ 507739 h 1340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90121" h="1340171">
                  <a:moveTo>
                    <a:pt x="1052237" y="0"/>
                  </a:moveTo>
                  <a:lnTo>
                    <a:pt x="1090121" y="0"/>
                  </a:lnTo>
                  <a:lnTo>
                    <a:pt x="567380" y="522741"/>
                  </a:lnTo>
                  <a:lnTo>
                    <a:pt x="567380" y="791735"/>
                  </a:lnTo>
                  <a:lnTo>
                    <a:pt x="563476" y="795639"/>
                  </a:lnTo>
                  <a:lnTo>
                    <a:pt x="18943" y="1340171"/>
                  </a:lnTo>
                  <a:lnTo>
                    <a:pt x="0" y="1321228"/>
                  </a:lnTo>
                  <a:lnTo>
                    <a:pt x="540591" y="780637"/>
                  </a:lnTo>
                  <a:lnTo>
                    <a:pt x="540591" y="511643"/>
                  </a:lnTo>
                  <a:lnTo>
                    <a:pt x="544533" y="50773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CCDB67DA-E1B1-A02E-D203-A9E6D9B6C5C7}"/>
                </a:ext>
              </a:extLst>
            </p:cNvPr>
            <p:cNvSpPr/>
            <p:nvPr/>
          </p:nvSpPr>
          <p:spPr>
            <a:xfrm flipH="1">
              <a:off x="728862" y="1"/>
              <a:ext cx="419232" cy="629907"/>
            </a:xfrm>
            <a:custGeom>
              <a:avLst/>
              <a:gdLst>
                <a:gd name="connsiteX0" fmla="*/ 450412 w 488298"/>
                <a:gd name="connsiteY0" fmla="*/ 0 h 733681"/>
                <a:gd name="connsiteX1" fmla="*/ 488298 w 488298"/>
                <a:gd name="connsiteY1" fmla="*/ 0 h 733681"/>
                <a:gd name="connsiteX2" fmla="*/ 26788 w 488298"/>
                <a:gd name="connsiteY2" fmla="*/ 461510 h 733681"/>
                <a:gd name="connsiteX3" fmla="*/ 26788 w 488298"/>
                <a:gd name="connsiteY3" fmla="*/ 733681 h 733681"/>
                <a:gd name="connsiteX4" fmla="*/ 0 w 488298"/>
                <a:gd name="connsiteY4" fmla="*/ 733681 h 733681"/>
                <a:gd name="connsiteX5" fmla="*/ 0 w 488298"/>
                <a:gd name="connsiteY5" fmla="*/ 450412 h 733681"/>
                <a:gd name="connsiteX6" fmla="*/ 3904 w 488298"/>
                <a:gd name="connsiteY6" fmla="*/ 446509 h 7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8298" h="733681">
                  <a:moveTo>
                    <a:pt x="450412" y="0"/>
                  </a:moveTo>
                  <a:lnTo>
                    <a:pt x="488298" y="0"/>
                  </a:lnTo>
                  <a:lnTo>
                    <a:pt x="26788" y="461510"/>
                  </a:lnTo>
                  <a:lnTo>
                    <a:pt x="26788" y="733681"/>
                  </a:lnTo>
                  <a:lnTo>
                    <a:pt x="0" y="733681"/>
                  </a:lnTo>
                  <a:lnTo>
                    <a:pt x="0" y="450412"/>
                  </a:lnTo>
                  <a:lnTo>
                    <a:pt x="3904" y="44650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7193DEE7-7854-EBEF-92E5-EFE52EE6A6B6}"/>
                </a:ext>
              </a:extLst>
            </p:cNvPr>
            <p:cNvSpPr/>
            <p:nvPr/>
          </p:nvSpPr>
          <p:spPr>
            <a:xfrm flipH="1">
              <a:off x="973904" y="0"/>
              <a:ext cx="777268" cy="1150614"/>
            </a:xfrm>
            <a:custGeom>
              <a:avLst/>
              <a:gdLst>
                <a:gd name="connsiteX0" fmla="*/ 867435 w 905318"/>
                <a:gd name="connsiteY0" fmla="*/ 0 h 1340171"/>
                <a:gd name="connsiteX1" fmla="*/ 905318 w 905318"/>
                <a:gd name="connsiteY1" fmla="*/ 0 h 1340171"/>
                <a:gd name="connsiteX2" fmla="*/ 500676 w 905318"/>
                <a:gd name="connsiteY2" fmla="*/ 404641 h 1340171"/>
                <a:gd name="connsiteX3" fmla="*/ 500676 w 905318"/>
                <a:gd name="connsiteY3" fmla="*/ 858399 h 1340171"/>
                <a:gd name="connsiteX4" fmla="*/ 496773 w 905318"/>
                <a:gd name="connsiteY4" fmla="*/ 862341 h 1340171"/>
                <a:gd name="connsiteX5" fmla="*/ 18943 w 905318"/>
                <a:gd name="connsiteY5" fmla="*/ 1340171 h 1340171"/>
                <a:gd name="connsiteX6" fmla="*/ 0 w 905318"/>
                <a:gd name="connsiteY6" fmla="*/ 1321227 h 1340171"/>
                <a:gd name="connsiteX7" fmla="*/ 473888 w 905318"/>
                <a:gd name="connsiteY7" fmla="*/ 847301 h 1340171"/>
                <a:gd name="connsiteX8" fmla="*/ 473888 w 905318"/>
                <a:gd name="connsiteY8" fmla="*/ 393543 h 1340171"/>
                <a:gd name="connsiteX9" fmla="*/ 477830 w 905318"/>
                <a:gd name="connsiteY9" fmla="*/ 389640 h 1340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318" h="1340171">
                  <a:moveTo>
                    <a:pt x="867435" y="0"/>
                  </a:moveTo>
                  <a:lnTo>
                    <a:pt x="905318" y="0"/>
                  </a:lnTo>
                  <a:lnTo>
                    <a:pt x="500676" y="404641"/>
                  </a:lnTo>
                  <a:lnTo>
                    <a:pt x="500676" y="858399"/>
                  </a:lnTo>
                  <a:lnTo>
                    <a:pt x="496773" y="862341"/>
                  </a:lnTo>
                  <a:lnTo>
                    <a:pt x="18943" y="1340171"/>
                  </a:lnTo>
                  <a:lnTo>
                    <a:pt x="0" y="1321227"/>
                  </a:lnTo>
                  <a:lnTo>
                    <a:pt x="473888" y="847301"/>
                  </a:lnTo>
                  <a:lnTo>
                    <a:pt x="473888" y="393543"/>
                  </a:lnTo>
                  <a:lnTo>
                    <a:pt x="477830" y="38964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34050-7E9A-C477-20A8-B5F63CF5183B}"/>
                </a:ext>
              </a:extLst>
            </p:cNvPr>
            <p:cNvSpPr/>
            <p:nvPr/>
          </p:nvSpPr>
          <p:spPr>
            <a:xfrm flipH="1">
              <a:off x="1333418" y="0"/>
              <a:ext cx="697098" cy="1142465"/>
            </a:xfrm>
            <a:custGeom>
              <a:avLst/>
              <a:gdLst>
                <a:gd name="connsiteX0" fmla="*/ 774054 w 811941"/>
                <a:gd name="connsiteY0" fmla="*/ 0 h 1330680"/>
                <a:gd name="connsiteX1" fmla="*/ 811941 w 811941"/>
                <a:gd name="connsiteY1" fmla="*/ 0 h 1330680"/>
                <a:gd name="connsiteX2" fmla="*/ 437915 w 811941"/>
                <a:gd name="connsiteY2" fmla="*/ 374026 h 1330680"/>
                <a:gd name="connsiteX3" fmla="*/ 437915 w 811941"/>
                <a:gd name="connsiteY3" fmla="*/ 869536 h 1330680"/>
                <a:gd name="connsiteX4" fmla="*/ 26788 w 811941"/>
                <a:gd name="connsiteY4" fmla="*/ 869536 h 1330680"/>
                <a:gd name="connsiteX5" fmla="*/ 26788 w 811941"/>
                <a:gd name="connsiteY5" fmla="*/ 1330680 h 1330680"/>
                <a:gd name="connsiteX6" fmla="*/ 0 w 811941"/>
                <a:gd name="connsiteY6" fmla="*/ 1330680 h 1330680"/>
                <a:gd name="connsiteX7" fmla="*/ 0 w 811941"/>
                <a:gd name="connsiteY7" fmla="*/ 842747 h 1330680"/>
                <a:gd name="connsiteX8" fmla="*/ 411127 w 811941"/>
                <a:gd name="connsiteY8" fmla="*/ 842747 h 1330680"/>
                <a:gd name="connsiteX9" fmla="*/ 411127 w 811941"/>
                <a:gd name="connsiteY9" fmla="*/ 362928 h 1330680"/>
                <a:gd name="connsiteX10" fmla="*/ 415030 w 811941"/>
                <a:gd name="connsiteY10" fmla="*/ 359024 h 1330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1941" h="1330680">
                  <a:moveTo>
                    <a:pt x="774054" y="0"/>
                  </a:moveTo>
                  <a:lnTo>
                    <a:pt x="811941" y="0"/>
                  </a:lnTo>
                  <a:lnTo>
                    <a:pt x="437915" y="374026"/>
                  </a:lnTo>
                  <a:lnTo>
                    <a:pt x="437915" y="869536"/>
                  </a:lnTo>
                  <a:lnTo>
                    <a:pt x="26788" y="869536"/>
                  </a:lnTo>
                  <a:lnTo>
                    <a:pt x="26788" y="1330680"/>
                  </a:lnTo>
                  <a:lnTo>
                    <a:pt x="0" y="1330680"/>
                  </a:lnTo>
                  <a:lnTo>
                    <a:pt x="0" y="842747"/>
                  </a:lnTo>
                  <a:lnTo>
                    <a:pt x="411127" y="842747"/>
                  </a:lnTo>
                  <a:lnTo>
                    <a:pt x="411127" y="362928"/>
                  </a:lnTo>
                  <a:lnTo>
                    <a:pt x="415030" y="35902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72F72366-E645-1A1E-D298-A4E3B85CB705}"/>
                </a:ext>
              </a:extLst>
            </p:cNvPr>
            <p:cNvSpPr/>
            <p:nvPr/>
          </p:nvSpPr>
          <p:spPr>
            <a:xfrm flipH="1">
              <a:off x="2168913" y="0"/>
              <a:ext cx="325741" cy="309478"/>
            </a:xfrm>
            <a:custGeom>
              <a:avLst/>
              <a:gdLst>
                <a:gd name="connsiteX0" fmla="*/ 341521 w 379405"/>
                <a:gd name="connsiteY0" fmla="*/ 0 h 360463"/>
                <a:gd name="connsiteX1" fmla="*/ 379405 w 379405"/>
                <a:gd name="connsiteY1" fmla="*/ 0 h 360463"/>
                <a:gd name="connsiteX2" fmla="*/ 18942 w 379405"/>
                <a:gd name="connsiteY2" fmla="*/ 360463 h 360463"/>
                <a:gd name="connsiteX3" fmla="*/ 0 w 379405"/>
                <a:gd name="connsiteY3" fmla="*/ 341521 h 360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405" h="360463">
                  <a:moveTo>
                    <a:pt x="341521" y="0"/>
                  </a:moveTo>
                  <a:lnTo>
                    <a:pt x="379405" y="0"/>
                  </a:lnTo>
                  <a:lnTo>
                    <a:pt x="18942" y="360463"/>
                  </a:lnTo>
                  <a:lnTo>
                    <a:pt x="0" y="34152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2B56ED03-5F97-7239-8336-15B3CCB4ABF0}"/>
                </a:ext>
              </a:extLst>
            </p:cNvPr>
            <p:cNvSpPr/>
            <p:nvPr/>
          </p:nvSpPr>
          <p:spPr>
            <a:xfrm flipH="1">
              <a:off x="1776507" y="1"/>
              <a:ext cx="791382" cy="775120"/>
            </a:xfrm>
            <a:custGeom>
              <a:avLst/>
              <a:gdLst>
                <a:gd name="connsiteX0" fmla="*/ 883874 w 921758"/>
                <a:gd name="connsiteY0" fmla="*/ 0 h 902817"/>
                <a:gd name="connsiteX1" fmla="*/ 921758 w 921758"/>
                <a:gd name="connsiteY1" fmla="*/ 0 h 902817"/>
                <a:gd name="connsiteX2" fmla="*/ 18942 w 921758"/>
                <a:gd name="connsiteY2" fmla="*/ 902817 h 902817"/>
                <a:gd name="connsiteX3" fmla="*/ 0 w 921758"/>
                <a:gd name="connsiteY3" fmla="*/ 883875 h 902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1758" h="902817">
                  <a:moveTo>
                    <a:pt x="883874" y="0"/>
                  </a:moveTo>
                  <a:lnTo>
                    <a:pt x="921758" y="0"/>
                  </a:lnTo>
                  <a:lnTo>
                    <a:pt x="18942" y="902817"/>
                  </a:lnTo>
                  <a:lnTo>
                    <a:pt x="0" y="88387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79EA0488-6D4B-58DD-E1FB-E3D3BC47912F}"/>
                </a:ext>
              </a:extLst>
            </p:cNvPr>
            <p:cNvSpPr/>
            <p:nvPr/>
          </p:nvSpPr>
          <p:spPr>
            <a:xfrm flipH="1">
              <a:off x="1543700" y="0"/>
              <a:ext cx="467826" cy="551281"/>
            </a:xfrm>
            <a:custGeom>
              <a:avLst/>
              <a:gdLst>
                <a:gd name="connsiteX0" fmla="*/ 507012 w 544898"/>
                <a:gd name="connsiteY0" fmla="*/ 0 h 642102"/>
                <a:gd name="connsiteX1" fmla="*/ 544898 w 544898"/>
                <a:gd name="connsiteY1" fmla="*/ 0 h 642102"/>
                <a:gd name="connsiteX2" fmla="*/ 177416 w 544898"/>
                <a:gd name="connsiteY2" fmla="*/ 367482 h 642102"/>
                <a:gd name="connsiteX3" fmla="*/ 177416 w 544898"/>
                <a:gd name="connsiteY3" fmla="*/ 642102 h 642102"/>
                <a:gd name="connsiteX4" fmla="*/ 0 w 544898"/>
                <a:gd name="connsiteY4" fmla="*/ 642102 h 642102"/>
                <a:gd name="connsiteX5" fmla="*/ 0 w 544898"/>
                <a:gd name="connsiteY5" fmla="*/ 615314 h 642102"/>
                <a:gd name="connsiteX6" fmla="*/ 150628 w 544898"/>
                <a:gd name="connsiteY6" fmla="*/ 615314 h 642102"/>
                <a:gd name="connsiteX7" fmla="*/ 150628 w 544898"/>
                <a:gd name="connsiteY7" fmla="*/ 356384 h 642102"/>
                <a:gd name="connsiteX8" fmla="*/ 154569 w 544898"/>
                <a:gd name="connsiteY8" fmla="*/ 352442 h 642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44898" h="642102">
                  <a:moveTo>
                    <a:pt x="507012" y="0"/>
                  </a:moveTo>
                  <a:lnTo>
                    <a:pt x="544898" y="0"/>
                  </a:lnTo>
                  <a:lnTo>
                    <a:pt x="177416" y="367482"/>
                  </a:lnTo>
                  <a:lnTo>
                    <a:pt x="177416" y="642102"/>
                  </a:lnTo>
                  <a:lnTo>
                    <a:pt x="0" y="642102"/>
                  </a:lnTo>
                  <a:lnTo>
                    <a:pt x="0" y="615314"/>
                  </a:lnTo>
                  <a:lnTo>
                    <a:pt x="150628" y="615314"/>
                  </a:lnTo>
                  <a:lnTo>
                    <a:pt x="150628" y="356384"/>
                  </a:lnTo>
                  <a:lnTo>
                    <a:pt x="154569" y="352442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D9E1527B-554B-4DFF-6F31-E129F9D6BE2B}"/>
                </a:ext>
              </a:extLst>
            </p:cNvPr>
            <p:cNvSpPr/>
            <p:nvPr/>
          </p:nvSpPr>
          <p:spPr>
            <a:xfrm flipH="1">
              <a:off x="0" y="1598168"/>
              <a:ext cx="795037" cy="810748"/>
            </a:xfrm>
            <a:custGeom>
              <a:avLst/>
              <a:gdLst>
                <a:gd name="connsiteX0" fmla="*/ 926014 w 926014"/>
                <a:gd name="connsiteY0" fmla="*/ 0 h 944315"/>
                <a:gd name="connsiteX1" fmla="*/ 926014 w 926014"/>
                <a:gd name="connsiteY1" fmla="*/ 37870 h 944315"/>
                <a:gd name="connsiteX2" fmla="*/ 18935 w 926014"/>
                <a:gd name="connsiteY2" fmla="*/ 944315 h 944315"/>
                <a:gd name="connsiteX3" fmla="*/ 0 w 926014"/>
                <a:gd name="connsiteY3" fmla="*/ 925367 h 944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6014" h="944315">
                  <a:moveTo>
                    <a:pt x="926014" y="0"/>
                  </a:moveTo>
                  <a:lnTo>
                    <a:pt x="926014" y="37870"/>
                  </a:lnTo>
                  <a:lnTo>
                    <a:pt x="18935" y="944315"/>
                  </a:lnTo>
                  <a:lnTo>
                    <a:pt x="0" y="925367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240" name="Freeform: Shape 2239">
              <a:extLst>
                <a:ext uri="{FF2B5EF4-FFF2-40B4-BE49-F238E27FC236}">
                  <a16:creationId xmlns:a16="http://schemas.microsoft.com/office/drawing/2014/main" id="{7F37A223-54EC-BE65-3B38-B5D9C41CBB47}"/>
                </a:ext>
              </a:extLst>
            </p:cNvPr>
            <p:cNvSpPr/>
            <p:nvPr/>
          </p:nvSpPr>
          <p:spPr>
            <a:xfrm flipH="1">
              <a:off x="0" y="1994158"/>
              <a:ext cx="334409" cy="338820"/>
            </a:xfrm>
            <a:custGeom>
              <a:avLst/>
              <a:gdLst>
                <a:gd name="connsiteX0" fmla="*/ 389501 w 389501"/>
                <a:gd name="connsiteY0" fmla="*/ 0 h 394639"/>
                <a:gd name="connsiteX1" fmla="*/ 389501 w 389501"/>
                <a:gd name="connsiteY1" fmla="*/ 37202 h 394639"/>
                <a:gd name="connsiteX2" fmla="*/ 18588 w 389501"/>
                <a:gd name="connsiteY2" fmla="*/ 394639 h 394639"/>
                <a:gd name="connsiteX3" fmla="*/ 0 w 389501"/>
                <a:gd name="connsiteY3" fmla="*/ 375350 h 394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9501" h="394639">
                  <a:moveTo>
                    <a:pt x="389501" y="0"/>
                  </a:moveTo>
                  <a:lnTo>
                    <a:pt x="389501" y="37202"/>
                  </a:lnTo>
                  <a:lnTo>
                    <a:pt x="18588" y="394639"/>
                  </a:lnTo>
                  <a:lnTo>
                    <a:pt x="0" y="37535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241" name="Freeform: Shape 2240">
              <a:extLst>
                <a:ext uri="{FF2B5EF4-FFF2-40B4-BE49-F238E27FC236}">
                  <a16:creationId xmlns:a16="http://schemas.microsoft.com/office/drawing/2014/main" id="{0D5A9CC7-645B-3A91-393F-827E077B53A9}"/>
                </a:ext>
              </a:extLst>
            </p:cNvPr>
            <p:cNvSpPr/>
            <p:nvPr/>
          </p:nvSpPr>
          <p:spPr>
            <a:xfrm>
              <a:off x="2420584" y="245715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7"/>
                    <a:pt x="26197" y="0"/>
                    <a:pt x="58514" y="0"/>
                  </a:cubicBezTo>
                  <a:cubicBezTo>
                    <a:pt x="90830" y="0"/>
                    <a:pt x="117027" y="26197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243" name="Freeform: Shape 2242">
              <a:extLst>
                <a:ext uri="{FF2B5EF4-FFF2-40B4-BE49-F238E27FC236}">
                  <a16:creationId xmlns:a16="http://schemas.microsoft.com/office/drawing/2014/main" id="{9AD4DE8F-6D7E-35D7-4FFA-52DB966366D9}"/>
                </a:ext>
              </a:extLst>
            </p:cNvPr>
            <p:cNvSpPr/>
            <p:nvPr/>
          </p:nvSpPr>
          <p:spPr>
            <a:xfrm>
              <a:off x="2498946" y="706196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8"/>
                    <a:pt x="26197" y="0"/>
                    <a:pt x="58514" y="0"/>
                  </a:cubicBezTo>
                  <a:cubicBezTo>
                    <a:pt x="90830" y="0"/>
                    <a:pt x="117027" y="26198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244" name="Freeform: Shape 2243">
              <a:extLst>
                <a:ext uri="{FF2B5EF4-FFF2-40B4-BE49-F238E27FC236}">
                  <a16:creationId xmlns:a16="http://schemas.microsoft.com/office/drawing/2014/main" id="{2E1841E8-EB7B-815D-2CCD-BE9B914ED1FB}"/>
                </a:ext>
              </a:extLst>
            </p:cNvPr>
            <p:cNvSpPr/>
            <p:nvPr/>
          </p:nvSpPr>
          <p:spPr>
            <a:xfrm>
              <a:off x="1958229" y="1081678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7"/>
                    <a:pt x="26197" y="0"/>
                    <a:pt x="58514" y="0"/>
                  </a:cubicBezTo>
                  <a:cubicBezTo>
                    <a:pt x="90830" y="0"/>
                    <a:pt x="117027" y="26197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245" name="Freeform: Shape 2244">
              <a:extLst>
                <a:ext uri="{FF2B5EF4-FFF2-40B4-BE49-F238E27FC236}">
                  <a16:creationId xmlns:a16="http://schemas.microsoft.com/office/drawing/2014/main" id="{F58B266F-8FE4-A303-AD9B-9CE97AD6FA60}"/>
                </a:ext>
              </a:extLst>
            </p:cNvPr>
            <p:cNvSpPr/>
            <p:nvPr/>
          </p:nvSpPr>
          <p:spPr>
            <a:xfrm>
              <a:off x="1678951" y="1081678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7"/>
                    <a:pt x="26197" y="0"/>
                    <a:pt x="58514" y="0"/>
                  </a:cubicBezTo>
                  <a:cubicBezTo>
                    <a:pt x="90830" y="0"/>
                    <a:pt x="117027" y="26197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246" name="Freeform: Shape 2245">
              <a:extLst>
                <a:ext uri="{FF2B5EF4-FFF2-40B4-BE49-F238E27FC236}">
                  <a16:creationId xmlns:a16="http://schemas.microsoft.com/office/drawing/2014/main" id="{27B37B3C-3F28-D4F7-228F-67374A384DB3}"/>
                </a:ext>
              </a:extLst>
            </p:cNvPr>
            <p:cNvSpPr/>
            <p:nvPr/>
          </p:nvSpPr>
          <p:spPr>
            <a:xfrm>
              <a:off x="1345097" y="1081678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7"/>
                    <a:pt x="26197" y="0"/>
                    <a:pt x="58514" y="0"/>
                  </a:cubicBezTo>
                  <a:cubicBezTo>
                    <a:pt x="90830" y="0"/>
                    <a:pt x="117027" y="26197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247" name="Freeform: Shape 2246">
              <a:extLst>
                <a:ext uri="{FF2B5EF4-FFF2-40B4-BE49-F238E27FC236}">
                  <a16:creationId xmlns:a16="http://schemas.microsoft.com/office/drawing/2014/main" id="{98F872D7-B15D-ADFB-A350-CD6CCBBA846B}"/>
                </a:ext>
              </a:extLst>
            </p:cNvPr>
            <p:cNvSpPr/>
            <p:nvPr/>
          </p:nvSpPr>
          <p:spPr>
            <a:xfrm>
              <a:off x="1150751" y="1228118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7"/>
                    <a:pt x="26197" y="0"/>
                    <a:pt x="58514" y="0"/>
                  </a:cubicBezTo>
                  <a:cubicBezTo>
                    <a:pt x="90830" y="0"/>
                    <a:pt x="117027" y="26197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248" name="Freeform: Shape 2247">
              <a:extLst>
                <a:ext uri="{FF2B5EF4-FFF2-40B4-BE49-F238E27FC236}">
                  <a16:creationId xmlns:a16="http://schemas.microsoft.com/office/drawing/2014/main" id="{10DAB492-E359-3FC4-DCF1-E4E28BBA61EA}"/>
                </a:ext>
              </a:extLst>
            </p:cNvPr>
            <p:cNvSpPr/>
            <p:nvPr/>
          </p:nvSpPr>
          <p:spPr>
            <a:xfrm>
              <a:off x="1150751" y="1602976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8"/>
                    <a:pt x="26197" y="0"/>
                    <a:pt x="58514" y="0"/>
                  </a:cubicBezTo>
                  <a:cubicBezTo>
                    <a:pt x="90830" y="0"/>
                    <a:pt x="117027" y="26198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249" name="Freeform: Shape 2248">
              <a:extLst>
                <a:ext uri="{FF2B5EF4-FFF2-40B4-BE49-F238E27FC236}">
                  <a16:creationId xmlns:a16="http://schemas.microsoft.com/office/drawing/2014/main" id="{A00A20CD-6EA4-859B-0256-6EDD9E7A82C9}"/>
                </a:ext>
              </a:extLst>
            </p:cNvPr>
            <p:cNvSpPr/>
            <p:nvPr/>
          </p:nvSpPr>
          <p:spPr>
            <a:xfrm>
              <a:off x="1150751" y="1845818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7"/>
                    <a:pt x="26197" y="0"/>
                    <a:pt x="58514" y="0"/>
                  </a:cubicBezTo>
                  <a:cubicBezTo>
                    <a:pt x="90830" y="0"/>
                    <a:pt x="117027" y="26198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250" name="Freeform: Shape 2249">
              <a:extLst>
                <a:ext uri="{FF2B5EF4-FFF2-40B4-BE49-F238E27FC236}">
                  <a16:creationId xmlns:a16="http://schemas.microsoft.com/office/drawing/2014/main" id="{7EA234EF-D7FC-2942-B897-11FCC7E567A2}"/>
                </a:ext>
              </a:extLst>
            </p:cNvPr>
            <p:cNvSpPr/>
            <p:nvPr/>
          </p:nvSpPr>
          <p:spPr>
            <a:xfrm>
              <a:off x="726117" y="2340075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8" y="117027"/>
                    <a:pt x="0" y="90830"/>
                    <a:pt x="0" y="58514"/>
                  </a:cubicBezTo>
                  <a:cubicBezTo>
                    <a:pt x="0" y="26197"/>
                    <a:pt x="26198" y="0"/>
                    <a:pt x="58514" y="0"/>
                  </a:cubicBezTo>
                  <a:cubicBezTo>
                    <a:pt x="90830" y="0"/>
                    <a:pt x="117027" y="26198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251" name="Freeform: Shape 2250">
              <a:extLst>
                <a:ext uri="{FF2B5EF4-FFF2-40B4-BE49-F238E27FC236}">
                  <a16:creationId xmlns:a16="http://schemas.microsoft.com/office/drawing/2014/main" id="{AA50E2DC-8C32-49BB-A8A1-75E9DAC5FDA8}"/>
                </a:ext>
              </a:extLst>
            </p:cNvPr>
            <p:cNvSpPr/>
            <p:nvPr/>
          </p:nvSpPr>
          <p:spPr>
            <a:xfrm>
              <a:off x="259096" y="2267923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7"/>
                    <a:pt x="26198" y="0"/>
                    <a:pt x="58514" y="0"/>
                  </a:cubicBezTo>
                  <a:cubicBezTo>
                    <a:pt x="90830" y="0"/>
                    <a:pt x="117027" y="26198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252" name="Freeform: Shape 2251">
              <a:extLst>
                <a:ext uri="{FF2B5EF4-FFF2-40B4-BE49-F238E27FC236}">
                  <a16:creationId xmlns:a16="http://schemas.microsoft.com/office/drawing/2014/main" id="{10D0141D-F20F-12C2-0BDC-5E25B69766A3}"/>
                </a:ext>
              </a:extLst>
            </p:cNvPr>
            <p:cNvSpPr/>
            <p:nvPr/>
          </p:nvSpPr>
          <p:spPr>
            <a:xfrm>
              <a:off x="510535" y="1752264"/>
              <a:ext cx="72117" cy="72117"/>
            </a:xfrm>
            <a:custGeom>
              <a:avLst/>
              <a:gdLst>
                <a:gd name="connsiteX0" fmla="*/ 69420 w 69420"/>
                <a:gd name="connsiteY0" fmla="*/ 34710 h 69420"/>
                <a:gd name="connsiteX1" fmla="*/ 34710 w 69420"/>
                <a:gd name="connsiteY1" fmla="*/ 69420 h 69420"/>
                <a:gd name="connsiteX2" fmla="*/ 0 w 69420"/>
                <a:gd name="connsiteY2" fmla="*/ 34710 h 69420"/>
                <a:gd name="connsiteX3" fmla="*/ 34710 w 69420"/>
                <a:gd name="connsiteY3" fmla="*/ 0 h 69420"/>
                <a:gd name="connsiteX4" fmla="*/ 69420 w 69420"/>
                <a:gd name="connsiteY4" fmla="*/ 34710 h 6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20" h="69420">
                  <a:moveTo>
                    <a:pt x="69420" y="34710"/>
                  </a:moveTo>
                  <a:cubicBezTo>
                    <a:pt x="69420" y="53880"/>
                    <a:pt x="53880" y="69420"/>
                    <a:pt x="34710" y="69420"/>
                  </a:cubicBezTo>
                  <a:cubicBezTo>
                    <a:pt x="15540" y="69420"/>
                    <a:pt x="0" y="53880"/>
                    <a:pt x="0" y="34710"/>
                  </a:cubicBezTo>
                  <a:cubicBezTo>
                    <a:pt x="0" y="15540"/>
                    <a:pt x="15540" y="0"/>
                    <a:pt x="34710" y="0"/>
                  </a:cubicBezTo>
                  <a:cubicBezTo>
                    <a:pt x="53880" y="0"/>
                    <a:pt x="69420" y="15540"/>
                    <a:pt x="69420" y="3471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253" name="Freeform: Shape 2252">
              <a:extLst>
                <a:ext uri="{FF2B5EF4-FFF2-40B4-BE49-F238E27FC236}">
                  <a16:creationId xmlns:a16="http://schemas.microsoft.com/office/drawing/2014/main" id="{10D516E5-262D-5EE9-9488-580455E940CA}"/>
                </a:ext>
              </a:extLst>
            </p:cNvPr>
            <p:cNvSpPr/>
            <p:nvPr/>
          </p:nvSpPr>
          <p:spPr>
            <a:xfrm>
              <a:off x="653690" y="1380527"/>
              <a:ext cx="72117" cy="72117"/>
            </a:xfrm>
            <a:custGeom>
              <a:avLst/>
              <a:gdLst>
                <a:gd name="connsiteX0" fmla="*/ 69420 w 69420"/>
                <a:gd name="connsiteY0" fmla="*/ 34710 h 69420"/>
                <a:gd name="connsiteX1" fmla="*/ 34710 w 69420"/>
                <a:gd name="connsiteY1" fmla="*/ 69420 h 69420"/>
                <a:gd name="connsiteX2" fmla="*/ 0 w 69420"/>
                <a:gd name="connsiteY2" fmla="*/ 34710 h 69420"/>
                <a:gd name="connsiteX3" fmla="*/ 34710 w 69420"/>
                <a:gd name="connsiteY3" fmla="*/ 0 h 69420"/>
                <a:gd name="connsiteX4" fmla="*/ 69420 w 69420"/>
                <a:gd name="connsiteY4" fmla="*/ 34710 h 6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20" h="69420">
                  <a:moveTo>
                    <a:pt x="69420" y="34710"/>
                  </a:moveTo>
                  <a:cubicBezTo>
                    <a:pt x="69420" y="53880"/>
                    <a:pt x="53880" y="69420"/>
                    <a:pt x="34710" y="69420"/>
                  </a:cubicBezTo>
                  <a:cubicBezTo>
                    <a:pt x="15540" y="69420"/>
                    <a:pt x="0" y="53880"/>
                    <a:pt x="0" y="34710"/>
                  </a:cubicBezTo>
                  <a:cubicBezTo>
                    <a:pt x="0" y="15540"/>
                    <a:pt x="15540" y="0"/>
                    <a:pt x="34710" y="0"/>
                  </a:cubicBezTo>
                  <a:cubicBezTo>
                    <a:pt x="53880" y="0"/>
                    <a:pt x="69420" y="15540"/>
                    <a:pt x="69420" y="3471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254" name="Freeform: Shape 2253">
              <a:extLst>
                <a:ext uri="{FF2B5EF4-FFF2-40B4-BE49-F238E27FC236}">
                  <a16:creationId xmlns:a16="http://schemas.microsoft.com/office/drawing/2014/main" id="{77FA87CC-EB0A-D533-8607-513BE1E28802}"/>
                </a:ext>
              </a:extLst>
            </p:cNvPr>
            <p:cNvSpPr/>
            <p:nvPr/>
          </p:nvSpPr>
          <p:spPr>
            <a:xfrm>
              <a:off x="578580" y="1010893"/>
              <a:ext cx="72117" cy="72117"/>
            </a:xfrm>
            <a:custGeom>
              <a:avLst/>
              <a:gdLst>
                <a:gd name="connsiteX0" fmla="*/ 69420 w 69420"/>
                <a:gd name="connsiteY0" fmla="*/ 34710 h 69420"/>
                <a:gd name="connsiteX1" fmla="*/ 34710 w 69420"/>
                <a:gd name="connsiteY1" fmla="*/ 69420 h 69420"/>
                <a:gd name="connsiteX2" fmla="*/ 0 w 69420"/>
                <a:gd name="connsiteY2" fmla="*/ 34710 h 69420"/>
                <a:gd name="connsiteX3" fmla="*/ 34710 w 69420"/>
                <a:gd name="connsiteY3" fmla="*/ 0 h 69420"/>
                <a:gd name="connsiteX4" fmla="*/ 69420 w 69420"/>
                <a:gd name="connsiteY4" fmla="*/ 34710 h 6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20" h="69420">
                  <a:moveTo>
                    <a:pt x="69420" y="34710"/>
                  </a:moveTo>
                  <a:cubicBezTo>
                    <a:pt x="69420" y="53880"/>
                    <a:pt x="53880" y="69420"/>
                    <a:pt x="34710" y="69420"/>
                  </a:cubicBezTo>
                  <a:cubicBezTo>
                    <a:pt x="15540" y="69420"/>
                    <a:pt x="0" y="53880"/>
                    <a:pt x="0" y="34710"/>
                  </a:cubicBezTo>
                  <a:cubicBezTo>
                    <a:pt x="0" y="15540"/>
                    <a:pt x="15540" y="0"/>
                    <a:pt x="34710" y="0"/>
                  </a:cubicBezTo>
                  <a:cubicBezTo>
                    <a:pt x="53880" y="0"/>
                    <a:pt x="69420" y="15540"/>
                    <a:pt x="69420" y="3471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255" name="Freeform: Shape 2254">
              <a:extLst>
                <a:ext uri="{FF2B5EF4-FFF2-40B4-BE49-F238E27FC236}">
                  <a16:creationId xmlns:a16="http://schemas.microsoft.com/office/drawing/2014/main" id="{EF61343D-CF33-7BC6-3AE0-37D960AA2FFD}"/>
                </a:ext>
              </a:extLst>
            </p:cNvPr>
            <p:cNvSpPr/>
            <p:nvPr/>
          </p:nvSpPr>
          <p:spPr>
            <a:xfrm>
              <a:off x="856479" y="772225"/>
              <a:ext cx="72117" cy="72117"/>
            </a:xfrm>
            <a:custGeom>
              <a:avLst/>
              <a:gdLst>
                <a:gd name="connsiteX0" fmla="*/ 69421 w 69420"/>
                <a:gd name="connsiteY0" fmla="*/ 34710 h 69420"/>
                <a:gd name="connsiteX1" fmla="*/ 34710 w 69420"/>
                <a:gd name="connsiteY1" fmla="*/ 69420 h 69420"/>
                <a:gd name="connsiteX2" fmla="*/ 0 w 69420"/>
                <a:gd name="connsiteY2" fmla="*/ 34710 h 69420"/>
                <a:gd name="connsiteX3" fmla="*/ 34710 w 69420"/>
                <a:gd name="connsiteY3" fmla="*/ 0 h 69420"/>
                <a:gd name="connsiteX4" fmla="*/ 69421 w 69420"/>
                <a:gd name="connsiteY4" fmla="*/ 34710 h 6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20" h="69420">
                  <a:moveTo>
                    <a:pt x="69421" y="34710"/>
                  </a:moveTo>
                  <a:cubicBezTo>
                    <a:pt x="69421" y="53880"/>
                    <a:pt x="53880" y="69420"/>
                    <a:pt x="34710" y="69420"/>
                  </a:cubicBezTo>
                  <a:cubicBezTo>
                    <a:pt x="15540" y="69420"/>
                    <a:pt x="0" y="53880"/>
                    <a:pt x="0" y="34710"/>
                  </a:cubicBezTo>
                  <a:cubicBezTo>
                    <a:pt x="0" y="15540"/>
                    <a:pt x="15540" y="0"/>
                    <a:pt x="34710" y="0"/>
                  </a:cubicBezTo>
                  <a:cubicBezTo>
                    <a:pt x="53880" y="0"/>
                    <a:pt x="69421" y="15540"/>
                    <a:pt x="69421" y="3471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256" name="Freeform: Shape 2255">
              <a:extLst>
                <a:ext uri="{FF2B5EF4-FFF2-40B4-BE49-F238E27FC236}">
                  <a16:creationId xmlns:a16="http://schemas.microsoft.com/office/drawing/2014/main" id="{4E6F75D4-8600-8E9D-0B67-3C4134698B1C}"/>
                </a:ext>
              </a:extLst>
            </p:cNvPr>
            <p:cNvSpPr/>
            <p:nvPr/>
          </p:nvSpPr>
          <p:spPr>
            <a:xfrm>
              <a:off x="1100536" y="596082"/>
              <a:ext cx="72117" cy="72117"/>
            </a:xfrm>
            <a:custGeom>
              <a:avLst/>
              <a:gdLst>
                <a:gd name="connsiteX0" fmla="*/ 69420 w 69420"/>
                <a:gd name="connsiteY0" fmla="*/ 34710 h 69420"/>
                <a:gd name="connsiteX1" fmla="*/ 34710 w 69420"/>
                <a:gd name="connsiteY1" fmla="*/ 69420 h 69420"/>
                <a:gd name="connsiteX2" fmla="*/ 0 w 69420"/>
                <a:gd name="connsiteY2" fmla="*/ 34710 h 69420"/>
                <a:gd name="connsiteX3" fmla="*/ 34710 w 69420"/>
                <a:gd name="connsiteY3" fmla="*/ 0 h 69420"/>
                <a:gd name="connsiteX4" fmla="*/ 69420 w 69420"/>
                <a:gd name="connsiteY4" fmla="*/ 34710 h 6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20" h="69420">
                  <a:moveTo>
                    <a:pt x="69420" y="34710"/>
                  </a:moveTo>
                  <a:cubicBezTo>
                    <a:pt x="69420" y="53880"/>
                    <a:pt x="53880" y="69420"/>
                    <a:pt x="34710" y="69420"/>
                  </a:cubicBezTo>
                  <a:cubicBezTo>
                    <a:pt x="15540" y="69420"/>
                    <a:pt x="0" y="53880"/>
                    <a:pt x="0" y="34710"/>
                  </a:cubicBezTo>
                  <a:cubicBezTo>
                    <a:pt x="0" y="15540"/>
                    <a:pt x="15540" y="0"/>
                    <a:pt x="34710" y="0"/>
                  </a:cubicBezTo>
                  <a:cubicBezTo>
                    <a:pt x="53880" y="0"/>
                    <a:pt x="69420" y="15540"/>
                    <a:pt x="69420" y="3471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257" name="Freeform: Shape 2256">
              <a:extLst>
                <a:ext uri="{FF2B5EF4-FFF2-40B4-BE49-F238E27FC236}">
                  <a16:creationId xmlns:a16="http://schemas.microsoft.com/office/drawing/2014/main" id="{73CF6EBA-3934-3144-1ECA-5E320E9FEA0D}"/>
                </a:ext>
              </a:extLst>
            </p:cNvPr>
            <p:cNvSpPr/>
            <p:nvPr/>
          </p:nvSpPr>
          <p:spPr>
            <a:xfrm>
              <a:off x="1975467" y="503723"/>
              <a:ext cx="72117" cy="72117"/>
            </a:xfrm>
            <a:custGeom>
              <a:avLst/>
              <a:gdLst>
                <a:gd name="connsiteX0" fmla="*/ 69420 w 69420"/>
                <a:gd name="connsiteY0" fmla="*/ 34710 h 69420"/>
                <a:gd name="connsiteX1" fmla="*/ 34710 w 69420"/>
                <a:gd name="connsiteY1" fmla="*/ 69420 h 69420"/>
                <a:gd name="connsiteX2" fmla="*/ 0 w 69420"/>
                <a:gd name="connsiteY2" fmla="*/ 34710 h 69420"/>
                <a:gd name="connsiteX3" fmla="*/ 34710 w 69420"/>
                <a:gd name="connsiteY3" fmla="*/ 0 h 69420"/>
                <a:gd name="connsiteX4" fmla="*/ 69420 w 69420"/>
                <a:gd name="connsiteY4" fmla="*/ 34710 h 6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20" h="69420">
                  <a:moveTo>
                    <a:pt x="69420" y="34710"/>
                  </a:moveTo>
                  <a:cubicBezTo>
                    <a:pt x="69420" y="53880"/>
                    <a:pt x="53880" y="69420"/>
                    <a:pt x="34710" y="69420"/>
                  </a:cubicBezTo>
                  <a:cubicBezTo>
                    <a:pt x="15540" y="69420"/>
                    <a:pt x="0" y="53880"/>
                    <a:pt x="0" y="34710"/>
                  </a:cubicBezTo>
                  <a:cubicBezTo>
                    <a:pt x="0" y="15540"/>
                    <a:pt x="15540" y="0"/>
                    <a:pt x="34710" y="0"/>
                  </a:cubicBezTo>
                  <a:cubicBezTo>
                    <a:pt x="53880" y="0"/>
                    <a:pt x="69420" y="15540"/>
                    <a:pt x="69420" y="3471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</p:grpSp>
      <p:grpSp>
        <p:nvGrpSpPr>
          <p:cNvPr id="2258" name="Group 2257">
            <a:extLst>
              <a:ext uri="{FF2B5EF4-FFF2-40B4-BE49-F238E27FC236}">
                <a16:creationId xmlns:a16="http://schemas.microsoft.com/office/drawing/2014/main" id="{AC559E0A-5113-000D-C3A7-4176FF0251A2}"/>
              </a:ext>
            </a:extLst>
          </p:cNvPr>
          <p:cNvGrpSpPr/>
          <p:nvPr/>
        </p:nvGrpSpPr>
        <p:grpSpPr>
          <a:xfrm flipH="1" flipV="1">
            <a:off x="9571479" y="4396350"/>
            <a:ext cx="2620521" cy="2461650"/>
            <a:chOff x="0" y="0"/>
            <a:chExt cx="2620521" cy="2461650"/>
          </a:xfrm>
        </p:grpSpPr>
        <p:sp>
          <p:nvSpPr>
            <p:cNvPr id="2259" name="Freeform: Shape 2258">
              <a:extLst>
                <a:ext uri="{FF2B5EF4-FFF2-40B4-BE49-F238E27FC236}">
                  <a16:creationId xmlns:a16="http://schemas.microsoft.com/office/drawing/2014/main" id="{68A4144D-5C34-F6D7-A0FF-704BCE6390A4}"/>
                </a:ext>
              </a:extLst>
            </p:cNvPr>
            <p:cNvSpPr/>
            <p:nvPr/>
          </p:nvSpPr>
          <p:spPr>
            <a:xfrm flipH="1">
              <a:off x="1" y="1420008"/>
              <a:ext cx="550337" cy="379814"/>
            </a:xfrm>
            <a:custGeom>
              <a:avLst/>
              <a:gdLst>
                <a:gd name="connsiteX0" fmla="*/ 641002 w 641002"/>
                <a:gd name="connsiteY0" fmla="*/ 0 h 442386"/>
                <a:gd name="connsiteX1" fmla="*/ 641002 w 641002"/>
                <a:gd name="connsiteY1" fmla="*/ 37469 h 442386"/>
                <a:gd name="connsiteX2" fmla="*/ 226860 w 641002"/>
                <a:gd name="connsiteY2" fmla="*/ 442386 h 442386"/>
                <a:gd name="connsiteX3" fmla="*/ 0 w 641002"/>
                <a:gd name="connsiteY3" fmla="*/ 442386 h 442386"/>
                <a:gd name="connsiteX4" fmla="*/ 0 w 641002"/>
                <a:gd name="connsiteY4" fmla="*/ 415598 h 442386"/>
                <a:gd name="connsiteX5" fmla="*/ 215953 w 641002"/>
                <a:gd name="connsiteY5" fmla="*/ 415598 h 442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41002" h="442386">
                  <a:moveTo>
                    <a:pt x="641002" y="0"/>
                  </a:moveTo>
                  <a:lnTo>
                    <a:pt x="641002" y="37469"/>
                  </a:lnTo>
                  <a:lnTo>
                    <a:pt x="226860" y="442386"/>
                  </a:lnTo>
                  <a:lnTo>
                    <a:pt x="0" y="442386"/>
                  </a:lnTo>
                  <a:lnTo>
                    <a:pt x="0" y="415598"/>
                  </a:lnTo>
                  <a:lnTo>
                    <a:pt x="215953" y="41559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260" name="Freeform: Shape 2259">
              <a:extLst>
                <a:ext uri="{FF2B5EF4-FFF2-40B4-BE49-F238E27FC236}">
                  <a16:creationId xmlns:a16="http://schemas.microsoft.com/office/drawing/2014/main" id="{98BC1901-1985-40B6-9112-94420BB97198}"/>
                </a:ext>
              </a:extLst>
            </p:cNvPr>
            <p:cNvSpPr/>
            <p:nvPr/>
          </p:nvSpPr>
          <p:spPr>
            <a:xfrm flipH="1">
              <a:off x="1" y="1213277"/>
              <a:ext cx="1222019" cy="704828"/>
            </a:xfrm>
            <a:custGeom>
              <a:avLst/>
              <a:gdLst>
                <a:gd name="connsiteX0" fmla="*/ 1423340 w 1423340"/>
                <a:gd name="connsiteY0" fmla="*/ 0 h 820944"/>
                <a:gd name="connsiteX1" fmla="*/ 1423340 w 1423340"/>
                <a:gd name="connsiteY1" fmla="*/ 37887 h 820944"/>
                <a:gd name="connsiteX2" fmla="*/ 1048654 w 1423340"/>
                <a:gd name="connsiteY2" fmla="*/ 412573 h 820944"/>
                <a:gd name="connsiteX3" fmla="*/ 559535 w 1423340"/>
                <a:gd name="connsiteY3" fmla="*/ 412573 h 820944"/>
                <a:gd name="connsiteX4" fmla="*/ 559535 w 1423340"/>
                <a:gd name="connsiteY4" fmla="*/ 820944 h 820944"/>
                <a:gd name="connsiteX5" fmla="*/ 0 w 1423340"/>
                <a:gd name="connsiteY5" fmla="*/ 820944 h 820944"/>
                <a:gd name="connsiteX6" fmla="*/ 0 w 1423340"/>
                <a:gd name="connsiteY6" fmla="*/ 794155 h 820944"/>
                <a:gd name="connsiteX7" fmla="*/ 532746 w 1423340"/>
                <a:gd name="connsiteY7" fmla="*/ 794155 h 820944"/>
                <a:gd name="connsiteX8" fmla="*/ 532746 w 1423340"/>
                <a:gd name="connsiteY8" fmla="*/ 385785 h 820944"/>
                <a:gd name="connsiteX9" fmla="*/ 1037556 w 1423340"/>
                <a:gd name="connsiteY9" fmla="*/ 385785 h 82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3340" h="820944">
                  <a:moveTo>
                    <a:pt x="1423340" y="0"/>
                  </a:moveTo>
                  <a:lnTo>
                    <a:pt x="1423340" y="37887"/>
                  </a:lnTo>
                  <a:lnTo>
                    <a:pt x="1048654" y="412573"/>
                  </a:lnTo>
                  <a:lnTo>
                    <a:pt x="559535" y="412573"/>
                  </a:lnTo>
                  <a:lnTo>
                    <a:pt x="559535" y="820944"/>
                  </a:lnTo>
                  <a:lnTo>
                    <a:pt x="0" y="820944"/>
                  </a:lnTo>
                  <a:lnTo>
                    <a:pt x="0" y="794155"/>
                  </a:lnTo>
                  <a:lnTo>
                    <a:pt x="532746" y="794155"/>
                  </a:lnTo>
                  <a:lnTo>
                    <a:pt x="532746" y="385785"/>
                  </a:lnTo>
                  <a:lnTo>
                    <a:pt x="1037556" y="38578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261" name="Freeform: Shape 2260">
              <a:extLst>
                <a:ext uri="{FF2B5EF4-FFF2-40B4-BE49-F238E27FC236}">
                  <a16:creationId xmlns:a16="http://schemas.microsoft.com/office/drawing/2014/main" id="{92BB6FF4-E49F-53CD-130B-B5610EBBF992}"/>
                </a:ext>
              </a:extLst>
            </p:cNvPr>
            <p:cNvSpPr/>
            <p:nvPr/>
          </p:nvSpPr>
          <p:spPr>
            <a:xfrm flipH="1">
              <a:off x="0" y="1044329"/>
              <a:ext cx="689747" cy="383756"/>
            </a:xfrm>
            <a:custGeom>
              <a:avLst/>
              <a:gdLst>
                <a:gd name="connsiteX0" fmla="*/ 803379 w 803379"/>
                <a:gd name="connsiteY0" fmla="*/ 0 h 446978"/>
                <a:gd name="connsiteX1" fmla="*/ 803379 w 803379"/>
                <a:gd name="connsiteY1" fmla="*/ 37812 h 446978"/>
                <a:gd name="connsiteX2" fmla="*/ 394250 w 803379"/>
                <a:gd name="connsiteY2" fmla="*/ 446978 h 446978"/>
                <a:gd name="connsiteX3" fmla="*/ 0 w 803379"/>
                <a:gd name="connsiteY3" fmla="*/ 446978 h 446978"/>
                <a:gd name="connsiteX4" fmla="*/ 0 w 803379"/>
                <a:gd name="connsiteY4" fmla="*/ 420189 h 446978"/>
                <a:gd name="connsiteX5" fmla="*/ 383152 w 803379"/>
                <a:gd name="connsiteY5" fmla="*/ 420189 h 446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3379" h="446978">
                  <a:moveTo>
                    <a:pt x="803379" y="0"/>
                  </a:moveTo>
                  <a:lnTo>
                    <a:pt x="803379" y="37812"/>
                  </a:lnTo>
                  <a:lnTo>
                    <a:pt x="394250" y="446978"/>
                  </a:lnTo>
                  <a:lnTo>
                    <a:pt x="0" y="446978"/>
                  </a:lnTo>
                  <a:lnTo>
                    <a:pt x="0" y="420189"/>
                  </a:lnTo>
                  <a:lnTo>
                    <a:pt x="383152" y="42018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262" name="Freeform: Shape 2261">
              <a:extLst>
                <a:ext uri="{FF2B5EF4-FFF2-40B4-BE49-F238E27FC236}">
                  <a16:creationId xmlns:a16="http://schemas.microsoft.com/office/drawing/2014/main" id="{86D6543C-39E4-6DEB-EC92-1E64DF4E292C}"/>
                </a:ext>
              </a:extLst>
            </p:cNvPr>
            <p:cNvSpPr/>
            <p:nvPr/>
          </p:nvSpPr>
          <p:spPr>
            <a:xfrm flipH="1">
              <a:off x="0" y="822024"/>
              <a:ext cx="1230168" cy="849888"/>
            </a:xfrm>
            <a:custGeom>
              <a:avLst/>
              <a:gdLst>
                <a:gd name="connsiteX0" fmla="*/ 1432831 w 1432831"/>
                <a:gd name="connsiteY0" fmla="*/ 0 h 989902"/>
                <a:gd name="connsiteX1" fmla="*/ 1432831 w 1432831"/>
                <a:gd name="connsiteY1" fmla="*/ 37886 h 989902"/>
                <a:gd name="connsiteX2" fmla="*/ 991709 w 1432831"/>
                <a:gd name="connsiteY2" fmla="*/ 479008 h 989902"/>
                <a:gd name="connsiteX3" fmla="*/ 529876 w 1432831"/>
                <a:gd name="connsiteY3" fmla="*/ 479008 h 989902"/>
                <a:gd name="connsiteX4" fmla="*/ 18943 w 1432831"/>
                <a:gd name="connsiteY4" fmla="*/ 989902 h 989902"/>
                <a:gd name="connsiteX5" fmla="*/ 0 w 1432831"/>
                <a:gd name="connsiteY5" fmla="*/ 970959 h 989902"/>
                <a:gd name="connsiteX6" fmla="*/ 518778 w 1432831"/>
                <a:gd name="connsiteY6" fmla="*/ 452220 h 989902"/>
                <a:gd name="connsiteX7" fmla="*/ 980611 w 1432831"/>
                <a:gd name="connsiteY7" fmla="*/ 452220 h 989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32831" h="989902">
                  <a:moveTo>
                    <a:pt x="1432831" y="0"/>
                  </a:moveTo>
                  <a:lnTo>
                    <a:pt x="1432831" y="37886"/>
                  </a:lnTo>
                  <a:lnTo>
                    <a:pt x="991709" y="479008"/>
                  </a:lnTo>
                  <a:lnTo>
                    <a:pt x="529876" y="479008"/>
                  </a:lnTo>
                  <a:lnTo>
                    <a:pt x="18943" y="989902"/>
                  </a:lnTo>
                  <a:lnTo>
                    <a:pt x="0" y="970959"/>
                  </a:lnTo>
                  <a:lnTo>
                    <a:pt x="518778" y="452220"/>
                  </a:lnTo>
                  <a:lnTo>
                    <a:pt x="980611" y="45222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263" name="Freeform: Shape 2262">
              <a:extLst>
                <a:ext uri="{FF2B5EF4-FFF2-40B4-BE49-F238E27FC236}">
                  <a16:creationId xmlns:a16="http://schemas.microsoft.com/office/drawing/2014/main" id="{FB7C94BF-0164-2F7E-0743-192BE290A081}"/>
                </a:ext>
              </a:extLst>
            </p:cNvPr>
            <p:cNvSpPr/>
            <p:nvPr/>
          </p:nvSpPr>
          <p:spPr>
            <a:xfrm flipH="1">
              <a:off x="1" y="611285"/>
              <a:ext cx="604846" cy="447169"/>
            </a:xfrm>
            <a:custGeom>
              <a:avLst/>
              <a:gdLst>
                <a:gd name="connsiteX0" fmla="*/ 704491 w 704491"/>
                <a:gd name="connsiteY0" fmla="*/ 0 h 520837"/>
                <a:gd name="connsiteX1" fmla="*/ 704491 w 704491"/>
                <a:gd name="connsiteY1" fmla="*/ 37887 h 520837"/>
                <a:gd name="connsiteX2" fmla="*/ 221540 w 704491"/>
                <a:gd name="connsiteY2" fmla="*/ 520837 h 520837"/>
                <a:gd name="connsiteX3" fmla="*/ 0 w 704491"/>
                <a:gd name="connsiteY3" fmla="*/ 520837 h 520837"/>
                <a:gd name="connsiteX4" fmla="*/ 0 w 704491"/>
                <a:gd name="connsiteY4" fmla="*/ 494049 h 520837"/>
                <a:gd name="connsiteX5" fmla="*/ 210443 w 704491"/>
                <a:gd name="connsiteY5" fmla="*/ 494049 h 520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4491" h="520837">
                  <a:moveTo>
                    <a:pt x="704491" y="0"/>
                  </a:moveTo>
                  <a:lnTo>
                    <a:pt x="704491" y="37887"/>
                  </a:lnTo>
                  <a:lnTo>
                    <a:pt x="221540" y="520837"/>
                  </a:lnTo>
                  <a:lnTo>
                    <a:pt x="0" y="520837"/>
                  </a:lnTo>
                  <a:lnTo>
                    <a:pt x="0" y="494049"/>
                  </a:lnTo>
                  <a:lnTo>
                    <a:pt x="210443" y="49404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264" name="Freeform: Shape 2263">
              <a:extLst>
                <a:ext uri="{FF2B5EF4-FFF2-40B4-BE49-F238E27FC236}">
                  <a16:creationId xmlns:a16="http://schemas.microsoft.com/office/drawing/2014/main" id="{EF60457D-AC09-1EBE-1B56-9C9C3552E1D4}"/>
                </a:ext>
              </a:extLst>
            </p:cNvPr>
            <p:cNvSpPr/>
            <p:nvPr/>
          </p:nvSpPr>
          <p:spPr>
            <a:xfrm flipH="1">
              <a:off x="1" y="359012"/>
              <a:ext cx="1230168" cy="938042"/>
            </a:xfrm>
            <a:custGeom>
              <a:avLst/>
              <a:gdLst>
                <a:gd name="connsiteX0" fmla="*/ 1432831 w 1432831"/>
                <a:gd name="connsiteY0" fmla="*/ 0 h 1092579"/>
                <a:gd name="connsiteX1" fmla="*/ 1432831 w 1432831"/>
                <a:gd name="connsiteY1" fmla="*/ 37886 h 1092579"/>
                <a:gd name="connsiteX2" fmla="*/ 886469 w 1432831"/>
                <a:gd name="connsiteY2" fmla="*/ 584249 h 1092579"/>
                <a:gd name="connsiteX3" fmla="*/ 527312 w 1432831"/>
                <a:gd name="connsiteY3" fmla="*/ 584249 h 1092579"/>
                <a:gd name="connsiteX4" fmla="*/ 18943 w 1432831"/>
                <a:gd name="connsiteY4" fmla="*/ 1092579 h 1092579"/>
                <a:gd name="connsiteX5" fmla="*/ 0 w 1432831"/>
                <a:gd name="connsiteY5" fmla="*/ 1073636 h 1092579"/>
                <a:gd name="connsiteX6" fmla="*/ 516214 w 1432831"/>
                <a:gd name="connsiteY6" fmla="*/ 557460 h 1092579"/>
                <a:gd name="connsiteX7" fmla="*/ 875371 w 1432831"/>
                <a:gd name="connsiteY7" fmla="*/ 557460 h 1092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32831" h="1092579">
                  <a:moveTo>
                    <a:pt x="1432831" y="0"/>
                  </a:moveTo>
                  <a:lnTo>
                    <a:pt x="1432831" y="37886"/>
                  </a:lnTo>
                  <a:lnTo>
                    <a:pt x="886469" y="584249"/>
                  </a:lnTo>
                  <a:lnTo>
                    <a:pt x="527312" y="584249"/>
                  </a:lnTo>
                  <a:lnTo>
                    <a:pt x="18943" y="1092579"/>
                  </a:lnTo>
                  <a:lnTo>
                    <a:pt x="0" y="1073636"/>
                  </a:lnTo>
                  <a:lnTo>
                    <a:pt x="516214" y="557460"/>
                  </a:lnTo>
                  <a:lnTo>
                    <a:pt x="875371" y="55746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265" name="Freeform: Shape 2264">
              <a:extLst>
                <a:ext uri="{FF2B5EF4-FFF2-40B4-BE49-F238E27FC236}">
                  <a16:creationId xmlns:a16="http://schemas.microsoft.com/office/drawing/2014/main" id="{04D899A3-5707-A63D-CE3D-9238687D626F}"/>
                </a:ext>
              </a:extLst>
            </p:cNvPr>
            <p:cNvSpPr/>
            <p:nvPr/>
          </p:nvSpPr>
          <p:spPr>
            <a:xfrm flipH="1">
              <a:off x="0" y="63798"/>
              <a:ext cx="900652" cy="752602"/>
            </a:xfrm>
            <a:custGeom>
              <a:avLst/>
              <a:gdLst>
                <a:gd name="connsiteX0" fmla="*/ 1049029 w 1049029"/>
                <a:gd name="connsiteY0" fmla="*/ 0 h 876589"/>
                <a:gd name="connsiteX1" fmla="*/ 1049029 w 1049029"/>
                <a:gd name="connsiteY1" fmla="*/ 37849 h 876589"/>
                <a:gd name="connsiteX2" fmla="*/ 612002 w 1049029"/>
                <a:gd name="connsiteY2" fmla="*/ 474876 h 876589"/>
                <a:gd name="connsiteX3" fmla="*/ 420655 w 1049029"/>
                <a:gd name="connsiteY3" fmla="*/ 474876 h 876589"/>
                <a:gd name="connsiteX4" fmla="*/ 18943 w 1049029"/>
                <a:gd name="connsiteY4" fmla="*/ 876589 h 876589"/>
                <a:gd name="connsiteX5" fmla="*/ 0 w 1049029"/>
                <a:gd name="connsiteY5" fmla="*/ 857645 h 876589"/>
                <a:gd name="connsiteX6" fmla="*/ 409558 w 1049029"/>
                <a:gd name="connsiteY6" fmla="*/ 448088 h 876589"/>
                <a:gd name="connsiteX7" fmla="*/ 600904 w 1049029"/>
                <a:gd name="connsiteY7" fmla="*/ 448088 h 876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9029" h="876589">
                  <a:moveTo>
                    <a:pt x="1049029" y="0"/>
                  </a:moveTo>
                  <a:lnTo>
                    <a:pt x="1049029" y="37849"/>
                  </a:lnTo>
                  <a:lnTo>
                    <a:pt x="612002" y="474876"/>
                  </a:lnTo>
                  <a:lnTo>
                    <a:pt x="420655" y="474876"/>
                  </a:lnTo>
                  <a:lnTo>
                    <a:pt x="18943" y="876589"/>
                  </a:lnTo>
                  <a:lnTo>
                    <a:pt x="0" y="857645"/>
                  </a:lnTo>
                  <a:lnTo>
                    <a:pt x="409558" y="448088"/>
                  </a:lnTo>
                  <a:lnTo>
                    <a:pt x="600904" y="44808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266" name="Freeform: Shape 2265">
              <a:extLst>
                <a:ext uri="{FF2B5EF4-FFF2-40B4-BE49-F238E27FC236}">
                  <a16:creationId xmlns:a16="http://schemas.microsoft.com/office/drawing/2014/main" id="{A482B1B8-7A71-36C9-0031-FF21ED8EE49B}"/>
                </a:ext>
              </a:extLst>
            </p:cNvPr>
            <p:cNvSpPr/>
            <p:nvPr/>
          </p:nvSpPr>
          <p:spPr>
            <a:xfrm flipH="1">
              <a:off x="484805" y="0"/>
              <a:ext cx="935931" cy="1150614"/>
            </a:xfrm>
            <a:custGeom>
              <a:avLst/>
              <a:gdLst>
                <a:gd name="connsiteX0" fmla="*/ 1052237 w 1090121"/>
                <a:gd name="connsiteY0" fmla="*/ 0 h 1340171"/>
                <a:gd name="connsiteX1" fmla="*/ 1090121 w 1090121"/>
                <a:gd name="connsiteY1" fmla="*/ 0 h 1340171"/>
                <a:gd name="connsiteX2" fmla="*/ 567380 w 1090121"/>
                <a:gd name="connsiteY2" fmla="*/ 522741 h 1340171"/>
                <a:gd name="connsiteX3" fmla="*/ 567380 w 1090121"/>
                <a:gd name="connsiteY3" fmla="*/ 791735 h 1340171"/>
                <a:gd name="connsiteX4" fmla="*/ 563476 w 1090121"/>
                <a:gd name="connsiteY4" fmla="*/ 795639 h 1340171"/>
                <a:gd name="connsiteX5" fmla="*/ 18943 w 1090121"/>
                <a:gd name="connsiteY5" fmla="*/ 1340171 h 1340171"/>
                <a:gd name="connsiteX6" fmla="*/ 0 w 1090121"/>
                <a:gd name="connsiteY6" fmla="*/ 1321228 h 1340171"/>
                <a:gd name="connsiteX7" fmla="*/ 540591 w 1090121"/>
                <a:gd name="connsiteY7" fmla="*/ 780637 h 1340171"/>
                <a:gd name="connsiteX8" fmla="*/ 540591 w 1090121"/>
                <a:gd name="connsiteY8" fmla="*/ 511643 h 1340171"/>
                <a:gd name="connsiteX9" fmla="*/ 544533 w 1090121"/>
                <a:gd name="connsiteY9" fmla="*/ 507739 h 1340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90121" h="1340171">
                  <a:moveTo>
                    <a:pt x="1052237" y="0"/>
                  </a:moveTo>
                  <a:lnTo>
                    <a:pt x="1090121" y="0"/>
                  </a:lnTo>
                  <a:lnTo>
                    <a:pt x="567380" y="522741"/>
                  </a:lnTo>
                  <a:lnTo>
                    <a:pt x="567380" y="791735"/>
                  </a:lnTo>
                  <a:lnTo>
                    <a:pt x="563476" y="795639"/>
                  </a:lnTo>
                  <a:lnTo>
                    <a:pt x="18943" y="1340171"/>
                  </a:lnTo>
                  <a:lnTo>
                    <a:pt x="0" y="1321228"/>
                  </a:lnTo>
                  <a:lnTo>
                    <a:pt x="540591" y="780637"/>
                  </a:lnTo>
                  <a:lnTo>
                    <a:pt x="540591" y="511643"/>
                  </a:lnTo>
                  <a:lnTo>
                    <a:pt x="544533" y="50773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267" name="Freeform: Shape 2266">
              <a:extLst>
                <a:ext uri="{FF2B5EF4-FFF2-40B4-BE49-F238E27FC236}">
                  <a16:creationId xmlns:a16="http://schemas.microsoft.com/office/drawing/2014/main" id="{B9C3F5B0-C717-2549-7DDA-D9ECCA86D2D5}"/>
                </a:ext>
              </a:extLst>
            </p:cNvPr>
            <p:cNvSpPr/>
            <p:nvPr/>
          </p:nvSpPr>
          <p:spPr>
            <a:xfrm flipH="1">
              <a:off x="728862" y="1"/>
              <a:ext cx="419232" cy="629907"/>
            </a:xfrm>
            <a:custGeom>
              <a:avLst/>
              <a:gdLst>
                <a:gd name="connsiteX0" fmla="*/ 450412 w 488298"/>
                <a:gd name="connsiteY0" fmla="*/ 0 h 733681"/>
                <a:gd name="connsiteX1" fmla="*/ 488298 w 488298"/>
                <a:gd name="connsiteY1" fmla="*/ 0 h 733681"/>
                <a:gd name="connsiteX2" fmla="*/ 26788 w 488298"/>
                <a:gd name="connsiteY2" fmla="*/ 461510 h 733681"/>
                <a:gd name="connsiteX3" fmla="*/ 26788 w 488298"/>
                <a:gd name="connsiteY3" fmla="*/ 733681 h 733681"/>
                <a:gd name="connsiteX4" fmla="*/ 0 w 488298"/>
                <a:gd name="connsiteY4" fmla="*/ 733681 h 733681"/>
                <a:gd name="connsiteX5" fmla="*/ 0 w 488298"/>
                <a:gd name="connsiteY5" fmla="*/ 450412 h 733681"/>
                <a:gd name="connsiteX6" fmla="*/ 3904 w 488298"/>
                <a:gd name="connsiteY6" fmla="*/ 446509 h 7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8298" h="733681">
                  <a:moveTo>
                    <a:pt x="450412" y="0"/>
                  </a:moveTo>
                  <a:lnTo>
                    <a:pt x="488298" y="0"/>
                  </a:lnTo>
                  <a:lnTo>
                    <a:pt x="26788" y="461510"/>
                  </a:lnTo>
                  <a:lnTo>
                    <a:pt x="26788" y="733681"/>
                  </a:lnTo>
                  <a:lnTo>
                    <a:pt x="0" y="733681"/>
                  </a:lnTo>
                  <a:lnTo>
                    <a:pt x="0" y="450412"/>
                  </a:lnTo>
                  <a:lnTo>
                    <a:pt x="3904" y="44650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268" name="Freeform: Shape 2267">
              <a:extLst>
                <a:ext uri="{FF2B5EF4-FFF2-40B4-BE49-F238E27FC236}">
                  <a16:creationId xmlns:a16="http://schemas.microsoft.com/office/drawing/2014/main" id="{6EE71B53-E9B7-BF12-EFAB-25E74191E015}"/>
                </a:ext>
              </a:extLst>
            </p:cNvPr>
            <p:cNvSpPr/>
            <p:nvPr/>
          </p:nvSpPr>
          <p:spPr>
            <a:xfrm flipH="1">
              <a:off x="973904" y="0"/>
              <a:ext cx="777268" cy="1150614"/>
            </a:xfrm>
            <a:custGeom>
              <a:avLst/>
              <a:gdLst>
                <a:gd name="connsiteX0" fmla="*/ 867435 w 905318"/>
                <a:gd name="connsiteY0" fmla="*/ 0 h 1340171"/>
                <a:gd name="connsiteX1" fmla="*/ 905318 w 905318"/>
                <a:gd name="connsiteY1" fmla="*/ 0 h 1340171"/>
                <a:gd name="connsiteX2" fmla="*/ 500676 w 905318"/>
                <a:gd name="connsiteY2" fmla="*/ 404641 h 1340171"/>
                <a:gd name="connsiteX3" fmla="*/ 500676 w 905318"/>
                <a:gd name="connsiteY3" fmla="*/ 858399 h 1340171"/>
                <a:gd name="connsiteX4" fmla="*/ 496773 w 905318"/>
                <a:gd name="connsiteY4" fmla="*/ 862341 h 1340171"/>
                <a:gd name="connsiteX5" fmla="*/ 18943 w 905318"/>
                <a:gd name="connsiteY5" fmla="*/ 1340171 h 1340171"/>
                <a:gd name="connsiteX6" fmla="*/ 0 w 905318"/>
                <a:gd name="connsiteY6" fmla="*/ 1321227 h 1340171"/>
                <a:gd name="connsiteX7" fmla="*/ 473888 w 905318"/>
                <a:gd name="connsiteY7" fmla="*/ 847301 h 1340171"/>
                <a:gd name="connsiteX8" fmla="*/ 473888 w 905318"/>
                <a:gd name="connsiteY8" fmla="*/ 393543 h 1340171"/>
                <a:gd name="connsiteX9" fmla="*/ 477830 w 905318"/>
                <a:gd name="connsiteY9" fmla="*/ 389640 h 1340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318" h="1340171">
                  <a:moveTo>
                    <a:pt x="867435" y="0"/>
                  </a:moveTo>
                  <a:lnTo>
                    <a:pt x="905318" y="0"/>
                  </a:lnTo>
                  <a:lnTo>
                    <a:pt x="500676" y="404641"/>
                  </a:lnTo>
                  <a:lnTo>
                    <a:pt x="500676" y="858399"/>
                  </a:lnTo>
                  <a:lnTo>
                    <a:pt x="496773" y="862341"/>
                  </a:lnTo>
                  <a:lnTo>
                    <a:pt x="18943" y="1340171"/>
                  </a:lnTo>
                  <a:lnTo>
                    <a:pt x="0" y="1321227"/>
                  </a:lnTo>
                  <a:lnTo>
                    <a:pt x="473888" y="847301"/>
                  </a:lnTo>
                  <a:lnTo>
                    <a:pt x="473888" y="393543"/>
                  </a:lnTo>
                  <a:lnTo>
                    <a:pt x="477830" y="38964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269" name="Freeform: Shape 2268">
              <a:extLst>
                <a:ext uri="{FF2B5EF4-FFF2-40B4-BE49-F238E27FC236}">
                  <a16:creationId xmlns:a16="http://schemas.microsoft.com/office/drawing/2014/main" id="{1F0D9181-7E80-ADE5-479A-1A255FAD255C}"/>
                </a:ext>
              </a:extLst>
            </p:cNvPr>
            <p:cNvSpPr/>
            <p:nvPr/>
          </p:nvSpPr>
          <p:spPr>
            <a:xfrm flipH="1">
              <a:off x="1333418" y="0"/>
              <a:ext cx="697098" cy="1142465"/>
            </a:xfrm>
            <a:custGeom>
              <a:avLst/>
              <a:gdLst>
                <a:gd name="connsiteX0" fmla="*/ 774054 w 811941"/>
                <a:gd name="connsiteY0" fmla="*/ 0 h 1330680"/>
                <a:gd name="connsiteX1" fmla="*/ 811941 w 811941"/>
                <a:gd name="connsiteY1" fmla="*/ 0 h 1330680"/>
                <a:gd name="connsiteX2" fmla="*/ 437915 w 811941"/>
                <a:gd name="connsiteY2" fmla="*/ 374026 h 1330680"/>
                <a:gd name="connsiteX3" fmla="*/ 437915 w 811941"/>
                <a:gd name="connsiteY3" fmla="*/ 869536 h 1330680"/>
                <a:gd name="connsiteX4" fmla="*/ 26788 w 811941"/>
                <a:gd name="connsiteY4" fmla="*/ 869536 h 1330680"/>
                <a:gd name="connsiteX5" fmla="*/ 26788 w 811941"/>
                <a:gd name="connsiteY5" fmla="*/ 1330680 h 1330680"/>
                <a:gd name="connsiteX6" fmla="*/ 0 w 811941"/>
                <a:gd name="connsiteY6" fmla="*/ 1330680 h 1330680"/>
                <a:gd name="connsiteX7" fmla="*/ 0 w 811941"/>
                <a:gd name="connsiteY7" fmla="*/ 842747 h 1330680"/>
                <a:gd name="connsiteX8" fmla="*/ 411127 w 811941"/>
                <a:gd name="connsiteY8" fmla="*/ 842747 h 1330680"/>
                <a:gd name="connsiteX9" fmla="*/ 411127 w 811941"/>
                <a:gd name="connsiteY9" fmla="*/ 362928 h 1330680"/>
                <a:gd name="connsiteX10" fmla="*/ 415030 w 811941"/>
                <a:gd name="connsiteY10" fmla="*/ 359024 h 1330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1941" h="1330680">
                  <a:moveTo>
                    <a:pt x="774054" y="0"/>
                  </a:moveTo>
                  <a:lnTo>
                    <a:pt x="811941" y="0"/>
                  </a:lnTo>
                  <a:lnTo>
                    <a:pt x="437915" y="374026"/>
                  </a:lnTo>
                  <a:lnTo>
                    <a:pt x="437915" y="869536"/>
                  </a:lnTo>
                  <a:lnTo>
                    <a:pt x="26788" y="869536"/>
                  </a:lnTo>
                  <a:lnTo>
                    <a:pt x="26788" y="1330680"/>
                  </a:lnTo>
                  <a:lnTo>
                    <a:pt x="0" y="1330680"/>
                  </a:lnTo>
                  <a:lnTo>
                    <a:pt x="0" y="842747"/>
                  </a:lnTo>
                  <a:lnTo>
                    <a:pt x="411127" y="842747"/>
                  </a:lnTo>
                  <a:lnTo>
                    <a:pt x="411127" y="362928"/>
                  </a:lnTo>
                  <a:lnTo>
                    <a:pt x="415030" y="35902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270" name="Freeform: Shape 2269">
              <a:extLst>
                <a:ext uri="{FF2B5EF4-FFF2-40B4-BE49-F238E27FC236}">
                  <a16:creationId xmlns:a16="http://schemas.microsoft.com/office/drawing/2014/main" id="{D4703BE8-E8DD-0DF0-E23B-B549784F233F}"/>
                </a:ext>
              </a:extLst>
            </p:cNvPr>
            <p:cNvSpPr/>
            <p:nvPr/>
          </p:nvSpPr>
          <p:spPr>
            <a:xfrm flipH="1">
              <a:off x="2168913" y="0"/>
              <a:ext cx="325741" cy="309478"/>
            </a:xfrm>
            <a:custGeom>
              <a:avLst/>
              <a:gdLst>
                <a:gd name="connsiteX0" fmla="*/ 341521 w 379405"/>
                <a:gd name="connsiteY0" fmla="*/ 0 h 360463"/>
                <a:gd name="connsiteX1" fmla="*/ 379405 w 379405"/>
                <a:gd name="connsiteY1" fmla="*/ 0 h 360463"/>
                <a:gd name="connsiteX2" fmla="*/ 18942 w 379405"/>
                <a:gd name="connsiteY2" fmla="*/ 360463 h 360463"/>
                <a:gd name="connsiteX3" fmla="*/ 0 w 379405"/>
                <a:gd name="connsiteY3" fmla="*/ 341521 h 360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405" h="360463">
                  <a:moveTo>
                    <a:pt x="341521" y="0"/>
                  </a:moveTo>
                  <a:lnTo>
                    <a:pt x="379405" y="0"/>
                  </a:lnTo>
                  <a:lnTo>
                    <a:pt x="18942" y="360463"/>
                  </a:lnTo>
                  <a:lnTo>
                    <a:pt x="0" y="34152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271" name="Freeform: Shape 2270">
              <a:extLst>
                <a:ext uri="{FF2B5EF4-FFF2-40B4-BE49-F238E27FC236}">
                  <a16:creationId xmlns:a16="http://schemas.microsoft.com/office/drawing/2014/main" id="{195FCAA2-0232-CD6F-E340-AD35D6C3A336}"/>
                </a:ext>
              </a:extLst>
            </p:cNvPr>
            <p:cNvSpPr/>
            <p:nvPr/>
          </p:nvSpPr>
          <p:spPr>
            <a:xfrm flipH="1">
              <a:off x="1776507" y="1"/>
              <a:ext cx="791382" cy="775120"/>
            </a:xfrm>
            <a:custGeom>
              <a:avLst/>
              <a:gdLst>
                <a:gd name="connsiteX0" fmla="*/ 883874 w 921758"/>
                <a:gd name="connsiteY0" fmla="*/ 0 h 902817"/>
                <a:gd name="connsiteX1" fmla="*/ 921758 w 921758"/>
                <a:gd name="connsiteY1" fmla="*/ 0 h 902817"/>
                <a:gd name="connsiteX2" fmla="*/ 18942 w 921758"/>
                <a:gd name="connsiteY2" fmla="*/ 902817 h 902817"/>
                <a:gd name="connsiteX3" fmla="*/ 0 w 921758"/>
                <a:gd name="connsiteY3" fmla="*/ 883875 h 902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1758" h="902817">
                  <a:moveTo>
                    <a:pt x="883874" y="0"/>
                  </a:moveTo>
                  <a:lnTo>
                    <a:pt x="921758" y="0"/>
                  </a:lnTo>
                  <a:lnTo>
                    <a:pt x="18942" y="902817"/>
                  </a:lnTo>
                  <a:lnTo>
                    <a:pt x="0" y="883875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272" name="Freeform: Shape 2271">
              <a:extLst>
                <a:ext uri="{FF2B5EF4-FFF2-40B4-BE49-F238E27FC236}">
                  <a16:creationId xmlns:a16="http://schemas.microsoft.com/office/drawing/2014/main" id="{E7677223-390C-FCED-9912-C6DE49FD41A6}"/>
                </a:ext>
              </a:extLst>
            </p:cNvPr>
            <p:cNvSpPr/>
            <p:nvPr/>
          </p:nvSpPr>
          <p:spPr>
            <a:xfrm flipH="1">
              <a:off x="1543700" y="0"/>
              <a:ext cx="467826" cy="551281"/>
            </a:xfrm>
            <a:custGeom>
              <a:avLst/>
              <a:gdLst>
                <a:gd name="connsiteX0" fmla="*/ 507012 w 544898"/>
                <a:gd name="connsiteY0" fmla="*/ 0 h 642102"/>
                <a:gd name="connsiteX1" fmla="*/ 544898 w 544898"/>
                <a:gd name="connsiteY1" fmla="*/ 0 h 642102"/>
                <a:gd name="connsiteX2" fmla="*/ 177416 w 544898"/>
                <a:gd name="connsiteY2" fmla="*/ 367482 h 642102"/>
                <a:gd name="connsiteX3" fmla="*/ 177416 w 544898"/>
                <a:gd name="connsiteY3" fmla="*/ 642102 h 642102"/>
                <a:gd name="connsiteX4" fmla="*/ 0 w 544898"/>
                <a:gd name="connsiteY4" fmla="*/ 642102 h 642102"/>
                <a:gd name="connsiteX5" fmla="*/ 0 w 544898"/>
                <a:gd name="connsiteY5" fmla="*/ 615314 h 642102"/>
                <a:gd name="connsiteX6" fmla="*/ 150628 w 544898"/>
                <a:gd name="connsiteY6" fmla="*/ 615314 h 642102"/>
                <a:gd name="connsiteX7" fmla="*/ 150628 w 544898"/>
                <a:gd name="connsiteY7" fmla="*/ 356384 h 642102"/>
                <a:gd name="connsiteX8" fmla="*/ 154569 w 544898"/>
                <a:gd name="connsiteY8" fmla="*/ 352442 h 642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44898" h="642102">
                  <a:moveTo>
                    <a:pt x="507012" y="0"/>
                  </a:moveTo>
                  <a:lnTo>
                    <a:pt x="544898" y="0"/>
                  </a:lnTo>
                  <a:lnTo>
                    <a:pt x="177416" y="367482"/>
                  </a:lnTo>
                  <a:lnTo>
                    <a:pt x="177416" y="642102"/>
                  </a:lnTo>
                  <a:lnTo>
                    <a:pt x="0" y="642102"/>
                  </a:lnTo>
                  <a:lnTo>
                    <a:pt x="0" y="615314"/>
                  </a:lnTo>
                  <a:lnTo>
                    <a:pt x="150628" y="615314"/>
                  </a:lnTo>
                  <a:lnTo>
                    <a:pt x="150628" y="356384"/>
                  </a:lnTo>
                  <a:lnTo>
                    <a:pt x="154569" y="352442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273" name="Freeform: Shape 2272">
              <a:extLst>
                <a:ext uri="{FF2B5EF4-FFF2-40B4-BE49-F238E27FC236}">
                  <a16:creationId xmlns:a16="http://schemas.microsoft.com/office/drawing/2014/main" id="{166FF528-7F60-DE52-9A20-6489E9AFAAE9}"/>
                </a:ext>
              </a:extLst>
            </p:cNvPr>
            <p:cNvSpPr/>
            <p:nvPr/>
          </p:nvSpPr>
          <p:spPr>
            <a:xfrm flipH="1">
              <a:off x="0" y="1598168"/>
              <a:ext cx="795037" cy="810748"/>
            </a:xfrm>
            <a:custGeom>
              <a:avLst/>
              <a:gdLst>
                <a:gd name="connsiteX0" fmla="*/ 926014 w 926014"/>
                <a:gd name="connsiteY0" fmla="*/ 0 h 944315"/>
                <a:gd name="connsiteX1" fmla="*/ 926014 w 926014"/>
                <a:gd name="connsiteY1" fmla="*/ 37870 h 944315"/>
                <a:gd name="connsiteX2" fmla="*/ 18935 w 926014"/>
                <a:gd name="connsiteY2" fmla="*/ 944315 h 944315"/>
                <a:gd name="connsiteX3" fmla="*/ 0 w 926014"/>
                <a:gd name="connsiteY3" fmla="*/ 925367 h 944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6014" h="944315">
                  <a:moveTo>
                    <a:pt x="926014" y="0"/>
                  </a:moveTo>
                  <a:lnTo>
                    <a:pt x="926014" y="37870"/>
                  </a:lnTo>
                  <a:lnTo>
                    <a:pt x="18935" y="944315"/>
                  </a:lnTo>
                  <a:lnTo>
                    <a:pt x="0" y="925367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274" name="Freeform: Shape 2273">
              <a:extLst>
                <a:ext uri="{FF2B5EF4-FFF2-40B4-BE49-F238E27FC236}">
                  <a16:creationId xmlns:a16="http://schemas.microsoft.com/office/drawing/2014/main" id="{39A862CC-9EED-D228-C345-EFC272D8F7D5}"/>
                </a:ext>
              </a:extLst>
            </p:cNvPr>
            <p:cNvSpPr/>
            <p:nvPr/>
          </p:nvSpPr>
          <p:spPr>
            <a:xfrm flipH="1">
              <a:off x="0" y="1994158"/>
              <a:ext cx="334409" cy="338820"/>
            </a:xfrm>
            <a:custGeom>
              <a:avLst/>
              <a:gdLst>
                <a:gd name="connsiteX0" fmla="*/ 389501 w 389501"/>
                <a:gd name="connsiteY0" fmla="*/ 0 h 394639"/>
                <a:gd name="connsiteX1" fmla="*/ 389501 w 389501"/>
                <a:gd name="connsiteY1" fmla="*/ 37202 h 394639"/>
                <a:gd name="connsiteX2" fmla="*/ 18588 w 389501"/>
                <a:gd name="connsiteY2" fmla="*/ 394639 h 394639"/>
                <a:gd name="connsiteX3" fmla="*/ 0 w 389501"/>
                <a:gd name="connsiteY3" fmla="*/ 375350 h 394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9501" h="394639">
                  <a:moveTo>
                    <a:pt x="389501" y="0"/>
                  </a:moveTo>
                  <a:lnTo>
                    <a:pt x="389501" y="37202"/>
                  </a:lnTo>
                  <a:lnTo>
                    <a:pt x="18588" y="394639"/>
                  </a:lnTo>
                  <a:lnTo>
                    <a:pt x="0" y="37535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ln w="354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275" name="Freeform: Shape 2274">
              <a:extLst>
                <a:ext uri="{FF2B5EF4-FFF2-40B4-BE49-F238E27FC236}">
                  <a16:creationId xmlns:a16="http://schemas.microsoft.com/office/drawing/2014/main" id="{9F4E1A44-7222-DF01-28F7-358998C80118}"/>
                </a:ext>
              </a:extLst>
            </p:cNvPr>
            <p:cNvSpPr/>
            <p:nvPr/>
          </p:nvSpPr>
          <p:spPr>
            <a:xfrm>
              <a:off x="2420584" y="245715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7"/>
                    <a:pt x="26197" y="0"/>
                    <a:pt x="58514" y="0"/>
                  </a:cubicBezTo>
                  <a:cubicBezTo>
                    <a:pt x="90830" y="0"/>
                    <a:pt x="117027" y="26197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276" name="Freeform: Shape 2275">
              <a:extLst>
                <a:ext uri="{FF2B5EF4-FFF2-40B4-BE49-F238E27FC236}">
                  <a16:creationId xmlns:a16="http://schemas.microsoft.com/office/drawing/2014/main" id="{3A401F8B-0363-47AD-17DC-1854F98150D6}"/>
                </a:ext>
              </a:extLst>
            </p:cNvPr>
            <p:cNvSpPr/>
            <p:nvPr/>
          </p:nvSpPr>
          <p:spPr>
            <a:xfrm>
              <a:off x="2498946" y="706196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8"/>
                    <a:pt x="26197" y="0"/>
                    <a:pt x="58514" y="0"/>
                  </a:cubicBezTo>
                  <a:cubicBezTo>
                    <a:pt x="90830" y="0"/>
                    <a:pt x="117027" y="26198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277" name="Freeform: Shape 2276">
              <a:extLst>
                <a:ext uri="{FF2B5EF4-FFF2-40B4-BE49-F238E27FC236}">
                  <a16:creationId xmlns:a16="http://schemas.microsoft.com/office/drawing/2014/main" id="{295ABA6E-2DF6-11C5-8A7A-E35D9B9983A1}"/>
                </a:ext>
              </a:extLst>
            </p:cNvPr>
            <p:cNvSpPr/>
            <p:nvPr/>
          </p:nvSpPr>
          <p:spPr>
            <a:xfrm>
              <a:off x="1958229" y="1081678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7"/>
                    <a:pt x="26197" y="0"/>
                    <a:pt x="58514" y="0"/>
                  </a:cubicBezTo>
                  <a:cubicBezTo>
                    <a:pt x="90830" y="0"/>
                    <a:pt x="117027" y="26197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278" name="Freeform: Shape 2277">
              <a:extLst>
                <a:ext uri="{FF2B5EF4-FFF2-40B4-BE49-F238E27FC236}">
                  <a16:creationId xmlns:a16="http://schemas.microsoft.com/office/drawing/2014/main" id="{6CA8DCAC-D9AC-8C62-6DF0-D384AA136B94}"/>
                </a:ext>
              </a:extLst>
            </p:cNvPr>
            <p:cNvSpPr/>
            <p:nvPr/>
          </p:nvSpPr>
          <p:spPr>
            <a:xfrm>
              <a:off x="1678951" y="1081678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7"/>
                    <a:pt x="26197" y="0"/>
                    <a:pt x="58514" y="0"/>
                  </a:cubicBezTo>
                  <a:cubicBezTo>
                    <a:pt x="90830" y="0"/>
                    <a:pt x="117027" y="26197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279" name="Freeform: Shape 2278">
              <a:extLst>
                <a:ext uri="{FF2B5EF4-FFF2-40B4-BE49-F238E27FC236}">
                  <a16:creationId xmlns:a16="http://schemas.microsoft.com/office/drawing/2014/main" id="{E65C708B-C7DE-BF37-E727-9A95A009EF17}"/>
                </a:ext>
              </a:extLst>
            </p:cNvPr>
            <p:cNvSpPr/>
            <p:nvPr/>
          </p:nvSpPr>
          <p:spPr>
            <a:xfrm>
              <a:off x="1345097" y="1081678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7"/>
                    <a:pt x="26197" y="0"/>
                    <a:pt x="58514" y="0"/>
                  </a:cubicBezTo>
                  <a:cubicBezTo>
                    <a:pt x="90830" y="0"/>
                    <a:pt x="117027" y="26197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280" name="Freeform: Shape 2279">
              <a:extLst>
                <a:ext uri="{FF2B5EF4-FFF2-40B4-BE49-F238E27FC236}">
                  <a16:creationId xmlns:a16="http://schemas.microsoft.com/office/drawing/2014/main" id="{FC1C5A4B-1F2F-D08A-76E9-923B9045B662}"/>
                </a:ext>
              </a:extLst>
            </p:cNvPr>
            <p:cNvSpPr/>
            <p:nvPr/>
          </p:nvSpPr>
          <p:spPr>
            <a:xfrm>
              <a:off x="1150751" y="1228118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7"/>
                    <a:pt x="26197" y="0"/>
                    <a:pt x="58514" y="0"/>
                  </a:cubicBezTo>
                  <a:cubicBezTo>
                    <a:pt x="90830" y="0"/>
                    <a:pt x="117027" y="26197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281" name="Freeform: Shape 2280">
              <a:extLst>
                <a:ext uri="{FF2B5EF4-FFF2-40B4-BE49-F238E27FC236}">
                  <a16:creationId xmlns:a16="http://schemas.microsoft.com/office/drawing/2014/main" id="{466D2282-BB62-B801-0199-CAFE498206CC}"/>
                </a:ext>
              </a:extLst>
            </p:cNvPr>
            <p:cNvSpPr/>
            <p:nvPr/>
          </p:nvSpPr>
          <p:spPr>
            <a:xfrm>
              <a:off x="1150751" y="1602976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8"/>
                    <a:pt x="26197" y="0"/>
                    <a:pt x="58514" y="0"/>
                  </a:cubicBezTo>
                  <a:cubicBezTo>
                    <a:pt x="90830" y="0"/>
                    <a:pt x="117027" y="26198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282" name="Freeform: Shape 2281">
              <a:extLst>
                <a:ext uri="{FF2B5EF4-FFF2-40B4-BE49-F238E27FC236}">
                  <a16:creationId xmlns:a16="http://schemas.microsoft.com/office/drawing/2014/main" id="{41F7CB6C-ECFA-598E-8415-5A826F35C8AC}"/>
                </a:ext>
              </a:extLst>
            </p:cNvPr>
            <p:cNvSpPr/>
            <p:nvPr/>
          </p:nvSpPr>
          <p:spPr>
            <a:xfrm>
              <a:off x="1150751" y="1845818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7"/>
                    <a:pt x="26197" y="0"/>
                    <a:pt x="58514" y="0"/>
                  </a:cubicBezTo>
                  <a:cubicBezTo>
                    <a:pt x="90830" y="0"/>
                    <a:pt x="117027" y="26198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283" name="Freeform: Shape 2282">
              <a:extLst>
                <a:ext uri="{FF2B5EF4-FFF2-40B4-BE49-F238E27FC236}">
                  <a16:creationId xmlns:a16="http://schemas.microsoft.com/office/drawing/2014/main" id="{21C49C53-74C3-AC89-41D6-AD7350CCA01B}"/>
                </a:ext>
              </a:extLst>
            </p:cNvPr>
            <p:cNvSpPr/>
            <p:nvPr/>
          </p:nvSpPr>
          <p:spPr>
            <a:xfrm>
              <a:off x="726117" y="2340075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8" y="117027"/>
                    <a:pt x="0" y="90830"/>
                    <a:pt x="0" y="58514"/>
                  </a:cubicBezTo>
                  <a:cubicBezTo>
                    <a:pt x="0" y="26197"/>
                    <a:pt x="26198" y="0"/>
                    <a:pt x="58514" y="0"/>
                  </a:cubicBezTo>
                  <a:cubicBezTo>
                    <a:pt x="90830" y="0"/>
                    <a:pt x="117027" y="26198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284" name="Freeform: Shape 2283">
              <a:extLst>
                <a:ext uri="{FF2B5EF4-FFF2-40B4-BE49-F238E27FC236}">
                  <a16:creationId xmlns:a16="http://schemas.microsoft.com/office/drawing/2014/main" id="{4831AA09-D63A-A255-0715-2ECF054BDB86}"/>
                </a:ext>
              </a:extLst>
            </p:cNvPr>
            <p:cNvSpPr/>
            <p:nvPr/>
          </p:nvSpPr>
          <p:spPr>
            <a:xfrm>
              <a:off x="259096" y="2267923"/>
              <a:ext cx="121575" cy="121575"/>
            </a:xfrm>
            <a:custGeom>
              <a:avLst/>
              <a:gdLst>
                <a:gd name="connsiteX0" fmla="*/ 117027 w 117027"/>
                <a:gd name="connsiteY0" fmla="*/ 58514 h 117027"/>
                <a:gd name="connsiteX1" fmla="*/ 58514 w 117027"/>
                <a:gd name="connsiteY1" fmla="*/ 117027 h 117027"/>
                <a:gd name="connsiteX2" fmla="*/ 0 w 117027"/>
                <a:gd name="connsiteY2" fmla="*/ 58514 h 117027"/>
                <a:gd name="connsiteX3" fmla="*/ 58514 w 117027"/>
                <a:gd name="connsiteY3" fmla="*/ 0 h 117027"/>
                <a:gd name="connsiteX4" fmla="*/ 117027 w 117027"/>
                <a:gd name="connsiteY4" fmla="*/ 58514 h 117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27" h="117027">
                  <a:moveTo>
                    <a:pt x="117027" y="58514"/>
                  </a:moveTo>
                  <a:cubicBezTo>
                    <a:pt x="117027" y="90830"/>
                    <a:pt x="90830" y="117027"/>
                    <a:pt x="58514" y="117027"/>
                  </a:cubicBezTo>
                  <a:cubicBezTo>
                    <a:pt x="26197" y="117027"/>
                    <a:pt x="0" y="90830"/>
                    <a:pt x="0" y="58514"/>
                  </a:cubicBezTo>
                  <a:cubicBezTo>
                    <a:pt x="0" y="26197"/>
                    <a:pt x="26198" y="0"/>
                    <a:pt x="58514" y="0"/>
                  </a:cubicBezTo>
                  <a:cubicBezTo>
                    <a:pt x="90830" y="0"/>
                    <a:pt x="117027" y="26198"/>
                    <a:pt x="117027" y="5851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285" name="Freeform: Shape 2284">
              <a:extLst>
                <a:ext uri="{FF2B5EF4-FFF2-40B4-BE49-F238E27FC236}">
                  <a16:creationId xmlns:a16="http://schemas.microsoft.com/office/drawing/2014/main" id="{3BA9F7CE-BC15-F1D1-BD55-198ECDCEA68D}"/>
                </a:ext>
              </a:extLst>
            </p:cNvPr>
            <p:cNvSpPr/>
            <p:nvPr/>
          </p:nvSpPr>
          <p:spPr>
            <a:xfrm>
              <a:off x="510535" y="1752264"/>
              <a:ext cx="72117" cy="72117"/>
            </a:xfrm>
            <a:custGeom>
              <a:avLst/>
              <a:gdLst>
                <a:gd name="connsiteX0" fmla="*/ 69420 w 69420"/>
                <a:gd name="connsiteY0" fmla="*/ 34710 h 69420"/>
                <a:gd name="connsiteX1" fmla="*/ 34710 w 69420"/>
                <a:gd name="connsiteY1" fmla="*/ 69420 h 69420"/>
                <a:gd name="connsiteX2" fmla="*/ 0 w 69420"/>
                <a:gd name="connsiteY2" fmla="*/ 34710 h 69420"/>
                <a:gd name="connsiteX3" fmla="*/ 34710 w 69420"/>
                <a:gd name="connsiteY3" fmla="*/ 0 h 69420"/>
                <a:gd name="connsiteX4" fmla="*/ 69420 w 69420"/>
                <a:gd name="connsiteY4" fmla="*/ 34710 h 6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20" h="69420">
                  <a:moveTo>
                    <a:pt x="69420" y="34710"/>
                  </a:moveTo>
                  <a:cubicBezTo>
                    <a:pt x="69420" y="53880"/>
                    <a:pt x="53880" y="69420"/>
                    <a:pt x="34710" y="69420"/>
                  </a:cubicBezTo>
                  <a:cubicBezTo>
                    <a:pt x="15540" y="69420"/>
                    <a:pt x="0" y="53880"/>
                    <a:pt x="0" y="34710"/>
                  </a:cubicBezTo>
                  <a:cubicBezTo>
                    <a:pt x="0" y="15540"/>
                    <a:pt x="15540" y="0"/>
                    <a:pt x="34710" y="0"/>
                  </a:cubicBezTo>
                  <a:cubicBezTo>
                    <a:pt x="53880" y="0"/>
                    <a:pt x="69420" y="15540"/>
                    <a:pt x="69420" y="3471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286" name="Freeform: Shape 2285">
              <a:extLst>
                <a:ext uri="{FF2B5EF4-FFF2-40B4-BE49-F238E27FC236}">
                  <a16:creationId xmlns:a16="http://schemas.microsoft.com/office/drawing/2014/main" id="{9BB2A816-8358-F5E3-7B13-C329DBC7814E}"/>
                </a:ext>
              </a:extLst>
            </p:cNvPr>
            <p:cNvSpPr/>
            <p:nvPr/>
          </p:nvSpPr>
          <p:spPr>
            <a:xfrm>
              <a:off x="653690" y="1380527"/>
              <a:ext cx="72117" cy="72117"/>
            </a:xfrm>
            <a:custGeom>
              <a:avLst/>
              <a:gdLst>
                <a:gd name="connsiteX0" fmla="*/ 69420 w 69420"/>
                <a:gd name="connsiteY0" fmla="*/ 34710 h 69420"/>
                <a:gd name="connsiteX1" fmla="*/ 34710 w 69420"/>
                <a:gd name="connsiteY1" fmla="*/ 69420 h 69420"/>
                <a:gd name="connsiteX2" fmla="*/ 0 w 69420"/>
                <a:gd name="connsiteY2" fmla="*/ 34710 h 69420"/>
                <a:gd name="connsiteX3" fmla="*/ 34710 w 69420"/>
                <a:gd name="connsiteY3" fmla="*/ 0 h 69420"/>
                <a:gd name="connsiteX4" fmla="*/ 69420 w 69420"/>
                <a:gd name="connsiteY4" fmla="*/ 34710 h 6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20" h="69420">
                  <a:moveTo>
                    <a:pt x="69420" y="34710"/>
                  </a:moveTo>
                  <a:cubicBezTo>
                    <a:pt x="69420" y="53880"/>
                    <a:pt x="53880" y="69420"/>
                    <a:pt x="34710" y="69420"/>
                  </a:cubicBezTo>
                  <a:cubicBezTo>
                    <a:pt x="15540" y="69420"/>
                    <a:pt x="0" y="53880"/>
                    <a:pt x="0" y="34710"/>
                  </a:cubicBezTo>
                  <a:cubicBezTo>
                    <a:pt x="0" y="15540"/>
                    <a:pt x="15540" y="0"/>
                    <a:pt x="34710" y="0"/>
                  </a:cubicBezTo>
                  <a:cubicBezTo>
                    <a:pt x="53880" y="0"/>
                    <a:pt x="69420" y="15540"/>
                    <a:pt x="69420" y="3471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287" name="Freeform: Shape 2286">
              <a:extLst>
                <a:ext uri="{FF2B5EF4-FFF2-40B4-BE49-F238E27FC236}">
                  <a16:creationId xmlns:a16="http://schemas.microsoft.com/office/drawing/2014/main" id="{8BC0156B-064F-8E3B-6B20-3377F0B2A24A}"/>
                </a:ext>
              </a:extLst>
            </p:cNvPr>
            <p:cNvSpPr/>
            <p:nvPr/>
          </p:nvSpPr>
          <p:spPr>
            <a:xfrm>
              <a:off x="578580" y="1010893"/>
              <a:ext cx="72117" cy="72117"/>
            </a:xfrm>
            <a:custGeom>
              <a:avLst/>
              <a:gdLst>
                <a:gd name="connsiteX0" fmla="*/ 69420 w 69420"/>
                <a:gd name="connsiteY0" fmla="*/ 34710 h 69420"/>
                <a:gd name="connsiteX1" fmla="*/ 34710 w 69420"/>
                <a:gd name="connsiteY1" fmla="*/ 69420 h 69420"/>
                <a:gd name="connsiteX2" fmla="*/ 0 w 69420"/>
                <a:gd name="connsiteY2" fmla="*/ 34710 h 69420"/>
                <a:gd name="connsiteX3" fmla="*/ 34710 w 69420"/>
                <a:gd name="connsiteY3" fmla="*/ 0 h 69420"/>
                <a:gd name="connsiteX4" fmla="*/ 69420 w 69420"/>
                <a:gd name="connsiteY4" fmla="*/ 34710 h 6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20" h="69420">
                  <a:moveTo>
                    <a:pt x="69420" y="34710"/>
                  </a:moveTo>
                  <a:cubicBezTo>
                    <a:pt x="69420" y="53880"/>
                    <a:pt x="53880" y="69420"/>
                    <a:pt x="34710" y="69420"/>
                  </a:cubicBezTo>
                  <a:cubicBezTo>
                    <a:pt x="15540" y="69420"/>
                    <a:pt x="0" y="53880"/>
                    <a:pt x="0" y="34710"/>
                  </a:cubicBezTo>
                  <a:cubicBezTo>
                    <a:pt x="0" y="15540"/>
                    <a:pt x="15540" y="0"/>
                    <a:pt x="34710" y="0"/>
                  </a:cubicBezTo>
                  <a:cubicBezTo>
                    <a:pt x="53880" y="0"/>
                    <a:pt x="69420" y="15540"/>
                    <a:pt x="69420" y="3471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288" name="Freeform: Shape 2287">
              <a:extLst>
                <a:ext uri="{FF2B5EF4-FFF2-40B4-BE49-F238E27FC236}">
                  <a16:creationId xmlns:a16="http://schemas.microsoft.com/office/drawing/2014/main" id="{9938CC1E-BD0C-EEE9-3684-EEAF76918910}"/>
                </a:ext>
              </a:extLst>
            </p:cNvPr>
            <p:cNvSpPr/>
            <p:nvPr/>
          </p:nvSpPr>
          <p:spPr>
            <a:xfrm>
              <a:off x="856479" y="772225"/>
              <a:ext cx="72117" cy="72117"/>
            </a:xfrm>
            <a:custGeom>
              <a:avLst/>
              <a:gdLst>
                <a:gd name="connsiteX0" fmla="*/ 69421 w 69420"/>
                <a:gd name="connsiteY0" fmla="*/ 34710 h 69420"/>
                <a:gd name="connsiteX1" fmla="*/ 34710 w 69420"/>
                <a:gd name="connsiteY1" fmla="*/ 69420 h 69420"/>
                <a:gd name="connsiteX2" fmla="*/ 0 w 69420"/>
                <a:gd name="connsiteY2" fmla="*/ 34710 h 69420"/>
                <a:gd name="connsiteX3" fmla="*/ 34710 w 69420"/>
                <a:gd name="connsiteY3" fmla="*/ 0 h 69420"/>
                <a:gd name="connsiteX4" fmla="*/ 69421 w 69420"/>
                <a:gd name="connsiteY4" fmla="*/ 34710 h 6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20" h="69420">
                  <a:moveTo>
                    <a:pt x="69421" y="34710"/>
                  </a:moveTo>
                  <a:cubicBezTo>
                    <a:pt x="69421" y="53880"/>
                    <a:pt x="53880" y="69420"/>
                    <a:pt x="34710" y="69420"/>
                  </a:cubicBezTo>
                  <a:cubicBezTo>
                    <a:pt x="15540" y="69420"/>
                    <a:pt x="0" y="53880"/>
                    <a:pt x="0" y="34710"/>
                  </a:cubicBezTo>
                  <a:cubicBezTo>
                    <a:pt x="0" y="15540"/>
                    <a:pt x="15540" y="0"/>
                    <a:pt x="34710" y="0"/>
                  </a:cubicBezTo>
                  <a:cubicBezTo>
                    <a:pt x="53880" y="0"/>
                    <a:pt x="69421" y="15540"/>
                    <a:pt x="69421" y="3471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289" name="Freeform: Shape 2288">
              <a:extLst>
                <a:ext uri="{FF2B5EF4-FFF2-40B4-BE49-F238E27FC236}">
                  <a16:creationId xmlns:a16="http://schemas.microsoft.com/office/drawing/2014/main" id="{515CAB25-67B3-981B-C13A-3DF04A0A9EDE}"/>
                </a:ext>
              </a:extLst>
            </p:cNvPr>
            <p:cNvSpPr/>
            <p:nvPr/>
          </p:nvSpPr>
          <p:spPr>
            <a:xfrm>
              <a:off x="1100536" y="596082"/>
              <a:ext cx="72117" cy="72117"/>
            </a:xfrm>
            <a:custGeom>
              <a:avLst/>
              <a:gdLst>
                <a:gd name="connsiteX0" fmla="*/ 69420 w 69420"/>
                <a:gd name="connsiteY0" fmla="*/ 34710 h 69420"/>
                <a:gd name="connsiteX1" fmla="*/ 34710 w 69420"/>
                <a:gd name="connsiteY1" fmla="*/ 69420 h 69420"/>
                <a:gd name="connsiteX2" fmla="*/ 0 w 69420"/>
                <a:gd name="connsiteY2" fmla="*/ 34710 h 69420"/>
                <a:gd name="connsiteX3" fmla="*/ 34710 w 69420"/>
                <a:gd name="connsiteY3" fmla="*/ 0 h 69420"/>
                <a:gd name="connsiteX4" fmla="*/ 69420 w 69420"/>
                <a:gd name="connsiteY4" fmla="*/ 34710 h 6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20" h="69420">
                  <a:moveTo>
                    <a:pt x="69420" y="34710"/>
                  </a:moveTo>
                  <a:cubicBezTo>
                    <a:pt x="69420" y="53880"/>
                    <a:pt x="53880" y="69420"/>
                    <a:pt x="34710" y="69420"/>
                  </a:cubicBezTo>
                  <a:cubicBezTo>
                    <a:pt x="15540" y="69420"/>
                    <a:pt x="0" y="53880"/>
                    <a:pt x="0" y="34710"/>
                  </a:cubicBezTo>
                  <a:cubicBezTo>
                    <a:pt x="0" y="15540"/>
                    <a:pt x="15540" y="0"/>
                    <a:pt x="34710" y="0"/>
                  </a:cubicBezTo>
                  <a:cubicBezTo>
                    <a:pt x="53880" y="0"/>
                    <a:pt x="69420" y="15540"/>
                    <a:pt x="69420" y="3471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  <p:sp>
          <p:nvSpPr>
            <p:cNvPr id="2290" name="Freeform: Shape 2289">
              <a:extLst>
                <a:ext uri="{FF2B5EF4-FFF2-40B4-BE49-F238E27FC236}">
                  <a16:creationId xmlns:a16="http://schemas.microsoft.com/office/drawing/2014/main" id="{47548091-6A89-2995-86D9-6559D7B782FA}"/>
                </a:ext>
              </a:extLst>
            </p:cNvPr>
            <p:cNvSpPr/>
            <p:nvPr/>
          </p:nvSpPr>
          <p:spPr>
            <a:xfrm>
              <a:off x="1975467" y="503723"/>
              <a:ext cx="72117" cy="72117"/>
            </a:xfrm>
            <a:custGeom>
              <a:avLst/>
              <a:gdLst>
                <a:gd name="connsiteX0" fmla="*/ 69420 w 69420"/>
                <a:gd name="connsiteY0" fmla="*/ 34710 h 69420"/>
                <a:gd name="connsiteX1" fmla="*/ 34710 w 69420"/>
                <a:gd name="connsiteY1" fmla="*/ 69420 h 69420"/>
                <a:gd name="connsiteX2" fmla="*/ 0 w 69420"/>
                <a:gd name="connsiteY2" fmla="*/ 34710 h 69420"/>
                <a:gd name="connsiteX3" fmla="*/ 34710 w 69420"/>
                <a:gd name="connsiteY3" fmla="*/ 0 h 69420"/>
                <a:gd name="connsiteX4" fmla="*/ 69420 w 69420"/>
                <a:gd name="connsiteY4" fmla="*/ 34710 h 6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20" h="69420">
                  <a:moveTo>
                    <a:pt x="69420" y="34710"/>
                  </a:moveTo>
                  <a:cubicBezTo>
                    <a:pt x="69420" y="53880"/>
                    <a:pt x="53880" y="69420"/>
                    <a:pt x="34710" y="69420"/>
                  </a:cubicBezTo>
                  <a:cubicBezTo>
                    <a:pt x="15540" y="69420"/>
                    <a:pt x="0" y="53880"/>
                    <a:pt x="0" y="34710"/>
                  </a:cubicBezTo>
                  <a:cubicBezTo>
                    <a:pt x="0" y="15540"/>
                    <a:pt x="15540" y="0"/>
                    <a:pt x="34710" y="0"/>
                  </a:cubicBezTo>
                  <a:cubicBezTo>
                    <a:pt x="53880" y="0"/>
                    <a:pt x="69420" y="15540"/>
                    <a:pt x="69420" y="3471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82000">
                  <a:schemeClr val="accent6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3822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>
                <a:latin typeface="Share Tech" panose="00000500000000000000" pitchFamily="2" charset="0"/>
              </a:endParaRPr>
            </a:p>
          </p:txBody>
        </p:sp>
      </p:grpSp>
      <p:sp>
        <p:nvSpPr>
          <p:cNvPr id="2038" name="TextBox 2037">
            <a:extLst>
              <a:ext uri="{FF2B5EF4-FFF2-40B4-BE49-F238E27FC236}">
                <a16:creationId xmlns:a16="http://schemas.microsoft.com/office/drawing/2014/main" id="{D9C34575-2FA9-8FDB-9EF4-3BFC6565B888}"/>
              </a:ext>
            </a:extLst>
          </p:cNvPr>
          <p:cNvSpPr txBox="1"/>
          <p:nvPr/>
        </p:nvSpPr>
        <p:spPr>
          <a:xfrm>
            <a:off x="1129005" y="2103735"/>
            <a:ext cx="1034628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bg2"/>
                </a:solidFill>
                <a:latin typeface="Algerian" panose="04020705040A02060702" pitchFamily="82" charset="0"/>
              </a:rPr>
              <a:t>Ultra-compact SRAM design using TFETs for low power low voltage applications</a:t>
            </a:r>
            <a:endParaRPr lang="en-US" sz="3200" b="1" spc="300" dirty="0">
              <a:solidFill>
                <a:schemeClr val="bg2"/>
              </a:solidFill>
              <a:latin typeface="Algerian" panose="04020705040A02060702" pitchFamily="82" charset="0"/>
              <a:ea typeface="Verdana" panose="020B0604030504040204" pitchFamily="34" charset="0"/>
              <a:cs typeface="Arial" pitchFamily="34" charset="0"/>
            </a:endParaRPr>
          </a:p>
        </p:txBody>
      </p:sp>
      <p:sp>
        <p:nvSpPr>
          <p:cNvPr id="2242" name="TextBox 2241">
            <a:extLst>
              <a:ext uri="{FF2B5EF4-FFF2-40B4-BE49-F238E27FC236}">
                <a16:creationId xmlns:a16="http://schemas.microsoft.com/office/drawing/2014/main" id="{64F9492C-A39F-5728-605E-18515B39041F}"/>
              </a:ext>
            </a:extLst>
          </p:cNvPr>
          <p:cNvSpPr txBox="1"/>
          <p:nvPr/>
        </p:nvSpPr>
        <p:spPr>
          <a:xfrm>
            <a:off x="4329403" y="4012163"/>
            <a:ext cx="775373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  <a:latin typeface="Brush Script MT" panose="03060802040406070304" pitchFamily="66" charset="0"/>
                <a:cs typeface="Arial" pitchFamily="34" charset="0"/>
              </a:rPr>
              <a:t>Teammates:</a:t>
            </a:r>
            <a:br>
              <a:rPr lang="en-IN" sz="2800" dirty="0">
                <a:solidFill>
                  <a:schemeClr val="bg1"/>
                </a:solidFill>
                <a:latin typeface="Brush Script MT" panose="03060802040406070304" pitchFamily="66" charset="0"/>
                <a:cs typeface="Arial" pitchFamily="34" charset="0"/>
              </a:rPr>
            </a:br>
            <a:r>
              <a:rPr lang="en-IN" sz="2800" dirty="0">
                <a:solidFill>
                  <a:schemeClr val="bg1"/>
                </a:solidFill>
                <a:latin typeface="Brush Script MT" panose="03060802040406070304" pitchFamily="66" charset="0"/>
                <a:cs typeface="Arial" pitchFamily="34" charset="0"/>
              </a:rPr>
              <a:t>Abhigna Police</a:t>
            </a:r>
            <a:br>
              <a:rPr lang="en-IN" sz="2800" dirty="0">
                <a:solidFill>
                  <a:schemeClr val="bg1"/>
                </a:solidFill>
                <a:latin typeface="Brush Script MT" panose="03060802040406070304" pitchFamily="66" charset="0"/>
                <a:cs typeface="Arial" pitchFamily="34" charset="0"/>
              </a:rPr>
            </a:br>
            <a:r>
              <a:rPr lang="en-IN" sz="2800" dirty="0">
                <a:solidFill>
                  <a:schemeClr val="bg1"/>
                </a:solidFill>
                <a:latin typeface="Brush Script MT" panose="03060802040406070304" pitchFamily="66" charset="0"/>
                <a:cs typeface="Arial" pitchFamily="34" charset="0"/>
              </a:rPr>
              <a:t>Rohan Ramgopal</a:t>
            </a:r>
          </a:p>
        </p:txBody>
      </p:sp>
      <p:sp>
        <p:nvSpPr>
          <p:cNvPr id="2291" name="TextBox 2290">
            <a:extLst>
              <a:ext uri="{FF2B5EF4-FFF2-40B4-BE49-F238E27FC236}">
                <a16:creationId xmlns:a16="http://schemas.microsoft.com/office/drawing/2014/main" id="{5957F025-8849-B8E0-39A9-10FBDEB39BAE}"/>
              </a:ext>
            </a:extLst>
          </p:cNvPr>
          <p:cNvSpPr txBox="1"/>
          <p:nvPr/>
        </p:nvSpPr>
        <p:spPr>
          <a:xfrm>
            <a:off x="2416629" y="1207710"/>
            <a:ext cx="7607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chemeClr val="bg1"/>
                </a:solidFill>
                <a:latin typeface="Amasis MT Pro Medium" panose="020F0502020204030204" pitchFamily="18" charset="0"/>
                <a:cs typeface="Arial" pitchFamily="34" charset="0"/>
              </a:rPr>
              <a:t>SOLID STATE DEVICES</a:t>
            </a:r>
          </a:p>
        </p:txBody>
      </p:sp>
    </p:spTree>
    <p:extLst>
      <p:ext uri="{BB962C8B-B14F-4D97-AF65-F5344CB8AC3E}">
        <p14:creationId xmlns:p14="http://schemas.microsoft.com/office/powerpoint/2010/main" val="2522780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0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0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24" grpId="0" animBg="1"/>
      <p:bldP spid="27" grpId="0" animBg="1"/>
      <p:bldP spid="28" grpId="0" animBg="1"/>
      <p:bldP spid="25" grpId="0" animBg="1"/>
      <p:bldP spid="29" grpId="0" animBg="1"/>
      <p:bldP spid="26" grpId="0" animBg="1"/>
      <p:bldP spid="30" grpId="0" animBg="1"/>
      <p:bldP spid="31" grpId="0" animBg="1"/>
      <p:bldP spid="32" grpId="0" animBg="1"/>
      <p:bldP spid="33" grpId="0" animBg="1"/>
      <p:bldP spid="203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5294D-C286-1250-32FE-1F383B043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0" i="0" dirty="0">
                <a:effectLst/>
                <a:latin typeface="fkGrotesk"/>
              </a:rPr>
              <a:t>                                 </a:t>
            </a:r>
            <a:r>
              <a:rPr lang="en-IN" b="0" i="0" dirty="0">
                <a:effectLst/>
                <a:latin typeface="Share Tech" panose="020B0604020202020204" charset="0"/>
              </a:rPr>
              <a:t>Introduction and History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97F1F3-6FD6-0ED4-9363-9320885EBC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9087" y="1259633"/>
            <a:ext cx="5794309" cy="4450702"/>
          </a:xfrm>
        </p:spPr>
        <p:txBody>
          <a:bodyPr/>
          <a:lstStyle/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+mn-lt"/>
              </a:rPr>
              <a:t>CMOS: faces leakage, voltage limits.</a:t>
            </a:r>
          </a:p>
          <a:p>
            <a:pPr algn="just">
              <a:lnSpc>
                <a:spcPct val="200000"/>
              </a:lnSpc>
            </a:pPr>
            <a:r>
              <a:rPr lang="en-US" dirty="0">
                <a:latin typeface="+mn-lt"/>
              </a:rPr>
              <a:t>SRAM dominates area and leakage in SoCs</a:t>
            </a:r>
          </a:p>
          <a:p>
            <a:pPr algn="just">
              <a:lnSpc>
                <a:spcPct val="200000"/>
              </a:lnSpc>
            </a:pPr>
            <a:r>
              <a:rPr lang="en-US" dirty="0">
                <a:latin typeface="+mn-lt"/>
              </a:rPr>
              <a:t>IoT devices require ultra-low power memory</a:t>
            </a:r>
          </a:p>
          <a:p>
            <a:pPr algn="just">
              <a:lnSpc>
                <a:spcPct val="200000"/>
              </a:lnSpc>
            </a:pPr>
            <a:r>
              <a:rPr lang="en-US" dirty="0">
                <a:latin typeface="+mn-lt"/>
              </a:rPr>
              <a:t> TFET offers low-leakage alternative to CMOS</a:t>
            </a:r>
            <a:endParaRPr lang="en-IN" b="0" i="0" dirty="0">
              <a:effectLst/>
              <a:latin typeface="+mn-lt"/>
            </a:endParaRP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+mn-lt"/>
              </a:rPr>
              <a:t>TFETs: use </a:t>
            </a:r>
            <a:r>
              <a:rPr lang="en-IN" b="0" i="0" dirty="0" err="1">
                <a:effectLst/>
                <a:latin typeface="+mn-lt"/>
              </a:rPr>
              <a:t>tunneling</a:t>
            </a:r>
            <a:r>
              <a:rPr lang="en-IN" b="0" i="0" dirty="0">
                <a:effectLst/>
                <a:latin typeface="+mn-lt"/>
              </a:rPr>
              <a:t> for &lt;60mV/dec SS.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+mn-lt"/>
              </a:rPr>
              <a:t>Targets: ultra-low power SRAM.</a:t>
            </a:r>
          </a:p>
          <a:p>
            <a:endParaRPr lang="en-IN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6A6D5C2-CDB7-B10F-CFEF-D27BF22CE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2869" y="1460242"/>
            <a:ext cx="4273932" cy="274786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56A4C99-775A-5989-71A5-F26A99EF6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2869" y="4637314"/>
            <a:ext cx="4273932" cy="1543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661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E031C2D-0B31-0B93-8A08-DFD831765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173" y="130813"/>
            <a:ext cx="10907654" cy="770400"/>
          </a:xfrm>
        </p:spPr>
        <p:txBody>
          <a:bodyPr/>
          <a:lstStyle/>
          <a:p>
            <a:r>
              <a:rPr lang="en-US" sz="3200" dirty="0">
                <a:solidFill>
                  <a:schemeClr val="bg1"/>
                </a:solidFill>
                <a:effectLst/>
                <a:latin typeface="Share Tech" panose="020B0604020202020204" charset="0"/>
              </a:rPr>
              <a:t>DEVICE STRUCTURE AND MATERIAL PROPERTIES</a:t>
            </a:r>
            <a:endParaRPr lang="en-US" sz="3200" dirty="0">
              <a:solidFill>
                <a:schemeClr val="bg1"/>
              </a:solidFill>
              <a:latin typeface="Share Tech" panose="020B0604020202020204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0439E10-1129-8FE2-A628-3E4A84AEA9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9878" y="1354359"/>
            <a:ext cx="9164522" cy="3471863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dirty="0">
                <a:latin typeface="+mn-lt"/>
              </a:rPr>
              <a:t>Operates via band-to-band tunneling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+mn-lt"/>
              </a:rPr>
              <a:t>Achieves subthreshold slopes &lt; 60 mV/dec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+mn-lt"/>
              </a:rPr>
              <a:t>Enables operation at low supply voltages</a:t>
            </a:r>
          </a:p>
          <a:p>
            <a:pPr>
              <a:lnSpc>
                <a:spcPct val="200000"/>
              </a:lnSpc>
            </a:pPr>
            <a:r>
              <a:rPr lang="nb-NO" dirty="0">
                <a:latin typeface="+mn-lt"/>
              </a:rPr>
              <a:t>Novel 3-Transistor TFET SRAM bitcell</a:t>
            </a:r>
            <a:endParaRPr lang="en-US" dirty="0">
              <a:latin typeface="+mn-lt"/>
            </a:endParaRPr>
          </a:p>
          <a:p>
            <a:pPr>
              <a:lnSpc>
                <a:spcPct val="200000"/>
              </a:lnSpc>
            </a:pPr>
            <a:r>
              <a:rPr lang="en-US" b="0" i="0" dirty="0">
                <a:effectLst/>
                <a:latin typeface="+mn-lt"/>
              </a:rPr>
              <a:t>3T-TFET SRAM: Compact, low leakage.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8157DB-613D-AF66-9029-43418019A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86204"/>
            <a:ext cx="5847184" cy="356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187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48B097-4AC4-1C59-FA44-5F04BC684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>
                <a:solidFill>
                  <a:schemeClr val="bg1"/>
                </a:solidFill>
                <a:effectLst/>
                <a:latin typeface="Share Tech" panose="020B0604020202020204" charset="0"/>
              </a:rPr>
              <a:t>FABRICATION AND PRODUCTION</a:t>
            </a:r>
            <a:endParaRPr lang="en-IN" sz="3200" dirty="0">
              <a:solidFill>
                <a:schemeClr val="bg1"/>
              </a:solidFill>
              <a:latin typeface="Share Tech" panose="020B0604020202020204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6D559C6-9867-84A5-B17A-3F635DBB92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7870" y="1354359"/>
            <a:ext cx="6820678" cy="3471863"/>
          </a:xfrm>
        </p:spPr>
        <p:txBody>
          <a:bodyPr/>
          <a:lstStyle/>
          <a:p>
            <a:pPr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+mn-lt"/>
              </a:rPr>
              <a:t>Process: SOI, ion implant, ALD, metal gate.</a:t>
            </a:r>
          </a:p>
          <a:p>
            <a:pPr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+mn-lt"/>
              </a:rPr>
              <a:t>Challenge: doping profile control.</a:t>
            </a:r>
          </a:p>
          <a:p>
            <a:pPr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+mn-lt"/>
              </a:rPr>
              <a:t>Goal: minimize parasitic capacitance.</a:t>
            </a:r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9498CEA-74A0-7781-0FC0-E02239637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3943" y="1606205"/>
            <a:ext cx="4958114" cy="20607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514B0B7-32AC-60EC-A96D-77319479F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6147" y="3918776"/>
            <a:ext cx="4627983" cy="1911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219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03C6EA-8AC7-D862-FBA5-E7EB0E78F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chemeClr val="bg1"/>
                </a:solidFill>
                <a:effectLst/>
                <a:latin typeface="Share Tech" panose="020B0604020202020204" charset="0"/>
              </a:rPr>
              <a:t>DEVICE OPERATION PRINCIPLE AND PHYSICS</a:t>
            </a:r>
            <a:endParaRPr lang="en-US" sz="3200" dirty="0">
              <a:solidFill>
                <a:schemeClr val="bg1"/>
              </a:solidFill>
              <a:latin typeface="Share Tech" panose="020B0604020202020204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DDE7E5E-EC88-7A56-77FA-6D3DAE1043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3265" y="1354359"/>
            <a:ext cx="6932645" cy="3471863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dirty="0">
                <a:latin typeface="+mn-lt"/>
              </a:rPr>
              <a:t>Retention: Reverse-biased M0, M1 (low leakage)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+mn-lt"/>
              </a:rPr>
              <a:t>Write: Swapping VDD and VSS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+mn-lt"/>
              </a:rPr>
              <a:t> Read: Single-ended sense amp with </a:t>
            </a:r>
            <a:r>
              <a:rPr lang="en-US" dirty="0" err="1">
                <a:latin typeface="+mn-lt"/>
              </a:rPr>
              <a:t>precharged</a:t>
            </a:r>
            <a:r>
              <a:rPr lang="en-US" dirty="0">
                <a:latin typeface="+mn-lt"/>
              </a:rPr>
              <a:t> RBL</a:t>
            </a:r>
          </a:p>
          <a:p>
            <a:pPr>
              <a:lnSpc>
                <a:spcPct val="200000"/>
              </a:lnSpc>
            </a:pPr>
            <a:r>
              <a:rPr lang="en-IN" b="0" i="0" dirty="0">
                <a:effectLst/>
                <a:latin typeface="+mn-lt"/>
              </a:rPr>
              <a:t>Kane's Model: I ∝ E²exp(-B/E).</a:t>
            </a:r>
          </a:p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2B59BB-BDB9-9F3D-0765-E5AF7B442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661" y="1354358"/>
            <a:ext cx="5082074" cy="19630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1599D80-7D1D-A5C1-8C7C-0738938D2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662" y="3844700"/>
            <a:ext cx="2920482" cy="1963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DF9D185-92A3-B077-BE5C-630998E417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7144" y="3844699"/>
            <a:ext cx="2161591" cy="196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105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B2844-650B-7BD0-EE78-4FE4F8B5D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chemeClr val="bg1"/>
                </a:solidFill>
                <a:effectLst/>
                <a:latin typeface="Share Tech" panose="020B0604020202020204" charset="0"/>
              </a:rPr>
              <a:t>SCALING LAWS FOR THE DEVICE</a:t>
            </a:r>
            <a:endParaRPr lang="en-US" sz="3200" dirty="0">
              <a:solidFill>
                <a:schemeClr val="bg1"/>
              </a:solidFill>
              <a:latin typeface="Share Tech" panose="020B060402020202020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AEADF4-7356-0574-FB85-DB41DD508A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2173" y="1354359"/>
            <a:ext cx="5609338" cy="3471863"/>
          </a:xfrm>
        </p:spPr>
        <p:txBody>
          <a:bodyPr/>
          <a:lstStyle/>
          <a:p>
            <a:pPr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+mn-lt"/>
              </a:rPr>
              <a:t>Tunneling junction, not channel length.</a:t>
            </a:r>
          </a:p>
          <a:p>
            <a:pPr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+mn-lt"/>
              </a:rPr>
              <a:t>Gate dielectric: thin, high-k for control.</a:t>
            </a:r>
          </a:p>
          <a:p>
            <a:pPr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+mn-lt"/>
              </a:rPr>
              <a:t>CGS: low, reduces power.</a:t>
            </a:r>
          </a:p>
          <a:p>
            <a:pPr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+mn-lt"/>
              </a:rPr>
              <a:t>CGD: optimize for switching speed.</a:t>
            </a:r>
          </a:p>
          <a:p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E294128-8E66-EACF-F2A7-B2B3F546B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2522" y="1354359"/>
            <a:ext cx="4506238" cy="192283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EDF7EAE-279C-8A16-3579-DC0A83A86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2522" y="3429000"/>
            <a:ext cx="4506238" cy="239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708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F2CF89-9048-7317-E08E-5DA09D4A5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0" i="0" dirty="0">
                <a:effectLst/>
                <a:latin typeface="Share Tech" panose="020B0604020202020204" charset="0"/>
              </a:rPr>
              <a:t>Noise and Limitations</a:t>
            </a:r>
            <a:endParaRPr lang="en-IN" sz="3200" dirty="0">
              <a:latin typeface="Share Tech" panose="020B060402020202020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F2F6967-9DDE-17D3-F4E0-4DC4D74CF8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35698" y="1354359"/>
            <a:ext cx="6223518" cy="3471863"/>
          </a:xfrm>
        </p:spPr>
        <p:txBody>
          <a:bodyPr/>
          <a:lstStyle/>
          <a:p>
            <a:pPr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+mn-lt"/>
              </a:rPr>
              <a:t>TAT: trap-assisted </a:t>
            </a:r>
            <a:r>
              <a:rPr lang="en-IN" b="0" i="0" dirty="0" err="1">
                <a:effectLst/>
                <a:latin typeface="+mn-lt"/>
              </a:rPr>
              <a:t>tunneling</a:t>
            </a:r>
            <a:r>
              <a:rPr lang="en-IN" b="0" i="0" dirty="0">
                <a:effectLst/>
                <a:latin typeface="+mn-lt"/>
              </a:rPr>
              <a:t> noise.</a:t>
            </a:r>
          </a:p>
          <a:p>
            <a:pPr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+mn-lt"/>
              </a:rPr>
              <a:t>Ambipolar: unwanted drain current.</a:t>
            </a:r>
          </a:p>
          <a:p>
            <a:pPr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+mn-lt"/>
              </a:rPr>
              <a:t>Mitigation: abrupt doping, design.</a:t>
            </a:r>
          </a:p>
          <a:p>
            <a:pPr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+mn-lt"/>
              </a:rPr>
              <a:t>Challenge: lower ION than CMOS.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4373C3-58FA-685B-4B84-B239140BA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6016" y="1287624"/>
            <a:ext cx="4304653" cy="282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552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5D810-07A3-D222-5BEE-2F688B5BC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16191F-0634-0D5E-D962-DD60AFAFC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0" i="0" dirty="0">
                <a:effectLst/>
                <a:latin typeface="Share Tech" panose="020B0604020202020204" charset="0"/>
              </a:rPr>
              <a:t>Current Applications</a:t>
            </a:r>
            <a:endParaRPr lang="en-IN" sz="3200" dirty="0">
              <a:latin typeface="Share Tech" panose="020B060402020202020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AF8A68C-CBC0-D1D4-6827-6C8DAF0B6E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2173" y="1354359"/>
            <a:ext cx="4872219" cy="3471863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dirty="0">
                <a:latin typeface="+mn-lt"/>
              </a:rPr>
              <a:t>IoT sensor nodes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+mn-lt"/>
              </a:rPr>
              <a:t> Wearable electronics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+mn-lt"/>
              </a:rPr>
              <a:t>Edge computing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+mn-lt"/>
              </a:rPr>
              <a:t>Always-on SoC memory blocks</a:t>
            </a:r>
            <a:endParaRPr lang="en-IN" dirty="0">
              <a:latin typeface="+mn-lt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0DE0AD2B-F10B-7811-9EFF-E3BECC3EAC2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726233"/>
            <a:ext cx="2855167" cy="2855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86EE6A52-E2E8-5E6A-7961-90C1D953EE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7470" y="1714499"/>
            <a:ext cx="4803322" cy="2855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8184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BB54C-BD6E-E4BC-BA43-720588692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EA5BF7-189A-A325-1239-B443CBBED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0" dirty="0">
                <a:latin typeface="Share Tech" panose="020B0604020202020204" charset="0"/>
              </a:rPr>
              <a:t>Discussion and Conclusion</a:t>
            </a:r>
            <a:endParaRPr lang="en-IN" sz="3200" dirty="0">
              <a:latin typeface="Share Tech" panose="020B060402020202020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3919EAE-1B92-2393-36D3-327418B6C0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54360" y="1354359"/>
            <a:ext cx="6848670" cy="4122709"/>
          </a:xfrm>
        </p:spPr>
        <p:txBody>
          <a:bodyPr/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+mj-lt"/>
              </a:rPr>
              <a:t> </a:t>
            </a:r>
            <a:r>
              <a:rPr lang="en-US" b="0" i="0" dirty="0">
                <a:effectLst/>
                <a:latin typeface="+mn-lt"/>
              </a:rPr>
              <a:t>Advantage: lower leakage.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+mn-lt"/>
              </a:rPr>
              <a:t> Challenge: fabrication complexity.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+mn-lt"/>
              </a:rPr>
              <a:t>TFET-SRAM shows promise for energy-constrained systems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+mn-lt"/>
              </a:rPr>
              <a:t>Supports deep voltage scaling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+mn-lt"/>
              </a:rPr>
              <a:t>Suitable for next-gen embedded and IoT platforms</a:t>
            </a:r>
          </a:p>
          <a:p>
            <a:pPr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6594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F5731-A054-C364-4C41-1EF1A27B1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28ABAD-D085-9001-CC18-E6B300DDF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0" i="0" dirty="0">
                <a:effectLst/>
                <a:latin typeface="Share Tech" panose="020B0604020202020204" charset="0"/>
              </a:rPr>
              <a:t>References</a:t>
            </a:r>
            <a:endParaRPr lang="en-IN" sz="3200" dirty="0">
              <a:latin typeface="Share Tech" panose="020B060402020202020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45B9B0-A6C5-880A-3A01-50AD5807C8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http://large.stanford.edu/courses/2012/ph250/esfandyarpour1/</a:t>
            </a:r>
            <a:endParaRPr lang="en-IN" dirty="0"/>
          </a:p>
          <a:p>
            <a:r>
              <a:rPr lang="en-IN" dirty="0">
                <a:hlinkClick r:id="rId3"/>
              </a:rPr>
              <a:t>https://ieeexplore.ieee.org/document/7459337</a:t>
            </a:r>
            <a:endParaRPr lang="en-IN" dirty="0"/>
          </a:p>
          <a:p>
            <a:r>
              <a:rPr lang="en-IN" dirty="0">
                <a:hlinkClick r:id="rId4"/>
              </a:rPr>
              <a:t>https://ieeexplore.ieee.org/document/4278352</a:t>
            </a:r>
            <a:endParaRPr lang="en-IN" dirty="0"/>
          </a:p>
          <a:p>
            <a:r>
              <a:rPr lang="en-IN" dirty="0">
                <a:hlinkClick r:id="rId5"/>
              </a:rPr>
              <a:t>https://ieeexplore.ieee.org/document/10396357</a:t>
            </a:r>
            <a:endParaRPr lang="en-IN" dirty="0"/>
          </a:p>
          <a:p>
            <a:r>
              <a:rPr lang="en-IN" dirty="0">
                <a:hlinkClick r:id="rId6"/>
              </a:rPr>
              <a:t>https://www.sciencedirect.com/science/article/abs/pii/S0038110104001121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249584-387E-41E2-3252-1517531FD1FA}"/>
              </a:ext>
            </a:extLst>
          </p:cNvPr>
          <p:cNvSpPr txBox="1"/>
          <p:nvPr/>
        </p:nvSpPr>
        <p:spPr>
          <a:xfrm>
            <a:off x="0" y="4676931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solidFill>
                  <a:schemeClr val="bg1"/>
                </a:solidFill>
                <a:latin typeface="Algerian" panose="04020705040A02060702" pitchFamily="82" charset="0"/>
                <a:cs typeface="Arial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95686100"/>
      </p:ext>
    </p:extLst>
  </p:cSld>
  <p:clrMapOvr>
    <a:masterClrMapping/>
  </p:clrMapOvr>
</p:sld>
</file>

<file path=ppt/theme/theme1.xml><?xml version="1.0" encoding="utf-8"?>
<a:theme xmlns:a="http://schemas.openxmlformats.org/drawingml/2006/main" name="Collidu_Theme">
  <a:themeElements>
    <a:clrScheme name="Custom 67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D5AA5"/>
      </a:accent1>
      <a:accent2>
        <a:srgbClr val="4ADCF1"/>
      </a:accent2>
      <a:accent3>
        <a:srgbClr val="2B72CB"/>
      </a:accent3>
      <a:accent4>
        <a:srgbClr val="1F5391"/>
      </a:accent4>
      <a:accent5>
        <a:srgbClr val="163A67"/>
      </a:accent5>
      <a:accent6>
        <a:srgbClr val="101645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0000"/>
        </a:solidFill>
        <a:ln>
          <a:noFill/>
        </a:ln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>
          <a:defRPr/>
        </a:defPPr>
      </a:lstStyle>
    </a:spDef>
    <a:txDef>
      <a:spPr>
        <a:noFill/>
      </a:spPr>
      <a:bodyPr wrap="none" rtlCol="0">
        <a:spAutoFit/>
      </a:bodyPr>
      <a:lstStyle>
        <a:defPPr>
          <a:defRPr dirty="0" smtClean="0">
            <a:solidFill>
              <a:schemeClr val="bg1"/>
            </a:solidFill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heme2" id="{9906A632-7631-4B91-B69C-75BD13B8AD65}" vid="{75DC9EFD-3B6B-4332-B071-FF662B12A1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Theme2</Template>
  <TotalTime>366</TotalTime>
  <Words>355</Words>
  <Application>Microsoft Office PowerPoint</Application>
  <PresentationFormat>Widescreen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Algerian</vt:lpstr>
      <vt:lpstr>Brush Script MT</vt:lpstr>
      <vt:lpstr>Share Tech</vt:lpstr>
      <vt:lpstr>fkGrotesk</vt:lpstr>
      <vt:lpstr>Amasis MT Pro Medium</vt:lpstr>
      <vt:lpstr>Collidu_Theme</vt:lpstr>
      <vt:lpstr>PowerPoint Presentation</vt:lpstr>
      <vt:lpstr>                                 Introduction and History</vt:lpstr>
      <vt:lpstr>DEVICE STRUCTURE AND MATERIAL PROPERTIES</vt:lpstr>
      <vt:lpstr>FABRICATION AND PRODUCTION</vt:lpstr>
      <vt:lpstr>DEVICE OPERATION PRINCIPLE AND PHYSICS</vt:lpstr>
      <vt:lpstr>SCALING LAWS FOR THE DEVICE</vt:lpstr>
      <vt:lpstr>Noise and Limitations</vt:lpstr>
      <vt:lpstr>Current Applications</vt:lpstr>
      <vt:lpstr>Discussion and 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Ashish Arora</dc:creator>
  <cp:lastModifiedBy>19-735-121_P ABHIGNA</cp:lastModifiedBy>
  <cp:revision>216</cp:revision>
  <dcterms:created xsi:type="dcterms:W3CDTF">2021-01-08T08:29:29Z</dcterms:created>
  <dcterms:modified xsi:type="dcterms:W3CDTF">2025-04-24T18:10:32Z</dcterms:modified>
</cp:coreProperties>
</file>